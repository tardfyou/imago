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84b6e00164074" /><Relationship Type="http://schemas.openxmlformats.org/officeDocument/2006/relationships/extended-properties" Target="/docProps/app.xml" Id="Ree21290d8f0f449b" /><Relationship Type="http://schemas.openxmlformats.org/officeDocument/2006/relationships/officeDocument" Target="/ppt/presentation.xml" Id="R352adad34e9e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e606c863a4409"/>
  </p:sldMasterIdLst>
  <p:notesMasterIdLst>
    <p:notesMasterId xmlns:r="http://schemas.openxmlformats.org/officeDocument/2006/relationships" r:id="R281ad3ce39fe49b1"/>
  </p:notesMasterIdLst>
  <p:sldIdLst>
    <p:sldId xmlns:r="http://schemas.openxmlformats.org/officeDocument/2006/relationships" id="256" r:id="R2aa70ef887d648a1"/>
  </p:sldIdLst>
  <p:sldSz cx="14801850" cy="8115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844e200a94169" /><Relationship Type="http://schemas.openxmlformats.org/officeDocument/2006/relationships/slideMaster" Target="/ppt/slideMasters/slideMaster1.xml" Id="R411e606c863a4409" /><Relationship Type="http://schemas.openxmlformats.org/officeDocument/2006/relationships/notesMaster" Target="/ppt/notesMasters/notesMaster1.xml" Id="R281ad3ce39fe49b1" /><Relationship Type="http://schemas.openxmlformats.org/officeDocument/2006/relationships/presProps" Target="/ppt/presProps.xml" Id="Rad31ca0a3e8f4827" /><Relationship Type="http://schemas.openxmlformats.org/officeDocument/2006/relationships/tableStyles" Target="/ppt/tableStyles.xml" Id="R8a7280222817407e" /><Relationship Type="http://schemas.openxmlformats.org/officeDocument/2006/relationships/slide" Target="/ppt/slides/slide1.xml" Id="R2aa70ef887d6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ae17fbe8248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6284706344bf3" /><Relationship Type="http://schemas.openxmlformats.org/officeDocument/2006/relationships/notesMaster" Target="/ppt/notesMasters/notesMaster1.xml" Id="Rb694cf62d2864e6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素材ID：SE-077</ns1:t>
            </ns1:r>
          </ns1:p>
          <ns1:p>
            <ns1:r>
              <ns1:t>论文：The Seeds of the FUTURE Sprout from History: Fuzzing for Unveiling Vulnerabilities in Prospective Deep-Learning Libraries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借鉴点：三大色块嵌入历史issue、API文档、代码对与微调示例，最终经CPU/GPU及跨库差分发现缺陷，再回流到历史源库。</ns1:t>
            </ns1:r>
          </ns1:p>
          <ns1:p>
            <ns1:r>
              <ns1:t>论文URL：https://arxiv.org/pdf/2412.01317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c99ac1491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83e2f85fa5455e" /><Relationship Type="http://schemas.openxmlformats.org/officeDocument/2006/relationships/slideLayout" Target="/ppt/slideLayouts/slideLayout1.xml" Id="R21710db97a1a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10db97a1a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63c1e99344bd6" /><Relationship Type="http://schemas.openxmlformats.org/officeDocument/2006/relationships/image" Target="/ppt/media/image.png" Id="R8ab7441439a541fd" /><Relationship Type="http://schemas.openxmlformats.org/officeDocument/2006/relationships/image" Target="/ppt/media/image2.png" Id="R78712d07aecd4560" /><Relationship Type="http://schemas.openxmlformats.org/officeDocument/2006/relationships/image" Target="/ppt/media/image3.png" Id="Rc2cba646d5d743f4" /><Relationship Type="http://schemas.openxmlformats.org/officeDocument/2006/relationships/image" Target="/ppt/media/image4.png" Id="R1b026ee59cb84087" /><Relationship Type="http://schemas.openxmlformats.org/officeDocument/2006/relationships/image" Target="/ppt/media/image5.png" Id="Rb31c35c1398149f8" /><Relationship Type="http://schemas.openxmlformats.org/officeDocument/2006/relationships/image" Target="/ppt/media/image6.png" Id="Rea9806570cc04bdb" /><Relationship Type="http://schemas.openxmlformats.org/officeDocument/2006/relationships/image" Target="/ppt/media/image7.png" Id="R9dec21637a8346d1" /><Relationship Type="http://schemas.openxmlformats.org/officeDocument/2006/relationships/image" Target="/ppt/media/image8.png" Id="Rc4a89116d1234fdb" /><Relationship Type="http://schemas.openxmlformats.org/officeDocument/2006/relationships/image" Target="/ppt/media/image9.png" Id="Rc3226763cf264ad4" /><Relationship Type="http://schemas.openxmlformats.org/officeDocument/2006/relationships/image" Target="/ppt/media/image10.png" Id="Rd8f9eff0eaf242d0" /><Relationship Type="http://schemas.openxmlformats.org/officeDocument/2006/relationships/image" Target="/ppt/media/image11.png" Id="R0433922c3b92477a" /><Relationship Type="http://schemas.openxmlformats.org/officeDocument/2006/relationships/image" Target="/ppt/media/image12.png" Id="R15a90cc5501346f1" /><Relationship Type="http://schemas.openxmlformats.org/officeDocument/2006/relationships/image" Target="/ppt/media/image13.png" Id="Rc871a6d7349e485b" /><Relationship Type="http://schemas.openxmlformats.org/officeDocument/2006/relationships/image" Target="/ppt/media/image14.png" Id="R6ce044928a354bb9" /><Relationship Type="http://schemas.openxmlformats.org/officeDocument/2006/relationships/image" Target="/ppt/media/image15.png" Id="Raeee6b8cbf624cab" /><Relationship Type="http://schemas.openxmlformats.org/officeDocument/2006/relationships/image" Target="/ppt/media/image16.png" Id="R94e2a26892c84b1b" /><Relationship Type="http://schemas.openxmlformats.org/officeDocument/2006/relationships/image" Target="/ppt/media/image17.png" Id="Rf285a14022ba4073" /><Relationship Type="http://schemas.openxmlformats.org/officeDocument/2006/relationships/image" Target="/ppt/media/image18.png" Id="Ra5713bbe194f4176" /><Relationship Type="http://schemas.openxmlformats.org/officeDocument/2006/relationships/image" Target="/ppt/media/image19.png" Id="Rf172b5f2a1ae4228" /><Relationship Type="http://schemas.openxmlformats.org/officeDocument/2006/relationships/image" Target="/ppt/media/image20.png" Id="R7fe61af799414950" /><Relationship Type="http://schemas.openxmlformats.org/officeDocument/2006/relationships/image" Target="/ppt/media/image21.png" Id="R5ae668085c554faf" /><Relationship Type="http://schemas.openxmlformats.org/officeDocument/2006/relationships/image" Target="/ppt/media/image22.png" Id="R5ef85e92ddb74d40" /><Relationship Type="http://schemas.openxmlformats.org/officeDocument/2006/relationships/image" Target="/ppt/media/image23.png" Id="R812e416409d34dbb" /><Relationship Type="http://schemas.openxmlformats.org/officeDocument/2006/relationships/image" Target="/ppt/media/image24.png" Id="R8c271db1f1de485b" /><Relationship Type="http://schemas.openxmlformats.org/officeDocument/2006/relationships/image" Target="/ppt/media/image25.png" Id="Rb5f97a43efb346dc" /><Relationship Type="http://schemas.openxmlformats.org/officeDocument/2006/relationships/image" Target="/ppt/media/image26.png" Id="R34cef4b0cadc4f90" /><Relationship Type="http://schemas.openxmlformats.org/officeDocument/2006/relationships/image" Target="/ppt/media/image27.png" Id="R550137d6d40e482e" /><Relationship Type="http://schemas.openxmlformats.org/officeDocument/2006/relationships/image" Target="/ppt/media/image28.png" Id="Rb3ff3a1497f74fea" /><Relationship Type="http://schemas.openxmlformats.org/officeDocument/2006/relationships/image" Target="/ppt/media/image29.png" Id="Rc355abeeaff840a8" /><Relationship Type="http://schemas.openxmlformats.org/officeDocument/2006/relationships/image" Target="/ppt/media/image30.png" Id="R35b9de2a78d64aab" /><Relationship Type="http://schemas.openxmlformats.org/officeDocument/2006/relationships/image" Target="/ppt/media/image31.png" Id="R9bd3df5b00d84e85" /><Relationship Type="http://schemas.openxmlformats.org/officeDocument/2006/relationships/image" Target="/ppt/media/image32.png" Id="Race5a677530d4353" /><Relationship Type="http://schemas.openxmlformats.org/officeDocument/2006/relationships/image" Target="/ppt/media/image33.png" Id="R85dd633ad4d94ee1" /><Relationship Type="http://schemas.openxmlformats.org/officeDocument/2006/relationships/image" Target="/ppt/media/image34.png" Id="Rab2e4c37d109420a" /><Relationship Type="http://schemas.openxmlformats.org/officeDocument/2006/relationships/image" Target="/ppt/media/image35.png" Id="Rab35984d98b442a3" /><Relationship Type="http://schemas.openxmlformats.org/officeDocument/2006/relationships/image" Target="/ppt/media/image36.png" Id="R071fc4423bc4453a" /><Relationship Type="http://schemas.openxmlformats.org/officeDocument/2006/relationships/image" Target="/ppt/media/image37.png" Id="R66d572d3ebf24a1c" /><Relationship Type="http://schemas.openxmlformats.org/officeDocument/2006/relationships/image" Target="/ppt/media/image38.png" Id="Rcdc1faa177ea478f" /><Relationship Type="http://schemas.openxmlformats.org/officeDocument/2006/relationships/image" Target="/ppt/media/image39.png" Id="R264a2681556e4923" /><Relationship Type="http://schemas.openxmlformats.org/officeDocument/2006/relationships/image" Target="/ppt/media/image40.png" Id="Rf54085c076734df4" /><Relationship Type="http://schemas.openxmlformats.org/officeDocument/2006/relationships/image" Target="/ppt/media/image41.png" Id="R88a1ab1862614bb9" /><Relationship Type="http://schemas.openxmlformats.org/officeDocument/2006/relationships/image" Target="/ppt/media/image42.png" Id="R6a8c242e691d4c0d" /><Relationship Type="http://schemas.openxmlformats.org/officeDocument/2006/relationships/image" Target="/ppt/media/image43.png" Id="R523b0e1e01c345af" /><Relationship Type="http://schemas.openxmlformats.org/officeDocument/2006/relationships/image" Target="/ppt/media/image44.png" Id="R356afed715e640e1" /><Relationship Type="http://schemas.openxmlformats.org/officeDocument/2006/relationships/image" Target="/ppt/media/image45.png" Id="R2b2623242de54efb" /><Relationship Type="http://schemas.openxmlformats.org/officeDocument/2006/relationships/image" Target="/ppt/media/image46.png" Id="R24c529f6def04455" /><Relationship Type="http://schemas.openxmlformats.org/officeDocument/2006/relationships/notesSlide" Target="/ppt/notesSlides/notesSlide1.xml" Id="R2f12ff86cba946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98B1A-8DF8-4447-9C35-6C4DF24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88807" cy="8115300"/>
          </a:xfrm>
          <a:custGeom xmlns:a="http://schemas.openxmlformats.org/drawingml/2006/main">
            <a:pathLst>
              <a:path w="14688807" h="8115300">
                <a:moveTo>
                  <a:pt x="14688807" y="0"/>
                </a:moveTo>
                <a:lnTo>
                  <a:pt x="14688807" y="8115300"/>
                </a:lnTo>
                <a:lnTo>
                  <a:pt x="0" y="8115300"/>
                </a:lnTo>
                <a:lnTo>
                  <a:pt x="0" y="0"/>
                </a:lnTo>
                <a:lnTo>
                  <a:pt x="1468880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Native background inset-1.png">
            <a:extLst xmlns:a="http://schemas.openxmlformats.org/drawingml/2006/main">
              <a:ext uri="{FF2B5EF4-FFF2-40B4-BE49-F238E27FC236}">
                <a16:creationId xmlns:a16="http://schemas.microsoft.com/office/drawing/2014/main" id="{BC730731-1D79-4BA4-9DFD-0591CC47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749" y="1445955"/>
            <a:ext cx="5043135" cy="593481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DAE2F5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7150" dist="47625" dir="3187806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3" name="Text APIDocumentation">
            <a:extLst xmlns:a="http://schemas.openxmlformats.org/drawingml/2006/main">
              <a:ext uri="{FF2B5EF4-FFF2-40B4-BE49-F238E27FC236}">
                <a16:creationId xmlns:a16="http://schemas.microsoft.com/office/drawing/2014/main" id="{88F53933-1A56-42A1-A79C-CB89403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431" y="2484720"/>
            <a:ext cx="1128321" cy="89619"/>
          </a:xfrm>
          <a:custGeom xmlns:a="http://schemas.openxmlformats.org/drawingml/2006/main">
            <a:pathLst>
              <a:path w="1128321" h="89619">
                <a:moveTo>
                  <a:pt x="31410" y="53891"/>
                </a:moveTo>
                <a:lnTo>
                  <a:pt x="42866" y="21675"/>
                </a:lnTo>
                <a:lnTo>
                  <a:pt x="43112" y="21675"/>
                </a:lnTo>
                <a:lnTo>
                  <a:pt x="54200" y="53891"/>
                </a:lnTo>
                <a:lnTo>
                  <a:pt x="31410" y="53891"/>
                </a:lnTo>
                <a:moveTo>
                  <a:pt x="33259" y="0"/>
                </a:moveTo>
                <a:lnTo>
                  <a:pt x="0" y="87934"/>
                </a:lnTo>
                <a:lnTo>
                  <a:pt x="19461" y="87934"/>
                </a:lnTo>
                <a:lnTo>
                  <a:pt x="26359" y="68327"/>
                </a:lnTo>
                <a:lnTo>
                  <a:pt x="59250" y="68327"/>
                </a:lnTo>
                <a:lnTo>
                  <a:pt x="65902" y="87934"/>
                </a:lnTo>
                <a:lnTo>
                  <a:pt x="85980" y="87934"/>
                </a:lnTo>
                <a:lnTo>
                  <a:pt x="53091" y="0"/>
                </a:lnTo>
                <a:lnTo>
                  <a:pt x="33259" y="0"/>
                </a:lnTo>
                <a:close/>
                <a:moveTo>
                  <a:pt x="112738" y="41381"/>
                </a:moveTo>
                <a:lnTo>
                  <a:pt x="112738" y="15037"/>
                </a:lnTo>
                <a:lnTo>
                  <a:pt x="127765" y="15037"/>
                </a:lnTo>
                <a:cubicBezTo>
                  <a:pt x="129983" y="15037"/>
                  <a:pt x="132118" y="15201"/>
                  <a:pt x="134171" y="15529"/>
                </a:cubicBezTo>
                <a:cubicBezTo>
                  <a:pt x="136223" y="15857"/>
                  <a:pt x="138029" y="16493"/>
                  <a:pt x="139589" y="17437"/>
                </a:cubicBezTo>
                <a:cubicBezTo>
                  <a:pt x="141151" y="18380"/>
                  <a:pt x="142403" y="19714"/>
                  <a:pt x="143347" y="21439"/>
                </a:cubicBezTo>
                <a:cubicBezTo>
                  <a:pt x="144292" y="23161"/>
                  <a:pt x="144764" y="25418"/>
                  <a:pt x="144764" y="28209"/>
                </a:cubicBezTo>
                <a:cubicBezTo>
                  <a:pt x="144764" y="30999"/>
                  <a:pt x="144292" y="33257"/>
                  <a:pt x="143347" y="34981"/>
                </a:cubicBezTo>
                <a:cubicBezTo>
                  <a:pt x="142403" y="36704"/>
                  <a:pt x="141151" y="38037"/>
                  <a:pt x="139589" y="38981"/>
                </a:cubicBezTo>
                <a:cubicBezTo>
                  <a:pt x="138029" y="39924"/>
                  <a:pt x="136223" y="40560"/>
                  <a:pt x="134171" y="40888"/>
                </a:cubicBezTo>
                <a:cubicBezTo>
                  <a:pt x="132118" y="41217"/>
                  <a:pt x="129983" y="41381"/>
                  <a:pt x="127765" y="41381"/>
                </a:cubicBezTo>
                <a:lnTo>
                  <a:pt x="112738" y="41381"/>
                </a:lnTo>
                <a:moveTo>
                  <a:pt x="93399" y="0"/>
                </a:moveTo>
                <a:lnTo>
                  <a:pt x="93399" y="87934"/>
                </a:lnTo>
                <a:lnTo>
                  <a:pt x="112738" y="87934"/>
                </a:lnTo>
                <a:lnTo>
                  <a:pt x="112738" y="56418"/>
                </a:lnTo>
                <a:lnTo>
                  <a:pt x="133064" y="56418"/>
                </a:lnTo>
                <a:cubicBezTo>
                  <a:pt x="138564" y="56418"/>
                  <a:pt x="143245" y="55617"/>
                  <a:pt x="147104" y="54015"/>
                </a:cubicBezTo>
                <a:cubicBezTo>
                  <a:pt x="150965" y="52414"/>
                  <a:pt x="154106" y="50300"/>
                  <a:pt x="156528" y="47672"/>
                </a:cubicBezTo>
                <a:cubicBezTo>
                  <a:pt x="158952" y="45044"/>
                  <a:pt x="160717" y="42026"/>
                  <a:pt x="161825" y="38618"/>
                </a:cubicBezTo>
                <a:cubicBezTo>
                  <a:pt x="162934" y="35210"/>
                  <a:pt x="163488" y="31740"/>
                  <a:pt x="163488" y="28209"/>
                </a:cubicBezTo>
                <a:cubicBezTo>
                  <a:pt x="163488" y="24595"/>
                  <a:pt x="162934" y="21105"/>
                  <a:pt x="161825" y="17738"/>
                </a:cubicBezTo>
                <a:cubicBezTo>
                  <a:pt x="160717" y="14371"/>
                  <a:pt x="158952" y="11373"/>
                  <a:pt x="156528" y="8746"/>
                </a:cubicBezTo>
                <a:cubicBezTo>
                  <a:pt x="154106" y="6118"/>
                  <a:pt x="150965" y="4004"/>
                  <a:pt x="147106" y="2402"/>
                </a:cubicBezTo>
                <a:cubicBezTo>
                  <a:pt x="143246" y="801"/>
                  <a:pt x="138566" y="0"/>
                  <a:pt x="133064" y="0"/>
                </a:cubicBezTo>
                <a:lnTo>
                  <a:pt x="93399" y="0"/>
                </a:lnTo>
                <a:close/>
                <a:moveTo>
                  <a:pt x="175264" y="0"/>
                </a:moveTo>
                <a:lnTo>
                  <a:pt x="175264" y="87934"/>
                </a:lnTo>
                <a:lnTo>
                  <a:pt x="194603" y="87934"/>
                </a:lnTo>
                <a:lnTo>
                  <a:pt x="194603" y="0"/>
                </a:lnTo>
                <a:lnTo>
                  <a:pt x="175264" y="0"/>
                </a:lnTo>
                <a:close/>
                <a:moveTo>
                  <a:pt x="264227" y="71695"/>
                </a:moveTo>
                <a:lnTo>
                  <a:pt x="264227" y="16240"/>
                </a:lnTo>
                <a:lnTo>
                  <a:pt x="278023" y="16240"/>
                </a:lnTo>
                <a:cubicBezTo>
                  <a:pt x="282786" y="16240"/>
                  <a:pt x="286790" y="16918"/>
                  <a:pt x="290034" y="18273"/>
                </a:cubicBezTo>
                <a:cubicBezTo>
                  <a:pt x="293278" y="19629"/>
                  <a:pt x="295886" y="21581"/>
                  <a:pt x="297857" y="24128"/>
                </a:cubicBezTo>
                <a:cubicBezTo>
                  <a:pt x="299828" y="26674"/>
                  <a:pt x="301244" y="29734"/>
                  <a:pt x="302106" y="33308"/>
                </a:cubicBezTo>
                <a:cubicBezTo>
                  <a:pt x="302969" y="36882"/>
                  <a:pt x="303400" y="40887"/>
                  <a:pt x="303400" y="45322"/>
                </a:cubicBezTo>
                <a:cubicBezTo>
                  <a:pt x="303400" y="50170"/>
                  <a:pt x="302784" y="54279"/>
                  <a:pt x="301552" y="57647"/>
                </a:cubicBezTo>
                <a:cubicBezTo>
                  <a:pt x="300320" y="61015"/>
                  <a:pt x="298677" y="63747"/>
                  <a:pt x="296624" y="65842"/>
                </a:cubicBezTo>
                <a:cubicBezTo>
                  <a:pt x="294571" y="67937"/>
                  <a:pt x="292231" y="69436"/>
                  <a:pt x="289603" y="70340"/>
                </a:cubicBezTo>
                <a:cubicBezTo>
                  <a:pt x="286976" y="71243"/>
                  <a:pt x="284265" y="71695"/>
                  <a:pt x="281472" y="71695"/>
                </a:cubicBezTo>
                <a:lnTo>
                  <a:pt x="264227" y="71695"/>
                </a:lnTo>
                <a:moveTo>
                  <a:pt x="244888" y="0"/>
                </a:moveTo>
                <a:lnTo>
                  <a:pt x="244888" y="87934"/>
                </a:lnTo>
                <a:lnTo>
                  <a:pt x="282828" y="87934"/>
                </a:lnTo>
                <a:cubicBezTo>
                  <a:pt x="289561" y="87934"/>
                  <a:pt x="295413" y="86805"/>
                  <a:pt x="300381" y="84547"/>
                </a:cubicBezTo>
                <a:cubicBezTo>
                  <a:pt x="305349" y="82289"/>
                  <a:pt x="309496" y="79190"/>
                  <a:pt x="312822" y="75249"/>
                </a:cubicBezTo>
                <a:cubicBezTo>
                  <a:pt x="316149" y="71308"/>
                  <a:pt x="318633" y="66629"/>
                  <a:pt x="320275" y="61211"/>
                </a:cubicBezTo>
                <a:cubicBezTo>
                  <a:pt x="321917" y="55791"/>
                  <a:pt x="322739" y="49879"/>
                  <a:pt x="322739" y="43475"/>
                </a:cubicBezTo>
                <a:cubicBezTo>
                  <a:pt x="322739" y="36167"/>
                  <a:pt x="321732" y="29804"/>
                  <a:pt x="319720" y="24386"/>
                </a:cubicBezTo>
                <a:cubicBezTo>
                  <a:pt x="317709" y="18966"/>
                  <a:pt x="314917" y="14450"/>
                  <a:pt x="311345" y="10838"/>
                </a:cubicBezTo>
                <a:cubicBezTo>
                  <a:pt x="307772" y="7225"/>
                  <a:pt x="303542" y="4516"/>
                  <a:pt x="298656" y="2710"/>
                </a:cubicBezTo>
                <a:cubicBezTo>
                  <a:pt x="293770" y="903"/>
                  <a:pt x="288494" y="0"/>
                  <a:pt x="282828" y="0"/>
                </a:cubicBezTo>
                <a:lnTo>
                  <a:pt x="244888" y="0"/>
                </a:lnTo>
                <a:close/>
                <a:moveTo>
                  <a:pt x="349607" y="56179"/>
                </a:moveTo>
                <a:cubicBezTo>
                  <a:pt x="349607" y="53633"/>
                  <a:pt x="349853" y="51128"/>
                  <a:pt x="350346" y="48664"/>
                </a:cubicBezTo>
                <a:cubicBezTo>
                  <a:pt x="350838" y="46200"/>
                  <a:pt x="351680" y="44023"/>
                  <a:pt x="352870" y="42135"/>
                </a:cubicBezTo>
                <a:cubicBezTo>
                  <a:pt x="354062" y="40245"/>
                  <a:pt x="355643" y="38705"/>
                  <a:pt x="357614" y="37515"/>
                </a:cubicBezTo>
                <a:cubicBezTo>
                  <a:pt x="359585" y="36323"/>
                  <a:pt x="362049" y="35727"/>
                  <a:pt x="365005" y="35727"/>
                </a:cubicBezTo>
                <a:cubicBezTo>
                  <a:pt x="367962" y="35727"/>
                  <a:pt x="370446" y="36323"/>
                  <a:pt x="372457" y="37515"/>
                </a:cubicBezTo>
                <a:cubicBezTo>
                  <a:pt x="374470" y="38705"/>
                  <a:pt x="376071" y="40245"/>
                  <a:pt x="377261" y="42135"/>
                </a:cubicBezTo>
                <a:cubicBezTo>
                  <a:pt x="378453" y="44023"/>
                  <a:pt x="379295" y="46200"/>
                  <a:pt x="379788" y="48664"/>
                </a:cubicBezTo>
                <a:cubicBezTo>
                  <a:pt x="380280" y="51128"/>
                  <a:pt x="380526" y="53633"/>
                  <a:pt x="380526" y="56179"/>
                </a:cubicBezTo>
                <a:cubicBezTo>
                  <a:pt x="380526" y="58725"/>
                  <a:pt x="380280" y="61210"/>
                  <a:pt x="379788" y="63633"/>
                </a:cubicBezTo>
                <a:cubicBezTo>
                  <a:pt x="379295" y="66055"/>
                  <a:pt x="378453" y="68232"/>
                  <a:pt x="377261" y="70163"/>
                </a:cubicBezTo>
                <a:cubicBezTo>
                  <a:pt x="376071" y="72093"/>
                  <a:pt x="374470" y="73633"/>
                  <a:pt x="372457" y="74783"/>
                </a:cubicBezTo>
                <a:cubicBezTo>
                  <a:pt x="370446" y="75932"/>
                  <a:pt x="367962" y="76507"/>
                  <a:pt x="365005" y="76507"/>
                </a:cubicBezTo>
                <a:cubicBezTo>
                  <a:pt x="362049" y="76507"/>
                  <a:pt x="359585" y="75932"/>
                  <a:pt x="357614" y="74783"/>
                </a:cubicBezTo>
                <a:cubicBezTo>
                  <a:pt x="355643" y="73633"/>
                  <a:pt x="354062" y="72093"/>
                  <a:pt x="352870" y="70163"/>
                </a:cubicBezTo>
                <a:cubicBezTo>
                  <a:pt x="351680" y="68232"/>
                  <a:pt x="350838" y="66055"/>
                  <a:pt x="350346" y="63633"/>
                </a:cubicBezTo>
                <a:cubicBezTo>
                  <a:pt x="349853" y="61210"/>
                  <a:pt x="349607" y="58725"/>
                  <a:pt x="349607" y="56179"/>
                </a:cubicBezTo>
                <a:moveTo>
                  <a:pt x="332116" y="56181"/>
                </a:moveTo>
                <a:cubicBezTo>
                  <a:pt x="332116" y="61281"/>
                  <a:pt x="332896" y="65887"/>
                  <a:pt x="334456" y="69999"/>
                </a:cubicBezTo>
                <a:cubicBezTo>
                  <a:pt x="336016" y="74112"/>
                  <a:pt x="338233" y="77629"/>
                  <a:pt x="341108" y="80550"/>
                </a:cubicBezTo>
                <a:cubicBezTo>
                  <a:pt x="343982" y="83469"/>
                  <a:pt x="347431" y="85711"/>
                  <a:pt x="351455" y="87275"/>
                </a:cubicBezTo>
                <a:cubicBezTo>
                  <a:pt x="355480" y="88837"/>
                  <a:pt x="359996" y="89619"/>
                  <a:pt x="365005" y="89619"/>
                </a:cubicBezTo>
                <a:cubicBezTo>
                  <a:pt x="370014" y="89619"/>
                  <a:pt x="374552" y="88837"/>
                  <a:pt x="378617" y="87275"/>
                </a:cubicBezTo>
                <a:cubicBezTo>
                  <a:pt x="382681" y="85711"/>
                  <a:pt x="386151" y="83469"/>
                  <a:pt x="389026" y="80550"/>
                </a:cubicBezTo>
                <a:cubicBezTo>
                  <a:pt x="391900" y="77629"/>
                  <a:pt x="394118" y="74112"/>
                  <a:pt x="395678" y="69999"/>
                </a:cubicBezTo>
                <a:cubicBezTo>
                  <a:pt x="397238" y="65887"/>
                  <a:pt x="398018" y="61281"/>
                  <a:pt x="398018" y="56181"/>
                </a:cubicBezTo>
                <a:cubicBezTo>
                  <a:pt x="398018" y="51081"/>
                  <a:pt x="397238" y="46454"/>
                  <a:pt x="395678" y="42300"/>
                </a:cubicBezTo>
                <a:cubicBezTo>
                  <a:pt x="394118" y="38145"/>
                  <a:pt x="391900" y="34608"/>
                  <a:pt x="389026" y="31688"/>
                </a:cubicBezTo>
                <a:cubicBezTo>
                  <a:pt x="386151" y="28767"/>
                  <a:pt x="382681" y="26505"/>
                  <a:pt x="378617" y="24901"/>
                </a:cubicBezTo>
                <a:cubicBezTo>
                  <a:pt x="374552" y="23297"/>
                  <a:pt x="370014" y="22495"/>
                  <a:pt x="365005" y="22495"/>
                </a:cubicBezTo>
                <a:cubicBezTo>
                  <a:pt x="359996" y="22495"/>
                  <a:pt x="355480" y="23297"/>
                  <a:pt x="351455" y="24901"/>
                </a:cubicBezTo>
                <a:cubicBezTo>
                  <a:pt x="347431" y="26505"/>
                  <a:pt x="343982" y="28767"/>
                  <a:pt x="341108" y="31688"/>
                </a:cubicBezTo>
                <a:cubicBezTo>
                  <a:pt x="338233" y="34608"/>
                  <a:pt x="336016" y="38145"/>
                  <a:pt x="334456" y="42300"/>
                </a:cubicBezTo>
                <a:cubicBezTo>
                  <a:pt x="332896" y="46454"/>
                  <a:pt x="332116" y="51081"/>
                  <a:pt x="332116" y="56181"/>
                </a:cubicBezTo>
                <a:close/>
                <a:moveTo>
                  <a:pt x="452427" y="46674"/>
                </a:moveTo>
                <a:lnTo>
                  <a:pt x="469548" y="46674"/>
                </a:lnTo>
                <a:cubicBezTo>
                  <a:pt x="469302" y="42561"/>
                  <a:pt x="468317" y="39004"/>
                  <a:pt x="466591" y="36003"/>
                </a:cubicBezTo>
                <a:cubicBezTo>
                  <a:pt x="464867" y="33001"/>
                  <a:pt x="462629" y="30492"/>
                  <a:pt x="459877" y="28478"/>
                </a:cubicBezTo>
                <a:cubicBezTo>
                  <a:pt x="457127" y="26463"/>
                  <a:pt x="454007" y="24962"/>
                  <a:pt x="450517" y="23976"/>
                </a:cubicBezTo>
                <a:cubicBezTo>
                  <a:pt x="447027" y="22989"/>
                  <a:pt x="443393" y="22495"/>
                  <a:pt x="439615" y="22495"/>
                </a:cubicBezTo>
                <a:cubicBezTo>
                  <a:pt x="434441" y="22495"/>
                  <a:pt x="429842" y="23359"/>
                  <a:pt x="425817" y="25087"/>
                </a:cubicBezTo>
                <a:cubicBezTo>
                  <a:pt x="421794" y="26814"/>
                  <a:pt x="418386" y="29219"/>
                  <a:pt x="415594" y="32304"/>
                </a:cubicBezTo>
                <a:cubicBezTo>
                  <a:pt x="412802" y="35389"/>
                  <a:pt x="410688" y="39050"/>
                  <a:pt x="409251" y="43287"/>
                </a:cubicBezTo>
                <a:cubicBezTo>
                  <a:pt x="407813" y="47522"/>
                  <a:pt x="407095" y="52108"/>
                  <a:pt x="407095" y="57043"/>
                </a:cubicBezTo>
                <a:cubicBezTo>
                  <a:pt x="407095" y="61815"/>
                  <a:pt x="407875" y="66196"/>
                  <a:pt x="409435" y="70186"/>
                </a:cubicBezTo>
                <a:cubicBezTo>
                  <a:pt x="410995" y="74174"/>
                  <a:pt x="413171" y="77608"/>
                  <a:pt x="415963" y="80488"/>
                </a:cubicBezTo>
                <a:cubicBezTo>
                  <a:pt x="418756" y="83367"/>
                  <a:pt x="422143" y="85609"/>
                  <a:pt x="426126" y="87213"/>
                </a:cubicBezTo>
                <a:cubicBezTo>
                  <a:pt x="430109" y="88817"/>
                  <a:pt x="434482" y="89619"/>
                  <a:pt x="439245" y="89619"/>
                </a:cubicBezTo>
                <a:cubicBezTo>
                  <a:pt x="447703" y="89619"/>
                  <a:pt x="454642" y="87392"/>
                  <a:pt x="460061" y="82940"/>
                </a:cubicBezTo>
                <a:cubicBezTo>
                  <a:pt x="465482" y="78487"/>
                  <a:pt x="468768" y="72031"/>
                  <a:pt x="469918" y="63573"/>
                </a:cubicBezTo>
                <a:lnTo>
                  <a:pt x="453041" y="63573"/>
                </a:lnTo>
                <a:cubicBezTo>
                  <a:pt x="452467" y="67515"/>
                  <a:pt x="451051" y="70657"/>
                  <a:pt x="448791" y="72997"/>
                </a:cubicBezTo>
                <a:cubicBezTo>
                  <a:pt x="446533" y="75337"/>
                  <a:pt x="443311" y="76507"/>
                  <a:pt x="439123" y="76507"/>
                </a:cubicBezTo>
                <a:cubicBezTo>
                  <a:pt x="436413" y="76507"/>
                  <a:pt x="434113" y="75891"/>
                  <a:pt x="432223" y="74659"/>
                </a:cubicBezTo>
                <a:cubicBezTo>
                  <a:pt x="430335" y="73427"/>
                  <a:pt x="428836" y="71846"/>
                  <a:pt x="427727" y="69917"/>
                </a:cubicBezTo>
                <a:cubicBezTo>
                  <a:pt x="426619" y="67986"/>
                  <a:pt x="425819" y="65829"/>
                  <a:pt x="425325" y="63447"/>
                </a:cubicBezTo>
                <a:cubicBezTo>
                  <a:pt x="424832" y="61065"/>
                  <a:pt x="424586" y="58724"/>
                  <a:pt x="424586" y="56425"/>
                </a:cubicBezTo>
                <a:cubicBezTo>
                  <a:pt x="424586" y="54043"/>
                  <a:pt x="424832" y="51641"/>
                  <a:pt x="425325" y="49219"/>
                </a:cubicBezTo>
                <a:cubicBezTo>
                  <a:pt x="425819" y="46795"/>
                  <a:pt x="426661" y="44577"/>
                  <a:pt x="427851" y="42565"/>
                </a:cubicBezTo>
                <a:cubicBezTo>
                  <a:pt x="429041" y="40553"/>
                  <a:pt x="430581" y="38910"/>
                  <a:pt x="432469" y="37637"/>
                </a:cubicBezTo>
                <a:cubicBezTo>
                  <a:pt x="434359" y="36364"/>
                  <a:pt x="436699" y="35727"/>
                  <a:pt x="439491" y="35727"/>
                </a:cubicBezTo>
                <a:cubicBezTo>
                  <a:pt x="446964" y="35727"/>
                  <a:pt x="451276" y="39376"/>
                  <a:pt x="452427" y="46674"/>
                </a:cubicBezTo>
                <a:close/>
                <a:moveTo>
                  <a:pt x="539198" y="87867"/>
                </a:moveTo>
                <a:lnTo>
                  <a:pt x="539198" y="24299"/>
                </a:lnTo>
                <a:lnTo>
                  <a:pt x="521706" y="24299"/>
                </a:lnTo>
                <a:lnTo>
                  <a:pt x="521706" y="57600"/>
                </a:lnTo>
                <a:cubicBezTo>
                  <a:pt x="521706" y="64071"/>
                  <a:pt x="520639" y="68719"/>
                  <a:pt x="518504" y="71546"/>
                </a:cubicBezTo>
                <a:cubicBezTo>
                  <a:pt x="516368" y="74372"/>
                  <a:pt x="512919" y="75785"/>
                  <a:pt x="508156" y="75785"/>
                </a:cubicBezTo>
                <a:cubicBezTo>
                  <a:pt x="503968" y="75785"/>
                  <a:pt x="501052" y="74495"/>
                  <a:pt x="499409" y="71915"/>
                </a:cubicBezTo>
                <a:cubicBezTo>
                  <a:pt x="497767" y="69333"/>
                  <a:pt x="496947" y="65421"/>
                  <a:pt x="496947" y="60179"/>
                </a:cubicBezTo>
                <a:lnTo>
                  <a:pt x="496947" y="24299"/>
                </a:lnTo>
                <a:lnTo>
                  <a:pt x="479455" y="24299"/>
                </a:lnTo>
                <a:lnTo>
                  <a:pt x="479455" y="63419"/>
                </a:lnTo>
                <a:cubicBezTo>
                  <a:pt x="479455" y="67355"/>
                  <a:pt x="479804" y="70943"/>
                  <a:pt x="480502" y="74183"/>
                </a:cubicBezTo>
                <a:cubicBezTo>
                  <a:pt x="481200" y="77423"/>
                  <a:pt x="482411" y="80170"/>
                  <a:pt x="484135" y="82425"/>
                </a:cubicBezTo>
                <a:cubicBezTo>
                  <a:pt x="485861" y="84681"/>
                  <a:pt x="488222" y="86424"/>
                  <a:pt x="491220" y="87654"/>
                </a:cubicBezTo>
                <a:cubicBezTo>
                  <a:pt x="494217" y="88884"/>
                  <a:pt x="498056" y="89498"/>
                  <a:pt x="502738" y="89498"/>
                </a:cubicBezTo>
                <a:cubicBezTo>
                  <a:pt x="506433" y="89498"/>
                  <a:pt x="510046" y="88675"/>
                  <a:pt x="513577" y="87028"/>
                </a:cubicBezTo>
                <a:cubicBezTo>
                  <a:pt x="517108" y="85381"/>
                  <a:pt x="519982" y="82704"/>
                  <a:pt x="522199" y="78997"/>
                </a:cubicBezTo>
                <a:lnTo>
                  <a:pt x="522569" y="78997"/>
                </a:lnTo>
                <a:lnTo>
                  <a:pt x="522569" y="87867"/>
                </a:lnTo>
                <a:lnTo>
                  <a:pt x="539198" y="87867"/>
                </a:lnTo>
                <a:close/>
                <a:moveTo>
                  <a:pt x="552632" y="24249"/>
                </a:moveTo>
                <a:lnTo>
                  <a:pt x="552632" y="87934"/>
                </a:lnTo>
                <a:lnTo>
                  <a:pt x="570123" y="87934"/>
                </a:lnTo>
                <a:lnTo>
                  <a:pt x="570123" y="50986"/>
                </a:lnTo>
                <a:cubicBezTo>
                  <a:pt x="570123" y="47865"/>
                  <a:pt x="570575" y="45341"/>
                  <a:pt x="571479" y="43411"/>
                </a:cubicBezTo>
                <a:cubicBezTo>
                  <a:pt x="572382" y="41481"/>
                  <a:pt x="573470" y="40003"/>
                  <a:pt x="574743" y="38977"/>
                </a:cubicBezTo>
                <a:cubicBezTo>
                  <a:pt x="576016" y="37951"/>
                  <a:pt x="577330" y="37253"/>
                  <a:pt x="578685" y="36883"/>
                </a:cubicBezTo>
                <a:cubicBezTo>
                  <a:pt x="580039" y="36513"/>
                  <a:pt x="581128" y="36329"/>
                  <a:pt x="581950" y="36329"/>
                </a:cubicBezTo>
                <a:cubicBezTo>
                  <a:pt x="584741" y="36329"/>
                  <a:pt x="586856" y="36801"/>
                  <a:pt x="588293" y="37746"/>
                </a:cubicBezTo>
                <a:cubicBezTo>
                  <a:pt x="589731" y="38689"/>
                  <a:pt x="590757" y="39941"/>
                  <a:pt x="591372" y="41501"/>
                </a:cubicBezTo>
                <a:cubicBezTo>
                  <a:pt x="591989" y="43061"/>
                  <a:pt x="592337" y="44765"/>
                  <a:pt x="592419" y="46614"/>
                </a:cubicBezTo>
                <a:cubicBezTo>
                  <a:pt x="592502" y="48461"/>
                  <a:pt x="592543" y="50328"/>
                  <a:pt x="592543" y="52217"/>
                </a:cubicBezTo>
                <a:lnTo>
                  <a:pt x="592543" y="87934"/>
                </a:lnTo>
                <a:lnTo>
                  <a:pt x="610034" y="87934"/>
                </a:lnTo>
                <a:lnTo>
                  <a:pt x="610034" y="52463"/>
                </a:lnTo>
                <a:cubicBezTo>
                  <a:pt x="610034" y="50492"/>
                  <a:pt x="610178" y="48542"/>
                  <a:pt x="610465" y="46614"/>
                </a:cubicBezTo>
                <a:cubicBezTo>
                  <a:pt x="610753" y="44684"/>
                  <a:pt x="611328" y="42960"/>
                  <a:pt x="612190" y="41441"/>
                </a:cubicBezTo>
                <a:cubicBezTo>
                  <a:pt x="613052" y="39921"/>
                  <a:pt x="614243" y="38689"/>
                  <a:pt x="615761" y="37746"/>
                </a:cubicBezTo>
                <a:cubicBezTo>
                  <a:pt x="617281" y="36801"/>
                  <a:pt x="619273" y="36329"/>
                  <a:pt x="621737" y="36329"/>
                </a:cubicBezTo>
                <a:cubicBezTo>
                  <a:pt x="624200" y="36329"/>
                  <a:pt x="626150" y="36740"/>
                  <a:pt x="627586" y="37562"/>
                </a:cubicBezTo>
                <a:cubicBezTo>
                  <a:pt x="629023" y="38382"/>
                  <a:pt x="630111" y="39491"/>
                  <a:pt x="630851" y="40887"/>
                </a:cubicBezTo>
                <a:cubicBezTo>
                  <a:pt x="631590" y="42281"/>
                  <a:pt x="632042" y="43923"/>
                  <a:pt x="632206" y="45813"/>
                </a:cubicBezTo>
                <a:cubicBezTo>
                  <a:pt x="632370" y="47701"/>
                  <a:pt x="632452" y="49712"/>
                  <a:pt x="632452" y="51846"/>
                </a:cubicBezTo>
                <a:lnTo>
                  <a:pt x="632452" y="87934"/>
                </a:lnTo>
                <a:lnTo>
                  <a:pt x="649945" y="87934"/>
                </a:lnTo>
                <a:lnTo>
                  <a:pt x="649945" y="45294"/>
                </a:lnTo>
                <a:cubicBezTo>
                  <a:pt x="649945" y="41187"/>
                  <a:pt x="649370" y="37674"/>
                  <a:pt x="648220" y="34757"/>
                </a:cubicBezTo>
                <a:cubicBezTo>
                  <a:pt x="647071" y="31840"/>
                  <a:pt x="645470" y="29478"/>
                  <a:pt x="643416" y="27671"/>
                </a:cubicBezTo>
                <a:cubicBezTo>
                  <a:pt x="641363" y="25863"/>
                  <a:pt x="638900" y="24549"/>
                  <a:pt x="636025" y="23728"/>
                </a:cubicBezTo>
                <a:cubicBezTo>
                  <a:pt x="633152" y="22906"/>
                  <a:pt x="630032" y="22495"/>
                  <a:pt x="626665" y="22495"/>
                </a:cubicBezTo>
                <a:cubicBezTo>
                  <a:pt x="622230" y="22495"/>
                  <a:pt x="618391" y="23566"/>
                  <a:pt x="615147" y="25707"/>
                </a:cubicBezTo>
                <a:cubicBezTo>
                  <a:pt x="611903" y="27847"/>
                  <a:pt x="609336" y="30317"/>
                  <a:pt x="607448" y="33116"/>
                </a:cubicBezTo>
                <a:cubicBezTo>
                  <a:pt x="605724" y="29164"/>
                  <a:pt x="603198" y="26406"/>
                  <a:pt x="599871" y="24842"/>
                </a:cubicBezTo>
                <a:cubicBezTo>
                  <a:pt x="596546" y="23277"/>
                  <a:pt x="592871" y="22495"/>
                  <a:pt x="588848" y="22495"/>
                </a:cubicBezTo>
                <a:cubicBezTo>
                  <a:pt x="584660" y="22495"/>
                  <a:pt x="580944" y="23401"/>
                  <a:pt x="577700" y="25213"/>
                </a:cubicBezTo>
                <a:cubicBezTo>
                  <a:pt x="574456" y="27023"/>
                  <a:pt x="571684" y="29576"/>
                  <a:pt x="569385" y="32870"/>
                </a:cubicBezTo>
                <a:lnTo>
                  <a:pt x="569138" y="32870"/>
                </a:lnTo>
                <a:lnTo>
                  <a:pt x="569138" y="24249"/>
                </a:lnTo>
                <a:lnTo>
                  <a:pt x="552632" y="24249"/>
                </a:lnTo>
                <a:close/>
                <a:moveTo>
                  <a:pt x="705944" y="49320"/>
                </a:moveTo>
                <a:lnTo>
                  <a:pt x="677491" y="49320"/>
                </a:lnTo>
                <a:cubicBezTo>
                  <a:pt x="677572" y="48085"/>
                  <a:pt x="677838" y="46684"/>
                  <a:pt x="678289" y="45119"/>
                </a:cubicBezTo>
                <a:cubicBezTo>
                  <a:pt x="678742" y="43553"/>
                  <a:pt x="679522" y="42070"/>
                  <a:pt x="680631" y="40670"/>
                </a:cubicBezTo>
                <a:cubicBezTo>
                  <a:pt x="681740" y="39270"/>
                  <a:pt x="683218" y="38095"/>
                  <a:pt x="685065" y="37148"/>
                </a:cubicBezTo>
                <a:cubicBezTo>
                  <a:pt x="686914" y="36201"/>
                  <a:pt x="689234" y="35727"/>
                  <a:pt x="692025" y="35727"/>
                </a:cubicBezTo>
                <a:cubicBezTo>
                  <a:pt x="696296" y="35727"/>
                  <a:pt x="699478" y="36881"/>
                  <a:pt x="701572" y="39187"/>
                </a:cubicBezTo>
                <a:cubicBezTo>
                  <a:pt x="703666" y="41494"/>
                  <a:pt x="705123" y="44872"/>
                  <a:pt x="705944" y="49320"/>
                </a:cubicBezTo>
                <a:moveTo>
                  <a:pt x="677491" y="60387"/>
                </a:moveTo>
                <a:lnTo>
                  <a:pt x="723437" y="60387"/>
                </a:lnTo>
                <a:cubicBezTo>
                  <a:pt x="723765" y="55450"/>
                  <a:pt x="723354" y="50719"/>
                  <a:pt x="722204" y="46193"/>
                </a:cubicBezTo>
                <a:cubicBezTo>
                  <a:pt x="721055" y="41667"/>
                  <a:pt x="719187" y="37635"/>
                  <a:pt x="716599" y="34098"/>
                </a:cubicBezTo>
                <a:cubicBezTo>
                  <a:pt x="714013" y="30559"/>
                  <a:pt x="710707" y="27741"/>
                  <a:pt x="706682" y="25643"/>
                </a:cubicBezTo>
                <a:cubicBezTo>
                  <a:pt x="702659" y="23544"/>
                  <a:pt x="697937" y="22495"/>
                  <a:pt x="692518" y="22495"/>
                </a:cubicBezTo>
                <a:cubicBezTo>
                  <a:pt x="687672" y="22495"/>
                  <a:pt x="683258" y="23359"/>
                  <a:pt x="679276" y="25087"/>
                </a:cubicBezTo>
                <a:cubicBezTo>
                  <a:pt x="675294" y="26814"/>
                  <a:pt x="671866" y="29178"/>
                  <a:pt x="668991" y="32180"/>
                </a:cubicBezTo>
                <a:cubicBezTo>
                  <a:pt x="666117" y="35183"/>
                  <a:pt x="663899" y="38741"/>
                  <a:pt x="662339" y="42855"/>
                </a:cubicBezTo>
                <a:cubicBezTo>
                  <a:pt x="660779" y="46967"/>
                  <a:pt x="659999" y="51409"/>
                  <a:pt x="659999" y="56181"/>
                </a:cubicBezTo>
                <a:cubicBezTo>
                  <a:pt x="659999" y="61115"/>
                  <a:pt x="660758" y="65639"/>
                  <a:pt x="662277" y="69753"/>
                </a:cubicBezTo>
                <a:cubicBezTo>
                  <a:pt x="663797" y="73866"/>
                  <a:pt x="665953" y="77403"/>
                  <a:pt x="668745" y="80365"/>
                </a:cubicBezTo>
                <a:cubicBezTo>
                  <a:pt x="671537" y="83326"/>
                  <a:pt x="674944" y="85609"/>
                  <a:pt x="678968" y="87213"/>
                </a:cubicBezTo>
                <a:cubicBezTo>
                  <a:pt x="682991" y="88817"/>
                  <a:pt x="687508" y="89619"/>
                  <a:pt x="692518" y="89619"/>
                </a:cubicBezTo>
                <a:cubicBezTo>
                  <a:pt x="699744" y="89619"/>
                  <a:pt x="705903" y="87978"/>
                  <a:pt x="710994" y="84696"/>
                </a:cubicBezTo>
                <a:cubicBezTo>
                  <a:pt x="716087" y="81414"/>
                  <a:pt x="719865" y="75958"/>
                  <a:pt x="722328" y="68327"/>
                </a:cubicBezTo>
                <a:lnTo>
                  <a:pt x="706930" y="68327"/>
                </a:lnTo>
                <a:cubicBezTo>
                  <a:pt x="706355" y="70280"/>
                  <a:pt x="704795" y="72132"/>
                  <a:pt x="702248" y="73883"/>
                </a:cubicBezTo>
                <a:cubicBezTo>
                  <a:pt x="699703" y="75632"/>
                  <a:pt x="696665" y="76507"/>
                  <a:pt x="693134" y="76507"/>
                </a:cubicBezTo>
                <a:cubicBezTo>
                  <a:pt x="688207" y="76507"/>
                  <a:pt x="684429" y="75235"/>
                  <a:pt x="681800" y="72693"/>
                </a:cubicBezTo>
                <a:cubicBezTo>
                  <a:pt x="679173" y="70149"/>
                  <a:pt x="677736" y="66047"/>
                  <a:pt x="677491" y="60387"/>
                </a:cubicBezTo>
                <a:close/>
                <a:moveTo>
                  <a:pt x="733467" y="24249"/>
                </a:moveTo>
                <a:lnTo>
                  <a:pt x="733467" y="87934"/>
                </a:lnTo>
                <a:lnTo>
                  <a:pt x="750958" y="87934"/>
                </a:lnTo>
                <a:lnTo>
                  <a:pt x="750958" y="54557"/>
                </a:lnTo>
                <a:cubicBezTo>
                  <a:pt x="750958" y="48070"/>
                  <a:pt x="752026" y="43410"/>
                  <a:pt x="754161" y="40578"/>
                </a:cubicBezTo>
                <a:cubicBezTo>
                  <a:pt x="756296" y="37745"/>
                  <a:pt x="759745" y="36329"/>
                  <a:pt x="764508" y="36329"/>
                </a:cubicBezTo>
                <a:cubicBezTo>
                  <a:pt x="768697" y="36329"/>
                  <a:pt x="771613" y="37622"/>
                  <a:pt x="773254" y="40208"/>
                </a:cubicBezTo>
                <a:cubicBezTo>
                  <a:pt x="774897" y="42794"/>
                  <a:pt x="775718" y="46715"/>
                  <a:pt x="775718" y="51970"/>
                </a:cubicBezTo>
                <a:lnTo>
                  <a:pt x="775718" y="87934"/>
                </a:lnTo>
                <a:lnTo>
                  <a:pt x="793210" y="87934"/>
                </a:lnTo>
                <a:lnTo>
                  <a:pt x="793210" y="48745"/>
                </a:lnTo>
                <a:cubicBezTo>
                  <a:pt x="793210" y="44802"/>
                  <a:pt x="792861" y="41207"/>
                  <a:pt x="792163" y="37962"/>
                </a:cubicBezTo>
                <a:cubicBezTo>
                  <a:pt x="791465" y="34717"/>
                  <a:pt x="790253" y="31964"/>
                  <a:pt x="788528" y="29705"/>
                </a:cubicBezTo>
                <a:cubicBezTo>
                  <a:pt x="786803" y="27446"/>
                  <a:pt x="784443" y="25679"/>
                  <a:pt x="781445" y="24406"/>
                </a:cubicBezTo>
                <a:cubicBezTo>
                  <a:pt x="778448" y="23132"/>
                  <a:pt x="774609" y="22495"/>
                  <a:pt x="769927" y="22495"/>
                </a:cubicBezTo>
                <a:cubicBezTo>
                  <a:pt x="766232" y="22495"/>
                  <a:pt x="762619" y="23339"/>
                  <a:pt x="759088" y="25027"/>
                </a:cubicBezTo>
                <a:cubicBezTo>
                  <a:pt x="755556" y="26715"/>
                  <a:pt x="752683" y="29411"/>
                  <a:pt x="750466" y="33116"/>
                </a:cubicBezTo>
                <a:lnTo>
                  <a:pt x="750096" y="33116"/>
                </a:lnTo>
                <a:lnTo>
                  <a:pt x="750096" y="24249"/>
                </a:lnTo>
                <a:lnTo>
                  <a:pt x="733467" y="24249"/>
                </a:lnTo>
                <a:close/>
                <a:moveTo>
                  <a:pt x="828323" y="24299"/>
                </a:moveTo>
                <a:lnTo>
                  <a:pt x="828323" y="5173"/>
                </a:lnTo>
                <a:lnTo>
                  <a:pt x="810831" y="5173"/>
                </a:lnTo>
                <a:lnTo>
                  <a:pt x="810831" y="24299"/>
                </a:lnTo>
                <a:lnTo>
                  <a:pt x="800238" y="24299"/>
                </a:lnTo>
                <a:lnTo>
                  <a:pt x="800238" y="35968"/>
                </a:lnTo>
                <a:lnTo>
                  <a:pt x="810831" y="35968"/>
                </a:lnTo>
                <a:lnTo>
                  <a:pt x="810831" y="73516"/>
                </a:lnTo>
                <a:cubicBezTo>
                  <a:pt x="810831" y="76718"/>
                  <a:pt x="811365" y="79303"/>
                  <a:pt x="812433" y="81273"/>
                </a:cubicBezTo>
                <a:cubicBezTo>
                  <a:pt x="813500" y="83243"/>
                  <a:pt x="814958" y="84762"/>
                  <a:pt x="816805" y="85829"/>
                </a:cubicBezTo>
                <a:cubicBezTo>
                  <a:pt x="818653" y="86896"/>
                  <a:pt x="820788" y="87613"/>
                  <a:pt x="823210" y="87981"/>
                </a:cubicBezTo>
                <a:cubicBezTo>
                  <a:pt x="825634" y="88351"/>
                  <a:pt x="828201" y="88536"/>
                  <a:pt x="830911" y="88536"/>
                </a:cubicBezTo>
                <a:cubicBezTo>
                  <a:pt x="832635" y="88536"/>
                  <a:pt x="834401" y="88496"/>
                  <a:pt x="836208" y="88416"/>
                </a:cubicBezTo>
                <a:cubicBezTo>
                  <a:pt x="838015" y="88335"/>
                  <a:pt x="839657" y="88175"/>
                  <a:pt x="841134" y="87934"/>
                </a:cubicBezTo>
                <a:lnTo>
                  <a:pt x="841134" y="74330"/>
                </a:lnTo>
                <a:cubicBezTo>
                  <a:pt x="840313" y="74494"/>
                  <a:pt x="839451" y="74618"/>
                  <a:pt x="838548" y="74700"/>
                </a:cubicBezTo>
                <a:cubicBezTo>
                  <a:pt x="837644" y="74782"/>
                  <a:pt x="836700" y="74822"/>
                  <a:pt x="835715" y="74822"/>
                </a:cubicBezTo>
                <a:cubicBezTo>
                  <a:pt x="832758" y="74822"/>
                  <a:pt x="830786" y="74331"/>
                  <a:pt x="829800" y="73347"/>
                </a:cubicBezTo>
                <a:cubicBezTo>
                  <a:pt x="828815" y="72363"/>
                  <a:pt x="828323" y="70396"/>
                  <a:pt x="828323" y="67445"/>
                </a:cubicBezTo>
                <a:lnTo>
                  <a:pt x="828323" y="35968"/>
                </a:lnTo>
                <a:lnTo>
                  <a:pt x="841134" y="35968"/>
                </a:lnTo>
                <a:lnTo>
                  <a:pt x="841134" y="24299"/>
                </a:lnTo>
                <a:lnTo>
                  <a:pt x="828323" y="24299"/>
                </a:lnTo>
                <a:close/>
                <a:moveTo>
                  <a:pt x="848258" y="43836"/>
                </a:moveTo>
                <a:cubicBezTo>
                  <a:pt x="848503" y="39729"/>
                  <a:pt x="849529" y="36322"/>
                  <a:pt x="851336" y="33613"/>
                </a:cubicBezTo>
                <a:cubicBezTo>
                  <a:pt x="853143" y="30902"/>
                  <a:pt x="855443" y="28726"/>
                  <a:pt x="858234" y="27083"/>
                </a:cubicBezTo>
                <a:cubicBezTo>
                  <a:pt x="861026" y="25440"/>
                  <a:pt x="864167" y="24270"/>
                  <a:pt x="867657" y="23572"/>
                </a:cubicBezTo>
                <a:cubicBezTo>
                  <a:pt x="871148" y="22874"/>
                  <a:pt x="874659" y="22525"/>
                  <a:pt x="878190" y="22525"/>
                </a:cubicBezTo>
                <a:cubicBezTo>
                  <a:pt x="881393" y="22525"/>
                  <a:pt x="884636" y="22751"/>
                  <a:pt x="887921" y="23203"/>
                </a:cubicBezTo>
                <a:cubicBezTo>
                  <a:pt x="891206" y="23655"/>
                  <a:pt x="894203" y="24537"/>
                  <a:pt x="896913" y="25852"/>
                </a:cubicBezTo>
                <a:cubicBezTo>
                  <a:pt x="899623" y="27165"/>
                  <a:pt x="901840" y="28992"/>
                  <a:pt x="903564" y="31333"/>
                </a:cubicBezTo>
                <a:cubicBezTo>
                  <a:pt x="905290" y="33673"/>
                  <a:pt x="906153" y="36773"/>
                  <a:pt x="906153" y="40633"/>
                </a:cubicBezTo>
                <a:lnTo>
                  <a:pt x="906153" y="73768"/>
                </a:lnTo>
                <a:cubicBezTo>
                  <a:pt x="906153" y="76643"/>
                  <a:pt x="906317" y="79394"/>
                  <a:pt x="906645" y="82021"/>
                </a:cubicBezTo>
                <a:cubicBezTo>
                  <a:pt x="906973" y="84649"/>
                  <a:pt x="907548" y="86620"/>
                  <a:pt x="908369" y="87934"/>
                </a:cubicBezTo>
                <a:lnTo>
                  <a:pt x="890631" y="87934"/>
                </a:lnTo>
                <a:cubicBezTo>
                  <a:pt x="890303" y="86950"/>
                  <a:pt x="890036" y="85944"/>
                  <a:pt x="889830" y="84918"/>
                </a:cubicBezTo>
                <a:cubicBezTo>
                  <a:pt x="889625" y="83890"/>
                  <a:pt x="889481" y="82843"/>
                  <a:pt x="889400" y="81775"/>
                </a:cubicBezTo>
                <a:cubicBezTo>
                  <a:pt x="886608" y="84650"/>
                  <a:pt x="883323" y="86662"/>
                  <a:pt x="879545" y="87812"/>
                </a:cubicBezTo>
                <a:cubicBezTo>
                  <a:pt x="875767" y="88961"/>
                  <a:pt x="871907" y="89536"/>
                  <a:pt x="867965" y="89536"/>
                </a:cubicBezTo>
                <a:cubicBezTo>
                  <a:pt x="864928" y="89536"/>
                  <a:pt x="862094" y="89166"/>
                  <a:pt x="859466" y="88427"/>
                </a:cubicBezTo>
                <a:cubicBezTo>
                  <a:pt x="856838" y="87688"/>
                  <a:pt x="854539" y="86538"/>
                  <a:pt x="852567" y="84978"/>
                </a:cubicBezTo>
                <a:cubicBezTo>
                  <a:pt x="850598" y="83418"/>
                  <a:pt x="849058" y="81447"/>
                  <a:pt x="847949" y="79067"/>
                </a:cubicBezTo>
                <a:cubicBezTo>
                  <a:pt x="846840" y="76685"/>
                  <a:pt x="846286" y="73851"/>
                  <a:pt x="846286" y="70565"/>
                </a:cubicBezTo>
                <a:cubicBezTo>
                  <a:pt x="846286" y="66953"/>
                  <a:pt x="846922" y="63976"/>
                  <a:pt x="848196" y="61635"/>
                </a:cubicBezTo>
                <a:cubicBezTo>
                  <a:pt x="849469" y="59295"/>
                  <a:pt x="851111" y="57426"/>
                  <a:pt x="853122" y="56030"/>
                </a:cubicBezTo>
                <a:cubicBezTo>
                  <a:pt x="855134" y="54634"/>
                  <a:pt x="857434" y="53588"/>
                  <a:pt x="860020" y="52890"/>
                </a:cubicBezTo>
                <a:cubicBezTo>
                  <a:pt x="862608" y="52192"/>
                  <a:pt x="865215" y="51638"/>
                  <a:pt x="867843" y="51228"/>
                </a:cubicBezTo>
                <a:cubicBezTo>
                  <a:pt x="870471" y="50817"/>
                  <a:pt x="873057" y="50488"/>
                  <a:pt x="875602" y="50241"/>
                </a:cubicBezTo>
                <a:cubicBezTo>
                  <a:pt x="878148" y="49994"/>
                  <a:pt x="880407" y="49625"/>
                  <a:pt x="882378" y="49132"/>
                </a:cubicBezTo>
                <a:cubicBezTo>
                  <a:pt x="884349" y="48640"/>
                  <a:pt x="885909" y="47922"/>
                  <a:pt x="887058" y="46978"/>
                </a:cubicBezTo>
                <a:cubicBezTo>
                  <a:pt x="888208" y="46034"/>
                  <a:pt x="888743" y="44658"/>
                  <a:pt x="888661" y="42851"/>
                </a:cubicBezTo>
                <a:cubicBezTo>
                  <a:pt x="888661" y="40961"/>
                  <a:pt x="888353" y="39462"/>
                  <a:pt x="887736" y="38355"/>
                </a:cubicBezTo>
                <a:cubicBezTo>
                  <a:pt x="887120" y="37246"/>
                  <a:pt x="886299" y="36384"/>
                  <a:pt x="885272" y="35768"/>
                </a:cubicBezTo>
                <a:cubicBezTo>
                  <a:pt x="884246" y="35152"/>
                  <a:pt x="883055" y="34741"/>
                  <a:pt x="881699" y="34535"/>
                </a:cubicBezTo>
                <a:cubicBezTo>
                  <a:pt x="880345" y="34330"/>
                  <a:pt x="878887" y="34227"/>
                  <a:pt x="877327" y="34227"/>
                </a:cubicBezTo>
                <a:cubicBezTo>
                  <a:pt x="873879" y="34227"/>
                  <a:pt x="871169" y="34967"/>
                  <a:pt x="869198" y="36445"/>
                </a:cubicBezTo>
                <a:cubicBezTo>
                  <a:pt x="867227" y="37924"/>
                  <a:pt x="866077" y="40387"/>
                  <a:pt x="865749" y="43836"/>
                </a:cubicBezTo>
                <a:lnTo>
                  <a:pt x="848258" y="43836"/>
                </a:lnTo>
                <a:moveTo>
                  <a:pt x="888661" y="56769"/>
                </a:moveTo>
                <a:cubicBezTo>
                  <a:pt x="887922" y="57427"/>
                  <a:pt x="886998" y="57941"/>
                  <a:pt x="885889" y="58310"/>
                </a:cubicBezTo>
                <a:cubicBezTo>
                  <a:pt x="884780" y="58680"/>
                  <a:pt x="883589" y="58988"/>
                  <a:pt x="882316" y="59235"/>
                </a:cubicBezTo>
                <a:cubicBezTo>
                  <a:pt x="881044" y="59481"/>
                  <a:pt x="879709" y="59686"/>
                  <a:pt x="878312" y="59850"/>
                </a:cubicBezTo>
                <a:cubicBezTo>
                  <a:pt x="876916" y="60014"/>
                  <a:pt x="875520" y="60219"/>
                  <a:pt x="874124" y="60464"/>
                </a:cubicBezTo>
                <a:cubicBezTo>
                  <a:pt x="872811" y="60711"/>
                  <a:pt x="871518" y="61040"/>
                  <a:pt x="870245" y="61451"/>
                </a:cubicBezTo>
                <a:cubicBezTo>
                  <a:pt x="868972" y="61861"/>
                  <a:pt x="867863" y="62415"/>
                  <a:pt x="866918" y="63115"/>
                </a:cubicBezTo>
                <a:cubicBezTo>
                  <a:pt x="865975" y="63812"/>
                  <a:pt x="865215" y="64695"/>
                  <a:pt x="864640" y="65763"/>
                </a:cubicBezTo>
                <a:cubicBezTo>
                  <a:pt x="864065" y="66829"/>
                  <a:pt x="863777" y="68184"/>
                  <a:pt x="863777" y="69827"/>
                </a:cubicBezTo>
                <a:cubicBezTo>
                  <a:pt x="863777" y="71387"/>
                  <a:pt x="864065" y="72700"/>
                  <a:pt x="864640" y="73768"/>
                </a:cubicBezTo>
                <a:cubicBezTo>
                  <a:pt x="865215" y="74836"/>
                  <a:pt x="865995" y="75678"/>
                  <a:pt x="866980" y="76294"/>
                </a:cubicBezTo>
                <a:cubicBezTo>
                  <a:pt x="867966" y="76909"/>
                  <a:pt x="869116" y="77340"/>
                  <a:pt x="870429" y="77587"/>
                </a:cubicBezTo>
                <a:cubicBezTo>
                  <a:pt x="871744" y="77834"/>
                  <a:pt x="873099" y="77958"/>
                  <a:pt x="874495" y="77958"/>
                </a:cubicBezTo>
                <a:cubicBezTo>
                  <a:pt x="877943" y="77958"/>
                  <a:pt x="880612" y="77383"/>
                  <a:pt x="882500" y="76234"/>
                </a:cubicBezTo>
                <a:cubicBezTo>
                  <a:pt x="884389" y="75084"/>
                  <a:pt x="885786" y="73708"/>
                  <a:pt x="886689" y="72106"/>
                </a:cubicBezTo>
                <a:cubicBezTo>
                  <a:pt x="887593" y="70505"/>
                  <a:pt x="888147" y="68883"/>
                  <a:pt x="888353" y="67240"/>
                </a:cubicBezTo>
                <a:cubicBezTo>
                  <a:pt x="888558" y="65597"/>
                  <a:pt x="888661" y="64284"/>
                  <a:pt x="888661" y="63299"/>
                </a:cubicBezTo>
                <a:lnTo>
                  <a:pt x="888661" y="56769"/>
                </a:lnTo>
                <a:close/>
                <a:moveTo>
                  <a:pt x="941557" y="24299"/>
                </a:moveTo>
                <a:lnTo>
                  <a:pt x="941557" y="5173"/>
                </a:lnTo>
                <a:lnTo>
                  <a:pt x="924065" y="5173"/>
                </a:lnTo>
                <a:lnTo>
                  <a:pt x="924065" y="24299"/>
                </a:lnTo>
                <a:lnTo>
                  <a:pt x="913472" y="24299"/>
                </a:lnTo>
                <a:lnTo>
                  <a:pt x="913472" y="35968"/>
                </a:lnTo>
                <a:lnTo>
                  <a:pt x="924065" y="35968"/>
                </a:lnTo>
                <a:lnTo>
                  <a:pt x="924065" y="73516"/>
                </a:lnTo>
                <a:cubicBezTo>
                  <a:pt x="924065" y="76718"/>
                  <a:pt x="924599" y="79303"/>
                  <a:pt x="925667" y="81273"/>
                </a:cubicBezTo>
                <a:cubicBezTo>
                  <a:pt x="926734" y="83243"/>
                  <a:pt x="928192" y="84762"/>
                  <a:pt x="930039" y="85829"/>
                </a:cubicBezTo>
                <a:cubicBezTo>
                  <a:pt x="931887" y="86896"/>
                  <a:pt x="934022" y="87613"/>
                  <a:pt x="936444" y="87981"/>
                </a:cubicBezTo>
                <a:cubicBezTo>
                  <a:pt x="938868" y="88351"/>
                  <a:pt x="941434" y="88536"/>
                  <a:pt x="944145" y="88536"/>
                </a:cubicBezTo>
                <a:cubicBezTo>
                  <a:pt x="945869" y="88536"/>
                  <a:pt x="947635" y="88496"/>
                  <a:pt x="949442" y="88416"/>
                </a:cubicBezTo>
                <a:cubicBezTo>
                  <a:pt x="951248" y="88335"/>
                  <a:pt x="952891" y="88175"/>
                  <a:pt x="954368" y="87934"/>
                </a:cubicBezTo>
                <a:lnTo>
                  <a:pt x="954368" y="74330"/>
                </a:lnTo>
                <a:cubicBezTo>
                  <a:pt x="953547" y="74494"/>
                  <a:pt x="952685" y="74618"/>
                  <a:pt x="951782" y="74700"/>
                </a:cubicBezTo>
                <a:cubicBezTo>
                  <a:pt x="950878" y="74782"/>
                  <a:pt x="949934" y="74822"/>
                  <a:pt x="948949" y="74822"/>
                </a:cubicBezTo>
                <a:cubicBezTo>
                  <a:pt x="945992" y="74822"/>
                  <a:pt x="944020" y="74331"/>
                  <a:pt x="943034" y="73347"/>
                </a:cubicBezTo>
                <a:cubicBezTo>
                  <a:pt x="942049" y="72363"/>
                  <a:pt x="941557" y="70396"/>
                  <a:pt x="941557" y="67445"/>
                </a:cubicBezTo>
                <a:lnTo>
                  <a:pt x="941557" y="35968"/>
                </a:lnTo>
                <a:lnTo>
                  <a:pt x="954368" y="35968"/>
                </a:lnTo>
                <a:lnTo>
                  <a:pt x="954368" y="24299"/>
                </a:lnTo>
                <a:lnTo>
                  <a:pt x="941557" y="24299"/>
                </a:lnTo>
                <a:close/>
                <a:moveTo>
                  <a:pt x="980214" y="14435"/>
                </a:moveTo>
                <a:lnTo>
                  <a:pt x="980214" y="0"/>
                </a:lnTo>
                <a:lnTo>
                  <a:pt x="962723" y="0"/>
                </a:lnTo>
                <a:lnTo>
                  <a:pt x="962723" y="14435"/>
                </a:lnTo>
                <a:lnTo>
                  <a:pt x="980214" y="14435"/>
                </a:lnTo>
                <a:moveTo>
                  <a:pt x="962723" y="24250"/>
                </a:moveTo>
                <a:lnTo>
                  <a:pt x="962723" y="87934"/>
                </a:lnTo>
                <a:lnTo>
                  <a:pt x="980214" y="87934"/>
                </a:lnTo>
                <a:lnTo>
                  <a:pt x="980214" y="24250"/>
                </a:lnTo>
                <a:lnTo>
                  <a:pt x="962723" y="24250"/>
                </a:lnTo>
                <a:close/>
                <a:moveTo>
                  <a:pt x="1009119" y="56179"/>
                </a:moveTo>
                <a:cubicBezTo>
                  <a:pt x="1009119" y="53633"/>
                  <a:pt x="1009365" y="51128"/>
                  <a:pt x="1009858" y="48664"/>
                </a:cubicBezTo>
                <a:cubicBezTo>
                  <a:pt x="1010350" y="46200"/>
                  <a:pt x="1011191" y="44023"/>
                  <a:pt x="1012382" y="42135"/>
                </a:cubicBezTo>
                <a:cubicBezTo>
                  <a:pt x="1013574" y="40245"/>
                  <a:pt x="1015155" y="38705"/>
                  <a:pt x="1017126" y="37515"/>
                </a:cubicBezTo>
                <a:cubicBezTo>
                  <a:pt x="1019097" y="36323"/>
                  <a:pt x="1021561" y="35727"/>
                  <a:pt x="1024516" y="35727"/>
                </a:cubicBezTo>
                <a:cubicBezTo>
                  <a:pt x="1027474" y="35727"/>
                  <a:pt x="1029958" y="36323"/>
                  <a:pt x="1031969" y="37515"/>
                </a:cubicBezTo>
                <a:cubicBezTo>
                  <a:pt x="1033981" y="38705"/>
                  <a:pt x="1035583" y="40245"/>
                  <a:pt x="1036773" y="42135"/>
                </a:cubicBezTo>
                <a:cubicBezTo>
                  <a:pt x="1037965" y="44023"/>
                  <a:pt x="1038807" y="46200"/>
                  <a:pt x="1039299" y="48664"/>
                </a:cubicBezTo>
                <a:cubicBezTo>
                  <a:pt x="1039792" y="51128"/>
                  <a:pt x="1040038" y="53633"/>
                  <a:pt x="1040038" y="56179"/>
                </a:cubicBezTo>
                <a:cubicBezTo>
                  <a:pt x="1040038" y="58725"/>
                  <a:pt x="1039792" y="61210"/>
                  <a:pt x="1039299" y="63633"/>
                </a:cubicBezTo>
                <a:cubicBezTo>
                  <a:pt x="1038807" y="66055"/>
                  <a:pt x="1037965" y="68232"/>
                  <a:pt x="1036773" y="70163"/>
                </a:cubicBezTo>
                <a:cubicBezTo>
                  <a:pt x="1035583" y="72093"/>
                  <a:pt x="1033981" y="73633"/>
                  <a:pt x="1031969" y="74783"/>
                </a:cubicBezTo>
                <a:cubicBezTo>
                  <a:pt x="1029958" y="75932"/>
                  <a:pt x="1027474" y="76507"/>
                  <a:pt x="1024516" y="76507"/>
                </a:cubicBezTo>
                <a:cubicBezTo>
                  <a:pt x="1021561" y="76507"/>
                  <a:pt x="1019097" y="75932"/>
                  <a:pt x="1017126" y="74783"/>
                </a:cubicBezTo>
                <a:cubicBezTo>
                  <a:pt x="1015155" y="73633"/>
                  <a:pt x="1013574" y="72093"/>
                  <a:pt x="1012382" y="70163"/>
                </a:cubicBezTo>
                <a:cubicBezTo>
                  <a:pt x="1011191" y="68232"/>
                  <a:pt x="1010350" y="66055"/>
                  <a:pt x="1009858" y="63633"/>
                </a:cubicBezTo>
                <a:cubicBezTo>
                  <a:pt x="1009365" y="61210"/>
                  <a:pt x="1009119" y="58725"/>
                  <a:pt x="1009119" y="56179"/>
                </a:cubicBezTo>
                <a:moveTo>
                  <a:pt x="991628" y="56181"/>
                </a:moveTo>
                <a:cubicBezTo>
                  <a:pt x="991628" y="61281"/>
                  <a:pt x="992408" y="65887"/>
                  <a:pt x="993968" y="69999"/>
                </a:cubicBezTo>
                <a:cubicBezTo>
                  <a:pt x="995528" y="74112"/>
                  <a:pt x="997745" y="77629"/>
                  <a:pt x="1000619" y="80550"/>
                </a:cubicBezTo>
                <a:cubicBezTo>
                  <a:pt x="1003494" y="83469"/>
                  <a:pt x="1006943" y="85711"/>
                  <a:pt x="1010967" y="87275"/>
                </a:cubicBezTo>
                <a:cubicBezTo>
                  <a:pt x="1014991" y="88837"/>
                  <a:pt x="1019508" y="89619"/>
                  <a:pt x="1024516" y="89619"/>
                </a:cubicBezTo>
                <a:cubicBezTo>
                  <a:pt x="1029526" y="89619"/>
                  <a:pt x="1034064" y="88837"/>
                  <a:pt x="1038128" y="87275"/>
                </a:cubicBezTo>
                <a:cubicBezTo>
                  <a:pt x="1042193" y="85711"/>
                  <a:pt x="1045663" y="83469"/>
                  <a:pt x="1048538" y="80550"/>
                </a:cubicBezTo>
                <a:cubicBezTo>
                  <a:pt x="1051412" y="77629"/>
                  <a:pt x="1053629" y="74112"/>
                  <a:pt x="1055189" y="69999"/>
                </a:cubicBezTo>
                <a:cubicBezTo>
                  <a:pt x="1056749" y="65887"/>
                  <a:pt x="1057529" y="61281"/>
                  <a:pt x="1057529" y="56181"/>
                </a:cubicBezTo>
                <a:cubicBezTo>
                  <a:pt x="1057529" y="51081"/>
                  <a:pt x="1056749" y="46454"/>
                  <a:pt x="1055189" y="42300"/>
                </a:cubicBezTo>
                <a:cubicBezTo>
                  <a:pt x="1053629" y="38145"/>
                  <a:pt x="1051412" y="34608"/>
                  <a:pt x="1048538" y="31688"/>
                </a:cubicBezTo>
                <a:cubicBezTo>
                  <a:pt x="1045663" y="28767"/>
                  <a:pt x="1042193" y="26505"/>
                  <a:pt x="1038128" y="24901"/>
                </a:cubicBezTo>
                <a:cubicBezTo>
                  <a:pt x="1034064" y="23297"/>
                  <a:pt x="1029526" y="22495"/>
                  <a:pt x="1024516" y="22495"/>
                </a:cubicBezTo>
                <a:cubicBezTo>
                  <a:pt x="1019508" y="22495"/>
                  <a:pt x="1014991" y="23297"/>
                  <a:pt x="1010967" y="24901"/>
                </a:cubicBezTo>
                <a:cubicBezTo>
                  <a:pt x="1006943" y="26505"/>
                  <a:pt x="1003494" y="28767"/>
                  <a:pt x="1000619" y="31688"/>
                </a:cubicBezTo>
                <a:cubicBezTo>
                  <a:pt x="997745" y="34608"/>
                  <a:pt x="995528" y="38145"/>
                  <a:pt x="993968" y="42300"/>
                </a:cubicBezTo>
                <a:cubicBezTo>
                  <a:pt x="992408" y="46454"/>
                  <a:pt x="991628" y="51081"/>
                  <a:pt x="991628" y="56181"/>
                </a:cubicBezTo>
                <a:close/>
                <a:moveTo>
                  <a:pt x="1068578" y="24249"/>
                </a:moveTo>
                <a:lnTo>
                  <a:pt x="1068578" y="87934"/>
                </a:lnTo>
                <a:lnTo>
                  <a:pt x="1086070" y="87934"/>
                </a:lnTo>
                <a:lnTo>
                  <a:pt x="1086070" y="54557"/>
                </a:lnTo>
                <a:cubicBezTo>
                  <a:pt x="1086070" y="48070"/>
                  <a:pt x="1087137" y="43410"/>
                  <a:pt x="1089273" y="40578"/>
                </a:cubicBezTo>
                <a:cubicBezTo>
                  <a:pt x="1091408" y="37745"/>
                  <a:pt x="1094857" y="36329"/>
                  <a:pt x="1099620" y="36329"/>
                </a:cubicBezTo>
                <a:cubicBezTo>
                  <a:pt x="1103809" y="36329"/>
                  <a:pt x="1106724" y="37622"/>
                  <a:pt x="1108365" y="40208"/>
                </a:cubicBezTo>
                <a:cubicBezTo>
                  <a:pt x="1110008" y="42794"/>
                  <a:pt x="1110829" y="46715"/>
                  <a:pt x="1110829" y="51970"/>
                </a:cubicBezTo>
                <a:lnTo>
                  <a:pt x="1110829" y="87934"/>
                </a:lnTo>
                <a:lnTo>
                  <a:pt x="1128321" y="87934"/>
                </a:lnTo>
                <a:lnTo>
                  <a:pt x="1128321" y="48745"/>
                </a:lnTo>
                <a:cubicBezTo>
                  <a:pt x="1128321" y="44802"/>
                  <a:pt x="1127972" y="41207"/>
                  <a:pt x="1127274" y="37962"/>
                </a:cubicBezTo>
                <a:cubicBezTo>
                  <a:pt x="1126576" y="34717"/>
                  <a:pt x="1125364" y="31964"/>
                  <a:pt x="1123639" y="29705"/>
                </a:cubicBezTo>
                <a:cubicBezTo>
                  <a:pt x="1121915" y="27446"/>
                  <a:pt x="1119554" y="25679"/>
                  <a:pt x="1116557" y="24406"/>
                </a:cubicBezTo>
                <a:cubicBezTo>
                  <a:pt x="1113559" y="23132"/>
                  <a:pt x="1109720" y="22495"/>
                  <a:pt x="1105038" y="22495"/>
                </a:cubicBezTo>
                <a:cubicBezTo>
                  <a:pt x="1101343" y="22495"/>
                  <a:pt x="1097730" y="23339"/>
                  <a:pt x="1094199" y="25027"/>
                </a:cubicBezTo>
                <a:cubicBezTo>
                  <a:pt x="1090668" y="26715"/>
                  <a:pt x="1087794" y="29411"/>
                  <a:pt x="1085577" y="33116"/>
                </a:cubicBezTo>
                <a:lnTo>
                  <a:pt x="1085207" y="33116"/>
                </a:lnTo>
                <a:lnTo>
                  <a:pt x="1085207" y="24249"/>
                </a:lnTo>
                <a:lnTo>
                  <a:pt x="1068578" y="24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CodeExample">
            <a:extLst xmlns:a="http://schemas.openxmlformats.org/drawingml/2006/main">
              <a:ext uri="{FF2B5EF4-FFF2-40B4-BE49-F238E27FC236}">
                <a16:creationId xmlns:a16="http://schemas.microsoft.com/office/drawing/2014/main" id="{93795DB4-E8A8-477A-B2F3-4954E311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351" y="2480747"/>
            <a:ext cx="840762" cy="112234"/>
          </a:xfrm>
          <a:custGeom xmlns:a="http://schemas.openxmlformats.org/drawingml/2006/main">
            <a:pathLst>
              <a:path w="840762" h="112234">
                <a:moveTo>
                  <a:pt x="62453" y="31637"/>
                </a:moveTo>
                <a:lnTo>
                  <a:pt x="81177" y="31637"/>
                </a:lnTo>
                <a:cubicBezTo>
                  <a:pt x="80602" y="26546"/>
                  <a:pt x="79206" y="22031"/>
                  <a:pt x="76988" y="18091"/>
                </a:cubicBezTo>
                <a:cubicBezTo>
                  <a:pt x="74771" y="14150"/>
                  <a:pt x="71959" y="10847"/>
                  <a:pt x="68550" y="8182"/>
                </a:cubicBezTo>
                <a:cubicBezTo>
                  <a:pt x="65142" y="5515"/>
                  <a:pt x="61282" y="3485"/>
                  <a:pt x="56970" y="2092"/>
                </a:cubicBezTo>
                <a:cubicBezTo>
                  <a:pt x="52660" y="697"/>
                  <a:pt x="48082" y="0"/>
                  <a:pt x="43238" y="0"/>
                </a:cubicBezTo>
                <a:cubicBezTo>
                  <a:pt x="36504" y="0"/>
                  <a:pt x="30447" y="1189"/>
                  <a:pt x="25068" y="3567"/>
                </a:cubicBezTo>
                <a:cubicBezTo>
                  <a:pt x="19690" y="5946"/>
                  <a:pt x="15153" y="9227"/>
                  <a:pt x="11456" y="13411"/>
                </a:cubicBezTo>
                <a:cubicBezTo>
                  <a:pt x="7761" y="17594"/>
                  <a:pt x="4928" y="22494"/>
                  <a:pt x="2957" y="28113"/>
                </a:cubicBezTo>
                <a:cubicBezTo>
                  <a:pt x="986" y="33732"/>
                  <a:pt x="0" y="39821"/>
                  <a:pt x="0" y="46382"/>
                </a:cubicBezTo>
                <a:cubicBezTo>
                  <a:pt x="0" y="52781"/>
                  <a:pt x="986" y="58748"/>
                  <a:pt x="2957" y="64284"/>
                </a:cubicBezTo>
                <a:cubicBezTo>
                  <a:pt x="4928" y="69820"/>
                  <a:pt x="7761" y="74638"/>
                  <a:pt x="11456" y="78740"/>
                </a:cubicBezTo>
                <a:cubicBezTo>
                  <a:pt x="15153" y="82841"/>
                  <a:pt x="19690" y="86060"/>
                  <a:pt x="25068" y="88399"/>
                </a:cubicBezTo>
                <a:cubicBezTo>
                  <a:pt x="30447" y="90736"/>
                  <a:pt x="36504" y="91904"/>
                  <a:pt x="43238" y="91904"/>
                </a:cubicBezTo>
                <a:cubicBezTo>
                  <a:pt x="48657" y="91904"/>
                  <a:pt x="53625" y="91084"/>
                  <a:pt x="58141" y="89444"/>
                </a:cubicBezTo>
                <a:cubicBezTo>
                  <a:pt x="62658" y="87802"/>
                  <a:pt x="66601" y="85423"/>
                  <a:pt x="69968" y="82307"/>
                </a:cubicBezTo>
                <a:cubicBezTo>
                  <a:pt x="73334" y="79189"/>
                  <a:pt x="76044" y="75414"/>
                  <a:pt x="78097" y="70981"/>
                </a:cubicBezTo>
                <a:cubicBezTo>
                  <a:pt x="80150" y="66547"/>
                  <a:pt x="81424" y="61580"/>
                  <a:pt x="81916" y="56077"/>
                </a:cubicBezTo>
                <a:lnTo>
                  <a:pt x="63192" y="56077"/>
                </a:lnTo>
                <a:cubicBezTo>
                  <a:pt x="62454" y="61989"/>
                  <a:pt x="60421" y="66752"/>
                  <a:pt x="57094" y="70366"/>
                </a:cubicBezTo>
                <a:cubicBezTo>
                  <a:pt x="53769" y="73979"/>
                  <a:pt x="49150" y="75785"/>
                  <a:pt x="43238" y="75785"/>
                </a:cubicBezTo>
                <a:cubicBezTo>
                  <a:pt x="38885" y="75785"/>
                  <a:pt x="35189" y="74944"/>
                  <a:pt x="32150" y="73262"/>
                </a:cubicBezTo>
                <a:cubicBezTo>
                  <a:pt x="29112" y="71581"/>
                  <a:pt x="26648" y="69346"/>
                  <a:pt x="24760" y="66558"/>
                </a:cubicBezTo>
                <a:cubicBezTo>
                  <a:pt x="22871" y="63769"/>
                  <a:pt x="21496" y="60632"/>
                  <a:pt x="20634" y="57147"/>
                </a:cubicBezTo>
                <a:cubicBezTo>
                  <a:pt x="19772" y="53661"/>
                  <a:pt x="19341" y="50072"/>
                  <a:pt x="19341" y="46381"/>
                </a:cubicBezTo>
                <a:cubicBezTo>
                  <a:pt x="19341" y="42526"/>
                  <a:pt x="19772" y="38795"/>
                  <a:pt x="20634" y="35186"/>
                </a:cubicBezTo>
                <a:cubicBezTo>
                  <a:pt x="21496" y="31577"/>
                  <a:pt x="22871" y="28358"/>
                  <a:pt x="24760" y="25529"/>
                </a:cubicBezTo>
                <a:cubicBezTo>
                  <a:pt x="26648" y="22699"/>
                  <a:pt x="29112" y="20444"/>
                  <a:pt x="32150" y="18762"/>
                </a:cubicBezTo>
                <a:cubicBezTo>
                  <a:pt x="35189" y="17080"/>
                  <a:pt x="38885" y="16240"/>
                  <a:pt x="43238" y="16240"/>
                </a:cubicBezTo>
                <a:cubicBezTo>
                  <a:pt x="45619" y="16240"/>
                  <a:pt x="47897" y="16630"/>
                  <a:pt x="50072" y="17411"/>
                </a:cubicBezTo>
                <a:cubicBezTo>
                  <a:pt x="52249" y="18190"/>
                  <a:pt x="54199" y="19278"/>
                  <a:pt x="55923" y="20674"/>
                </a:cubicBezTo>
                <a:cubicBezTo>
                  <a:pt x="57649" y="22069"/>
                  <a:pt x="59086" y="23692"/>
                  <a:pt x="60235" y="25540"/>
                </a:cubicBezTo>
                <a:cubicBezTo>
                  <a:pt x="61385" y="27387"/>
                  <a:pt x="62125" y="29419"/>
                  <a:pt x="62453" y="31637"/>
                </a:cubicBezTo>
                <a:close/>
                <a:moveTo>
                  <a:pt x="108538" y="58224"/>
                </a:moveTo>
                <a:cubicBezTo>
                  <a:pt x="108538" y="55678"/>
                  <a:pt x="108784" y="53173"/>
                  <a:pt x="109276" y="50709"/>
                </a:cubicBezTo>
                <a:cubicBezTo>
                  <a:pt x="109769" y="48245"/>
                  <a:pt x="110610" y="46068"/>
                  <a:pt x="111801" y="44180"/>
                </a:cubicBezTo>
                <a:cubicBezTo>
                  <a:pt x="112992" y="42290"/>
                  <a:pt x="114574" y="40750"/>
                  <a:pt x="116545" y="39560"/>
                </a:cubicBezTo>
                <a:cubicBezTo>
                  <a:pt x="118516" y="38368"/>
                  <a:pt x="120979" y="37772"/>
                  <a:pt x="123935" y="37772"/>
                </a:cubicBezTo>
                <a:cubicBezTo>
                  <a:pt x="126892" y="37772"/>
                  <a:pt x="129377" y="38368"/>
                  <a:pt x="131388" y="39560"/>
                </a:cubicBezTo>
                <a:cubicBezTo>
                  <a:pt x="133400" y="40750"/>
                  <a:pt x="135002" y="42290"/>
                  <a:pt x="136192" y="44180"/>
                </a:cubicBezTo>
                <a:cubicBezTo>
                  <a:pt x="137384" y="46068"/>
                  <a:pt x="138226" y="48245"/>
                  <a:pt x="138718" y="50709"/>
                </a:cubicBezTo>
                <a:cubicBezTo>
                  <a:pt x="139211" y="53173"/>
                  <a:pt x="139457" y="55678"/>
                  <a:pt x="139457" y="58224"/>
                </a:cubicBezTo>
                <a:cubicBezTo>
                  <a:pt x="139457" y="60770"/>
                  <a:pt x="139211" y="63255"/>
                  <a:pt x="138718" y="65678"/>
                </a:cubicBezTo>
                <a:cubicBezTo>
                  <a:pt x="138226" y="68100"/>
                  <a:pt x="137384" y="70277"/>
                  <a:pt x="136192" y="72208"/>
                </a:cubicBezTo>
                <a:cubicBezTo>
                  <a:pt x="135002" y="74138"/>
                  <a:pt x="133400" y="75678"/>
                  <a:pt x="131388" y="76828"/>
                </a:cubicBezTo>
                <a:cubicBezTo>
                  <a:pt x="129377" y="77977"/>
                  <a:pt x="126892" y="78552"/>
                  <a:pt x="123935" y="78552"/>
                </a:cubicBezTo>
                <a:cubicBezTo>
                  <a:pt x="120979" y="78552"/>
                  <a:pt x="118516" y="77977"/>
                  <a:pt x="116545" y="76828"/>
                </a:cubicBezTo>
                <a:cubicBezTo>
                  <a:pt x="114574" y="75678"/>
                  <a:pt x="112992" y="74138"/>
                  <a:pt x="111801" y="72208"/>
                </a:cubicBezTo>
                <a:cubicBezTo>
                  <a:pt x="110610" y="70277"/>
                  <a:pt x="109769" y="68100"/>
                  <a:pt x="109276" y="65678"/>
                </a:cubicBezTo>
                <a:cubicBezTo>
                  <a:pt x="108784" y="63255"/>
                  <a:pt x="108538" y="60770"/>
                  <a:pt x="108538" y="58224"/>
                </a:cubicBezTo>
                <a:moveTo>
                  <a:pt x="91046" y="58226"/>
                </a:moveTo>
                <a:cubicBezTo>
                  <a:pt x="91046" y="63326"/>
                  <a:pt x="91826" y="67932"/>
                  <a:pt x="93386" y="72044"/>
                </a:cubicBezTo>
                <a:cubicBezTo>
                  <a:pt x="94946" y="76157"/>
                  <a:pt x="97164" y="79674"/>
                  <a:pt x="100038" y="82595"/>
                </a:cubicBezTo>
                <a:cubicBezTo>
                  <a:pt x="102913" y="85514"/>
                  <a:pt x="106362" y="87756"/>
                  <a:pt x="110385" y="89320"/>
                </a:cubicBezTo>
                <a:cubicBezTo>
                  <a:pt x="114410" y="90882"/>
                  <a:pt x="118927" y="91664"/>
                  <a:pt x="123935" y="91664"/>
                </a:cubicBezTo>
                <a:cubicBezTo>
                  <a:pt x="128945" y="91664"/>
                  <a:pt x="133482" y="90882"/>
                  <a:pt x="137547" y="89320"/>
                </a:cubicBezTo>
                <a:cubicBezTo>
                  <a:pt x="141612" y="87756"/>
                  <a:pt x="145082" y="85514"/>
                  <a:pt x="147956" y="82595"/>
                </a:cubicBezTo>
                <a:cubicBezTo>
                  <a:pt x="150831" y="79674"/>
                  <a:pt x="153048" y="76157"/>
                  <a:pt x="154608" y="72044"/>
                </a:cubicBezTo>
                <a:cubicBezTo>
                  <a:pt x="156168" y="67932"/>
                  <a:pt x="156948" y="63326"/>
                  <a:pt x="156948" y="58226"/>
                </a:cubicBezTo>
                <a:cubicBezTo>
                  <a:pt x="156948" y="53126"/>
                  <a:pt x="156168" y="48499"/>
                  <a:pt x="154608" y="44345"/>
                </a:cubicBezTo>
                <a:cubicBezTo>
                  <a:pt x="153048" y="40190"/>
                  <a:pt x="150831" y="36653"/>
                  <a:pt x="147956" y="33733"/>
                </a:cubicBezTo>
                <a:cubicBezTo>
                  <a:pt x="145082" y="30812"/>
                  <a:pt x="141612" y="28550"/>
                  <a:pt x="137547" y="26946"/>
                </a:cubicBezTo>
                <a:cubicBezTo>
                  <a:pt x="133482" y="25342"/>
                  <a:pt x="128945" y="24540"/>
                  <a:pt x="123935" y="24540"/>
                </a:cubicBezTo>
                <a:cubicBezTo>
                  <a:pt x="118927" y="24540"/>
                  <a:pt x="114410" y="25342"/>
                  <a:pt x="110385" y="26946"/>
                </a:cubicBezTo>
                <a:cubicBezTo>
                  <a:pt x="106362" y="28550"/>
                  <a:pt x="102913" y="30812"/>
                  <a:pt x="100038" y="33733"/>
                </a:cubicBezTo>
                <a:cubicBezTo>
                  <a:pt x="97164" y="36653"/>
                  <a:pt x="94946" y="40190"/>
                  <a:pt x="93386" y="44345"/>
                </a:cubicBezTo>
                <a:cubicBezTo>
                  <a:pt x="91826" y="48499"/>
                  <a:pt x="91046" y="53126"/>
                  <a:pt x="91046" y="58226"/>
                </a:cubicBezTo>
                <a:close/>
                <a:moveTo>
                  <a:pt x="213205" y="57978"/>
                </a:moveTo>
                <a:cubicBezTo>
                  <a:pt x="213205" y="60605"/>
                  <a:pt x="212959" y="63152"/>
                  <a:pt x="212467" y="65616"/>
                </a:cubicBezTo>
                <a:cubicBezTo>
                  <a:pt x="211974" y="68080"/>
                  <a:pt x="211153" y="70277"/>
                  <a:pt x="210003" y="72208"/>
                </a:cubicBezTo>
                <a:cubicBezTo>
                  <a:pt x="208852" y="74138"/>
                  <a:pt x="207312" y="75678"/>
                  <a:pt x="205382" y="76828"/>
                </a:cubicBezTo>
                <a:cubicBezTo>
                  <a:pt x="203453" y="77977"/>
                  <a:pt x="201051" y="78552"/>
                  <a:pt x="198176" y="78552"/>
                </a:cubicBezTo>
                <a:cubicBezTo>
                  <a:pt x="195467" y="78552"/>
                  <a:pt x="193147" y="77956"/>
                  <a:pt x="191216" y="76766"/>
                </a:cubicBezTo>
                <a:cubicBezTo>
                  <a:pt x="189286" y="75574"/>
                  <a:pt x="187685" y="74014"/>
                  <a:pt x="186412" y="72084"/>
                </a:cubicBezTo>
                <a:cubicBezTo>
                  <a:pt x="185140" y="70153"/>
                  <a:pt x="184217" y="67956"/>
                  <a:pt x="183641" y="65492"/>
                </a:cubicBezTo>
                <a:cubicBezTo>
                  <a:pt x="183066" y="63029"/>
                  <a:pt x="182779" y="60565"/>
                  <a:pt x="182779" y="58100"/>
                </a:cubicBezTo>
                <a:cubicBezTo>
                  <a:pt x="182779" y="55472"/>
                  <a:pt x="183046" y="52947"/>
                  <a:pt x="183579" y="50523"/>
                </a:cubicBezTo>
                <a:cubicBezTo>
                  <a:pt x="184113" y="48100"/>
                  <a:pt x="184975" y="45944"/>
                  <a:pt x="186166" y="44056"/>
                </a:cubicBezTo>
                <a:cubicBezTo>
                  <a:pt x="187357" y="42166"/>
                  <a:pt x="188938" y="40647"/>
                  <a:pt x="190908" y="39498"/>
                </a:cubicBezTo>
                <a:cubicBezTo>
                  <a:pt x="192879" y="38347"/>
                  <a:pt x="195302" y="37772"/>
                  <a:pt x="198176" y="37772"/>
                </a:cubicBezTo>
                <a:cubicBezTo>
                  <a:pt x="201051" y="37772"/>
                  <a:pt x="203432" y="38347"/>
                  <a:pt x="205320" y="39498"/>
                </a:cubicBezTo>
                <a:cubicBezTo>
                  <a:pt x="207210" y="40647"/>
                  <a:pt x="208750" y="42145"/>
                  <a:pt x="209940" y="43994"/>
                </a:cubicBezTo>
                <a:cubicBezTo>
                  <a:pt x="211132" y="45842"/>
                  <a:pt x="211974" y="47978"/>
                  <a:pt x="212467" y="50401"/>
                </a:cubicBezTo>
                <a:cubicBezTo>
                  <a:pt x="212959" y="52823"/>
                  <a:pt x="213205" y="55349"/>
                  <a:pt x="213205" y="57978"/>
                </a:cubicBezTo>
                <a:moveTo>
                  <a:pt x="213452" y="81925"/>
                </a:moveTo>
                <a:lnTo>
                  <a:pt x="213452" y="90060"/>
                </a:lnTo>
                <a:lnTo>
                  <a:pt x="230080" y="90060"/>
                </a:lnTo>
                <a:lnTo>
                  <a:pt x="230080" y="2045"/>
                </a:lnTo>
                <a:lnTo>
                  <a:pt x="212589" y="2045"/>
                </a:lnTo>
                <a:lnTo>
                  <a:pt x="212589" y="34062"/>
                </a:lnTo>
                <a:lnTo>
                  <a:pt x="212343" y="34062"/>
                </a:lnTo>
                <a:cubicBezTo>
                  <a:pt x="210372" y="30929"/>
                  <a:pt x="207682" y="28559"/>
                  <a:pt x="204274" y="26951"/>
                </a:cubicBezTo>
                <a:cubicBezTo>
                  <a:pt x="200866" y="25344"/>
                  <a:pt x="197274" y="24540"/>
                  <a:pt x="193496" y="24540"/>
                </a:cubicBezTo>
                <a:cubicBezTo>
                  <a:pt x="188815" y="24540"/>
                  <a:pt x="184708" y="25465"/>
                  <a:pt x="181177" y="27316"/>
                </a:cubicBezTo>
                <a:cubicBezTo>
                  <a:pt x="177646" y="29167"/>
                  <a:pt x="174710" y="31614"/>
                  <a:pt x="172369" y="34658"/>
                </a:cubicBezTo>
                <a:cubicBezTo>
                  <a:pt x="170030" y="37701"/>
                  <a:pt x="168264" y="41218"/>
                  <a:pt x="167073" y="45208"/>
                </a:cubicBezTo>
                <a:cubicBezTo>
                  <a:pt x="165882" y="49197"/>
                  <a:pt x="165287" y="53331"/>
                  <a:pt x="165287" y="57607"/>
                </a:cubicBezTo>
                <a:cubicBezTo>
                  <a:pt x="165287" y="62049"/>
                  <a:pt x="165882" y="66327"/>
                  <a:pt x="167073" y="70441"/>
                </a:cubicBezTo>
                <a:cubicBezTo>
                  <a:pt x="168264" y="74554"/>
                  <a:pt x="170030" y="78194"/>
                  <a:pt x="172369" y="81362"/>
                </a:cubicBezTo>
                <a:cubicBezTo>
                  <a:pt x="174710" y="84528"/>
                  <a:pt x="177687" y="87037"/>
                  <a:pt x="181299" y="88887"/>
                </a:cubicBezTo>
                <a:cubicBezTo>
                  <a:pt x="184913" y="90738"/>
                  <a:pt x="189102" y="91664"/>
                  <a:pt x="193866" y="91664"/>
                </a:cubicBezTo>
                <a:cubicBezTo>
                  <a:pt x="198054" y="91664"/>
                  <a:pt x="201811" y="90904"/>
                  <a:pt x="205136" y="89384"/>
                </a:cubicBezTo>
                <a:cubicBezTo>
                  <a:pt x="208463" y="87862"/>
                  <a:pt x="211153" y="85376"/>
                  <a:pt x="213205" y="81925"/>
                </a:cubicBezTo>
                <a:lnTo>
                  <a:pt x="213452" y="81925"/>
                </a:lnTo>
                <a:close/>
                <a:moveTo>
                  <a:pt x="285843" y="51365"/>
                </a:moveTo>
                <a:lnTo>
                  <a:pt x="257390" y="51365"/>
                </a:lnTo>
                <a:cubicBezTo>
                  <a:pt x="257471" y="50130"/>
                  <a:pt x="257737" y="48729"/>
                  <a:pt x="258188" y="47164"/>
                </a:cubicBezTo>
                <a:cubicBezTo>
                  <a:pt x="258641" y="45598"/>
                  <a:pt x="259421" y="44115"/>
                  <a:pt x="260530" y="42715"/>
                </a:cubicBezTo>
                <a:cubicBezTo>
                  <a:pt x="261639" y="41315"/>
                  <a:pt x="263117" y="40140"/>
                  <a:pt x="264964" y="39193"/>
                </a:cubicBezTo>
                <a:cubicBezTo>
                  <a:pt x="266813" y="38246"/>
                  <a:pt x="269133" y="37772"/>
                  <a:pt x="271924" y="37772"/>
                </a:cubicBezTo>
                <a:cubicBezTo>
                  <a:pt x="276195" y="37772"/>
                  <a:pt x="279377" y="38926"/>
                  <a:pt x="281471" y="41232"/>
                </a:cubicBezTo>
                <a:cubicBezTo>
                  <a:pt x="283565" y="43539"/>
                  <a:pt x="285022" y="46917"/>
                  <a:pt x="285843" y="51365"/>
                </a:cubicBezTo>
                <a:moveTo>
                  <a:pt x="257390" y="62432"/>
                </a:moveTo>
                <a:lnTo>
                  <a:pt x="303336" y="62432"/>
                </a:lnTo>
                <a:cubicBezTo>
                  <a:pt x="303664" y="57495"/>
                  <a:pt x="303253" y="52764"/>
                  <a:pt x="302103" y="48238"/>
                </a:cubicBezTo>
                <a:cubicBezTo>
                  <a:pt x="300954" y="43712"/>
                  <a:pt x="299086" y="39680"/>
                  <a:pt x="296498" y="36143"/>
                </a:cubicBezTo>
                <a:cubicBezTo>
                  <a:pt x="293912" y="32604"/>
                  <a:pt x="290606" y="29786"/>
                  <a:pt x="286581" y="27688"/>
                </a:cubicBezTo>
                <a:cubicBezTo>
                  <a:pt x="282558" y="25589"/>
                  <a:pt x="277836" y="24540"/>
                  <a:pt x="272417" y="24540"/>
                </a:cubicBezTo>
                <a:cubicBezTo>
                  <a:pt x="267571" y="24540"/>
                  <a:pt x="263157" y="25404"/>
                  <a:pt x="259175" y="27132"/>
                </a:cubicBezTo>
                <a:cubicBezTo>
                  <a:pt x="255193" y="28859"/>
                  <a:pt x="251765" y="31223"/>
                  <a:pt x="248890" y="34225"/>
                </a:cubicBezTo>
                <a:cubicBezTo>
                  <a:pt x="246016" y="37228"/>
                  <a:pt x="243798" y="40786"/>
                  <a:pt x="242238" y="44899"/>
                </a:cubicBezTo>
                <a:cubicBezTo>
                  <a:pt x="240678" y="49012"/>
                  <a:pt x="239898" y="53454"/>
                  <a:pt x="239898" y="58226"/>
                </a:cubicBezTo>
                <a:cubicBezTo>
                  <a:pt x="239898" y="63160"/>
                  <a:pt x="240658" y="67684"/>
                  <a:pt x="242176" y="71798"/>
                </a:cubicBezTo>
                <a:cubicBezTo>
                  <a:pt x="243696" y="75911"/>
                  <a:pt x="245852" y="79448"/>
                  <a:pt x="248644" y="82410"/>
                </a:cubicBezTo>
                <a:cubicBezTo>
                  <a:pt x="251436" y="85371"/>
                  <a:pt x="254843" y="87654"/>
                  <a:pt x="258867" y="89258"/>
                </a:cubicBezTo>
                <a:cubicBezTo>
                  <a:pt x="262891" y="90862"/>
                  <a:pt x="267407" y="91664"/>
                  <a:pt x="272417" y="91664"/>
                </a:cubicBezTo>
                <a:cubicBezTo>
                  <a:pt x="279643" y="91664"/>
                  <a:pt x="285802" y="90023"/>
                  <a:pt x="290893" y="86741"/>
                </a:cubicBezTo>
                <a:cubicBezTo>
                  <a:pt x="295986" y="83459"/>
                  <a:pt x="299764" y="78003"/>
                  <a:pt x="302227" y="70372"/>
                </a:cubicBezTo>
                <a:lnTo>
                  <a:pt x="286830" y="70372"/>
                </a:lnTo>
                <a:cubicBezTo>
                  <a:pt x="286254" y="72325"/>
                  <a:pt x="284694" y="74177"/>
                  <a:pt x="282147" y="75928"/>
                </a:cubicBezTo>
                <a:cubicBezTo>
                  <a:pt x="279603" y="77677"/>
                  <a:pt x="276564" y="78552"/>
                  <a:pt x="273033" y="78552"/>
                </a:cubicBezTo>
                <a:cubicBezTo>
                  <a:pt x="268106" y="78552"/>
                  <a:pt x="264328" y="77280"/>
                  <a:pt x="261699" y="74738"/>
                </a:cubicBezTo>
                <a:cubicBezTo>
                  <a:pt x="259072" y="72194"/>
                  <a:pt x="257635" y="68092"/>
                  <a:pt x="257390" y="62432"/>
                </a:cubicBezTo>
                <a:close/>
                <a:moveTo>
                  <a:pt x="348878" y="2045"/>
                </a:moveTo>
                <a:lnTo>
                  <a:pt x="348878" y="89979"/>
                </a:lnTo>
                <a:lnTo>
                  <a:pt x="415640" y="89979"/>
                </a:lnTo>
                <a:lnTo>
                  <a:pt x="415640" y="73740"/>
                </a:lnTo>
                <a:lnTo>
                  <a:pt x="368217" y="73740"/>
                </a:lnTo>
                <a:lnTo>
                  <a:pt x="368217" y="52207"/>
                </a:lnTo>
                <a:lnTo>
                  <a:pt x="410838" y="52207"/>
                </a:lnTo>
                <a:lnTo>
                  <a:pt x="410838" y="37171"/>
                </a:lnTo>
                <a:lnTo>
                  <a:pt x="368217" y="37171"/>
                </a:lnTo>
                <a:lnTo>
                  <a:pt x="368217" y="18285"/>
                </a:lnTo>
                <a:lnTo>
                  <a:pt x="414655" y="18285"/>
                </a:lnTo>
                <a:lnTo>
                  <a:pt x="414655" y="2045"/>
                </a:lnTo>
                <a:lnTo>
                  <a:pt x="348878" y="2045"/>
                </a:lnTo>
                <a:close/>
                <a:moveTo>
                  <a:pt x="442860" y="56500"/>
                </a:moveTo>
                <a:lnTo>
                  <a:pt x="419948" y="89979"/>
                </a:lnTo>
                <a:lnTo>
                  <a:pt x="439533" y="89979"/>
                </a:lnTo>
                <a:lnTo>
                  <a:pt x="452837" y="69917"/>
                </a:lnTo>
                <a:lnTo>
                  <a:pt x="466141" y="89979"/>
                </a:lnTo>
                <a:lnTo>
                  <a:pt x="486096" y="89979"/>
                </a:lnTo>
                <a:lnTo>
                  <a:pt x="462568" y="56130"/>
                </a:lnTo>
                <a:lnTo>
                  <a:pt x="483510" y="26344"/>
                </a:lnTo>
                <a:lnTo>
                  <a:pt x="464169" y="26344"/>
                </a:lnTo>
                <a:lnTo>
                  <a:pt x="453083" y="42962"/>
                </a:lnTo>
                <a:lnTo>
                  <a:pt x="441873" y="26344"/>
                </a:lnTo>
                <a:lnTo>
                  <a:pt x="421920" y="26344"/>
                </a:lnTo>
                <a:lnTo>
                  <a:pt x="442860" y="56500"/>
                </a:lnTo>
                <a:close/>
                <a:moveTo>
                  <a:pt x="491659" y="45881"/>
                </a:moveTo>
                <a:cubicBezTo>
                  <a:pt x="491905" y="41774"/>
                  <a:pt x="492931" y="38367"/>
                  <a:pt x="494738" y="35658"/>
                </a:cubicBezTo>
                <a:cubicBezTo>
                  <a:pt x="496545" y="32947"/>
                  <a:pt x="498844" y="30771"/>
                  <a:pt x="501636" y="29128"/>
                </a:cubicBezTo>
                <a:cubicBezTo>
                  <a:pt x="504428" y="27485"/>
                  <a:pt x="507569" y="26315"/>
                  <a:pt x="511059" y="25617"/>
                </a:cubicBezTo>
                <a:cubicBezTo>
                  <a:pt x="514550" y="24919"/>
                  <a:pt x="518061" y="24570"/>
                  <a:pt x="521592" y="24570"/>
                </a:cubicBezTo>
                <a:cubicBezTo>
                  <a:pt x="524795" y="24570"/>
                  <a:pt x="528038" y="24796"/>
                  <a:pt x="531322" y="25248"/>
                </a:cubicBezTo>
                <a:cubicBezTo>
                  <a:pt x="534608" y="25700"/>
                  <a:pt x="537605" y="26582"/>
                  <a:pt x="540314" y="27897"/>
                </a:cubicBezTo>
                <a:cubicBezTo>
                  <a:pt x="543025" y="29210"/>
                  <a:pt x="545242" y="31037"/>
                  <a:pt x="546966" y="33378"/>
                </a:cubicBezTo>
                <a:cubicBezTo>
                  <a:pt x="548692" y="35718"/>
                  <a:pt x="549554" y="38818"/>
                  <a:pt x="549554" y="42678"/>
                </a:cubicBezTo>
                <a:lnTo>
                  <a:pt x="549554" y="75813"/>
                </a:lnTo>
                <a:cubicBezTo>
                  <a:pt x="549554" y="78688"/>
                  <a:pt x="549719" y="81439"/>
                  <a:pt x="550047" y="84066"/>
                </a:cubicBezTo>
                <a:cubicBezTo>
                  <a:pt x="550375" y="86694"/>
                  <a:pt x="550950" y="88665"/>
                  <a:pt x="551770" y="89979"/>
                </a:cubicBezTo>
                <a:lnTo>
                  <a:pt x="534033" y="89979"/>
                </a:lnTo>
                <a:cubicBezTo>
                  <a:pt x="533704" y="88995"/>
                  <a:pt x="533438" y="87989"/>
                  <a:pt x="533232" y="86963"/>
                </a:cubicBezTo>
                <a:cubicBezTo>
                  <a:pt x="533027" y="85935"/>
                  <a:pt x="532883" y="84888"/>
                  <a:pt x="532802" y="83820"/>
                </a:cubicBezTo>
                <a:cubicBezTo>
                  <a:pt x="530010" y="86695"/>
                  <a:pt x="526725" y="88707"/>
                  <a:pt x="522947" y="89857"/>
                </a:cubicBezTo>
                <a:cubicBezTo>
                  <a:pt x="519169" y="91006"/>
                  <a:pt x="515309" y="91581"/>
                  <a:pt x="511367" y="91581"/>
                </a:cubicBezTo>
                <a:cubicBezTo>
                  <a:pt x="508329" y="91581"/>
                  <a:pt x="505496" y="91211"/>
                  <a:pt x="502867" y="90472"/>
                </a:cubicBezTo>
                <a:cubicBezTo>
                  <a:pt x="500240" y="89733"/>
                  <a:pt x="497940" y="88583"/>
                  <a:pt x="495969" y="87023"/>
                </a:cubicBezTo>
                <a:cubicBezTo>
                  <a:pt x="494000" y="85463"/>
                  <a:pt x="492460" y="83492"/>
                  <a:pt x="491351" y="81112"/>
                </a:cubicBezTo>
                <a:cubicBezTo>
                  <a:pt x="490242" y="78729"/>
                  <a:pt x="489688" y="75896"/>
                  <a:pt x="489688" y="72610"/>
                </a:cubicBezTo>
                <a:cubicBezTo>
                  <a:pt x="489688" y="68998"/>
                  <a:pt x="490324" y="66021"/>
                  <a:pt x="491597" y="63680"/>
                </a:cubicBezTo>
                <a:cubicBezTo>
                  <a:pt x="492871" y="61340"/>
                  <a:pt x="494513" y="59471"/>
                  <a:pt x="496524" y="58075"/>
                </a:cubicBezTo>
                <a:cubicBezTo>
                  <a:pt x="498536" y="56679"/>
                  <a:pt x="500836" y="55633"/>
                  <a:pt x="503422" y="54935"/>
                </a:cubicBezTo>
                <a:cubicBezTo>
                  <a:pt x="506009" y="54237"/>
                  <a:pt x="508617" y="53683"/>
                  <a:pt x="511245" y="53273"/>
                </a:cubicBezTo>
                <a:cubicBezTo>
                  <a:pt x="513872" y="52862"/>
                  <a:pt x="516459" y="52533"/>
                  <a:pt x="519004" y="52286"/>
                </a:cubicBezTo>
                <a:cubicBezTo>
                  <a:pt x="521550" y="52039"/>
                  <a:pt x="523808" y="51670"/>
                  <a:pt x="525780" y="51177"/>
                </a:cubicBezTo>
                <a:cubicBezTo>
                  <a:pt x="527751" y="50685"/>
                  <a:pt x="529311" y="49967"/>
                  <a:pt x="530460" y="49023"/>
                </a:cubicBezTo>
                <a:cubicBezTo>
                  <a:pt x="531610" y="48078"/>
                  <a:pt x="532144" y="46703"/>
                  <a:pt x="532063" y="44896"/>
                </a:cubicBezTo>
                <a:cubicBezTo>
                  <a:pt x="532063" y="43006"/>
                  <a:pt x="531755" y="41507"/>
                  <a:pt x="531138" y="40400"/>
                </a:cubicBezTo>
                <a:cubicBezTo>
                  <a:pt x="530522" y="39291"/>
                  <a:pt x="529700" y="38429"/>
                  <a:pt x="528674" y="37813"/>
                </a:cubicBezTo>
                <a:cubicBezTo>
                  <a:pt x="527648" y="37197"/>
                  <a:pt x="526457" y="36786"/>
                  <a:pt x="525101" y="36580"/>
                </a:cubicBezTo>
                <a:cubicBezTo>
                  <a:pt x="523746" y="36375"/>
                  <a:pt x="522289" y="36272"/>
                  <a:pt x="520729" y="36272"/>
                </a:cubicBezTo>
                <a:cubicBezTo>
                  <a:pt x="517281" y="36272"/>
                  <a:pt x="514571" y="37012"/>
                  <a:pt x="512600" y="38490"/>
                </a:cubicBezTo>
                <a:cubicBezTo>
                  <a:pt x="510629" y="39969"/>
                  <a:pt x="509479" y="42432"/>
                  <a:pt x="509151" y="45881"/>
                </a:cubicBezTo>
                <a:lnTo>
                  <a:pt x="491659" y="45881"/>
                </a:lnTo>
                <a:moveTo>
                  <a:pt x="532063" y="58814"/>
                </a:moveTo>
                <a:cubicBezTo>
                  <a:pt x="531324" y="59472"/>
                  <a:pt x="530400" y="59986"/>
                  <a:pt x="529291" y="60355"/>
                </a:cubicBezTo>
                <a:cubicBezTo>
                  <a:pt x="528182" y="60725"/>
                  <a:pt x="526991" y="61033"/>
                  <a:pt x="525718" y="61280"/>
                </a:cubicBezTo>
                <a:cubicBezTo>
                  <a:pt x="524446" y="61526"/>
                  <a:pt x="523111" y="61731"/>
                  <a:pt x="521714" y="61895"/>
                </a:cubicBezTo>
                <a:cubicBezTo>
                  <a:pt x="520318" y="62059"/>
                  <a:pt x="518922" y="62264"/>
                  <a:pt x="517526" y="62509"/>
                </a:cubicBezTo>
                <a:cubicBezTo>
                  <a:pt x="516213" y="62756"/>
                  <a:pt x="514920" y="63085"/>
                  <a:pt x="513647" y="63496"/>
                </a:cubicBezTo>
                <a:cubicBezTo>
                  <a:pt x="512374" y="63906"/>
                  <a:pt x="511265" y="64460"/>
                  <a:pt x="510320" y="65160"/>
                </a:cubicBezTo>
                <a:cubicBezTo>
                  <a:pt x="509376" y="65857"/>
                  <a:pt x="508617" y="66740"/>
                  <a:pt x="508042" y="67808"/>
                </a:cubicBezTo>
                <a:cubicBezTo>
                  <a:pt x="507467" y="68874"/>
                  <a:pt x="507179" y="70229"/>
                  <a:pt x="507179" y="71872"/>
                </a:cubicBezTo>
                <a:cubicBezTo>
                  <a:pt x="507179" y="73432"/>
                  <a:pt x="507467" y="74745"/>
                  <a:pt x="508042" y="75813"/>
                </a:cubicBezTo>
                <a:cubicBezTo>
                  <a:pt x="508617" y="76881"/>
                  <a:pt x="509397" y="77723"/>
                  <a:pt x="510382" y="78339"/>
                </a:cubicBezTo>
                <a:cubicBezTo>
                  <a:pt x="511368" y="78954"/>
                  <a:pt x="512518" y="79385"/>
                  <a:pt x="513831" y="79632"/>
                </a:cubicBezTo>
                <a:cubicBezTo>
                  <a:pt x="515145" y="79879"/>
                  <a:pt x="516501" y="80003"/>
                  <a:pt x="517897" y="80003"/>
                </a:cubicBezTo>
                <a:cubicBezTo>
                  <a:pt x="521345" y="80003"/>
                  <a:pt x="524013" y="79428"/>
                  <a:pt x="525902" y="78279"/>
                </a:cubicBezTo>
                <a:cubicBezTo>
                  <a:pt x="527791" y="77129"/>
                  <a:pt x="529188" y="75753"/>
                  <a:pt x="530091" y="74151"/>
                </a:cubicBezTo>
                <a:cubicBezTo>
                  <a:pt x="530995" y="72550"/>
                  <a:pt x="531549" y="70928"/>
                  <a:pt x="531755" y="69285"/>
                </a:cubicBezTo>
                <a:cubicBezTo>
                  <a:pt x="531960" y="67642"/>
                  <a:pt x="532063" y="66329"/>
                  <a:pt x="532063" y="65344"/>
                </a:cubicBezTo>
                <a:lnTo>
                  <a:pt x="532063" y="58814"/>
                </a:lnTo>
                <a:close/>
                <a:moveTo>
                  <a:pt x="563279" y="26293"/>
                </a:moveTo>
                <a:lnTo>
                  <a:pt x="563279" y="89979"/>
                </a:lnTo>
                <a:lnTo>
                  <a:pt x="580770" y="89979"/>
                </a:lnTo>
                <a:lnTo>
                  <a:pt x="580770" y="53031"/>
                </a:lnTo>
                <a:cubicBezTo>
                  <a:pt x="580770" y="49910"/>
                  <a:pt x="581222" y="47386"/>
                  <a:pt x="582126" y="45456"/>
                </a:cubicBezTo>
                <a:cubicBezTo>
                  <a:pt x="583029" y="43526"/>
                  <a:pt x="584117" y="42048"/>
                  <a:pt x="585391" y="41022"/>
                </a:cubicBezTo>
                <a:cubicBezTo>
                  <a:pt x="586664" y="39996"/>
                  <a:pt x="587977" y="39298"/>
                  <a:pt x="589332" y="38928"/>
                </a:cubicBezTo>
                <a:cubicBezTo>
                  <a:pt x="590687" y="38558"/>
                  <a:pt x="591775" y="38374"/>
                  <a:pt x="592597" y="38374"/>
                </a:cubicBezTo>
                <a:cubicBezTo>
                  <a:pt x="595389" y="38374"/>
                  <a:pt x="597503" y="38846"/>
                  <a:pt x="598940" y="39791"/>
                </a:cubicBezTo>
                <a:cubicBezTo>
                  <a:pt x="600378" y="40734"/>
                  <a:pt x="601404" y="41986"/>
                  <a:pt x="602019" y="43546"/>
                </a:cubicBezTo>
                <a:cubicBezTo>
                  <a:pt x="602636" y="45106"/>
                  <a:pt x="602985" y="46810"/>
                  <a:pt x="603066" y="48659"/>
                </a:cubicBezTo>
                <a:cubicBezTo>
                  <a:pt x="603149" y="50506"/>
                  <a:pt x="603190" y="52373"/>
                  <a:pt x="603190" y="54262"/>
                </a:cubicBezTo>
                <a:lnTo>
                  <a:pt x="603190" y="89979"/>
                </a:lnTo>
                <a:lnTo>
                  <a:pt x="620682" y="89979"/>
                </a:lnTo>
                <a:lnTo>
                  <a:pt x="620682" y="54508"/>
                </a:lnTo>
                <a:cubicBezTo>
                  <a:pt x="620682" y="52537"/>
                  <a:pt x="620825" y="50587"/>
                  <a:pt x="621112" y="48659"/>
                </a:cubicBezTo>
                <a:cubicBezTo>
                  <a:pt x="621400" y="46729"/>
                  <a:pt x="621975" y="45005"/>
                  <a:pt x="622837" y="43486"/>
                </a:cubicBezTo>
                <a:cubicBezTo>
                  <a:pt x="623700" y="41966"/>
                  <a:pt x="624890" y="40734"/>
                  <a:pt x="626409" y="39791"/>
                </a:cubicBezTo>
                <a:cubicBezTo>
                  <a:pt x="627929" y="38846"/>
                  <a:pt x="629920" y="38374"/>
                  <a:pt x="632384" y="38374"/>
                </a:cubicBezTo>
                <a:cubicBezTo>
                  <a:pt x="634847" y="38374"/>
                  <a:pt x="636797" y="38785"/>
                  <a:pt x="638233" y="39607"/>
                </a:cubicBezTo>
                <a:cubicBezTo>
                  <a:pt x="639670" y="40427"/>
                  <a:pt x="640759" y="41536"/>
                  <a:pt x="641498" y="42932"/>
                </a:cubicBezTo>
                <a:cubicBezTo>
                  <a:pt x="642237" y="44326"/>
                  <a:pt x="642689" y="45968"/>
                  <a:pt x="642853" y="47858"/>
                </a:cubicBezTo>
                <a:cubicBezTo>
                  <a:pt x="643017" y="49746"/>
                  <a:pt x="643099" y="51757"/>
                  <a:pt x="643099" y="53891"/>
                </a:cubicBezTo>
                <a:lnTo>
                  <a:pt x="643099" y="89979"/>
                </a:lnTo>
                <a:lnTo>
                  <a:pt x="660593" y="89979"/>
                </a:lnTo>
                <a:lnTo>
                  <a:pt x="660593" y="47339"/>
                </a:lnTo>
                <a:cubicBezTo>
                  <a:pt x="660593" y="43232"/>
                  <a:pt x="660017" y="39719"/>
                  <a:pt x="658867" y="36802"/>
                </a:cubicBezTo>
                <a:cubicBezTo>
                  <a:pt x="657718" y="33885"/>
                  <a:pt x="656117" y="31523"/>
                  <a:pt x="654063" y="29716"/>
                </a:cubicBezTo>
                <a:cubicBezTo>
                  <a:pt x="652010" y="27908"/>
                  <a:pt x="649547" y="26594"/>
                  <a:pt x="646672" y="25773"/>
                </a:cubicBezTo>
                <a:cubicBezTo>
                  <a:pt x="643799" y="24951"/>
                  <a:pt x="640679" y="24540"/>
                  <a:pt x="637312" y="24540"/>
                </a:cubicBezTo>
                <a:cubicBezTo>
                  <a:pt x="632878" y="24540"/>
                  <a:pt x="629038" y="25611"/>
                  <a:pt x="625794" y="27752"/>
                </a:cubicBezTo>
                <a:cubicBezTo>
                  <a:pt x="622550" y="29892"/>
                  <a:pt x="619984" y="32362"/>
                  <a:pt x="618095" y="35161"/>
                </a:cubicBezTo>
                <a:cubicBezTo>
                  <a:pt x="616371" y="31209"/>
                  <a:pt x="613846" y="28451"/>
                  <a:pt x="610519" y="26887"/>
                </a:cubicBezTo>
                <a:cubicBezTo>
                  <a:pt x="607193" y="25322"/>
                  <a:pt x="603518" y="24540"/>
                  <a:pt x="599495" y="24540"/>
                </a:cubicBezTo>
                <a:cubicBezTo>
                  <a:pt x="595307" y="24540"/>
                  <a:pt x="591591" y="25446"/>
                  <a:pt x="588347" y="27258"/>
                </a:cubicBezTo>
                <a:cubicBezTo>
                  <a:pt x="585103" y="29068"/>
                  <a:pt x="582331" y="31621"/>
                  <a:pt x="580032" y="34915"/>
                </a:cubicBezTo>
                <a:lnTo>
                  <a:pt x="579786" y="34915"/>
                </a:lnTo>
                <a:lnTo>
                  <a:pt x="579786" y="26293"/>
                </a:lnTo>
                <a:lnTo>
                  <a:pt x="563279" y="26293"/>
                </a:lnTo>
                <a:close/>
                <a:moveTo>
                  <a:pt x="705875" y="78552"/>
                </a:moveTo>
                <a:cubicBezTo>
                  <a:pt x="703082" y="78552"/>
                  <a:pt x="700700" y="77977"/>
                  <a:pt x="698729" y="76828"/>
                </a:cubicBezTo>
                <a:cubicBezTo>
                  <a:pt x="696759" y="75678"/>
                  <a:pt x="695179" y="74178"/>
                  <a:pt x="693987" y="72330"/>
                </a:cubicBezTo>
                <a:cubicBezTo>
                  <a:pt x="692797" y="70482"/>
                  <a:pt x="691934" y="68326"/>
                  <a:pt x="691401" y="65862"/>
                </a:cubicBezTo>
                <a:cubicBezTo>
                  <a:pt x="690867" y="63398"/>
                  <a:pt x="690600" y="60892"/>
                  <a:pt x="690600" y="58346"/>
                </a:cubicBezTo>
                <a:cubicBezTo>
                  <a:pt x="690600" y="55718"/>
                  <a:pt x="690846" y="53173"/>
                  <a:pt x="691339" y="50709"/>
                </a:cubicBezTo>
                <a:cubicBezTo>
                  <a:pt x="691831" y="48245"/>
                  <a:pt x="692673" y="46068"/>
                  <a:pt x="693863" y="44180"/>
                </a:cubicBezTo>
                <a:cubicBezTo>
                  <a:pt x="695055" y="42290"/>
                  <a:pt x="696615" y="40750"/>
                  <a:pt x="698545" y="39560"/>
                </a:cubicBezTo>
                <a:cubicBezTo>
                  <a:pt x="700475" y="38368"/>
                  <a:pt x="702877" y="37772"/>
                  <a:pt x="705751" y="37772"/>
                </a:cubicBezTo>
                <a:cubicBezTo>
                  <a:pt x="708544" y="37772"/>
                  <a:pt x="710906" y="38368"/>
                  <a:pt x="712835" y="39560"/>
                </a:cubicBezTo>
                <a:cubicBezTo>
                  <a:pt x="714765" y="40750"/>
                  <a:pt x="716346" y="42311"/>
                  <a:pt x="717578" y="44242"/>
                </a:cubicBezTo>
                <a:cubicBezTo>
                  <a:pt x="718809" y="46171"/>
                  <a:pt x="719692" y="48368"/>
                  <a:pt x="720226" y="50831"/>
                </a:cubicBezTo>
                <a:cubicBezTo>
                  <a:pt x="720760" y="53295"/>
                  <a:pt x="721027" y="55800"/>
                  <a:pt x="721027" y="58346"/>
                </a:cubicBezTo>
                <a:cubicBezTo>
                  <a:pt x="721027" y="60892"/>
                  <a:pt x="720780" y="63398"/>
                  <a:pt x="720288" y="65862"/>
                </a:cubicBezTo>
                <a:cubicBezTo>
                  <a:pt x="719796" y="68326"/>
                  <a:pt x="718953" y="70482"/>
                  <a:pt x="717762" y="72330"/>
                </a:cubicBezTo>
                <a:cubicBezTo>
                  <a:pt x="716571" y="74178"/>
                  <a:pt x="715011" y="75678"/>
                  <a:pt x="713082" y="76828"/>
                </a:cubicBezTo>
                <a:cubicBezTo>
                  <a:pt x="711152" y="77977"/>
                  <a:pt x="708750" y="78552"/>
                  <a:pt x="705875" y="78552"/>
                </a:cubicBezTo>
                <a:moveTo>
                  <a:pt x="673725" y="26305"/>
                </a:moveTo>
                <a:lnTo>
                  <a:pt x="673725" y="112234"/>
                </a:lnTo>
                <a:lnTo>
                  <a:pt x="691216" y="112234"/>
                </a:lnTo>
                <a:lnTo>
                  <a:pt x="691216" y="82140"/>
                </a:lnTo>
                <a:lnTo>
                  <a:pt x="691463" y="82140"/>
                </a:lnTo>
                <a:cubicBezTo>
                  <a:pt x="693598" y="85274"/>
                  <a:pt x="696328" y="87644"/>
                  <a:pt x="699654" y="89252"/>
                </a:cubicBezTo>
                <a:cubicBezTo>
                  <a:pt x="702980" y="90860"/>
                  <a:pt x="706613" y="91664"/>
                  <a:pt x="710556" y="91664"/>
                </a:cubicBezTo>
                <a:cubicBezTo>
                  <a:pt x="715237" y="91664"/>
                  <a:pt x="719323" y="90759"/>
                  <a:pt x="722812" y="88949"/>
                </a:cubicBezTo>
                <a:cubicBezTo>
                  <a:pt x="726302" y="87140"/>
                  <a:pt x="729217" y="84713"/>
                  <a:pt x="731558" y="81670"/>
                </a:cubicBezTo>
                <a:cubicBezTo>
                  <a:pt x="733899" y="78626"/>
                  <a:pt x="735644" y="75130"/>
                  <a:pt x="736793" y="71182"/>
                </a:cubicBezTo>
                <a:cubicBezTo>
                  <a:pt x="737943" y="67233"/>
                  <a:pt x="738518" y="63120"/>
                  <a:pt x="738518" y="58842"/>
                </a:cubicBezTo>
                <a:cubicBezTo>
                  <a:pt x="738518" y="54317"/>
                  <a:pt x="737943" y="49978"/>
                  <a:pt x="736793" y="45824"/>
                </a:cubicBezTo>
                <a:cubicBezTo>
                  <a:pt x="735644" y="41670"/>
                  <a:pt x="733878" y="38031"/>
                  <a:pt x="731496" y="34906"/>
                </a:cubicBezTo>
                <a:cubicBezTo>
                  <a:pt x="729115" y="31779"/>
                  <a:pt x="726118" y="29270"/>
                  <a:pt x="722504" y="27378"/>
                </a:cubicBezTo>
                <a:cubicBezTo>
                  <a:pt x="718891" y="25486"/>
                  <a:pt x="714580" y="24540"/>
                  <a:pt x="709571" y="24540"/>
                </a:cubicBezTo>
                <a:cubicBezTo>
                  <a:pt x="705628" y="24540"/>
                  <a:pt x="702015" y="25323"/>
                  <a:pt x="698729" y="26889"/>
                </a:cubicBezTo>
                <a:cubicBezTo>
                  <a:pt x="695445" y="28456"/>
                  <a:pt x="692735" y="30971"/>
                  <a:pt x="690600" y="34434"/>
                </a:cubicBezTo>
                <a:lnTo>
                  <a:pt x="690354" y="34434"/>
                </a:lnTo>
                <a:lnTo>
                  <a:pt x="690354" y="26305"/>
                </a:lnTo>
                <a:lnTo>
                  <a:pt x="673725" y="26305"/>
                </a:lnTo>
                <a:close/>
                <a:moveTo>
                  <a:pt x="749198" y="2045"/>
                </a:moveTo>
                <a:lnTo>
                  <a:pt x="749198" y="89979"/>
                </a:lnTo>
                <a:lnTo>
                  <a:pt x="766689" y="89979"/>
                </a:lnTo>
                <a:lnTo>
                  <a:pt x="766689" y="2045"/>
                </a:lnTo>
                <a:lnTo>
                  <a:pt x="749198" y="2045"/>
                </a:lnTo>
                <a:close/>
                <a:moveTo>
                  <a:pt x="822940" y="51365"/>
                </a:moveTo>
                <a:lnTo>
                  <a:pt x="794487" y="51365"/>
                </a:lnTo>
                <a:cubicBezTo>
                  <a:pt x="794568" y="50130"/>
                  <a:pt x="794835" y="48729"/>
                  <a:pt x="795286" y="47164"/>
                </a:cubicBezTo>
                <a:cubicBezTo>
                  <a:pt x="795738" y="45598"/>
                  <a:pt x="796519" y="44115"/>
                  <a:pt x="797628" y="42715"/>
                </a:cubicBezTo>
                <a:cubicBezTo>
                  <a:pt x="798737" y="41315"/>
                  <a:pt x="800215" y="40140"/>
                  <a:pt x="802062" y="39193"/>
                </a:cubicBezTo>
                <a:cubicBezTo>
                  <a:pt x="803910" y="38246"/>
                  <a:pt x="806230" y="37772"/>
                  <a:pt x="809022" y="37772"/>
                </a:cubicBezTo>
                <a:cubicBezTo>
                  <a:pt x="813292" y="37772"/>
                  <a:pt x="816474" y="38926"/>
                  <a:pt x="818568" y="41232"/>
                </a:cubicBezTo>
                <a:cubicBezTo>
                  <a:pt x="820662" y="43539"/>
                  <a:pt x="822119" y="46917"/>
                  <a:pt x="822940" y="51365"/>
                </a:cubicBezTo>
                <a:moveTo>
                  <a:pt x="794487" y="62432"/>
                </a:moveTo>
                <a:lnTo>
                  <a:pt x="840433" y="62432"/>
                </a:lnTo>
                <a:cubicBezTo>
                  <a:pt x="840762" y="57495"/>
                  <a:pt x="840351" y="52764"/>
                  <a:pt x="839200" y="48238"/>
                </a:cubicBezTo>
                <a:cubicBezTo>
                  <a:pt x="838051" y="43712"/>
                  <a:pt x="836183" y="39680"/>
                  <a:pt x="833596" y="36143"/>
                </a:cubicBezTo>
                <a:cubicBezTo>
                  <a:pt x="831009" y="32604"/>
                  <a:pt x="827704" y="29786"/>
                  <a:pt x="823679" y="27688"/>
                </a:cubicBezTo>
                <a:cubicBezTo>
                  <a:pt x="819655" y="25589"/>
                  <a:pt x="814934" y="24540"/>
                  <a:pt x="809514" y="24540"/>
                </a:cubicBezTo>
                <a:cubicBezTo>
                  <a:pt x="804669" y="24540"/>
                  <a:pt x="800255" y="25404"/>
                  <a:pt x="796273" y="27132"/>
                </a:cubicBezTo>
                <a:cubicBezTo>
                  <a:pt x="792290" y="28859"/>
                  <a:pt x="788862" y="31223"/>
                  <a:pt x="785988" y="34225"/>
                </a:cubicBezTo>
                <a:cubicBezTo>
                  <a:pt x="783113" y="37228"/>
                  <a:pt x="780896" y="40786"/>
                  <a:pt x="779336" y="44899"/>
                </a:cubicBezTo>
                <a:cubicBezTo>
                  <a:pt x="777776" y="49012"/>
                  <a:pt x="776996" y="53454"/>
                  <a:pt x="776996" y="58226"/>
                </a:cubicBezTo>
                <a:cubicBezTo>
                  <a:pt x="776996" y="63160"/>
                  <a:pt x="777755" y="67684"/>
                  <a:pt x="779274" y="71798"/>
                </a:cubicBezTo>
                <a:cubicBezTo>
                  <a:pt x="780794" y="75911"/>
                  <a:pt x="782949" y="79448"/>
                  <a:pt x="785741" y="82410"/>
                </a:cubicBezTo>
                <a:cubicBezTo>
                  <a:pt x="788533" y="85371"/>
                  <a:pt x="791941" y="87654"/>
                  <a:pt x="795964" y="89258"/>
                </a:cubicBezTo>
                <a:cubicBezTo>
                  <a:pt x="799988" y="90862"/>
                  <a:pt x="804505" y="91664"/>
                  <a:pt x="809514" y="91664"/>
                </a:cubicBezTo>
                <a:cubicBezTo>
                  <a:pt x="816741" y="91664"/>
                  <a:pt x="822899" y="90023"/>
                  <a:pt x="827991" y="86741"/>
                </a:cubicBezTo>
                <a:cubicBezTo>
                  <a:pt x="833083" y="83459"/>
                  <a:pt x="836861" y="78003"/>
                  <a:pt x="839324" y="70372"/>
                </a:cubicBezTo>
                <a:lnTo>
                  <a:pt x="823927" y="70372"/>
                </a:lnTo>
                <a:cubicBezTo>
                  <a:pt x="823352" y="72325"/>
                  <a:pt x="821791" y="74177"/>
                  <a:pt x="819245" y="75928"/>
                </a:cubicBezTo>
                <a:cubicBezTo>
                  <a:pt x="816700" y="77677"/>
                  <a:pt x="813662" y="78552"/>
                  <a:pt x="810131" y="78552"/>
                </a:cubicBezTo>
                <a:cubicBezTo>
                  <a:pt x="805204" y="78552"/>
                  <a:pt x="801426" y="77280"/>
                  <a:pt x="798797" y="74738"/>
                </a:cubicBezTo>
                <a:cubicBezTo>
                  <a:pt x="796169" y="72194"/>
                  <a:pt x="794733" y="68092"/>
                  <a:pt x="794487" y="62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18146-9E02-4C0B-AB27-CBF394D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892" y="2613572"/>
            <a:ext cx="130036" cy="527916"/>
          </a:xfrm>
          <a:custGeom xmlns:a="http://schemas.openxmlformats.org/drawingml/2006/main">
            <a:pathLst>
              <a:path w="130036" h="527916">
                <a:moveTo>
                  <a:pt x="76494" y="0"/>
                </a:moveTo>
                <a:lnTo>
                  <a:pt x="53541" y="0"/>
                </a:lnTo>
                <a:lnTo>
                  <a:pt x="53541" y="462690"/>
                </a:lnTo>
                <a:lnTo>
                  <a:pt x="21377" y="407551"/>
                </a:lnTo>
                <a:lnTo>
                  <a:pt x="19709" y="405348"/>
                </a:lnTo>
                <a:lnTo>
                  <a:pt x="17551" y="403603"/>
                </a:lnTo>
                <a:lnTo>
                  <a:pt x="15042" y="402425"/>
                </a:lnTo>
                <a:lnTo>
                  <a:pt x="12333" y="401889"/>
                </a:lnTo>
                <a:lnTo>
                  <a:pt x="9564" y="402012"/>
                </a:lnTo>
                <a:lnTo>
                  <a:pt x="6916" y="402792"/>
                </a:lnTo>
                <a:lnTo>
                  <a:pt x="4529" y="404185"/>
                </a:lnTo>
                <a:lnTo>
                  <a:pt x="2540" y="406113"/>
                </a:lnTo>
                <a:lnTo>
                  <a:pt x="1071" y="408454"/>
                </a:lnTo>
                <a:lnTo>
                  <a:pt x="214" y="411086"/>
                </a:lnTo>
                <a:lnTo>
                  <a:pt x="0" y="413840"/>
                </a:lnTo>
                <a:lnTo>
                  <a:pt x="459" y="416564"/>
                </a:lnTo>
                <a:lnTo>
                  <a:pt x="1545" y="419104"/>
                </a:lnTo>
                <a:lnTo>
                  <a:pt x="65018" y="527916"/>
                </a:lnTo>
                <a:lnTo>
                  <a:pt x="128490" y="419104"/>
                </a:lnTo>
                <a:lnTo>
                  <a:pt x="129577" y="416564"/>
                </a:lnTo>
                <a:lnTo>
                  <a:pt x="130036" y="413840"/>
                </a:lnTo>
                <a:lnTo>
                  <a:pt x="129837" y="411086"/>
                </a:lnTo>
                <a:lnTo>
                  <a:pt x="128965" y="408454"/>
                </a:lnTo>
                <a:lnTo>
                  <a:pt x="127496" y="406113"/>
                </a:lnTo>
                <a:lnTo>
                  <a:pt x="125506" y="404185"/>
                </a:lnTo>
                <a:lnTo>
                  <a:pt x="123119" y="402792"/>
                </a:lnTo>
                <a:lnTo>
                  <a:pt x="120472" y="402012"/>
                </a:lnTo>
                <a:lnTo>
                  <a:pt x="117702" y="401889"/>
                </a:lnTo>
                <a:lnTo>
                  <a:pt x="114994" y="402425"/>
                </a:lnTo>
                <a:lnTo>
                  <a:pt x="112484" y="403603"/>
                </a:lnTo>
                <a:lnTo>
                  <a:pt x="110327" y="405348"/>
                </a:lnTo>
                <a:lnTo>
                  <a:pt x="108659" y="407551"/>
                </a:lnTo>
                <a:lnTo>
                  <a:pt x="76494" y="462690"/>
                </a:lnTo>
                <a:lnTo>
                  <a:pt x="764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CodeConversionDataset">
            <a:extLst xmlns:a="http://schemas.openxmlformats.org/drawingml/2006/main">
              <a:ext uri="{FF2B5EF4-FFF2-40B4-BE49-F238E27FC236}">
                <a16:creationId xmlns:a16="http://schemas.microsoft.com/office/drawing/2014/main" id="{19D630E6-34ED-4FC0-ABAC-86DF67A7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62" y="5759947"/>
            <a:ext cx="1491402" cy="91904"/>
          </a:xfrm>
          <a:custGeom xmlns:a="http://schemas.openxmlformats.org/drawingml/2006/main">
            <a:pathLst>
              <a:path w="1491402" h="91904">
                <a:moveTo>
                  <a:pt x="62453" y="31637"/>
                </a:moveTo>
                <a:lnTo>
                  <a:pt x="81177" y="31637"/>
                </a:lnTo>
                <a:cubicBezTo>
                  <a:pt x="80602" y="26546"/>
                  <a:pt x="79206" y="22031"/>
                  <a:pt x="76988" y="18091"/>
                </a:cubicBezTo>
                <a:cubicBezTo>
                  <a:pt x="74771" y="14150"/>
                  <a:pt x="71959" y="10847"/>
                  <a:pt x="68550" y="8182"/>
                </a:cubicBezTo>
                <a:cubicBezTo>
                  <a:pt x="65142" y="5515"/>
                  <a:pt x="61282" y="3485"/>
                  <a:pt x="56970" y="2092"/>
                </a:cubicBezTo>
                <a:cubicBezTo>
                  <a:pt x="52660" y="697"/>
                  <a:pt x="48082" y="0"/>
                  <a:pt x="43238" y="0"/>
                </a:cubicBezTo>
                <a:cubicBezTo>
                  <a:pt x="36504" y="0"/>
                  <a:pt x="30447" y="1189"/>
                  <a:pt x="25068" y="3567"/>
                </a:cubicBezTo>
                <a:cubicBezTo>
                  <a:pt x="19690" y="5946"/>
                  <a:pt x="15153" y="9227"/>
                  <a:pt x="11456" y="13411"/>
                </a:cubicBezTo>
                <a:cubicBezTo>
                  <a:pt x="7761" y="17594"/>
                  <a:pt x="4928" y="22494"/>
                  <a:pt x="2957" y="28113"/>
                </a:cubicBezTo>
                <a:cubicBezTo>
                  <a:pt x="986" y="33732"/>
                  <a:pt x="0" y="39821"/>
                  <a:pt x="0" y="46382"/>
                </a:cubicBezTo>
                <a:cubicBezTo>
                  <a:pt x="0" y="52781"/>
                  <a:pt x="986" y="58748"/>
                  <a:pt x="2957" y="64284"/>
                </a:cubicBezTo>
                <a:cubicBezTo>
                  <a:pt x="4928" y="69820"/>
                  <a:pt x="7761" y="74638"/>
                  <a:pt x="11456" y="78740"/>
                </a:cubicBezTo>
                <a:cubicBezTo>
                  <a:pt x="15153" y="82841"/>
                  <a:pt x="19690" y="86060"/>
                  <a:pt x="25068" y="88399"/>
                </a:cubicBezTo>
                <a:cubicBezTo>
                  <a:pt x="30447" y="90736"/>
                  <a:pt x="36504" y="91904"/>
                  <a:pt x="43238" y="91904"/>
                </a:cubicBezTo>
                <a:cubicBezTo>
                  <a:pt x="48657" y="91904"/>
                  <a:pt x="53625" y="91084"/>
                  <a:pt x="58141" y="89444"/>
                </a:cubicBezTo>
                <a:cubicBezTo>
                  <a:pt x="62658" y="87802"/>
                  <a:pt x="66601" y="85423"/>
                  <a:pt x="69968" y="82307"/>
                </a:cubicBezTo>
                <a:cubicBezTo>
                  <a:pt x="73334" y="79189"/>
                  <a:pt x="76044" y="75414"/>
                  <a:pt x="78097" y="70981"/>
                </a:cubicBezTo>
                <a:cubicBezTo>
                  <a:pt x="80150" y="66547"/>
                  <a:pt x="81424" y="61580"/>
                  <a:pt x="81916" y="56077"/>
                </a:cubicBezTo>
                <a:lnTo>
                  <a:pt x="63192" y="56077"/>
                </a:lnTo>
                <a:cubicBezTo>
                  <a:pt x="62454" y="61989"/>
                  <a:pt x="60421" y="66752"/>
                  <a:pt x="57094" y="70366"/>
                </a:cubicBezTo>
                <a:cubicBezTo>
                  <a:pt x="53769" y="73979"/>
                  <a:pt x="49150" y="75785"/>
                  <a:pt x="43238" y="75785"/>
                </a:cubicBezTo>
                <a:cubicBezTo>
                  <a:pt x="38885" y="75785"/>
                  <a:pt x="35189" y="74944"/>
                  <a:pt x="32150" y="73262"/>
                </a:cubicBezTo>
                <a:cubicBezTo>
                  <a:pt x="29112" y="71581"/>
                  <a:pt x="26648" y="69346"/>
                  <a:pt x="24760" y="66558"/>
                </a:cubicBezTo>
                <a:cubicBezTo>
                  <a:pt x="22871" y="63769"/>
                  <a:pt x="21496" y="60632"/>
                  <a:pt x="20634" y="57147"/>
                </a:cubicBezTo>
                <a:cubicBezTo>
                  <a:pt x="19772" y="53661"/>
                  <a:pt x="19341" y="50072"/>
                  <a:pt x="19341" y="46381"/>
                </a:cubicBezTo>
                <a:cubicBezTo>
                  <a:pt x="19341" y="42526"/>
                  <a:pt x="19772" y="38795"/>
                  <a:pt x="20634" y="35186"/>
                </a:cubicBezTo>
                <a:cubicBezTo>
                  <a:pt x="21496" y="31577"/>
                  <a:pt x="22871" y="28358"/>
                  <a:pt x="24760" y="25529"/>
                </a:cubicBezTo>
                <a:cubicBezTo>
                  <a:pt x="26648" y="22699"/>
                  <a:pt x="29112" y="20444"/>
                  <a:pt x="32150" y="18762"/>
                </a:cubicBezTo>
                <a:cubicBezTo>
                  <a:pt x="35189" y="17080"/>
                  <a:pt x="38885" y="16240"/>
                  <a:pt x="43238" y="16240"/>
                </a:cubicBezTo>
                <a:cubicBezTo>
                  <a:pt x="45619" y="16240"/>
                  <a:pt x="47897" y="16630"/>
                  <a:pt x="50072" y="17411"/>
                </a:cubicBezTo>
                <a:cubicBezTo>
                  <a:pt x="52249" y="18190"/>
                  <a:pt x="54199" y="19278"/>
                  <a:pt x="55923" y="20674"/>
                </a:cubicBezTo>
                <a:cubicBezTo>
                  <a:pt x="57649" y="22069"/>
                  <a:pt x="59086" y="23692"/>
                  <a:pt x="60235" y="25540"/>
                </a:cubicBezTo>
                <a:cubicBezTo>
                  <a:pt x="61385" y="27387"/>
                  <a:pt x="62125" y="29419"/>
                  <a:pt x="62453" y="31637"/>
                </a:cubicBezTo>
                <a:close/>
                <a:moveTo>
                  <a:pt x="108538" y="58224"/>
                </a:moveTo>
                <a:cubicBezTo>
                  <a:pt x="108538" y="55678"/>
                  <a:pt x="108784" y="53173"/>
                  <a:pt x="109277" y="50709"/>
                </a:cubicBezTo>
                <a:cubicBezTo>
                  <a:pt x="109769" y="48245"/>
                  <a:pt x="110610" y="46068"/>
                  <a:pt x="111801" y="44180"/>
                </a:cubicBezTo>
                <a:cubicBezTo>
                  <a:pt x="112993" y="42290"/>
                  <a:pt x="114574" y="40750"/>
                  <a:pt x="116545" y="39560"/>
                </a:cubicBezTo>
                <a:cubicBezTo>
                  <a:pt x="118516" y="38368"/>
                  <a:pt x="120980" y="37772"/>
                  <a:pt x="123935" y="37772"/>
                </a:cubicBezTo>
                <a:cubicBezTo>
                  <a:pt x="126893" y="37772"/>
                  <a:pt x="129377" y="38368"/>
                  <a:pt x="131388" y="39560"/>
                </a:cubicBezTo>
                <a:cubicBezTo>
                  <a:pt x="133400" y="40750"/>
                  <a:pt x="135002" y="42290"/>
                  <a:pt x="136192" y="44180"/>
                </a:cubicBezTo>
                <a:cubicBezTo>
                  <a:pt x="137384" y="46068"/>
                  <a:pt x="138226" y="48245"/>
                  <a:pt x="138718" y="50709"/>
                </a:cubicBezTo>
                <a:cubicBezTo>
                  <a:pt x="139211" y="53173"/>
                  <a:pt x="139457" y="55678"/>
                  <a:pt x="139457" y="58224"/>
                </a:cubicBezTo>
                <a:cubicBezTo>
                  <a:pt x="139457" y="60770"/>
                  <a:pt x="139211" y="63255"/>
                  <a:pt x="138718" y="65678"/>
                </a:cubicBezTo>
                <a:cubicBezTo>
                  <a:pt x="138226" y="68100"/>
                  <a:pt x="137384" y="70277"/>
                  <a:pt x="136192" y="72208"/>
                </a:cubicBezTo>
                <a:cubicBezTo>
                  <a:pt x="135002" y="74138"/>
                  <a:pt x="133400" y="75678"/>
                  <a:pt x="131388" y="76828"/>
                </a:cubicBezTo>
                <a:cubicBezTo>
                  <a:pt x="129377" y="77977"/>
                  <a:pt x="126893" y="78552"/>
                  <a:pt x="123935" y="78552"/>
                </a:cubicBezTo>
                <a:cubicBezTo>
                  <a:pt x="120980" y="78552"/>
                  <a:pt x="118516" y="77977"/>
                  <a:pt x="116545" y="76828"/>
                </a:cubicBezTo>
                <a:cubicBezTo>
                  <a:pt x="114574" y="75678"/>
                  <a:pt x="112993" y="74138"/>
                  <a:pt x="111801" y="72208"/>
                </a:cubicBezTo>
                <a:cubicBezTo>
                  <a:pt x="110610" y="70277"/>
                  <a:pt x="109769" y="68100"/>
                  <a:pt x="109277" y="65678"/>
                </a:cubicBezTo>
                <a:cubicBezTo>
                  <a:pt x="108784" y="63255"/>
                  <a:pt x="108538" y="60770"/>
                  <a:pt x="108538" y="58224"/>
                </a:cubicBezTo>
                <a:moveTo>
                  <a:pt x="91047" y="58226"/>
                </a:moveTo>
                <a:cubicBezTo>
                  <a:pt x="91047" y="63326"/>
                  <a:pt x="91827" y="67932"/>
                  <a:pt x="93387" y="72044"/>
                </a:cubicBezTo>
                <a:cubicBezTo>
                  <a:pt x="94947" y="76157"/>
                  <a:pt x="97164" y="79674"/>
                  <a:pt x="100038" y="82595"/>
                </a:cubicBezTo>
                <a:cubicBezTo>
                  <a:pt x="102913" y="85514"/>
                  <a:pt x="106362" y="87756"/>
                  <a:pt x="110386" y="89320"/>
                </a:cubicBezTo>
                <a:cubicBezTo>
                  <a:pt x="114410" y="90882"/>
                  <a:pt x="118927" y="91664"/>
                  <a:pt x="123935" y="91664"/>
                </a:cubicBezTo>
                <a:cubicBezTo>
                  <a:pt x="128945" y="91664"/>
                  <a:pt x="133483" y="90882"/>
                  <a:pt x="137547" y="89320"/>
                </a:cubicBezTo>
                <a:cubicBezTo>
                  <a:pt x="141612" y="87756"/>
                  <a:pt x="145082" y="85514"/>
                  <a:pt x="147957" y="82595"/>
                </a:cubicBezTo>
                <a:cubicBezTo>
                  <a:pt x="150831" y="79674"/>
                  <a:pt x="153048" y="76157"/>
                  <a:pt x="154608" y="72044"/>
                </a:cubicBezTo>
                <a:cubicBezTo>
                  <a:pt x="156168" y="67932"/>
                  <a:pt x="156948" y="63326"/>
                  <a:pt x="156948" y="58226"/>
                </a:cubicBezTo>
                <a:cubicBezTo>
                  <a:pt x="156948" y="53126"/>
                  <a:pt x="156168" y="48499"/>
                  <a:pt x="154608" y="44345"/>
                </a:cubicBezTo>
                <a:cubicBezTo>
                  <a:pt x="153048" y="40190"/>
                  <a:pt x="150831" y="36653"/>
                  <a:pt x="147957" y="33733"/>
                </a:cubicBezTo>
                <a:cubicBezTo>
                  <a:pt x="145082" y="30812"/>
                  <a:pt x="141612" y="28550"/>
                  <a:pt x="137547" y="26946"/>
                </a:cubicBezTo>
                <a:cubicBezTo>
                  <a:pt x="133483" y="25342"/>
                  <a:pt x="128945" y="24540"/>
                  <a:pt x="123935" y="24540"/>
                </a:cubicBezTo>
                <a:cubicBezTo>
                  <a:pt x="118927" y="24540"/>
                  <a:pt x="114410" y="25342"/>
                  <a:pt x="110386" y="26946"/>
                </a:cubicBezTo>
                <a:cubicBezTo>
                  <a:pt x="106362" y="28550"/>
                  <a:pt x="102913" y="30812"/>
                  <a:pt x="100038" y="33733"/>
                </a:cubicBezTo>
                <a:cubicBezTo>
                  <a:pt x="97164" y="36653"/>
                  <a:pt x="94947" y="40190"/>
                  <a:pt x="93387" y="44345"/>
                </a:cubicBezTo>
                <a:cubicBezTo>
                  <a:pt x="91827" y="48499"/>
                  <a:pt x="91047" y="53126"/>
                  <a:pt x="91047" y="58226"/>
                </a:cubicBezTo>
                <a:close/>
                <a:moveTo>
                  <a:pt x="213205" y="57978"/>
                </a:moveTo>
                <a:cubicBezTo>
                  <a:pt x="213205" y="60605"/>
                  <a:pt x="212959" y="63152"/>
                  <a:pt x="212467" y="65616"/>
                </a:cubicBezTo>
                <a:cubicBezTo>
                  <a:pt x="211974" y="68080"/>
                  <a:pt x="211153" y="70277"/>
                  <a:pt x="210003" y="72208"/>
                </a:cubicBezTo>
                <a:cubicBezTo>
                  <a:pt x="208852" y="74138"/>
                  <a:pt x="207312" y="75678"/>
                  <a:pt x="205382" y="76828"/>
                </a:cubicBezTo>
                <a:cubicBezTo>
                  <a:pt x="203453" y="77977"/>
                  <a:pt x="201051" y="78552"/>
                  <a:pt x="198176" y="78552"/>
                </a:cubicBezTo>
                <a:cubicBezTo>
                  <a:pt x="195467" y="78552"/>
                  <a:pt x="193147" y="77956"/>
                  <a:pt x="191216" y="76766"/>
                </a:cubicBezTo>
                <a:cubicBezTo>
                  <a:pt x="189286" y="75574"/>
                  <a:pt x="187685" y="74014"/>
                  <a:pt x="186412" y="72084"/>
                </a:cubicBezTo>
                <a:cubicBezTo>
                  <a:pt x="185140" y="70153"/>
                  <a:pt x="184217" y="67956"/>
                  <a:pt x="183641" y="65492"/>
                </a:cubicBezTo>
                <a:cubicBezTo>
                  <a:pt x="183066" y="63029"/>
                  <a:pt x="182779" y="60565"/>
                  <a:pt x="182779" y="58100"/>
                </a:cubicBezTo>
                <a:cubicBezTo>
                  <a:pt x="182779" y="55472"/>
                  <a:pt x="183046" y="52947"/>
                  <a:pt x="183579" y="50523"/>
                </a:cubicBezTo>
                <a:cubicBezTo>
                  <a:pt x="184113" y="48100"/>
                  <a:pt x="184975" y="45944"/>
                  <a:pt x="186166" y="44056"/>
                </a:cubicBezTo>
                <a:cubicBezTo>
                  <a:pt x="187357" y="42166"/>
                  <a:pt x="188938" y="40647"/>
                  <a:pt x="190908" y="39498"/>
                </a:cubicBezTo>
                <a:cubicBezTo>
                  <a:pt x="192879" y="38347"/>
                  <a:pt x="195302" y="37772"/>
                  <a:pt x="198176" y="37772"/>
                </a:cubicBezTo>
                <a:cubicBezTo>
                  <a:pt x="201051" y="37772"/>
                  <a:pt x="203432" y="38347"/>
                  <a:pt x="205320" y="39498"/>
                </a:cubicBezTo>
                <a:cubicBezTo>
                  <a:pt x="207210" y="40647"/>
                  <a:pt x="208750" y="42145"/>
                  <a:pt x="209940" y="43994"/>
                </a:cubicBezTo>
                <a:cubicBezTo>
                  <a:pt x="211132" y="45842"/>
                  <a:pt x="211974" y="47978"/>
                  <a:pt x="212467" y="50401"/>
                </a:cubicBezTo>
                <a:cubicBezTo>
                  <a:pt x="212959" y="52823"/>
                  <a:pt x="213205" y="55349"/>
                  <a:pt x="213205" y="57978"/>
                </a:cubicBezTo>
                <a:moveTo>
                  <a:pt x="213452" y="81925"/>
                </a:moveTo>
                <a:lnTo>
                  <a:pt x="213452" y="90060"/>
                </a:lnTo>
                <a:lnTo>
                  <a:pt x="230080" y="90060"/>
                </a:lnTo>
                <a:lnTo>
                  <a:pt x="230080" y="2045"/>
                </a:lnTo>
                <a:lnTo>
                  <a:pt x="212589" y="2045"/>
                </a:lnTo>
                <a:lnTo>
                  <a:pt x="212589" y="34062"/>
                </a:lnTo>
                <a:lnTo>
                  <a:pt x="212343" y="34062"/>
                </a:lnTo>
                <a:cubicBezTo>
                  <a:pt x="210372" y="30929"/>
                  <a:pt x="207682" y="28559"/>
                  <a:pt x="204274" y="26951"/>
                </a:cubicBezTo>
                <a:cubicBezTo>
                  <a:pt x="200866" y="25344"/>
                  <a:pt x="197274" y="24540"/>
                  <a:pt x="193496" y="24540"/>
                </a:cubicBezTo>
                <a:cubicBezTo>
                  <a:pt x="188815" y="24540"/>
                  <a:pt x="184708" y="25465"/>
                  <a:pt x="181177" y="27316"/>
                </a:cubicBezTo>
                <a:cubicBezTo>
                  <a:pt x="177646" y="29167"/>
                  <a:pt x="174710" y="31614"/>
                  <a:pt x="172369" y="34658"/>
                </a:cubicBezTo>
                <a:cubicBezTo>
                  <a:pt x="170030" y="37701"/>
                  <a:pt x="168264" y="41218"/>
                  <a:pt x="167073" y="45208"/>
                </a:cubicBezTo>
                <a:cubicBezTo>
                  <a:pt x="165882" y="49197"/>
                  <a:pt x="165287" y="53331"/>
                  <a:pt x="165287" y="57607"/>
                </a:cubicBezTo>
                <a:cubicBezTo>
                  <a:pt x="165287" y="62049"/>
                  <a:pt x="165882" y="66327"/>
                  <a:pt x="167073" y="70441"/>
                </a:cubicBezTo>
                <a:cubicBezTo>
                  <a:pt x="168264" y="74554"/>
                  <a:pt x="170030" y="78194"/>
                  <a:pt x="172369" y="81362"/>
                </a:cubicBezTo>
                <a:cubicBezTo>
                  <a:pt x="174710" y="84528"/>
                  <a:pt x="177687" y="87037"/>
                  <a:pt x="181299" y="88887"/>
                </a:cubicBezTo>
                <a:cubicBezTo>
                  <a:pt x="184913" y="90738"/>
                  <a:pt x="189102" y="91664"/>
                  <a:pt x="193866" y="91664"/>
                </a:cubicBezTo>
                <a:cubicBezTo>
                  <a:pt x="198054" y="91664"/>
                  <a:pt x="201811" y="90904"/>
                  <a:pt x="205136" y="89384"/>
                </a:cubicBezTo>
                <a:cubicBezTo>
                  <a:pt x="208463" y="87862"/>
                  <a:pt x="211153" y="85376"/>
                  <a:pt x="213205" y="81925"/>
                </a:cubicBezTo>
                <a:lnTo>
                  <a:pt x="213452" y="81925"/>
                </a:lnTo>
                <a:close/>
                <a:moveTo>
                  <a:pt x="285843" y="51365"/>
                </a:moveTo>
                <a:lnTo>
                  <a:pt x="257390" y="51365"/>
                </a:lnTo>
                <a:cubicBezTo>
                  <a:pt x="257471" y="50130"/>
                  <a:pt x="257737" y="48729"/>
                  <a:pt x="258188" y="47164"/>
                </a:cubicBezTo>
                <a:cubicBezTo>
                  <a:pt x="258641" y="45598"/>
                  <a:pt x="259421" y="44115"/>
                  <a:pt x="260530" y="42715"/>
                </a:cubicBezTo>
                <a:cubicBezTo>
                  <a:pt x="261639" y="41315"/>
                  <a:pt x="263117" y="40140"/>
                  <a:pt x="264964" y="39193"/>
                </a:cubicBezTo>
                <a:cubicBezTo>
                  <a:pt x="266813" y="38246"/>
                  <a:pt x="269133" y="37772"/>
                  <a:pt x="271924" y="37772"/>
                </a:cubicBezTo>
                <a:cubicBezTo>
                  <a:pt x="276195" y="37772"/>
                  <a:pt x="279377" y="38926"/>
                  <a:pt x="281471" y="41232"/>
                </a:cubicBezTo>
                <a:cubicBezTo>
                  <a:pt x="283565" y="43539"/>
                  <a:pt x="285022" y="46917"/>
                  <a:pt x="285843" y="51365"/>
                </a:cubicBezTo>
                <a:moveTo>
                  <a:pt x="257390" y="62432"/>
                </a:moveTo>
                <a:lnTo>
                  <a:pt x="303336" y="62432"/>
                </a:lnTo>
                <a:cubicBezTo>
                  <a:pt x="303664" y="57495"/>
                  <a:pt x="303253" y="52764"/>
                  <a:pt x="302103" y="48238"/>
                </a:cubicBezTo>
                <a:cubicBezTo>
                  <a:pt x="300954" y="43712"/>
                  <a:pt x="299086" y="39680"/>
                  <a:pt x="296498" y="36143"/>
                </a:cubicBezTo>
                <a:cubicBezTo>
                  <a:pt x="293912" y="32604"/>
                  <a:pt x="290606" y="29786"/>
                  <a:pt x="286581" y="27688"/>
                </a:cubicBezTo>
                <a:cubicBezTo>
                  <a:pt x="282558" y="25589"/>
                  <a:pt x="277836" y="24540"/>
                  <a:pt x="272417" y="24540"/>
                </a:cubicBezTo>
                <a:cubicBezTo>
                  <a:pt x="267571" y="24540"/>
                  <a:pt x="263157" y="25404"/>
                  <a:pt x="259175" y="27132"/>
                </a:cubicBezTo>
                <a:cubicBezTo>
                  <a:pt x="255193" y="28859"/>
                  <a:pt x="251765" y="31223"/>
                  <a:pt x="248890" y="34225"/>
                </a:cubicBezTo>
                <a:cubicBezTo>
                  <a:pt x="246016" y="37228"/>
                  <a:pt x="243798" y="40786"/>
                  <a:pt x="242238" y="44899"/>
                </a:cubicBezTo>
                <a:cubicBezTo>
                  <a:pt x="240678" y="49012"/>
                  <a:pt x="239898" y="53454"/>
                  <a:pt x="239898" y="58226"/>
                </a:cubicBezTo>
                <a:cubicBezTo>
                  <a:pt x="239898" y="63160"/>
                  <a:pt x="240658" y="67684"/>
                  <a:pt x="242176" y="71798"/>
                </a:cubicBezTo>
                <a:cubicBezTo>
                  <a:pt x="243696" y="75911"/>
                  <a:pt x="245852" y="79448"/>
                  <a:pt x="248644" y="82410"/>
                </a:cubicBezTo>
                <a:cubicBezTo>
                  <a:pt x="251436" y="85371"/>
                  <a:pt x="254843" y="87654"/>
                  <a:pt x="258867" y="89258"/>
                </a:cubicBezTo>
                <a:cubicBezTo>
                  <a:pt x="262891" y="90862"/>
                  <a:pt x="267407" y="91664"/>
                  <a:pt x="272417" y="91664"/>
                </a:cubicBezTo>
                <a:cubicBezTo>
                  <a:pt x="279643" y="91664"/>
                  <a:pt x="285802" y="90023"/>
                  <a:pt x="290893" y="86741"/>
                </a:cubicBezTo>
                <a:cubicBezTo>
                  <a:pt x="295986" y="83459"/>
                  <a:pt x="299764" y="78003"/>
                  <a:pt x="302227" y="70372"/>
                </a:cubicBezTo>
                <a:lnTo>
                  <a:pt x="286830" y="70372"/>
                </a:lnTo>
                <a:cubicBezTo>
                  <a:pt x="286254" y="72325"/>
                  <a:pt x="284694" y="74177"/>
                  <a:pt x="282147" y="75928"/>
                </a:cubicBezTo>
                <a:cubicBezTo>
                  <a:pt x="279603" y="77677"/>
                  <a:pt x="276564" y="78552"/>
                  <a:pt x="273033" y="78552"/>
                </a:cubicBezTo>
                <a:cubicBezTo>
                  <a:pt x="268106" y="78552"/>
                  <a:pt x="264328" y="77280"/>
                  <a:pt x="261699" y="74738"/>
                </a:cubicBezTo>
                <a:cubicBezTo>
                  <a:pt x="259072" y="72194"/>
                  <a:pt x="257635" y="68092"/>
                  <a:pt x="257390" y="62432"/>
                </a:cubicBezTo>
                <a:close/>
                <a:moveTo>
                  <a:pt x="407511" y="31637"/>
                </a:moveTo>
                <a:lnTo>
                  <a:pt x="426236" y="31637"/>
                </a:lnTo>
                <a:cubicBezTo>
                  <a:pt x="425660" y="26546"/>
                  <a:pt x="424264" y="22031"/>
                  <a:pt x="422046" y="18091"/>
                </a:cubicBezTo>
                <a:cubicBezTo>
                  <a:pt x="419829" y="14150"/>
                  <a:pt x="417017" y="10847"/>
                  <a:pt x="413609" y="8182"/>
                </a:cubicBezTo>
                <a:cubicBezTo>
                  <a:pt x="410200" y="5515"/>
                  <a:pt x="406340" y="3485"/>
                  <a:pt x="402028" y="2092"/>
                </a:cubicBezTo>
                <a:cubicBezTo>
                  <a:pt x="397718" y="697"/>
                  <a:pt x="393141" y="0"/>
                  <a:pt x="388296" y="0"/>
                </a:cubicBezTo>
                <a:cubicBezTo>
                  <a:pt x="381562" y="0"/>
                  <a:pt x="375506" y="1189"/>
                  <a:pt x="370126" y="3567"/>
                </a:cubicBezTo>
                <a:cubicBezTo>
                  <a:pt x="364748" y="5946"/>
                  <a:pt x="360211" y="9227"/>
                  <a:pt x="356514" y="13411"/>
                </a:cubicBezTo>
                <a:cubicBezTo>
                  <a:pt x="352819" y="17594"/>
                  <a:pt x="349986" y="22494"/>
                  <a:pt x="348015" y="28113"/>
                </a:cubicBezTo>
                <a:cubicBezTo>
                  <a:pt x="346044" y="33732"/>
                  <a:pt x="345058" y="39821"/>
                  <a:pt x="345058" y="46382"/>
                </a:cubicBezTo>
                <a:cubicBezTo>
                  <a:pt x="345058" y="52781"/>
                  <a:pt x="346044" y="58748"/>
                  <a:pt x="348015" y="64284"/>
                </a:cubicBezTo>
                <a:cubicBezTo>
                  <a:pt x="349986" y="69820"/>
                  <a:pt x="352819" y="74638"/>
                  <a:pt x="356514" y="78740"/>
                </a:cubicBezTo>
                <a:cubicBezTo>
                  <a:pt x="360211" y="82841"/>
                  <a:pt x="364748" y="86060"/>
                  <a:pt x="370126" y="88399"/>
                </a:cubicBezTo>
                <a:cubicBezTo>
                  <a:pt x="375506" y="90736"/>
                  <a:pt x="381562" y="91904"/>
                  <a:pt x="388296" y="91904"/>
                </a:cubicBezTo>
                <a:cubicBezTo>
                  <a:pt x="393716" y="91904"/>
                  <a:pt x="398683" y="91084"/>
                  <a:pt x="403199" y="89444"/>
                </a:cubicBezTo>
                <a:cubicBezTo>
                  <a:pt x="407717" y="87802"/>
                  <a:pt x="411659" y="85423"/>
                  <a:pt x="415026" y="82307"/>
                </a:cubicBezTo>
                <a:cubicBezTo>
                  <a:pt x="418393" y="79189"/>
                  <a:pt x="421102" y="75414"/>
                  <a:pt x="423155" y="70981"/>
                </a:cubicBezTo>
                <a:cubicBezTo>
                  <a:pt x="425209" y="66547"/>
                  <a:pt x="426482" y="61580"/>
                  <a:pt x="426974" y="56077"/>
                </a:cubicBezTo>
                <a:lnTo>
                  <a:pt x="408250" y="56077"/>
                </a:lnTo>
                <a:cubicBezTo>
                  <a:pt x="407512" y="61989"/>
                  <a:pt x="405479" y="66752"/>
                  <a:pt x="402153" y="70366"/>
                </a:cubicBezTo>
                <a:cubicBezTo>
                  <a:pt x="398827" y="73979"/>
                  <a:pt x="394208" y="75785"/>
                  <a:pt x="388296" y="75785"/>
                </a:cubicBezTo>
                <a:cubicBezTo>
                  <a:pt x="383943" y="75785"/>
                  <a:pt x="380247" y="74944"/>
                  <a:pt x="377209" y="73262"/>
                </a:cubicBezTo>
                <a:cubicBezTo>
                  <a:pt x="374170" y="71581"/>
                  <a:pt x="371706" y="69346"/>
                  <a:pt x="369818" y="66558"/>
                </a:cubicBezTo>
                <a:cubicBezTo>
                  <a:pt x="367930" y="63769"/>
                  <a:pt x="366554" y="60632"/>
                  <a:pt x="365692" y="57147"/>
                </a:cubicBezTo>
                <a:cubicBezTo>
                  <a:pt x="364830" y="53661"/>
                  <a:pt x="364399" y="50072"/>
                  <a:pt x="364399" y="46381"/>
                </a:cubicBezTo>
                <a:cubicBezTo>
                  <a:pt x="364399" y="42526"/>
                  <a:pt x="364830" y="38795"/>
                  <a:pt x="365692" y="35186"/>
                </a:cubicBezTo>
                <a:cubicBezTo>
                  <a:pt x="366554" y="31577"/>
                  <a:pt x="367930" y="28358"/>
                  <a:pt x="369818" y="25529"/>
                </a:cubicBezTo>
                <a:cubicBezTo>
                  <a:pt x="371706" y="22699"/>
                  <a:pt x="374170" y="20444"/>
                  <a:pt x="377209" y="18762"/>
                </a:cubicBezTo>
                <a:cubicBezTo>
                  <a:pt x="380247" y="17080"/>
                  <a:pt x="383943" y="16240"/>
                  <a:pt x="388296" y="16240"/>
                </a:cubicBezTo>
                <a:cubicBezTo>
                  <a:pt x="390677" y="16240"/>
                  <a:pt x="392955" y="16630"/>
                  <a:pt x="395130" y="17411"/>
                </a:cubicBezTo>
                <a:cubicBezTo>
                  <a:pt x="397307" y="18190"/>
                  <a:pt x="399257" y="19278"/>
                  <a:pt x="400982" y="20674"/>
                </a:cubicBezTo>
                <a:cubicBezTo>
                  <a:pt x="402707" y="22069"/>
                  <a:pt x="404144" y="23692"/>
                  <a:pt x="405293" y="25540"/>
                </a:cubicBezTo>
                <a:cubicBezTo>
                  <a:pt x="406444" y="27387"/>
                  <a:pt x="407183" y="29419"/>
                  <a:pt x="407511" y="31637"/>
                </a:cubicBezTo>
                <a:close/>
                <a:moveTo>
                  <a:pt x="453596" y="58224"/>
                </a:moveTo>
                <a:cubicBezTo>
                  <a:pt x="453596" y="55678"/>
                  <a:pt x="453843" y="53173"/>
                  <a:pt x="454335" y="50709"/>
                </a:cubicBezTo>
                <a:cubicBezTo>
                  <a:pt x="454828" y="48245"/>
                  <a:pt x="455669" y="46068"/>
                  <a:pt x="456859" y="44180"/>
                </a:cubicBezTo>
                <a:cubicBezTo>
                  <a:pt x="458051" y="42290"/>
                  <a:pt x="459632" y="40750"/>
                  <a:pt x="461604" y="39560"/>
                </a:cubicBezTo>
                <a:cubicBezTo>
                  <a:pt x="463575" y="38368"/>
                  <a:pt x="466038" y="37772"/>
                  <a:pt x="468994" y="37772"/>
                </a:cubicBezTo>
                <a:cubicBezTo>
                  <a:pt x="471951" y="37772"/>
                  <a:pt x="474435" y="38368"/>
                  <a:pt x="476447" y="39560"/>
                </a:cubicBezTo>
                <a:cubicBezTo>
                  <a:pt x="478459" y="40750"/>
                  <a:pt x="480060" y="42290"/>
                  <a:pt x="481251" y="44180"/>
                </a:cubicBezTo>
                <a:cubicBezTo>
                  <a:pt x="482442" y="46068"/>
                  <a:pt x="483285" y="48245"/>
                  <a:pt x="483777" y="50709"/>
                </a:cubicBezTo>
                <a:cubicBezTo>
                  <a:pt x="484269" y="53173"/>
                  <a:pt x="484516" y="55678"/>
                  <a:pt x="484516" y="58224"/>
                </a:cubicBezTo>
                <a:cubicBezTo>
                  <a:pt x="484516" y="60770"/>
                  <a:pt x="484269" y="63255"/>
                  <a:pt x="483777" y="65678"/>
                </a:cubicBezTo>
                <a:cubicBezTo>
                  <a:pt x="483285" y="68100"/>
                  <a:pt x="482442" y="70277"/>
                  <a:pt x="481251" y="72208"/>
                </a:cubicBezTo>
                <a:cubicBezTo>
                  <a:pt x="480060" y="74138"/>
                  <a:pt x="478459" y="75678"/>
                  <a:pt x="476447" y="76828"/>
                </a:cubicBezTo>
                <a:cubicBezTo>
                  <a:pt x="474435" y="77977"/>
                  <a:pt x="471951" y="78552"/>
                  <a:pt x="468994" y="78552"/>
                </a:cubicBezTo>
                <a:cubicBezTo>
                  <a:pt x="466038" y="78552"/>
                  <a:pt x="463575" y="77977"/>
                  <a:pt x="461604" y="76828"/>
                </a:cubicBezTo>
                <a:cubicBezTo>
                  <a:pt x="459632" y="75678"/>
                  <a:pt x="458051" y="74138"/>
                  <a:pt x="456859" y="72208"/>
                </a:cubicBezTo>
                <a:cubicBezTo>
                  <a:pt x="455669" y="70277"/>
                  <a:pt x="454828" y="68100"/>
                  <a:pt x="454335" y="65678"/>
                </a:cubicBezTo>
                <a:cubicBezTo>
                  <a:pt x="453843" y="63255"/>
                  <a:pt x="453596" y="60770"/>
                  <a:pt x="453596" y="58224"/>
                </a:cubicBezTo>
                <a:moveTo>
                  <a:pt x="436105" y="58226"/>
                </a:moveTo>
                <a:cubicBezTo>
                  <a:pt x="436105" y="63326"/>
                  <a:pt x="436885" y="67932"/>
                  <a:pt x="438445" y="72044"/>
                </a:cubicBezTo>
                <a:cubicBezTo>
                  <a:pt x="440005" y="76157"/>
                  <a:pt x="442222" y="79674"/>
                  <a:pt x="445097" y="82595"/>
                </a:cubicBezTo>
                <a:cubicBezTo>
                  <a:pt x="447972" y="85514"/>
                  <a:pt x="451421" y="87756"/>
                  <a:pt x="455444" y="89320"/>
                </a:cubicBezTo>
                <a:cubicBezTo>
                  <a:pt x="459469" y="90882"/>
                  <a:pt x="463986" y="91664"/>
                  <a:pt x="468994" y="91664"/>
                </a:cubicBezTo>
                <a:cubicBezTo>
                  <a:pt x="474004" y="91664"/>
                  <a:pt x="478541" y="90882"/>
                  <a:pt x="482606" y="89320"/>
                </a:cubicBezTo>
                <a:cubicBezTo>
                  <a:pt x="486671" y="87756"/>
                  <a:pt x="490141" y="85514"/>
                  <a:pt x="493015" y="82595"/>
                </a:cubicBezTo>
                <a:cubicBezTo>
                  <a:pt x="495890" y="79674"/>
                  <a:pt x="498107" y="76157"/>
                  <a:pt x="499667" y="72044"/>
                </a:cubicBezTo>
                <a:cubicBezTo>
                  <a:pt x="501227" y="67932"/>
                  <a:pt x="502007" y="63326"/>
                  <a:pt x="502007" y="58226"/>
                </a:cubicBezTo>
                <a:cubicBezTo>
                  <a:pt x="502007" y="53126"/>
                  <a:pt x="501227" y="48499"/>
                  <a:pt x="499667" y="44345"/>
                </a:cubicBezTo>
                <a:cubicBezTo>
                  <a:pt x="498107" y="40190"/>
                  <a:pt x="495890" y="36653"/>
                  <a:pt x="493015" y="33733"/>
                </a:cubicBezTo>
                <a:cubicBezTo>
                  <a:pt x="490141" y="30812"/>
                  <a:pt x="486671" y="28550"/>
                  <a:pt x="482606" y="26946"/>
                </a:cubicBezTo>
                <a:cubicBezTo>
                  <a:pt x="478541" y="25342"/>
                  <a:pt x="474004" y="24540"/>
                  <a:pt x="468994" y="24540"/>
                </a:cubicBezTo>
                <a:cubicBezTo>
                  <a:pt x="463986" y="24540"/>
                  <a:pt x="459469" y="25342"/>
                  <a:pt x="455444" y="26946"/>
                </a:cubicBezTo>
                <a:cubicBezTo>
                  <a:pt x="451421" y="28550"/>
                  <a:pt x="447972" y="30812"/>
                  <a:pt x="445097" y="33733"/>
                </a:cubicBezTo>
                <a:cubicBezTo>
                  <a:pt x="442222" y="36653"/>
                  <a:pt x="440005" y="40190"/>
                  <a:pt x="438445" y="44345"/>
                </a:cubicBezTo>
                <a:cubicBezTo>
                  <a:pt x="436885" y="48499"/>
                  <a:pt x="436105" y="53126"/>
                  <a:pt x="436105" y="58226"/>
                </a:cubicBezTo>
                <a:close/>
                <a:moveTo>
                  <a:pt x="513056" y="26293"/>
                </a:moveTo>
                <a:lnTo>
                  <a:pt x="513056" y="89979"/>
                </a:lnTo>
                <a:lnTo>
                  <a:pt x="530547" y="89979"/>
                </a:lnTo>
                <a:lnTo>
                  <a:pt x="530547" y="56602"/>
                </a:lnTo>
                <a:cubicBezTo>
                  <a:pt x="530547" y="50115"/>
                  <a:pt x="531615" y="45455"/>
                  <a:pt x="533750" y="42623"/>
                </a:cubicBezTo>
                <a:cubicBezTo>
                  <a:pt x="535885" y="39790"/>
                  <a:pt x="539334" y="38374"/>
                  <a:pt x="544097" y="38374"/>
                </a:cubicBezTo>
                <a:cubicBezTo>
                  <a:pt x="548286" y="38374"/>
                  <a:pt x="551201" y="39667"/>
                  <a:pt x="552843" y="42253"/>
                </a:cubicBezTo>
                <a:cubicBezTo>
                  <a:pt x="554486" y="44839"/>
                  <a:pt x="555307" y="48760"/>
                  <a:pt x="555307" y="54015"/>
                </a:cubicBezTo>
                <a:lnTo>
                  <a:pt x="555307" y="89979"/>
                </a:lnTo>
                <a:lnTo>
                  <a:pt x="572798" y="89979"/>
                </a:lnTo>
                <a:lnTo>
                  <a:pt x="572798" y="50790"/>
                </a:lnTo>
                <a:cubicBezTo>
                  <a:pt x="572798" y="46847"/>
                  <a:pt x="572449" y="43252"/>
                  <a:pt x="571751" y="40007"/>
                </a:cubicBezTo>
                <a:cubicBezTo>
                  <a:pt x="571054" y="36762"/>
                  <a:pt x="569842" y="34009"/>
                  <a:pt x="568116" y="31750"/>
                </a:cubicBezTo>
                <a:cubicBezTo>
                  <a:pt x="566392" y="29491"/>
                  <a:pt x="564031" y="27724"/>
                  <a:pt x="561034" y="26451"/>
                </a:cubicBezTo>
                <a:cubicBezTo>
                  <a:pt x="558037" y="25177"/>
                  <a:pt x="554197" y="24540"/>
                  <a:pt x="549516" y="24540"/>
                </a:cubicBezTo>
                <a:cubicBezTo>
                  <a:pt x="545821" y="24540"/>
                  <a:pt x="542208" y="25384"/>
                  <a:pt x="538676" y="27072"/>
                </a:cubicBezTo>
                <a:cubicBezTo>
                  <a:pt x="535145" y="28760"/>
                  <a:pt x="532271" y="31456"/>
                  <a:pt x="530055" y="35161"/>
                </a:cubicBezTo>
                <a:lnTo>
                  <a:pt x="529685" y="35161"/>
                </a:lnTo>
                <a:lnTo>
                  <a:pt x="529685" y="26293"/>
                </a:lnTo>
                <a:lnTo>
                  <a:pt x="513056" y="26293"/>
                </a:lnTo>
                <a:close/>
                <a:moveTo>
                  <a:pt x="620969" y="89979"/>
                </a:moveTo>
                <a:lnTo>
                  <a:pt x="642526" y="26344"/>
                </a:lnTo>
                <a:lnTo>
                  <a:pt x="625157" y="26344"/>
                </a:lnTo>
                <a:lnTo>
                  <a:pt x="611731" y="69793"/>
                </a:lnTo>
                <a:lnTo>
                  <a:pt x="611485" y="69793"/>
                </a:lnTo>
                <a:lnTo>
                  <a:pt x="598059" y="26344"/>
                </a:lnTo>
                <a:lnTo>
                  <a:pt x="579705" y="26344"/>
                </a:lnTo>
                <a:lnTo>
                  <a:pt x="601508" y="89979"/>
                </a:lnTo>
                <a:lnTo>
                  <a:pt x="620969" y="89979"/>
                </a:lnTo>
                <a:close/>
                <a:moveTo>
                  <a:pt x="692108" y="51365"/>
                </a:moveTo>
                <a:lnTo>
                  <a:pt x="663655" y="51365"/>
                </a:lnTo>
                <a:cubicBezTo>
                  <a:pt x="663737" y="50130"/>
                  <a:pt x="664003" y="48729"/>
                  <a:pt x="664454" y="47164"/>
                </a:cubicBezTo>
                <a:cubicBezTo>
                  <a:pt x="664906" y="45598"/>
                  <a:pt x="665687" y="44115"/>
                  <a:pt x="666796" y="42715"/>
                </a:cubicBezTo>
                <a:cubicBezTo>
                  <a:pt x="667905" y="41315"/>
                  <a:pt x="669383" y="40140"/>
                  <a:pt x="671230" y="39193"/>
                </a:cubicBezTo>
                <a:cubicBezTo>
                  <a:pt x="673078" y="38246"/>
                  <a:pt x="675398" y="37772"/>
                  <a:pt x="678190" y="37772"/>
                </a:cubicBezTo>
                <a:cubicBezTo>
                  <a:pt x="682460" y="37772"/>
                  <a:pt x="685643" y="38926"/>
                  <a:pt x="687736" y="41232"/>
                </a:cubicBezTo>
                <a:cubicBezTo>
                  <a:pt x="689830" y="43539"/>
                  <a:pt x="691288" y="46917"/>
                  <a:pt x="692108" y="51365"/>
                </a:cubicBezTo>
                <a:moveTo>
                  <a:pt x="663655" y="62432"/>
                </a:moveTo>
                <a:lnTo>
                  <a:pt x="709602" y="62432"/>
                </a:lnTo>
                <a:cubicBezTo>
                  <a:pt x="709930" y="57495"/>
                  <a:pt x="709519" y="52764"/>
                  <a:pt x="708369" y="48238"/>
                </a:cubicBezTo>
                <a:cubicBezTo>
                  <a:pt x="707220" y="43712"/>
                  <a:pt x="705351" y="39680"/>
                  <a:pt x="702764" y="36143"/>
                </a:cubicBezTo>
                <a:cubicBezTo>
                  <a:pt x="700177" y="32604"/>
                  <a:pt x="696872" y="29786"/>
                  <a:pt x="692847" y="27688"/>
                </a:cubicBezTo>
                <a:cubicBezTo>
                  <a:pt x="688823" y="25589"/>
                  <a:pt x="684102" y="24540"/>
                  <a:pt x="678683" y="24540"/>
                </a:cubicBezTo>
                <a:cubicBezTo>
                  <a:pt x="673837" y="24540"/>
                  <a:pt x="669423" y="25404"/>
                  <a:pt x="665441" y="27132"/>
                </a:cubicBezTo>
                <a:cubicBezTo>
                  <a:pt x="661459" y="28859"/>
                  <a:pt x="658030" y="31223"/>
                  <a:pt x="655156" y="34225"/>
                </a:cubicBezTo>
                <a:cubicBezTo>
                  <a:pt x="652281" y="37228"/>
                  <a:pt x="650064" y="40786"/>
                  <a:pt x="648504" y="44899"/>
                </a:cubicBezTo>
                <a:cubicBezTo>
                  <a:pt x="646944" y="49012"/>
                  <a:pt x="646164" y="53454"/>
                  <a:pt x="646164" y="58226"/>
                </a:cubicBezTo>
                <a:cubicBezTo>
                  <a:pt x="646164" y="63160"/>
                  <a:pt x="646923" y="67684"/>
                  <a:pt x="648442" y="71798"/>
                </a:cubicBezTo>
                <a:cubicBezTo>
                  <a:pt x="649962" y="75911"/>
                  <a:pt x="652118" y="79448"/>
                  <a:pt x="654910" y="82410"/>
                </a:cubicBezTo>
                <a:cubicBezTo>
                  <a:pt x="657701" y="85371"/>
                  <a:pt x="661109" y="87654"/>
                  <a:pt x="665133" y="89258"/>
                </a:cubicBezTo>
                <a:cubicBezTo>
                  <a:pt x="669156" y="90862"/>
                  <a:pt x="673673" y="91664"/>
                  <a:pt x="678683" y="91664"/>
                </a:cubicBezTo>
                <a:cubicBezTo>
                  <a:pt x="685909" y="91664"/>
                  <a:pt x="692068" y="90023"/>
                  <a:pt x="697159" y="86741"/>
                </a:cubicBezTo>
                <a:cubicBezTo>
                  <a:pt x="702251" y="83459"/>
                  <a:pt x="706029" y="78003"/>
                  <a:pt x="708493" y="70372"/>
                </a:cubicBezTo>
                <a:lnTo>
                  <a:pt x="693095" y="70372"/>
                </a:lnTo>
                <a:cubicBezTo>
                  <a:pt x="692520" y="72325"/>
                  <a:pt x="690959" y="74177"/>
                  <a:pt x="688413" y="75928"/>
                </a:cubicBezTo>
                <a:cubicBezTo>
                  <a:pt x="685868" y="77677"/>
                  <a:pt x="682830" y="78552"/>
                  <a:pt x="679299" y="78552"/>
                </a:cubicBezTo>
                <a:cubicBezTo>
                  <a:pt x="674372" y="78552"/>
                  <a:pt x="670594" y="77280"/>
                  <a:pt x="667965" y="74738"/>
                </a:cubicBezTo>
                <a:cubicBezTo>
                  <a:pt x="665337" y="72194"/>
                  <a:pt x="663901" y="68092"/>
                  <a:pt x="663655" y="62432"/>
                </a:cubicBezTo>
                <a:close/>
                <a:moveTo>
                  <a:pt x="719632" y="26248"/>
                </a:moveTo>
                <a:lnTo>
                  <a:pt x="719632" y="89979"/>
                </a:lnTo>
                <a:lnTo>
                  <a:pt x="737123" y="89979"/>
                </a:lnTo>
                <a:lnTo>
                  <a:pt x="737123" y="61248"/>
                </a:lnTo>
                <a:cubicBezTo>
                  <a:pt x="737123" y="58371"/>
                  <a:pt x="737411" y="55700"/>
                  <a:pt x="737986" y="53234"/>
                </a:cubicBezTo>
                <a:cubicBezTo>
                  <a:pt x="738561" y="50768"/>
                  <a:pt x="739526" y="48610"/>
                  <a:pt x="740880" y="46760"/>
                </a:cubicBezTo>
                <a:cubicBezTo>
                  <a:pt x="742235" y="44911"/>
                  <a:pt x="744021" y="43452"/>
                  <a:pt x="746237" y="42383"/>
                </a:cubicBezTo>
                <a:cubicBezTo>
                  <a:pt x="748455" y="41314"/>
                  <a:pt x="751165" y="40779"/>
                  <a:pt x="754368" y="40779"/>
                </a:cubicBezTo>
                <a:cubicBezTo>
                  <a:pt x="755436" y="40779"/>
                  <a:pt x="756544" y="40841"/>
                  <a:pt x="757693" y="40966"/>
                </a:cubicBezTo>
                <a:cubicBezTo>
                  <a:pt x="758844" y="41088"/>
                  <a:pt x="759829" y="41232"/>
                  <a:pt x="760650" y="41396"/>
                </a:cubicBezTo>
                <a:lnTo>
                  <a:pt x="760650" y="25154"/>
                </a:lnTo>
                <a:cubicBezTo>
                  <a:pt x="759254" y="24745"/>
                  <a:pt x="757981" y="24540"/>
                  <a:pt x="756832" y="24540"/>
                </a:cubicBezTo>
                <a:cubicBezTo>
                  <a:pt x="754614" y="24540"/>
                  <a:pt x="752479" y="24868"/>
                  <a:pt x="750427" y="25525"/>
                </a:cubicBezTo>
                <a:cubicBezTo>
                  <a:pt x="748374" y="26180"/>
                  <a:pt x="746445" y="27102"/>
                  <a:pt x="744638" y="28291"/>
                </a:cubicBezTo>
                <a:cubicBezTo>
                  <a:pt x="742831" y="29481"/>
                  <a:pt x="741229" y="30916"/>
                  <a:pt x="739833" y="32598"/>
                </a:cubicBezTo>
                <a:cubicBezTo>
                  <a:pt x="738438" y="34279"/>
                  <a:pt x="737329" y="36104"/>
                  <a:pt x="736507" y="38073"/>
                </a:cubicBezTo>
                <a:lnTo>
                  <a:pt x="736260" y="38073"/>
                </a:lnTo>
                <a:lnTo>
                  <a:pt x="736260" y="26248"/>
                </a:lnTo>
                <a:lnTo>
                  <a:pt x="719632" y="26248"/>
                </a:lnTo>
                <a:close/>
                <a:moveTo>
                  <a:pt x="780618" y="69289"/>
                </a:moveTo>
                <a:lnTo>
                  <a:pt x="763989" y="69289"/>
                </a:lnTo>
                <a:cubicBezTo>
                  <a:pt x="764154" y="73552"/>
                  <a:pt x="765118" y="77097"/>
                  <a:pt x="766884" y="79926"/>
                </a:cubicBezTo>
                <a:cubicBezTo>
                  <a:pt x="768650" y="82752"/>
                  <a:pt x="770908" y="85027"/>
                  <a:pt x="773658" y="86748"/>
                </a:cubicBezTo>
                <a:cubicBezTo>
                  <a:pt x="776410" y="88470"/>
                  <a:pt x="779551" y="89699"/>
                  <a:pt x="783082" y="90436"/>
                </a:cubicBezTo>
                <a:cubicBezTo>
                  <a:pt x="786613" y="91174"/>
                  <a:pt x="790227" y="91543"/>
                  <a:pt x="793922" y="91543"/>
                </a:cubicBezTo>
                <a:cubicBezTo>
                  <a:pt x="797534" y="91543"/>
                  <a:pt x="801086" y="91194"/>
                  <a:pt x="804575" y="90494"/>
                </a:cubicBezTo>
                <a:cubicBezTo>
                  <a:pt x="808066" y="89796"/>
                  <a:pt x="811166" y="88585"/>
                  <a:pt x="813875" y="86859"/>
                </a:cubicBezTo>
                <a:cubicBezTo>
                  <a:pt x="816586" y="85134"/>
                  <a:pt x="818782" y="82854"/>
                  <a:pt x="820465" y="80020"/>
                </a:cubicBezTo>
                <a:cubicBezTo>
                  <a:pt x="822149" y="77185"/>
                  <a:pt x="822991" y="73673"/>
                  <a:pt x="822991" y="69483"/>
                </a:cubicBezTo>
                <a:cubicBezTo>
                  <a:pt x="822991" y="66525"/>
                  <a:pt x="822416" y="64041"/>
                  <a:pt x="821266" y="62028"/>
                </a:cubicBezTo>
                <a:cubicBezTo>
                  <a:pt x="820117" y="60014"/>
                  <a:pt x="818598" y="58330"/>
                  <a:pt x="816708" y="56974"/>
                </a:cubicBezTo>
                <a:cubicBezTo>
                  <a:pt x="814820" y="55618"/>
                  <a:pt x="812664" y="54530"/>
                  <a:pt x="810242" y="53709"/>
                </a:cubicBezTo>
                <a:cubicBezTo>
                  <a:pt x="807820" y="52887"/>
                  <a:pt x="805336" y="52189"/>
                  <a:pt x="802790" y="51613"/>
                </a:cubicBezTo>
                <a:cubicBezTo>
                  <a:pt x="800326" y="51038"/>
                  <a:pt x="797903" y="50504"/>
                  <a:pt x="795521" y="50012"/>
                </a:cubicBezTo>
                <a:cubicBezTo>
                  <a:pt x="793140" y="49518"/>
                  <a:pt x="791026" y="48964"/>
                  <a:pt x="789178" y="48349"/>
                </a:cubicBezTo>
                <a:cubicBezTo>
                  <a:pt x="787331" y="47732"/>
                  <a:pt x="785832" y="46931"/>
                  <a:pt x="784682" y="45945"/>
                </a:cubicBezTo>
                <a:cubicBezTo>
                  <a:pt x="783533" y="44958"/>
                  <a:pt x="782958" y="43685"/>
                  <a:pt x="782958" y="42123"/>
                </a:cubicBezTo>
                <a:cubicBezTo>
                  <a:pt x="782958" y="40809"/>
                  <a:pt x="783286" y="39761"/>
                  <a:pt x="783943" y="38981"/>
                </a:cubicBezTo>
                <a:cubicBezTo>
                  <a:pt x="784601" y="38200"/>
                  <a:pt x="785402" y="37605"/>
                  <a:pt x="786345" y="37195"/>
                </a:cubicBezTo>
                <a:cubicBezTo>
                  <a:pt x="787290" y="36784"/>
                  <a:pt x="788337" y="36517"/>
                  <a:pt x="789486" y="36394"/>
                </a:cubicBezTo>
                <a:cubicBezTo>
                  <a:pt x="790636" y="36270"/>
                  <a:pt x="791704" y="36208"/>
                  <a:pt x="792689" y="36208"/>
                </a:cubicBezTo>
                <a:cubicBezTo>
                  <a:pt x="795809" y="36208"/>
                  <a:pt x="798519" y="36807"/>
                  <a:pt x="800818" y="38003"/>
                </a:cubicBezTo>
                <a:cubicBezTo>
                  <a:pt x="803117" y="39199"/>
                  <a:pt x="804390" y="41487"/>
                  <a:pt x="804637" y="44869"/>
                </a:cubicBezTo>
                <a:lnTo>
                  <a:pt x="821268" y="44869"/>
                </a:lnTo>
                <a:cubicBezTo>
                  <a:pt x="820940" y="40927"/>
                  <a:pt x="819933" y="37662"/>
                  <a:pt x="818249" y="35075"/>
                </a:cubicBezTo>
                <a:cubicBezTo>
                  <a:pt x="816566" y="32487"/>
                  <a:pt x="814452" y="30414"/>
                  <a:pt x="811906" y="28853"/>
                </a:cubicBezTo>
                <a:cubicBezTo>
                  <a:pt x="809361" y="27292"/>
                  <a:pt x="806466" y="26183"/>
                  <a:pt x="803222" y="25527"/>
                </a:cubicBezTo>
                <a:cubicBezTo>
                  <a:pt x="799978" y="24869"/>
                  <a:pt x="796632" y="24540"/>
                  <a:pt x="793183" y="24540"/>
                </a:cubicBezTo>
                <a:cubicBezTo>
                  <a:pt x="789733" y="24540"/>
                  <a:pt x="786366" y="24848"/>
                  <a:pt x="783080" y="25465"/>
                </a:cubicBezTo>
                <a:cubicBezTo>
                  <a:pt x="779796" y="26080"/>
                  <a:pt x="776840" y="27147"/>
                  <a:pt x="774212" y="28667"/>
                </a:cubicBezTo>
                <a:cubicBezTo>
                  <a:pt x="771585" y="30187"/>
                  <a:pt x="769470" y="32262"/>
                  <a:pt x="767869" y="34891"/>
                </a:cubicBezTo>
                <a:cubicBezTo>
                  <a:pt x="766267" y="37520"/>
                  <a:pt x="765467" y="40888"/>
                  <a:pt x="765467" y="44997"/>
                </a:cubicBezTo>
                <a:cubicBezTo>
                  <a:pt x="765467" y="47790"/>
                  <a:pt x="766041" y="50152"/>
                  <a:pt x="767190" y="52083"/>
                </a:cubicBezTo>
                <a:cubicBezTo>
                  <a:pt x="768341" y="54013"/>
                  <a:pt x="769860" y="55615"/>
                  <a:pt x="771748" y="56889"/>
                </a:cubicBezTo>
                <a:cubicBezTo>
                  <a:pt x="773638" y="58162"/>
                  <a:pt x="775794" y="59189"/>
                  <a:pt x="778216" y="59970"/>
                </a:cubicBezTo>
                <a:cubicBezTo>
                  <a:pt x="780638" y="60751"/>
                  <a:pt x="783122" y="61429"/>
                  <a:pt x="785669" y="62004"/>
                </a:cubicBezTo>
                <a:cubicBezTo>
                  <a:pt x="791909" y="63318"/>
                  <a:pt x="796774" y="64633"/>
                  <a:pt x="800263" y="65947"/>
                </a:cubicBezTo>
                <a:cubicBezTo>
                  <a:pt x="803755" y="67262"/>
                  <a:pt x="805500" y="69233"/>
                  <a:pt x="805500" y="71862"/>
                </a:cubicBezTo>
                <a:cubicBezTo>
                  <a:pt x="805500" y="73422"/>
                  <a:pt x="805130" y="74716"/>
                  <a:pt x="804391" y="75743"/>
                </a:cubicBezTo>
                <a:cubicBezTo>
                  <a:pt x="803652" y="76771"/>
                  <a:pt x="802728" y="77593"/>
                  <a:pt x="801619" y="78209"/>
                </a:cubicBezTo>
                <a:cubicBezTo>
                  <a:pt x="800511" y="78825"/>
                  <a:pt x="799279" y="79276"/>
                  <a:pt x="797923" y="79565"/>
                </a:cubicBezTo>
                <a:cubicBezTo>
                  <a:pt x="796569" y="79852"/>
                  <a:pt x="795276" y="79995"/>
                  <a:pt x="794044" y="79995"/>
                </a:cubicBezTo>
                <a:cubicBezTo>
                  <a:pt x="792320" y="79995"/>
                  <a:pt x="790657" y="79790"/>
                  <a:pt x="789056" y="79380"/>
                </a:cubicBezTo>
                <a:cubicBezTo>
                  <a:pt x="787454" y="78969"/>
                  <a:pt x="786038" y="78334"/>
                  <a:pt x="784806" y="77473"/>
                </a:cubicBezTo>
                <a:cubicBezTo>
                  <a:pt x="783574" y="76611"/>
                  <a:pt x="782568" y="75503"/>
                  <a:pt x="781787" y="74150"/>
                </a:cubicBezTo>
                <a:cubicBezTo>
                  <a:pt x="781008" y="72796"/>
                  <a:pt x="780618" y="71176"/>
                  <a:pt x="780618" y="69289"/>
                </a:cubicBezTo>
                <a:close/>
                <a:moveTo>
                  <a:pt x="850850" y="16480"/>
                </a:moveTo>
                <a:lnTo>
                  <a:pt x="850850" y="2045"/>
                </a:lnTo>
                <a:lnTo>
                  <a:pt x="833359" y="2045"/>
                </a:lnTo>
                <a:lnTo>
                  <a:pt x="833359" y="16480"/>
                </a:lnTo>
                <a:lnTo>
                  <a:pt x="850850" y="16480"/>
                </a:lnTo>
                <a:moveTo>
                  <a:pt x="833359" y="26295"/>
                </a:moveTo>
                <a:lnTo>
                  <a:pt x="833359" y="89979"/>
                </a:lnTo>
                <a:lnTo>
                  <a:pt x="850850" y="89979"/>
                </a:lnTo>
                <a:lnTo>
                  <a:pt x="850850" y="26295"/>
                </a:lnTo>
                <a:lnTo>
                  <a:pt x="833359" y="26295"/>
                </a:lnTo>
                <a:close/>
                <a:moveTo>
                  <a:pt x="879754" y="58224"/>
                </a:moveTo>
                <a:cubicBezTo>
                  <a:pt x="879754" y="55678"/>
                  <a:pt x="880001" y="53173"/>
                  <a:pt x="880493" y="50709"/>
                </a:cubicBezTo>
                <a:cubicBezTo>
                  <a:pt x="880985" y="48245"/>
                  <a:pt x="881827" y="46068"/>
                  <a:pt x="883017" y="44180"/>
                </a:cubicBezTo>
                <a:cubicBezTo>
                  <a:pt x="884209" y="42290"/>
                  <a:pt x="885790" y="40750"/>
                  <a:pt x="887761" y="39560"/>
                </a:cubicBezTo>
                <a:cubicBezTo>
                  <a:pt x="889732" y="38368"/>
                  <a:pt x="892196" y="37772"/>
                  <a:pt x="895152" y="37772"/>
                </a:cubicBezTo>
                <a:cubicBezTo>
                  <a:pt x="898109" y="37772"/>
                  <a:pt x="900593" y="38368"/>
                  <a:pt x="902604" y="39560"/>
                </a:cubicBezTo>
                <a:cubicBezTo>
                  <a:pt x="904617" y="40750"/>
                  <a:pt x="906218" y="42290"/>
                  <a:pt x="907409" y="44180"/>
                </a:cubicBezTo>
                <a:cubicBezTo>
                  <a:pt x="908600" y="46068"/>
                  <a:pt x="909442" y="48245"/>
                  <a:pt x="909935" y="50709"/>
                </a:cubicBezTo>
                <a:cubicBezTo>
                  <a:pt x="910427" y="53173"/>
                  <a:pt x="910673" y="55678"/>
                  <a:pt x="910673" y="58224"/>
                </a:cubicBezTo>
                <a:cubicBezTo>
                  <a:pt x="910673" y="60770"/>
                  <a:pt x="910427" y="63255"/>
                  <a:pt x="909935" y="65678"/>
                </a:cubicBezTo>
                <a:cubicBezTo>
                  <a:pt x="909442" y="68100"/>
                  <a:pt x="908600" y="70277"/>
                  <a:pt x="907409" y="72208"/>
                </a:cubicBezTo>
                <a:cubicBezTo>
                  <a:pt x="906218" y="74138"/>
                  <a:pt x="904617" y="75678"/>
                  <a:pt x="902604" y="76828"/>
                </a:cubicBezTo>
                <a:cubicBezTo>
                  <a:pt x="900593" y="77977"/>
                  <a:pt x="898109" y="78552"/>
                  <a:pt x="895152" y="78552"/>
                </a:cubicBezTo>
                <a:cubicBezTo>
                  <a:pt x="892196" y="78552"/>
                  <a:pt x="889732" y="77977"/>
                  <a:pt x="887761" y="76828"/>
                </a:cubicBezTo>
                <a:cubicBezTo>
                  <a:pt x="885790" y="75678"/>
                  <a:pt x="884209" y="74138"/>
                  <a:pt x="883017" y="72208"/>
                </a:cubicBezTo>
                <a:cubicBezTo>
                  <a:pt x="881827" y="70277"/>
                  <a:pt x="880985" y="68100"/>
                  <a:pt x="880493" y="65678"/>
                </a:cubicBezTo>
                <a:cubicBezTo>
                  <a:pt x="880001" y="63255"/>
                  <a:pt x="879754" y="60770"/>
                  <a:pt x="879754" y="58224"/>
                </a:cubicBezTo>
                <a:moveTo>
                  <a:pt x="862263" y="58226"/>
                </a:moveTo>
                <a:cubicBezTo>
                  <a:pt x="862263" y="63326"/>
                  <a:pt x="863043" y="67932"/>
                  <a:pt x="864603" y="72044"/>
                </a:cubicBezTo>
                <a:cubicBezTo>
                  <a:pt x="866163" y="76157"/>
                  <a:pt x="868380" y="79674"/>
                  <a:pt x="871255" y="82595"/>
                </a:cubicBezTo>
                <a:cubicBezTo>
                  <a:pt x="874129" y="85514"/>
                  <a:pt x="877578" y="87756"/>
                  <a:pt x="881602" y="89320"/>
                </a:cubicBezTo>
                <a:cubicBezTo>
                  <a:pt x="885627" y="90882"/>
                  <a:pt x="890143" y="91664"/>
                  <a:pt x="895152" y="91664"/>
                </a:cubicBezTo>
                <a:cubicBezTo>
                  <a:pt x="900162" y="91664"/>
                  <a:pt x="904699" y="90882"/>
                  <a:pt x="908764" y="89320"/>
                </a:cubicBezTo>
                <a:cubicBezTo>
                  <a:pt x="912829" y="87756"/>
                  <a:pt x="916298" y="85514"/>
                  <a:pt x="919173" y="82595"/>
                </a:cubicBezTo>
                <a:cubicBezTo>
                  <a:pt x="922047" y="79674"/>
                  <a:pt x="924265" y="76157"/>
                  <a:pt x="925825" y="72044"/>
                </a:cubicBezTo>
                <a:cubicBezTo>
                  <a:pt x="927385" y="67932"/>
                  <a:pt x="928165" y="63326"/>
                  <a:pt x="928165" y="58226"/>
                </a:cubicBezTo>
                <a:cubicBezTo>
                  <a:pt x="928165" y="53126"/>
                  <a:pt x="927385" y="48499"/>
                  <a:pt x="925825" y="44345"/>
                </a:cubicBezTo>
                <a:cubicBezTo>
                  <a:pt x="924265" y="40190"/>
                  <a:pt x="922047" y="36653"/>
                  <a:pt x="919173" y="33733"/>
                </a:cubicBezTo>
                <a:cubicBezTo>
                  <a:pt x="916298" y="30812"/>
                  <a:pt x="912829" y="28550"/>
                  <a:pt x="908764" y="26946"/>
                </a:cubicBezTo>
                <a:cubicBezTo>
                  <a:pt x="904699" y="25342"/>
                  <a:pt x="900162" y="24540"/>
                  <a:pt x="895152" y="24540"/>
                </a:cubicBezTo>
                <a:cubicBezTo>
                  <a:pt x="890143" y="24540"/>
                  <a:pt x="885627" y="25342"/>
                  <a:pt x="881602" y="26946"/>
                </a:cubicBezTo>
                <a:cubicBezTo>
                  <a:pt x="877578" y="28550"/>
                  <a:pt x="874129" y="30812"/>
                  <a:pt x="871255" y="33733"/>
                </a:cubicBezTo>
                <a:cubicBezTo>
                  <a:pt x="868380" y="36653"/>
                  <a:pt x="866163" y="40190"/>
                  <a:pt x="864603" y="44345"/>
                </a:cubicBezTo>
                <a:cubicBezTo>
                  <a:pt x="863043" y="48499"/>
                  <a:pt x="862263" y="53126"/>
                  <a:pt x="862263" y="58226"/>
                </a:cubicBezTo>
                <a:close/>
                <a:moveTo>
                  <a:pt x="939214" y="26293"/>
                </a:moveTo>
                <a:lnTo>
                  <a:pt x="939214" y="89979"/>
                </a:lnTo>
                <a:lnTo>
                  <a:pt x="956705" y="89979"/>
                </a:lnTo>
                <a:lnTo>
                  <a:pt x="956705" y="56602"/>
                </a:lnTo>
                <a:cubicBezTo>
                  <a:pt x="956705" y="50115"/>
                  <a:pt x="957773" y="45455"/>
                  <a:pt x="959908" y="42623"/>
                </a:cubicBezTo>
                <a:cubicBezTo>
                  <a:pt x="962043" y="39790"/>
                  <a:pt x="965492" y="38374"/>
                  <a:pt x="970255" y="38374"/>
                </a:cubicBezTo>
                <a:cubicBezTo>
                  <a:pt x="974444" y="38374"/>
                  <a:pt x="977359" y="39667"/>
                  <a:pt x="979001" y="42253"/>
                </a:cubicBezTo>
                <a:cubicBezTo>
                  <a:pt x="980644" y="44839"/>
                  <a:pt x="981465" y="48760"/>
                  <a:pt x="981465" y="54015"/>
                </a:cubicBezTo>
                <a:lnTo>
                  <a:pt x="981465" y="89979"/>
                </a:lnTo>
                <a:lnTo>
                  <a:pt x="998957" y="89979"/>
                </a:lnTo>
                <a:lnTo>
                  <a:pt x="998957" y="50790"/>
                </a:lnTo>
                <a:cubicBezTo>
                  <a:pt x="998957" y="46847"/>
                  <a:pt x="998608" y="43252"/>
                  <a:pt x="997910" y="40007"/>
                </a:cubicBezTo>
                <a:cubicBezTo>
                  <a:pt x="997212" y="36762"/>
                  <a:pt x="996000" y="34009"/>
                  <a:pt x="994274" y="31750"/>
                </a:cubicBezTo>
                <a:cubicBezTo>
                  <a:pt x="992550" y="29491"/>
                  <a:pt x="990190" y="27724"/>
                  <a:pt x="987192" y="26451"/>
                </a:cubicBezTo>
                <a:cubicBezTo>
                  <a:pt x="984195" y="25177"/>
                  <a:pt x="980356" y="24540"/>
                  <a:pt x="975674" y="24540"/>
                </a:cubicBezTo>
                <a:cubicBezTo>
                  <a:pt x="971979" y="24540"/>
                  <a:pt x="968366" y="25384"/>
                  <a:pt x="964835" y="27072"/>
                </a:cubicBezTo>
                <a:cubicBezTo>
                  <a:pt x="961303" y="28760"/>
                  <a:pt x="958430" y="31456"/>
                  <a:pt x="956213" y="35161"/>
                </a:cubicBezTo>
                <a:lnTo>
                  <a:pt x="955843" y="35161"/>
                </a:lnTo>
                <a:lnTo>
                  <a:pt x="955843" y="26293"/>
                </a:lnTo>
                <a:lnTo>
                  <a:pt x="939214" y="26293"/>
                </a:lnTo>
                <a:close/>
                <a:moveTo>
                  <a:pt x="1066749" y="73740"/>
                </a:moveTo>
                <a:lnTo>
                  <a:pt x="1066749" y="18285"/>
                </a:lnTo>
                <a:lnTo>
                  <a:pt x="1080545" y="18285"/>
                </a:lnTo>
                <a:cubicBezTo>
                  <a:pt x="1085308" y="18285"/>
                  <a:pt x="1089311" y="18962"/>
                  <a:pt x="1092555" y="20318"/>
                </a:cubicBezTo>
                <a:cubicBezTo>
                  <a:pt x="1095800" y="21674"/>
                  <a:pt x="1098407" y="23626"/>
                  <a:pt x="1100378" y="26173"/>
                </a:cubicBezTo>
                <a:cubicBezTo>
                  <a:pt x="1102349" y="28719"/>
                  <a:pt x="1103766" y="31779"/>
                  <a:pt x="1104628" y="35353"/>
                </a:cubicBezTo>
                <a:cubicBezTo>
                  <a:pt x="1105490" y="38927"/>
                  <a:pt x="1105921" y="42932"/>
                  <a:pt x="1105921" y="47367"/>
                </a:cubicBezTo>
                <a:cubicBezTo>
                  <a:pt x="1105921" y="52215"/>
                  <a:pt x="1105305" y="56324"/>
                  <a:pt x="1104074" y="59692"/>
                </a:cubicBezTo>
                <a:cubicBezTo>
                  <a:pt x="1102842" y="63060"/>
                  <a:pt x="1101199" y="65792"/>
                  <a:pt x="1099145" y="67887"/>
                </a:cubicBezTo>
                <a:cubicBezTo>
                  <a:pt x="1097093" y="69982"/>
                  <a:pt x="1094753" y="71481"/>
                  <a:pt x="1092125" y="72385"/>
                </a:cubicBezTo>
                <a:cubicBezTo>
                  <a:pt x="1089497" y="73288"/>
                  <a:pt x="1086787" y="73740"/>
                  <a:pt x="1083994" y="73740"/>
                </a:cubicBezTo>
                <a:lnTo>
                  <a:pt x="1066749" y="73740"/>
                </a:lnTo>
                <a:moveTo>
                  <a:pt x="1047410" y="2045"/>
                </a:moveTo>
                <a:lnTo>
                  <a:pt x="1047410" y="89979"/>
                </a:lnTo>
                <a:lnTo>
                  <a:pt x="1085349" y="89979"/>
                </a:lnTo>
                <a:cubicBezTo>
                  <a:pt x="1092083" y="89979"/>
                  <a:pt x="1097934" y="88850"/>
                  <a:pt x="1102903" y="86592"/>
                </a:cubicBezTo>
                <a:cubicBezTo>
                  <a:pt x="1107871" y="84334"/>
                  <a:pt x="1112018" y="81235"/>
                  <a:pt x="1115344" y="77294"/>
                </a:cubicBezTo>
                <a:cubicBezTo>
                  <a:pt x="1118670" y="73353"/>
                  <a:pt x="1121155" y="68674"/>
                  <a:pt x="1122796" y="63256"/>
                </a:cubicBezTo>
                <a:cubicBezTo>
                  <a:pt x="1124439" y="57836"/>
                  <a:pt x="1125260" y="51924"/>
                  <a:pt x="1125260" y="45520"/>
                </a:cubicBezTo>
                <a:cubicBezTo>
                  <a:pt x="1125260" y="38212"/>
                  <a:pt x="1124254" y="31849"/>
                  <a:pt x="1122242" y="26431"/>
                </a:cubicBezTo>
                <a:cubicBezTo>
                  <a:pt x="1120230" y="21011"/>
                  <a:pt x="1117439" y="16495"/>
                  <a:pt x="1113866" y="12883"/>
                </a:cubicBezTo>
                <a:cubicBezTo>
                  <a:pt x="1110294" y="9270"/>
                  <a:pt x="1106064" y="6561"/>
                  <a:pt x="1101177" y="4755"/>
                </a:cubicBezTo>
                <a:cubicBezTo>
                  <a:pt x="1096291" y="2948"/>
                  <a:pt x="1091015" y="2045"/>
                  <a:pt x="1085349" y="2045"/>
                </a:cubicBezTo>
                <a:lnTo>
                  <a:pt x="1047410" y="2045"/>
                </a:lnTo>
                <a:close/>
                <a:moveTo>
                  <a:pt x="1135870" y="45881"/>
                </a:moveTo>
                <a:cubicBezTo>
                  <a:pt x="1136116" y="41774"/>
                  <a:pt x="1137142" y="38367"/>
                  <a:pt x="1138949" y="35658"/>
                </a:cubicBezTo>
                <a:cubicBezTo>
                  <a:pt x="1140756" y="32947"/>
                  <a:pt x="1143055" y="30771"/>
                  <a:pt x="1145847" y="29128"/>
                </a:cubicBezTo>
                <a:cubicBezTo>
                  <a:pt x="1148639" y="27485"/>
                  <a:pt x="1151780" y="26315"/>
                  <a:pt x="1155269" y="25617"/>
                </a:cubicBezTo>
                <a:cubicBezTo>
                  <a:pt x="1158760" y="24919"/>
                  <a:pt x="1162272" y="24570"/>
                  <a:pt x="1165803" y="24570"/>
                </a:cubicBezTo>
                <a:cubicBezTo>
                  <a:pt x="1169005" y="24570"/>
                  <a:pt x="1172249" y="24796"/>
                  <a:pt x="1175533" y="25248"/>
                </a:cubicBezTo>
                <a:cubicBezTo>
                  <a:pt x="1178819" y="25700"/>
                  <a:pt x="1181816" y="26582"/>
                  <a:pt x="1184525" y="27897"/>
                </a:cubicBezTo>
                <a:cubicBezTo>
                  <a:pt x="1187236" y="29210"/>
                  <a:pt x="1189453" y="31037"/>
                  <a:pt x="1191177" y="33378"/>
                </a:cubicBezTo>
                <a:cubicBezTo>
                  <a:pt x="1192902" y="35718"/>
                  <a:pt x="1193765" y="38818"/>
                  <a:pt x="1193765" y="42678"/>
                </a:cubicBezTo>
                <a:lnTo>
                  <a:pt x="1193765" y="75813"/>
                </a:lnTo>
                <a:cubicBezTo>
                  <a:pt x="1193765" y="78688"/>
                  <a:pt x="1193929" y="81439"/>
                  <a:pt x="1194258" y="84066"/>
                </a:cubicBezTo>
                <a:cubicBezTo>
                  <a:pt x="1194586" y="86694"/>
                  <a:pt x="1195160" y="88665"/>
                  <a:pt x="1195981" y="89979"/>
                </a:cubicBezTo>
                <a:lnTo>
                  <a:pt x="1178244" y="89979"/>
                </a:lnTo>
                <a:cubicBezTo>
                  <a:pt x="1177915" y="88995"/>
                  <a:pt x="1177648" y="87989"/>
                  <a:pt x="1177443" y="86963"/>
                </a:cubicBezTo>
                <a:cubicBezTo>
                  <a:pt x="1177237" y="85935"/>
                  <a:pt x="1177094" y="84888"/>
                  <a:pt x="1177012" y="83820"/>
                </a:cubicBezTo>
                <a:cubicBezTo>
                  <a:pt x="1174221" y="86695"/>
                  <a:pt x="1170936" y="88707"/>
                  <a:pt x="1167158" y="89857"/>
                </a:cubicBezTo>
                <a:cubicBezTo>
                  <a:pt x="1163380" y="91006"/>
                  <a:pt x="1159520" y="91581"/>
                  <a:pt x="1155578" y="91581"/>
                </a:cubicBezTo>
                <a:cubicBezTo>
                  <a:pt x="1152540" y="91581"/>
                  <a:pt x="1149707" y="91211"/>
                  <a:pt x="1147078" y="90472"/>
                </a:cubicBezTo>
                <a:cubicBezTo>
                  <a:pt x="1144451" y="89733"/>
                  <a:pt x="1142151" y="88583"/>
                  <a:pt x="1140180" y="87023"/>
                </a:cubicBezTo>
                <a:cubicBezTo>
                  <a:pt x="1138210" y="85463"/>
                  <a:pt x="1136671" y="83492"/>
                  <a:pt x="1135562" y="81112"/>
                </a:cubicBezTo>
                <a:cubicBezTo>
                  <a:pt x="1134453" y="78729"/>
                  <a:pt x="1133899" y="75896"/>
                  <a:pt x="1133899" y="72610"/>
                </a:cubicBezTo>
                <a:cubicBezTo>
                  <a:pt x="1133899" y="68998"/>
                  <a:pt x="1134535" y="66021"/>
                  <a:pt x="1135808" y="63680"/>
                </a:cubicBezTo>
                <a:cubicBezTo>
                  <a:pt x="1137081" y="61340"/>
                  <a:pt x="1138723" y="59471"/>
                  <a:pt x="1140735" y="58075"/>
                </a:cubicBezTo>
                <a:cubicBezTo>
                  <a:pt x="1142747" y="56679"/>
                  <a:pt x="1145046" y="55633"/>
                  <a:pt x="1147633" y="54935"/>
                </a:cubicBezTo>
                <a:cubicBezTo>
                  <a:pt x="1150220" y="54237"/>
                  <a:pt x="1152828" y="53683"/>
                  <a:pt x="1155456" y="53273"/>
                </a:cubicBezTo>
                <a:cubicBezTo>
                  <a:pt x="1158083" y="52862"/>
                  <a:pt x="1160669" y="52533"/>
                  <a:pt x="1163214" y="52286"/>
                </a:cubicBezTo>
                <a:cubicBezTo>
                  <a:pt x="1165761" y="52039"/>
                  <a:pt x="1168019" y="51670"/>
                  <a:pt x="1169990" y="51177"/>
                </a:cubicBezTo>
                <a:cubicBezTo>
                  <a:pt x="1171961" y="50685"/>
                  <a:pt x="1173521" y="49967"/>
                  <a:pt x="1174670" y="49023"/>
                </a:cubicBezTo>
                <a:cubicBezTo>
                  <a:pt x="1175821" y="48078"/>
                  <a:pt x="1176355" y="46703"/>
                  <a:pt x="1176274" y="44896"/>
                </a:cubicBezTo>
                <a:cubicBezTo>
                  <a:pt x="1176274" y="43006"/>
                  <a:pt x="1175966" y="41507"/>
                  <a:pt x="1175349" y="40400"/>
                </a:cubicBezTo>
                <a:cubicBezTo>
                  <a:pt x="1174733" y="39291"/>
                  <a:pt x="1173911" y="38429"/>
                  <a:pt x="1172885" y="37813"/>
                </a:cubicBezTo>
                <a:cubicBezTo>
                  <a:pt x="1171859" y="37197"/>
                  <a:pt x="1170668" y="36786"/>
                  <a:pt x="1169312" y="36580"/>
                </a:cubicBezTo>
                <a:cubicBezTo>
                  <a:pt x="1167957" y="36375"/>
                  <a:pt x="1166500" y="36272"/>
                  <a:pt x="1164940" y="36272"/>
                </a:cubicBezTo>
                <a:cubicBezTo>
                  <a:pt x="1161491" y="36272"/>
                  <a:pt x="1158782" y="37012"/>
                  <a:pt x="1156811" y="38490"/>
                </a:cubicBezTo>
                <a:cubicBezTo>
                  <a:pt x="1154840" y="39969"/>
                  <a:pt x="1153690" y="42432"/>
                  <a:pt x="1153362" y="45881"/>
                </a:cubicBezTo>
                <a:lnTo>
                  <a:pt x="1135870" y="45881"/>
                </a:lnTo>
                <a:moveTo>
                  <a:pt x="1176274" y="58814"/>
                </a:moveTo>
                <a:cubicBezTo>
                  <a:pt x="1175534" y="59472"/>
                  <a:pt x="1174610" y="59986"/>
                  <a:pt x="1173501" y="60355"/>
                </a:cubicBezTo>
                <a:cubicBezTo>
                  <a:pt x="1172392" y="60725"/>
                  <a:pt x="1171201" y="61033"/>
                  <a:pt x="1169928" y="61280"/>
                </a:cubicBezTo>
                <a:cubicBezTo>
                  <a:pt x="1168656" y="61526"/>
                  <a:pt x="1167322" y="61731"/>
                  <a:pt x="1165925" y="61895"/>
                </a:cubicBezTo>
                <a:cubicBezTo>
                  <a:pt x="1164529" y="62059"/>
                  <a:pt x="1163133" y="62264"/>
                  <a:pt x="1161737" y="62509"/>
                </a:cubicBezTo>
                <a:cubicBezTo>
                  <a:pt x="1160424" y="62756"/>
                  <a:pt x="1159131" y="63085"/>
                  <a:pt x="1157858" y="63496"/>
                </a:cubicBezTo>
                <a:cubicBezTo>
                  <a:pt x="1156585" y="63906"/>
                  <a:pt x="1155476" y="64460"/>
                  <a:pt x="1154531" y="65160"/>
                </a:cubicBezTo>
                <a:cubicBezTo>
                  <a:pt x="1153587" y="65857"/>
                  <a:pt x="1152828" y="66740"/>
                  <a:pt x="1152253" y="67808"/>
                </a:cubicBezTo>
                <a:cubicBezTo>
                  <a:pt x="1151678" y="68874"/>
                  <a:pt x="1151390" y="70229"/>
                  <a:pt x="1151390" y="71872"/>
                </a:cubicBezTo>
                <a:cubicBezTo>
                  <a:pt x="1151390" y="73432"/>
                  <a:pt x="1151678" y="74745"/>
                  <a:pt x="1152253" y="75813"/>
                </a:cubicBezTo>
                <a:cubicBezTo>
                  <a:pt x="1152828" y="76881"/>
                  <a:pt x="1153608" y="77723"/>
                  <a:pt x="1154593" y="78339"/>
                </a:cubicBezTo>
                <a:cubicBezTo>
                  <a:pt x="1155579" y="78954"/>
                  <a:pt x="1156729" y="79385"/>
                  <a:pt x="1158042" y="79632"/>
                </a:cubicBezTo>
                <a:cubicBezTo>
                  <a:pt x="1159356" y="79879"/>
                  <a:pt x="1160711" y="80003"/>
                  <a:pt x="1162107" y="80003"/>
                </a:cubicBezTo>
                <a:cubicBezTo>
                  <a:pt x="1165556" y="80003"/>
                  <a:pt x="1168224" y="79428"/>
                  <a:pt x="1170113" y="78279"/>
                </a:cubicBezTo>
                <a:cubicBezTo>
                  <a:pt x="1172002" y="77129"/>
                  <a:pt x="1173399" y="75753"/>
                  <a:pt x="1174302" y="74151"/>
                </a:cubicBezTo>
                <a:cubicBezTo>
                  <a:pt x="1175206" y="72550"/>
                  <a:pt x="1175760" y="70928"/>
                  <a:pt x="1175966" y="69285"/>
                </a:cubicBezTo>
                <a:cubicBezTo>
                  <a:pt x="1176171" y="67642"/>
                  <a:pt x="1176274" y="66329"/>
                  <a:pt x="1176274" y="65344"/>
                </a:cubicBezTo>
                <a:lnTo>
                  <a:pt x="1176274" y="58814"/>
                </a:lnTo>
                <a:close/>
                <a:moveTo>
                  <a:pt x="1229169" y="26344"/>
                </a:moveTo>
                <a:lnTo>
                  <a:pt x="1229169" y="7218"/>
                </a:lnTo>
                <a:lnTo>
                  <a:pt x="1211678" y="7218"/>
                </a:lnTo>
                <a:lnTo>
                  <a:pt x="1211678" y="26344"/>
                </a:lnTo>
                <a:lnTo>
                  <a:pt x="1201085" y="26344"/>
                </a:lnTo>
                <a:lnTo>
                  <a:pt x="1201085" y="38013"/>
                </a:lnTo>
                <a:lnTo>
                  <a:pt x="1211678" y="38013"/>
                </a:lnTo>
                <a:lnTo>
                  <a:pt x="1211678" y="75561"/>
                </a:lnTo>
                <a:cubicBezTo>
                  <a:pt x="1211678" y="78763"/>
                  <a:pt x="1212212" y="81348"/>
                  <a:pt x="1213279" y="83318"/>
                </a:cubicBezTo>
                <a:cubicBezTo>
                  <a:pt x="1214347" y="85288"/>
                  <a:pt x="1215804" y="86807"/>
                  <a:pt x="1217651" y="87874"/>
                </a:cubicBezTo>
                <a:cubicBezTo>
                  <a:pt x="1219499" y="88941"/>
                  <a:pt x="1221635" y="89658"/>
                  <a:pt x="1224057" y="90026"/>
                </a:cubicBezTo>
                <a:cubicBezTo>
                  <a:pt x="1226480" y="90396"/>
                  <a:pt x="1229047" y="90581"/>
                  <a:pt x="1231757" y="90581"/>
                </a:cubicBezTo>
                <a:cubicBezTo>
                  <a:pt x="1233482" y="90581"/>
                  <a:pt x="1235247" y="90541"/>
                  <a:pt x="1237054" y="90461"/>
                </a:cubicBezTo>
                <a:cubicBezTo>
                  <a:pt x="1238861" y="90380"/>
                  <a:pt x="1240503" y="90220"/>
                  <a:pt x="1241981" y="89979"/>
                </a:cubicBezTo>
                <a:lnTo>
                  <a:pt x="1241981" y="76375"/>
                </a:lnTo>
                <a:cubicBezTo>
                  <a:pt x="1241160" y="76539"/>
                  <a:pt x="1240298" y="76663"/>
                  <a:pt x="1239394" y="76745"/>
                </a:cubicBezTo>
                <a:cubicBezTo>
                  <a:pt x="1238491" y="76827"/>
                  <a:pt x="1237547" y="76867"/>
                  <a:pt x="1236562" y="76867"/>
                </a:cubicBezTo>
                <a:cubicBezTo>
                  <a:pt x="1233604" y="76867"/>
                  <a:pt x="1231633" y="76376"/>
                  <a:pt x="1230647" y="75392"/>
                </a:cubicBezTo>
                <a:cubicBezTo>
                  <a:pt x="1229662" y="74408"/>
                  <a:pt x="1229169" y="72441"/>
                  <a:pt x="1229169" y="69490"/>
                </a:cubicBezTo>
                <a:lnTo>
                  <a:pt x="1229169" y="38013"/>
                </a:lnTo>
                <a:lnTo>
                  <a:pt x="1241981" y="38013"/>
                </a:lnTo>
                <a:lnTo>
                  <a:pt x="1241981" y="26344"/>
                </a:lnTo>
                <a:lnTo>
                  <a:pt x="1229169" y="26344"/>
                </a:lnTo>
                <a:close/>
                <a:moveTo>
                  <a:pt x="1249104" y="45881"/>
                </a:moveTo>
                <a:cubicBezTo>
                  <a:pt x="1249350" y="41774"/>
                  <a:pt x="1250376" y="38367"/>
                  <a:pt x="1252183" y="35658"/>
                </a:cubicBezTo>
                <a:cubicBezTo>
                  <a:pt x="1253990" y="32947"/>
                  <a:pt x="1256289" y="30771"/>
                  <a:pt x="1259081" y="29128"/>
                </a:cubicBezTo>
                <a:cubicBezTo>
                  <a:pt x="1261873" y="27485"/>
                  <a:pt x="1265014" y="26315"/>
                  <a:pt x="1268504" y="25617"/>
                </a:cubicBezTo>
                <a:cubicBezTo>
                  <a:pt x="1271995" y="24919"/>
                  <a:pt x="1275506" y="24570"/>
                  <a:pt x="1279037" y="24570"/>
                </a:cubicBezTo>
                <a:cubicBezTo>
                  <a:pt x="1282240" y="24570"/>
                  <a:pt x="1285483" y="24796"/>
                  <a:pt x="1288767" y="25248"/>
                </a:cubicBezTo>
                <a:cubicBezTo>
                  <a:pt x="1292053" y="25700"/>
                  <a:pt x="1295050" y="26582"/>
                  <a:pt x="1297759" y="27897"/>
                </a:cubicBezTo>
                <a:cubicBezTo>
                  <a:pt x="1300470" y="29210"/>
                  <a:pt x="1302687" y="31037"/>
                  <a:pt x="1304411" y="33378"/>
                </a:cubicBezTo>
                <a:cubicBezTo>
                  <a:pt x="1306137" y="35718"/>
                  <a:pt x="1306999" y="38818"/>
                  <a:pt x="1306999" y="42678"/>
                </a:cubicBezTo>
                <a:lnTo>
                  <a:pt x="1306999" y="75813"/>
                </a:lnTo>
                <a:cubicBezTo>
                  <a:pt x="1306999" y="78688"/>
                  <a:pt x="1307163" y="81439"/>
                  <a:pt x="1307492" y="84066"/>
                </a:cubicBezTo>
                <a:cubicBezTo>
                  <a:pt x="1307820" y="86694"/>
                  <a:pt x="1308395" y="88665"/>
                  <a:pt x="1309215" y="89979"/>
                </a:cubicBezTo>
                <a:lnTo>
                  <a:pt x="1291478" y="89979"/>
                </a:lnTo>
                <a:cubicBezTo>
                  <a:pt x="1291149" y="88995"/>
                  <a:pt x="1290883" y="87989"/>
                  <a:pt x="1290677" y="86963"/>
                </a:cubicBezTo>
                <a:cubicBezTo>
                  <a:pt x="1290472" y="85935"/>
                  <a:pt x="1290328" y="84888"/>
                  <a:pt x="1290247" y="83820"/>
                </a:cubicBezTo>
                <a:cubicBezTo>
                  <a:pt x="1287455" y="86695"/>
                  <a:pt x="1284170" y="88707"/>
                  <a:pt x="1280392" y="89857"/>
                </a:cubicBezTo>
                <a:cubicBezTo>
                  <a:pt x="1276614" y="91006"/>
                  <a:pt x="1272754" y="91581"/>
                  <a:pt x="1268812" y="91581"/>
                </a:cubicBezTo>
                <a:cubicBezTo>
                  <a:pt x="1265774" y="91581"/>
                  <a:pt x="1262941" y="91211"/>
                  <a:pt x="1260312" y="90472"/>
                </a:cubicBezTo>
                <a:cubicBezTo>
                  <a:pt x="1257685" y="89733"/>
                  <a:pt x="1255385" y="88583"/>
                  <a:pt x="1253414" y="87023"/>
                </a:cubicBezTo>
                <a:cubicBezTo>
                  <a:pt x="1251444" y="85463"/>
                  <a:pt x="1249905" y="83492"/>
                  <a:pt x="1248796" y="81112"/>
                </a:cubicBezTo>
                <a:cubicBezTo>
                  <a:pt x="1247687" y="78729"/>
                  <a:pt x="1247133" y="75896"/>
                  <a:pt x="1247133" y="72610"/>
                </a:cubicBezTo>
                <a:cubicBezTo>
                  <a:pt x="1247133" y="68998"/>
                  <a:pt x="1247769" y="66021"/>
                  <a:pt x="1249042" y="63680"/>
                </a:cubicBezTo>
                <a:cubicBezTo>
                  <a:pt x="1250315" y="61340"/>
                  <a:pt x="1251958" y="59471"/>
                  <a:pt x="1253969" y="58075"/>
                </a:cubicBezTo>
                <a:cubicBezTo>
                  <a:pt x="1255981" y="56679"/>
                  <a:pt x="1258281" y="55633"/>
                  <a:pt x="1260867" y="54935"/>
                </a:cubicBezTo>
                <a:cubicBezTo>
                  <a:pt x="1263454" y="54237"/>
                  <a:pt x="1266062" y="53683"/>
                  <a:pt x="1268690" y="53273"/>
                </a:cubicBezTo>
                <a:cubicBezTo>
                  <a:pt x="1271317" y="52862"/>
                  <a:pt x="1273904" y="52533"/>
                  <a:pt x="1276449" y="52286"/>
                </a:cubicBezTo>
                <a:cubicBezTo>
                  <a:pt x="1278995" y="52039"/>
                  <a:pt x="1281253" y="51670"/>
                  <a:pt x="1283224" y="51177"/>
                </a:cubicBezTo>
                <a:cubicBezTo>
                  <a:pt x="1285196" y="50685"/>
                  <a:pt x="1286756" y="49967"/>
                  <a:pt x="1287905" y="49023"/>
                </a:cubicBezTo>
                <a:cubicBezTo>
                  <a:pt x="1289055" y="48078"/>
                  <a:pt x="1289589" y="46703"/>
                  <a:pt x="1289508" y="44896"/>
                </a:cubicBezTo>
                <a:cubicBezTo>
                  <a:pt x="1289508" y="43006"/>
                  <a:pt x="1289200" y="41507"/>
                  <a:pt x="1288583" y="40400"/>
                </a:cubicBezTo>
                <a:cubicBezTo>
                  <a:pt x="1287967" y="39291"/>
                  <a:pt x="1287145" y="38429"/>
                  <a:pt x="1286119" y="37813"/>
                </a:cubicBezTo>
                <a:cubicBezTo>
                  <a:pt x="1285093" y="37197"/>
                  <a:pt x="1283902" y="36786"/>
                  <a:pt x="1282546" y="36580"/>
                </a:cubicBezTo>
                <a:cubicBezTo>
                  <a:pt x="1281191" y="36375"/>
                  <a:pt x="1279734" y="36272"/>
                  <a:pt x="1278174" y="36272"/>
                </a:cubicBezTo>
                <a:cubicBezTo>
                  <a:pt x="1274726" y="36272"/>
                  <a:pt x="1272016" y="37012"/>
                  <a:pt x="1270045" y="38490"/>
                </a:cubicBezTo>
                <a:cubicBezTo>
                  <a:pt x="1268074" y="39969"/>
                  <a:pt x="1266924" y="42432"/>
                  <a:pt x="1266596" y="45881"/>
                </a:cubicBezTo>
                <a:lnTo>
                  <a:pt x="1249104" y="45881"/>
                </a:lnTo>
                <a:moveTo>
                  <a:pt x="1289508" y="58814"/>
                </a:moveTo>
                <a:cubicBezTo>
                  <a:pt x="1288769" y="59472"/>
                  <a:pt x="1287844" y="59986"/>
                  <a:pt x="1286736" y="60355"/>
                </a:cubicBezTo>
                <a:cubicBezTo>
                  <a:pt x="1285627" y="60725"/>
                  <a:pt x="1284436" y="61033"/>
                  <a:pt x="1283162" y="61280"/>
                </a:cubicBezTo>
                <a:cubicBezTo>
                  <a:pt x="1281891" y="61526"/>
                  <a:pt x="1280556" y="61731"/>
                  <a:pt x="1279159" y="61895"/>
                </a:cubicBezTo>
                <a:cubicBezTo>
                  <a:pt x="1277763" y="62059"/>
                  <a:pt x="1276367" y="62264"/>
                  <a:pt x="1274971" y="62509"/>
                </a:cubicBezTo>
                <a:cubicBezTo>
                  <a:pt x="1273658" y="62756"/>
                  <a:pt x="1272365" y="63085"/>
                  <a:pt x="1271092" y="63496"/>
                </a:cubicBezTo>
                <a:cubicBezTo>
                  <a:pt x="1269819" y="63906"/>
                  <a:pt x="1268710" y="64460"/>
                  <a:pt x="1267765" y="65160"/>
                </a:cubicBezTo>
                <a:cubicBezTo>
                  <a:pt x="1266821" y="65857"/>
                  <a:pt x="1266062" y="66740"/>
                  <a:pt x="1265487" y="67808"/>
                </a:cubicBezTo>
                <a:cubicBezTo>
                  <a:pt x="1264912" y="68874"/>
                  <a:pt x="1264624" y="70229"/>
                  <a:pt x="1264624" y="71872"/>
                </a:cubicBezTo>
                <a:cubicBezTo>
                  <a:pt x="1264624" y="73432"/>
                  <a:pt x="1264912" y="74745"/>
                  <a:pt x="1265487" y="75813"/>
                </a:cubicBezTo>
                <a:cubicBezTo>
                  <a:pt x="1266062" y="76881"/>
                  <a:pt x="1266842" y="77723"/>
                  <a:pt x="1267827" y="78339"/>
                </a:cubicBezTo>
                <a:cubicBezTo>
                  <a:pt x="1268813" y="78954"/>
                  <a:pt x="1269963" y="79385"/>
                  <a:pt x="1271276" y="79632"/>
                </a:cubicBezTo>
                <a:cubicBezTo>
                  <a:pt x="1272590" y="79879"/>
                  <a:pt x="1273946" y="80003"/>
                  <a:pt x="1275342" y="80003"/>
                </a:cubicBezTo>
                <a:cubicBezTo>
                  <a:pt x="1278790" y="80003"/>
                  <a:pt x="1281458" y="79428"/>
                  <a:pt x="1283347" y="78279"/>
                </a:cubicBezTo>
                <a:cubicBezTo>
                  <a:pt x="1285236" y="77129"/>
                  <a:pt x="1286633" y="75753"/>
                  <a:pt x="1287536" y="74151"/>
                </a:cubicBezTo>
                <a:cubicBezTo>
                  <a:pt x="1288440" y="72550"/>
                  <a:pt x="1288994" y="70928"/>
                  <a:pt x="1289200" y="69285"/>
                </a:cubicBezTo>
                <a:cubicBezTo>
                  <a:pt x="1289405" y="67642"/>
                  <a:pt x="1289508" y="66329"/>
                  <a:pt x="1289508" y="65344"/>
                </a:cubicBezTo>
                <a:lnTo>
                  <a:pt x="1289508" y="58814"/>
                </a:lnTo>
                <a:close/>
                <a:moveTo>
                  <a:pt x="1333782" y="69289"/>
                </a:moveTo>
                <a:lnTo>
                  <a:pt x="1317153" y="69289"/>
                </a:lnTo>
                <a:cubicBezTo>
                  <a:pt x="1317318" y="73552"/>
                  <a:pt x="1318282" y="77097"/>
                  <a:pt x="1320048" y="79926"/>
                </a:cubicBezTo>
                <a:cubicBezTo>
                  <a:pt x="1321814" y="82752"/>
                  <a:pt x="1324072" y="85027"/>
                  <a:pt x="1326822" y="86748"/>
                </a:cubicBezTo>
                <a:cubicBezTo>
                  <a:pt x="1329574" y="88470"/>
                  <a:pt x="1332715" y="89699"/>
                  <a:pt x="1336246" y="90436"/>
                </a:cubicBezTo>
                <a:cubicBezTo>
                  <a:pt x="1339777" y="91174"/>
                  <a:pt x="1343391" y="91543"/>
                  <a:pt x="1347086" y="91543"/>
                </a:cubicBezTo>
                <a:cubicBezTo>
                  <a:pt x="1350698" y="91543"/>
                  <a:pt x="1354249" y="91194"/>
                  <a:pt x="1357739" y="90494"/>
                </a:cubicBezTo>
                <a:cubicBezTo>
                  <a:pt x="1361230" y="89796"/>
                  <a:pt x="1364330" y="88585"/>
                  <a:pt x="1367039" y="86859"/>
                </a:cubicBezTo>
                <a:cubicBezTo>
                  <a:pt x="1369750" y="85134"/>
                  <a:pt x="1371946" y="82854"/>
                  <a:pt x="1373629" y="80020"/>
                </a:cubicBezTo>
                <a:cubicBezTo>
                  <a:pt x="1375313" y="77185"/>
                  <a:pt x="1376155" y="73673"/>
                  <a:pt x="1376155" y="69483"/>
                </a:cubicBezTo>
                <a:cubicBezTo>
                  <a:pt x="1376155" y="66525"/>
                  <a:pt x="1375580" y="64041"/>
                  <a:pt x="1374430" y="62028"/>
                </a:cubicBezTo>
                <a:cubicBezTo>
                  <a:pt x="1373281" y="60014"/>
                  <a:pt x="1371762" y="58330"/>
                  <a:pt x="1369872" y="56974"/>
                </a:cubicBezTo>
                <a:cubicBezTo>
                  <a:pt x="1367984" y="55618"/>
                  <a:pt x="1365828" y="54530"/>
                  <a:pt x="1363406" y="53709"/>
                </a:cubicBezTo>
                <a:cubicBezTo>
                  <a:pt x="1360984" y="52887"/>
                  <a:pt x="1358500" y="52189"/>
                  <a:pt x="1355954" y="51613"/>
                </a:cubicBezTo>
                <a:cubicBezTo>
                  <a:pt x="1353490" y="51038"/>
                  <a:pt x="1351067" y="50504"/>
                  <a:pt x="1348685" y="50012"/>
                </a:cubicBezTo>
                <a:cubicBezTo>
                  <a:pt x="1346304" y="49518"/>
                  <a:pt x="1344190" y="48964"/>
                  <a:pt x="1342342" y="48349"/>
                </a:cubicBezTo>
                <a:cubicBezTo>
                  <a:pt x="1340495" y="47732"/>
                  <a:pt x="1338996" y="46931"/>
                  <a:pt x="1337846" y="45945"/>
                </a:cubicBezTo>
                <a:cubicBezTo>
                  <a:pt x="1336697" y="44958"/>
                  <a:pt x="1336122" y="43685"/>
                  <a:pt x="1336122" y="42123"/>
                </a:cubicBezTo>
                <a:cubicBezTo>
                  <a:pt x="1336122" y="40809"/>
                  <a:pt x="1336450" y="39761"/>
                  <a:pt x="1337107" y="38981"/>
                </a:cubicBezTo>
                <a:cubicBezTo>
                  <a:pt x="1337765" y="38200"/>
                  <a:pt x="1338566" y="37605"/>
                  <a:pt x="1339509" y="37195"/>
                </a:cubicBezTo>
                <a:cubicBezTo>
                  <a:pt x="1340454" y="36784"/>
                  <a:pt x="1341501" y="36517"/>
                  <a:pt x="1342650" y="36394"/>
                </a:cubicBezTo>
                <a:cubicBezTo>
                  <a:pt x="1343800" y="36270"/>
                  <a:pt x="1344868" y="36208"/>
                  <a:pt x="1345853" y="36208"/>
                </a:cubicBezTo>
                <a:cubicBezTo>
                  <a:pt x="1348973" y="36208"/>
                  <a:pt x="1351683" y="36807"/>
                  <a:pt x="1353982" y="38003"/>
                </a:cubicBezTo>
                <a:cubicBezTo>
                  <a:pt x="1356281" y="39199"/>
                  <a:pt x="1357554" y="41487"/>
                  <a:pt x="1357801" y="44869"/>
                </a:cubicBezTo>
                <a:lnTo>
                  <a:pt x="1374432" y="44869"/>
                </a:lnTo>
                <a:cubicBezTo>
                  <a:pt x="1374104" y="40927"/>
                  <a:pt x="1373097" y="37662"/>
                  <a:pt x="1371413" y="35075"/>
                </a:cubicBezTo>
                <a:cubicBezTo>
                  <a:pt x="1369730" y="32487"/>
                  <a:pt x="1367616" y="30414"/>
                  <a:pt x="1365070" y="28853"/>
                </a:cubicBezTo>
                <a:cubicBezTo>
                  <a:pt x="1362525" y="27292"/>
                  <a:pt x="1359630" y="26183"/>
                  <a:pt x="1356386" y="25527"/>
                </a:cubicBezTo>
                <a:cubicBezTo>
                  <a:pt x="1353142" y="24869"/>
                  <a:pt x="1349796" y="24540"/>
                  <a:pt x="1346347" y="24540"/>
                </a:cubicBezTo>
                <a:cubicBezTo>
                  <a:pt x="1342897" y="24540"/>
                  <a:pt x="1339530" y="24848"/>
                  <a:pt x="1336244" y="25465"/>
                </a:cubicBezTo>
                <a:cubicBezTo>
                  <a:pt x="1332960" y="26080"/>
                  <a:pt x="1330004" y="27147"/>
                  <a:pt x="1327376" y="28667"/>
                </a:cubicBezTo>
                <a:cubicBezTo>
                  <a:pt x="1324749" y="30187"/>
                  <a:pt x="1322634" y="32262"/>
                  <a:pt x="1321033" y="34891"/>
                </a:cubicBezTo>
                <a:cubicBezTo>
                  <a:pt x="1319431" y="37520"/>
                  <a:pt x="1318631" y="40888"/>
                  <a:pt x="1318631" y="44997"/>
                </a:cubicBezTo>
                <a:cubicBezTo>
                  <a:pt x="1318631" y="47790"/>
                  <a:pt x="1319205" y="50152"/>
                  <a:pt x="1320354" y="52083"/>
                </a:cubicBezTo>
                <a:cubicBezTo>
                  <a:pt x="1321505" y="54013"/>
                  <a:pt x="1323024" y="55615"/>
                  <a:pt x="1324912" y="56889"/>
                </a:cubicBezTo>
                <a:cubicBezTo>
                  <a:pt x="1326802" y="58162"/>
                  <a:pt x="1328958" y="59189"/>
                  <a:pt x="1331380" y="59970"/>
                </a:cubicBezTo>
                <a:cubicBezTo>
                  <a:pt x="1333802" y="60751"/>
                  <a:pt x="1336286" y="61429"/>
                  <a:pt x="1338833" y="62004"/>
                </a:cubicBezTo>
                <a:cubicBezTo>
                  <a:pt x="1345073" y="63318"/>
                  <a:pt x="1349938" y="64633"/>
                  <a:pt x="1353427" y="65947"/>
                </a:cubicBezTo>
                <a:cubicBezTo>
                  <a:pt x="1356919" y="67262"/>
                  <a:pt x="1358664" y="69233"/>
                  <a:pt x="1358664" y="71862"/>
                </a:cubicBezTo>
                <a:cubicBezTo>
                  <a:pt x="1358664" y="73422"/>
                  <a:pt x="1358294" y="74716"/>
                  <a:pt x="1357555" y="75743"/>
                </a:cubicBezTo>
                <a:cubicBezTo>
                  <a:pt x="1356816" y="76771"/>
                  <a:pt x="1355892" y="77593"/>
                  <a:pt x="1354783" y="78209"/>
                </a:cubicBezTo>
                <a:cubicBezTo>
                  <a:pt x="1353675" y="78825"/>
                  <a:pt x="1352443" y="79276"/>
                  <a:pt x="1351087" y="79565"/>
                </a:cubicBezTo>
                <a:cubicBezTo>
                  <a:pt x="1349733" y="79852"/>
                  <a:pt x="1348440" y="79995"/>
                  <a:pt x="1347208" y="79995"/>
                </a:cubicBezTo>
                <a:cubicBezTo>
                  <a:pt x="1345484" y="79995"/>
                  <a:pt x="1343821" y="79790"/>
                  <a:pt x="1342220" y="79380"/>
                </a:cubicBezTo>
                <a:cubicBezTo>
                  <a:pt x="1340618" y="78969"/>
                  <a:pt x="1339202" y="78334"/>
                  <a:pt x="1337970" y="77473"/>
                </a:cubicBezTo>
                <a:cubicBezTo>
                  <a:pt x="1336738" y="76611"/>
                  <a:pt x="1335732" y="75503"/>
                  <a:pt x="1334951" y="74150"/>
                </a:cubicBezTo>
                <a:cubicBezTo>
                  <a:pt x="1334172" y="72796"/>
                  <a:pt x="1333782" y="71176"/>
                  <a:pt x="1333782" y="69289"/>
                </a:cubicBezTo>
                <a:close/>
                <a:moveTo>
                  <a:pt x="1428896" y="51365"/>
                </a:moveTo>
                <a:lnTo>
                  <a:pt x="1400443" y="51365"/>
                </a:lnTo>
                <a:cubicBezTo>
                  <a:pt x="1400524" y="50130"/>
                  <a:pt x="1400790" y="48729"/>
                  <a:pt x="1401242" y="47164"/>
                </a:cubicBezTo>
                <a:cubicBezTo>
                  <a:pt x="1401694" y="45598"/>
                  <a:pt x="1402475" y="44115"/>
                  <a:pt x="1403584" y="42715"/>
                </a:cubicBezTo>
                <a:cubicBezTo>
                  <a:pt x="1404692" y="41315"/>
                  <a:pt x="1406170" y="40140"/>
                  <a:pt x="1408017" y="39193"/>
                </a:cubicBezTo>
                <a:cubicBezTo>
                  <a:pt x="1409866" y="38246"/>
                  <a:pt x="1412186" y="37772"/>
                  <a:pt x="1414978" y="37772"/>
                </a:cubicBezTo>
                <a:cubicBezTo>
                  <a:pt x="1419248" y="37772"/>
                  <a:pt x="1422430" y="38926"/>
                  <a:pt x="1424524" y="41232"/>
                </a:cubicBezTo>
                <a:cubicBezTo>
                  <a:pt x="1426618" y="43539"/>
                  <a:pt x="1428075" y="46917"/>
                  <a:pt x="1428896" y="51365"/>
                </a:cubicBezTo>
                <a:moveTo>
                  <a:pt x="1400443" y="62432"/>
                </a:moveTo>
                <a:lnTo>
                  <a:pt x="1446389" y="62432"/>
                </a:lnTo>
                <a:cubicBezTo>
                  <a:pt x="1446717" y="57495"/>
                  <a:pt x="1446306" y="52764"/>
                  <a:pt x="1445156" y="48238"/>
                </a:cubicBezTo>
                <a:cubicBezTo>
                  <a:pt x="1444007" y="43712"/>
                  <a:pt x="1442139" y="39680"/>
                  <a:pt x="1439551" y="36143"/>
                </a:cubicBezTo>
                <a:cubicBezTo>
                  <a:pt x="1436965" y="32604"/>
                  <a:pt x="1433659" y="29786"/>
                  <a:pt x="1429635" y="27688"/>
                </a:cubicBezTo>
                <a:cubicBezTo>
                  <a:pt x="1425611" y="25589"/>
                  <a:pt x="1420889" y="24540"/>
                  <a:pt x="1415470" y="24540"/>
                </a:cubicBezTo>
                <a:cubicBezTo>
                  <a:pt x="1410624" y="24540"/>
                  <a:pt x="1406211" y="25404"/>
                  <a:pt x="1402228" y="27132"/>
                </a:cubicBezTo>
                <a:cubicBezTo>
                  <a:pt x="1398246" y="28859"/>
                  <a:pt x="1394818" y="31223"/>
                  <a:pt x="1391943" y="34225"/>
                </a:cubicBezTo>
                <a:cubicBezTo>
                  <a:pt x="1389069" y="37228"/>
                  <a:pt x="1386851" y="40786"/>
                  <a:pt x="1385291" y="44899"/>
                </a:cubicBezTo>
                <a:cubicBezTo>
                  <a:pt x="1383731" y="49012"/>
                  <a:pt x="1382951" y="53454"/>
                  <a:pt x="1382951" y="58226"/>
                </a:cubicBezTo>
                <a:cubicBezTo>
                  <a:pt x="1382951" y="63160"/>
                  <a:pt x="1383711" y="67684"/>
                  <a:pt x="1385229" y="71798"/>
                </a:cubicBezTo>
                <a:cubicBezTo>
                  <a:pt x="1386749" y="75911"/>
                  <a:pt x="1388905" y="79448"/>
                  <a:pt x="1391697" y="82410"/>
                </a:cubicBezTo>
                <a:cubicBezTo>
                  <a:pt x="1394489" y="85371"/>
                  <a:pt x="1397897" y="87654"/>
                  <a:pt x="1401920" y="89258"/>
                </a:cubicBezTo>
                <a:cubicBezTo>
                  <a:pt x="1405944" y="90862"/>
                  <a:pt x="1410460" y="91664"/>
                  <a:pt x="1415470" y="91664"/>
                </a:cubicBezTo>
                <a:cubicBezTo>
                  <a:pt x="1422696" y="91664"/>
                  <a:pt x="1428855" y="90023"/>
                  <a:pt x="1433946" y="86741"/>
                </a:cubicBezTo>
                <a:cubicBezTo>
                  <a:pt x="1439039" y="83459"/>
                  <a:pt x="1442817" y="78003"/>
                  <a:pt x="1445280" y="70372"/>
                </a:cubicBezTo>
                <a:lnTo>
                  <a:pt x="1429883" y="70372"/>
                </a:lnTo>
                <a:cubicBezTo>
                  <a:pt x="1429308" y="72325"/>
                  <a:pt x="1427747" y="74177"/>
                  <a:pt x="1425201" y="75928"/>
                </a:cubicBezTo>
                <a:cubicBezTo>
                  <a:pt x="1422656" y="77677"/>
                  <a:pt x="1419618" y="78552"/>
                  <a:pt x="1416087" y="78552"/>
                </a:cubicBezTo>
                <a:cubicBezTo>
                  <a:pt x="1411160" y="78552"/>
                  <a:pt x="1407382" y="77280"/>
                  <a:pt x="1404753" y="74738"/>
                </a:cubicBezTo>
                <a:cubicBezTo>
                  <a:pt x="1402125" y="72194"/>
                  <a:pt x="1400688" y="68092"/>
                  <a:pt x="1400443" y="62432"/>
                </a:cubicBezTo>
                <a:close/>
                <a:moveTo>
                  <a:pt x="1478590" y="26344"/>
                </a:moveTo>
                <a:lnTo>
                  <a:pt x="1478590" y="7218"/>
                </a:lnTo>
                <a:lnTo>
                  <a:pt x="1461099" y="7218"/>
                </a:lnTo>
                <a:lnTo>
                  <a:pt x="1461099" y="26344"/>
                </a:lnTo>
                <a:lnTo>
                  <a:pt x="1450506" y="26344"/>
                </a:lnTo>
                <a:lnTo>
                  <a:pt x="1450506" y="38013"/>
                </a:lnTo>
                <a:lnTo>
                  <a:pt x="1461099" y="38013"/>
                </a:lnTo>
                <a:lnTo>
                  <a:pt x="1461099" y="75561"/>
                </a:lnTo>
                <a:cubicBezTo>
                  <a:pt x="1461099" y="78763"/>
                  <a:pt x="1461633" y="81348"/>
                  <a:pt x="1462700" y="83318"/>
                </a:cubicBezTo>
                <a:cubicBezTo>
                  <a:pt x="1463768" y="85288"/>
                  <a:pt x="1465225" y="86807"/>
                  <a:pt x="1467072" y="87874"/>
                </a:cubicBezTo>
                <a:cubicBezTo>
                  <a:pt x="1468921" y="88941"/>
                  <a:pt x="1471056" y="89658"/>
                  <a:pt x="1473478" y="90026"/>
                </a:cubicBezTo>
                <a:cubicBezTo>
                  <a:pt x="1475901" y="90396"/>
                  <a:pt x="1478468" y="90581"/>
                  <a:pt x="1481179" y="90581"/>
                </a:cubicBezTo>
                <a:cubicBezTo>
                  <a:pt x="1482903" y="90581"/>
                  <a:pt x="1484668" y="90541"/>
                  <a:pt x="1486475" y="90461"/>
                </a:cubicBezTo>
                <a:cubicBezTo>
                  <a:pt x="1488282" y="90380"/>
                  <a:pt x="1489924" y="90220"/>
                  <a:pt x="1491402" y="89979"/>
                </a:cubicBezTo>
                <a:lnTo>
                  <a:pt x="1491402" y="76375"/>
                </a:lnTo>
                <a:cubicBezTo>
                  <a:pt x="1490581" y="76539"/>
                  <a:pt x="1489719" y="76663"/>
                  <a:pt x="1488815" y="76745"/>
                </a:cubicBezTo>
                <a:cubicBezTo>
                  <a:pt x="1487912" y="76827"/>
                  <a:pt x="1486968" y="76867"/>
                  <a:pt x="1485983" y="76867"/>
                </a:cubicBezTo>
                <a:cubicBezTo>
                  <a:pt x="1483026" y="76867"/>
                  <a:pt x="1481054" y="76376"/>
                  <a:pt x="1480068" y="75392"/>
                </a:cubicBezTo>
                <a:cubicBezTo>
                  <a:pt x="1479083" y="74408"/>
                  <a:pt x="1478590" y="72441"/>
                  <a:pt x="1478590" y="69490"/>
                </a:cubicBezTo>
                <a:lnTo>
                  <a:pt x="1478590" y="38013"/>
                </a:lnTo>
                <a:lnTo>
                  <a:pt x="1491402" y="38013"/>
                </a:lnTo>
                <a:lnTo>
                  <a:pt x="1491402" y="26344"/>
                </a:lnTo>
                <a:lnTo>
                  <a:pt x="1478590" y="26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Fine-tunedCodeLlama">
            <a:extLst xmlns:a="http://schemas.openxmlformats.org/drawingml/2006/main">
              <a:ext uri="{FF2B5EF4-FFF2-40B4-BE49-F238E27FC236}">
                <a16:creationId xmlns:a16="http://schemas.microsoft.com/office/drawing/2014/main" id="{8D804F4E-C791-446C-8CE5-F694B4A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574" y="7157777"/>
            <a:ext cx="1318401" cy="91904"/>
          </a:xfrm>
          <a:custGeom xmlns:a="http://schemas.openxmlformats.org/drawingml/2006/main">
            <a:pathLst>
              <a:path w="1318401" h="91904">
                <a:moveTo>
                  <a:pt x="0" y="2045"/>
                </a:moveTo>
                <a:lnTo>
                  <a:pt x="0" y="89979"/>
                </a:lnTo>
                <a:lnTo>
                  <a:pt x="19339" y="89979"/>
                </a:lnTo>
                <a:lnTo>
                  <a:pt x="19339" y="53651"/>
                </a:lnTo>
                <a:lnTo>
                  <a:pt x="56169" y="53651"/>
                </a:lnTo>
                <a:lnTo>
                  <a:pt x="56169" y="38614"/>
                </a:lnTo>
                <a:lnTo>
                  <a:pt x="19339" y="38614"/>
                </a:lnTo>
                <a:lnTo>
                  <a:pt x="19339" y="18285"/>
                </a:lnTo>
                <a:lnTo>
                  <a:pt x="61836" y="18285"/>
                </a:lnTo>
                <a:lnTo>
                  <a:pt x="61836" y="2045"/>
                </a:lnTo>
                <a:lnTo>
                  <a:pt x="0" y="2045"/>
                </a:lnTo>
                <a:close/>
                <a:moveTo>
                  <a:pt x="88820" y="16480"/>
                </a:moveTo>
                <a:lnTo>
                  <a:pt x="88820" y="2045"/>
                </a:lnTo>
                <a:lnTo>
                  <a:pt x="71329" y="2045"/>
                </a:lnTo>
                <a:lnTo>
                  <a:pt x="71329" y="16480"/>
                </a:lnTo>
                <a:lnTo>
                  <a:pt x="88820" y="16480"/>
                </a:lnTo>
                <a:moveTo>
                  <a:pt x="71329" y="26295"/>
                </a:moveTo>
                <a:lnTo>
                  <a:pt x="71329" y="89979"/>
                </a:lnTo>
                <a:lnTo>
                  <a:pt x="88820" y="89979"/>
                </a:lnTo>
                <a:lnTo>
                  <a:pt x="88820" y="26295"/>
                </a:lnTo>
                <a:lnTo>
                  <a:pt x="71329" y="26295"/>
                </a:lnTo>
                <a:close/>
                <a:moveTo>
                  <a:pt x="102205" y="26293"/>
                </a:moveTo>
                <a:lnTo>
                  <a:pt x="102205" y="89979"/>
                </a:lnTo>
                <a:lnTo>
                  <a:pt x="119697" y="89979"/>
                </a:lnTo>
                <a:lnTo>
                  <a:pt x="119697" y="56602"/>
                </a:lnTo>
                <a:cubicBezTo>
                  <a:pt x="119697" y="50115"/>
                  <a:pt x="120764" y="45455"/>
                  <a:pt x="122900" y="42623"/>
                </a:cubicBezTo>
                <a:cubicBezTo>
                  <a:pt x="125035" y="39790"/>
                  <a:pt x="128484" y="38374"/>
                  <a:pt x="133247" y="38374"/>
                </a:cubicBezTo>
                <a:cubicBezTo>
                  <a:pt x="137436" y="38374"/>
                  <a:pt x="140351" y="39667"/>
                  <a:pt x="141992" y="42253"/>
                </a:cubicBezTo>
                <a:cubicBezTo>
                  <a:pt x="143635" y="44839"/>
                  <a:pt x="144457" y="48760"/>
                  <a:pt x="144457" y="54015"/>
                </a:cubicBezTo>
                <a:lnTo>
                  <a:pt x="144457" y="89979"/>
                </a:lnTo>
                <a:lnTo>
                  <a:pt x="161948" y="89979"/>
                </a:lnTo>
                <a:lnTo>
                  <a:pt x="161948" y="50790"/>
                </a:lnTo>
                <a:cubicBezTo>
                  <a:pt x="161948" y="46847"/>
                  <a:pt x="161599" y="43252"/>
                  <a:pt x="160901" y="40007"/>
                </a:cubicBezTo>
                <a:cubicBezTo>
                  <a:pt x="160203" y="36762"/>
                  <a:pt x="158991" y="34009"/>
                  <a:pt x="157266" y="31750"/>
                </a:cubicBezTo>
                <a:cubicBezTo>
                  <a:pt x="155542" y="29491"/>
                  <a:pt x="153181" y="27724"/>
                  <a:pt x="150184" y="26451"/>
                </a:cubicBezTo>
                <a:cubicBezTo>
                  <a:pt x="147186" y="25177"/>
                  <a:pt x="143347" y="24540"/>
                  <a:pt x="138666" y="24540"/>
                </a:cubicBezTo>
                <a:cubicBezTo>
                  <a:pt x="134970" y="24540"/>
                  <a:pt x="131357" y="25384"/>
                  <a:pt x="127826" y="27072"/>
                </a:cubicBezTo>
                <a:cubicBezTo>
                  <a:pt x="124295" y="28760"/>
                  <a:pt x="121421" y="31456"/>
                  <a:pt x="119204" y="35161"/>
                </a:cubicBezTo>
                <a:lnTo>
                  <a:pt x="118834" y="35161"/>
                </a:lnTo>
                <a:lnTo>
                  <a:pt x="118834" y="26293"/>
                </a:lnTo>
                <a:lnTo>
                  <a:pt x="102205" y="26293"/>
                </a:lnTo>
                <a:close/>
                <a:moveTo>
                  <a:pt x="217755" y="51365"/>
                </a:moveTo>
                <a:lnTo>
                  <a:pt x="189302" y="51365"/>
                </a:lnTo>
                <a:cubicBezTo>
                  <a:pt x="189383" y="50130"/>
                  <a:pt x="189650" y="48729"/>
                  <a:pt x="190101" y="47164"/>
                </a:cubicBezTo>
                <a:cubicBezTo>
                  <a:pt x="190553" y="45598"/>
                  <a:pt x="191334" y="44115"/>
                  <a:pt x="192443" y="42715"/>
                </a:cubicBezTo>
                <a:cubicBezTo>
                  <a:pt x="193552" y="41315"/>
                  <a:pt x="195030" y="40140"/>
                  <a:pt x="196877" y="39193"/>
                </a:cubicBezTo>
                <a:cubicBezTo>
                  <a:pt x="198725" y="38246"/>
                  <a:pt x="201045" y="37772"/>
                  <a:pt x="203837" y="37772"/>
                </a:cubicBezTo>
                <a:cubicBezTo>
                  <a:pt x="208107" y="37772"/>
                  <a:pt x="211289" y="38926"/>
                  <a:pt x="213383" y="41232"/>
                </a:cubicBezTo>
                <a:cubicBezTo>
                  <a:pt x="215477" y="43539"/>
                  <a:pt x="216934" y="46917"/>
                  <a:pt x="217755" y="51365"/>
                </a:cubicBezTo>
                <a:moveTo>
                  <a:pt x="189302" y="62432"/>
                </a:moveTo>
                <a:lnTo>
                  <a:pt x="235248" y="62432"/>
                </a:lnTo>
                <a:cubicBezTo>
                  <a:pt x="235577" y="57495"/>
                  <a:pt x="235166" y="52764"/>
                  <a:pt x="234015" y="48238"/>
                </a:cubicBezTo>
                <a:cubicBezTo>
                  <a:pt x="232866" y="43712"/>
                  <a:pt x="230998" y="39680"/>
                  <a:pt x="228410" y="36143"/>
                </a:cubicBezTo>
                <a:cubicBezTo>
                  <a:pt x="225824" y="32604"/>
                  <a:pt x="222519" y="29786"/>
                  <a:pt x="218494" y="27688"/>
                </a:cubicBezTo>
                <a:cubicBezTo>
                  <a:pt x="214470" y="25589"/>
                  <a:pt x="209749" y="24540"/>
                  <a:pt x="204329" y="24540"/>
                </a:cubicBezTo>
                <a:cubicBezTo>
                  <a:pt x="199484" y="24540"/>
                  <a:pt x="195070" y="25404"/>
                  <a:pt x="191088" y="27132"/>
                </a:cubicBezTo>
                <a:cubicBezTo>
                  <a:pt x="187105" y="28859"/>
                  <a:pt x="183677" y="31223"/>
                  <a:pt x="180802" y="34225"/>
                </a:cubicBezTo>
                <a:cubicBezTo>
                  <a:pt x="177928" y="37228"/>
                  <a:pt x="175711" y="40786"/>
                  <a:pt x="174151" y="44899"/>
                </a:cubicBezTo>
                <a:cubicBezTo>
                  <a:pt x="172591" y="49012"/>
                  <a:pt x="171811" y="53454"/>
                  <a:pt x="171811" y="58226"/>
                </a:cubicBezTo>
                <a:cubicBezTo>
                  <a:pt x="171811" y="63160"/>
                  <a:pt x="172570" y="67684"/>
                  <a:pt x="174089" y="71798"/>
                </a:cubicBezTo>
                <a:cubicBezTo>
                  <a:pt x="175609" y="75911"/>
                  <a:pt x="177764" y="79448"/>
                  <a:pt x="180556" y="82410"/>
                </a:cubicBezTo>
                <a:cubicBezTo>
                  <a:pt x="183348" y="85371"/>
                  <a:pt x="186756" y="87654"/>
                  <a:pt x="190779" y="89258"/>
                </a:cubicBezTo>
                <a:cubicBezTo>
                  <a:pt x="194803" y="90862"/>
                  <a:pt x="199320" y="91664"/>
                  <a:pt x="204329" y="91664"/>
                </a:cubicBezTo>
                <a:cubicBezTo>
                  <a:pt x="211556" y="91664"/>
                  <a:pt x="217714" y="90023"/>
                  <a:pt x="222806" y="86741"/>
                </a:cubicBezTo>
                <a:cubicBezTo>
                  <a:pt x="227898" y="83459"/>
                  <a:pt x="231676" y="78003"/>
                  <a:pt x="234139" y="70372"/>
                </a:cubicBezTo>
                <a:lnTo>
                  <a:pt x="218742" y="70372"/>
                </a:lnTo>
                <a:cubicBezTo>
                  <a:pt x="218167" y="72325"/>
                  <a:pt x="216606" y="74177"/>
                  <a:pt x="214060" y="75928"/>
                </a:cubicBezTo>
                <a:cubicBezTo>
                  <a:pt x="211515" y="77677"/>
                  <a:pt x="208477" y="78552"/>
                  <a:pt x="204946" y="78552"/>
                </a:cubicBezTo>
                <a:cubicBezTo>
                  <a:pt x="200019" y="78552"/>
                  <a:pt x="196241" y="77280"/>
                  <a:pt x="193612" y="74738"/>
                </a:cubicBezTo>
                <a:cubicBezTo>
                  <a:pt x="190984" y="72194"/>
                  <a:pt x="189548" y="68092"/>
                  <a:pt x="189302" y="62432"/>
                </a:cubicBezTo>
                <a:close/>
                <a:moveTo>
                  <a:pt x="245154" y="48839"/>
                </a:moveTo>
                <a:lnTo>
                  <a:pt x="245154" y="63876"/>
                </a:lnTo>
                <a:lnTo>
                  <a:pt x="282233" y="63876"/>
                </a:lnTo>
                <a:lnTo>
                  <a:pt x="282233" y="48839"/>
                </a:lnTo>
                <a:lnTo>
                  <a:pt x="245154" y="48839"/>
                </a:lnTo>
                <a:close/>
                <a:moveTo>
                  <a:pt x="317181" y="26344"/>
                </a:moveTo>
                <a:lnTo>
                  <a:pt x="317181" y="7218"/>
                </a:lnTo>
                <a:lnTo>
                  <a:pt x="299690" y="7218"/>
                </a:lnTo>
                <a:lnTo>
                  <a:pt x="299690" y="26344"/>
                </a:lnTo>
                <a:lnTo>
                  <a:pt x="289097" y="26344"/>
                </a:lnTo>
                <a:lnTo>
                  <a:pt x="289097" y="38013"/>
                </a:lnTo>
                <a:lnTo>
                  <a:pt x="299690" y="38013"/>
                </a:lnTo>
                <a:lnTo>
                  <a:pt x="299690" y="75561"/>
                </a:lnTo>
                <a:cubicBezTo>
                  <a:pt x="299690" y="78763"/>
                  <a:pt x="300224" y="81348"/>
                  <a:pt x="301291" y="83318"/>
                </a:cubicBezTo>
                <a:cubicBezTo>
                  <a:pt x="302359" y="85288"/>
                  <a:pt x="303816" y="86807"/>
                  <a:pt x="305663" y="87874"/>
                </a:cubicBezTo>
                <a:cubicBezTo>
                  <a:pt x="307511" y="88941"/>
                  <a:pt x="309647" y="89658"/>
                  <a:pt x="312069" y="90026"/>
                </a:cubicBezTo>
                <a:cubicBezTo>
                  <a:pt x="314492" y="90396"/>
                  <a:pt x="317059" y="90581"/>
                  <a:pt x="319770" y="90581"/>
                </a:cubicBezTo>
                <a:cubicBezTo>
                  <a:pt x="321494" y="90581"/>
                  <a:pt x="323259" y="90541"/>
                  <a:pt x="325066" y="90461"/>
                </a:cubicBezTo>
                <a:cubicBezTo>
                  <a:pt x="326873" y="90380"/>
                  <a:pt x="328515" y="90220"/>
                  <a:pt x="329993" y="89979"/>
                </a:cubicBezTo>
                <a:lnTo>
                  <a:pt x="329993" y="76375"/>
                </a:lnTo>
                <a:cubicBezTo>
                  <a:pt x="329172" y="76539"/>
                  <a:pt x="328310" y="76663"/>
                  <a:pt x="327406" y="76745"/>
                </a:cubicBezTo>
                <a:cubicBezTo>
                  <a:pt x="326503" y="76827"/>
                  <a:pt x="325559" y="76867"/>
                  <a:pt x="324574" y="76867"/>
                </a:cubicBezTo>
                <a:cubicBezTo>
                  <a:pt x="321617" y="76867"/>
                  <a:pt x="319645" y="76376"/>
                  <a:pt x="318659" y="75392"/>
                </a:cubicBezTo>
                <a:cubicBezTo>
                  <a:pt x="317674" y="74408"/>
                  <a:pt x="317181" y="72441"/>
                  <a:pt x="317181" y="69490"/>
                </a:cubicBezTo>
                <a:lnTo>
                  <a:pt x="317181" y="38013"/>
                </a:lnTo>
                <a:lnTo>
                  <a:pt x="329993" y="38013"/>
                </a:lnTo>
                <a:lnTo>
                  <a:pt x="329993" y="26344"/>
                </a:lnTo>
                <a:lnTo>
                  <a:pt x="317181" y="26344"/>
                </a:lnTo>
                <a:close/>
                <a:moveTo>
                  <a:pt x="397597" y="89912"/>
                </a:moveTo>
                <a:lnTo>
                  <a:pt x="397597" y="26344"/>
                </a:lnTo>
                <a:lnTo>
                  <a:pt x="380106" y="26344"/>
                </a:lnTo>
                <a:lnTo>
                  <a:pt x="380106" y="59645"/>
                </a:lnTo>
                <a:cubicBezTo>
                  <a:pt x="380106" y="66116"/>
                  <a:pt x="379038" y="70764"/>
                  <a:pt x="376903" y="73591"/>
                </a:cubicBezTo>
                <a:cubicBezTo>
                  <a:pt x="374768" y="76417"/>
                  <a:pt x="371319" y="77830"/>
                  <a:pt x="366556" y="77830"/>
                </a:cubicBezTo>
                <a:cubicBezTo>
                  <a:pt x="362367" y="77830"/>
                  <a:pt x="359451" y="76540"/>
                  <a:pt x="357808" y="73960"/>
                </a:cubicBezTo>
                <a:cubicBezTo>
                  <a:pt x="356167" y="71378"/>
                  <a:pt x="355346" y="67466"/>
                  <a:pt x="355346" y="62224"/>
                </a:cubicBezTo>
                <a:lnTo>
                  <a:pt x="355346" y="26344"/>
                </a:lnTo>
                <a:lnTo>
                  <a:pt x="337855" y="26344"/>
                </a:lnTo>
                <a:lnTo>
                  <a:pt x="337855" y="65464"/>
                </a:lnTo>
                <a:cubicBezTo>
                  <a:pt x="337855" y="69400"/>
                  <a:pt x="338204" y="72988"/>
                  <a:pt x="338902" y="76228"/>
                </a:cubicBezTo>
                <a:cubicBezTo>
                  <a:pt x="339600" y="79468"/>
                  <a:pt x="340811" y="82215"/>
                  <a:pt x="342535" y="84470"/>
                </a:cubicBezTo>
                <a:cubicBezTo>
                  <a:pt x="344260" y="86726"/>
                  <a:pt x="346622" y="88469"/>
                  <a:pt x="349619" y="89699"/>
                </a:cubicBezTo>
                <a:cubicBezTo>
                  <a:pt x="352616" y="90929"/>
                  <a:pt x="356456" y="91543"/>
                  <a:pt x="361137" y="91543"/>
                </a:cubicBezTo>
                <a:cubicBezTo>
                  <a:pt x="364832" y="91543"/>
                  <a:pt x="368446" y="90720"/>
                  <a:pt x="371977" y="89073"/>
                </a:cubicBezTo>
                <a:cubicBezTo>
                  <a:pt x="375508" y="87426"/>
                  <a:pt x="378382" y="84749"/>
                  <a:pt x="380598" y="81042"/>
                </a:cubicBezTo>
                <a:lnTo>
                  <a:pt x="380969" y="81042"/>
                </a:lnTo>
                <a:lnTo>
                  <a:pt x="380969" y="89912"/>
                </a:lnTo>
                <a:lnTo>
                  <a:pt x="397597" y="89912"/>
                </a:lnTo>
                <a:close/>
                <a:moveTo>
                  <a:pt x="410539" y="26293"/>
                </a:moveTo>
                <a:lnTo>
                  <a:pt x="410539" y="89979"/>
                </a:lnTo>
                <a:lnTo>
                  <a:pt x="428030" y="89979"/>
                </a:lnTo>
                <a:lnTo>
                  <a:pt x="428030" y="56602"/>
                </a:lnTo>
                <a:cubicBezTo>
                  <a:pt x="428030" y="50115"/>
                  <a:pt x="429098" y="45455"/>
                  <a:pt x="431233" y="42623"/>
                </a:cubicBezTo>
                <a:cubicBezTo>
                  <a:pt x="433368" y="39790"/>
                  <a:pt x="436818" y="38374"/>
                  <a:pt x="441580" y="38374"/>
                </a:cubicBezTo>
                <a:cubicBezTo>
                  <a:pt x="445769" y="38374"/>
                  <a:pt x="448685" y="39667"/>
                  <a:pt x="450326" y="42253"/>
                </a:cubicBezTo>
                <a:cubicBezTo>
                  <a:pt x="451969" y="44839"/>
                  <a:pt x="452790" y="48760"/>
                  <a:pt x="452790" y="54015"/>
                </a:cubicBezTo>
                <a:lnTo>
                  <a:pt x="452790" y="89979"/>
                </a:lnTo>
                <a:lnTo>
                  <a:pt x="470282" y="89979"/>
                </a:lnTo>
                <a:lnTo>
                  <a:pt x="470282" y="50790"/>
                </a:lnTo>
                <a:cubicBezTo>
                  <a:pt x="470282" y="46847"/>
                  <a:pt x="469933" y="43252"/>
                  <a:pt x="469235" y="40007"/>
                </a:cubicBezTo>
                <a:cubicBezTo>
                  <a:pt x="468537" y="36762"/>
                  <a:pt x="467325" y="34009"/>
                  <a:pt x="465600" y="31750"/>
                </a:cubicBezTo>
                <a:cubicBezTo>
                  <a:pt x="463875" y="29491"/>
                  <a:pt x="461515" y="27724"/>
                  <a:pt x="458517" y="26451"/>
                </a:cubicBezTo>
                <a:cubicBezTo>
                  <a:pt x="455520" y="25177"/>
                  <a:pt x="451681" y="24540"/>
                  <a:pt x="446999" y="24540"/>
                </a:cubicBezTo>
                <a:cubicBezTo>
                  <a:pt x="443304" y="24540"/>
                  <a:pt x="439691" y="25384"/>
                  <a:pt x="436160" y="27072"/>
                </a:cubicBezTo>
                <a:cubicBezTo>
                  <a:pt x="432629" y="28760"/>
                  <a:pt x="429755" y="31456"/>
                  <a:pt x="427538" y="35161"/>
                </a:cubicBezTo>
                <a:lnTo>
                  <a:pt x="427168" y="35161"/>
                </a:lnTo>
                <a:lnTo>
                  <a:pt x="427168" y="26293"/>
                </a:lnTo>
                <a:lnTo>
                  <a:pt x="410539" y="26293"/>
                </a:lnTo>
                <a:close/>
                <a:moveTo>
                  <a:pt x="526089" y="51365"/>
                </a:moveTo>
                <a:lnTo>
                  <a:pt x="497636" y="51365"/>
                </a:lnTo>
                <a:cubicBezTo>
                  <a:pt x="497717" y="50130"/>
                  <a:pt x="497983" y="48729"/>
                  <a:pt x="498434" y="47164"/>
                </a:cubicBezTo>
                <a:cubicBezTo>
                  <a:pt x="498887" y="45598"/>
                  <a:pt x="499667" y="44115"/>
                  <a:pt x="500776" y="42715"/>
                </a:cubicBezTo>
                <a:cubicBezTo>
                  <a:pt x="501885" y="41315"/>
                  <a:pt x="503363" y="40140"/>
                  <a:pt x="505210" y="39193"/>
                </a:cubicBezTo>
                <a:cubicBezTo>
                  <a:pt x="507059" y="38246"/>
                  <a:pt x="509379" y="37772"/>
                  <a:pt x="512170" y="37772"/>
                </a:cubicBezTo>
                <a:cubicBezTo>
                  <a:pt x="516441" y="37772"/>
                  <a:pt x="519623" y="38926"/>
                  <a:pt x="521717" y="41232"/>
                </a:cubicBezTo>
                <a:cubicBezTo>
                  <a:pt x="523811" y="43539"/>
                  <a:pt x="525268" y="46917"/>
                  <a:pt x="526089" y="51365"/>
                </a:cubicBezTo>
                <a:moveTo>
                  <a:pt x="497636" y="62432"/>
                </a:moveTo>
                <a:lnTo>
                  <a:pt x="543582" y="62432"/>
                </a:lnTo>
                <a:cubicBezTo>
                  <a:pt x="543910" y="57495"/>
                  <a:pt x="543499" y="52764"/>
                  <a:pt x="542349" y="48238"/>
                </a:cubicBezTo>
                <a:cubicBezTo>
                  <a:pt x="541200" y="43712"/>
                  <a:pt x="539332" y="39680"/>
                  <a:pt x="536744" y="36143"/>
                </a:cubicBezTo>
                <a:cubicBezTo>
                  <a:pt x="534158" y="32604"/>
                  <a:pt x="530852" y="29786"/>
                  <a:pt x="526827" y="27688"/>
                </a:cubicBezTo>
                <a:cubicBezTo>
                  <a:pt x="522804" y="25589"/>
                  <a:pt x="518082" y="24540"/>
                  <a:pt x="512663" y="24540"/>
                </a:cubicBezTo>
                <a:cubicBezTo>
                  <a:pt x="507817" y="24540"/>
                  <a:pt x="503403" y="25404"/>
                  <a:pt x="499421" y="27132"/>
                </a:cubicBezTo>
                <a:cubicBezTo>
                  <a:pt x="495439" y="28859"/>
                  <a:pt x="492011" y="31223"/>
                  <a:pt x="489136" y="34225"/>
                </a:cubicBezTo>
                <a:cubicBezTo>
                  <a:pt x="486262" y="37228"/>
                  <a:pt x="484044" y="40786"/>
                  <a:pt x="482484" y="44899"/>
                </a:cubicBezTo>
                <a:cubicBezTo>
                  <a:pt x="480924" y="49012"/>
                  <a:pt x="480144" y="53454"/>
                  <a:pt x="480144" y="58226"/>
                </a:cubicBezTo>
                <a:cubicBezTo>
                  <a:pt x="480144" y="63160"/>
                  <a:pt x="480904" y="67684"/>
                  <a:pt x="482422" y="71798"/>
                </a:cubicBezTo>
                <a:cubicBezTo>
                  <a:pt x="483942" y="75911"/>
                  <a:pt x="486098" y="79448"/>
                  <a:pt x="488890" y="82410"/>
                </a:cubicBezTo>
                <a:cubicBezTo>
                  <a:pt x="491682" y="85371"/>
                  <a:pt x="495089" y="87654"/>
                  <a:pt x="499113" y="89258"/>
                </a:cubicBezTo>
                <a:cubicBezTo>
                  <a:pt x="503137" y="90862"/>
                  <a:pt x="507653" y="91664"/>
                  <a:pt x="512663" y="91664"/>
                </a:cubicBezTo>
                <a:cubicBezTo>
                  <a:pt x="519889" y="91664"/>
                  <a:pt x="526048" y="90023"/>
                  <a:pt x="531139" y="86741"/>
                </a:cubicBezTo>
                <a:cubicBezTo>
                  <a:pt x="536232" y="83459"/>
                  <a:pt x="540010" y="78003"/>
                  <a:pt x="542473" y="70372"/>
                </a:cubicBezTo>
                <a:lnTo>
                  <a:pt x="527076" y="70372"/>
                </a:lnTo>
                <a:cubicBezTo>
                  <a:pt x="526500" y="72325"/>
                  <a:pt x="524940" y="74177"/>
                  <a:pt x="522394" y="75928"/>
                </a:cubicBezTo>
                <a:cubicBezTo>
                  <a:pt x="519849" y="77677"/>
                  <a:pt x="516811" y="78552"/>
                  <a:pt x="513279" y="78552"/>
                </a:cubicBezTo>
                <a:cubicBezTo>
                  <a:pt x="508352" y="78552"/>
                  <a:pt x="504574" y="77280"/>
                  <a:pt x="501946" y="74738"/>
                </a:cubicBezTo>
                <a:cubicBezTo>
                  <a:pt x="499318" y="72194"/>
                  <a:pt x="497881" y="68092"/>
                  <a:pt x="497636" y="62432"/>
                </a:cubicBezTo>
                <a:close/>
                <a:moveTo>
                  <a:pt x="598820" y="57978"/>
                </a:moveTo>
                <a:cubicBezTo>
                  <a:pt x="598820" y="60605"/>
                  <a:pt x="598573" y="63152"/>
                  <a:pt x="598081" y="65616"/>
                </a:cubicBezTo>
                <a:cubicBezTo>
                  <a:pt x="597588" y="68080"/>
                  <a:pt x="596767" y="70277"/>
                  <a:pt x="595617" y="72208"/>
                </a:cubicBezTo>
                <a:cubicBezTo>
                  <a:pt x="594466" y="74138"/>
                  <a:pt x="592926" y="75678"/>
                  <a:pt x="590997" y="76828"/>
                </a:cubicBezTo>
                <a:cubicBezTo>
                  <a:pt x="589067" y="77977"/>
                  <a:pt x="586665" y="78552"/>
                  <a:pt x="583790" y="78552"/>
                </a:cubicBezTo>
                <a:cubicBezTo>
                  <a:pt x="581081" y="78552"/>
                  <a:pt x="578761" y="77956"/>
                  <a:pt x="576830" y="76766"/>
                </a:cubicBezTo>
                <a:cubicBezTo>
                  <a:pt x="574901" y="75574"/>
                  <a:pt x="573299" y="74014"/>
                  <a:pt x="572026" y="72084"/>
                </a:cubicBezTo>
                <a:cubicBezTo>
                  <a:pt x="570754" y="70153"/>
                  <a:pt x="569831" y="67956"/>
                  <a:pt x="569256" y="65492"/>
                </a:cubicBezTo>
                <a:cubicBezTo>
                  <a:pt x="568680" y="63029"/>
                  <a:pt x="568393" y="60565"/>
                  <a:pt x="568393" y="58100"/>
                </a:cubicBezTo>
                <a:cubicBezTo>
                  <a:pt x="568393" y="55472"/>
                  <a:pt x="568660" y="52947"/>
                  <a:pt x="569194" y="50523"/>
                </a:cubicBezTo>
                <a:cubicBezTo>
                  <a:pt x="569727" y="48100"/>
                  <a:pt x="570589" y="45944"/>
                  <a:pt x="571780" y="44056"/>
                </a:cubicBezTo>
                <a:cubicBezTo>
                  <a:pt x="572972" y="42166"/>
                  <a:pt x="574552" y="40647"/>
                  <a:pt x="576522" y="39498"/>
                </a:cubicBezTo>
                <a:cubicBezTo>
                  <a:pt x="578493" y="38347"/>
                  <a:pt x="580916" y="37772"/>
                  <a:pt x="583790" y="37772"/>
                </a:cubicBezTo>
                <a:cubicBezTo>
                  <a:pt x="586665" y="37772"/>
                  <a:pt x="589046" y="38347"/>
                  <a:pt x="590935" y="39498"/>
                </a:cubicBezTo>
                <a:cubicBezTo>
                  <a:pt x="592824" y="40647"/>
                  <a:pt x="594364" y="42145"/>
                  <a:pt x="595555" y="43994"/>
                </a:cubicBezTo>
                <a:cubicBezTo>
                  <a:pt x="596746" y="45842"/>
                  <a:pt x="597588" y="47978"/>
                  <a:pt x="598081" y="50401"/>
                </a:cubicBezTo>
                <a:cubicBezTo>
                  <a:pt x="598573" y="52823"/>
                  <a:pt x="598820" y="55349"/>
                  <a:pt x="598820" y="57978"/>
                </a:cubicBezTo>
                <a:moveTo>
                  <a:pt x="599066" y="81925"/>
                </a:moveTo>
                <a:lnTo>
                  <a:pt x="599066" y="90060"/>
                </a:lnTo>
                <a:lnTo>
                  <a:pt x="615694" y="90060"/>
                </a:lnTo>
                <a:lnTo>
                  <a:pt x="615694" y="2045"/>
                </a:lnTo>
                <a:lnTo>
                  <a:pt x="598203" y="2045"/>
                </a:lnTo>
                <a:lnTo>
                  <a:pt x="598203" y="34062"/>
                </a:lnTo>
                <a:lnTo>
                  <a:pt x="597957" y="34062"/>
                </a:lnTo>
                <a:cubicBezTo>
                  <a:pt x="595986" y="30929"/>
                  <a:pt x="593296" y="28559"/>
                  <a:pt x="589888" y="26951"/>
                </a:cubicBezTo>
                <a:cubicBezTo>
                  <a:pt x="586481" y="25344"/>
                  <a:pt x="582888" y="24540"/>
                  <a:pt x="579110" y="24540"/>
                </a:cubicBezTo>
                <a:cubicBezTo>
                  <a:pt x="574429" y="24540"/>
                  <a:pt x="570323" y="25465"/>
                  <a:pt x="566791" y="27316"/>
                </a:cubicBezTo>
                <a:cubicBezTo>
                  <a:pt x="563260" y="29167"/>
                  <a:pt x="560324" y="31614"/>
                  <a:pt x="557984" y="34658"/>
                </a:cubicBezTo>
                <a:cubicBezTo>
                  <a:pt x="555644" y="37701"/>
                  <a:pt x="553879" y="41218"/>
                  <a:pt x="552687" y="45208"/>
                </a:cubicBezTo>
                <a:cubicBezTo>
                  <a:pt x="551497" y="49197"/>
                  <a:pt x="550901" y="53331"/>
                  <a:pt x="550901" y="57607"/>
                </a:cubicBezTo>
                <a:cubicBezTo>
                  <a:pt x="550901" y="62049"/>
                  <a:pt x="551497" y="66327"/>
                  <a:pt x="552687" y="70441"/>
                </a:cubicBezTo>
                <a:cubicBezTo>
                  <a:pt x="553879" y="74554"/>
                  <a:pt x="555644" y="78194"/>
                  <a:pt x="557984" y="81362"/>
                </a:cubicBezTo>
                <a:cubicBezTo>
                  <a:pt x="560324" y="84528"/>
                  <a:pt x="563301" y="87037"/>
                  <a:pt x="566914" y="88887"/>
                </a:cubicBezTo>
                <a:cubicBezTo>
                  <a:pt x="570527" y="90738"/>
                  <a:pt x="574716" y="91664"/>
                  <a:pt x="579481" y="91664"/>
                </a:cubicBezTo>
                <a:cubicBezTo>
                  <a:pt x="583668" y="91664"/>
                  <a:pt x="587425" y="90904"/>
                  <a:pt x="590750" y="89384"/>
                </a:cubicBezTo>
                <a:cubicBezTo>
                  <a:pt x="594077" y="87862"/>
                  <a:pt x="596767" y="85376"/>
                  <a:pt x="598820" y="81925"/>
                </a:cubicBezTo>
                <a:lnTo>
                  <a:pt x="599066" y="81925"/>
                </a:lnTo>
                <a:close/>
                <a:moveTo>
                  <a:pt x="722737" y="31637"/>
                </a:moveTo>
                <a:lnTo>
                  <a:pt x="741461" y="31637"/>
                </a:lnTo>
                <a:cubicBezTo>
                  <a:pt x="740886" y="26546"/>
                  <a:pt x="739489" y="22031"/>
                  <a:pt x="737271" y="18091"/>
                </a:cubicBezTo>
                <a:cubicBezTo>
                  <a:pt x="735055" y="14150"/>
                  <a:pt x="732242" y="10847"/>
                  <a:pt x="728834" y="8182"/>
                </a:cubicBezTo>
                <a:cubicBezTo>
                  <a:pt x="725426" y="5515"/>
                  <a:pt x="721566" y="3485"/>
                  <a:pt x="717254" y="2092"/>
                </a:cubicBezTo>
                <a:cubicBezTo>
                  <a:pt x="712943" y="697"/>
                  <a:pt x="708366" y="0"/>
                  <a:pt x="703522" y="0"/>
                </a:cubicBezTo>
                <a:cubicBezTo>
                  <a:pt x="696788" y="0"/>
                  <a:pt x="690731" y="1189"/>
                  <a:pt x="685352" y="3567"/>
                </a:cubicBezTo>
                <a:cubicBezTo>
                  <a:pt x="679974" y="5946"/>
                  <a:pt x="675436" y="9227"/>
                  <a:pt x="671740" y="13411"/>
                </a:cubicBezTo>
                <a:cubicBezTo>
                  <a:pt x="668044" y="17594"/>
                  <a:pt x="665211" y="22494"/>
                  <a:pt x="663240" y="28113"/>
                </a:cubicBezTo>
                <a:cubicBezTo>
                  <a:pt x="661269" y="33732"/>
                  <a:pt x="660284" y="39821"/>
                  <a:pt x="660284" y="46382"/>
                </a:cubicBezTo>
                <a:cubicBezTo>
                  <a:pt x="660284" y="52781"/>
                  <a:pt x="661269" y="58748"/>
                  <a:pt x="663240" y="64284"/>
                </a:cubicBezTo>
                <a:cubicBezTo>
                  <a:pt x="665211" y="69820"/>
                  <a:pt x="668044" y="74638"/>
                  <a:pt x="671740" y="78740"/>
                </a:cubicBezTo>
                <a:cubicBezTo>
                  <a:pt x="675436" y="82841"/>
                  <a:pt x="679974" y="86060"/>
                  <a:pt x="685352" y="88399"/>
                </a:cubicBezTo>
                <a:cubicBezTo>
                  <a:pt x="690731" y="90736"/>
                  <a:pt x="696788" y="91904"/>
                  <a:pt x="703522" y="91904"/>
                </a:cubicBezTo>
                <a:cubicBezTo>
                  <a:pt x="708941" y="91904"/>
                  <a:pt x="713909" y="91084"/>
                  <a:pt x="718425" y="89444"/>
                </a:cubicBezTo>
                <a:cubicBezTo>
                  <a:pt x="722942" y="87802"/>
                  <a:pt x="726884" y="85423"/>
                  <a:pt x="730251" y="82307"/>
                </a:cubicBezTo>
                <a:cubicBezTo>
                  <a:pt x="733618" y="79189"/>
                  <a:pt x="736328" y="75414"/>
                  <a:pt x="738380" y="70981"/>
                </a:cubicBezTo>
                <a:cubicBezTo>
                  <a:pt x="740434" y="66547"/>
                  <a:pt x="741707" y="61580"/>
                  <a:pt x="742200" y="56077"/>
                </a:cubicBezTo>
                <a:lnTo>
                  <a:pt x="723475" y="56077"/>
                </a:lnTo>
                <a:cubicBezTo>
                  <a:pt x="722737" y="61989"/>
                  <a:pt x="720705" y="66752"/>
                  <a:pt x="717378" y="70366"/>
                </a:cubicBezTo>
                <a:cubicBezTo>
                  <a:pt x="714052" y="73979"/>
                  <a:pt x="709434" y="75785"/>
                  <a:pt x="703522" y="75785"/>
                </a:cubicBezTo>
                <a:cubicBezTo>
                  <a:pt x="699169" y="75785"/>
                  <a:pt x="695473" y="74944"/>
                  <a:pt x="692434" y="73262"/>
                </a:cubicBezTo>
                <a:cubicBezTo>
                  <a:pt x="689395" y="71581"/>
                  <a:pt x="686932" y="69346"/>
                  <a:pt x="685043" y="66558"/>
                </a:cubicBezTo>
                <a:cubicBezTo>
                  <a:pt x="683155" y="63769"/>
                  <a:pt x="681780" y="60632"/>
                  <a:pt x="680918" y="57147"/>
                </a:cubicBezTo>
                <a:cubicBezTo>
                  <a:pt x="680056" y="53661"/>
                  <a:pt x="679625" y="50072"/>
                  <a:pt x="679625" y="46381"/>
                </a:cubicBezTo>
                <a:cubicBezTo>
                  <a:pt x="679625" y="42526"/>
                  <a:pt x="680056" y="38795"/>
                  <a:pt x="680918" y="35186"/>
                </a:cubicBezTo>
                <a:cubicBezTo>
                  <a:pt x="681780" y="31577"/>
                  <a:pt x="683155" y="28358"/>
                  <a:pt x="685043" y="25529"/>
                </a:cubicBezTo>
                <a:cubicBezTo>
                  <a:pt x="686932" y="22699"/>
                  <a:pt x="689395" y="20444"/>
                  <a:pt x="692434" y="18762"/>
                </a:cubicBezTo>
                <a:cubicBezTo>
                  <a:pt x="695473" y="17080"/>
                  <a:pt x="699169" y="16240"/>
                  <a:pt x="703522" y="16240"/>
                </a:cubicBezTo>
                <a:cubicBezTo>
                  <a:pt x="705902" y="16240"/>
                  <a:pt x="708180" y="16630"/>
                  <a:pt x="710356" y="17411"/>
                </a:cubicBezTo>
                <a:cubicBezTo>
                  <a:pt x="712532" y="18190"/>
                  <a:pt x="714483" y="19278"/>
                  <a:pt x="716207" y="20674"/>
                </a:cubicBezTo>
                <a:cubicBezTo>
                  <a:pt x="717932" y="22069"/>
                  <a:pt x="719370" y="23692"/>
                  <a:pt x="720519" y="25540"/>
                </a:cubicBezTo>
                <a:cubicBezTo>
                  <a:pt x="721669" y="27387"/>
                  <a:pt x="722408" y="29419"/>
                  <a:pt x="722737" y="31637"/>
                </a:cubicBezTo>
                <a:close/>
                <a:moveTo>
                  <a:pt x="768822" y="58224"/>
                </a:moveTo>
                <a:cubicBezTo>
                  <a:pt x="768822" y="55678"/>
                  <a:pt x="769068" y="53173"/>
                  <a:pt x="769560" y="50709"/>
                </a:cubicBezTo>
                <a:cubicBezTo>
                  <a:pt x="770053" y="48245"/>
                  <a:pt x="770894" y="46068"/>
                  <a:pt x="772085" y="44180"/>
                </a:cubicBezTo>
                <a:cubicBezTo>
                  <a:pt x="773276" y="42290"/>
                  <a:pt x="774858" y="40750"/>
                  <a:pt x="776829" y="39560"/>
                </a:cubicBezTo>
                <a:cubicBezTo>
                  <a:pt x="778800" y="38368"/>
                  <a:pt x="781263" y="37772"/>
                  <a:pt x="784219" y="37772"/>
                </a:cubicBezTo>
                <a:cubicBezTo>
                  <a:pt x="787176" y="37772"/>
                  <a:pt x="789661" y="38368"/>
                  <a:pt x="791672" y="39560"/>
                </a:cubicBezTo>
                <a:cubicBezTo>
                  <a:pt x="793684" y="40750"/>
                  <a:pt x="795286" y="42290"/>
                  <a:pt x="796476" y="44180"/>
                </a:cubicBezTo>
                <a:cubicBezTo>
                  <a:pt x="797668" y="46068"/>
                  <a:pt x="798510" y="48245"/>
                  <a:pt x="799002" y="50709"/>
                </a:cubicBezTo>
                <a:cubicBezTo>
                  <a:pt x="799495" y="53173"/>
                  <a:pt x="799741" y="55678"/>
                  <a:pt x="799741" y="58224"/>
                </a:cubicBezTo>
                <a:cubicBezTo>
                  <a:pt x="799741" y="60770"/>
                  <a:pt x="799495" y="63255"/>
                  <a:pt x="799002" y="65678"/>
                </a:cubicBezTo>
                <a:cubicBezTo>
                  <a:pt x="798510" y="68100"/>
                  <a:pt x="797668" y="70277"/>
                  <a:pt x="796476" y="72208"/>
                </a:cubicBezTo>
                <a:cubicBezTo>
                  <a:pt x="795286" y="74138"/>
                  <a:pt x="793684" y="75678"/>
                  <a:pt x="791672" y="76828"/>
                </a:cubicBezTo>
                <a:cubicBezTo>
                  <a:pt x="789661" y="77977"/>
                  <a:pt x="787176" y="78552"/>
                  <a:pt x="784219" y="78552"/>
                </a:cubicBezTo>
                <a:cubicBezTo>
                  <a:pt x="781263" y="78552"/>
                  <a:pt x="778800" y="77977"/>
                  <a:pt x="776829" y="76828"/>
                </a:cubicBezTo>
                <a:cubicBezTo>
                  <a:pt x="774858" y="75678"/>
                  <a:pt x="773276" y="74138"/>
                  <a:pt x="772085" y="72208"/>
                </a:cubicBezTo>
                <a:cubicBezTo>
                  <a:pt x="770894" y="70277"/>
                  <a:pt x="770053" y="68100"/>
                  <a:pt x="769560" y="65678"/>
                </a:cubicBezTo>
                <a:cubicBezTo>
                  <a:pt x="769068" y="63255"/>
                  <a:pt x="768822" y="60770"/>
                  <a:pt x="768822" y="58224"/>
                </a:cubicBezTo>
                <a:moveTo>
                  <a:pt x="751330" y="58226"/>
                </a:moveTo>
                <a:cubicBezTo>
                  <a:pt x="751330" y="63326"/>
                  <a:pt x="752110" y="67932"/>
                  <a:pt x="753670" y="72044"/>
                </a:cubicBezTo>
                <a:cubicBezTo>
                  <a:pt x="755230" y="76157"/>
                  <a:pt x="757448" y="79674"/>
                  <a:pt x="760322" y="82595"/>
                </a:cubicBezTo>
                <a:cubicBezTo>
                  <a:pt x="763197" y="85514"/>
                  <a:pt x="766646" y="87756"/>
                  <a:pt x="770669" y="89320"/>
                </a:cubicBezTo>
                <a:cubicBezTo>
                  <a:pt x="774694" y="90882"/>
                  <a:pt x="779211" y="91664"/>
                  <a:pt x="784219" y="91664"/>
                </a:cubicBezTo>
                <a:cubicBezTo>
                  <a:pt x="789229" y="91664"/>
                  <a:pt x="793766" y="90882"/>
                  <a:pt x="797831" y="89320"/>
                </a:cubicBezTo>
                <a:cubicBezTo>
                  <a:pt x="801896" y="87756"/>
                  <a:pt x="805366" y="85514"/>
                  <a:pt x="808240" y="82595"/>
                </a:cubicBezTo>
                <a:cubicBezTo>
                  <a:pt x="811115" y="79674"/>
                  <a:pt x="813332" y="76157"/>
                  <a:pt x="814892" y="72044"/>
                </a:cubicBezTo>
                <a:cubicBezTo>
                  <a:pt x="816452" y="67932"/>
                  <a:pt x="817232" y="63326"/>
                  <a:pt x="817232" y="58226"/>
                </a:cubicBezTo>
                <a:cubicBezTo>
                  <a:pt x="817232" y="53126"/>
                  <a:pt x="816452" y="48499"/>
                  <a:pt x="814892" y="44345"/>
                </a:cubicBezTo>
                <a:cubicBezTo>
                  <a:pt x="813332" y="40190"/>
                  <a:pt x="811115" y="36653"/>
                  <a:pt x="808240" y="33733"/>
                </a:cubicBezTo>
                <a:cubicBezTo>
                  <a:pt x="805366" y="30812"/>
                  <a:pt x="801896" y="28550"/>
                  <a:pt x="797831" y="26946"/>
                </a:cubicBezTo>
                <a:cubicBezTo>
                  <a:pt x="793766" y="25342"/>
                  <a:pt x="789229" y="24540"/>
                  <a:pt x="784219" y="24540"/>
                </a:cubicBezTo>
                <a:cubicBezTo>
                  <a:pt x="779211" y="24540"/>
                  <a:pt x="774694" y="25342"/>
                  <a:pt x="770669" y="26946"/>
                </a:cubicBezTo>
                <a:cubicBezTo>
                  <a:pt x="766646" y="28550"/>
                  <a:pt x="763197" y="30812"/>
                  <a:pt x="760322" y="33733"/>
                </a:cubicBezTo>
                <a:cubicBezTo>
                  <a:pt x="757448" y="36653"/>
                  <a:pt x="755230" y="40190"/>
                  <a:pt x="753670" y="44345"/>
                </a:cubicBezTo>
                <a:cubicBezTo>
                  <a:pt x="752110" y="48499"/>
                  <a:pt x="751330" y="53126"/>
                  <a:pt x="751330" y="58226"/>
                </a:cubicBezTo>
                <a:close/>
                <a:moveTo>
                  <a:pt x="873489" y="57978"/>
                </a:moveTo>
                <a:cubicBezTo>
                  <a:pt x="873489" y="60605"/>
                  <a:pt x="873243" y="63152"/>
                  <a:pt x="872751" y="65616"/>
                </a:cubicBezTo>
                <a:cubicBezTo>
                  <a:pt x="872258" y="68080"/>
                  <a:pt x="871437" y="70277"/>
                  <a:pt x="870286" y="72208"/>
                </a:cubicBezTo>
                <a:cubicBezTo>
                  <a:pt x="869136" y="74138"/>
                  <a:pt x="867596" y="75678"/>
                  <a:pt x="865666" y="76828"/>
                </a:cubicBezTo>
                <a:cubicBezTo>
                  <a:pt x="863737" y="77977"/>
                  <a:pt x="861335" y="78552"/>
                  <a:pt x="858460" y="78552"/>
                </a:cubicBezTo>
                <a:cubicBezTo>
                  <a:pt x="855751" y="78552"/>
                  <a:pt x="853431" y="77956"/>
                  <a:pt x="851500" y="76766"/>
                </a:cubicBezTo>
                <a:cubicBezTo>
                  <a:pt x="849570" y="75574"/>
                  <a:pt x="847969" y="74014"/>
                  <a:pt x="846696" y="72084"/>
                </a:cubicBezTo>
                <a:cubicBezTo>
                  <a:pt x="845424" y="70153"/>
                  <a:pt x="844500" y="67956"/>
                  <a:pt x="843925" y="65492"/>
                </a:cubicBezTo>
                <a:cubicBezTo>
                  <a:pt x="843350" y="63029"/>
                  <a:pt x="843063" y="60565"/>
                  <a:pt x="843063" y="58100"/>
                </a:cubicBezTo>
                <a:cubicBezTo>
                  <a:pt x="843063" y="55472"/>
                  <a:pt x="843329" y="52947"/>
                  <a:pt x="843863" y="50523"/>
                </a:cubicBezTo>
                <a:cubicBezTo>
                  <a:pt x="844397" y="48100"/>
                  <a:pt x="845259" y="45944"/>
                  <a:pt x="846450" y="44056"/>
                </a:cubicBezTo>
                <a:cubicBezTo>
                  <a:pt x="847641" y="42166"/>
                  <a:pt x="849222" y="40647"/>
                  <a:pt x="851192" y="39498"/>
                </a:cubicBezTo>
                <a:cubicBezTo>
                  <a:pt x="853163" y="38347"/>
                  <a:pt x="855586" y="37772"/>
                  <a:pt x="858460" y="37772"/>
                </a:cubicBezTo>
                <a:cubicBezTo>
                  <a:pt x="861335" y="37772"/>
                  <a:pt x="863716" y="38347"/>
                  <a:pt x="865604" y="39498"/>
                </a:cubicBezTo>
                <a:cubicBezTo>
                  <a:pt x="867494" y="40647"/>
                  <a:pt x="869034" y="42145"/>
                  <a:pt x="870224" y="43994"/>
                </a:cubicBezTo>
                <a:cubicBezTo>
                  <a:pt x="871416" y="45842"/>
                  <a:pt x="872258" y="47978"/>
                  <a:pt x="872751" y="50401"/>
                </a:cubicBezTo>
                <a:cubicBezTo>
                  <a:pt x="873243" y="52823"/>
                  <a:pt x="873489" y="55349"/>
                  <a:pt x="873489" y="57978"/>
                </a:cubicBezTo>
                <a:moveTo>
                  <a:pt x="873736" y="81925"/>
                </a:moveTo>
                <a:lnTo>
                  <a:pt x="873736" y="90060"/>
                </a:lnTo>
                <a:lnTo>
                  <a:pt x="890364" y="90060"/>
                </a:lnTo>
                <a:lnTo>
                  <a:pt x="890364" y="2045"/>
                </a:lnTo>
                <a:lnTo>
                  <a:pt x="872873" y="2045"/>
                </a:lnTo>
                <a:lnTo>
                  <a:pt x="872873" y="34062"/>
                </a:lnTo>
                <a:lnTo>
                  <a:pt x="872627" y="34062"/>
                </a:lnTo>
                <a:cubicBezTo>
                  <a:pt x="870656" y="30929"/>
                  <a:pt x="867966" y="28559"/>
                  <a:pt x="864558" y="26951"/>
                </a:cubicBezTo>
                <a:cubicBezTo>
                  <a:pt x="861150" y="25344"/>
                  <a:pt x="857558" y="24540"/>
                  <a:pt x="853780" y="24540"/>
                </a:cubicBezTo>
                <a:cubicBezTo>
                  <a:pt x="849099" y="24540"/>
                  <a:pt x="844992" y="25465"/>
                  <a:pt x="841461" y="27316"/>
                </a:cubicBezTo>
                <a:cubicBezTo>
                  <a:pt x="837930" y="29167"/>
                  <a:pt x="834994" y="31614"/>
                  <a:pt x="832653" y="34658"/>
                </a:cubicBezTo>
                <a:cubicBezTo>
                  <a:pt x="830314" y="37701"/>
                  <a:pt x="828548" y="41218"/>
                  <a:pt x="827357" y="45208"/>
                </a:cubicBezTo>
                <a:cubicBezTo>
                  <a:pt x="826166" y="49197"/>
                  <a:pt x="825571" y="53331"/>
                  <a:pt x="825571" y="57607"/>
                </a:cubicBezTo>
                <a:cubicBezTo>
                  <a:pt x="825571" y="62049"/>
                  <a:pt x="826166" y="66327"/>
                  <a:pt x="827357" y="70441"/>
                </a:cubicBezTo>
                <a:cubicBezTo>
                  <a:pt x="828548" y="74554"/>
                  <a:pt x="830314" y="78194"/>
                  <a:pt x="832653" y="81362"/>
                </a:cubicBezTo>
                <a:cubicBezTo>
                  <a:pt x="834994" y="84528"/>
                  <a:pt x="837971" y="87037"/>
                  <a:pt x="841583" y="88887"/>
                </a:cubicBezTo>
                <a:cubicBezTo>
                  <a:pt x="845197" y="90738"/>
                  <a:pt x="849386" y="91664"/>
                  <a:pt x="854150" y="91664"/>
                </a:cubicBezTo>
                <a:cubicBezTo>
                  <a:pt x="858338" y="91664"/>
                  <a:pt x="862095" y="90904"/>
                  <a:pt x="865420" y="89384"/>
                </a:cubicBezTo>
                <a:cubicBezTo>
                  <a:pt x="868747" y="87862"/>
                  <a:pt x="871437" y="85376"/>
                  <a:pt x="873489" y="81925"/>
                </a:cubicBezTo>
                <a:lnTo>
                  <a:pt x="873736" y="81925"/>
                </a:lnTo>
                <a:close/>
                <a:moveTo>
                  <a:pt x="946126" y="51365"/>
                </a:moveTo>
                <a:lnTo>
                  <a:pt x="917672" y="51365"/>
                </a:lnTo>
                <a:cubicBezTo>
                  <a:pt x="917754" y="50130"/>
                  <a:pt x="918020" y="48729"/>
                  <a:pt x="918471" y="47164"/>
                </a:cubicBezTo>
                <a:cubicBezTo>
                  <a:pt x="918924" y="45598"/>
                  <a:pt x="919704" y="44115"/>
                  <a:pt x="920813" y="42715"/>
                </a:cubicBezTo>
                <a:cubicBezTo>
                  <a:pt x="921922" y="41315"/>
                  <a:pt x="923400" y="40140"/>
                  <a:pt x="925247" y="39193"/>
                </a:cubicBezTo>
                <a:cubicBezTo>
                  <a:pt x="927095" y="38246"/>
                  <a:pt x="929415" y="37772"/>
                  <a:pt x="932207" y="37772"/>
                </a:cubicBezTo>
                <a:cubicBezTo>
                  <a:pt x="936478" y="37772"/>
                  <a:pt x="939660" y="38926"/>
                  <a:pt x="941754" y="41232"/>
                </a:cubicBezTo>
                <a:cubicBezTo>
                  <a:pt x="943848" y="43539"/>
                  <a:pt x="945305" y="46917"/>
                  <a:pt x="946126" y="51365"/>
                </a:cubicBezTo>
                <a:moveTo>
                  <a:pt x="917672" y="62432"/>
                </a:moveTo>
                <a:lnTo>
                  <a:pt x="963619" y="62432"/>
                </a:lnTo>
                <a:cubicBezTo>
                  <a:pt x="963947" y="57495"/>
                  <a:pt x="963536" y="52764"/>
                  <a:pt x="962386" y="48238"/>
                </a:cubicBezTo>
                <a:cubicBezTo>
                  <a:pt x="961237" y="43712"/>
                  <a:pt x="959368" y="39680"/>
                  <a:pt x="956781" y="36143"/>
                </a:cubicBezTo>
                <a:cubicBezTo>
                  <a:pt x="954195" y="32604"/>
                  <a:pt x="950889" y="29786"/>
                  <a:pt x="946864" y="27688"/>
                </a:cubicBezTo>
                <a:cubicBezTo>
                  <a:pt x="942841" y="25589"/>
                  <a:pt x="938119" y="24540"/>
                  <a:pt x="932700" y="24540"/>
                </a:cubicBezTo>
                <a:cubicBezTo>
                  <a:pt x="927854" y="24540"/>
                  <a:pt x="923440" y="25404"/>
                  <a:pt x="919458" y="27132"/>
                </a:cubicBezTo>
                <a:cubicBezTo>
                  <a:pt x="915476" y="28859"/>
                  <a:pt x="912047" y="31223"/>
                  <a:pt x="909173" y="34225"/>
                </a:cubicBezTo>
                <a:cubicBezTo>
                  <a:pt x="906298" y="37228"/>
                  <a:pt x="904081" y="40786"/>
                  <a:pt x="902521" y="44899"/>
                </a:cubicBezTo>
                <a:cubicBezTo>
                  <a:pt x="900961" y="49012"/>
                  <a:pt x="900181" y="53454"/>
                  <a:pt x="900181" y="58226"/>
                </a:cubicBezTo>
                <a:cubicBezTo>
                  <a:pt x="900181" y="63160"/>
                  <a:pt x="900940" y="67684"/>
                  <a:pt x="902459" y="71798"/>
                </a:cubicBezTo>
                <a:cubicBezTo>
                  <a:pt x="903979" y="75911"/>
                  <a:pt x="906135" y="79448"/>
                  <a:pt x="908927" y="82410"/>
                </a:cubicBezTo>
                <a:cubicBezTo>
                  <a:pt x="911719" y="85371"/>
                  <a:pt x="915126" y="87654"/>
                  <a:pt x="919150" y="89258"/>
                </a:cubicBezTo>
                <a:cubicBezTo>
                  <a:pt x="923173" y="90862"/>
                  <a:pt x="927690" y="91664"/>
                  <a:pt x="932700" y="91664"/>
                </a:cubicBezTo>
                <a:cubicBezTo>
                  <a:pt x="939926" y="91664"/>
                  <a:pt x="946085" y="90023"/>
                  <a:pt x="951176" y="86741"/>
                </a:cubicBezTo>
                <a:cubicBezTo>
                  <a:pt x="956268" y="83459"/>
                  <a:pt x="960046" y="78003"/>
                  <a:pt x="962510" y="70372"/>
                </a:cubicBezTo>
                <a:lnTo>
                  <a:pt x="947112" y="70372"/>
                </a:lnTo>
                <a:cubicBezTo>
                  <a:pt x="946537" y="72325"/>
                  <a:pt x="944977" y="74177"/>
                  <a:pt x="942430" y="75928"/>
                </a:cubicBezTo>
                <a:cubicBezTo>
                  <a:pt x="939885" y="77677"/>
                  <a:pt x="936847" y="78552"/>
                  <a:pt x="933316" y="78552"/>
                </a:cubicBezTo>
                <a:cubicBezTo>
                  <a:pt x="928389" y="78552"/>
                  <a:pt x="924611" y="77280"/>
                  <a:pt x="921982" y="74738"/>
                </a:cubicBezTo>
                <a:cubicBezTo>
                  <a:pt x="919355" y="72194"/>
                  <a:pt x="917918" y="68092"/>
                  <a:pt x="917672" y="62432"/>
                </a:cubicBezTo>
                <a:close/>
                <a:moveTo>
                  <a:pt x="975497" y="2045"/>
                </a:moveTo>
                <a:lnTo>
                  <a:pt x="975497" y="89979"/>
                </a:lnTo>
                <a:lnTo>
                  <a:pt x="1037704" y="89979"/>
                </a:lnTo>
                <a:lnTo>
                  <a:pt x="1037704" y="73740"/>
                </a:lnTo>
                <a:lnTo>
                  <a:pt x="994836" y="73740"/>
                </a:lnTo>
                <a:lnTo>
                  <a:pt x="994836" y="2045"/>
                </a:lnTo>
                <a:lnTo>
                  <a:pt x="975497" y="2045"/>
                </a:lnTo>
                <a:close/>
                <a:moveTo>
                  <a:pt x="1046826" y="2045"/>
                </a:moveTo>
                <a:lnTo>
                  <a:pt x="1046826" y="89979"/>
                </a:lnTo>
                <a:lnTo>
                  <a:pt x="1064317" y="89979"/>
                </a:lnTo>
                <a:lnTo>
                  <a:pt x="1064317" y="2045"/>
                </a:lnTo>
                <a:lnTo>
                  <a:pt x="1046826" y="2045"/>
                </a:lnTo>
                <a:close/>
                <a:moveTo>
                  <a:pt x="1076964" y="45881"/>
                </a:moveTo>
                <a:cubicBezTo>
                  <a:pt x="1077209" y="41774"/>
                  <a:pt x="1078236" y="38367"/>
                  <a:pt x="1080043" y="35658"/>
                </a:cubicBezTo>
                <a:cubicBezTo>
                  <a:pt x="1081849" y="32947"/>
                  <a:pt x="1084149" y="30771"/>
                  <a:pt x="1086941" y="29128"/>
                </a:cubicBezTo>
                <a:cubicBezTo>
                  <a:pt x="1089732" y="27485"/>
                  <a:pt x="1092873" y="26315"/>
                  <a:pt x="1096363" y="25617"/>
                </a:cubicBezTo>
                <a:cubicBezTo>
                  <a:pt x="1099854" y="24919"/>
                  <a:pt x="1103365" y="24570"/>
                  <a:pt x="1106896" y="24570"/>
                </a:cubicBezTo>
                <a:cubicBezTo>
                  <a:pt x="1110099" y="24570"/>
                  <a:pt x="1113342" y="24796"/>
                  <a:pt x="1116627" y="25248"/>
                </a:cubicBezTo>
                <a:cubicBezTo>
                  <a:pt x="1119912" y="25700"/>
                  <a:pt x="1122910" y="26582"/>
                  <a:pt x="1125619" y="27897"/>
                </a:cubicBezTo>
                <a:cubicBezTo>
                  <a:pt x="1128329" y="29210"/>
                  <a:pt x="1130546" y="31037"/>
                  <a:pt x="1132271" y="33378"/>
                </a:cubicBezTo>
                <a:cubicBezTo>
                  <a:pt x="1133996" y="35718"/>
                  <a:pt x="1134859" y="38818"/>
                  <a:pt x="1134859" y="42678"/>
                </a:cubicBezTo>
                <a:lnTo>
                  <a:pt x="1134859" y="75813"/>
                </a:lnTo>
                <a:cubicBezTo>
                  <a:pt x="1134859" y="78688"/>
                  <a:pt x="1135023" y="81439"/>
                  <a:pt x="1135351" y="84066"/>
                </a:cubicBezTo>
                <a:cubicBezTo>
                  <a:pt x="1135679" y="86694"/>
                  <a:pt x="1136254" y="88665"/>
                  <a:pt x="1137075" y="89979"/>
                </a:cubicBezTo>
                <a:lnTo>
                  <a:pt x="1119337" y="89979"/>
                </a:lnTo>
                <a:cubicBezTo>
                  <a:pt x="1119009" y="88995"/>
                  <a:pt x="1118742" y="87989"/>
                  <a:pt x="1118536" y="86963"/>
                </a:cubicBezTo>
                <a:cubicBezTo>
                  <a:pt x="1118331" y="85935"/>
                  <a:pt x="1118187" y="84888"/>
                  <a:pt x="1118106" y="83820"/>
                </a:cubicBezTo>
                <a:cubicBezTo>
                  <a:pt x="1115314" y="86695"/>
                  <a:pt x="1112029" y="88707"/>
                  <a:pt x="1108251" y="89857"/>
                </a:cubicBezTo>
                <a:cubicBezTo>
                  <a:pt x="1104473" y="91006"/>
                  <a:pt x="1100613" y="91581"/>
                  <a:pt x="1096671" y="91581"/>
                </a:cubicBezTo>
                <a:cubicBezTo>
                  <a:pt x="1093634" y="91581"/>
                  <a:pt x="1090801" y="91211"/>
                  <a:pt x="1088172" y="90472"/>
                </a:cubicBezTo>
                <a:cubicBezTo>
                  <a:pt x="1085544" y="89733"/>
                  <a:pt x="1083245" y="88583"/>
                  <a:pt x="1081274" y="87023"/>
                </a:cubicBezTo>
                <a:cubicBezTo>
                  <a:pt x="1079304" y="85463"/>
                  <a:pt x="1077764" y="83492"/>
                  <a:pt x="1076656" y="81112"/>
                </a:cubicBezTo>
                <a:cubicBezTo>
                  <a:pt x="1075547" y="78729"/>
                  <a:pt x="1074992" y="75896"/>
                  <a:pt x="1074992" y="72610"/>
                </a:cubicBezTo>
                <a:cubicBezTo>
                  <a:pt x="1074992" y="68998"/>
                  <a:pt x="1075629" y="66021"/>
                  <a:pt x="1076902" y="63680"/>
                </a:cubicBezTo>
                <a:cubicBezTo>
                  <a:pt x="1078175" y="61340"/>
                  <a:pt x="1079817" y="59471"/>
                  <a:pt x="1081828" y="58075"/>
                </a:cubicBezTo>
                <a:cubicBezTo>
                  <a:pt x="1083841" y="56679"/>
                  <a:pt x="1086140" y="55633"/>
                  <a:pt x="1088726" y="54935"/>
                </a:cubicBezTo>
                <a:cubicBezTo>
                  <a:pt x="1091314" y="54237"/>
                  <a:pt x="1093921" y="53683"/>
                  <a:pt x="1096549" y="53273"/>
                </a:cubicBezTo>
                <a:cubicBezTo>
                  <a:pt x="1099177" y="52862"/>
                  <a:pt x="1101763" y="52533"/>
                  <a:pt x="1104308" y="52286"/>
                </a:cubicBezTo>
                <a:cubicBezTo>
                  <a:pt x="1106854" y="52039"/>
                  <a:pt x="1109113" y="51670"/>
                  <a:pt x="1111084" y="51177"/>
                </a:cubicBezTo>
                <a:cubicBezTo>
                  <a:pt x="1113055" y="50685"/>
                  <a:pt x="1114615" y="49967"/>
                  <a:pt x="1115764" y="49023"/>
                </a:cubicBezTo>
                <a:cubicBezTo>
                  <a:pt x="1116914" y="48078"/>
                  <a:pt x="1117449" y="46703"/>
                  <a:pt x="1117367" y="44896"/>
                </a:cubicBezTo>
                <a:cubicBezTo>
                  <a:pt x="1117367" y="43006"/>
                  <a:pt x="1117059" y="41507"/>
                  <a:pt x="1116443" y="40400"/>
                </a:cubicBezTo>
                <a:cubicBezTo>
                  <a:pt x="1115826" y="39291"/>
                  <a:pt x="1115005" y="38429"/>
                  <a:pt x="1113978" y="37813"/>
                </a:cubicBezTo>
                <a:cubicBezTo>
                  <a:pt x="1112952" y="37197"/>
                  <a:pt x="1111761" y="36786"/>
                  <a:pt x="1110405" y="36580"/>
                </a:cubicBezTo>
                <a:cubicBezTo>
                  <a:pt x="1109051" y="36375"/>
                  <a:pt x="1107593" y="36272"/>
                  <a:pt x="1106033" y="36272"/>
                </a:cubicBezTo>
                <a:cubicBezTo>
                  <a:pt x="1102585" y="36272"/>
                  <a:pt x="1099875" y="37012"/>
                  <a:pt x="1097904" y="38490"/>
                </a:cubicBezTo>
                <a:cubicBezTo>
                  <a:pt x="1095933" y="39969"/>
                  <a:pt x="1094783" y="42432"/>
                  <a:pt x="1094455" y="45881"/>
                </a:cubicBezTo>
                <a:lnTo>
                  <a:pt x="1076964" y="45881"/>
                </a:lnTo>
                <a:moveTo>
                  <a:pt x="1117367" y="58814"/>
                </a:moveTo>
                <a:cubicBezTo>
                  <a:pt x="1116628" y="59472"/>
                  <a:pt x="1115704" y="59986"/>
                  <a:pt x="1114595" y="60355"/>
                </a:cubicBezTo>
                <a:cubicBezTo>
                  <a:pt x="1113486" y="60725"/>
                  <a:pt x="1112295" y="61033"/>
                  <a:pt x="1111022" y="61280"/>
                </a:cubicBezTo>
                <a:cubicBezTo>
                  <a:pt x="1109750" y="61526"/>
                  <a:pt x="1108415" y="61731"/>
                  <a:pt x="1107018" y="61895"/>
                </a:cubicBezTo>
                <a:cubicBezTo>
                  <a:pt x="1105622" y="62059"/>
                  <a:pt x="1104226" y="62264"/>
                  <a:pt x="1102831" y="62509"/>
                </a:cubicBezTo>
                <a:cubicBezTo>
                  <a:pt x="1101517" y="62756"/>
                  <a:pt x="1100224" y="63085"/>
                  <a:pt x="1098951" y="63496"/>
                </a:cubicBezTo>
                <a:cubicBezTo>
                  <a:pt x="1097678" y="63906"/>
                  <a:pt x="1096569" y="64460"/>
                  <a:pt x="1095624" y="65160"/>
                </a:cubicBezTo>
                <a:cubicBezTo>
                  <a:pt x="1094681" y="65857"/>
                  <a:pt x="1093921" y="66740"/>
                  <a:pt x="1093346" y="67808"/>
                </a:cubicBezTo>
                <a:cubicBezTo>
                  <a:pt x="1092771" y="68874"/>
                  <a:pt x="1092483" y="70229"/>
                  <a:pt x="1092483" y="71872"/>
                </a:cubicBezTo>
                <a:cubicBezTo>
                  <a:pt x="1092483" y="73432"/>
                  <a:pt x="1092771" y="74745"/>
                  <a:pt x="1093346" y="75813"/>
                </a:cubicBezTo>
                <a:cubicBezTo>
                  <a:pt x="1093921" y="76881"/>
                  <a:pt x="1094701" y="77723"/>
                  <a:pt x="1095686" y="78339"/>
                </a:cubicBezTo>
                <a:cubicBezTo>
                  <a:pt x="1096672" y="78954"/>
                  <a:pt x="1097822" y="79385"/>
                  <a:pt x="1099135" y="79632"/>
                </a:cubicBezTo>
                <a:cubicBezTo>
                  <a:pt x="1100450" y="79879"/>
                  <a:pt x="1101805" y="80003"/>
                  <a:pt x="1103201" y="80003"/>
                </a:cubicBezTo>
                <a:cubicBezTo>
                  <a:pt x="1106649" y="80003"/>
                  <a:pt x="1109318" y="79428"/>
                  <a:pt x="1111206" y="78279"/>
                </a:cubicBezTo>
                <a:cubicBezTo>
                  <a:pt x="1113096" y="77129"/>
                  <a:pt x="1114492" y="75753"/>
                  <a:pt x="1115396" y="74151"/>
                </a:cubicBezTo>
                <a:cubicBezTo>
                  <a:pt x="1116299" y="72550"/>
                  <a:pt x="1116854" y="70928"/>
                  <a:pt x="1117059" y="69285"/>
                </a:cubicBezTo>
                <a:cubicBezTo>
                  <a:pt x="1117265" y="67642"/>
                  <a:pt x="1117367" y="66329"/>
                  <a:pt x="1117367" y="65344"/>
                </a:cubicBezTo>
                <a:lnTo>
                  <a:pt x="1117367" y="58814"/>
                </a:lnTo>
                <a:close/>
                <a:moveTo>
                  <a:pt x="1148583" y="26293"/>
                </a:moveTo>
                <a:lnTo>
                  <a:pt x="1148583" y="89979"/>
                </a:lnTo>
                <a:lnTo>
                  <a:pt x="1166074" y="89979"/>
                </a:lnTo>
                <a:lnTo>
                  <a:pt x="1166074" y="53031"/>
                </a:lnTo>
                <a:cubicBezTo>
                  <a:pt x="1166074" y="49910"/>
                  <a:pt x="1166526" y="47386"/>
                  <a:pt x="1167429" y="45456"/>
                </a:cubicBezTo>
                <a:cubicBezTo>
                  <a:pt x="1168333" y="43526"/>
                  <a:pt x="1169421" y="42048"/>
                  <a:pt x="1170694" y="41022"/>
                </a:cubicBezTo>
                <a:cubicBezTo>
                  <a:pt x="1171967" y="39996"/>
                  <a:pt x="1173281" y="39298"/>
                  <a:pt x="1174636" y="38928"/>
                </a:cubicBezTo>
                <a:cubicBezTo>
                  <a:pt x="1175990" y="38558"/>
                  <a:pt x="1177079" y="38374"/>
                  <a:pt x="1177901" y="38374"/>
                </a:cubicBezTo>
                <a:cubicBezTo>
                  <a:pt x="1180692" y="38374"/>
                  <a:pt x="1182807" y="38846"/>
                  <a:pt x="1184244" y="39791"/>
                </a:cubicBezTo>
                <a:cubicBezTo>
                  <a:pt x="1185681" y="40734"/>
                  <a:pt x="1186708" y="41986"/>
                  <a:pt x="1187323" y="43546"/>
                </a:cubicBezTo>
                <a:cubicBezTo>
                  <a:pt x="1187939" y="45106"/>
                  <a:pt x="1188288" y="46810"/>
                  <a:pt x="1188370" y="48659"/>
                </a:cubicBezTo>
                <a:cubicBezTo>
                  <a:pt x="1188453" y="50506"/>
                  <a:pt x="1188494" y="52373"/>
                  <a:pt x="1188494" y="54262"/>
                </a:cubicBezTo>
                <a:lnTo>
                  <a:pt x="1188494" y="89979"/>
                </a:lnTo>
                <a:lnTo>
                  <a:pt x="1205985" y="89979"/>
                </a:lnTo>
                <a:lnTo>
                  <a:pt x="1205985" y="54508"/>
                </a:lnTo>
                <a:cubicBezTo>
                  <a:pt x="1205985" y="52537"/>
                  <a:pt x="1206129" y="50587"/>
                  <a:pt x="1206416" y="48659"/>
                </a:cubicBezTo>
                <a:cubicBezTo>
                  <a:pt x="1206704" y="46729"/>
                  <a:pt x="1207279" y="45005"/>
                  <a:pt x="1208141" y="43486"/>
                </a:cubicBezTo>
                <a:cubicBezTo>
                  <a:pt x="1209003" y="41966"/>
                  <a:pt x="1210194" y="40734"/>
                  <a:pt x="1211712" y="39791"/>
                </a:cubicBezTo>
                <a:cubicBezTo>
                  <a:pt x="1213232" y="38846"/>
                  <a:pt x="1215224" y="38374"/>
                  <a:pt x="1217688" y="38374"/>
                </a:cubicBezTo>
                <a:cubicBezTo>
                  <a:pt x="1220151" y="38374"/>
                  <a:pt x="1222101" y="38785"/>
                  <a:pt x="1223537" y="39607"/>
                </a:cubicBezTo>
                <a:cubicBezTo>
                  <a:pt x="1224974" y="40427"/>
                  <a:pt x="1226062" y="41536"/>
                  <a:pt x="1226802" y="42932"/>
                </a:cubicBezTo>
                <a:cubicBezTo>
                  <a:pt x="1227541" y="44326"/>
                  <a:pt x="1227993" y="45968"/>
                  <a:pt x="1228157" y="47858"/>
                </a:cubicBezTo>
                <a:cubicBezTo>
                  <a:pt x="1228321" y="49746"/>
                  <a:pt x="1228403" y="51757"/>
                  <a:pt x="1228403" y="53891"/>
                </a:cubicBezTo>
                <a:lnTo>
                  <a:pt x="1228403" y="89979"/>
                </a:lnTo>
                <a:lnTo>
                  <a:pt x="1245896" y="89979"/>
                </a:lnTo>
                <a:lnTo>
                  <a:pt x="1245896" y="47339"/>
                </a:lnTo>
                <a:cubicBezTo>
                  <a:pt x="1245896" y="43232"/>
                  <a:pt x="1245321" y="39719"/>
                  <a:pt x="1244171" y="36802"/>
                </a:cubicBezTo>
                <a:cubicBezTo>
                  <a:pt x="1243022" y="33885"/>
                  <a:pt x="1241420" y="31523"/>
                  <a:pt x="1239367" y="29716"/>
                </a:cubicBezTo>
                <a:cubicBezTo>
                  <a:pt x="1237314" y="27908"/>
                  <a:pt x="1234851" y="26594"/>
                  <a:pt x="1231976" y="25773"/>
                </a:cubicBezTo>
                <a:cubicBezTo>
                  <a:pt x="1229103" y="24951"/>
                  <a:pt x="1225983" y="24540"/>
                  <a:pt x="1222616" y="24540"/>
                </a:cubicBezTo>
                <a:cubicBezTo>
                  <a:pt x="1218181" y="24540"/>
                  <a:pt x="1214342" y="25611"/>
                  <a:pt x="1211098" y="27752"/>
                </a:cubicBezTo>
                <a:cubicBezTo>
                  <a:pt x="1207854" y="29892"/>
                  <a:pt x="1205287" y="32362"/>
                  <a:pt x="1203399" y="35161"/>
                </a:cubicBezTo>
                <a:cubicBezTo>
                  <a:pt x="1201675" y="31209"/>
                  <a:pt x="1199149" y="28451"/>
                  <a:pt x="1195822" y="26887"/>
                </a:cubicBezTo>
                <a:cubicBezTo>
                  <a:pt x="1192497" y="25322"/>
                  <a:pt x="1188822" y="24540"/>
                  <a:pt x="1184799" y="24540"/>
                </a:cubicBezTo>
                <a:cubicBezTo>
                  <a:pt x="1180611" y="24540"/>
                  <a:pt x="1176895" y="25446"/>
                  <a:pt x="1173651" y="27258"/>
                </a:cubicBezTo>
                <a:cubicBezTo>
                  <a:pt x="1170407" y="29068"/>
                  <a:pt x="1167635" y="31621"/>
                  <a:pt x="1165336" y="34915"/>
                </a:cubicBezTo>
                <a:lnTo>
                  <a:pt x="1165089" y="34915"/>
                </a:lnTo>
                <a:lnTo>
                  <a:pt x="1165089" y="26293"/>
                </a:lnTo>
                <a:lnTo>
                  <a:pt x="1148583" y="26293"/>
                </a:lnTo>
                <a:close/>
                <a:moveTo>
                  <a:pt x="1258290" y="45881"/>
                </a:moveTo>
                <a:cubicBezTo>
                  <a:pt x="1258536" y="41774"/>
                  <a:pt x="1259562" y="38367"/>
                  <a:pt x="1261369" y="35658"/>
                </a:cubicBezTo>
                <a:cubicBezTo>
                  <a:pt x="1263176" y="32947"/>
                  <a:pt x="1265475" y="30771"/>
                  <a:pt x="1268267" y="29128"/>
                </a:cubicBezTo>
                <a:cubicBezTo>
                  <a:pt x="1271059" y="27485"/>
                  <a:pt x="1274200" y="26315"/>
                  <a:pt x="1277690" y="25617"/>
                </a:cubicBezTo>
                <a:cubicBezTo>
                  <a:pt x="1281181" y="24919"/>
                  <a:pt x="1284692" y="24570"/>
                  <a:pt x="1288223" y="24570"/>
                </a:cubicBezTo>
                <a:cubicBezTo>
                  <a:pt x="1291426" y="24570"/>
                  <a:pt x="1294669" y="24796"/>
                  <a:pt x="1297953" y="25248"/>
                </a:cubicBezTo>
                <a:cubicBezTo>
                  <a:pt x="1301239" y="25700"/>
                  <a:pt x="1304236" y="26582"/>
                  <a:pt x="1306945" y="27897"/>
                </a:cubicBezTo>
                <a:cubicBezTo>
                  <a:pt x="1309656" y="29210"/>
                  <a:pt x="1311873" y="31037"/>
                  <a:pt x="1313597" y="33378"/>
                </a:cubicBezTo>
                <a:cubicBezTo>
                  <a:pt x="1315323" y="35718"/>
                  <a:pt x="1316185" y="38818"/>
                  <a:pt x="1316185" y="42678"/>
                </a:cubicBezTo>
                <a:lnTo>
                  <a:pt x="1316185" y="75813"/>
                </a:lnTo>
                <a:cubicBezTo>
                  <a:pt x="1316185" y="78688"/>
                  <a:pt x="1316350" y="81439"/>
                  <a:pt x="1316678" y="84066"/>
                </a:cubicBezTo>
                <a:cubicBezTo>
                  <a:pt x="1317006" y="86694"/>
                  <a:pt x="1317581" y="88665"/>
                  <a:pt x="1318401" y="89979"/>
                </a:cubicBezTo>
                <a:lnTo>
                  <a:pt x="1300664" y="89979"/>
                </a:lnTo>
                <a:cubicBezTo>
                  <a:pt x="1300335" y="88995"/>
                  <a:pt x="1300069" y="87989"/>
                  <a:pt x="1299863" y="86963"/>
                </a:cubicBezTo>
                <a:cubicBezTo>
                  <a:pt x="1299658" y="85935"/>
                  <a:pt x="1299514" y="84888"/>
                  <a:pt x="1299433" y="83820"/>
                </a:cubicBezTo>
                <a:cubicBezTo>
                  <a:pt x="1296641" y="86695"/>
                  <a:pt x="1293356" y="88707"/>
                  <a:pt x="1289578" y="89857"/>
                </a:cubicBezTo>
                <a:cubicBezTo>
                  <a:pt x="1285800" y="91006"/>
                  <a:pt x="1281940" y="91581"/>
                  <a:pt x="1277998" y="91581"/>
                </a:cubicBezTo>
                <a:cubicBezTo>
                  <a:pt x="1274960" y="91581"/>
                  <a:pt x="1272127" y="91211"/>
                  <a:pt x="1269498" y="90472"/>
                </a:cubicBezTo>
                <a:cubicBezTo>
                  <a:pt x="1266871" y="89733"/>
                  <a:pt x="1264571" y="88583"/>
                  <a:pt x="1262600" y="87023"/>
                </a:cubicBezTo>
                <a:cubicBezTo>
                  <a:pt x="1260631" y="85463"/>
                  <a:pt x="1259091" y="83492"/>
                  <a:pt x="1257982" y="81112"/>
                </a:cubicBezTo>
                <a:cubicBezTo>
                  <a:pt x="1256873" y="78729"/>
                  <a:pt x="1256319" y="75896"/>
                  <a:pt x="1256319" y="72610"/>
                </a:cubicBezTo>
                <a:cubicBezTo>
                  <a:pt x="1256319" y="68998"/>
                  <a:pt x="1256955" y="66021"/>
                  <a:pt x="1258228" y="63680"/>
                </a:cubicBezTo>
                <a:cubicBezTo>
                  <a:pt x="1259502" y="61340"/>
                  <a:pt x="1261144" y="59471"/>
                  <a:pt x="1263155" y="58075"/>
                </a:cubicBezTo>
                <a:cubicBezTo>
                  <a:pt x="1265167" y="56679"/>
                  <a:pt x="1267467" y="55633"/>
                  <a:pt x="1270053" y="54935"/>
                </a:cubicBezTo>
                <a:cubicBezTo>
                  <a:pt x="1272640" y="54237"/>
                  <a:pt x="1275248" y="53683"/>
                  <a:pt x="1277876" y="53273"/>
                </a:cubicBezTo>
                <a:cubicBezTo>
                  <a:pt x="1280503" y="52862"/>
                  <a:pt x="1283090" y="52533"/>
                  <a:pt x="1285635" y="52286"/>
                </a:cubicBezTo>
                <a:cubicBezTo>
                  <a:pt x="1288181" y="52039"/>
                  <a:pt x="1290439" y="51670"/>
                  <a:pt x="1292411" y="51177"/>
                </a:cubicBezTo>
                <a:cubicBezTo>
                  <a:pt x="1294382" y="50685"/>
                  <a:pt x="1295942" y="49967"/>
                  <a:pt x="1297091" y="49023"/>
                </a:cubicBezTo>
                <a:cubicBezTo>
                  <a:pt x="1298241" y="48078"/>
                  <a:pt x="1298775" y="46703"/>
                  <a:pt x="1298694" y="44896"/>
                </a:cubicBezTo>
                <a:cubicBezTo>
                  <a:pt x="1298694" y="43006"/>
                  <a:pt x="1298386" y="41507"/>
                  <a:pt x="1297769" y="40400"/>
                </a:cubicBezTo>
                <a:cubicBezTo>
                  <a:pt x="1297153" y="39291"/>
                  <a:pt x="1296331" y="38429"/>
                  <a:pt x="1295305" y="37813"/>
                </a:cubicBezTo>
                <a:cubicBezTo>
                  <a:pt x="1294279" y="37197"/>
                  <a:pt x="1293088" y="36786"/>
                  <a:pt x="1291732" y="36580"/>
                </a:cubicBezTo>
                <a:cubicBezTo>
                  <a:pt x="1290377" y="36375"/>
                  <a:pt x="1288920" y="36272"/>
                  <a:pt x="1287360" y="36272"/>
                </a:cubicBezTo>
                <a:cubicBezTo>
                  <a:pt x="1283912" y="36272"/>
                  <a:pt x="1281202" y="37012"/>
                  <a:pt x="1279231" y="38490"/>
                </a:cubicBezTo>
                <a:cubicBezTo>
                  <a:pt x="1277260" y="39969"/>
                  <a:pt x="1276110" y="42432"/>
                  <a:pt x="1275782" y="45881"/>
                </a:cubicBezTo>
                <a:lnTo>
                  <a:pt x="1258290" y="45881"/>
                </a:lnTo>
                <a:moveTo>
                  <a:pt x="1298694" y="58814"/>
                </a:moveTo>
                <a:cubicBezTo>
                  <a:pt x="1297955" y="59472"/>
                  <a:pt x="1297031" y="59986"/>
                  <a:pt x="1295922" y="60355"/>
                </a:cubicBezTo>
                <a:cubicBezTo>
                  <a:pt x="1294813" y="60725"/>
                  <a:pt x="1293622" y="61033"/>
                  <a:pt x="1292348" y="61280"/>
                </a:cubicBezTo>
                <a:cubicBezTo>
                  <a:pt x="1291077" y="61526"/>
                  <a:pt x="1289742" y="61731"/>
                  <a:pt x="1288345" y="61895"/>
                </a:cubicBezTo>
                <a:cubicBezTo>
                  <a:pt x="1286949" y="62059"/>
                  <a:pt x="1285553" y="62264"/>
                  <a:pt x="1284157" y="62509"/>
                </a:cubicBezTo>
                <a:cubicBezTo>
                  <a:pt x="1282844" y="62756"/>
                  <a:pt x="1281551" y="63085"/>
                  <a:pt x="1280278" y="63496"/>
                </a:cubicBezTo>
                <a:cubicBezTo>
                  <a:pt x="1279005" y="63906"/>
                  <a:pt x="1277896" y="64460"/>
                  <a:pt x="1276951" y="65160"/>
                </a:cubicBezTo>
                <a:cubicBezTo>
                  <a:pt x="1276007" y="65857"/>
                  <a:pt x="1275248" y="66740"/>
                  <a:pt x="1274673" y="67808"/>
                </a:cubicBezTo>
                <a:cubicBezTo>
                  <a:pt x="1274098" y="68874"/>
                  <a:pt x="1273810" y="70229"/>
                  <a:pt x="1273810" y="71872"/>
                </a:cubicBezTo>
                <a:cubicBezTo>
                  <a:pt x="1273810" y="73432"/>
                  <a:pt x="1274098" y="74745"/>
                  <a:pt x="1274673" y="75813"/>
                </a:cubicBezTo>
                <a:cubicBezTo>
                  <a:pt x="1275248" y="76881"/>
                  <a:pt x="1276028" y="77723"/>
                  <a:pt x="1277013" y="78339"/>
                </a:cubicBezTo>
                <a:cubicBezTo>
                  <a:pt x="1277999" y="78954"/>
                  <a:pt x="1279149" y="79385"/>
                  <a:pt x="1280462" y="79632"/>
                </a:cubicBezTo>
                <a:cubicBezTo>
                  <a:pt x="1281776" y="79879"/>
                  <a:pt x="1283132" y="80003"/>
                  <a:pt x="1284528" y="80003"/>
                </a:cubicBezTo>
                <a:cubicBezTo>
                  <a:pt x="1287976" y="80003"/>
                  <a:pt x="1290644" y="79428"/>
                  <a:pt x="1292533" y="78279"/>
                </a:cubicBezTo>
                <a:cubicBezTo>
                  <a:pt x="1294422" y="77129"/>
                  <a:pt x="1295819" y="75753"/>
                  <a:pt x="1296722" y="74151"/>
                </a:cubicBezTo>
                <a:cubicBezTo>
                  <a:pt x="1297626" y="72550"/>
                  <a:pt x="1298180" y="70928"/>
                  <a:pt x="1298386" y="69285"/>
                </a:cubicBezTo>
                <a:cubicBezTo>
                  <a:pt x="1298591" y="67642"/>
                  <a:pt x="1298694" y="66329"/>
                  <a:pt x="1298694" y="65344"/>
                </a:cubicBezTo>
                <a:lnTo>
                  <a:pt x="1298694" y="58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12d07aecd4560"/>
          <a:stretch xmlns:a="http://schemas.openxmlformats.org/drawingml/2006/main"/>
        </p:blipFill>
        <p:spPr>
          <a:xfrm xmlns:a="http://schemas.openxmlformats.org/drawingml/2006/main">
            <a:off x="6493715" y="6432226"/>
            <a:ext cx="1663624" cy="480969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AA6BD-9895-4533-A0C7-2E972355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674" y="6406916"/>
            <a:ext cx="1849160" cy="521719"/>
          </a:xfrm>
          <a:custGeom xmlns:a="http://schemas.openxmlformats.org/drawingml/2006/main">
            <a:pathLst>
              <a:path w="1849160" h="521719">
                <a:moveTo>
                  <a:pt x="0" y="521719"/>
                </a:moveTo>
                <a:lnTo>
                  <a:pt x="1849160" y="521719"/>
                </a:lnTo>
                <a:lnTo>
                  <a:pt x="1849160" y="0"/>
                </a:lnTo>
                <a:lnTo>
                  <a:pt x="0" y="0"/>
                </a:lnTo>
                <a:lnTo>
                  <a:pt x="0" y="521719"/>
                </a:lnTo>
                <a:close/>
                <a:moveTo>
                  <a:pt x="1826207" y="498766"/>
                </a:moveTo>
                <a:lnTo>
                  <a:pt x="22953" y="498766"/>
                </a:lnTo>
                <a:lnTo>
                  <a:pt x="22953" y="22953"/>
                </a:lnTo>
                <a:lnTo>
                  <a:pt x="1826207" y="22953"/>
                </a:lnTo>
                <a:lnTo>
                  <a:pt x="1826207" y="4987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Native background inset-3.png">
            <a:extLst xmlns:a="http://schemas.openxmlformats.org/drawingml/2006/main">
              <a:ext uri="{FF2B5EF4-FFF2-40B4-BE49-F238E27FC236}">
                <a16:creationId xmlns:a16="http://schemas.microsoft.com/office/drawing/2014/main" id="{A10E24B6-6020-4DF8-88A8-A94E325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47" y="1445961"/>
            <a:ext cx="3728265" cy="5935558"/>
          </a:xfrm>
          <a:prstGeom xmlns:a="http://schemas.openxmlformats.org/drawingml/2006/main" prst="roundRect">
            <a:avLst>
              <a:gd name="adj" fmla="val 16935"/>
            </a:avLst>
          </a:prstGeom>
          <a:solidFill xmlns:a="http://schemas.openxmlformats.org/drawingml/2006/main">
            <a:srgbClr val="DBD3EB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7150" dist="47625" dir="3187806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11" name="Text SeedCodesforTargetLibraries">
            <a:extLst xmlns:a="http://schemas.openxmlformats.org/drawingml/2006/main">
              <a:ext uri="{FF2B5EF4-FFF2-40B4-BE49-F238E27FC236}">
                <a16:creationId xmlns:a16="http://schemas.microsoft.com/office/drawing/2014/main" id="{C07ACBAE-E196-46CA-881C-93B17BAE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054" y="7159952"/>
            <a:ext cx="1856910" cy="114158"/>
          </a:xfrm>
          <a:custGeom xmlns:a="http://schemas.openxmlformats.org/drawingml/2006/main">
            <a:pathLst>
              <a:path w="1856910" h="114158">
                <a:moveTo>
                  <a:pt x="18805" y="60848"/>
                </a:moveTo>
                <a:lnTo>
                  <a:pt x="83" y="60848"/>
                </a:lnTo>
                <a:cubicBezTo>
                  <a:pt x="0" y="66267"/>
                  <a:pt x="985" y="70949"/>
                  <a:pt x="3037" y="74892"/>
                </a:cubicBezTo>
                <a:cubicBezTo>
                  <a:pt x="5091" y="78835"/>
                  <a:pt x="7863" y="82081"/>
                  <a:pt x="11353" y="84628"/>
                </a:cubicBezTo>
                <a:cubicBezTo>
                  <a:pt x="14844" y="87176"/>
                  <a:pt x="18868" y="89045"/>
                  <a:pt x="23425" y="90237"/>
                </a:cubicBezTo>
                <a:cubicBezTo>
                  <a:pt x="27983" y="91429"/>
                  <a:pt x="32684" y="92024"/>
                  <a:pt x="37530" y="92024"/>
                </a:cubicBezTo>
                <a:cubicBezTo>
                  <a:pt x="43524" y="92024"/>
                  <a:pt x="48800" y="91326"/>
                  <a:pt x="53358" y="89931"/>
                </a:cubicBezTo>
                <a:cubicBezTo>
                  <a:pt x="57915" y="88535"/>
                  <a:pt x="61734" y="86584"/>
                  <a:pt x="64814" y="84079"/>
                </a:cubicBezTo>
                <a:cubicBezTo>
                  <a:pt x="67894" y="81575"/>
                  <a:pt x="70214" y="78598"/>
                  <a:pt x="71774" y="75150"/>
                </a:cubicBezTo>
                <a:cubicBezTo>
                  <a:pt x="73334" y="71700"/>
                  <a:pt x="74114" y="67963"/>
                  <a:pt x="74114" y="63940"/>
                </a:cubicBezTo>
                <a:cubicBezTo>
                  <a:pt x="74114" y="59013"/>
                  <a:pt x="73067" y="54968"/>
                  <a:pt x="70973" y="51807"/>
                </a:cubicBezTo>
                <a:cubicBezTo>
                  <a:pt x="68879" y="48644"/>
                  <a:pt x="66395" y="46119"/>
                  <a:pt x="63521" y="44230"/>
                </a:cubicBezTo>
                <a:cubicBezTo>
                  <a:pt x="60646" y="42342"/>
                  <a:pt x="57751" y="40967"/>
                  <a:pt x="54835" y="40105"/>
                </a:cubicBezTo>
                <a:cubicBezTo>
                  <a:pt x="51920" y="39241"/>
                  <a:pt x="49642" y="38645"/>
                  <a:pt x="47999" y="38317"/>
                </a:cubicBezTo>
                <a:cubicBezTo>
                  <a:pt x="42497" y="36921"/>
                  <a:pt x="38042" y="35772"/>
                  <a:pt x="34633" y="34868"/>
                </a:cubicBezTo>
                <a:cubicBezTo>
                  <a:pt x="31226" y="33965"/>
                  <a:pt x="28558" y="33062"/>
                  <a:pt x="26628" y="32160"/>
                </a:cubicBezTo>
                <a:cubicBezTo>
                  <a:pt x="24698" y="31256"/>
                  <a:pt x="23405" y="30271"/>
                  <a:pt x="22747" y="29203"/>
                </a:cubicBezTo>
                <a:cubicBezTo>
                  <a:pt x="22090" y="28135"/>
                  <a:pt x="21762" y="26739"/>
                  <a:pt x="21762" y="25013"/>
                </a:cubicBezTo>
                <a:cubicBezTo>
                  <a:pt x="21762" y="23125"/>
                  <a:pt x="22172" y="21565"/>
                  <a:pt x="22993" y="20333"/>
                </a:cubicBezTo>
                <a:cubicBezTo>
                  <a:pt x="23815" y="19102"/>
                  <a:pt x="24862" y="18075"/>
                  <a:pt x="26134" y="17255"/>
                </a:cubicBezTo>
                <a:cubicBezTo>
                  <a:pt x="27407" y="16433"/>
                  <a:pt x="28823" y="15857"/>
                  <a:pt x="30383" y="15529"/>
                </a:cubicBezTo>
                <a:cubicBezTo>
                  <a:pt x="31945" y="15201"/>
                  <a:pt x="33505" y="15037"/>
                  <a:pt x="35066" y="15037"/>
                </a:cubicBezTo>
                <a:cubicBezTo>
                  <a:pt x="37448" y="15037"/>
                  <a:pt x="39644" y="15242"/>
                  <a:pt x="41655" y="15653"/>
                </a:cubicBezTo>
                <a:cubicBezTo>
                  <a:pt x="43668" y="16063"/>
                  <a:pt x="45454" y="16761"/>
                  <a:pt x="47014" y="17747"/>
                </a:cubicBezTo>
                <a:cubicBezTo>
                  <a:pt x="48575" y="18732"/>
                  <a:pt x="49828" y="20086"/>
                  <a:pt x="50771" y="21811"/>
                </a:cubicBezTo>
                <a:cubicBezTo>
                  <a:pt x="51716" y="23535"/>
                  <a:pt x="52271" y="25711"/>
                  <a:pt x="52435" y="28338"/>
                </a:cubicBezTo>
                <a:lnTo>
                  <a:pt x="71157" y="28338"/>
                </a:lnTo>
                <a:cubicBezTo>
                  <a:pt x="71157" y="23247"/>
                  <a:pt x="70192" y="18916"/>
                  <a:pt x="68263" y="15343"/>
                </a:cubicBezTo>
                <a:cubicBezTo>
                  <a:pt x="66333" y="11769"/>
                  <a:pt x="63725" y="8832"/>
                  <a:pt x="60440" y="6532"/>
                </a:cubicBezTo>
                <a:cubicBezTo>
                  <a:pt x="57156" y="4231"/>
                  <a:pt x="53399" y="2568"/>
                  <a:pt x="49170" y="1541"/>
                </a:cubicBezTo>
                <a:cubicBezTo>
                  <a:pt x="44941" y="514"/>
                  <a:pt x="40527" y="0"/>
                  <a:pt x="35928" y="0"/>
                </a:cubicBezTo>
                <a:cubicBezTo>
                  <a:pt x="31986" y="0"/>
                  <a:pt x="28044" y="534"/>
                  <a:pt x="24102" y="1601"/>
                </a:cubicBezTo>
                <a:cubicBezTo>
                  <a:pt x="20161" y="2669"/>
                  <a:pt x="16630" y="4312"/>
                  <a:pt x="13509" y="6530"/>
                </a:cubicBezTo>
                <a:cubicBezTo>
                  <a:pt x="10388" y="8746"/>
                  <a:pt x="7864" y="11517"/>
                  <a:pt x="5934" y="14843"/>
                </a:cubicBezTo>
                <a:cubicBezTo>
                  <a:pt x="4004" y="18169"/>
                  <a:pt x="3039" y="22089"/>
                  <a:pt x="3039" y="26606"/>
                </a:cubicBezTo>
                <a:cubicBezTo>
                  <a:pt x="3039" y="30629"/>
                  <a:pt x="3799" y="34057"/>
                  <a:pt x="5317" y="36891"/>
                </a:cubicBezTo>
                <a:cubicBezTo>
                  <a:pt x="6837" y="39724"/>
                  <a:pt x="8829" y="42085"/>
                  <a:pt x="11293" y="43975"/>
                </a:cubicBezTo>
                <a:cubicBezTo>
                  <a:pt x="13756" y="45863"/>
                  <a:pt x="16548" y="47402"/>
                  <a:pt x="19668" y="48593"/>
                </a:cubicBezTo>
                <a:cubicBezTo>
                  <a:pt x="22789" y="49783"/>
                  <a:pt x="25992" y="50789"/>
                  <a:pt x="29276" y="51611"/>
                </a:cubicBezTo>
                <a:cubicBezTo>
                  <a:pt x="32479" y="52514"/>
                  <a:pt x="35641" y="53334"/>
                  <a:pt x="38761" y="54074"/>
                </a:cubicBezTo>
                <a:cubicBezTo>
                  <a:pt x="41882" y="54813"/>
                  <a:pt x="44675" y="55676"/>
                  <a:pt x="47138" y="56662"/>
                </a:cubicBezTo>
                <a:cubicBezTo>
                  <a:pt x="49602" y="57647"/>
                  <a:pt x="51593" y="58879"/>
                  <a:pt x="53111" y="60357"/>
                </a:cubicBezTo>
                <a:cubicBezTo>
                  <a:pt x="54631" y="61835"/>
                  <a:pt x="55391" y="63764"/>
                  <a:pt x="55391" y="66146"/>
                </a:cubicBezTo>
                <a:cubicBezTo>
                  <a:pt x="55391" y="68363"/>
                  <a:pt x="54816" y="70190"/>
                  <a:pt x="53666" y="71627"/>
                </a:cubicBezTo>
                <a:cubicBezTo>
                  <a:pt x="52517" y="73064"/>
                  <a:pt x="51080" y="74193"/>
                  <a:pt x="49354" y="75014"/>
                </a:cubicBezTo>
                <a:cubicBezTo>
                  <a:pt x="47630" y="75835"/>
                  <a:pt x="45782" y="76389"/>
                  <a:pt x="43811" y="76678"/>
                </a:cubicBezTo>
                <a:cubicBezTo>
                  <a:pt x="41840" y="76965"/>
                  <a:pt x="39993" y="77108"/>
                  <a:pt x="38268" y="77108"/>
                </a:cubicBezTo>
                <a:cubicBezTo>
                  <a:pt x="35722" y="77108"/>
                  <a:pt x="33258" y="76800"/>
                  <a:pt x="30876" y="76185"/>
                </a:cubicBezTo>
                <a:cubicBezTo>
                  <a:pt x="28495" y="75569"/>
                  <a:pt x="26422" y="74624"/>
                  <a:pt x="24656" y="73351"/>
                </a:cubicBezTo>
                <a:cubicBezTo>
                  <a:pt x="22891" y="72078"/>
                  <a:pt x="21474" y="70415"/>
                  <a:pt x="20407" y="68362"/>
                </a:cubicBezTo>
                <a:cubicBezTo>
                  <a:pt x="19339" y="66309"/>
                  <a:pt x="18805" y="63804"/>
                  <a:pt x="18805" y="60848"/>
                </a:cubicBezTo>
                <a:close/>
                <a:moveTo>
                  <a:pt x="126214" y="51486"/>
                </a:moveTo>
                <a:lnTo>
                  <a:pt x="97761" y="51486"/>
                </a:lnTo>
                <a:cubicBezTo>
                  <a:pt x="97842" y="50250"/>
                  <a:pt x="98108" y="48850"/>
                  <a:pt x="98559" y="47285"/>
                </a:cubicBezTo>
                <a:cubicBezTo>
                  <a:pt x="99012" y="45718"/>
                  <a:pt x="99792" y="44235"/>
                  <a:pt x="100901" y="42836"/>
                </a:cubicBezTo>
                <a:cubicBezTo>
                  <a:pt x="102010" y="41435"/>
                  <a:pt x="103488" y="40261"/>
                  <a:pt x="105335" y="39313"/>
                </a:cubicBezTo>
                <a:cubicBezTo>
                  <a:pt x="107184" y="38366"/>
                  <a:pt x="109504" y="37892"/>
                  <a:pt x="112295" y="37892"/>
                </a:cubicBezTo>
                <a:cubicBezTo>
                  <a:pt x="116566" y="37892"/>
                  <a:pt x="119748" y="39046"/>
                  <a:pt x="121842" y="41353"/>
                </a:cubicBezTo>
                <a:cubicBezTo>
                  <a:pt x="123936" y="43660"/>
                  <a:pt x="125393" y="47037"/>
                  <a:pt x="126214" y="51486"/>
                </a:cubicBezTo>
                <a:moveTo>
                  <a:pt x="97761" y="62553"/>
                </a:moveTo>
                <a:lnTo>
                  <a:pt x="143707" y="62553"/>
                </a:lnTo>
                <a:cubicBezTo>
                  <a:pt x="144035" y="57616"/>
                  <a:pt x="143624" y="52884"/>
                  <a:pt x="142474" y="48358"/>
                </a:cubicBezTo>
                <a:cubicBezTo>
                  <a:pt x="141325" y="43832"/>
                  <a:pt x="139457" y="39800"/>
                  <a:pt x="136869" y="36263"/>
                </a:cubicBezTo>
                <a:cubicBezTo>
                  <a:pt x="134283" y="32724"/>
                  <a:pt x="130977" y="29906"/>
                  <a:pt x="126952" y="27808"/>
                </a:cubicBezTo>
                <a:cubicBezTo>
                  <a:pt x="122929" y="25710"/>
                  <a:pt x="118207" y="24660"/>
                  <a:pt x="112788" y="24660"/>
                </a:cubicBezTo>
                <a:cubicBezTo>
                  <a:pt x="107942" y="24660"/>
                  <a:pt x="103528" y="25524"/>
                  <a:pt x="99546" y="27252"/>
                </a:cubicBezTo>
                <a:cubicBezTo>
                  <a:pt x="95564" y="28979"/>
                  <a:pt x="92136" y="31343"/>
                  <a:pt x="89261" y="34346"/>
                </a:cubicBezTo>
                <a:cubicBezTo>
                  <a:pt x="86387" y="37348"/>
                  <a:pt x="84169" y="40906"/>
                  <a:pt x="82609" y="45020"/>
                </a:cubicBezTo>
                <a:cubicBezTo>
                  <a:pt x="81049" y="49132"/>
                  <a:pt x="80269" y="53574"/>
                  <a:pt x="80269" y="58346"/>
                </a:cubicBezTo>
                <a:cubicBezTo>
                  <a:pt x="80269" y="63281"/>
                  <a:pt x="81029" y="67805"/>
                  <a:pt x="82547" y="71919"/>
                </a:cubicBezTo>
                <a:cubicBezTo>
                  <a:pt x="84067" y="76031"/>
                  <a:pt x="86223" y="79568"/>
                  <a:pt x="89015" y="82531"/>
                </a:cubicBezTo>
                <a:cubicBezTo>
                  <a:pt x="91807" y="85492"/>
                  <a:pt x="95214" y="87774"/>
                  <a:pt x="99238" y="89378"/>
                </a:cubicBezTo>
                <a:cubicBezTo>
                  <a:pt x="103261" y="90982"/>
                  <a:pt x="107778" y="91784"/>
                  <a:pt x="112788" y="91784"/>
                </a:cubicBezTo>
                <a:cubicBezTo>
                  <a:pt x="120014" y="91784"/>
                  <a:pt x="126173" y="90143"/>
                  <a:pt x="131264" y="86861"/>
                </a:cubicBezTo>
                <a:cubicBezTo>
                  <a:pt x="136357" y="83579"/>
                  <a:pt x="140135" y="78123"/>
                  <a:pt x="142598" y="70492"/>
                </a:cubicBezTo>
                <a:lnTo>
                  <a:pt x="127200" y="70492"/>
                </a:lnTo>
                <a:cubicBezTo>
                  <a:pt x="126625" y="72445"/>
                  <a:pt x="125065" y="74297"/>
                  <a:pt x="122518" y="76048"/>
                </a:cubicBezTo>
                <a:cubicBezTo>
                  <a:pt x="119973" y="77797"/>
                  <a:pt x="116935" y="78672"/>
                  <a:pt x="113404" y="78672"/>
                </a:cubicBezTo>
                <a:cubicBezTo>
                  <a:pt x="108477" y="78672"/>
                  <a:pt x="104699" y="77401"/>
                  <a:pt x="102070" y="74858"/>
                </a:cubicBezTo>
                <a:cubicBezTo>
                  <a:pt x="99443" y="72314"/>
                  <a:pt x="98006" y="68213"/>
                  <a:pt x="97761" y="62553"/>
                </a:cubicBezTo>
                <a:close/>
                <a:moveTo>
                  <a:pt x="196602" y="51486"/>
                </a:moveTo>
                <a:lnTo>
                  <a:pt x="168149" y="51486"/>
                </a:lnTo>
                <a:cubicBezTo>
                  <a:pt x="168231" y="50250"/>
                  <a:pt x="168497" y="48850"/>
                  <a:pt x="168948" y="47285"/>
                </a:cubicBezTo>
                <a:cubicBezTo>
                  <a:pt x="169400" y="45718"/>
                  <a:pt x="170181" y="44235"/>
                  <a:pt x="171290" y="42836"/>
                </a:cubicBezTo>
                <a:cubicBezTo>
                  <a:pt x="172399" y="41435"/>
                  <a:pt x="173877" y="40261"/>
                  <a:pt x="175724" y="39313"/>
                </a:cubicBezTo>
                <a:cubicBezTo>
                  <a:pt x="177572" y="38366"/>
                  <a:pt x="179892" y="37892"/>
                  <a:pt x="182684" y="37892"/>
                </a:cubicBezTo>
                <a:cubicBezTo>
                  <a:pt x="186954" y="37892"/>
                  <a:pt x="190136" y="39046"/>
                  <a:pt x="192230" y="41353"/>
                </a:cubicBezTo>
                <a:cubicBezTo>
                  <a:pt x="194324" y="43660"/>
                  <a:pt x="195781" y="47037"/>
                  <a:pt x="196602" y="51486"/>
                </a:cubicBezTo>
                <a:moveTo>
                  <a:pt x="168149" y="62553"/>
                </a:moveTo>
                <a:lnTo>
                  <a:pt x="214095" y="62553"/>
                </a:lnTo>
                <a:cubicBezTo>
                  <a:pt x="214424" y="57616"/>
                  <a:pt x="214013" y="52884"/>
                  <a:pt x="212862" y="48358"/>
                </a:cubicBezTo>
                <a:cubicBezTo>
                  <a:pt x="211713" y="43832"/>
                  <a:pt x="209845" y="39800"/>
                  <a:pt x="207258" y="36263"/>
                </a:cubicBezTo>
                <a:cubicBezTo>
                  <a:pt x="204671" y="32724"/>
                  <a:pt x="201366" y="29906"/>
                  <a:pt x="197341" y="27808"/>
                </a:cubicBezTo>
                <a:cubicBezTo>
                  <a:pt x="193317" y="25710"/>
                  <a:pt x="188596" y="24660"/>
                  <a:pt x="183176" y="24660"/>
                </a:cubicBezTo>
                <a:cubicBezTo>
                  <a:pt x="178331" y="24660"/>
                  <a:pt x="173917" y="25524"/>
                  <a:pt x="169935" y="27252"/>
                </a:cubicBezTo>
                <a:cubicBezTo>
                  <a:pt x="165952" y="28979"/>
                  <a:pt x="162524" y="31343"/>
                  <a:pt x="159650" y="34346"/>
                </a:cubicBezTo>
                <a:cubicBezTo>
                  <a:pt x="156775" y="37348"/>
                  <a:pt x="154558" y="40906"/>
                  <a:pt x="152998" y="45020"/>
                </a:cubicBezTo>
                <a:cubicBezTo>
                  <a:pt x="151438" y="49132"/>
                  <a:pt x="150658" y="53574"/>
                  <a:pt x="150658" y="58346"/>
                </a:cubicBezTo>
                <a:cubicBezTo>
                  <a:pt x="150658" y="63281"/>
                  <a:pt x="151417" y="67805"/>
                  <a:pt x="152936" y="71919"/>
                </a:cubicBezTo>
                <a:cubicBezTo>
                  <a:pt x="154456" y="76031"/>
                  <a:pt x="156612" y="79568"/>
                  <a:pt x="159403" y="82531"/>
                </a:cubicBezTo>
                <a:cubicBezTo>
                  <a:pt x="162195" y="85492"/>
                  <a:pt x="165603" y="87774"/>
                  <a:pt x="169626" y="89378"/>
                </a:cubicBezTo>
                <a:cubicBezTo>
                  <a:pt x="173650" y="90982"/>
                  <a:pt x="178167" y="91784"/>
                  <a:pt x="183176" y="91784"/>
                </a:cubicBezTo>
                <a:cubicBezTo>
                  <a:pt x="190403" y="91784"/>
                  <a:pt x="196561" y="90143"/>
                  <a:pt x="201653" y="86861"/>
                </a:cubicBezTo>
                <a:cubicBezTo>
                  <a:pt x="206745" y="83579"/>
                  <a:pt x="210523" y="78123"/>
                  <a:pt x="212987" y="70492"/>
                </a:cubicBezTo>
                <a:lnTo>
                  <a:pt x="197589" y="70492"/>
                </a:lnTo>
                <a:cubicBezTo>
                  <a:pt x="197014" y="72445"/>
                  <a:pt x="195453" y="74297"/>
                  <a:pt x="192907" y="76048"/>
                </a:cubicBezTo>
                <a:cubicBezTo>
                  <a:pt x="190362" y="77797"/>
                  <a:pt x="187324" y="78672"/>
                  <a:pt x="183793" y="78672"/>
                </a:cubicBezTo>
                <a:cubicBezTo>
                  <a:pt x="178866" y="78672"/>
                  <a:pt x="175088" y="77401"/>
                  <a:pt x="172459" y="74858"/>
                </a:cubicBezTo>
                <a:cubicBezTo>
                  <a:pt x="169831" y="72314"/>
                  <a:pt x="168395" y="68213"/>
                  <a:pt x="168149" y="62553"/>
                </a:cubicBezTo>
                <a:close/>
                <a:moveTo>
                  <a:pt x="269333" y="58098"/>
                </a:moveTo>
                <a:cubicBezTo>
                  <a:pt x="269333" y="60726"/>
                  <a:pt x="269086" y="63272"/>
                  <a:pt x="268594" y="65737"/>
                </a:cubicBezTo>
                <a:cubicBezTo>
                  <a:pt x="268102" y="68200"/>
                  <a:pt x="267280" y="70397"/>
                  <a:pt x="266130" y="72328"/>
                </a:cubicBezTo>
                <a:cubicBezTo>
                  <a:pt x="264980" y="74258"/>
                  <a:pt x="263440" y="75798"/>
                  <a:pt x="261510" y="76948"/>
                </a:cubicBezTo>
                <a:cubicBezTo>
                  <a:pt x="259580" y="78097"/>
                  <a:pt x="257178" y="78672"/>
                  <a:pt x="254304" y="78672"/>
                </a:cubicBezTo>
                <a:cubicBezTo>
                  <a:pt x="251594" y="78672"/>
                  <a:pt x="249274" y="78077"/>
                  <a:pt x="247343" y="76886"/>
                </a:cubicBezTo>
                <a:cubicBezTo>
                  <a:pt x="245414" y="75695"/>
                  <a:pt x="243812" y="74134"/>
                  <a:pt x="242539" y="72204"/>
                </a:cubicBezTo>
                <a:cubicBezTo>
                  <a:pt x="241267" y="70273"/>
                  <a:pt x="240344" y="68076"/>
                  <a:pt x="239769" y="65613"/>
                </a:cubicBezTo>
                <a:cubicBezTo>
                  <a:pt x="239194" y="63149"/>
                  <a:pt x="238906" y="60685"/>
                  <a:pt x="238906" y="58220"/>
                </a:cubicBezTo>
                <a:cubicBezTo>
                  <a:pt x="238906" y="55592"/>
                  <a:pt x="239173" y="53067"/>
                  <a:pt x="239707" y="50644"/>
                </a:cubicBezTo>
                <a:cubicBezTo>
                  <a:pt x="240240" y="48220"/>
                  <a:pt x="241103" y="46064"/>
                  <a:pt x="242293" y="44176"/>
                </a:cubicBezTo>
                <a:cubicBezTo>
                  <a:pt x="243485" y="42286"/>
                  <a:pt x="245065" y="40767"/>
                  <a:pt x="247035" y="39618"/>
                </a:cubicBezTo>
                <a:cubicBezTo>
                  <a:pt x="249006" y="38468"/>
                  <a:pt x="251429" y="37892"/>
                  <a:pt x="254304" y="37892"/>
                </a:cubicBezTo>
                <a:cubicBezTo>
                  <a:pt x="257178" y="37892"/>
                  <a:pt x="259559" y="38468"/>
                  <a:pt x="261448" y="39618"/>
                </a:cubicBezTo>
                <a:cubicBezTo>
                  <a:pt x="263337" y="40767"/>
                  <a:pt x="264877" y="42266"/>
                  <a:pt x="266068" y="44114"/>
                </a:cubicBezTo>
                <a:cubicBezTo>
                  <a:pt x="267259" y="45962"/>
                  <a:pt x="268102" y="48098"/>
                  <a:pt x="268594" y="50521"/>
                </a:cubicBezTo>
                <a:cubicBezTo>
                  <a:pt x="269086" y="52943"/>
                  <a:pt x="269333" y="55469"/>
                  <a:pt x="269333" y="58098"/>
                </a:cubicBezTo>
                <a:moveTo>
                  <a:pt x="269579" y="82046"/>
                </a:moveTo>
                <a:lnTo>
                  <a:pt x="269579" y="90181"/>
                </a:lnTo>
                <a:lnTo>
                  <a:pt x="286208" y="90181"/>
                </a:lnTo>
                <a:lnTo>
                  <a:pt x="286208" y="2165"/>
                </a:lnTo>
                <a:lnTo>
                  <a:pt x="268716" y="2165"/>
                </a:lnTo>
                <a:lnTo>
                  <a:pt x="268716" y="34182"/>
                </a:lnTo>
                <a:lnTo>
                  <a:pt x="268470" y="34182"/>
                </a:lnTo>
                <a:cubicBezTo>
                  <a:pt x="266499" y="31049"/>
                  <a:pt x="263809" y="28679"/>
                  <a:pt x="260401" y="27072"/>
                </a:cubicBezTo>
                <a:cubicBezTo>
                  <a:pt x="256994" y="25464"/>
                  <a:pt x="253401" y="24660"/>
                  <a:pt x="249623" y="24660"/>
                </a:cubicBezTo>
                <a:cubicBezTo>
                  <a:pt x="244942" y="24660"/>
                  <a:pt x="240836" y="25586"/>
                  <a:pt x="237305" y="27436"/>
                </a:cubicBezTo>
                <a:cubicBezTo>
                  <a:pt x="233773" y="29287"/>
                  <a:pt x="230838" y="31734"/>
                  <a:pt x="228497" y="34778"/>
                </a:cubicBezTo>
                <a:cubicBezTo>
                  <a:pt x="226157" y="37822"/>
                  <a:pt x="224392" y="41338"/>
                  <a:pt x="223200" y="45328"/>
                </a:cubicBezTo>
                <a:cubicBezTo>
                  <a:pt x="222010" y="49318"/>
                  <a:pt x="221415" y="53451"/>
                  <a:pt x="221415" y="57728"/>
                </a:cubicBezTo>
                <a:cubicBezTo>
                  <a:pt x="221415" y="62170"/>
                  <a:pt x="222010" y="66448"/>
                  <a:pt x="223200" y="70561"/>
                </a:cubicBezTo>
                <a:cubicBezTo>
                  <a:pt x="224392" y="74674"/>
                  <a:pt x="226157" y="78314"/>
                  <a:pt x="228497" y="81482"/>
                </a:cubicBezTo>
                <a:cubicBezTo>
                  <a:pt x="230838" y="84648"/>
                  <a:pt x="233814" y="87157"/>
                  <a:pt x="237427" y="89008"/>
                </a:cubicBezTo>
                <a:cubicBezTo>
                  <a:pt x="241041" y="90858"/>
                  <a:pt x="245230" y="91784"/>
                  <a:pt x="249994" y="91784"/>
                </a:cubicBezTo>
                <a:cubicBezTo>
                  <a:pt x="254181" y="91784"/>
                  <a:pt x="257938" y="91024"/>
                  <a:pt x="261264" y="89504"/>
                </a:cubicBezTo>
                <a:cubicBezTo>
                  <a:pt x="264590" y="87983"/>
                  <a:pt x="267280" y="85497"/>
                  <a:pt x="269333" y="82046"/>
                </a:cubicBezTo>
                <a:lnTo>
                  <a:pt x="269579" y="82046"/>
                </a:lnTo>
                <a:close/>
                <a:moveTo>
                  <a:pt x="393250" y="31757"/>
                </a:moveTo>
                <a:lnTo>
                  <a:pt x="411974" y="31757"/>
                </a:lnTo>
                <a:cubicBezTo>
                  <a:pt x="411399" y="26666"/>
                  <a:pt x="410003" y="22151"/>
                  <a:pt x="407785" y="18211"/>
                </a:cubicBezTo>
                <a:cubicBezTo>
                  <a:pt x="405568" y="14270"/>
                  <a:pt x="402756" y="10967"/>
                  <a:pt x="399347" y="8302"/>
                </a:cubicBezTo>
                <a:cubicBezTo>
                  <a:pt x="395939" y="5636"/>
                  <a:pt x="392079" y="3606"/>
                  <a:pt x="387767" y="2212"/>
                </a:cubicBezTo>
                <a:cubicBezTo>
                  <a:pt x="383457" y="818"/>
                  <a:pt x="378879" y="120"/>
                  <a:pt x="374035" y="120"/>
                </a:cubicBezTo>
                <a:cubicBezTo>
                  <a:pt x="367301" y="120"/>
                  <a:pt x="361244" y="1309"/>
                  <a:pt x="355865" y="3688"/>
                </a:cubicBezTo>
                <a:cubicBezTo>
                  <a:pt x="350487" y="6066"/>
                  <a:pt x="345950" y="9347"/>
                  <a:pt x="342253" y="13531"/>
                </a:cubicBezTo>
                <a:cubicBezTo>
                  <a:pt x="338558" y="17714"/>
                  <a:pt x="335725" y="22615"/>
                  <a:pt x="333754" y="28233"/>
                </a:cubicBezTo>
                <a:cubicBezTo>
                  <a:pt x="331783" y="33852"/>
                  <a:pt x="330797" y="39942"/>
                  <a:pt x="330797" y="46503"/>
                </a:cubicBezTo>
                <a:cubicBezTo>
                  <a:pt x="330797" y="52901"/>
                  <a:pt x="331783" y="58868"/>
                  <a:pt x="333754" y="64404"/>
                </a:cubicBezTo>
                <a:cubicBezTo>
                  <a:pt x="335725" y="69940"/>
                  <a:pt x="338558" y="74759"/>
                  <a:pt x="342253" y="78860"/>
                </a:cubicBezTo>
                <a:cubicBezTo>
                  <a:pt x="345950" y="82961"/>
                  <a:pt x="350487" y="86181"/>
                  <a:pt x="355865" y="88519"/>
                </a:cubicBezTo>
                <a:cubicBezTo>
                  <a:pt x="361244" y="90856"/>
                  <a:pt x="367301" y="92024"/>
                  <a:pt x="374035" y="92024"/>
                </a:cubicBezTo>
                <a:cubicBezTo>
                  <a:pt x="379455" y="92024"/>
                  <a:pt x="384422" y="91204"/>
                  <a:pt x="388938" y="89564"/>
                </a:cubicBezTo>
                <a:cubicBezTo>
                  <a:pt x="393456" y="87923"/>
                  <a:pt x="397398" y="85544"/>
                  <a:pt x="400765" y="82427"/>
                </a:cubicBezTo>
                <a:cubicBezTo>
                  <a:pt x="404132" y="79310"/>
                  <a:pt x="406841" y="75534"/>
                  <a:pt x="408894" y="71101"/>
                </a:cubicBezTo>
                <a:cubicBezTo>
                  <a:pt x="410948" y="66668"/>
                  <a:pt x="412221" y="61700"/>
                  <a:pt x="412713" y="56198"/>
                </a:cubicBezTo>
                <a:lnTo>
                  <a:pt x="393989" y="56198"/>
                </a:lnTo>
                <a:cubicBezTo>
                  <a:pt x="393251" y="62110"/>
                  <a:pt x="391218" y="66872"/>
                  <a:pt x="387891" y="70486"/>
                </a:cubicBezTo>
                <a:cubicBezTo>
                  <a:pt x="384566" y="74099"/>
                  <a:pt x="379947" y="75905"/>
                  <a:pt x="374035" y="75905"/>
                </a:cubicBezTo>
                <a:cubicBezTo>
                  <a:pt x="369682" y="75905"/>
                  <a:pt x="365986" y="75064"/>
                  <a:pt x="362947" y="73383"/>
                </a:cubicBezTo>
                <a:cubicBezTo>
                  <a:pt x="359909" y="71701"/>
                  <a:pt x="357445" y="69466"/>
                  <a:pt x="355557" y="66678"/>
                </a:cubicBezTo>
                <a:cubicBezTo>
                  <a:pt x="353669" y="63889"/>
                  <a:pt x="352293" y="60752"/>
                  <a:pt x="351431" y="57267"/>
                </a:cubicBezTo>
                <a:cubicBezTo>
                  <a:pt x="350569" y="53781"/>
                  <a:pt x="350138" y="50192"/>
                  <a:pt x="350138" y="46501"/>
                </a:cubicBezTo>
                <a:cubicBezTo>
                  <a:pt x="350138" y="42646"/>
                  <a:pt x="350569" y="38915"/>
                  <a:pt x="351431" y="35306"/>
                </a:cubicBezTo>
                <a:cubicBezTo>
                  <a:pt x="352293" y="31697"/>
                  <a:pt x="353669" y="28478"/>
                  <a:pt x="355557" y="25649"/>
                </a:cubicBezTo>
                <a:cubicBezTo>
                  <a:pt x="357445" y="22819"/>
                  <a:pt x="359909" y="20564"/>
                  <a:pt x="362947" y="18882"/>
                </a:cubicBezTo>
                <a:cubicBezTo>
                  <a:pt x="365986" y="17201"/>
                  <a:pt x="369682" y="16360"/>
                  <a:pt x="374035" y="16360"/>
                </a:cubicBezTo>
                <a:cubicBezTo>
                  <a:pt x="376416" y="16360"/>
                  <a:pt x="378694" y="16750"/>
                  <a:pt x="380869" y="17531"/>
                </a:cubicBezTo>
                <a:cubicBezTo>
                  <a:pt x="383046" y="18310"/>
                  <a:pt x="384996" y="19398"/>
                  <a:pt x="386720" y="20794"/>
                </a:cubicBezTo>
                <a:cubicBezTo>
                  <a:pt x="388446" y="22190"/>
                  <a:pt x="389883" y="23812"/>
                  <a:pt x="391032" y="25660"/>
                </a:cubicBezTo>
                <a:cubicBezTo>
                  <a:pt x="392182" y="27507"/>
                  <a:pt x="392922" y="29540"/>
                  <a:pt x="393250" y="31757"/>
                </a:cubicBezTo>
                <a:close/>
                <a:moveTo>
                  <a:pt x="439335" y="58344"/>
                </a:moveTo>
                <a:cubicBezTo>
                  <a:pt x="439335" y="55798"/>
                  <a:pt x="439581" y="53293"/>
                  <a:pt x="440073" y="50830"/>
                </a:cubicBezTo>
                <a:cubicBezTo>
                  <a:pt x="440566" y="48365"/>
                  <a:pt x="441407" y="46188"/>
                  <a:pt x="442598" y="44300"/>
                </a:cubicBezTo>
                <a:cubicBezTo>
                  <a:pt x="443789" y="42410"/>
                  <a:pt x="445371" y="40870"/>
                  <a:pt x="447342" y="39680"/>
                </a:cubicBezTo>
                <a:cubicBezTo>
                  <a:pt x="449313" y="38488"/>
                  <a:pt x="451776" y="37892"/>
                  <a:pt x="454732" y="37892"/>
                </a:cubicBezTo>
                <a:cubicBezTo>
                  <a:pt x="457690" y="37892"/>
                  <a:pt x="460174" y="38488"/>
                  <a:pt x="462185" y="39680"/>
                </a:cubicBezTo>
                <a:cubicBezTo>
                  <a:pt x="464197" y="40870"/>
                  <a:pt x="465799" y="42410"/>
                  <a:pt x="466989" y="44300"/>
                </a:cubicBezTo>
                <a:cubicBezTo>
                  <a:pt x="468181" y="46188"/>
                  <a:pt x="469023" y="48365"/>
                  <a:pt x="469515" y="50830"/>
                </a:cubicBezTo>
                <a:cubicBezTo>
                  <a:pt x="470008" y="53293"/>
                  <a:pt x="470254" y="55798"/>
                  <a:pt x="470254" y="58344"/>
                </a:cubicBezTo>
                <a:cubicBezTo>
                  <a:pt x="470254" y="60890"/>
                  <a:pt x="470008" y="63375"/>
                  <a:pt x="469515" y="65799"/>
                </a:cubicBezTo>
                <a:cubicBezTo>
                  <a:pt x="469023" y="68221"/>
                  <a:pt x="468181" y="70397"/>
                  <a:pt x="466989" y="72328"/>
                </a:cubicBezTo>
                <a:cubicBezTo>
                  <a:pt x="465799" y="74258"/>
                  <a:pt x="464197" y="75798"/>
                  <a:pt x="462185" y="76948"/>
                </a:cubicBezTo>
                <a:cubicBezTo>
                  <a:pt x="460174" y="78097"/>
                  <a:pt x="457690" y="78672"/>
                  <a:pt x="454732" y="78672"/>
                </a:cubicBezTo>
                <a:cubicBezTo>
                  <a:pt x="451776" y="78672"/>
                  <a:pt x="449313" y="78097"/>
                  <a:pt x="447342" y="76948"/>
                </a:cubicBezTo>
                <a:cubicBezTo>
                  <a:pt x="445371" y="75798"/>
                  <a:pt x="443789" y="74258"/>
                  <a:pt x="442598" y="72328"/>
                </a:cubicBezTo>
                <a:cubicBezTo>
                  <a:pt x="441407" y="70397"/>
                  <a:pt x="440566" y="68221"/>
                  <a:pt x="440073" y="65799"/>
                </a:cubicBezTo>
                <a:cubicBezTo>
                  <a:pt x="439581" y="63375"/>
                  <a:pt x="439335" y="60890"/>
                  <a:pt x="439335" y="58344"/>
                </a:cubicBezTo>
                <a:moveTo>
                  <a:pt x="421843" y="58346"/>
                </a:moveTo>
                <a:cubicBezTo>
                  <a:pt x="421843" y="63446"/>
                  <a:pt x="422623" y="68052"/>
                  <a:pt x="424183" y="72165"/>
                </a:cubicBezTo>
                <a:cubicBezTo>
                  <a:pt x="425743" y="76277"/>
                  <a:pt x="427961" y="79794"/>
                  <a:pt x="430835" y="82715"/>
                </a:cubicBezTo>
                <a:cubicBezTo>
                  <a:pt x="433710" y="85634"/>
                  <a:pt x="437159" y="87876"/>
                  <a:pt x="441182" y="89440"/>
                </a:cubicBezTo>
                <a:cubicBezTo>
                  <a:pt x="445207" y="91003"/>
                  <a:pt x="449724" y="91784"/>
                  <a:pt x="454732" y="91784"/>
                </a:cubicBezTo>
                <a:cubicBezTo>
                  <a:pt x="459742" y="91784"/>
                  <a:pt x="464279" y="91003"/>
                  <a:pt x="468344" y="89440"/>
                </a:cubicBezTo>
                <a:cubicBezTo>
                  <a:pt x="472409" y="87876"/>
                  <a:pt x="475879" y="85634"/>
                  <a:pt x="478753" y="82715"/>
                </a:cubicBezTo>
                <a:cubicBezTo>
                  <a:pt x="481628" y="79794"/>
                  <a:pt x="483845" y="76277"/>
                  <a:pt x="485405" y="72165"/>
                </a:cubicBezTo>
                <a:cubicBezTo>
                  <a:pt x="486965" y="68052"/>
                  <a:pt x="487745" y="63446"/>
                  <a:pt x="487745" y="58346"/>
                </a:cubicBezTo>
                <a:cubicBezTo>
                  <a:pt x="487745" y="53246"/>
                  <a:pt x="486965" y="48619"/>
                  <a:pt x="485405" y="44465"/>
                </a:cubicBezTo>
                <a:cubicBezTo>
                  <a:pt x="483845" y="40310"/>
                  <a:pt x="481628" y="36773"/>
                  <a:pt x="478753" y="33853"/>
                </a:cubicBezTo>
                <a:cubicBezTo>
                  <a:pt x="475879" y="30932"/>
                  <a:pt x="472409" y="28670"/>
                  <a:pt x="468344" y="27066"/>
                </a:cubicBezTo>
                <a:cubicBezTo>
                  <a:pt x="464279" y="25462"/>
                  <a:pt x="459742" y="24660"/>
                  <a:pt x="454732" y="24660"/>
                </a:cubicBezTo>
                <a:cubicBezTo>
                  <a:pt x="449724" y="24660"/>
                  <a:pt x="445207" y="25462"/>
                  <a:pt x="441182" y="27066"/>
                </a:cubicBezTo>
                <a:cubicBezTo>
                  <a:pt x="437159" y="28670"/>
                  <a:pt x="433710" y="30932"/>
                  <a:pt x="430835" y="33853"/>
                </a:cubicBezTo>
                <a:cubicBezTo>
                  <a:pt x="427961" y="36773"/>
                  <a:pt x="425743" y="40310"/>
                  <a:pt x="424183" y="44465"/>
                </a:cubicBezTo>
                <a:cubicBezTo>
                  <a:pt x="422623" y="48619"/>
                  <a:pt x="421843" y="53246"/>
                  <a:pt x="421843" y="58346"/>
                </a:cubicBezTo>
                <a:close/>
                <a:moveTo>
                  <a:pt x="544002" y="58098"/>
                </a:moveTo>
                <a:cubicBezTo>
                  <a:pt x="544002" y="60726"/>
                  <a:pt x="543756" y="63272"/>
                  <a:pt x="543263" y="65737"/>
                </a:cubicBezTo>
                <a:cubicBezTo>
                  <a:pt x="542771" y="68200"/>
                  <a:pt x="541949" y="70397"/>
                  <a:pt x="540799" y="72328"/>
                </a:cubicBezTo>
                <a:cubicBezTo>
                  <a:pt x="539649" y="74258"/>
                  <a:pt x="538109" y="75798"/>
                  <a:pt x="536179" y="76948"/>
                </a:cubicBezTo>
                <a:cubicBezTo>
                  <a:pt x="534249" y="78097"/>
                  <a:pt x="531847" y="78672"/>
                  <a:pt x="528973" y="78672"/>
                </a:cubicBezTo>
                <a:cubicBezTo>
                  <a:pt x="526264" y="78672"/>
                  <a:pt x="523944" y="78077"/>
                  <a:pt x="522013" y="76886"/>
                </a:cubicBezTo>
                <a:cubicBezTo>
                  <a:pt x="520083" y="75695"/>
                  <a:pt x="518482" y="74134"/>
                  <a:pt x="517208" y="72204"/>
                </a:cubicBezTo>
                <a:cubicBezTo>
                  <a:pt x="515937" y="70273"/>
                  <a:pt x="515013" y="68076"/>
                  <a:pt x="514438" y="65613"/>
                </a:cubicBezTo>
                <a:cubicBezTo>
                  <a:pt x="513863" y="63149"/>
                  <a:pt x="513575" y="60685"/>
                  <a:pt x="513575" y="58220"/>
                </a:cubicBezTo>
                <a:cubicBezTo>
                  <a:pt x="513575" y="55592"/>
                  <a:pt x="513842" y="53067"/>
                  <a:pt x="514376" y="50644"/>
                </a:cubicBezTo>
                <a:cubicBezTo>
                  <a:pt x="514910" y="48220"/>
                  <a:pt x="515772" y="46064"/>
                  <a:pt x="516962" y="44176"/>
                </a:cubicBezTo>
                <a:cubicBezTo>
                  <a:pt x="518154" y="42286"/>
                  <a:pt x="519735" y="40767"/>
                  <a:pt x="521704" y="39618"/>
                </a:cubicBezTo>
                <a:cubicBezTo>
                  <a:pt x="523675" y="38468"/>
                  <a:pt x="526098" y="37892"/>
                  <a:pt x="528973" y="37892"/>
                </a:cubicBezTo>
                <a:cubicBezTo>
                  <a:pt x="531847" y="37892"/>
                  <a:pt x="534229" y="38468"/>
                  <a:pt x="536117" y="39618"/>
                </a:cubicBezTo>
                <a:cubicBezTo>
                  <a:pt x="538007" y="40767"/>
                  <a:pt x="539547" y="42266"/>
                  <a:pt x="540737" y="44114"/>
                </a:cubicBezTo>
                <a:cubicBezTo>
                  <a:pt x="541929" y="45962"/>
                  <a:pt x="542771" y="48098"/>
                  <a:pt x="543263" y="50521"/>
                </a:cubicBezTo>
                <a:cubicBezTo>
                  <a:pt x="543756" y="52943"/>
                  <a:pt x="544002" y="55469"/>
                  <a:pt x="544002" y="58098"/>
                </a:cubicBezTo>
                <a:moveTo>
                  <a:pt x="544248" y="82046"/>
                </a:moveTo>
                <a:lnTo>
                  <a:pt x="544248" y="90181"/>
                </a:lnTo>
                <a:lnTo>
                  <a:pt x="560877" y="90181"/>
                </a:lnTo>
                <a:lnTo>
                  <a:pt x="560877" y="2165"/>
                </a:lnTo>
                <a:lnTo>
                  <a:pt x="543385" y="2165"/>
                </a:lnTo>
                <a:lnTo>
                  <a:pt x="543385" y="34182"/>
                </a:lnTo>
                <a:lnTo>
                  <a:pt x="543139" y="34182"/>
                </a:lnTo>
                <a:cubicBezTo>
                  <a:pt x="541168" y="31049"/>
                  <a:pt x="538478" y="28679"/>
                  <a:pt x="535070" y="27072"/>
                </a:cubicBezTo>
                <a:cubicBezTo>
                  <a:pt x="531663" y="25464"/>
                  <a:pt x="528071" y="24660"/>
                  <a:pt x="524293" y="24660"/>
                </a:cubicBezTo>
                <a:cubicBezTo>
                  <a:pt x="519611" y="24660"/>
                  <a:pt x="515505" y="25586"/>
                  <a:pt x="511974" y="27436"/>
                </a:cubicBezTo>
                <a:cubicBezTo>
                  <a:pt x="508443" y="29287"/>
                  <a:pt x="505507" y="31734"/>
                  <a:pt x="503166" y="34778"/>
                </a:cubicBezTo>
                <a:cubicBezTo>
                  <a:pt x="500827" y="37822"/>
                  <a:pt x="499061" y="41338"/>
                  <a:pt x="497869" y="45328"/>
                </a:cubicBezTo>
                <a:cubicBezTo>
                  <a:pt x="496679" y="49318"/>
                  <a:pt x="496084" y="53451"/>
                  <a:pt x="496084" y="57728"/>
                </a:cubicBezTo>
                <a:cubicBezTo>
                  <a:pt x="496084" y="62170"/>
                  <a:pt x="496679" y="66448"/>
                  <a:pt x="497869" y="70561"/>
                </a:cubicBezTo>
                <a:cubicBezTo>
                  <a:pt x="499061" y="74674"/>
                  <a:pt x="500827" y="78314"/>
                  <a:pt x="503166" y="81482"/>
                </a:cubicBezTo>
                <a:cubicBezTo>
                  <a:pt x="505507" y="84648"/>
                  <a:pt x="508483" y="87157"/>
                  <a:pt x="512096" y="89008"/>
                </a:cubicBezTo>
                <a:cubicBezTo>
                  <a:pt x="515710" y="90858"/>
                  <a:pt x="519899" y="91784"/>
                  <a:pt x="524663" y="91784"/>
                </a:cubicBezTo>
                <a:cubicBezTo>
                  <a:pt x="528851" y="91784"/>
                  <a:pt x="532607" y="91024"/>
                  <a:pt x="535933" y="89504"/>
                </a:cubicBezTo>
                <a:cubicBezTo>
                  <a:pt x="539260" y="87983"/>
                  <a:pt x="541949" y="85497"/>
                  <a:pt x="544002" y="82046"/>
                </a:cubicBezTo>
                <a:lnTo>
                  <a:pt x="544248" y="82046"/>
                </a:lnTo>
                <a:close/>
                <a:moveTo>
                  <a:pt x="616640" y="51486"/>
                </a:moveTo>
                <a:lnTo>
                  <a:pt x="588187" y="51486"/>
                </a:lnTo>
                <a:cubicBezTo>
                  <a:pt x="588269" y="50250"/>
                  <a:pt x="588535" y="48850"/>
                  <a:pt x="588986" y="47285"/>
                </a:cubicBezTo>
                <a:cubicBezTo>
                  <a:pt x="589438" y="45718"/>
                  <a:pt x="590219" y="44235"/>
                  <a:pt x="591328" y="42836"/>
                </a:cubicBezTo>
                <a:cubicBezTo>
                  <a:pt x="592437" y="41435"/>
                  <a:pt x="593915" y="40261"/>
                  <a:pt x="595762" y="39313"/>
                </a:cubicBezTo>
                <a:cubicBezTo>
                  <a:pt x="597610" y="38366"/>
                  <a:pt x="599930" y="37892"/>
                  <a:pt x="602722" y="37892"/>
                </a:cubicBezTo>
                <a:cubicBezTo>
                  <a:pt x="606993" y="37892"/>
                  <a:pt x="610175" y="39046"/>
                  <a:pt x="612269" y="41353"/>
                </a:cubicBezTo>
                <a:cubicBezTo>
                  <a:pt x="614362" y="43660"/>
                  <a:pt x="615820" y="47037"/>
                  <a:pt x="616640" y="51486"/>
                </a:cubicBezTo>
                <a:moveTo>
                  <a:pt x="588187" y="62553"/>
                </a:moveTo>
                <a:lnTo>
                  <a:pt x="634134" y="62553"/>
                </a:lnTo>
                <a:cubicBezTo>
                  <a:pt x="634462" y="57616"/>
                  <a:pt x="634051" y="52884"/>
                  <a:pt x="632901" y="48358"/>
                </a:cubicBezTo>
                <a:cubicBezTo>
                  <a:pt x="631752" y="43832"/>
                  <a:pt x="629883" y="39800"/>
                  <a:pt x="627296" y="36263"/>
                </a:cubicBezTo>
                <a:cubicBezTo>
                  <a:pt x="624709" y="32724"/>
                  <a:pt x="621404" y="29906"/>
                  <a:pt x="617379" y="27808"/>
                </a:cubicBezTo>
                <a:cubicBezTo>
                  <a:pt x="613356" y="25710"/>
                  <a:pt x="608634" y="24660"/>
                  <a:pt x="603215" y="24660"/>
                </a:cubicBezTo>
                <a:cubicBezTo>
                  <a:pt x="598369" y="24660"/>
                  <a:pt x="593955" y="25524"/>
                  <a:pt x="589973" y="27252"/>
                </a:cubicBezTo>
                <a:cubicBezTo>
                  <a:pt x="585991" y="28979"/>
                  <a:pt x="582562" y="31343"/>
                  <a:pt x="579688" y="34346"/>
                </a:cubicBezTo>
                <a:cubicBezTo>
                  <a:pt x="576813" y="37348"/>
                  <a:pt x="574596" y="40906"/>
                  <a:pt x="573036" y="45020"/>
                </a:cubicBezTo>
                <a:cubicBezTo>
                  <a:pt x="571476" y="49132"/>
                  <a:pt x="570696" y="53574"/>
                  <a:pt x="570696" y="58346"/>
                </a:cubicBezTo>
                <a:cubicBezTo>
                  <a:pt x="570696" y="63281"/>
                  <a:pt x="571455" y="67805"/>
                  <a:pt x="572974" y="71919"/>
                </a:cubicBezTo>
                <a:cubicBezTo>
                  <a:pt x="574494" y="76031"/>
                  <a:pt x="576650" y="79568"/>
                  <a:pt x="579442" y="82531"/>
                </a:cubicBezTo>
                <a:cubicBezTo>
                  <a:pt x="582233" y="85492"/>
                  <a:pt x="585641" y="87774"/>
                  <a:pt x="589665" y="89378"/>
                </a:cubicBezTo>
                <a:cubicBezTo>
                  <a:pt x="593688" y="90982"/>
                  <a:pt x="598205" y="91784"/>
                  <a:pt x="603215" y="91784"/>
                </a:cubicBezTo>
                <a:cubicBezTo>
                  <a:pt x="610441" y="91784"/>
                  <a:pt x="616600" y="90143"/>
                  <a:pt x="621691" y="86861"/>
                </a:cubicBezTo>
                <a:cubicBezTo>
                  <a:pt x="626783" y="83579"/>
                  <a:pt x="630561" y="78123"/>
                  <a:pt x="633025" y="70492"/>
                </a:cubicBezTo>
                <a:lnTo>
                  <a:pt x="617627" y="70492"/>
                </a:lnTo>
                <a:cubicBezTo>
                  <a:pt x="617052" y="72445"/>
                  <a:pt x="615491" y="74297"/>
                  <a:pt x="612945" y="76048"/>
                </a:cubicBezTo>
                <a:cubicBezTo>
                  <a:pt x="610400" y="77797"/>
                  <a:pt x="607362" y="78672"/>
                  <a:pt x="603831" y="78672"/>
                </a:cubicBezTo>
                <a:cubicBezTo>
                  <a:pt x="598904" y="78672"/>
                  <a:pt x="595126" y="77401"/>
                  <a:pt x="592497" y="74858"/>
                </a:cubicBezTo>
                <a:cubicBezTo>
                  <a:pt x="589870" y="72314"/>
                  <a:pt x="588433" y="68213"/>
                  <a:pt x="588187" y="62553"/>
                </a:cubicBezTo>
                <a:close/>
                <a:moveTo>
                  <a:pt x="657713" y="69409"/>
                </a:moveTo>
                <a:lnTo>
                  <a:pt x="641084" y="69409"/>
                </a:lnTo>
                <a:cubicBezTo>
                  <a:pt x="641248" y="73672"/>
                  <a:pt x="642213" y="77218"/>
                  <a:pt x="643979" y="80046"/>
                </a:cubicBezTo>
                <a:cubicBezTo>
                  <a:pt x="645744" y="82873"/>
                  <a:pt x="648002" y="85147"/>
                  <a:pt x="650753" y="86869"/>
                </a:cubicBezTo>
                <a:cubicBezTo>
                  <a:pt x="653504" y="88590"/>
                  <a:pt x="656646" y="89820"/>
                  <a:pt x="660177" y="90556"/>
                </a:cubicBezTo>
                <a:cubicBezTo>
                  <a:pt x="663708" y="91295"/>
                  <a:pt x="667321" y="91664"/>
                  <a:pt x="671016" y="91664"/>
                </a:cubicBezTo>
                <a:cubicBezTo>
                  <a:pt x="674629" y="91664"/>
                  <a:pt x="678180" y="91314"/>
                  <a:pt x="681670" y="90615"/>
                </a:cubicBezTo>
                <a:cubicBezTo>
                  <a:pt x="685161" y="89917"/>
                  <a:pt x="688261" y="88705"/>
                  <a:pt x="690970" y="86980"/>
                </a:cubicBezTo>
                <a:cubicBezTo>
                  <a:pt x="693680" y="85254"/>
                  <a:pt x="695877" y="82974"/>
                  <a:pt x="697560" y="80140"/>
                </a:cubicBezTo>
                <a:cubicBezTo>
                  <a:pt x="699244" y="77305"/>
                  <a:pt x="700086" y="73793"/>
                  <a:pt x="700086" y="69603"/>
                </a:cubicBezTo>
                <a:cubicBezTo>
                  <a:pt x="700086" y="66646"/>
                  <a:pt x="699511" y="64161"/>
                  <a:pt x="698361" y="62148"/>
                </a:cubicBezTo>
                <a:cubicBezTo>
                  <a:pt x="697212" y="60135"/>
                  <a:pt x="695692" y="58450"/>
                  <a:pt x="693803" y="57094"/>
                </a:cubicBezTo>
                <a:cubicBezTo>
                  <a:pt x="691914" y="55738"/>
                  <a:pt x="689759" y="54650"/>
                  <a:pt x="687337" y="53829"/>
                </a:cubicBezTo>
                <a:cubicBezTo>
                  <a:pt x="684915" y="53007"/>
                  <a:pt x="682431" y="52309"/>
                  <a:pt x="679884" y="51734"/>
                </a:cubicBezTo>
                <a:cubicBezTo>
                  <a:pt x="677421" y="51159"/>
                  <a:pt x="674998" y="50625"/>
                  <a:pt x="672616" y="50132"/>
                </a:cubicBezTo>
                <a:cubicBezTo>
                  <a:pt x="670235" y="49639"/>
                  <a:pt x="668121" y="49084"/>
                  <a:pt x="666272" y="48469"/>
                </a:cubicBezTo>
                <a:cubicBezTo>
                  <a:pt x="664425" y="47852"/>
                  <a:pt x="662927" y="47051"/>
                  <a:pt x="661776" y="46065"/>
                </a:cubicBezTo>
                <a:cubicBezTo>
                  <a:pt x="660627" y="45079"/>
                  <a:pt x="660053" y="43805"/>
                  <a:pt x="660053" y="42244"/>
                </a:cubicBezTo>
                <a:cubicBezTo>
                  <a:pt x="660053" y="40929"/>
                  <a:pt x="660381" y="39882"/>
                  <a:pt x="661038" y="39101"/>
                </a:cubicBezTo>
                <a:cubicBezTo>
                  <a:pt x="661696" y="38320"/>
                  <a:pt x="662496" y="37725"/>
                  <a:pt x="663440" y="37315"/>
                </a:cubicBezTo>
                <a:cubicBezTo>
                  <a:pt x="664385" y="36904"/>
                  <a:pt x="665432" y="36637"/>
                  <a:pt x="666581" y="36515"/>
                </a:cubicBezTo>
                <a:cubicBezTo>
                  <a:pt x="667731" y="36391"/>
                  <a:pt x="668799" y="36329"/>
                  <a:pt x="669783" y="36329"/>
                </a:cubicBezTo>
                <a:cubicBezTo>
                  <a:pt x="672904" y="36329"/>
                  <a:pt x="675613" y="36927"/>
                  <a:pt x="677913" y="38124"/>
                </a:cubicBezTo>
                <a:cubicBezTo>
                  <a:pt x="680212" y="39319"/>
                  <a:pt x="681485" y="41608"/>
                  <a:pt x="681732" y="44990"/>
                </a:cubicBezTo>
                <a:lnTo>
                  <a:pt x="698363" y="44990"/>
                </a:lnTo>
                <a:cubicBezTo>
                  <a:pt x="698034" y="41048"/>
                  <a:pt x="697028" y="37783"/>
                  <a:pt x="695344" y="35195"/>
                </a:cubicBezTo>
                <a:cubicBezTo>
                  <a:pt x="693661" y="32608"/>
                  <a:pt x="691547" y="30534"/>
                  <a:pt x="689000" y="28974"/>
                </a:cubicBezTo>
                <a:cubicBezTo>
                  <a:pt x="686455" y="27412"/>
                  <a:pt x="683561" y="26304"/>
                  <a:pt x="680317" y="25647"/>
                </a:cubicBezTo>
                <a:cubicBezTo>
                  <a:pt x="677072" y="24989"/>
                  <a:pt x="673726" y="24660"/>
                  <a:pt x="670278" y="24660"/>
                </a:cubicBezTo>
                <a:cubicBezTo>
                  <a:pt x="666828" y="24660"/>
                  <a:pt x="663461" y="24968"/>
                  <a:pt x="660175" y="25585"/>
                </a:cubicBezTo>
                <a:cubicBezTo>
                  <a:pt x="656891" y="26200"/>
                  <a:pt x="653935" y="27268"/>
                  <a:pt x="651307" y="28788"/>
                </a:cubicBezTo>
                <a:cubicBezTo>
                  <a:pt x="648679" y="30308"/>
                  <a:pt x="646565" y="32382"/>
                  <a:pt x="644964" y="35011"/>
                </a:cubicBezTo>
                <a:cubicBezTo>
                  <a:pt x="643362" y="37640"/>
                  <a:pt x="642561" y="41009"/>
                  <a:pt x="642561" y="45118"/>
                </a:cubicBezTo>
                <a:cubicBezTo>
                  <a:pt x="642561" y="47911"/>
                  <a:pt x="643136" y="50273"/>
                  <a:pt x="644285" y="52204"/>
                </a:cubicBezTo>
                <a:cubicBezTo>
                  <a:pt x="645435" y="54133"/>
                  <a:pt x="646955" y="55735"/>
                  <a:pt x="648843" y="57010"/>
                </a:cubicBezTo>
                <a:cubicBezTo>
                  <a:pt x="650733" y="58283"/>
                  <a:pt x="652889" y="59310"/>
                  <a:pt x="655311" y="60090"/>
                </a:cubicBezTo>
                <a:cubicBezTo>
                  <a:pt x="657733" y="60871"/>
                  <a:pt x="660217" y="61549"/>
                  <a:pt x="662763" y="62124"/>
                </a:cubicBezTo>
                <a:cubicBezTo>
                  <a:pt x="669003" y="63438"/>
                  <a:pt x="673868" y="64753"/>
                  <a:pt x="677358" y="66067"/>
                </a:cubicBezTo>
                <a:cubicBezTo>
                  <a:pt x="680849" y="67382"/>
                  <a:pt x="682595" y="69354"/>
                  <a:pt x="682595" y="71982"/>
                </a:cubicBezTo>
                <a:cubicBezTo>
                  <a:pt x="682595" y="73542"/>
                  <a:pt x="682225" y="74836"/>
                  <a:pt x="681486" y="75864"/>
                </a:cubicBezTo>
                <a:cubicBezTo>
                  <a:pt x="680746" y="76891"/>
                  <a:pt x="679822" y="77713"/>
                  <a:pt x="678713" y="78330"/>
                </a:cubicBezTo>
                <a:cubicBezTo>
                  <a:pt x="677606" y="78945"/>
                  <a:pt x="676374" y="79397"/>
                  <a:pt x="675018" y="79685"/>
                </a:cubicBezTo>
                <a:cubicBezTo>
                  <a:pt x="673664" y="79972"/>
                  <a:pt x="672370" y="80115"/>
                  <a:pt x="671139" y="80115"/>
                </a:cubicBezTo>
                <a:cubicBezTo>
                  <a:pt x="669414" y="80115"/>
                  <a:pt x="667752" y="79910"/>
                  <a:pt x="666150" y="79501"/>
                </a:cubicBezTo>
                <a:cubicBezTo>
                  <a:pt x="664549" y="79090"/>
                  <a:pt x="663132" y="78454"/>
                  <a:pt x="661900" y="77593"/>
                </a:cubicBezTo>
                <a:cubicBezTo>
                  <a:pt x="660669" y="76731"/>
                  <a:pt x="659663" y="75623"/>
                  <a:pt x="658882" y="74270"/>
                </a:cubicBezTo>
                <a:cubicBezTo>
                  <a:pt x="658102" y="72917"/>
                  <a:pt x="657713" y="71296"/>
                  <a:pt x="657713" y="69409"/>
                </a:cubicBezTo>
                <a:close/>
                <a:moveTo>
                  <a:pt x="747444" y="38133"/>
                </a:moveTo>
                <a:lnTo>
                  <a:pt x="747444" y="90100"/>
                </a:lnTo>
                <a:lnTo>
                  <a:pt x="764935" y="90100"/>
                </a:lnTo>
                <a:lnTo>
                  <a:pt x="764935" y="38133"/>
                </a:lnTo>
                <a:lnTo>
                  <a:pt x="777006" y="38133"/>
                </a:lnTo>
                <a:lnTo>
                  <a:pt x="777006" y="26465"/>
                </a:lnTo>
                <a:lnTo>
                  <a:pt x="764935" y="26465"/>
                </a:lnTo>
                <a:lnTo>
                  <a:pt x="764935" y="22653"/>
                </a:lnTo>
                <a:cubicBezTo>
                  <a:pt x="764935" y="20029"/>
                  <a:pt x="765449" y="18164"/>
                  <a:pt x="766475" y="17057"/>
                </a:cubicBezTo>
                <a:cubicBezTo>
                  <a:pt x="767501" y="15951"/>
                  <a:pt x="769205" y="15398"/>
                  <a:pt x="771587" y="15398"/>
                </a:cubicBezTo>
                <a:cubicBezTo>
                  <a:pt x="773804" y="15398"/>
                  <a:pt x="775939" y="15518"/>
                  <a:pt x="777991" y="15758"/>
                </a:cubicBezTo>
                <a:lnTo>
                  <a:pt x="777991" y="2646"/>
                </a:lnTo>
                <a:cubicBezTo>
                  <a:pt x="776514" y="2566"/>
                  <a:pt x="774994" y="2466"/>
                  <a:pt x="773433" y="2346"/>
                </a:cubicBezTo>
                <a:cubicBezTo>
                  <a:pt x="771873" y="2225"/>
                  <a:pt x="770313" y="2165"/>
                  <a:pt x="768753" y="2165"/>
                </a:cubicBezTo>
                <a:cubicBezTo>
                  <a:pt x="761609" y="2165"/>
                  <a:pt x="756272" y="3975"/>
                  <a:pt x="752741" y="7594"/>
                </a:cubicBezTo>
                <a:cubicBezTo>
                  <a:pt x="749210" y="11211"/>
                  <a:pt x="747444" y="15857"/>
                  <a:pt x="747444" y="21531"/>
                </a:cubicBezTo>
                <a:lnTo>
                  <a:pt x="747444" y="26465"/>
                </a:lnTo>
                <a:lnTo>
                  <a:pt x="736973" y="26465"/>
                </a:lnTo>
                <a:lnTo>
                  <a:pt x="736973" y="38133"/>
                </a:lnTo>
                <a:lnTo>
                  <a:pt x="747444" y="38133"/>
                </a:lnTo>
                <a:close/>
                <a:moveTo>
                  <a:pt x="799695" y="58344"/>
                </a:moveTo>
                <a:cubicBezTo>
                  <a:pt x="799695" y="55798"/>
                  <a:pt x="799941" y="53293"/>
                  <a:pt x="800434" y="50830"/>
                </a:cubicBezTo>
                <a:cubicBezTo>
                  <a:pt x="800926" y="48365"/>
                  <a:pt x="801768" y="46188"/>
                  <a:pt x="802958" y="44300"/>
                </a:cubicBezTo>
                <a:cubicBezTo>
                  <a:pt x="804150" y="42410"/>
                  <a:pt x="805731" y="40870"/>
                  <a:pt x="807702" y="39680"/>
                </a:cubicBezTo>
                <a:cubicBezTo>
                  <a:pt x="809673" y="38488"/>
                  <a:pt x="812137" y="37892"/>
                  <a:pt x="815093" y="37892"/>
                </a:cubicBezTo>
                <a:cubicBezTo>
                  <a:pt x="818050" y="37892"/>
                  <a:pt x="820534" y="38488"/>
                  <a:pt x="822545" y="39680"/>
                </a:cubicBezTo>
                <a:cubicBezTo>
                  <a:pt x="824558" y="40870"/>
                  <a:pt x="826159" y="42410"/>
                  <a:pt x="827350" y="44300"/>
                </a:cubicBezTo>
                <a:cubicBezTo>
                  <a:pt x="828541" y="46188"/>
                  <a:pt x="829383" y="48365"/>
                  <a:pt x="829876" y="50830"/>
                </a:cubicBezTo>
                <a:cubicBezTo>
                  <a:pt x="830368" y="53293"/>
                  <a:pt x="830614" y="55798"/>
                  <a:pt x="830614" y="58344"/>
                </a:cubicBezTo>
                <a:cubicBezTo>
                  <a:pt x="830614" y="60890"/>
                  <a:pt x="830368" y="63375"/>
                  <a:pt x="829876" y="65799"/>
                </a:cubicBezTo>
                <a:cubicBezTo>
                  <a:pt x="829383" y="68221"/>
                  <a:pt x="828541" y="70397"/>
                  <a:pt x="827350" y="72328"/>
                </a:cubicBezTo>
                <a:cubicBezTo>
                  <a:pt x="826159" y="74258"/>
                  <a:pt x="824558" y="75798"/>
                  <a:pt x="822545" y="76948"/>
                </a:cubicBezTo>
                <a:cubicBezTo>
                  <a:pt x="820534" y="78097"/>
                  <a:pt x="818050" y="78672"/>
                  <a:pt x="815093" y="78672"/>
                </a:cubicBezTo>
                <a:cubicBezTo>
                  <a:pt x="812137" y="78672"/>
                  <a:pt x="809673" y="78097"/>
                  <a:pt x="807702" y="76948"/>
                </a:cubicBezTo>
                <a:cubicBezTo>
                  <a:pt x="805731" y="75798"/>
                  <a:pt x="804150" y="74258"/>
                  <a:pt x="802958" y="72328"/>
                </a:cubicBezTo>
                <a:cubicBezTo>
                  <a:pt x="801768" y="70397"/>
                  <a:pt x="800926" y="68221"/>
                  <a:pt x="800434" y="65799"/>
                </a:cubicBezTo>
                <a:cubicBezTo>
                  <a:pt x="799941" y="63375"/>
                  <a:pt x="799695" y="60890"/>
                  <a:pt x="799695" y="58344"/>
                </a:cubicBezTo>
                <a:moveTo>
                  <a:pt x="782204" y="58346"/>
                </a:moveTo>
                <a:cubicBezTo>
                  <a:pt x="782204" y="63446"/>
                  <a:pt x="782984" y="68052"/>
                  <a:pt x="784544" y="72165"/>
                </a:cubicBezTo>
                <a:cubicBezTo>
                  <a:pt x="786104" y="76277"/>
                  <a:pt x="788321" y="79794"/>
                  <a:pt x="791196" y="82715"/>
                </a:cubicBezTo>
                <a:cubicBezTo>
                  <a:pt x="794070" y="85634"/>
                  <a:pt x="797519" y="87876"/>
                  <a:pt x="801543" y="89440"/>
                </a:cubicBezTo>
                <a:cubicBezTo>
                  <a:pt x="805568" y="91003"/>
                  <a:pt x="810084" y="91784"/>
                  <a:pt x="815093" y="91784"/>
                </a:cubicBezTo>
                <a:cubicBezTo>
                  <a:pt x="820102" y="91784"/>
                  <a:pt x="824640" y="91003"/>
                  <a:pt x="828705" y="89440"/>
                </a:cubicBezTo>
                <a:cubicBezTo>
                  <a:pt x="832770" y="87876"/>
                  <a:pt x="836239" y="85634"/>
                  <a:pt x="839114" y="82715"/>
                </a:cubicBezTo>
                <a:cubicBezTo>
                  <a:pt x="841988" y="79794"/>
                  <a:pt x="844206" y="76277"/>
                  <a:pt x="845766" y="72165"/>
                </a:cubicBezTo>
                <a:cubicBezTo>
                  <a:pt x="847326" y="68052"/>
                  <a:pt x="848106" y="63446"/>
                  <a:pt x="848106" y="58346"/>
                </a:cubicBezTo>
                <a:cubicBezTo>
                  <a:pt x="848106" y="53246"/>
                  <a:pt x="847326" y="48619"/>
                  <a:pt x="845766" y="44465"/>
                </a:cubicBezTo>
                <a:cubicBezTo>
                  <a:pt x="844206" y="40310"/>
                  <a:pt x="841988" y="36773"/>
                  <a:pt x="839114" y="33853"/>
                </a:cubicBezTo>
                <a:cubicBezTo>
                  <a:pt x="836239" y="30932"/>
                  <a:pt x="832770" y="28670"/>
                  <a:pt x="828705" y="27066"/>
                </a:cubicBezTo>
                <a:cubicBezTo>
                  <a:pt x="824640" y="25462"/>
                  <a:pt x="820102" y="24660"/>
                  <a:pt x="815093" y="24660"/>
                </a:cubicBezTo>
                <a:cubicBezTo>
                  <a:pt x="810084" y="24660"/>
                  <a:pt x="805568" y="25462"/>
                  <a:pt x="801543" y="27066"/>
                </a:cubicBezTo>
                <a:cubicBezTo>
                  <a:pt x="797519" y="28670"/>
                  <a:pt x="794070" y="30932"/>
                  <a:pt x="791196" y="33853"/>
                </a:cubicBezTo>
                <a:cubicBezTo>
                  <a:pt x="788321" y="36773"/>
                  <a:pt x="786104" y="40310"/>
                  <a:pt x="784544" y="44465"/>
                </a:cubicBezTo>
                <a:cubicBezTo>
                  <a:pt x="782984" y="48619"/>
                  <a:pt x="782204" y="53246"/>
                  <a:pt x="782204" y="58346"/>
                </a:cubicBezTo>
                <a:close/>
                <a:moveTo>
                  <a:pt x="859156" y="26369"/>
                </a:moveTo>
                <a:lnTo>
                  <a:pt x="859156" y="90100"/>
                </a:lnTo>
                <a:lnTo>
                  <a:pt x="876647" y="90100"/>
                </a:lnTo>
                <a:lnTo>
                  <a:pt x="876647" y="61368"/>
                </a:lnTo>
                <a:cubicBezTo>
                  <a:pt x="876647" y="58491"/>
                  <a:pt x="876935" y="55820"/>
                  <a:pt x="877510" y="53354"/>
                </a:cubicBezTo>
                <a:cubicBezTo>
                  <a:pt x="878085" y="50888"/>
                  <a:pt x="879050" y="48730"/>
                  <a:pt x="880404" y="46881"/>
                </a:cubicBezTo>
                <a:cubicBezTo>
                  <a:pt x="881759" y="45031"/>
                  <a:pt x="883545" y="43572"/>
                  <a:pt x="885761" y="42503"/>
                </a:cubicBezTo>
                <a:cubicBezTo>
                  <a:pt x="887979" y="41434"/>
                  <a:pt x="890690" y="40900"/>
                  <a:pt x="893892" y="40900"/>
                </a:cubicBezTo>
                <a:cubicBezTo>
                  <a:pt x="894960" y="40900"/>
                  <a:pt x="896068" y="40962"/>
                  <a:pt x="897217" y="41086"/>
                </a:cubicBezTo>
                <a:cubicBezTo>
                  <a:pt x="898368" y="41209"/>
                  <a:pt x="899353" y="41352"/>
                  <a:pt x="900174" y="41516"/>
                </a:cubicBezTo>
                <a:lnTo>
                  <a:pt x="900174" y="25275"/>
                </a:lnTo>
                <a:cubicBezTo>
                  <a:pt x="898778" y="24865"/>
                  <a:pt x="897506" y="24660"/>
                  <a:pt x="896356" y="24660"/>
                </a:cubicBezTo>
                <a:cubicBezTo>
                  <a:pt x="894139" y="24660"/>
                  <a:pt x="892003" y="24988"/>
                  <a:pt x="889951" y="25645"/>
                </a:cubicBezTo>
                <a:cubicBezTo>
                  <a:pt x="887898" y="26300"/>
                  <a:pt x="885969" y="27223"/>
                  <a:pt x="884162" y="28412"/>
                </a:cubicBezTo>
                <a:cubicBezTo>
                  <a:pt x="882355" y="29601"/>
                  <a:pt x="880753" y="31036"/>
                  <a:pt x="879357" y="32718"/>
                </a:cubicBezTo>
                <a:cubicBezTo>
                  <a:pt x="877962" y="34400"/>
                  <a:pt x="876853" y="36225"/>
                  <a:pt x="876031" y="38193"/>
                </a:cubicBezTo>
                <a:lnTo>
                  <a:pt x="875784" y="38193"/>
                </a:lnTo>
                <a:lnTo>
                  <a:pt x="875784" y="26369"/>
                </a:lnTo>
                <a:lnTo>
                  <a:pt x="859156" y="26369"/>
                </a:lnTo>
                <a:close/>
                <a:moveTo>
                  <a:pt x="961566" y="18405"/>
                </a:moveTo>
                <a:lnTo>
                  <a:pt x="961566" y="90100"/>
                </a:lnTo>
                <a:lnTo>
                  <a:pt x="980905" y="90100"/>
                </a:lnTo>
                <a:lnTo>
                  <a:pt x="980905" y="18405"/>
                </a:lnTo>
                <a:lnTo>
                  <a:pt x="1007266" y="18405"/>
                </a:lnTo>
                <a:lnTo>
                  <a:pt x="1007266" y="2165"/>
                </a:lnTo>
                <a:lnTo>
                  <a:pt x="935205" y="2165"/>
                </a:lnTo>
                <a:lnTo>
                  <a:pt x="935205" y="18405"/>
                </a:lnTo>
                <a:lnTo>
                  <a:pt x="961566" y="18405"/>
                </a:lnTo>
                <a:close/>
                <a:moveTo>
                  <a:pt x="1014496" y="46001"/>
                </a:moveTo>
                <a:cubicBezTo>
                  <a:pt x="1014742" y="41895"/>
                  <a:pt x="1015768" y="38487"/>
                  <a:pt x="1017575" y="35778"/>
                </a:cubicBezTo>
                <a:cubicBezTo>
                  <a:pt x="1019382" y="33068"/>
                  <a:pt x="1021681" y="30891"/>
                  <a:pt x="1024473" y="29248"/>
                </a:cubicBezTo>
                <a:cubicBezTo>
                  <a:pt x="1027265" y="27605"/>
                  <a:pt x="1030406" y="26435"/>
                  <a:pt x="1033895" y="25737"/>
                </a:cubicBezTo>
                <a:cubicBezTo>
                  <a:pt x="1037386" y="25039"/>
                  <a:pt x="1040898" y="24690"/>
                  <a:pt x="1044429" y="24690"/>
                </a:cubicBezTo>
                <a:cubicBezTo>
                  <a:pt x="1047631" y="24690"/>
                  <a:pt x="1050875" y="24916"/>
                  <a:pt x="1054159" y="25369"/>
                </a:cubicBezTo>
                <a:cubicBezTo>
                  <a:pt x="1057445" y="25820"/>
                  <a:pt x="1060442" y="26703"/>
                  <a:pt x="1063151" y="28017"/>
                </a:cubicBezTo>
                <a:cubicBezTo>
                  <a:pt x="1065862" y="29330"/>
                  <a:pt x="1068079" y="31157"/>
                  <a:pt x="1069803" y="33498"/>
                </a:cubicBezTo>
                <a:cubicBezTo>
                  <a:pt x="1071528" y="35839"/>
                  <a:pt x="1072391" y="38939"/>
                  <a:pt x="1072391" y="42798"/>
                </a:cubicBezTo>
                <a:lnTo>
                  <a:pt x="1072391" y="75933"/>
                </a:lnTo>
                <a:cubicBezTo>
                  <a:pt x="1072391" y="78808"/>
                  <a:pt x="1072555" y="81559"/>
                  <a:pt x="1072884" y="84187"/>
                </a:cubicBezTo>
                <a:cubicBezTo>
                  <a:pt x="1073212" y="86814"/>
                  <a:pt x="1073786" y="88785"/>
                  <a:pt x="1074607" y="90100"/>
                </a:cubicBezTo>
                <a:lnTo>
                  <a:pt x="1056870" y="90100"/>
                </a:lnTo>
                <a:cubicBezTo>
                  <a:pt x="1056541" y="89115"/>
                  <a:pt x="1056274" y="88109"/>
                  <a:pt x="1056069" y="87083"/>
                </a:cubicBezTo>
                <a:cubicBezTo>
                  <a:pt x="1055863" y="86055"/>
                  <a:pt x="1055720" y="85008"/>
                  <a:pt x="1055638" y="83940"/>
                </a:cubicBezTo>
                <a:cubicBezTo>
                  <a:pt x="1052847" y="86815"/>
                  <a:pt x="1049562" y="88827"/>
                  <a:pt x="1045784" y="89978"/>
                </a:cubicBezTo>
                <a:cubicBezTo>
                  <a:pt x="1042006" y="91127"/>
                  <a:pt x="1038146" y="91701"/>
                  <a:pt x="1034204" y="91701"/>
                </a:cubicBezTo>
                <a:cubicBezTo>
                  <a:pt x="1031166" y="91701"/>
                  <a:pt x="1028333" y="91331"/>
                  <a:pt x="1025704" y="90592"/>
                </a:cubicBezTo>
                <a:cubicBezTo>
                  <a:pt x="1023077" y="89853"/>
                  <a:pt x="1020777" y="88703"/>
                  <a:pt x="1018806" y="87143"/>
                </a:cubicBezTo>
                <a:cubicBezTo>
                  <a:pt x="1016836" y="85583"/>
                  <a:pt x="1015297" y="83613"/>
                  <a:pt x="1014188" y="81232"/>
                </a:cubicBezTo>
                <a:cubicBezTo>
                  <a:pt x="1013079" y="78850"/>
                  <a:pt x="1012525" y="76016"/>
                  <a:pt x="1012525" y="72730"/>
                </a:cubicBezTo>
                <a:cubicBezTo>
                  <a:pt x="1012525" y="69118"/>
                  <a:pt x="1013161" y="66141"/>
                  <a:pt x="1014434" y="63801"/>
                </a:cubicBezTo>
                <a:cubicBezTo>
                  <a:pt x="1015707" y="61460"/>
                  <a:pt x="1017349" y="59592"/>
                  <a:pt x="1019361" y="58196"/>
                </a:cubicBezTo>
                <a:cubicBezTo>
                  <a:pt x="1021373" y="56800"/>
                  <a:pt x="1023672" y="55753"/>
                  <a:pt x="1026259" y="55055"/>
                </a:cubicBezTo>
                <a:cubicBezTo>
                  <a:pt x="1028846" y="54357"/>
                  <a:pt x="1031454" y="53803"/>
                  <a:pt x="1034082" y="53393"/>
                </a:cubicBezTo>
                <a:cubicBezTo>
                  <a:pt x="1036709" y="52982"/>
                  <a:pt x="1039296" y="52653"/>
                  <a:pt x="1041840" y="52407"/>
                </a:cubicBezTo>
                <a:cubicBezTo>
                  <a:pt x="1044387" y="52160"/>
                  <a:pt x="1046645" y="51790"/>
                  <a:pt x="1048616" y="51298"/>
                </a:cubicBezTo>
                <a:cubicBezTo>
                  <a:pt x="1050587" y="50805"/>
                  <a:pt x="1052147" y="50087"/>
                  <a:pt x="1053297" y="49144"/>
                </a:cubicBezTo>
                <a:cubicBezTo>
                  <a:pt x="1054447" y="48199"/>
                  <a:pt x="1054981" y="46823"/>
                  <a:pt x="1054900" y="45016"/>
                </a:cubicBezTo>
                <a:cubicBezTo>
                  <a:pt x="1054900" y="43126"/>
                  <a:pt x="1054592" y="41628"/>
                  <a:pt x="1053975" y="40520"/>
                </a:cubicBezTo>
                <a:cubicBezTo>
                  <a:pt x="1053359" y="39411"/>
                  <a:pt x="1052537" y="38549"/>
                  <a:pt x="1051511" y="37934"/>
                </a:cubicBezTo>
                <a:cubicBezTo>
                  <a:pt x="1050485" y="37317"/>
                  <a:pt x="1049294" y="36906"/>
                  <a:pt x="1047938" y="36701"/>
                </a:cubicBezTo>
                <a:cubicBezTo>
                  <a:pt x="1046583" y="36495"/>
                  <a:pt x="1045126" y="36392"/>
                  <a:pt x="1043566" y="36392"/>
                </a:cubicBezTo>
                <a:cubicBezTo>
                  <a:pt x="1040118" y="36392"/>
                  <a:pt x="1037408" y="37132"/>
                  <a:pt x="1035437" y="38610"/>
                </a:cubicBezTo>
                <a:cubicBezTo>
                  <a:pt x="1033466" y="40089"/>
                  <a:pt x="1032316" y="42553"/>
                  <a:pt x="1031988" y="46001"/>
                </a:cubicBezTo>
                <a:lnTo>
                  <a:pt x="1014496" y="46001"/>
                </a:lnTo>
                <a:moveTo>
                  <a:pt x="1054900" y="58934"/>
                </a:moveTo>
                <a:cubicBezTo>
                  <a:pt x="1054161" y="59592"/>
                  <a:pt x="1053236" y="60106"/>
                  <a:pt x="1052127" y="60476"/>
                </a:cubicBezTo>
                <a:cubicBezTo>
                  <a:pt x="1051018" y="60845"/>
                  <a:pt x="1049827" y="61154"/>
                  <a:pt x="1048554" y="61400"/>
                </a:cubicBezTo>
                <a:cubicBezTo>
                  <a:pt x="1047282" y="61646"/>
                  <a:pt x="1045948" y="61851"/>
                  <a:pt x="1044551" y="62015"/>
                </a:cubicBezTo>
                <a:cubicBezTo>
                  <a:pt x="1043155" y="62179"/>
                  <a:pt x="1041759" y="62384"/>
                  <a:pt x="1040363" y="62630"/>
                </a:cubicBezTo>
                <a:cubicBezTo>
                  <a:pt x="1039050" y="62876"/>
                  <a:pt x="1037757" y="63205"/>
                  <a:pt x="1036484" y="63616"/>
                </a:cubicBezTo>
                <a:cubicBezTo>
                  <a:pt x="1035211" y="64026"/>
                  <a:pt x="1034102" y="64581"/>
                  <a:pt x="1033157" y="65280"/>
                </a:cubicBezTo>
                <a:cubicBezTo>
                  <a:pt x="1032213" y="65978"/>
                  <a:pt x="1031454" y="66861"/>
                  <a:pt x="1030879" y="67928"/>
                </a:cubicBezTo>
                <a:cubicBezTo>
                  <a:pt x="1030304" y="68995"/>
                  <a:pt x="1030016" y="70349"/>
                  <a:pt x="1030016" y="71992"/>
                </a:cubicBezTo>
                <a:cubicBezTo>
                  <a:pt x="1030016" y="73552"/>
                  <a:pt x="1030304" y="74866"/>
                  <a:pt x="1030879" y="75933"/>
                </a:cubicBezTo>
                <a:cubicBezTo>
                  <a:pt x="1031454" y="77001"/>
                  <a:pt x="1032234" y="77843"/>
                  <a:pt x="1033219" y="78459"/>
                </a:cubicBezTo>
                <a:cubicBezTo>
                  <a:pt x="1034205" y="79075"/>
                  <a:pt x="1035355" y="79506"/>
                  <a:pt x="1036668" y="79753"/>
                </a:cubicBezTo>
                <a:cubicBezTo>
                  <a:pt x="1037982" y="79999"/>
                  <a:pt x="1039337" y="80123"/>
                  <a:pt x="1040733" y="80123"/>
                </a:cubicBezTo>
                <a:cubicBezTo>
                  <a:pt x="1044182" y="80123"/>
                  <a:pt x="1046850" y="79548"/>
                  <a:pt x="1048739" y="78399"/>
                </a:cubicBezTo>
                <a:cubicBezTo>
                  <a:pt x="1050628" y="77249"/>
                  <a:pt x="1052025" y="75873"/>
                  <a:pt x="1052928" y="74272"/>
                </a:cubicBezTo>
                <a:cubicBezTo>
                  <a:pt x="1053832" y="72670"/>
                  <a:pt x="1054386" y="71048"/>
                  <a:pt x="1054592" y="69406"/>
                </a:cubicBezTo>
                <a:cubicBezTo>
                  <a:pt x="1054797" y="67763"/>
                  <a:pt x="1054900" y="66449"/>
                  <a:pt x="1054900" y="65464"/>
                </a:cubicBezTo>
                <a:lnTo>
                  <a:pt x="1054900" y="58934"/>
                </a:lnTo>
                <a:close/>
                <a:moveTo>
                  <a:pt x="1085623" y="26369"/>
                </a:moveTo>
                <a:lnTo>
                  <a:pt x="1085623" y="90100"/>
                </a:lnTo>
                <a:lnTo>
                  <a:pt x="1103115" y="90100"/>
                </a:lnTo>
                <a:lnTo>
                  <a:pt x="1103115" y="61368"/>
                </a:lnTo>
                <a:cubicBezTo>
                  <a:pt x="1103115" y="58491"/>
                  <a:pt x="1103402" y="55820"/>
                  <a:pt x="1103978" y="53354"/>
                </a:cubicBezTo>
                <a:cubicBezTo>
                  <a:pt x="1104553" y="50888"/>
                  <a:pt x="1105518" y="48730"/>
                  <a:pt x="1106872" y="46881"/>
                </a:cubicBezTo>
                <a:cubicBezTo>
                  <a:pt x="1108227" y="45031"/>
                  <a:pt x="1110012" y="43572"/>
                  <a:pt x="1112229" y="42503"/>
                </a:cubicBezTo>
                <a:cubicBezTo>
                  <a:pt x="1114447" y="41434"/>
                  <a:pt x="1117157" y="40900"/>
                  <a:pt x="1120360" y="40900"/>
                </a:cubicBezTo>
                <a:cubicBezTo>
                  <a:pt x="1121428" y="40900"/>
                  <a:pt x="1122536" y="40962"/>
                  <a:pt x="1123685" y="41086"/>
                </a:cubicBezTo>
                <a:cubicBezTo>
                  <a:pt x="1124835" y="41209"/>
                  <a:pt x="1125821" y="41352"/>
                  <a:pt x="1126642" y="41516"/>
                </a:cubicBezTo>
                <a:lnTo>
                  <a:pt x="1126642" y="25275"/>
                </a:lnTo>
                <a:cubicBezTo>
                  <a:pt x="1125246" y="24865"/>
                  <a:pt x="1123973" y="24660"/>
                  <a:pt x="1122824" y="24660"/>
                </a:cubicBezTo>
                <a:cubicBezTo>
                  <a:pt x="1120606" y="24660"/>
                  <a:pt x="1118471" y="24988"/>
                  <a:pt x="1116419" y="25645"/>
                </a:cubicBezTo>
                <a:cubicBezTo>
                  <a:pt x="1114366" y="26300"/>
                  <a:pt x="1112436" y="27223"/>
                  <a:pt x="1110629" y="28412"/>
                </a:cubicBezTo>
                <a:cubicBezTo>
                  <a:pt x="1108823" y="29601"/>
                  <a:pt x="1107221" y="31036"/>
                  <a:pt x="1105825" y="32718"/>
                </a:cubicBezTo>
                <a:cubicBezTo>
                  <a:pt x="1104429" y="34400"/>
                  <a:pt x="1103320" y="36225"/>
                  <a:pt x="1102498" y="38193"/>
                </a:cubicBezTo>
                <a:lnTo>
                  <a:pt x="1102252" y="38193"/>
                </a:lnTo>
                <a:lnTo>
                  <a:pt x="1102252" y="26369"/>
                </a:lnTo>
                <a:lnTo>
                  <a:pt x="1085623" y="26369"/>
                </a:lnTo>
                <a:close/>
                <a:moveTo>
                  <a:pt x="1162746" y="75063"/>
                </a:moveTo>
                <a:cubicBezTo>
                  <a:pt x="1160036" y="75063"/>
                  <a:pt x="1157777" y="74489"/>
                  <a:pt x="1155970" y="73339"/>
                </a:cubicBezTo>
                <a:cubicBezTo>
                  <a:pt x="1154163" y="72190"/>
                  <a:pt x="1152705" y="70714"/>
                  <a:pt x="1151596" y="68909"/>
                </a:cubicBezTo>
                <a:cubicBezTo>
                  <a:pt x="1150489" y="67104"/>
                  <a:pt x="1149709" y="65073"/>
                  <a:pt x="1149256" y="62818"/>
                </a:cubicBezTo>
                <a:cubicBezTo>
                  <a:pt x="1148805" y="60561"/>
                  <a:pt x="1148580" y="58283"/>
                  <a:pt x="1148580" y="55985"/>
                </a:cubicBezTo>
                <a:cubicBezTo>
                  <a:pt x="1148580" y="53606"/>
                  <a:pt x="1148847" y="51329"/>
                  <a:pt x="1149380" y="49155"/>
                </a:cubicBezTo>
                <a:cubicBezTo>
                  <a:pt x="1149914" y="46980"/>
                  <a:pt x="1150776" y="45051"/>
                  <a:pt x="1151967" y="43370"/>
                </a:cubicBezTo>
                <a:cubicBezTo>
                  <a:pt x="1153158" y="41688"/>
                  <a:pt x="1154637" y="40355"/>
                  <a:pt x="1156403" y="39370"/>
                </a:cubicBezTo>
                <a:cubicBezTo>
                  <a:pt x="1158168" y="38385"/>
                  <a:pt x="1160283" y="37892"/>
                  <a:pt x="1162746" y="37892"/>
                </a:cubicBezTo>
                <a:cubicBezTo>
                  <a:pt x="1165621" y="37892"/>
                  <a:pt x="1168002" y="38426"/>
                  <a:pt x="1169890" y="39494"/>
                </a:cubicBezTo>
                <a:cubicBezTo>
                  <a:pt x="1171779" y="40560"/>
                  <a:pt x="1173298" y="41996"/>
                  <a:pt x="1174448" y="43802"/>
                </a:cubicBezTo>
                <a:cubicBezTo>
                  <a:pt x="1175599" y="45606"/>
                  <a:pt x="1176420" y="47678"/>
                  <a:pt x="1176913" y="50016"/>
                </a:cubicBezTo>
                <a:cubicBezTo>
                  <a:pt x="1177405" y="52354"/>
                  <a:pt x="1177651" y="54836"/>
                  <a:pt x="1177651" y="57463"/>
                </a:cubicBezTo>
                <a:cubicBezTo>
                  <a:pt x="1177651" y="59759"/>
                  <a:pt x="1177343" y="61954"/>
                  <a:pt x="1176726" y="64047"/>
                </a:cubicBezTo>
                <a:cubicBezTo>
                  <a:pt x="1176111" y="66139"/>
                  <a:pt x="1175188" y="68006"/>
                  <a:pt x="1173956" y="69648"/>
                </a:cubicBezTo>
                <a:cubicBezTo>
                  <a:pt x="1172724" y="71288"/>
                  <a:pt x="1171164" y="72601"/>
                  <a:pt x="1169274" y="73586"/>
                </a:cubicBezTo>
                <a:cubicBezTo>
                  <a:pt x="1167386" y="74571"/>
                  <a:pt x="1165210" y="75063"/>
                  <a:pt x="1162746" y="75063"/>
                </a:cubicBezTo>
                <a:moveTo>
                  <a:pt x="1194280" y="86062"/>
                </a:moveTo>
                <a:lnTo>
                  <a:pt x="1194280" y="26425"/>
                </a:lnTo>
                <a:lnTo>
                  <a:pt x="1177651" y="26425"/>
                </a:lnTo>
                <a:lnTo>
                  <a:pt x="1177651" y="34925"/>
                </a:lnTo>
                <a:lnTo>
                  <a:pt x="1177405" y="34925"/>
                </a:lnTo>
                <a:cubicBezTo>
                  <a:pt x="1175270" y="31214"/>
                  <a:pt x="1172621" y="28576"/>
                  <a:pt x="1169460" y="27010"/>
                </a:cubicBezTo>
                <a:cubicBezTo>
                  <a:pt x="1166299" y="25443"/>
                  <a:pt x="1162623" y="24660"/>
                  <a:pt x="1158434" y="24660"/>
                </a:cubicBezTo>
                <a:cubicBezTo>
                  <a:pt x="1154000" y="24660"/>
                  <a:pt x="1150078" y="25523"/>
                  <a:pt x="1146670" y="27250"/>
                </a:cubicBezTo>
                <a:cubicBezTo>
                  <a:pt x="1143263" y="28977"/>
                  <a:pt x="1140410" y="31299"/>
                  <a:pt x="1138110" y="34218"/>
                </a:cubicBezTo>
                <a:cubicBezTo>
                  <a:pt x="1135811" y="37136"/>
                  <a:pt x="1134066" y="40507"/>
                  <a:pt x="1132874" y="44330"/>
                </a:cubicBezTo>
                <a:cubicBezTo>
                  <a:pt x="1131683" y="48153"/>
                  <a:pt x="1131088" y="52120"/>
                  <a:pt x="1131088" y="56232"/>
                </a:cubicBezTo>
                <a:cubicBezTo>
                  <a:pt x="1131088" y="60588"/>
                  <a:pt x="1131601" y="64720"/>
                  <a:pt x="1132628" y="68625"/>
                </a:cubicBezTo>
                <a:cubicBezTo>
                  <a:pt x="1133654" y="72530"/>
                  <a:pt x="1135275" y="75942"/>
                  <a:pt x="1137492" y="78862"/>
                </a:cubicBezTo>
                <a:cubicBezTo>
                  <a:pt x="1139710" y="81780"/>
                  <a:pt x="1142544" y="84082"/>
                  <a:pt x="1145993" y="85767"/>
                </a:cubicBezTo>
                <a:cubicBezTo>
                  <a:pt x="1149443" y="87453"/>
                  <a:pt x="1153549" y="88295"/>
                  <a:pt x="1158312" y="88295"/>
                </a:cubicBezTo>
                <a:cubicBezTo>
                  <a:pt x="1162172" y="88295"/>
                  <a:pt x="1165846" y="87491"/>
                  <a:pt x="1169336" y="85884"/>
                </a:cubicBezTo>
                <a:cubicBezTo>
                  <a:pt x="1172827" y="84276"/>
                  <a:pt x="1175517" y="81782"/>
                  <a:pt x="1177405" y="78401"/>
                </a:cubicBezTo>
                <a:lnTo>
                  <a:pt x="1177651" y="78401"/>
                </a:lnTo>
                <a:lnTo>
                  <a:pt x="1177651" y="86801"/>
                </a:lnTo>
                <a:cubicBezTo>
                  <a:pt x="1177734" y="91331"/>
                  <a:pt x="1176646" y="95078"/>
                  <a:pt x="1174386" y="98043"/>
                </a:cubicBezTo>
                <a:cubicBezTo>
                  <a:pt x="1172128" y="101008"/>
                  <a:pt x="1168536" y="102490"/>
                  <a:pt x="1163609" y="102490"/>
                </a:cubicBezTo>
                <a:cubicBezTo>
                  <a:pt x="1160489" y="102490"/>
                  <a:pt x="1157738" y="101851"/>
                  <a:pt x="1155356" y="100573"/>
                </a:cubicBezTo>
                <a:cubicBezTo>
                  <a:pt x="1152974" y="99295"/>
                  <a:pt x="1151372" y="97007"/>
                  <a:pt x="1150551" y="93709"/>
                </a:cubicBezTo>
                <a:lnTo>
                  <a:pt x="1133182" y="93709"/>
                </a:lnTo>
                <a:cubicBezTo>
                  <a:pt x="1133429" y="97322"/>
                  <a:pt x="1134435" y="100422"/>
                  <a:pt x="1136201" y="103009"/>
                </a:cubicBezTo>
                <a:cubicBezTo>
                  <a:pt x="1137966" y="105596"/>
                  <a:pt x="1140184" y="107711"/>
                  <a:pt x="1142853" y="109354"/>
                </a:cubicBezTo>
                <a:cubicBezTo>
                  <a:pt x="1145522" y="110997"/>
                  <a:pt x="1148478" y="112208"/>
                  <a:pt x="1151720" y="112987"/>
                </a:cubicBezTo>
                <a:cubicBezTo>
                  <a:pt x="1154965" y="113768"/>
                  <a:pt x="1158147" y="114158"/>
                  <a:pt x="1161269" y="114158"/>
                </a:cubicBezTo>
                <a:cubicBezTo>
                  <a:pt x="1168577" y="114158"/>
                  <a:pt x="1174406" y="113172"/>
                  <a:pt x="1178758" y="111200"/>
                </a:cubicBezTo>
                <a:cubicBezTo>
                  <a:pt x="1183111" y="109229"/>
                  <a:pt x="1186438" y="106826"/>
                  <a:pt x="1188737" y="103992"/>
                </a:cubicBezTo>
                <a:cubicBezTo>
                  <a:pt x="1191036" y="101157"/>
                  <a:pt x="1192535" y="98097"/>
                  <a:pt x="1193233" y="94812"/>
                </a:cubicBezTo>
                <a:cubicBezTo>
                  <a:pt x="1193931" y="91526"/>
                  <a:pt x="1194280" y="88610"/>
                  <a:pt x="1194280" y="86062"/>
                </a:cubicBezTo>
                <a:close/>
                <a:moveTo>
                  <a:pt x="1250905" y="51486"/>
                </a:moveTo>
                <a:lnTo>
                  <a:pt x="1222452" y="51486"/>
                </a:lnTo>
                <a:cubicBezTo>
                  <a:pt x="1222534" y="50250"/>
                  <a:pt x="1222800" y="48850"/>
                  <a:pt x="1223251" y="47285"/>
                </a:cubicBezTo>
                <a:cubicBezTo>
                  <a:pt x="1223703" y="45718"/>
                  <a:pt x="1224484" y="44235"/>
                  <a:pt x="1225593" y="42836"/>
                </a:cubicBezTo>
                <a:cubicBezTo>
                  <a:pt x="1226702" y="41435"/>
                  <a:pt x="1228180" y="40261"/>
                  <a:pt x="1230027" y="39313"/>
                </a:cubicBezTo>
                <a:cubicBezTo>
                  <a:pt x="1231875" y="38366"/>
                  <a:pt x="1234195" y="37892"/>
                  <a:pt x="1236987" y="37892"/>
                </a:cubicBezTo>
                <a:cubicBezTo>
                  <a:pt x="1241258" y="37892"/>
                  <a:pt x="1244440" y="39046"/>
                  <a:pt x="1246533" y="41353"/>
                </a:cubicBezTo>
                <a:cubicBezTo>
                  <a:pt x="1248627" y="43660"/>
                  <a:pt x="1250085" y="47037"/>
                  <a:pt x="1250905" y="51486"/>
                </a:cubicBezTo>
                <a:moveTo>
                  <a:pt x="1222452" y="62553"/>
                </a:moveTo>
                <a:lnTo>
                  <a:pt x="1268399" y="62553"/>
                </a:lnTo>
                <a:cubicBezTo>
                  <a:pt x="1268727" y="57616"/>
                  <a:pt x="1268316" y="52884"/>
                  <a:pt x="1267166" y="48358"/>
                </a:cubicBezTo>
                <a:cubicBezTo>
                  <a:pt x="1266017" y="43832"/>
                  <a:pt x="1264148" y="39800"/>
                  <a:pt x="1261561" y="36263"/>
                </a:cubicBezTo>
                <a:cubicBezTo>
                  <a:pt x="1258974" y="32724"/>
                  <a:pt x="1255669" y="29906"/>
                  <a:pt x="1251644" y="27808"/>
                </a:cubicBezTo>
                <a:cubicBezTo>
                  <a:pt x="1247621" y="25710"/>
                  <a:pt x="1242899" y="24660"/>
                  <a:pt x="1237480" y="24660"/>
                </a:cubicBezTo>
                <a:cubicBezTo>
                  <a:pt x="1232634" y="24660"/>
                  <a:pt x="1228220" y="25524"/>
                  <a:pt x="1224238" y="27252"/>
                </a:cubicBezTo>
                <a:cubicBezTo>
                  <a:pt x="1220256" y="28979"/>
                  <a:pt x="1216827" y="31343"/>
                  <a:pt x="1213953" y="34346"/>
                </a:cubicBezTo>
                <a:cubicBezTo>
                  <a:pt x="1211078" y="37348"/>
                  <a:pt x="1208861" y="40906"/>
                  <a:pt x="1207301" y="45020"/>
                </a:cubicBezTo>
                <a:cubicBezTo>
                  <a:pt x="1205741" y="49132"/>
                  <a:pt x="1204961" y="53574"/>
                  <a:pt x="1204961" y="58346"/>
                </a:cubicBezTo>
                <a:cubicBezTo>
                  <a:pt x="1204961" y="63281"/>
                  <a:pt x="1205720" y="67805"/>
                  <a:pt x="1207239" y="71919"/>
                </a:cubicBezTo>
                <a:cubicBezTo>
                  <a:pt x="1208759" y="76031"/>
                  <a:pt x="1210915" y="79568"/>
                  <a:pt x="1213707" y="82531"/>
                </a:cubicBezTo>
                <a:cubicBezTo>
                  <a:pt x="1216498" y="85492"/>
                  <a:pt x="1219906" y="87774"/>
                  <a:pt x="1223930" y="89378"/>
                </a:cubicBezTo>
                <a:cubicBezTo>
                  <a:pt x="1227953" y="90982"/>
                  <a:pt x="1232470" y="91784"/>
                  <a:pt x="1237480" y="91784"/>
                </a:cubicBezTo>
                <a:cubicBezTo>
                  <a:pt x="1244706" y="91784"/>
                  <a:pt x="1250865" y="90143"/>
                  <a:pt x="1255956" y="86861"/>
                </a:cubicBezTo>
                <a:cubicBezTo>
                  <a:pt x="1261048" y="83579"/>
                  <a:pt x="1264826" y="78123"/>
                  <a:pt x="1267290" y="70492"/>
                </a:cubicBezTo>
                <a:lnTo>
                  <a:pt x="1251892" y="70492"/>
                </a:lnTo>
                <a:cubicBezTo>
                  <a:pt x="1251317" y="72445"/>
                  <a:pt x="1249756" y="74297"/>
                  <a:pt x="1247210" y="76048"/>
                </a:cubicBezTo>
                <a:cubicBezTo>
                  <a:pt x="1244665" y="77797"/>
                  <a:pt x="1241627" y="78672"/>
                  <a:pt x="1238096" y="78672"/>
                </a:cubicBezTo>
                <a:cubicBezTo>
                  <a:pt x="1233169" y="78672"/>
                  <a:pt x="1229391" y="77401"/>
                  <a:pt x="1226762" y="74858"/>
                </a:cubicBezTo>
                <a:cubicBezTo>
                  <a:pt x="1224134" y="72314"/>
                  <a:pt x="1222698" y="68213"/>
                  <a:pt x="1222452" y="62553"/>
                </a:cubicBezTo>
                <a:close/>
                <a:moveTo>
                  <a:pt x="1300600" y="26465"/>
                </a:moveTo>
                <a:lnTo>
                  <a:pt x="1300600" y="7338"/>
                </a:lnTo>
                <a:lnTo>
                  <a:pt x="1283108" y="7338"/>
                </a:lnTo>
                <a:lnTo>
                  <a:pt x="1283108" y="26465"/>
                </a:lnTo>
                <a:lnTo>
                  <a:pt x="1272515" y="26465"/>
                </a:lnTo>
                <a:lnTo>
                  <a:pt x="1272515" y="38133"/>
                </a:lnTo>
                <a:lnTo>
                  <a:pt x="1283108" y="38133"/>
                </a:lnTo>
                <a:lnTo>
                  <a:pt x="1283108" y="75681"/>
                </a:lnTo>
                <a:cubicBezTo>
                  <a:pt x="1283108" y="78883"/>
                  <a:pt x="1283642" y="81469"/>
                  <a:pt x="1284710" y="83438"/>
                </a:cubicBezTo>
                <a:cubicBezTo>
                  <a:pt x="1285777" y="85408"/>
                  <a:pt x="1287235" y="86927"/>
                  <a:pt x="1289082" y="87995"/>
                </a:cubicBezTo>
                <a:cubicBezTo>
                  <a:pt x="1290930" y="89061"/>
                  <a:pt x="1293065" y="89778"/>
                  <a:pt x="1295487" y="90147"/>
                </a:cubicBezTo>
                <a:cubicBezTo>
                  <a:pt x="1297911" y="90516"/>
                  <a:pt x="1300478" y="90701"/>
                  <a:pt x="1303188" y="90701"/>
                </a:cubicBezTo>
                <a:cubicBezTo>
                  <a:pt x="1304912" y="90701"/>
                  <a:pt x="1306678" y="90661"/>
                  <a:pt x="1308485" y="90581"/>
                </a:cubicBezTo>
                <a:cubicBezTo>
                  <a:pt x="1310291" y="90501"/>
                  <a:pt x="1311934" y="90340"/>
                  <a:pt x="1313411" y="90100"/>
                </a:cubicBezTo>
                <a:lnTo>
                  <a:pt x="1313411" y="76495"/>
                </a:lnTo>
                <a:cubicBezTo>
                  <a:pt x="1312590" y="76659"/>
                  <a:pt x="1311728" y="76783"/>
                  <a:pt x="1310825" y="76866"/>
                </a:cubicBezTo>
                <a:cubicBezTo>
                  <a:pt x="1309921" y="76947"/>
                  <a:pt x="1308977" y="76988"/>
                  <a:pt x="1307992" y="76988"/>
                </a:cubicBezTo>
                <a:cubicBezTo>
                  <a:pt x="1305035" y="76988"/>
                  <a:pt x="1303063" y="76496"/>
                  <a:pt x="1302077" y="75512"/>
                </a:cubicBezTo>
                <a:cubicBezTo>
                  <a:pt x="1301092" y="74529"/>
                  <a:pt x="1300600" y="72561"/>
                  <a:pt x="1300600" y="69610"/>
                </a:cubicBezTo>
                <a:lnTo>
                  <a:pt x="1300600" y="38133"/>
                </a:lnTo>
                <a:lnTo>
                  <a:pt x="1313411" y="38133"/>
                </a:lnTo>
                <a:lnTo>
                  <a:pt x="1313411" y="26465"/>
                </a:lnTo>
                <a:lnTo>
                  <a:pt x="1300600" y="26465"/>
                </a:lnTo>
                <a:close/>
                <a:moveTo>
                  <a:pt x="1356785" y="2165"/>
                </a:moveTo>
                <a:lnTo>
                  <a:pt x="1356785" y="90100"/>
                </a:lnTo>
                <a:lnTo>
                  <a:pt x="1418992" y="90100"/>
                </a:lnTo>
                <a:lnTo>
                  <a:pt x="1418992" y="73860"/>
                </a:lnTo>
                <a:lnTo>
                  <a:pt x="1376124" y="73860"/>
                </a:lnTo>
                <a:lnTo>
                  <a:pt x="1376124" y="2165"/>
                </a:lnTo>
                <a:lnTo>
                  <a:pt x="1356785" y="2165"/>
                </a:lnTo>
                <a:close/>
                <a:moveTo>
                  <a:pt x="1445605" y="16600"/>
                </a:moveTo>
                <a:lnTo>
                  <a:pt x="1445605" y="2165"/>
                </a:lnTo>
                <a:lnTo>
                  <a:pt x="1428114" y="2165"/>
                </a:lnTo>
                <a:lnTo>
                  <a:pt x="1428114" y="16600"/>
                </a:lnTo>
                <a:lnTo>
                  <a:pt x="1445605" y="16600"/>
                </a:lnTo>
                <a:moveTo>
                  <a:pt x="1428114" y="26416"/>
                </a:moveTo>
                <a:lnTo>
                  <a:pt x="1428114" y="90100"/>
                </a:lnTo>
                <a:lnTo>
                  <a:pt x="1445605" y="90100"/>
                </a:lnTo>
                <a:lnTo>
                  <a:pt x="1445605" y="26416"/>
                </a:lnTo>
                <a:lnTo>
                  <a:pt x="1428114" y="26416"/>
                </a:lnTo>
                <a:close/>
                <a:moveTo>
                  <a:pt x="1505675" y="58344"/>
                </a:moveTo>
                <a:cubicBezTo>
                  <a:pt x="1505675" y="60972"/>
                  <a:pt x="1505387" y="63518"/>
                  <a:pt x="1504812" y="65983"/>
                </a:cubicBezTo>
                <a:cubicBezTo>
                  <a:pt x="1504237" y="68446"/>
                  <a:pt x="1503334" y="70623"/>
                  <a:pt x="1502102" y="72512"/>
                </a:cubicBezTo>
                <a:cubicBezTo>
                  <a:pt x="1500870" y="74401"/>
                  <a:pt x="1499330" y="75899"/>
                  <a:pt x="1497482" y="77008"/>
                </a:cubicBezTo>
                <a:cubicBezTo>
                  <a:pt x="1495635" y="78117"/>
                  <a:pt x="1493398" y="78672"/>
                  <a:pt x="1490770" y="78672"/>
                </a:cubicBezTo>
                <a:cubicBezTo>
                  <a:pt x="1488224" y="78672"/>
                  <a:pt x="1486006" y="78117"/>
                  <a:pt x="1484118" y="77008"/>
                </a:cubicBezTo>
                <a:cubicBezTo>
                  <a:pt x="1482230" y="75899"/>
                  <a:pt x="1480670" y="74401"/>
                  <a:pt x="1479438" y="72512"/>
                </a:cubicBezTo>
                <a:cubicBezTo>
                  <a:pt x="1478206" y="70623"/>
                  <a:pt x="1477303" y="68446"/>
                  <a:pt x="1476727" y="65983"/>
                </a:cubicBezTo>
                <a:cubicBezTo>
                  <a:pt x="1476152" y="63518"/>
                  <a:pt x="1475865" y="60972"/>
                  <a:pt x="1475865" y="58344"/>
                </a:cubicBezTo>
                <a:cubicBezTo>
                  <a:pt x="1475865" y="55634"/>
                  <a:pt x="1476152" y="53047"/>
                  <a:pt x="1476727" y="50583"/>
                </a:cubicBezTo>
                <a:cubicBezTo>
                  <a:pt x="1477303" y="48119"/>
                  <a:pt x="1478206" y="45942"/>
                  <a:pt x="1479438" y="44054"/>
                </a:cubicBezTo>
                <a:cubicBezTo>
                  <a:pt x="1480670" y="42164"/>
                  <a:pt x="1482230" y="40665"/>
                  <a:pt x="1484118" y="39556"/>
                </a:cubicBezTo>
                <a:cubicBezTo>
                  <a:pt x="1486006" y="38447"/>
                  <a:pt x="1488224" y="37892"/>
                  <a:pt x="1490770" y="37892"/>
                </a:cubicBezTo>
                <a:cubicBezTo>
                  <a:pt x="1493398" y="37892"/>
                  <a:pt x="1495635" y="38447"/>
                  <a:pt x="1497482" y="39556"/>
                </a:cubicBezTo>
                <a:cubicBezTo>
                  <a:pt x="1499330" y="40665"/>
                  <a:pt x="1500870" y="42164"/>
                  <a:pt x="1502102" y="44054"/>
                </a:cubicBezTo>
                <a:cubicBezTo>
                  <a:pt x="1503334" y="45942"/>
                  <a:pt x="1504237" y="48119"/>
                  <a:pt x="1504812" y="50583"/>
                </a:cubicBezTo>
                <a:cubicBezTo>
                  <a:pt x="1505387" y="53047"/>
                  <a:pt x="1505675" y="55634"/>
                  <a:pt x="1505675" y="58344"/>
                </a:cubicBezTo>
                <a:moveTo>
                  <a:pt x="1458990" y="2165"/>
                </a:moveTo>
                <a:lnTo>
                  <a:pt x="1458990" y="90141"/>
                </a:lnTo>
                <a:lnTo>
                  <a:pt x="1475619" y="90141"/>
                </a:lnTo>
                <a:lnTo>
                  <a:pt x="1475619" y="82012"/>
                </a:lnTo>
                <a:lnTo>
                  <a:pt x="1475865" y="82012"/>
                </a:lnTo>
                <a:cubicBezTo>
                  <a:pt x="1477753" y="85558"/>
                  <a:pt x="1480545" y="88074"/>
                  <a:pt x="1484240" y="89558"/>
                </a:cubicBezTo>
                <a:cubicBezTo>
                  <a:pt x="1487937" y="91042"/>
                  <a:pt x="1492125" y="91784"/>
                  <a:pt x="1496805" y="91784"/>
                </a:cubicBezTo>
                <a:cubicBezTo>
                  <a:pt x="1500008" y="91784"/>
                  <a:pt x="1503169" y="91126"/>
                  <a:pt x="1506290" y="89810"/>
                </a:cubicBezTo>
                <a:cubicBezTo>
                  <a:pt x="1509411" y="88493"/>
                  <a:pt x="1512224" y="86478"/>
                  <a:pt x="1514729" y="83764"/>
                </a:cubicBezTo>
                <a:cubicBezTo>
                  <a:pt x="1517234" y="81050"/>
                  <a:pt x="1519266" y="77574"/>
                  <a:pt x="1520826" y="73338"/>
                </a:cubicBezTo>
                <a:cubicBezTo>
                  <a:pt x="1522386" y="69101"/>
                  <a:pt x="1523166" y="64062"/>
                  <a:pt x="1523166" y="58222"/>
                </a:cubicBezTo>
                <a:cubicBezTo>
                  <a:pt x="1523166" y="52381"/>
                  <a:pt x="1522386" y="47343"/>
                  <a:pt x="1520826" y="43106"/>
                </a:cubicBezTo>
                <a:cubicBezTo>
                  <a:pt x="1519266" y="38870"/>
                  <a:pt x="1517234" y="35394"/>
                  <a:pt x="1514729" y="32680"/>
                </a:cubicBezTo>
                <a:cubicBezTo>
                  <a:pt x="1512224" y="29966"/>
                  <a:pt x="1509411" y="27951"/>
                  <a:pt x="1506290" y="26636"/>
                </a:cubicBezTo>
                <a:cubicBezTo>
                  <a:pt x="1503169" y="25319"/>
                  <a:pt x="1500008" y="24660"/>
                  <a:pt x="1496805" y="24660"/>
                </a:cubicBezTo>
                <a:cubicBezTo>
                  <a:pt x="1492864" y="24660"/>
                  <a:pt x="1489066" y="25423"/>
                  <a:pt x="1485411" y="26948"/>
                </a:cubicBezTo>
                <a:cubicBezTo>
                  <a:pt x="1481757" y="28473"/>
                  <a:pt x="1478863" y="30884"/>
                  <a:pt x="1476727" y="34182"/>
                </a:cubicBezTo>
                <a:lnTo>
                  <a:pt x="1476481" y="34182"/>
                </a:lnTo>
                <a:lnTo>
                  <a:pt x="1476481" y="2165"/>
                </a:lnTo>
                <a:lnTo>
                  <a:pt x="1458990" y="2165"/>
                </a:lnTo>
                <a:close/>
                <a:moveTo>
                  <a:pt x="1533969" y="26369"/>
                </a:moveTo>
                <a:lnTo>
                  <a:pt x="1533969" y="90100"/>
                </a:lnTo>
                <a:lnTo>
                  <a:pt x="1551461" y="90100"/>
                </a:lnTo>
                <a:lnTo>
                  <a:pt x="1551461" y="61368"/>
                </a:lnTo>
                <a:cubicBezTo>
                  <a:pt x="1551461" y="58491"/>
                  <a:pt x="1551748" y="55820"/>
                  <a:pt x="1552323" y="53354"/>
                </a:cubicBezTo>
                <a:cubicBezTo>
                  <a:pt x="1552899" y="50888"/>
                  <a:pt x="1553863" y="48730"/>
                  <a:pt x="1555218" y="46881"/>
                </a:cubicBezTo>
                <a:cubicBezTo>
                  <a:pt x="1556572" y="45031"/>
                  <a:pt x="1558358" y="43572"/>
                  <a:pt x="1560575" y="42503"/>
                </a:cubicBezTo>
                <a:cubicBezTo>
                  <a:pt x="1562793" y="41434"/>
                  <a:pt x="1565503" y="40900"/>
                  <a:pt x="1568706" y="40900"/>
                </a:cubicBezTo>
                <a:cubicBezTo>
                  <a:pt x="1569773" y="40900"/>
                  <a:pt x="1570882" y="40962"/>
                  <a:pt x="1572031" y="41086"/>
                </a:cubicBezTo>
                <a:cubicBezTo>
                  <a:pt x="1573181" y="41209"/>
                  <a:pt x="1574167" y="41352"/>
                  <a:pt x="1574987" y="41516"/>
                </a:cubicBezTo>
                <a:lnTo>
                  <a:pt x="1574987" y="25275"/>
                </a:lnTo>
                <a:cubicBezTo>
                  <a:pt x="1573591" y="24865"/>
                  <a:pt x="1572319" y="24660"/>
                  <a:pt x="1571170" y="24660"/>
                </a:cubicBezTo>
                <a:cubicBezTo>
                  <a:pt x="1568952" y="24660"/>
                  <a:pt x="1566817" y="24988"/>
                  <a:pt x="1564764" y="25645"/>
                </a:cubicBezTo>
                <a:cubicBezTo>
                  <a:pt x="1562712" y="26300"/>
                  <a:pt x="1560782" y="27223"/>
                  <a:pt x="1558975" y="28412"/>
                </a:cubicBezTo>
                <a:cubicBezTo>
                  <a:pt x="1557168" y="29601"/>
                  <a:pt x="1555567" y="31036"/>
                  <a:pt x="1554171" y="32718"/>
                </a:cubicBezTo>
                <a:cubicBezTo>
                  <a:pt x="1552775" y="34400"/>
                  <a:pt x="1551666" y="36225"/>
                  <a:pt x="1550844" y="38193"/>
                </a:cubicBezTo>
                <a:lnTo>
                  <a:pt x="1550598" y="38193"/>
                </a:lnTo>
                <a:lnTo>
                  <a:pt x="1550598" y="26369"/>
                </a:lnTo>
                <a:lnTo>
                  <a:pt x="1533969" y="26369"/>
                </a:lnTo>
                <a:close/>
                <a:moveTo>
                  <a:pt x="1580666" y="46001"/>
                </a:moveTo>
                <a:cubicBezTo>
                  <a:pt x="1580912" y="41895"/>
                  <a:pt x="1581938" y="38487"/>
                  <a:pt x="1583745" y="35778"/>
                </a:cubicBezTo>
                <a:cubicBezTo>
                  <a:pt x="1585552" y="33068"/>
                  <a:pt x="1587851" y="30891"/>
                  <a:pt x="1590643" y="29248"/>
                </a:cubicBezTo>
                <a:cubicBezTo>
                  <a:pt x="1593435" y="27605"/>
                  <a:pt x="1596576" y="26435"/>
                  <a:pt x="1600066" y="25737"/>
                </a:cubicBezTo>
                <a:cubicBezTo>
                  <a:pt x="1603557" y="25039"/>
                  <a:pt x="1607068" y="24690"/>
                  <a:pt x="1610599" y="24690"/>
                </a:cubicBezTo>
                <a:cubicBezTo>
                  <a:pt x="1613802" y="24690"/>
                  <a:pt x="1617045" y="24916"/>
                  <a:pt x="1620329" y="25369"/>
                </a:cubicBezTo>
                <a:cubicBezTo>
                  <a:pt x="1623615" y="25820"/>
                  <a:pt x="1626612" y="26703"/>
                  <a:pt x="1629321" y="28017"/>
                </a:cubicBezTo>
                <a:cubicBezTo>
                  <a:pt x="1632032" y="29330"/>
                  <a:pt x="1634249" y="31157"/>
                  <a:pt x="1635973" y="33498"/>
                </a:cubicBezTo>
                <a:cubicBezTo>
                  <a:pt x="1637699" y="35839"/>
                  <a:pt x="1638561" y="38939"/>
                  <a:pt x="1638561" y="42798"/>
                </a:cubicBezTo>
                <a:lnTo>
                  <a:pt x="1638561" y="75933"/>
                </a:lnTo>
                <a:cubicBezTo>
                  <a:pt x="1638561" y="78808"/>
                  <a:pt x="1638726" y="81559"/>
                  <a:pt x="1639054" y="84187"/>
                </a:cubicBezTo>
                <a:cubicBezTo>
                  <a:pt x="1639382" y="86814"/>
                  <a:pt x="1639957" y="88785"/>
                  <a:pt x="1640777" y="90100"/>
                </a:cubicBezTo>
                <a:lnTo>
                  <a:pt x="1623040" y="90100"/>
                </a:lnTo>
                <a:cubicBezTo>
                  <a:pt x="1622712" y="89115"/>
                  <a:pt x="1622445" y="88109"/>
                  <a:pt x="1622239" y="87083"/>
                </a:cubicBezTo>
                <a:cubicBezTo>
                  <a:pt x="1622034" y="86055"/>
                  <a:pt x="1621890" y="85008"/>
                  <a:pt x="1621809" y="83940"/>
                </a:cubicBezTo>
                <a:cubicBezTo>
                  <a:pt x="1619017" y="86815"/>
                  <a:pt x="1615732" y="88827"/>
                  <a:pt x="1611954" y="89978"/>
                </a:cubicBezTo>
                <a:cubicBezTo>
                  <a:pt x="1608176" y="91127"/>
                  <a:pt x="1604316" y="91701"/>
                  <a:pt x="1600374" y="91701"/>
                </a:cubicBezTo>
                <a:cubicBezTo>
                  <a:pt x="1597336" y="91701"/>
                  <a:pt x="1594503" y="91331"/>
                  <a:pt x="1591874" y="90592"/>
                </a:cubicBezTo>
                <a:cubicBezTo>
                  <a:pt x="1589247" y="89853"/>
                  <a:pt x="1586947" y="88703"/>
                  <a:pt x="1584976" y="87143"/>
                </a:cubicBezTo>
                <a:cubicBezTo>
                  <a:pt x="1583007" y="85583"/>
                  <a:pt x="1581467" y="83613"/>
                  <a:pt x="1580358" y="81232"/>
                </a:cubicBezTo>
                <a:cubicBezTo>
                  <a:pt x="1579249" y="78850"/>
                  <a:pt x="1578695" y="76016"/>
                  <a:pt x="1578695" y="72730"/>
                </a:cubicBezTo>
                <a:cubicBezTo>
                  <a:pt x="1578695" y="69118"/>
                  <a:pt x="1579331" y="66141"/>
                  <a:pt x="1580604" y="63801"/>
                </a:cubicBezTo>
                <a:cubicBezTo>
                  <a:pt x="1581878" y="61460"/>
                  <a:pt x="1583520" y="59592"/>
                  <a:pt x="1585531" y="58196"/>
                </a:cubicBezTo>
                <a:cubicBezTo>
                  <a:pt x="1587543" y="56800"/>
                  <a:pt x="1589843" y="55753"/>
                  <a:pt x="1592429" y="55055"/>
                </a:cubicBezTo>
                <a:cubicBezTo>
                  <a:pt x="1595016" y="54357"/>
                  <a:pt x="1597624" y="53803"/>
                  <a:pt x="1600252" y="53393"/>
                </a:cubicBezTo>
                <a:cubicBezTo>
                  <a:pt x="1602879" y="52982"/>
                  <a:pt x="1605466" y="52653"/>
                  <a:pt x="1608011" y="52407"/>
                </a:cubicBezTo>
                <a:cubicBezTo>
                  <a:pt x="1610557" y="52160"/>
                  <a:pt x="1612815" y="51790"/>
                  <a:pt x="1614787" y="51298"/>
                </a:cubicBezTo>
                <a:cubicBezTo>
                  <a:pt x="1616758" y="50805"/>
                  <a:pt x="1618318" y="50087"/>
                  <a:pt x="1619467" y="49144"/>
                </a:cubicBezTo>
                <a:cubicBezTo>
                  <a:pt x="1620617" y="48199"/>
                  <a:pt x="1621151" y="46823"/>
                  <a:pt x="1621070" y="45016"/>
                </a:cubicBezTo>
                <a:cubicBezTo>
                  <a:pt x="1621070" y="43126"/>
                  <a:pt x="1620762" y="41628"/>
                  <a:pt x="1620145" y="40520"/>
                </a:cubicBezTo>
                <a:cubicBezTo>
                  <a:pt x="1619529" y="39411"/>
                  <a:pt x="1618707" y="38549"/>
                  <a:pt x="1617681" y="37934"/>
                </a:cubicBezTo>
                <a:cubicBezTo>
                  <a:pt x="1616655" y="37317"/>
                  <a:pt x="1615464" y="36906"/>
                  <a:pt x="1614108" y="36701"/>
                </a:cubicBezTo>
                <a:cubicBezTo>
                  <a:pt x="1612753" y="36495"/>
                  <a:pt x="1611296" y="36392"/>
                  <a:pt x="1609736" y="36392"/>
                </a:cubicBezTo>
                <a:cubicBezTo>
                  <a:pt x="1606288" y="36392"/>
                  <a:pt x="1603578" y="37132"/>
                  <a:pt x="1601607" y="38610"/>
                </a:cubicBezTo>
                <a:cubicBezTo>
                  <a:pt x="1599636" y="40089"/>
                  <a:pt x="1598486" y="42553"/>
                  <a:pt x="1598158" y="46001"/>
                </a:cubicBezTo>
                <a:lnTo>
                  <a:pt x="1580666" y="46001"/>
                </a:lnTo>
                <a:moveTo>
                  <a:pt x="1621070" y="58934"/>
                </a:moveTo>
                <a:cubicBezTo>
                  <a:pt x="1620331" y="59592"/>
                  <a:pt x="1619407" y="60106"/>
                  <a:pt x="1618298" y="60476"/>
                </a:cubicBezTo>
                <a:cubicBezTo>
                  <a:pt x="1617189" y="60845"/>
                  <a:pt x="1615998" y="61154"/>
                  <a:pt x="1614725" y="61400"/>
                </a:cubicBezTo>
                <a:cubicBezTo>
                  <a:pt x="1613453" y="61646"/>
                  <a:pt x="1612118" y="61851"/>
                  <a:pt x="1610721" y="62015"/>
                </a:cubicBezTo>
                <a:cubicBezTo>
                  <a:pt x="1609325" y="62179"/>
                  <a:pt x="1607929" y="62384"/>
                  <a:pt x="1606533" y="62630"/>
                </a:cubicBezTo>
                <a:cubicBezTo>
                  <a:pt x="1605220" y="62876"/>
                  <a:pt x="1603927" y="63205"/>
                  <a:pt x="1602654" y="63616"/>
                </a:cubicBezTo>
                <a:cubicBezTo>
                  <a:pt x="1601381" y="64026"/>
                  <a:pt x="1600272" y="64581"/>
                  <a:pt x="1599327" y="65280"/>
                </a:cubicBezTo>
                <a:cubicBezTo>
                  <a:pt x="1598383" y="65978"/>
                  <a:pt x="1597624" y="66861"/>
                  <a:pt x="1597049" y="67928"/>
                </a:cubicBezTo>
                <a:cubicBezTo>
                  <a:pt x="1596474" y="68995"/>
                  <a:pt x="1596186" y="70349"/>
                  <a:pt x="1596186" y="71992"/>
                </a:cubicBezTo>
                <a:cubicBezTo>
                  <a:pt x="1596186" y="73552"/>
                  <a:pt x="1596474" y="74866"/>
                  <a:pt x="1597049" y="75933"/>
                </a:cubicBezTo>
                <a:cubicBezTo>
                  <a:pt x="1597624" y="77001"/>
                  <a:pt x="1598404" y="77843"/>
                  <a:pt x="1599389" y="78459"/>
                </a:cubicBezTo>
                <a:cubicBezTo>
                  <a:pt x="1600375" y="79075"/>
                  <a:pt x="1601525" y="79506"/>
                  <a:pt x="1602838" y="79753"/>
                </a:cubicBezTo>
                <a:cubicBezTo>
                  <a:pt x="1604152" y="79999"/>
                  <a:pt x="1605508" y="80123"/>
                  <a:pt x="1606904" y="80123"/>
                </a:cubicBezTo>
                <a:cubicBezTo>
                  <a:pt x="1610352" y="80123"/>
                  <a:pt x="1613020" y="79548"/>
                  <a:pt x="1614909" y="78399"/>
                </a:cubicBezTo>
                <a:cubicBezTo>
                  <a:pt x="1616798" y="77249"/>
                  <a:pt x="1618195" y="75873"/>
                  <a:pt x="1619098" y="74272"/>
                </a:cubicBezTo>
                <a:cubicBezTo>
                  <a:pt x="1620002" y="72670"/>
                  <a:pt x="1620556" y="71048"/>
                  <a:pt x="1620762" y="69406"/>
                </a:cubicBezTo>
                <a:cubicBezTo>
                  <a:pt x="1620967" y="67763"/>
                  <a:pt x="1621070" y="66449"/>
                  <a:pt x="1621070" y="65464"/>
                </a:cubicBezTo>
                <a:lnTo>
                  <a:pt x="1621070" y="58934"/>
                </a:lnTo>
                <a:close/>
                <a:moveTo>
                  <a:pt x="1651794" y="26369"/>
                </a:moveTo>
                <a:lnTo>
                  <a:pt x="1651794" y="90100"/>
                </a:lnTo>
                <a:lnTo>
                  <a:pt x="1669285" y="90100"/>
                </a:lnTo>
                <a:lnTo>
                  <a:pt x="1669285" y="61368"/>
                </a:lnTo>
                <a:cubicBezTo>
                  <a:pt x="1669285" y="58491"/>
                  <a:pt x="1669573" y="55820"/>
                  <a:pt x="1670148" y="53354"/>
                </a:cubicBezTo>
                <a:cubicBezTo>
                  <a:pt x="1670723" y="50888"/>
                  <a:pt x="1671688" y="48730"/>
                  <a:pt x="1673042" y="46881"/>
                </a:cubicBezTo>
                <a:cubicBezTo>
                  <a:pt x="1674397" y="45031"/>
                  <a:pt x="1676183" y="43572"/>
                  <a:pt x="1678399" y="42503"/>
                </a:cubicBezTo>
                <a:cubicBezTo>
                  <a:pt x="1680617" y="41434"/>
                  <a:pt x="1683327" y="40900"/>
                  <a:pt x="1686530" y="40900"/>
                </a:cubicBezTo>
                <a:cubicBezTo>
                  <a:pt x="1687598" y="40900"/>
                  <a:pt x="1688706" y="40962"/>
                  <a:pt x="1689855" y="41086"/>
                </a:cubicBezTo>
                <a:cubicBezTo>
                  <a:pt x="1691006" y="41209"/>
                  <a:pt x="1691991" y="41352"/>
                  <a:pt x="1692812" y="41516"/>
                </a:cubicBezTo>
                <a:lnTo>
                  <a:pt x="1692812" y="25275"/>
                </a:lnTo>
                <a:cubicBezTo>
                  <a:pt x="1691416" y="24865"/>
                  <a:pt x="1690143" y="24660"/>
                  <a:pt x="1688994" y="24660"/>
                </a:cubicBezTo>
                <a:cubicBezTo>
                  <a:pt x="1686776" y="24660"/>
                  <a:pt x="1684641" y="24988"/>
                  <a:pt x="1682589" y="25645"/>
                </a:cubicBezTo>
                <a:cubicBezTo>
                  <a:pt x="1680536" y="26300"/>
                  <a:pt x="1678607" y="27223"/>
                  <a:pt x="1676800" y="28412"/>
                </a:cubicBezTo>
                <a:cubicBezTo>
                  <a:pt x="1674993" y="29601"/>
                  <a:pt x="1673391" y="31036"/>
                  <a:pt x="1671995" y="32718"/>
                </a:cubicBezTo>
                <a:cubicBezTo>
                  <a:pt x="1670600" y="34400"/>
                  <a:pt x="1669491" y="36225"/>
                  <a:pt x="1668669" y="38193"/>
                </a:cubicBezTo>
                <a:lnTo>
                  <a:pt x="1668422" y="38193"/>
                </a:lnTo>
                <a:lnTo>
                  <a:pt x="1668422" y="26369"/>
                </a:lnTo>
                <a:lnTo>
                  <a:pt x="1651794" y="26369"/>
                </a:lnTo>
                <a:close/>
                <a:moveTo>
                  <a:pt x="1717213" y="16600"/>
                </a:moveTo>
                <a:lnTo>
                  <a:pt x="1717213" y="2165"/>
                </a:lnTo>
                <a:lnTo>
                  <a:pt x="1699721" y="2165"/>
                </a:lnTo>
                <a:lnTo>
                  <a:pt x="1699721" y="16600"/>
                </a:lnTo>
                <a:lnTo>
                  <a:pt x="1717213" y="16600"/>
                </a:lnTo>
                <a:moveTo>
                  <a:pt x="1699721" y="26416"/>
                </a:moveTo>
                <a:lnTo>
                  <a:pt x="1699721" y="90100"/>
                </a:lnTo>
                <a:lnTo>
                  <a:pt x="1717213" y="90100"/>
                </a:lnTo>
                <a:lnTo>
                  <a:pt x="1717213" y="26416"/>
                </a:lnTo>
                <a:lnTo>
                  <a:pt x="1699721" y="26416"/>
                </a:lnTo>
                <a:close/>
                <a:moveTo>
                  <a:pt x="1773464" y="51486"/>
                </a:moveTo>
                <a:lnTo>
                  <a:pt x="1745011" y="51486"/>
                </a:lnTo>
                <a:cubicBezTo>
                  <a:pt x="1745092" y="50250"/>
                  <a:pt x="1745358" y="48850"/>
                  <a:pt x="1745810" y="47285"/>
                </a:cubicBezTo>
                <a:cubicBezTo>
                  <a:pt x="1746262" y="45718"/>
                  <a:pt x="1747043" y="44235"/>
                  <a:pt x="1748152" y="42836"/>
                </a:cubicBezTo>
                <a:cubicBezTo>
                  <a:pt x="1749260" y="41435"/>
                  <a:pt x="1750738" y="40261"/>
                  <a:pt x="1752585" y="39313"/>
                </a:cubicBezTo>
                <a:cubicBezTo>
                  <a:pt x="1754434" y="38366"/>
                  <a:pt x="1756754" y="37892"/>
                  <a:pt x="1759546" y="37892"/>
                </a:cubicBezTo>
                <a:cubicBezTo>
                  <a:pt x="1763816" y="37892"/>
                  <a:pt x="1766998" y="39046"/>
                  <a:pt x="1769092" y="41353"/>
                </a:cubicBezTo>
                <a:cubicBezTo>
                  <a:pt x="1771186" y="43660"/>
                  <a:pt x="1772643" y="47037"/>
                  <a:pt x="1773464" y="51486"/>
                </a:cubicBezTo>
                <a:moveTo>
                  <a:pt x="1745011" y="62553"/>
                </a:moveTo>
                <a:lnTo>
                  <a:pt x="1790957" y="62553"/>
                </a:lnTo>
                <a:cubicBezTo>
                  <a:pt x="1791285" y="57616"/>
                  <a:pt x="1790874" y="52884"/>
                  <a:pt x="1789724" y="48358"/>
                </a:cubicBezTo>
                <a:cubicBezTo>
                  <a:pt x="1788575" y="43832"/>
                  <a:pt x="1786707" y="39800"/>
                  <a:pt x="1784119" y="36263"/>
                </a:cubicBezTo>
                <a:cubicBezTo>
                  <a:pt x="1781533" y="32724"/>
                  <a:pt x="1778227" y="29906"/>
                  <a:pt x="1774203" y="27808"/>
                </a:cubicBezTo>
                <a:cubicBezTo>
                  <a:pt x="1770179" y="25710"/>
                  <a:pt x="1765457" y="24660"/>
                  <a:pt x="1760038" y="24660"/>
                </a:cubicBezTo>
                <a:cubicBezTo>
                  <a:pt x="1755192" y="24660"/>
                  <a:pt x="1750779" y="25524"/>
                  <a:pt x="1746796" y="27252"/>
                </a:cubicBezTo>
                <a:cubicBezTo>
                  <a:pt x="1742814" y="28979"/>
                  <a:pt x="1739386" y="31343"/>
                  <a:pt x="1736511" y="34346"/>
                </a:cubicBezTo>
                <a:cubicBezTo>
                  <a:pt x="1733637" y="37348"/>
                  <a:pt x="1731419" y="40906"/>
                  <a:pt x="1729859" y="45020"/>
                </a:cubicBezTo>
                <a:cubicBezTo>
                  <a:pt x="1728299" y="49132"/>
                  <a:pt x="1727519" y="53574"/>
                  <a:pt x="1727519" y="58346"/>
                </a:cubicBezTo>
                <a:cubicBezTo>
                  <a:pt x="1727519" y="63281"/>
                  <a:pt x="1728279" y="67805"/>
                  <a:pt x="1729797" y="71919"/>
                </a:cubicBezTo>
                <a:cubicBezTo>
                  <a:pt x="1731317" y="76031"/>
                  <a:pt x="1733473" y="79568"/>
                  <a:pt x="1736265" y="82531"/>
                </a:cubicBezTo>
                <a:cubicBezTo>
                  <a:pt x="1739057" y="85492"/>
                  <a:pt x="1742465" y="87774"/>
                  <a:pt x="1746488" y="89378"/>
                </a:cubicBezTo>
                <a:cubicBezTo>
                  <a:pt x="1750512" y="90982"/>
                  <a:pt x="1755028" y="91784"/>
                  <a:pt x="1760038" y="91784"/>
                </a:cubicBezTo>
                <a:cubicBezTo>
                  <a:pt x="1767264" y="91784"/>
                  <a:pt x="1773423" y="90143"/>
                  <a:pt x="1778514" y="86861"/>
                </a:cubicBezTo>
                <a:cubicBezTo>
                  <a:pt x="1783607" y="83579"/>
                  <a:pt x="1787385" y="78123"/>
                  <a:pt x="1789848" y="70492"/>
                </a:cubicBezTo>
                <a:lnTo>
                  <a:pt x="1774451" y="70492"/>
                </a:lnTo>
                <a:cubicBezTo>
                  <a:pt x="1773875" y="72445"/>
                  <a:pt x="1772315" y="74297"/>
                  <a:pt x="1769769" y="76048"/>
                </a:cubicBezTo>
                <a:cubicBezTo>
                  <a:pt x="1767224" y="77797"/>
                  <a:pt x="1764186" y="78672"/>
                  <a:pt x="1760654" y="78672"/>
                </a:cubicBezTo>
                <a:cubicBezTo>
                  <a:pt x="1755727" y="78672"/>
                  <a:pt x="1751950" y="77401"/>
                  <a:pt x="1749321" y="74858"/>
                </a:cubicBezTo>
                <a:cubicBezTo>
                  <a:pt x="1746693" y="72314"/>
                  <a:pt x="1745256" y="68213"/>
                  <a:pt x="1745011" y="62553"/>
                </a:cubicBezTo>
                <a:close/>
                <a:moveTo>
                  <a:pt x="1814537" y="69409"/>
                </a:moveTo>
                <a:lnTo>
                  <a:pt x="1797908" y="69409"/>
                </a:lnTo>
                <a:cubicBezTo>
                  <a:pt x="1798072" y="73672"/>
                  <a:pt x="1799037" y="77218"/>
                  <a:pt x="1800802" y="80046"/>
                </a:cubicBezTo>
                <a:cubicBezTo>
                  <a:pt x="1802568" y="82873"/>
                  <a:pt x="1804826" y="85147"/>
                  <a:pt x="1807576" y="86869"/>
                </a:cubicBezTo>
                <a:cubicBezTo>
                  <a:pt x="1810328" y="88590"/>
                  <a:pt x="1813470" y="89820"/>
                  <a:pt x="1817001" y="90556"/>
                </a:cubicBezTo>
                <a:cubicBezTo>
                  <a:pt x="1820532" y="91295"/>
                  <a:pt x="1824145" y="91664"/>
                  <a:pt x="1827840" y="91664"/>
                </a:cubicBezTo>
                <a:cubicBezTo>
                  <a:pt x="1831453" y="91664"/>
                  <a:pt x="1835004" y="91314"/>
                  <a:pt x="1838494" y="90615"/>
                </a:cubicBezTo>
                <a:cubicBezTo>
                  <a:pt x="1841985" y="89917"/>
                  <a:pt x="1845085" y="88705"/>
                  <a:pt x="1847794" y="86980"/>
                </a:cubicBezTo>
                <a:cubicBezTo>
                  <a:pt x="1850504" y="85254"/>
                  <a:pt x="1852701" y="82974"/>
                  <a:pt x="1854384" y="80140"/>
                </a:cubicBezTo>
                <a:cubicBezTo>
                  <a:pt x="1856068" y="77305"/>
                  <a:pt x="1856910" y="73793"/>
                  <a:pt x="1856910" y="69603"/>
                </a:cubicBezTo>
                <a:cubicBezTo>
                  <a:pt x="1856910" y="66646"/>
                  <a:pt x="1856335" y="64161"/>
                  <a:pt x="1855184" y="62148"/>
                </a:cubicBezTo>
                <a:cubicBezTo>
                  <a:pt x="1854035" y="60135"/>
                  <a:pt x="1852516" y="58450"/>
                  <a:pt x="1850626" y="57094"/>
                </a:cubicBezTo>
                <a:cubicBezTo>
                  <a:pt x="1848738" y="55738"/>
                  <a:pt x="1846583" y="54650"/>
                  <a:pt x="1844161" y="53829"/>
                </a:cubicBezTo>
                <a:cubicBezTo>
                  <a:pt x="1841738" y="53007"/>
                  <a:pt x="1839254" y="52309"/>
                  <a:pt x="1836708" y="51734"/>
                </a:cubicBezTo>
                <a:cubicBezTo>
                  <a:pt x="1834245" y="51159"/>
                  <a:pt x="1831822" y="50625"/>
                  <a:pt x="1829440" y="50132"/>
                </a:cubicBezTo>
                <a:cubicBezTo>
                  <a:pt x="1827059" y="49639"/>
                  <a:pt x="1824944" y="49084"/>
                  <a:pt x="1823096" y="48469"/>
                </a:cubicBezTo>
                <a:cubicBezTo>
                  <a:pt x="1821249" y="47852"/>
                  <a:pt x="1819750" y="47051"/>
                  <a:pt x="1818600" y="46065"/>
                </a:cubicBezTo>
                <a:cubicBezTo>
                  <a:pt x="1817451" y="45079"/>
                  <a:pt x="1816877" y="43805"/>
                  <a:pt x="1816877" y="42244"/>
                </a:cubicBezTo>
                <a:cubicBezTo>
                  <a:pt x="1816877" y="40929"/>
                  <a:pt x="1817205" y="39882"/>
                  <a:pt x="1817861" y="39101"/>
                </a:cubicBezTo>
                <a:cubicBezTo>
                  <a:pt x="1818519" y="38320"/>
                  <a:pt x="1819320" y="37725"/>
                  <a:pt x="1820264" y="37315"/>
                </a:cubicBezTo>
                <a:cubicBezTo>
                  <a:pt x="1821208" y="36904"/>
                  <a:pt x="1822255" y="36637"/>
                  <a:pt x="1823404" y="36515"/>
                </a:cubicBezTo>
                <a:cubicBezTo>
                  <a:pt x="1824555" y="36391"/>
                  <a:pt x="1825622" y="36329"/>
                  <a:pt x="1826607" y="36329"/>
                </a:cubicBezTo>
                <a:cubicBezTo>
                  <a:pt x="1829727" y="36329"/>
                  <a:pt x="1832437" y="36927"/>
                  <a:pt x="1834736" y="38124"/>
                </a:cubicBezTo>
                <a:cubicBezTo>
                  <a:pt x="1837036" y="39319"/>
                  <a:pt x="1838309" y="41608"/>
                  <a:pt x="1838556" y="44990"/>
                </a:cubicBezTo>
                <a:lnTo>
                  <a:pt x="1855186" y="44990"/>
                </a:lnTo>
                <a:cubicBezTo>
                  <a:pt x="1854858" y="41048"/>
                  <a:pt x="1853852" y="37783"/>
                  <a:pt x="1852168" y="35195"/>
                </a:cubicBezTo>
                <a:cubicBezTo>
                  <a:pt x="1850485" y="32608"/>
                  <a:pt x="1848370" y="30534"/>
                  <a:pt x="1845824" y="28974"/>
                </a:cubicBezTo>
                <a:cubicBezTo>
                  <a:pt x="1843279" y="27412"/>
                  <a:pt x="1840385" y="26304"/>
                  <a:pt x="1837140" y="25647"/>
                </a:cubicBezTo>
                <a:cubicBezTo>
                  <a:pt x="1833896" y="24989"/>
                  <a:pt x="1830550" y="24660"/>
                  <a:pt x="1827102" y="24660"/>
                </a:cubicBezTo>
                <a:cubicBezTo>
                  <a:pt x="1823652" y="24660"/>
                  <a:pt x="1820284" y="24968"/>
                  <a:pt x="1816999" y="25585"/>
                </a:cubicBezTo>
                <a:cubicBezTo>
                  <a:pt x="1813715" y="26200"/>
                  <a:pt x="1810759" y="27268"/>
                  <a:pt x="1808131" y="28788"/>
                </a:cubicBezTo>
                <a:cubicBezTo>
                  <a:pt x="1805503" y="30308"/>
                  <a:pt x="1803389" y="32382"/>
                  <a:pt x="1801787" y="35011"/>
                </a:cubicBezTo>
                <a:cubicBezTo>
                  <a:pt x="1800186" y="37640"/>
                  <a:pt x="1799385" y="41009"/>
                  <a:pt x="1799385" y="45118"/>
                </a:cubicBezTo>
                <a:cubicBezTo>
                  <a:pt x="1799385" y="47911"/>
                  <a:pt x="1799960" y="50273"/>
                  <a:pt x="1801109" y="52204"/>
                </a:cubicBezTo>
                <a:cubicBezTo>
                  <a:pt x="1802259" y="54133"/>
                  <a:pt x="1803778" y="55735"/>
                  <a:pt x="1805667" y="57010"/>
                </a:cubicBezTo>
                <a:cubicBezTo>
                  <a:pt x="1807556" y="58283"/>
                  <a:pt x="1809712" y="59310"/>
                  <a:pt x="1812134" y="60090"/>
                </a:cubicBezTo>
                <a:cubicBezTo>
                  <a:pt x="1814557" y="60871"/>
                  <a:pt x="1817041" y="61549"/>
                  <a:pt x="1819587" y="62124"/>
                </a:cubicBezTo>
                <a:cubicBezTo>
                  <a:pt x="1825827" y="63438"/>
                  <a:pt x="1830692" y="64753"/>
                  <a:pt x="1834182" y="66067"/>
                </a:cubicBezTo>
                <a:cubicBezTo>
                  <a:pt x="1837673" y="67382"/>
                  <a:pt x="1839418" y="69354"/>
                  <a:pt x="1839418" y="71982"/>
                </a:cubicBezTo>
                <a:cubicBezTo>
                  <a:pt x="1839418" y="73542"/>
                  <a:pt x="1839049" y="74836"/>
                  <a:pt x="1838309" y="75864"/>
                </a:cubicBezTo>
                <a:cubicBezTo>
                  <a:pt x="1837570" y="76891"/>
                  <a:pt x="1836646" y="77713"/>
                  <a:pt x="1835537" y="78330"/>
                </a:cubicBezTo>
                <a:cubicBezTo>
                  <a:pt x="1834429" y="78945"/>
                  <a:pt x="1833198" y="79397"/>
                  <a:pt x="1831842" y="79685"/>
                </a:cubicBezTo>
                <a:cubicBezTo>
                  <a:pt x="1830487" y="79972"/>
                  <a:pt x="1829194" y="80115"/>
                  <a:pt x="1827962" y="80115"/>
                </a:cubicBezTo>
                <a:cubicBezTo>
                  <a:pt x="1826238" y="80115"/>
                  <a:pt x="1824575" y="79910"/>
                  <a:pt x="1822974" y="79501"/>
                </a:cubicBezTo>
                <a:cubicBezTo>
                  <a:pt x="1821373" y="79090"/>
                  <a:pt x="1819956" y="78454"/>
                  <a:pt x="1818724" y="77593"/>
                </a:cubicBezTo>
                <a:cubicBezTo>
                  <a:pt x="1817492" y="76731"/>
                  <a:pt x="1816486" y="75623"/>
                  <a:pt x="1815706" y="74270"/>
                </a:cubicBezTo>
                <a:cubicBezTo>
                  <a:pt x="1814926" y="72917"/>
                  <a:pt x="1814537" y="71296"/>
                  <a:pt x="1814537" y="694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26ee59cb84087"/>
          <a:stretch xmlns:a="http://schemas.openxmlformats.org/drawingml/2006/main"/>
        </p:blipFill>
        <p:spPr>
          <a:xfrm xmlns:a="http://schemas.openxmlformats.org/drawingml/2006/main">
            <a:off x="10911531" y="1580693"/>
            <a:ext cx="884451" cy="884451"/>
          </a:xfrm>
          <a:prstGeom xmlns:a="http://schemas.openxmlformats.org/drawingml/2006/main" prst="rect">
            <a:avLst/>
          </a:prstGeom>
        </p:spPr>
      </p:pic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c35c1398149f8"/>
          <a:stretch xmlns:a="http://schemas.openxmlformats.org/drawingml/2006/main"/>
        </p:blipFill>
        <p:spPr>
          <a:xfrm xmlns:a="http://schemas.openxmlformats.org/drawingml/2006/main">
            <a:off x="11436844" y="2049084"/>
            <a:ext cx="534343" cy="534343"/>
          </a:xfrm>
          <a:prstGeom xmlns:a="http://schemas.openxmlformats.org/drawingml/2006/main" prst="rect">
            <a:avLst/>
          </a:prstGeom>
        </p:spPr>
      </p:pic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37BF3-A1BE-488F-A1A8-60686B3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679" y="2780363"/>
            <a:ext cx="130036" cy="579177"/>
          </a:xfrm>
          <a:custGeom xmlns:a="http://schemas.openxmlformats.org/drawingml/2006/main">
            <a:pathLst>
              <a:path w="130036" h="579177">
                <a:moveTo>
                  <a:pt x="108659" y="120365"/>
                </a:moveTo>
                <a:lnTo>
                  <a:pt x="110327" y="122568"/>
                </a:lnTo>
                <a:lnTo>
                  <a:pt x="112484" y="124313"/>
                </a:lnTo>
                <a:lnTo>
                  <a:pt x="114994" y="125491"/>
                </a:lnTo>
                <a:lnTo>
                  <a:pt x="117702" y="126027"/>
                </a:lnTo>
                <a:lnTo>
                  <a:pt x="120472" y="125904"/>
                </a:lnTo>
                <a:lnTo>
                  <a:pt x="123119" y="125124"/>
                </a:lnTo>
                <a:lnTo>
                  <a:pt x="125506" y="123731"/>
                </a:lnTo>
                <a:lnTo>
                  <a:pt x="127496" y="121803"/>
                </a:lnTo>
                <a:lnTo>
                  <a:pt x="128965" y="119462"/>
                </a:lnTo>
                <a:lnTo>
                  <a:pt x="129821" y="116830"/>
                </a:lnTo>
                <a:lnTo>
                  <a:pt x="130036" y="114076"/>
                </a:lnTo>
                <a:lnTo>
                  <a:pt x="129577" y="111352"/>
                </a:lnTo>
                <a:lnTo>
                  <a:pt x="128490" y="108812"/>
                </a:lnTo>
                <a:lnTo>
                  <a:pt x="65018" y="0"/>
                </a:lnTo>
                <a:lnTo>
                  <a:pt x="1545" y="108812"/>
                </a:lnTo>
                <a:lnTo>
                  <a:pt x="459" y="111352"/>
                </a:lnTo>
                <a:lnTo>
                  <a:pt x="0" y="114076"/>
                </a:lnTo>
                <a:lnTo>
                  <a:pt x="199" y="116830"/>
                </a:lnTo>
                <a:lnTo>
                  <a:pt x="1071" y="119462"/>
                </a:lnTo>
                <a:lnTo>
                  <a:pt x="2540" y="121803"/>
                </a:lnTo>
                <a:lnTo>
                  <a:pt x="4529" y="123731"/>
                </a:lnTo>
                <a:lnTo>
                  <a:pt x="6916" y="125124"/>
                </a:lnTo>
                <a:lnTo>
                  <a:pt x="9564" y="125904"/>
                </a:lnTo>
                <a:lnTo>
                  <a:pt x="12333" y="126027"/>
                </a:lnTo>
                <a:lnTo>
                  <a:pt x="15042" y="125491"/>
                </a:lnTo>
                <a:lnTo>
                  <a:pt x="17551" y="124313"/>
                </a:lnTo>
                <a:lnTo>
                  <a:pt x="19709" y="122568"/>
                </a:lnTo>
                <a:lnTo>
                  <a:pt x="21377" y="120365"/>
                </a:lnTo>
                <a:lnTo>
                  <a:pt x="53541" y="65225"/>
                </a:lnTo>
                <a:lnTo>
                  <a:pt x="53541" y="579177"/>
                </a:lnTo>
                <a:lnTo>
                  <a:pt x="76494" y="579177"/>
                </a:lnTo>
                <a:lnTo>
                  <a:pt x="76494" y="65225"/>
                </a:lnTo>
                <a:lnTo>
                  <a:pt x="108659" y="1203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806570cc04bdb"/>
          <a:stretch xmlns:a="http://schemas.openxmlformats.org/drawingml/2006/main"/>
        </p:blipFill>
        <p:spPr>
          <a:xfrm xmlns:a="http://schemas.openxmlformats.org/drawingml/2006/main">
            <a:off x="4761676" y="7548523"/>
            <a:ext cx="5193377" cy="565913"/>
          </a:xfrm>
          <a:prstGeom xmlns:a="http://schemas.openxmlformats.org/drawingml/2006/main" prst="rect">
            <a:avLst/>
          </a:prstGeom>
        </p:spPr>
      </p:pic>
      <p:sp>
        <p:nvSpPr>
          <p:cNvPr id="16" name="Text Fine-tuningandSeedCodeGeneration">
            <a:extLst xmlns:a="http://schemas.openxmlformats.org/drawingml/2006/main">
              <a:ext uri="{FF2B5EF4-FFF2-40B4-BE49-F238E27FC236}">
                <a16:creationId xmlns:a16="http://schemas.microsoft.com/office/drawing/2014/main" id="{F62E6E30-4C26-4163-9098-C7C4937A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929" y="7726052"/>
            <a:ext cx="3947180" cy="199245"/>
          </a:xfrm>
          <a:custGeom xmlns:a="http://schemas.openxmlformats.org/drawingml/2006/main">
            <a:pathLst>
              <a:path w="3947180" h="199245">
                <a:moveTo>
                  <a:pt x="0" y="3779"/>
                </a:moveTo>
                <a:lnTo>
                  <a:pt x="0" y="157255"/>
                </a:lnTo>
                <a:lnTo>
                  <a:pt x="33753" y="157255"/>
                </a:lnTo>
                <a:lnTo>
                  <a:pt x="33753" y="93849"/>
                </a:lnTo>
                <a:lnTo>
                  <a:pt x="98035" y="93849"/>
                </a:lnTo>
                <a:lnTo>
                  <a:pt x="98035" y="67605"/>
                </a:lnTo>
                <a:lnTo>
                  <a:pt x="33753" y="67605"/>
                </a:lnTo>
                <a:lnTo>
                  <a:pt x="33753" y="32123"/>
                </a:lnTo>
                <a:lnTo>
                  <a:pt x="107926" y="32123"/>
                </a:lnTo>
                <a:lnTo>
                  <a:pt x="107926" y="3779"/>
                </a:lnTo>
                <a:lnTo>
                  <a:pt x="0" y="3779"/>
                </a:lnTo>
                <a:close/>
                <a:moveTo>
                  <a:pt x="155169" y="28974"/>
                </a:moveTo>
                <a:lnTo>
                  <a:pt x="155169" y="3779"/>
                </a:lnTo>
                <a:lnTo>
                  <a:pt x="124640" y="3779"/>
                </a:lnTo>
                <a:lnTo>
                  <a:pt x="124640" y="28974"/>
                </a:lnTo>
                <a:lnTo>
                  <a:pt x="155169" y="28974"/>
                </a:lnTo>
                <a:moveTo>
                  <a:pt x="124640" y="46104"/>
                </a:moveTo>
                <a:lnTo>
                  <a:pt x="124640" y="157255"/>
                </a:lnTo>
                <a:lnTo>
                  <a:pt x="155169" y="157255"/>
                </a:lnTo>
                <a:lnTo>
                  <a:pt x="155169" y="46104"/>
                </a:lnTo>
                <a:lnTo>
                  <a:pt x="124640" y="46104"/>
                </a:lnTo>
                <a:close/>
                <a:moveTo>
                  <a:pt x="178868" y="46101"/>
                </a:moveTo>
                <a:lnTo>
                  <a:pt x="178868" y="157255"/>
                </a:lnTo>
                <a:lnTo>
                  <a:pt x="209396" y="157255"/>
                </a:lnTo>
                <a:lnTo>
                  <a:pt x="209396" y="98999"/>
                </a:lnTo>
                <a:cubicBezTo>
                  <a:pt x="209396" y="87677"/>
                  <a:pt x="211260" y="79545"/>
                  <a:pt x="214986" y="74602"/>
                </a:cubicBezTo>
                <a:cubicBezTo>
                  <a:pt x="218713" y="69657"/>
                  <a:pt x="224733" y="67185"/>
                  <a:pt x="233046" y="67185"/>
                </a:cubicBezTo>
                <a:cubicBezTo>
                  <a:pt x="240357" y="67185"/>
                  <a:pt x="245445" y="69442"/>
                  <a:pt x="248310" y="73956"/>
                </a:cubicBezTo>
                <a:cubicBezTo>
                  <a:pt x="251177" y="78470"/>
                  <a:pt x="252611" y="85313"/>
                  <a:pt x="252611" y="94485"/>
                </a:cubicBezTo>
                <a:lnTo>
                  <a:pt x="252611" y="157255"/>
                </a:lnTo>
                <a:lnTo>
                  <a:pt x="283139" y="157255"/>
                </a:lnTo>
                <a:lnTo>
                  <a:pt x="283139" y="88856"/>
                </a:lnTo>
                <a:cubicBezTo>
                  <a:pt x="283139" y="81974"/>
                  <a:pt x="282530" y="75700"/>
                  <a:pt x="281312" y="70036"/>
                </a:cubicBezTo>
                <a:cubicBezTo>
                  <a:pt x="280094" y="64371"/>
                  <a:pt x="277979" y="59568"/>
                  <a:pt x="274967" y="55624"/>
                </a:cubicBezTo>
                <a:cubicBezTo>
                  <a:pt x="271958" y="51681"/>
                  <a:pt x="267838" y="48599"/>
                  <a:pt x="262606" y="46377"/>
                </a:cubicBezTo>
                <a:cubicBezTo>
                  <a:pt x="257375" y="44152"/>
                  <a:pt x="250674" y="43040"/>
                  <a:pt x="242503" y="43040"/>
                </a:cubicBezTo>
                <a:cubicBezTo>
                  <a:pt x="236054" y="43040"/>
                  <a:pt x="229748" y="44513"/>
                  <a:pt x="223585" y="47459"/>
                </a:cubicBezTo>
                <a:cubicBezTo>
                  <a:pt x="217422" y="50405"/>
                  <a:pt x="212406" y="55112"/>
                  <a:pt x="208537" y="61579"/>
                </a:cubicBezTo>
                <a:lnTo>
                  <a:pt x="207891" y="61579"/>
                </a:lnTo>
                <a:lnTo>
                  <a:pt x="207891" y="46101"/>
                </a:lnTo>
                <a:lnTo>
                  <a:pt x="178868" y="46101"/>
                </a:lnTo>
                <a:close/>
                <a:moveTo>
                  <a:pt x="380689" y="89860"/>
                </a:moveTo>
                <a:lnTo>
                  <a:pt x="331029" y="89860"/>
                </a:lnTo>
                <a:cubicBezTo>
                  <a:pt x="331171" y="87703"/>
                  <a:pt x="331636" y="85260"/>
                  <a:pt x="332423" y="82528"/>
                </a:cubicBezTo>
                <a:cubicBezTo>
                  <a:pt x="333213" y="79794"/>
                  <a:pt x="334575" y="77206"/>
                  <a:pt x="336511" y="74763"/>
                </a:cubicBezTo>
                <a:cubicBezTo>
                  <a:pt x="338446" y="72318"/>
                  <a:pt x="341026" y="70269"/>
                  <a:pt x="344249" y="68615"/>
                </a:cubicBezTo>
                <a:cubicBezTo>
                  <a:pt x="347475" y="66962"/>
                  <a:pt x="351524" y="66135"/>
                  <a:pt x="356397" y="66135"/>
                </a:cubicBezTo>
                <a:cubicBezTo>
                  <a:pt x="363850" y="66135"/>
                  <a:pt x="369404" y="68148"/>
                  <a:pt x="373059" y="72175"/>
                </a:cubicBezTo>
                <a:cubicBezTo>
                  <a:pt x="376713" y="76201"/>
                  <a:pt x="379257" y="82096"/>
                  <a:pt x="380689" y="89860"/>
                </a:cubicBezTo>
                <a:moveTo>
                  <a:pt x="331029" y="109176"/>
                </a:moveTo>
                <a:lnTo>
                  <a:pt x="411221" y="109176"/>
                </a:lnTo>
                <a:cubicBezTo>
                  <a:pt x="411794" y="100559"/>
                  <a:pt x="411077" y="92301"/>
                  <a:pt x="409069" y="84401"/>
                </a:cubicBezTo>
                <a:cubicBezTo>
                  <a:pt x="407064" y="76502"/>
                  <a:pt x="403803" y="69465"/>
                  <a:pt x="399287" y="63291"/>
                </a:cubicBezTo>
                <a:cubicBezTo>
                  <a:pt x="394773" y="57115"/>
                  <a:pt x="389003" y="52196"/>
                  <a:pt x="381979" y="48535"/>
                </a:cubicBezTo>
                <a:cubicBezTo>
                  <a:pt x="374956" y="44872"/>
                  <a:pt x="366715" y="43040"/>
                  <a:pt x="357257" y="43040"/>
                </a:cubicBezTo>
                <a:cubicBezTo>
                  <a:pt x="348799" y="43040"/>
                  <a:pt x="341096" y="44548"/>
                  <a:pt x="334145" y="47564"/>
                </a:cubicBezTo>
                <a:cubicBezTo>
                  <a:pt x="327195" y="50578"/>
                  <a:pt x="321211" y="54705"/>
                  <a:pt x="316194" y="59945"/>
                </a:cubicBezTo>
                <a:cubicBezTo>
                  <a:pt x="311177" y="65185"/>
                  <a:pt x="307307" y="71395"/>
                  <a:pt x="304585" y="78575"/>
                </a:cubicBezTo>
                <a:cubicBezTo>
                  <a:pt x="301862" y="85753"/>
                  <a:pt x="300500" y="93506"/>
                  <a:pt x="300500" y="101834"/>
                </a:cubicBezTo>
                <a:cubicBezTo>
                  <a:pt x="300500" y="110446"/>
                  <a:pt x="301826" y="118342"/>
                  <a:pt x="304476" y="125522"/>
                </a:cubicBezTo>
                <a:cubicBezTo>
                  <a:pt x="307129" y="132700"/>
                  <a:pt x="310892" y="138874"/>
                  <a:pt x="315765" y="144044"/>
                </a:cubicBezTo>
                <a:cubicBezTo>
                  <a:pt x="320637" y="149212"/>
                  <a:pt x="326585" y="153196"/>
                  <a:pt x="333607" y="155995"/>
                </a:cubicBezTo>
                <a:cubicBezTo>
                  <a:pt x="340630" y="158794"/>
                  <a:pt x="348513" y="160194"/>
                  <a:pt x="357257" y="160194"/>
                </a:cubicBezTo>
                <a:cubicBezTo>
                  <a:pt x="369869" y="160194"/>
                  <a:pt x="380618" y="157330"/>
                  <a:pt x="389504" y="151602"/>
                </a:cubicBezTo>
                <a:cubicBezTo>
                  <a:pt x="398392" y="145875"/>
                  <a:pt x="404986" y="136351"/>
                  <a:pt x="409286" y="123032"/>
                </a:cubicBezTo>
                <a:lnTo>
                  <a:pt x="382412" y="123032"/>
                </a:lnTo>
                <a:cubicBezTo>
                  <a:pt x="381408" y="126442"/>
                  <a:pt x="378684" y="129674"/>
                  <a:pt x="374240" y="132730"/>
                </a:cubicBezTo>
                <a:cubicBezTo>
                  <a:pt x="369798" y="135783"/>
                  <a:pt x="364496" y="137309"/>
                  <a:pt x="358333" y="137309"/>
                </a:cubicBezTo>
                <a:cubicBezTo>
                  <a:pt x="349733" y="137309"/>
                  <a:pt x="343139" y="135091"/>
                  <a:pt x="338551" y="130653"/>
                </a:cubicBezTo>
                <a:cubicBezTo>
                  <a:pt x="333965" y="126213"/>
                  <a:pt x="331458" y="119054"/>
                  <a:pt x="331029" y="109176"/>
                </a:cubicBezTo>
                <a:close/>
                <a:moveTo>
                  <a:pt x="428837" y="85451"/>
                </a:moveTo>
                <a:lnTo>
                  <a:pt x="428837" y="111695"/>
                </a:lnTo>
                <a:lnTo>
                  <a:pt x="493552" y="111695"/>
                </a:lnTo>
                <a:lnTo>
                  <a:pt x="493552" y="85451"/>
                </a:lnTo>
                <a:lnTo>
                  <a:pt x="428837" y="85451"/>
                </a:lnTo>
                <a:close/>
                <a:moveTo>
                  <a:pt x="554972" y="46190"/>
                </a:moveTo>
                <a:lnTo>
                  <a:pt x="554972" y="12807"/>
                </a:lnTo>
                <a:lnTo>
                  <a:pt x="524443" y="12807"/>
                </a:lnTo>
                <a:lnTo>
                  <a:pt x="524443" y="46190"/>
                </a:lnTo>
                <a:lnTo>
                  <a:pt x="505954" y="46190"/>
                </a:lnTo>
                <a:lnTo>
                  <a:pt x="505954" y="66555"/>
                </a:lnTo>
                <a:lnTo>
                  <a:pt x="524443" y="66555"/>
                </a:lnTo>
                <a:lnTo>
                  <a:pt x="524443" y="132090"/>
                </a:lnTo>
                <a:cubicBezTo>
                  <a:pt x="524443" y="137678"/>
                  <a:pt x="525375" y="142191"/>
                  <a:pt x="527238" y="145629"/>
                </a:cubicBezTo>
                <a:cubicBezTo>
                  <a:pt x="529102" y="149067"/>
                  <a:pt x="531645" y="151717"/>
                  <a:pt x="534869" y="153581"/>
                </a:cubicBezTo>
                <a:cubicBezTo>
                  <a:pt x="538095" y="155442"/>
                  <a:pt x="541821" y="156694"/>
                  <a:pt x="546049" y="157337"/>
                </a:cubicBezTo>
                <a:cubicBezTo>
                  <a:pt x="550278" y="157982"/>
                  <a:pt x="554758" y="158305"/>
                  <a:pt x="559489" y="158305"/>
                </a:cubicBezTo>
                <a:cubicBezTo>
                  <a:pt x="562498" y="158305"/>
                  <a:pt x="565580" y="158235"/>
                  <a:pt x="568733" y="158095"/>
                </a:cubicBezTo>
                <a:cubicBezTo>
                  <a:pt x="571887" y="157955"/>
                  <a:pt x="574753" y="157675"/>
                  <a:pt x="577332" y="157255"/>
                </a:cubicBezTo>
                <a:lnTo>
                  <a:pt x="577332" y="133510"/>
                </a:lnTo>
                <a:cubicBezTo>
                  <a:pt x="575899" y="133797"/>
                  <a:pt x="574395" y="134012"/>
                  <a:pt x="572818" y="134157"/>
                </a:cubicBezTo>
                <a:cubicBezTo>
                  <a:pt x="571241" y="134299"/>
                  <a:pt x="569593" y="134370"/>
                  <a:pt x="567874" y="134370"/>
                </a:cubicBezTo>
                <a:cubicBezTo>
                  <a:pt x="562713" y="134370"/>
                  <a:pt x="559271" y="133512"/>
                  <a:pt x="557550" y="131795"/>
                </a:cubicBezTo>
                <a:cubicBezTo>
                  <a:pt x="555831" y="130078"/>
                  <a:pt x="554972" y="126644"/>
                  <a:pt x="554972" y="121494"/>
                </a:cubicBezTo>
                <a:lnTo>
                  <a:pt x="554972" y="66555"/>
                </a:lnTo>
                <a:lnTo>
                  <a:pt x="577332" y="66555"/>
                </a:lnTo>
                <a:lnTo>
                  <a:pt x="577332" y="46190"/>
                </a:lnTo>
                <a:lnTo>
                  <a:pt x="554972" y="46190"/>
                </a:lnTo>
                <a:close/>
                <a:moveTo>
                  <a:pt x="696291" y="157137"/>
                </a:moveTo>
                <a:lnTo>
                  <a:pt x="696291" y="46190"/>
                </a:lnTo>
                <a:lnTo>
                  <a:pt x="665762" y="46190"/>
                </a:lnTo>
                <a:lnTo>
                  <a:pt x="665762" y="104311"/>
                </a:lnTo>
                <a:cubicBezTo>
                  <a:pt x="665762" y="115604"/>
                  <a:pt x="663899" y="123718"/>
                  <a:pt x="660172" y="128652"/>
                </a:cubicBezTo>
                <a:cubicBezTo>
                  <a:pt x="656446" y="133584"/>
                  <a:pt x="650426" y="136050"/>
                  <a:pt x="642113" y="136050"/>
                </a:cubicBezTo>
                <a:cubicBezTo>
                  <a:pt x="634802" y="136050"/>
                  <a:pt x="629713" y="133798"/>
                  <a:pt x="626846" y="129295"/>
                </a:cubicBezTo>
                <a:cubicBezTo>
                  <a:pt x="623981" y="124790"/>
                  <a:pt x="622548" y="117962"/>
                  <a:pt x="622548" y="108811"/>
                </a:cubicBezTo>
                <a:lnTo>
                  <a:pt x="622548" y="46190"/>
                </a:lnTo>
                <a:lnTo>
                  <a:pt x="592020" y="46190"/>
                </a:lnTo>
                <a:lnTo>
                  <a:pt x="592020" y="114467"/>
                </a:lnTo>
                <a:cubicBezTo>
                  <a:pt x="592020" y="121336"/>
                  <a:pt x="592629" y="127599"/>
                  <a:pt x="593847" y="133255"/>
                </a:cubicBezTo>
                <a:cubicBezTo>
                  <a:pt x="595065" y="138908"/>
                  <a:pt x="597179" y="143703"/>
                  <a:pt x="600188" y="147640"/>
                </a:cubicBezTo>
                <a:cubicBezTo>
                  <a:pt x="603200" y="151576"/>
                  <a:pt x="607321" y="154618"/>
                  <a:pt x="612552" y="156766"/>
                </a:cubicBezTo>
                <a:cubicBezTo>
                  <a:pt x="617784" y="158911"/>
                  <a:pt x="624485" y="159984"/>
                  <a:pt x="632655" y="159984"/>
                </a:cubicBezTo>
                <a:cubicBezTo>
                  <a:pt x="639105" y="159984"/>
                  <a:pt x="645411" y="158547"/>
                  <a:pt x="651574" y="155674"/>
                </a:cubicBezTo>
                <a:cubicBezTo>
                  <a:pt x="657737" y="152798"/>
                  <a:pt x="662753" y="148125"/>
                  <a:pt x="666622" y="141656"/>
                </a:cubicBezTo>
                <a:lnTo>
                  <a:pt x="667268" y="141656"/>
                </a:lnTo>
                <a:lnTo>
                  <a:pt x="667268" y="157137"/>
                </a:lnTo>
                <a:lnTo>
                  <a:pt x="696291" y="157137"/>
                </a:lnTo>
                <a:close/>
                <a:moveTo>
                  <a:pt x="719025" y="46101"/>
                </a:moveTo>
                <a:lnTo>
                  <a:pt x="719025" y="157255"/>
                </a:lnTo>
                <a:lnTo>
                  <a:pt x="749554" y="157255"/>
                </a:lnTo>
                <a:lnTo>
                  <a:pt x="749554" y="98999"/>
                </a:lnTo>
                <a:cubicBezTo>
                  <a:pt x="749554" y="87677"/>
                  <a:pt x="751417" y="79545"/>
                  <a:pt x="755144" y="74602"/>
                </a:cubicBezTo>
                <a:cubicBezTo>
                  <a:pt x="758870" y="69657"/>
                  <a:pt x="764890" y="67185"/>
                  <a:pt x="773203" y="67185"/>
                </a:cubicBezTo>
                <a:cubicBezTo>
                  <a:pt x="780514" y="67185"/>
                  <a:pt x="785602" y="69442"/>
                  <a:pt x="788467" y="73956"/>
                </a:cubicBezTo>
                <a:cubicBezTo>
                  <a:pt x="791334" y="78470"/>
                  <a:pt x="792768" y="85313"/>
                  <a:pt x="792768" y="94485"/>
                </a:cubicBezTo>
                <a:lnTo>
                  <a:pt x="792768" y="157255"/>
                </a:lnTo>
                <a:lnTo>
                  <a:pt x="823296" y="157255"/>
                </a:lnTo>
                <a:lnTo>
                  <a:pt x="823296" y="88856"/>
                </a:lnTo>
                <a:cubicBezTo>
                  <a:pt x="823296" y="81974"/>
                  <a:pt x="822687" y="75700"/>
                  <a:pt x="821469" y="70036"/>
                </a:cubicBezTo>
                <a:cubicBezTo>
                  <a:pt x="820251" y="64371"/>
                  <a:pt x="818136" y="59568"/>
                  <a:pt x="815125" y="55624"/>
                </a:cubicBezTo>
                <a:cubicBezTo>
                  <a:pt x="812115" y="51681"/>
                  <a:pt x="807995" y="48599"/>
                  <a:pt x="802764" y="46377"/>
                </a:cubicBezTo>
                <a:cubicBezTo>
                  <a:pt x="797532" y="44152"/>
                  <a:pt x="790831" y="43040"/>
                  <a:pt x="782661" y="43040"/>
                </a:cubicBezTo>
                <a:cubicBezTo>
                  <a:pt x="776211" y="43040"/>
                  <a:pt x="769905" y="44513"/>
                  <a:pt x="763742" y="47459"/>
                </a:cubicBezTo>
                <a:cubicBezTo>
                  <a:pt x="757579" y="50405"/>
                  <a:pt x="752563" y="55112"/>
                  <a:pt x="748694" y="61579"/>
                </a:cubicBezTo>
                <a:lnTo>
                  <a:pt x="748048" y="61579"/>
                </a:lnTo>
                <a:lnTo>
                  <a:pt x="748048" y="46101"/>
                </a:lnTo>
                <a:lnTo>
                  <a:pt x="719025" y="46101"/>
                </a:lnTo>
                <a:close/>
                <a:moveTo>
                  <a:pt x="877419" y="28974"/>
                </a:moveTo>
                <a:lnTo>
                  <a:pt x="877419" y="3779"/>
                </a:lnTo>
                <a:lnTo>
                  <a:pt x="846890" y="3779"/>
                </a:lnTo>
                <a:lnTo>
                  <a:pt x="846890" y="28974"/>
                </a:lnTo>
                <a:lnTo>
                  <a:pt x="877419" y="28974"/>
                </a:lnTo>
                <a:moveTo>
                  <a:pt x="846890" y="46104"/>
                </a:moveTo>
                <a:lnTo>
                  <a:pt x="846890" y="157255"/>
                </a:lnTo>
                <a:lnTo>
                  <a:pt x="877419" y="157255"/>
                </a:lnTo>
                <a:lnTo>
                  <a:pt x="877419" y="46104"/>
                </a:lnTo>
                <a:lnTo>
                  <a:pt x="846890" y="46104"/>
                </a:lnTo>
                <a:close/>
                <a:moveTo>
                  <a:pt x="901118" y="46101"/>
                </a:moveTo>
                <a:lnTo>
                  <a:pt x="901118" y="157255"/>
                </a:lnTo>
                <a:lnTo>
                  <a:pt x="931646" y="157255"/>
                </a:lnTo>
                <a:lnTo>
                  <a:pt x="931646" y="98999"/>
                </a:lnTo>
                <a:cubicBezTo>
                  <a:pt x="931646" y="87677"/>
                  <a:pt x="933510" y="79545"/>
                  <a:pt x="937236" y="74602"/>
                </a:cubicBezTo>
                <a:cubicBezTo>
                  <a:pt x="940963" y="69657"/>
                  <a:pt x="946983" y="67185"/>
                  <a:pt x="955296" y="67185"/>
                </a:cubicBezTo>
                <a:cubicBezTo>
                  <a:pt x="962607" y="67185"/>
                  <a:pt x="967695" y="69442"/>
                  <a:pt x="970560" y="73956"/>
                </a:cubicBezTo>
                <a:cubicBezTo>
                  <a:pt x="973427" y="78470"/>
                  <a:pt x="974861" y="85313"/>
                  <a:pt x="974861" y="94485"/>
                </a:cubicBezTo>
                <a:lnTo>
                  <a:pt x="974861" y="157255"/>
                </a:lnTo>
                <a:lnTo>
                  <a:pt x="1005389" y="157255"/>
                </a:lnTo>
                <a:lnTo>
                  <a:pt x="1005389" y="88856"/>
                </a:lnTo>
                <a:cubicBezTo>
                  <a:pt x="1005389" y="81974"/>
                  <a:pt x="1004780" y="75700"/>
                  <a:pt x="1003562" y="70036"/>
                </a:cubicBezTo>
                <a:cubicBezTo>
                  <a:pt x="1002344" y="64371"/>
                  <a:pt x="1000229" y="59568"/>
                  <a:pt x="997217" y="55624"/>
                </a:cubicBezTo>
                <a:cubicBezTo>
                  <a:pt x="994208" y="51681"/>
                  <a:pt x="990088" y="48599"/>
                  <a:pt x="984856" y="46377"/>
                </a:cubicBezTo>
                <a:cubicBezTo>
                  <a:pt x="979625" y="44152"/>
                  <a:pt x="972924" y="43040"/>
                  <a:pt x="964753" y="43040"/>
                </a:cubicBezTo>
                <a:cubicBezTo>
                  <a:pt x="958304" y="43040"/>
                  <a:pt x="951998" y="44513"/>
                  <a:pt x="945835" y="47459"/>
                </a:cubicBezTo>
                <a:cubicBezTo>
                  <a:pt x="939672" y="50405"/>
                  <a:pt x="934656" y="55112"/>
                  <a:pt x="930787" y="61579"/>
                </a:cubicBezTo>
                <a:lnTo>
                  <a:pt x="930141" y="61579"/>
                </a:lnTo>
                <a:lnTo>
                  <a:pt x="930141" y="46101"/>
                </a:lnTo>
                <a:lnTo>
                  <a:pt x="901118" y="46101"/>
                </a:lnTo>
                <a:close/>
                <a:moveTo>
                  <a:pt x="1079936" y="131011"/>
                </a:moveTo>
                <a:cubicBezTo>
                  <a:pt x="1075206" y="131011"/>
                  <a:pt x="1071263" y="130008"/>
                  <a:pt x="1068110" y="128002"/>
                </a:cubicBezTo>
                <a:cubicBezTo>
                  <a:pt x="1064956" y="125997"/>
                  <a:pt x="1062412" y="123420"/>
                  <a:pt x="1060476" y="120270"/>
                </a:cubicBezTo>
                <a:cubicBezTo>
                  <a:pt x="1058543" y="117119"/>
                  <a:pt x="1057181" y="113575"/>
                  <a:pt x="1056392" y="109638"/>
                </a:cubicBezTo>
                <a:cubicBezTo>
                  <a:pt x="1055604" y="105699"/>
                  <a:pt x="1055211" y="101724"/>
                  <a:pt x="1055211" y="97713"/>
                </a:cubicBezTo>
                <a:cubicBezTo>
                  <a:pt x="1055211" y="93560"/>
                  <a:pt x="1055677" y="89586"/>
                  <a:pt x="1056608" y="85792"/>
                </a:cubicBezTo>
                <a:cubicBezTo>
                  <a:pt x="1057540" y="81995"/>
                  <a:pt x="1059045" y="78630"/>
                  <a:pt x="1061122" y="75695"/>
                </a:cubicBezTo>
                <a:cubicBezTo>
                  <a:pt x="1063202" y="72760"/>
                  <a:pt x="1065783" y="70433"/>
                  <a:pt x="1068864" y="68714"/>
                </a:cubicBezTo>
                <a:cubicBezTo>
                  <a:pt x="1071946" y="66995"/>
                  <a:pt x="1075636" y="66135"/>
                  <a:pt x="1079936" y="66135"/>
                </a:cubicBezTo>
                <a:cubicBezTo>
                  <a:pt x="1084953" y="66135"/>
                  <a:pt x="1089109" y="67067"/>
                  <a:pt x="1092405" y="68930"/>
                </a:cubicBezTo>
                <a:cubicBezTo>
                  <a:pt x="1095701" y="70791"/>
                  <a:pt x="1098353" y="73298"/>
                  <a:pt x="1100361" y="76449"/>
                </a:cubicBezTo>
                <a:cubicBezTo>
                  <a:pt x="1102368" y="79598"/>
                  <a:pt x="1103802" y="83214"/>
                  <a:pt x="1104661" y="87295"/>
                </a:cubicBezTo>
                <a:cubicBezTo>
                  <a:pt x="1105521" y="91375"/>
                  <a:pt x="1105951" y="95708"/>
                  <a:pt x="1105951" y="100292"/>
                </a:cubicBezTo>
                <a:cubicBezTo>
                  <a:pt x="1105951" y="104301"/>
                  <a:pt x="1105413" y="108131"/>
                  <a:pt x="1104337" y="111784"/>
                </a:cubicBezTo>
                <a:cubicBezTo>
                  <a:pt x="1103263" y="115436"/>
                  <a:pt x="1101651" y="118695"/>
                  <a:pt x="1099501" y="121560"/>
                </a:cubicBezTo>
                <a:cubicBezTo>
                  <a:pt x="1097351" y="124422"/>
                  <a:pt x="1094627" y="126713"/>
                  <a:pt x="1091329" y="128432"/>
                </a:cubicBezTo>
                <a:cubicBezTo>
                  <a:pt x="1088033" y="130151"/>
                  <a:pt x="1084236" y="131011"/>
                  <a:pt x="1079936" y="131011"/>
                </a:cubicBezTo>
                <a:moveTo>
                  <a:pt x="1134973" y="150208"/>
                </a:moveTo>
                <a:lnTo>
                  <a:pt x="1134973" y="46121"/>
                </a:lnTo>
                <a:lnTo>
                  <a:pt x="1105951" y="46121"/>
                </a:lnTo>
                <a:lnTo>
                  <a:pt x="1105951" y="60955"/>
                </a:lnTo>
                <a:lnTo>
                  <a:pt x="1105521" y="60955"/>
                </a:lnTo>
                <a:cubicBezTo>
                  <a:pt x="1101794" y="54480"/>
                  <a:pt x="1097172" y="49875"/>
                  <a:pt x="1091654" y="47141"/>
                </a:cubicBezTo>
                <a:cubicBezTo>
                  <a:pt x="1086136" y="44407"/>
                  <a:pt x="1079722" y="43040"/>
                  <a:pt x="1072411" y="43040"/>
                </a:cubicBezTo>
                <a:cubicBezTo>
                  <a:pt x="1064671" y="43040"/>
                  <a:pt x="1057826" y="44547"/>
                  <a:pt x="1051878" y="47561"/>
                </a:cubicBezTo>
                <a:cubicBezTo>
                  <a:pt x="1045931" y="50575"/>
                  <a:pt x="1040951" y="54628"/>
                  <a:pt x="1036938" y="59722"/>
                </a:cubicBezTo>
                <a:cubicBezTo>
                  <a:pt x="1032925" y="64815"/>
                  <a:pt x="1029879" y="70698"/>
                  <a:pt x="1027799" y="77371"/>
                </a:cubicBezTo>
                <a:cubicBezTo>
                  <a:pt x="1025721" y="84044"/>
                  <a:pt x="1024682" y="90968"/>
                  <a:pt x="1024682" y="98143"/>
                </a:cubicBezTo>
                <a:cubicBezTo>
                  <a:pt x="1024682" y="105747"/>
                  <a:pt x="1025578" y="112958"/>
                  <a:pt x="1027369" y="119775"/>
                </a:cubicBezTo>
                <a:cubicBezTo>
                  <a:pt x="1029160" y="126590"/>
                  <a:pt x="1031990" y="132545"/>
                  <a:pt x="1035859" y="137641"/>
                </a:cubicBezTo>
                <a:cubicBezTo>
                  <a:pt x="1039730" y="142734"/>
                  <a:pt x="1044676" y="146752"/>
                  <a:pt x="1050697" y="149693"/>
                </a:cubicBezTo>
                <a:cubicBezTo>
                  <a:pt x="1056718" y="152635"/>
                  <a:pt x="1063884" y="154105"/>
                  <a:pt x="1072197" y="154105"/>
                </a:cubicBezTo>
                <a:cubicBezTo>
                  <a:pt x="1078933" y="154105"/>
                  <a:pt x="1085347" y="152703"/>
                  <a:pt x="1091438" y="149897"/>
                </a:cubicBezTo>
                <a:cubicBezTo>
                  <a:pt x="1097531" y="147091"/>
                  <a:pt x="1102225" y="142737"/>
                  <a:pt x="1105521" y="136837"/>
                </a:cubicBezTo>
                <a:lnTo>
                  <a:pt x="1105951" y="136837"/>
                </a:lnTo>
                <a:lnTo>
                  <a:pt x="1105951" y="151497"/>
                </a:lnTo>
                <a:cubicBezTo>
                  <a:pt x="1106095" y="159404"/>
                  <a:pt x="1104195" y="165944"/>
                  <a:pt x="1100252" y="171118"/>
                </a:cubicBezTo>
                <a:cubicBezTo>
                  <a:pt x="1096311" y="176293"/>
                  <a:pt x="1090041" y="178880"/>
                  <a:pt x="1081442" y="178880"/>
                </a:cubicBezTo>
                <a:cubicBezTo>
                  <a:pt x="1075996" y="178880"/>
                  <a:pt x="1071195" y="177765"/>
                  <a:pt x="1067037" y="175534"/>
                </a:cubicBezTo>
                <a:cubicBezTo>
                  <a:pt x="1062880" y="173303"/>
                  <a:pt x="1060085" y="169310"/>
                  <a:pt x="1058652" y="163553"/>
                </a:cubicBezTo>
                <a:lnTo>
                  <a:pt x="1028337" y="163553"/>
                </a:lnTo>
                <a:cubicBezTo>
                  <a:pt x="1028768" y="169861"/>
                  <a:pt x="1030524" y="175271"/>
                  <a:pt x="1033605" y="179785"/>
                </a:cubicBezTo>
                <a:cubicBezTo>
                  <a:pt x="1036687" y="184302"/>
                  <a:pt x="1040557" y="187993"/>
                  <a:pt x="1045215" y="190860"/>
                </a:cubicBezTo>
                <a:cubicBezTo>
                  <a:pt x="1049873" y="193728"/>
                  <a:pt x="1055033" y="195841"/>
                  <a:pt x="1060693" y="197202"/>
                </a:cubicBezTo>
                <a:cubicBezTo>
                  <a:pt x="1066355" y="198564"/>
                  <a:pt x="1071910" y="199245"/>
                  <a:pt x="1077358" y="199245"/>
                </a:cubicBezTo>
                <a:cubicBezTo>
                  <a:pt x="1090112" y="199245"/>
                  <a:pt x="1100287" y="197524"/>
                  <a:pt x="1107883" y="194082"/>
                </a:cubicBezTo>
                <a:cubicBezTo>
                  <a:pt x="1115480" y="190642"/>
                  <a:pt x="1121286" y="186448"/>
                  <a:pt x="1125299" y="181501"/>
                </a:cubicBezTo>
                <a:cubicBezTo>
                  <a:pt x="1129312" y="176554"/>
                  <a:pt x="1131928" y="171213"/>
                  <a:pt x="1133146" y="165479"/>
                </a:cubicBezTo>
                <a:cubicBezTo>
                  <a:pt x="1134364" y="159745"/>
                  <a:pt x="1134973" y="154654"/>
                  <a:pt x="1134973" y="150208"/>
                </a:cubicBezTo>
                <a:close/>
                <a:moveTo>
                  <a:pt x="1217343" y="80287"/>
                </a:moveTo>
                <a:cubicBezTo>
                  <a:pt x="1217772" y="73121"/>
                  <a:pt x="1219563" y="67173"/>
                  <a:pt x="1222716" y="62445"/>
                </a:cubicBezTo>
                <a:cubicBezTo>
                  <a:pt x="1225870" y="57714"/>
                  <a:pt x="1229883" y="53915"/>
                  <a:pt x="1234756" y="51048"/>
                </a:cubicBezTo>
                <a:cubicBezTo>
                  <a:pt x="1239629" y="48181"/>
                  <a:pt x="1245110" y="46138"/>
                  <a:pt x="1251201" y="44920"/>
                </a:cubicBezTo>
                <a:cubicBezTo>
                  <a:pt x="1257294" y="43702"/>
                  <a:pt x="1263422" y="43093"/>
                  <a:pt x="1269585" y="43093"/>
                </a:cubicBezTo>
                <a:cubicBezTo>
                  <a:pt x="1275175" y="43093"/>
                  <a:pt x="1280836" y="43488"/>
                  <a:pt x="1286568" y="44277"/>
                </a:cubicBezTo>
                <a:cubicBezTo>
                  <a:pt x="1292303" y="45064"/>
                  <a:pt x="1297534" y="46605"/>
                  <a:pt x="1302262" y="48899"/>
                </a:cubicBezTo>
                <a:cubicBezTo>
                  <a:pt x="1306993" y="51191"/>
                  <a:pt x="1310863" y="54380"/>
                  <a:pt x="1313872" y="58465"/>
                </a:cubicBezTo>
                <a:cubicBezTo>
                  <a:pt x="1316884" y="62551"/>
                  <a:pt x="1318389" y="67961"/>
                  <a:pt x="1318389" y="74697"/>
                </a:cubicBezTo>
                <a:lnTo>
                  <a:pt x="1318389" y="132530"/>
                </a:lnTo>
                <a:cubicBezTo>
                  <a:pt x="1318389" y="137547"/>
                  <a:pt x="1318676" y="142348"/>
                  <a:pt x="1319249" y="146934"/>
                </a:cubicBezTo>
                <a:cubicBezTo>
                  <a:pt x="1319822" y="151520"/>
                  <a:pt x="1320825" y="154961"/>
                  <a:pt x="1322257" y="157255"/>
                </a:cubicBezTo>
                <a:lnTo>
                  <a:pt x="1291299" y="157255"/>
                </a:lnTo>
                <a:cubicBezTo>
                  <a:pt x="1290726" y="155536"/>
                  <a:pt x="1290260" y="153781"/>
                  <a:pt x="1289901" y="151990"/>
                </a:cubicBezTo>
                <a:cubicBezTo>
                  <a:pt x="1289543" y="150196"/>
                  <a:pt x="1289292" y="148368"/>
                  <a:pt x="1289150" y="146505"/>
                </a:cubicBezTo>
                <a:cubicBezTo>
                  <a:pt x="1284278" y="151522"/>
                  <a:pt x="1278544" y="155034"/>
                  <a:pt x="1271950" y="157042"/>
                </a:cubicBezTo>
                <a:cubicBezTo>
                  <a:pt x="1265357" y="159047"/>
                  <a:pt x="1258620" y="160050"/>
                  <a:pt x="1251739" y="160050"/>
                </a:cubicBezTo>
                <a:cubicBezTo>
                  <a:pt x="1246438" y="160050"/>
                  <a:pt x="1241493" y="159405"/>
                  <a:pt x="1236905" y="158114"/>
                </a:cubicBezTo>
                <a:cubicBezTo>
                  <a:pt x="1232319" y="156824"/>
                  <a:pt x="1228305" y="154817"/>
                  <a:pt x="1224865" y="152095"/>
                </a:cubicBezTo>
                <a:cubicBezTo>
                  <a:pt x="1221427" y="149372"/>
                  <a:pt x="1218741" y="145933"/>
                  <a:pt x="1216805" y="141777"/>
                </a:cubicBezTo>
                <a:cubicBezTo>
                  <a:pt x="1214870" y="137620"/>
                  <a:pt x="1213902" y="132674"/>
                  <a:pt x="1213902" y="126940"/>
                </a:cubicBezTo>
                <a:cubicBezTo>
                  <a:pt x="1213902" y="120634"/>
                  <a:pt x="1215013" y="115439"/>
                  <a:pt x="1217235" y="111354"/>
                </a:cubicBezTo>
                <a:cubicBezTo>
                  <a:pt x="1219457" y="107268"/>
                  <a:pt x="1222323" y="104008"/>
                  <a:pt x="1225833" y="101571"/>
                </a:cubicBezTo>
                <a:cubicBezTo>
                  <a:pt x="1229345" y="99135"/>
                  <a:pt x="1233358" y="97308"/>
                  <a:pt x="1237872" y="96090"/>
                </a:cubicBezTo>
                <a:cubicBezTo>
                  <a:pt x="1242389" y="94871"/>
                  <a:pt x="1246940" y="93905"/>
                  <a:pt x="1251526" y="93190"/>
                </a:cubicBezTo>
                <a:cubicBezTo>
                  <a:pt x="1256112" y="92472"/>
                  <a:pt x="1260626" y="91898"/>
                  <a:pt x="1265068" y="91467"/>
                </a:cubicBezTo>
                <a:cubicBezTo>
                  <a:pt x="1269512" y="91036"/>
                  <a:pt x="1273454" y="90391"/>
                  <a:pt x="1276894" y="89532"/>
                </a:cubicBezTo>
                <a:cubicBezTo>
                  <a:pt x="1280334" y="88672"/>
                  <a:pt x="1283057" y="87419"/>
                  <a:pt x="1285063" y="85772"/>
                </a:cubicBezTo>
                <a:cubicBezTo>
                  <a:pt x="1287070" y="84123"/>
                  <a:pt x="1288003" y="81722"/>
                  <a:pt x="1287861" y="78568"/>
                </a:cubicBezTo>
                <a:cubicBezTo>
                  <a:pt x="1287861" y="75270"/>
                  <a:pt x="1287323" y="72655"/>
                  <a:pt x="1286247" y="70721"/>
                </a:cubicBezTo>
                <a:cubicBezTo>
                  <a:pt x="1285171" y="68786"/>
                  <a:pt x="1283737" y="67281"/>
                  <a:pt x="1281946" y="66207"/>
                </a:cubicBezTo>
                <a:cubicBezTo>
                  <a:pt x="1280155" y="65131"/>
                  <a:pt x="1278076" y="64414"/>
                  <a:pt x="1275710" y="64055"/>
                </a:cubicBezTo>
                <a:cubicBezTo>
                  <a:pt x="1273346" y="63697"/>
                  <a:pt x="1270802" y="63517"/>
                  <a:pt x="1268079" y="63517"/>
                </a:cubicBezTo>
                <a:cubicBezTo>
                  <a:pt x="1262061" y="63517"/>
                  <a:pt x="1257331" y="64808"/>
                  <a:pt x="1253891" y="67388"/>
                </a:cubicBezTo>
                <a:cubicBezTo>
                  <a:pt x="1250451" y="69969"/>
                  <a:pt x="1248444" y="74269"/>
                  <a:pt x="1247871" y="80287"/>
                </a:cubicBezTo>
                <a:lnTo>
                  <a:pt x="1217343" y="80287"/>
                </a:lnTo>
                <a:moveTo>
                  <a:pt x="1287861" y="102861"/>
                </a:moveTo>
                <a:cubicBezTo>
                  <a:pt x="1286571" y="104009"/>
                  <a:pt x="1284958" y="104905"/>
                  <a:pt x="1283022" y="105551"/>
                </a:cubicBezTo>
                <a:cubicBezTo>
                  <a:pt x="1281087" y="106196"/>
                  <a:pt x="1279008" y="106734"/>
                  <a:pt x="1276786" y="107165"/>
                </a:cubicBezTo>
                <a:cubicBezTo>
                  <a:pt x="1274566" y="107593"/>
                  <a:pt x="1272237" y="107951"/>
                  <a:pt x="1269798" y="108237"/>
                </a:cubicBezTo>
                <a:cubicBezTo>
                  <a:pt x="1267362" y="108524"/>
                  <a:pt x="1264926" y="108881"/>
                  <a:pt x="1262489" y="109310"/>
                </a:cubicBezTo>
                <a:cubicBezTo>
                  <a:pt x="1260197" y="109741"/>
                  <a:pt x="1257940" y="110315"/>
                  <a:pt x="1255718" y="111032"/>
                </a:cubicBezTo>
                <a:cubicBezTo>
                  <a:pt x="1253496" y="111747"/>
                  <a:pt x="1251561" y="112715"/>
                  <a:pt x="1249912" y="113936"/>
                </a:cubicBezTo>
                <a:cubicBezTo>
                  <a:pt x="1248265" y="115154"/>
                  <a:pt x="1246940" y="116694"/>
                  <a:pt x="1245936" y="118558"/>
                </a:cubicBezTo>
                <a:cubicBezTo>
                  <a:pt x="1244932" y="120419"/>
                  <a:pt x="1244430" y="122783"/>
                  <a:pt x="1244430" y="125650"/>
                </a:cubicBezTo>
                <a:cubicBezTo>
                  <a:pt x="1244430" y="128373"/>
                  <a:pt x="1244932" y="130666"/>
                  <a:pt x="1245936" y="132530"/>
                </a:cubicBezTo>
                <a:cubicBezTo>
                  <a:pt x="1246940" y="134393"/>
                  <a:pt x="1248301" y="135863"/>
                  <a:pt x="1250020" y="136939"/>
                </a:cubicBezTo>
                <a:cubicBezTo>
                  <a:pt x="1251741" y="138012"/>
                  <a:pt x="1253748" y="138765"/>
                  <a:pt x="1256040" y="139196"/>
                </a:cubicBezTo>
                <a:cubicBezTo>
                  <a:pt x="1258334" y="139626"/>
                  <a:pt x="1260699" y="139842"/>
                  <a:pt x="1263136" y="139842"/>
                </a:cubicBezTo>
                <a:cubicBezTo>
                  <a:pt x="1269154" y="139842"/>
                  <a:pt x="1273812" y="138839"/>
                  <a:pt x="1277107" y="136834"/>
                </a:cubicBezTo>
                <a:cubicBezTo>
                  <a:pt x="1280405" y="134826"/>
                  <a:pt x="1282843" y="132425"/>
                  <a:pt x="1284420" y="129630"/>
                </a:cubicBezTo>
                <a:cubicBezTo>
                  <a:pt x="1285997" y="126835"/>
                  <a:pt x="1286964" y="124003"/>
                  <a:pt x="1287323" y="121136"/>
                </a:cubicBezTo>
                <a:cubicBezTo>
                  <a:pt x="1287682" y="118269"/>
                  <a:pt x="1287861" y="115976"/>
                  <a:pt x="1287861" y="114257"/>
                </a:cubicBezTo>
                <a:lnTo>
                  <a:pt x="1287861" y="102861"/>
                </a:lnTo>
                <a:close/>
                <a:moveTo>
                  <a:pt x="1341812" y="46101"/>
                </a:moveTo>
                <a:lnTo>
                  <a:pt x="1341812" y="157255"/>
                </a:lnTo>
                <a:lnTo>
                  <a:pt x="1372341" y="157255"/>
                </a:lnTo>
                <a:lnTo>
                  <a:pt x="1372341" y="98999"/>
                </a:lnTo>
                <a:cubicBezTo>
                  <a:pt x="1372341" y="87677"/>
                  <a:pt x="1374204" y="79545"/>
                  <a:pt x="1377931" y="74602"/>
                </a:cubicBezTo>
                <a:cubicBezTo>
                  <a:pt x="1381657" y="69657"/>
                  <a:pt x="1387677" y="67185"/>
                  <a:pt x="1395990" y="67185"/>
                </a:cubicBezTo>
                <a:cubicBezTo>
                  <a:pt x="1403301" y="67185"/>
                  <a:pt x="1408389" y="69442"/>
                  <a:pt x="1411254" y="73956"/>
                </a:cubicBezTo>
                <a:cubicBezTo>
                  <a:pt x="1414121" y="78470"/>
                  <a:pt x="1415555" y="85313"/>
                  <a:pt x="1415555" y="94485"/>
                </a:cubicBezTo>
                <a:lnTo>
                  <a:pt x="1415555" y="157255"/>
                </a:lnTo>
                <a:lnTo>
                  <a:pt x="1446083" y="157255"/>
                </a:lnTo>
                <a:lnTo>
                  <a:pt x="1446083" y="88856"/>
                </a:lnTo>
                <a:cubicBezTo>
                  <a:pt x="1446083" y="81974"/>
                  <a:pt x="1445474" y="75700"/>
                  <a:pt x="1444256" y="70036"/>
                </a:cubicBezTo>
                <a:cubicBezTo>
                  <a:pt x="1443038" y="64371"/>
                  <a:pt x="1440923" y="59568"/>
                  <a:pt x="1437912" y="55624"/>
                </a:cubicBezTo>
                <a:cubicBezTo>
                  <a:pt x="1434902" y="51681"/>
                  <a:pt x="1430782" y="48599"/>
                  <a:pt x="1425551" y="46377"/>
                </a:cubicBezTo>
                <a:cubicBezTo>
                  <a:pt x="1420319" y="44152"/>
                  <a:pt x="1413618" y="43040"/>
                  <a:pt x="1405448" y="43040"/>
                </a:cubicBezTo>
                <a:cubicBezTo>
                  <a:pt x="1398998" y="43040"/>
                  <a:pt x="1392692" y="44513"/>
                  <a:pt x="1386529" y="47459"/>
                </a:cubicBezTo>
                <a:cubicBezTo>
                  <a:pt x="1380366" y="50405"/>
                  <a:pt x="1375350" y="55112"/>
                  <a:pt x="1371481" y="61579"/>
                </a:cubicBezTo>
                <a:lnTo>
                  <a:pt x="1370835" y="61579"/>
                </a:lnTo>
                <a:lnTo>
                  <a:pt x="1370835" y="46101"/>
                </a:lnTo>
                <a:lnTo>
                  <a:pt x="1341812" y="46101"/>
                </a:lnTo>
                <a:close/>
                <a:moveTo>
                  <a:pt x="1547721" y="101401"/>
                </a:moveTo>
                <a:cubicBezTo>
                  <a:pt x="1547721" y="105987"/>
                  <a:pt x="1547291" y="110431"/>
                  <a:pt x="1546432" y="114733"/>
                </a:cubicBezTo>
                <a:cubicBezTo>
                  <a:pt x="1545572" y="119032"/>
                  <a:pt x="1544139" y="122867"/>
                  <a:pt x="1542131" y="126238"/>
                </a:cubicBezTo>
                <a:cubicBezTo>
                  <a:pt x="1540123" y="129606"/>
                  <a:pt x="1537436" y="132293"/>
                  <a:pt x="1534068" y="134301"/>
                </a:cubicBezTo>
                <a:cubicBezTo>
                  <a:pt x="1530700" y="136307"/>
                  <a:pt x="1526507" y="137309"/>
                  <a:pt x="1521490" y="137309"/>
                </a:cubicBezTo>
                <a:cubicBezTo>
                  <a:pt x="1516762" y="137309"/>
                  <a:pt x="1512712" y="136270"/>
                  <a:pt x="1509342" y="134193"/>
                </a:cubicBezTo>
                <a:cubicBezTo>
                  <a:pt x="1505974" y="132113"/>
                  <a:pt x="1503179" y="129389"/>
                  <a:pt x="1500957" y="126021"/>
                </a:cubicBezTo>
                <a:cubicBezTo>
                  <a:pt x="1498737" y="122651"/>
                  <a:pt x="1497126" y="118816"/>
                  <a:pt x="1496122" y="114516"/>
                </a:cubicBezTo>
                <a:cubicBezTo>
                  <a:pt x="1495118" y="110217"/>
                  <a:pt x="1494616" y="105916"/>
                  <a:pt x="1494616" y="101614"/>
                </a:cubicBezTo>
                <a:cubicBezTo>
                  <a:pt x="1494616" y="97028"/>
                  <a:pt x="1495082" y="92620"/>
                  <a:pt x="1496014" y="88390"/>
                </a:cubicBezTo>
                <a:cubicBezTo>
                  <a:pt x="1496945" y="84161"/>
                  <a:pt x="1498450" y="80398"/>
                  <a:pt x="1500528" y="77102"/>
                </a:cubicBezTo>
                <a:cubicBezTo>
                  <a:pt x="1502607" y="73804"/>
                  <a:pt x="1505366" y="71152"/>
                  <a:pt x="1508804" y="69147"/>
                </a:cubicBezTo>
                <a:cubicBezTo>
                  <a:pt x="1512244" y="67139"/>
                  <a:pt x="1516473" y="66135"/>
                  <a:pt x="1521490" y="66135"/>
                </a:cubicBezTo>
                <a:cubicBezTo>
                  <a:pt x="1526507" y="66135"/>
                  <a:pt x="1530663" y="67139"/>
                  <a:pt x="1533959" y="69147"/>
                </a:cubicBezTo>
                <a:cubicBezTo>
                  <a:pt x="1537257" y="71152"/>
                  <a:pt x="1539945" y="73768"/>
                  <a:pt x="1542023" y="76994"/>
                </a:cubicBezTo>
                <a:cubicBezTo>
                  <a:pt x="1544103" y="80220"/>
                  <a:pt x="1545572" y="83947"/>
                  <a:pt x="1546432" y="88177"/>
                </a:cubicBezTo>
                <a:cubicBezTo>
                  <a:pt x="1547291" y="92404"/>
                  <a:pt x="1547721" y="96812"/>
                  <a:pt x="1547721" y="101401"/>
                </a:cubicBezTo>
                <a:moveTo>
                  <a:pt x="1548151" y="143198"/>
                </a:moveTo>
                <a:lnTo>
                  <a:pt x="1548151" y="157396"/>
                </a:lnTo>
                <a:lnTo>
                  <a:pt x="1577174" y="157396"/>
                </a:lnTo>
                <a:lnTo>
                  <a:pt x="1577174" y="3779"/>
                </a:lnTo>
                <a:lnTo>
                  <a:pt x="1546645" y="3779"/>
                </a:lnTo>
                <a:lnTo>
                  <a:pt x="1546645" y="59659"/>
                </a:lnTo>
                <a:lnTo>
                  <a:pt x="1546215" y="59659"/>
                </a:lnTo>
                <a:cubicBezTo>
                  <a:pt x="1542775" y="54192"/>
                  <a:pt x="1538081" y="50055"/>
                  <a:pt x="1532132" y="47249"/>
                </a:cubicBezTo>
                <a:cubicBezTo>
                  <a:pt x="1526186" y="44443"/>
                  <a:pt x="1519915" y="43040"/>
                  <a:pt x="1513322" y="43040"/>
                </a:cubicBezTo>
                <a:cubicBezTo>
                  <a:pt x="1505151" y="43040"/>
                  <a:pt x="1497984" y="44655"/>
                  <a:pt x="1491821" y="47886"/>
                </a:cubicBezTo>
                <a:cubicBezTo>
                  <a:pt x="1485658" y="51116"/>
                  <a:pt x="1480534" y="55387"/>
                  <a:pt x="1476449" y="60699"/>
                </a:cubicBezTo>
                <a:cubicBezTo>
                  <a:pt x="1472365" y="66012"/>
                  <a:pt x="1469284" y="72149"/>
                  <a:pt x="1467204" y="79113"/>
                </a:cubicBezTo>
                <a:cubicBezTo>
                  <a:pt x="1465126" y="86076"/>
                  <a:pt x="1464088" y="93290"/>
                  <a:pt x="1464088" y="100754"/>
                </a:cubicBezTo>
                <a:cubicBezTo>
                  <a:pt x="1464088" y="108507"/>
                  <a:pt x="1465126" y="115974"/>
                  <a:pt x="1467204" y="123154"/>
                </a:cubicBezTo>
                <a:cubicBezTo>
                  <a:pt x="1469284" y="130332"/>
                  <a:pt x="1472365" y="136685"/>
                  <a:pt x="1476449" y="142214"/>
                </a:cubicBezTo>
                <a:cubicBezTo>
                  <a:pt x="1480534" y="147740"/>
                  <a:pt x="1485729" y="152119"/>
                  <a:pt x="1492034" y="155349"/>
                </a:cubicBezTo>
                <a:cubicBezTo>
                  <a:pt x="1498342" y="158579"/>
                  <a:pt x="1505653" y="160194"/>
                  <a:pt x="1513968" y="160194"/>
                </a:cubicBezTo>
                <a:cubicBezTo>
                  <a:pt x="1521277" y="160194"/>
                  <a:pt x="1527833" y="158868"/>
                  <a:pt x="1533638" y="156215"/>
                </a:cubicBezTo>
                <a:cubicBezTo>
                  <a:pt x="1539444" y="153560"/>
                  <a:pt x="1544139" y="149221"/>
                  <a:pt x="1547721" y="143198"/>
                </a:cubicBezTo>
                <a:lnTo>
                  <a:pt x="1548151" y="143198"/>
                </a:lnTo>
                <a:close/>
                <a:moveTo>
                  <a:pt x="1685554" y="106200"/>
                </a:moveTo>
                <a:lnTo>
                  <a:pt x="1652877" y="106200"/>
                </a:lnTo>
                <a:cubicBezTo>
                  <a:pt x="1652733" y="115659"/>
                  <a:pt x="1654452" y="123830"/>
                  <a:pt x="1658034" y="130712"/>
                </a:cubicBezTo>
                <a:cubicBezTo>
                  <a:pt x="1661618" y="137595"/>
                  <a:pt x="1666456" y="143259"/>
                  <a:pt x="1672547" y="147705"/>
                </a:cubicBezTo>
                <a:cubicBezTo>
                  <a:pt x="1678640" y="152151"/>
                  <a:pt x="1685664" y="155414"/>
                  <a:pt x="1693618" y="157494"/>
                </a:cubicBezTo>
                <a:cubicBezTo>
                  <a:pt x="1701572" y="159574"/>
                  <a:pt x="1709778" y="160614"/>
                  <a:pt x="1718235" y="160614"/>
                </a:cubicBezTo>
                <a:cubicBezTo>
                  <a:pt x="1728697" y="160614"/>
                  <a:pt x="1737906" y="159396"/>
                  <a:pt x="1745860" y="156960"/>
                </a:cubicBezTo>
                <a:cubicBezTo>
                  <a:pt x="1753814" y="154523"/>
                  <a:pt x="1760479" y="151119"/>
                  <a:pt x="1765855" y="146747"/>
                </a:cubicBezTo>
                <a:cubicBezTo>
                  <a:pt x="1771230" y="142375"/>
                  <a:pt x="1775280" y="137180"/>
                  <a:pt x="1778002" y="131162"/>
                </a:cubicBezTo>
                <a:cubicBezTo>
                  <a:pt x="1780725" y="125141"/>
                  <a:pt x="1782087" y="118619"/>
                  <a:pt x="1782087" y="111597"/>
                </a:cubicBezTo>
                <a:cubicBezTo>
                  <a:pt x="1782087" y="102997"/>
                  <a:pt x="1780259" y="95939"/>
                  <a:pt x="1776605" y="90421"/>
                </a:cubicBezTo>
                <a:cubicBezTo>
                  <a:pt x="1772950" y="84901"/>
                  <a:pt x="1768615" y="80493"/>
                  <a:pt x="1763598" y="77197"/>
                </a:cubicBezTo>
                <a:cubicBezTo>
                  <a:pt x="1758581" y="73901"/>
                  <a:pt x="1753528" y="71501"/>
                  <a:pt x="1748438" y="69996"/>
                </a:cubicBezTo>
                <a:cubicBezTo>
                  <a:pt x="1743351" y="68490"/>
                  <a:pt x="1739374" y="67450"/>
                  <a:pt x="1736507" y="66877"/>
                </a:cubicBezTo>
                <a:cubicBezTo>
                  <a:pt x="1726904" y="64440"/>
                  <a:pt x="1719128" y="62434"/>
                  <a:pt x="1713179" y="60857"/>
                </a:cubicBezTo>
                <a:cubicBezTo>
                  <a:pt x="1707233" y="59280"/>
                  <a:pt x="1702576" y="57704"/>
                  <a:pt x="1699208" y="56130"/>
                </a:cubicBezTo>
                <a:cubicBezTo>
                  <a:pt x="1695840" y="54553"/>
                  <a:pt x="1693582" y="52833"/>
                  <a:pt x="1692433" y="50969"/>
                </a:cubicBezTo>
                <a:cubicBezTo>
                  <a:pt x="1691287" y="49106"/>
                  <a:pt x="1690714" y="46669"/>
                  <a:pt x="1690714" y="43657"/>
                </a:cubicBezTo>
                <a:cubicBezTo>
                  <a:pt x="1690714" y="40361"/>
                  <a:pt x="1691431" y="37638"/>
                  <a:pt x="1692863" y="35489"/>
                </a:cubicBezTo>
                <a:cubicBezTo>
                  <a:pt x="1694298" y="33339"/>
                  <a:pt x="1696125" y="31548"/>
                  <a:pt x="1698345" y="30115"/>
                </a:cubicBezTo>
                <a:cubicBezTo>
                  <a:pt x="1700567" y="28680"/>
                  <a:pt x="1703039" y="27677"/>
                  <a:pt x="1705762" y="27104"/>
                </a:cubicBezTo>
                <a:cubicBezTo>
                  <a:pt x="1708487" y="26531"/>
                  <a:pt x="1711211" y="26244"/>
                  <a:pt x="1713934" y="26244"/>
                </a:cubicBezTo>
                <a:cubicBezTo>
                  <a:pt x="1718091" y="26244"/>
                  <a:pt x="1721925" y="26603"/>
                  <a:pt x="1725435" y="27320"/>
                </a:cubicBezTo>
                <a:cubicBezTo>
                  <a:pt x="1728948" y="28035"/>
                  <a:pt x="1732065" y="29253"/>
                  <a:pt x="1734788" y="30975"/>
                </a:cubicBezTo>
                <a:cubicBezTo>
                  <a:pt x="1737513" y="32694"/>
                  <a:pt x="1739699" y="35058"/>
                  <a:pt x="1741346" y="38067"/>
                </a:cubicBezTo>
                <a:cubicBezTo>
                  <a:pt x="1742995" y="41076"/>
                  <a:pt x="1743963" y="44874"/>
                  <a:pt x="1744249" y="49460"/>
                </a:cubicBezTo>
                <a:lnTo>
                  <a:pt x="1776926" y="49460"/>
                </a:lnTo>
                <a:cubicBezTo>
                  <a:pt x="1776926" y="40574"/>
                  <a:pt x="1775242" y="33014"/>
                  <a:pt x="1771874" y="26779"/>
                </a:cubicBezTo>
                <a:cubicBezTo>
                  <a:pt x="1768506" y="20541"/>
                  <a:pt x="1763955" y="15415"/>
                  <a:pt x="1758221" y="11400"/>
                </a:cubicBezTo>
                <a:cubicBezTo>
                  <a:pt x="1752489" y="7384"/>
                  <a:pt x="1745932" y="4481"/>
                  <a:pt x="1738551" y="2690"/>
                </a:cubicBezTo>
                <a:cubicBezTo>
                  <a:pt x="1731170" y="897"/>
                  <a:pt x="1723466" y="0"/>
                  <a:pt x="1715440" y="0"/>
                </a:cubicBezTo>
                <a:cubicBezTo>
                  <a:pt x="1708559" y="0"/>
                  <a:pt x="1701679" y="932"/>
                  <a:pt x="1694799" y="2795"/>
                </a:cubicBezTo>
                <a:cubicBezTo>
                  <a:pt x="1687921" y="4658"/>
                  <a:pt x="1681758" y="7525"/>
                  <a:pt x="1676310" y="11397"/>
                </a:cubicBezTo>
                <a:cubicBezTo>
                  <a:pt x="1670864" y="15265"/>
                  <a:pt x="1666457" y="20102"/>
                  <a:pt x="1663089" y="25906"/>
                </a:cubicBezTo>
                <a:cubicBezTo>
                  <a:pt x="1659721" y="31711"/>
                  <a:pt x="1658037" y="38554"/>
                  <a:pt x="1658037" y="46436"/>
                </a:cubicBezTo>
                <a:cubicBezTo>
                  <a:pt x="1658037" y="53458"/>
                  <a:pt x="1659363" y="59442"/>
                  <a:pt x="1662013" y="64387"/>
                </a:cubicBezTo>
                <a:cubicBezTo>
                  <a:pt x="1664666" y="69332"/>
                  <a:pt x="1668142" y="73453"/>
                  <a:pt x="1672442" y="76751"/>
                </a:cubicBezTo>
                <a:cubicBezTo>
                  <a:pt x="1676742" y="80047"/>
                  <a:pt x="1681614" y="82734"/>
                  <a:pt x="1687060" y="84811"/>
                </a:cubicBezTo>
                <a:cubicBezTo>
                  <a:pt x="1692508" y="86889"/>
                  <a:pt x="1698098" y="88645"/>
                  <a:pt x="1703830" y="90080"/>
                </a:cubicBezTo>
                <a:cubicBezTo>
                  <a:pt x="1709420" y="91654"/>
                  <a:pt x="1714938" y="93087"/>
                  <a:pt x="1720383" y="94377"/>
                </a:cubicBezTo>
                <a:cubicBezTo>
                  <a:pt x="1725831" y="95667"/>
                  <a:pt x="1730705" y="97173"/>
                  <a:pt x="1735005" y="98894"/>
                </a:cubicBezTo>
                <a:cubicBezTo>
                  <a:pt x="1739304" y="100613"/>
                  <a:pt x="1742780" y="102763"/>
                  <a:pt x="1745430" y="105344"/>
                </a:cubicBezTo>
                <a:cubicBezTo>
                  <a:pt x="1748083" y="107922"/>
                  <a:pt x="1749409" y="111290"/>
                  <a:pt x="1749409" y="115448"/>
                </a:cubicBezTo>
                <a:cubicBezTo>
                  <a:pt x="1749409" y="119317"/>
                  <a:pt x="1748406" y="122505"/>
                  <a:pt x="1746398" y="125014"/>
                </a:cubicBezTo>
                <a:cubicBezTo>
                  <a:pt x="1744392" y="127522"/>
                  <a:pt x="1741884" y="129493"/>
                  <a:pt x="1738872" y="130925"/>
                </a:cubicBezTo>
                <a:cubicBezTo>
                  <a:pt x="1735863" y="132358"/>
                  <a:pt x="1732638" y="133326"/>
                  <a:pt x="1729198" y="133829"/>
                </a:cubicBezTo>
                <a:cubicBezTo>
                  <a:pt x="1725758" y="134329"/>
                  <a:pt x="1722533" y="134580"/>
                  <a:pt x="1719524" y="134580"/>
                </a:cubicBezTo>
                <a:cubicBezTo>
                  <a:pt x="1715080" y="134580"/>
                  <a:pt x="1710779" y="134043"/>
                  <a:pt x="1706622" y="132969"/>
                </a:cubicBezTo>
                <a:cubicBezTo>
                  <a:pt x="1702466" y="131893"/>
                  <a:pt x="1698848" y="130244"/>
                  <a:pt x="1695766" y="128022"/>
                </a:cubicBezTo>
                <a:cubicBezTo>
                  <a:pt x="1692685" y="125800"/>
                  <a:pt x="1690213" y="122898"/>
                  <a:pt x="1688349" y="119316"/>
                </a:cubicBezTo>
                <a:cubicBezTo>
                  <a:pt x="1686486" y="115731"/>
                  <a:pt x="1685554" y="111359"/>
                  <a:pt x="1685554" y="106200"/>
                </a:cubicBezTo>
                <a:close/>
                <a:moveTo>
                  <a:pt x="1873389" y="89860"/>
                </a:moveTo>
                <a:lnTo>
                  <a:pt x="1823729" y="89860"/>
                </a:lnTo>
                <a:cubicBezTo>
                  <a:pt x="1823871" y="87703"/>
                  <a:pt x="1824336" y="85260"/>
                  <a:pt x="1825123" y="82528"/>
                </a:cubicBezTo>
                <a:cubicBezTo>
                  <a:pt x="1825913" y="79794"/>
                  <a:pt x="1827275" y="77206"/>
                  <a:pt x="1829211" y="74763"/>
                </a:cubicBezTo>
                <a:cubicBezTo>
                  <a:pt x="1831146" y="72318"/>
                  <a:pt x="1833726" y="70269"/>
                  <a:pt x="1836949" y="68615"/>
                </a:cubicBezTo>
                <a:cubicBezTo>
                  <a:pt x="1840175" y="66962"/>
                  <a:pt x="1844224" y="66135"/>
                  <a:pt x="1849097" y="66135"/>
                </a:cubicBezTo>
                <a:cubicBezTo>
                  <a:pt x="1856550" y="66135"/>
                  <a:pt x="1862104" y="68148"/>
                  <a:pt x="1865759" y="72175"/>
                </a:cubicBezTo>
                <a:cubicBezTo>
                  <a:pt x="1869413" y="76201"/>
                  <a:pt x="1871957" y="82096"/>
                  <a:pt x="1873389" y="89860"/>
                </a:cubicBezTo>
                <a:moveTo>
                  <a:pt x="1823729" y="109176"/>
                </a:moveTo>
                <a:lnTo>
                  <a:pt x="1903921" y="109176"/>
                </a:lnTo>
                <a:cubicBezTo>
                  <a:pt x="1904494" y="100559"/>
                  <a:pt x="1903777" y="92301"/>
                  <a:pt x="1901769" y="84401"/>
                </a:cubicBezTo>
                <a:cubicBezTo>
                  <a:pt x="1899764" y="76502"/>
                  <a:pt x="1896503" y="69465"/>
                  <a:pt x="1891987" y="63291"/>
                </a:cubicBezTo>
                <a:cubicBezTo>
                  <a:pt x="1887473" y="57115"/>
                  <a:pt x="1881703" y="52196"/>
                  <a:pt x="1874679" y="48535"/>
                </a:cubicBezTo>
                <a:cubicBezTo>
                  <a:pt x="1867656" y="44872"/>
                  <a:pt x="1859415" y="43040"/>
                  <a:pt x="1849957" y="43040"/>
                </a:cubicBezTo>
                <a:cubicBezTo>
                  <a:pt x="1841499" y="43040"/>
                  <a:pt x="1833796" y="44548"/>
                  <a:pt x="1826845" y="47564"/>
                </a:cubicBezTo>
                <a:cubicBezTo>
                  <a:pt x="1819895" y="50578"/>
                  <a:pt x="1813911" y="54705"/>
                  <a:pt x="1808894" y="59945"/>
                </a:cubicBezTo>
                <a:cubicBezTo>
                  <a:pt x="1803877" y="65185"/>
                  <a:pt x="1800007" y="71395"/>
                  <a:pt x="1797285" y="78575"/>
                </a:cubicBezTo>
                <a:cubicBezTo>
                  <a:pt x="1794562" y="85753"/>
                  <a:pt x="1793200" y="93506"/>
                  <a:pt x="1793200" y="101834"/>
                </a:cubicBezTo>
                <a:cubicBezTo>
                  <a:pt x="1793200" y="110446"/>
                  <a:pt x="1794526" y="118342"/>
                  <a:pt x="1797176" y="125522"/>
                </a:cubicBezTo>
                <a:cubicBezTo>
                  <a:pt x="1799829" y="132700"/>
                  <a:pt x="1803592" y="138874"/>
                  <a:pt x="1808465" y="144044"/>
                </a:cubicBezTo>
                <a:cubicBezTo>
                  <a:pt x="1813337" y="149212"/>
                  <a:pt x="1819285" y="153196"/>
                  <a:pt x="1826307" y="155995"/>
                </a:cubicBezTo>
                <a:cubicBezTo>
                  <a:pt x="1833330" y="158794"/>
                  <a:pt x="1841213" y="160194"/>
                  <a:pt x="1849957" y="160194"/>
                </a:cubicBezTo>
                <a:cubicBezTo>
                  <a:pt x="1862569" y="160194"/>
                  <a:pt x="1873318" y="157330"/>
                  <a:pt x="1882204" y="151602"/>
                </a:cubicBezTo>
                <a:cubicBezTo>
                  <a:pt x="1891092" y="145875"/>
                  <a:pt x="1897686" y="136351"/>
                  <a:pt x="1901986" y="123032"/>
                </a:cubicBezTo>
                <a:lnTo>
                  <a:pt x="1875112" y="123032"/>
                </a:lnTo>
                <a:cubicBezTo>
                  <a:pt x="1874108" y="126442"/>
                  <a:pt x="1871384" y="129674"/>
                  <a:pt x="1866940" y="132730"/>
                </a:cubicBezTo>
                <a:cubicBezTo>
                  <a:pt x="1862498" y="135783"/>
                  <a:pt x="1857196" y="137309"/>
                  <a:pt x="1851033" y="137309"/>
                </a:cubicBezTo>
                <a:cubicBezTo>
                  <a:pt x="1842433" y="137309"/>
                  <a:pt x="1835839" y="135091"/>
                  <a:pt x="1831251" y="130653"/>
                </a:cubicBezTo>
                <a:cubicBezTo>
                  <a:pt x="1826665" y="126213"/>
                  <a:pt x="1824158" y="119054"/>
                  <a:pt x="1823729" y="109176"/>
                </a:cubicBezTo>
                <a:close/>
                <a:moveTo>
                  <a:pt x="1996570" y="89860"/>
                </a:moveTo>
                <a:lnTo>
                  <a:pt x="1946909" y="89860"/>
                </a:lnTo>
                <a:cubicBezTo>
                  <a:pt x="1947052" y="87703"/>
                  <a:pt x="1947516" y="85260"/>
                  <a:pt x="1948304" y="82528"/>
                </a:cubicBezTo>
                <a:cubicBezTo>
                  <a:pt x="1949093" y="79794"/>
                  <a:pt x="1950456" y="77206"/>
                  <a:pt x="1952391" y="74763"/>
                </a:cubicBezTo>
                <a:cubicBezTo>
                  <a:pt x="1954327" y="72318"/>
                  <a:pt x="1956906" y="70269"/>
                  <a:pt x="1960130" y="68615"/>
                </a:cubicBezTo>
                <a:cubicBezTo>
                  <a:pt x="1963356" y="66962"/>
                  <a:pt x="1967405" y="66135"/>
                  <a:pt x="1972278" y="66135"/>
                </a:cubicBezTo>
                <a:cubicBezTo>
                  <a:pt x="1979731" y="66135"/>
                  <a:pt x="1985285" y="68148"/>
                  <a:pt x="1988939" y="72175"/>
                </a:cubicBezTo>
                <a:cubicBezTo>
                  <a:pt x="1992594" y="76201"/>
                  <a:pt x="1995137" y="82096"/>
                  <a:pt x="1996570" y="89860"/>
                </a:cubicBezTo>
                <a:moveTo>
                  <a:pt x="1946909" y="109176"/>
                </a:moveTo>
                <a:lnTo>
                  <a:pt x="2027102" y="109176"/>
                </a:lnTo>
                <a:cubicBezTo>
                  <a:pt x="2027675" y="100559"/>
                  <a:pt x="2026957" y="92301"/>
                  <a:pt x="2024950" y="84401"/>
                </a:cubicBezTo>
                <a:cubicBezTo>
                  <a:pt x="2022944" y="76502"/>
                  <a:pt x="2019683" y="69465"/>
                  <a:pt x="2015167" y="63291"/>
                </a:cubicBezTo>
                <a:cubicBezTo>
                  <a:pt x="2010653" y="57115"/>
                  <a:pt x="2004884" y="52196"/>
                  <a:pt x="1997859" y="48535"/>
                </a:cubicBezTo>
                <a:cubicBezTo>
                  <a:pt x="1990837" y="44872"/>
                  <a:pt x="1982596" y="43040"/>
                  <a:pt x="1973137" y="43040"/>
                </a:cubicBezTo>
                <a:cubicBezTo>
                  <a:pt x="1964680" y="43040"/>
                  <a:pt x="1956976" y="44548"/>
                  <a:pt x="1950026" y="47564"/>
                </a:cubicBezTo>
                <a:cubicBezTo>
                  <a:pt x="1943076" y="50578"/>
                  <a:pt x="1937092" y="54705"/>
                  <a:pt x="1932075" y="59945"/>
                </a:cubicBezTo>
                <a:cubicBezTo>
                  <a:pt x="1927058" y="65185"/>
                  <a:pt x="1923188" y="71395"/>
                  <a:pt x="1920465" y="78575"/>
                </a:cubicBezTo>
                <a:cubicBezTo>
                  <a:pt x="1917742" y="85753"/>
                  <a:pt x="1916381" y="93506"/>
                  <a:pt x="1916381" y="101834"/>
                </a:cubicBezTo>
                <a:cubicBezTo>
                  <a:pt x="1916381" y="110446"/>
                  <a:pt x="1917706" y="118342"/>
                  <a:pt x="1920357" y="125522"/>
                </a:cubicBezTo>
                <a:cubicBezTo>
                  <a:pt x="1923010" y="132700"/>
                  <a:pt x="1926773" y="138874"/>
                  <a:pt x="1931645" y="144044"/>
                </a:cubicBezTo>
                <a:cubicBezTo>
                  <a:pt x="1936518" y="149212"/>
                  <a:pt x="1942465" y="153196"/>
                  <a:pt x="1949488" y="155995"/>
                </a:cubicBezTo>
                <a:cubicBezTo>
                  <a:pt x="1956510" y="158794"/>
                  <a:pt x="1964393" y="160194"/>
                  <a:pt x="1973137" y="160194"/>
                </a:cubicBezTo>
                <a:cubicBezTo>
                  <a:pt x="1985750" y="160194"/>
                  <a:pt x="1996499" y="157330"/>
                  <a:pt x="2005385" y="151602"/>
                </a:cubicBezTo>
                <a:cubicBezTo>
                  <a:pt x="2014273" y="145875"/>
                  <a:pt x="2020866" y="136351"/>
                  <a:pt x="2025166" y="123032"/>
                </a:cubicBezTo>
                <a:lnTo>
                  <a:pt x="1998292" y="123032"/>
                </a:lnTo>
                <a:cubicBezTo>
                  <a:pt x="1997288" y="126442"/>
                  <a:pt x="1994564" y="129674"/>
                  <a:pt x="1990120" y="132730"/>
                </a:cubicBezTo>
                <a:cubicBezTo>
                  <a:pt x="1985679" y="135783"/>
                  <a:pt x="1980376" y="137309"/>
                  <a:pt x="1974213" y="137309"/>
                </a:cubicBezTo>
                <a:cubicBezTo>
                  <a:pt x="1965614" y="137309"/>
                  <a:pt x="1959020" y="135091"/>
                  <a:pt x="1954432" y="130653"/>
                </a:cubicBezTo>
                <a:cubicBezTo>
                  <a:pt x="1949845" y="126213"/>
                  <a:pt x="1947338" y="119054"/>
                  <a:pt x="1946909" y="109176"/>
                </a:cubicBezTo>
                <a:close/>
                <a:moveTo>
                  <a:pt x="2123838" y="101401"/>
                </a:moveTo>
                <a:cubicBezTo>
                  <a:pt x="2123838" y="105987"/>
                  <a:pt x="2123408" y="110431"/>
                  <a:pt x="2122548" y="114733"/>
                </a:cubicBezTo>
                <a:cubicBezTo>
                  <a:pt x="2121689" y="119032"/>
                  <a:pt x="2120255" y="122867"/>
                  <a:pt x="2118248" y="126238"/>
                </a:cubicBezTo>
                <a:cubicBezTo>
                  <a:pt x="2116240" y="129606"/>
                  <a:pt x="2113552" y="132293"/>
                  <a:pt x="2110184" y="134301"/>
                </a:cubicBezTo>
                <a:cubicBezTo>
                  <a:pt x="2106816" y="136307"/>
                  <a:pt x="2102624" y="137309"/>
                  <a:pt x="2097607" y="137309"/>
                </a:cubicBezTo>
                <a:cubicBezTo>
                  <a:pt x="2092878" y="137309"/>
                  <a:pt x="2088829" y="136270"/>
                  <a:pt x="2085459" y="134193"/>
                </a:cubicBezTo>
                <a:cubicBezTo>
                  <a:pt x="2082091" y="132113"/>
                  <a:pt x="2079296" y="129389"/>
                  <a:pt x="2077074" y="126021"/>
                </a:cubicBezTo>
                <a:cubicBezTo>
                  <a:pt x="2074854" y="122651"/>
                  <a:pt x="2073242" y="118816"/>
                  <a:pt x="2072238" y="114516"/>
                </a:cubicBezTo>
                <a:cubicBezTo>
                  <a:pt x="2071235" y="110217"/>
                  <a:pt x="2070733" y="105916"/>
                  <a:pt x="2070733" y="101614"/>
                </a:cubicBezTo>
                <a:cubicBezTo>
                  <a:pt x="2070733" y="97028"/>
                  <a:pt x="2071198" y="92620"/>
                  <a:pt x="2072130" y="88390"/>
                </a:cubicBezTo>
                <a:cubicBezTo>
                  <a:pt x="2073062" y="84161"/>
                  <a:pt x="2074566" y="80398"/>
                  <a:pt x="2076644" y="77102"/>
                </a:cubicBezTo>
                <a:cubicBezTo>
                  <a:pt x="2078724" y="73804"/>
                  <a:pt x="2081483" y="71152"/>
                  <a:pt x="2084921" y="69147"/>
                </a:cubicBezTo>
                <a:cubicBezTo>
                  <a:pt x="2088361" y="67139"/>
                  <a:pt x="2092590" y="66135"/>
                  <a:pt x="2097607" y="66135"/>
                </a:cubicBezTo>
                <a:cubicBezTo>
                  <a:pt x="2102624" y="66135"/>
                  <a:pt x="2106780" y="67139"/>
                  <a:pt x="2110076" y="69147"/>
                </a:cubicBezTo>
                <a:cubicBezTo>
                  <a:pt x="2113374" y="71152"/>
                  <a:pt x="2116062" y="73768"/>
                  <a:pt x="2118139" y="76994"/>
                </a:cubicBezTo>
                <a:cubicBezTo>
                  <a:pt x="2120219" y="80220"/>
                  <a:pt x="2121689" y="83947"/>
                  <a:pt x="2122548" y="88177"/>
                </a:cubicBezTo>
                <a:cubicBezTo>
                  <a:pt x="2123408" y="92404"/>
                  <a:pt x="2123838" y="96812"/>
                  <a:pt x="2123838" y="101401"/>
                </a:cubicBezTo>
                <a:moveTo>
                  <a:pt x="2124267" y="143198"/>
                </a:moveTo>
                <a:lnTo>
                  <a:pt x="2124267" y="157396"/>
                </a:lnTo>
                <a:lnTo>
                  <a:pt x="2153290" y="157396"/>
                </a:lnTo>
                <a:lnTo>
                  <a:pt x="2153290" y="3779"/>
                </a:lnTo>
                <a:lnTo>
                  <a:pt x="2122762" y="3779"/>
                </a:lnTo>
                <a:lnTo>
                  <a:pt x="2122762" y="59659"/>
                </a:lnTo>
                <a:lnTo>
                  <a:pt x="2122332" y="59659"/>
                </a:lnTo>
                <a:cubicBezTo>
                  <a:pt x="2118892" y="54192"/>
                  <a:pt x="2114197" y="50055"/>
                  <a:pt x="2108249" y="47249"/>
                </a:cubicBezTo>
                <a:cubicBezTo>
                  <a:pt x="2102302" y="44443"/>
                  <a:pt x="2096032" y="43040"/>
                  <a:pt x="2089438" y="43040"/>
                </a:cubicBezTo>
                <a:cubicBezTo>
                  <a:pt x="2081267" y="43040"/>
                  <a:pt x="2074101" y="44655"/>
                  <a:pt x="2067938" y="47886"/>
                </a:cubicBezTo>
                <a:cubicBezTo>
                  <a:pt x="2061775" y="51116"/>
                  <a:pt x="2056650" y="55387"/>
                  <a:pt x="2052565" y="60699"/>
                </a:cubicBezTo>
                <a:cubicBezTo>
                  <a:pt x="2048482" y="66012"/>
                  <a:pt x="2045401" y="72149"/>
                  <a:pt x="2043321" y="79113"/>
                </a:cubicBezTo>
                <a:cubicBezTo>
                  <a:pt x="2041243" y="86076"/>
                  <a:pt x="2040204" y="93290"/>
                  <a:pt x="2040204" y="100754"/>
                </a:cubicBezTo>
                <a:cubicBezTo>
                  <a:pt x="2040204" y="108507"/>
                  <a:pt x="2041243" y="115974"/>
                  <a:pt x="2043321" y="123154"/>
                </a:cubicBezTo>
                <a:cubicBezTo>
                  <a:pt x="2045401" y="130332"/>
                  <a:pt x="2048482" y="136685"/>
                  <a:pt x="2052565" y="142214"/>
                </a:cubicBezTo>
                <a:cubicBezTo>
                  <a:pt x="2056650" y="147740"/>
                  <a:pt x="2061846" y="152119"/>
                  <a:pt x="2068151" y="155349"/>
                </a:cubicBezTo>
                <a:cubicBezTo>
                  <a:pt x="2074458" y="158579"/>
                  <a:pt x="2081769" y="160194"/>
                  <a:pt x="2090084" y="160194"/>
                </a:cubicBezTo>
                <a:cubicBezTo>
                  <a:pt x="2097393" y="160194"/>
                  <a:pt x="2103950" y="158868"/>
                  <a:pt x="2109754" y="156215"/>
                </a:cubicBezTo>
                <a:cubicBezTo>
                  <a:pt x="2115561" y="153560"/>
                  <a:pt x="2120255" y="149221"/>
                  <a:pt x="2123838" y="143198"/>
                </a:cubicBezTo>
                <a:lnTo>
                  <a:pt x="2124267" y="143198"/>
                </a:lnTo>
                <a:close/>
                <a:moveTo>
                  <a:pt x="2341003" y="55428"/>
                </a:moveTo>
                <a:lnTo>
                  <a:pt x="2373683" y="55428"/>
                </a:lnTo>
                <a:cubicBezTo>
                  <a:pt x="2372680" y="46542"/>
                  <a:pt x="2370242" y="38661"/>
                  <a:pt x="2366371" y="31785"/>
                </a:cubicBezTo>
                <a:cubicBezTo>
                  <a:pt x="2362502" y="24907"/>
                  <a:pt x="2357594" y="19142"/>
                  <a:pt x="2351645" y="14490"/>
                </a:cubicBezTo>
                <a:cubicBezTo>
                  <a:pt x="2345696" y="9836"/>
                  <a:pt x="2338959" y="6293"/>
                  <a:pt x="2331434" y="3861"/>
                </a:cubicBezTo>
                <a:cubicBezTo>
                  <a:pt x="2323910" y="1427"/>
                  <a:pt x="2315921" y="210"/>
                  <a:pt x="2307466" y="210"/>
                </a:cubicBezTo>
                <a:cubicBezTo>
                  <a:pt x="2295713" y="210"/>
                  <a:pt x="2285142" y="2285"/>
                  <a:pt x="2275753" y="6436"/>
                </a:cubicBezTo>
                <a:cubicBezTo>
                  <a:pt x="2266367" y="10587"/>
                  <a:pt x="2258448" y="16314"/>
                  <a:pt x="2251996" y="23616"/>
                </a:cubicBezTo>
                <a:cubicBezTo>
                  <a:pt x="2245546" y="30917"/>
                  <a:pt x="2240602" y="39470"/>
                  <a:pt x="2237161" y="49277"/>
                </a:cubicBezTo>
                <a:cubicBezTo>
                  <a:pt x="2233721" y="59083"/>
                  <a:pt x="2232001" y="69712"/>
                  <a:pt x="2232001" y="81163"/>
                </a:cubicBezTo>
                <a:cubicBezTo>
                  <a:pt x="2232001" y="92330"/>
                  <a:pt x="2233721" y="102745"/>
                  <a:pt x="2237161" y="112407"/>
                </a:cubicBezTo>
                <a:cubicBezTo>
                  <a:pt x="2240602" y="122069"/>
                  <a:pt x="2245546" y="130479"/>
                  <a:pt x="2251996" y="137637"/>
                </a:cubicBezTo>
                <a:cubicBezTo>
                  <a:pt x="2258448" y="144795"/>
                  <a:pt x="2266367" y="150415"/>
                  <a:pt x="2275753" y="154496"/>
                </a:cubicBezTo>
                <a:cubicBezTo>
                  <a:pt x="2285142" y="158575"/>
                  <a:pt x="2295713" y="160614"/>
                  <a:pt x="2307466" y="160614"/>
                </a:cubicBezTo>
                <a:cubicBezTo>
                  <a:pt x="2316925" y="160614"/>
                  <a:pt x="2325595" y="159183"/>
                  <a:pt x="2333477" y="156320"/>
                </a:cubicBezTo>
                <a:cubicBezTo>
                  <a:pt x="2341362" y="153455"/>
                  <a:pt x="2348242" y="149303"/>
                  <a:pt x="2354118" y="143864"/>
                </a:cubicBezTo>
                <a:cubicBezTo>
                  <a:pt x="2359995" y="138422"/>
                  <a:pt x="2364724" y="131833"/>
                  <a:pt x="2368307" y="124095"/>
                </a:cubicBezTo>
                <a:cubicBezTo>
                  <a:pt x="2371891" y="116358"/>
                  <a:pt x="2374113" y="107687"/>
                  <a:pt x="2374973" y="98084"/>
                </a:cubicBezTo>
                <a:lnTo>
                  <a:pt x="2342292" y="98084"/>
                </a:lnTo>
                <a:cubicBezTo>
                  <a:pt x="2341004" y="108402"/>
                  <a:pt x="2337457" y="116715"/>
                  <a:pt x="2331650" y="123023"/>
                </a:cubicBezTo>
                <a:cubicBezTo>
                  <a:pt x="2325846" y="129328"/>
                  <a:pt x="2317785" y="132480"/>
                  <a:pt x="2307466" y="132480"/>
                </a:cubicBezTo>
                <a:cubicBezTo>
                  <a:pt x="2299869" y="132480"/>
                  <a:pt x="2293418" y="131013"/>
                  <a:pt x="2288114" y="128078"/>
                </a:cubicBezTo>
                <a:cubicBezTo>
                  <a:pt x="2282811" y="125143"/>
                  <a:pt x="2278511" y="121242"/>
                  <a:pt x="2275215" y="116376"/>
                </a:cubicBezTo>
                <a:cubicBezTo>
                  <a:pt x="2271920" y="111508"/>
                  <a:pt x="2269519" y="106033"/>
                  <a:pt x="2268015" y="99951"/>
                </a:cubicBezTo>
                <a:cubicBezTo>
                  <a:pt x="2266510" y="93866"/>
                  <a:pt x="2265758" y="87603"/>
                  <a:pt x="2265758" y="81160"/>
                </a:cubicBezTo>
                <a:cubicBezTo>
                  <a:pt x="2265758" y="74433"/>
                  <a:pt x="2266510" y="67920"/>
                  <a:pt x="2268015" y="61621"/>
                </a:cubicBezTo>
                <a:cubicBezTo>
                  <a:pt x="2269519" y="55323"/>
                  <a:pt x="2271920" y="49704"/>
                  <a:pt x="2275215" y="44766"/>
                </a:cubicBezTo>
                <a:cubicBezTo>
                  <a:pt x="2278511" y="39828"/>
                  <a:pt x="2282811" y="35891"/>
                  <a:pt x="2288114" y="32956"/>
                </a:cubicBezTo>
                <a:cubicBezTo>
                  <a:pt x="2293418" y="30021"/>
                  <a:pt x="2299869" y="28554"/>
                  <a:pt x="2307466" y="28554"/>
                </a:cubicBezTo>
                <a:cubicBezTo>
                  <a:pt x="2311622" y="28554"/>
                  <a:pt x="2315597" y="29235"/>
                  <a:pt x="2319394" y="30597"/>
                </a:cubicBezTo>
                <a:cubicBezTo>
                  <a:pt x="2323193" y="31958"/>
                  <a:pt x="2326597" y="33856"/>
                  <a:pt x="2329606" y="36292"/>
                </a:cubicBezTo>
                <a:cubicBezTo>
                  <a:pt x="2332618" y="38729"/>
                  <a:pt x="2335126" y="41560"/>
                  <a:pt x="2337132" y="44786"/>
                </a:cubicBezTo>
                <a:cubicBezTo>
                  <a:pt x="2339140" y="48009"/>
                  <a:pt x="2340430" y="51557"/>
                  <a:pt x="2341003" y="55428"/>
                </a:cubicBezTo>
                <a:close/>
                <a:moveTo>
                  <a:pt x="2420905" y="101830"/>
                </a:moveTo>
                <a:cubicBezTo>
                  <a:pt x="2420905" y="97386"/>
                  <a:pt x="2421335" y="93015"/>
                  <a:pt x="2422194" y="88715"/>
                </a:cubicBezTo>
                <a:cubicBezTo>
                  <a:pt x="2423054" y="84413"/>
                  <a:pt x="2424522" y="80614"/>
                  <a:pt x="2426600" y="77318"/>
                </a:cubicBezTo>
                <a:cubicBezTo>
                  <a:pt x="2428680" y="74020"/>
                  <a:pt x="2431440" y="71333"/>
                  <a:pt x="2434880" y="69255"/>
                </a:cubicBezTo>
                <a:cubicBezTo>
                  <a:pt x="2438320" y="67175"/>
                  <a:pt x="2442620" y="66135"/>
                  <a:pt x="2447779" y="66135"/>
                </a:cubicBezTo>
                <a:cubicBezTo>
                  <a:pt x="2452940" y="66135"/>
                  <a:pt x="2457276" y="67175"/>
                  <a:pt x="2460786" y="69255"/>
                </a:cubicBezTo>
                <a:cubicBezTo>
                  <a:pt x="2464298" y="71333"/>
                  <a:pt x="2467093" y="74020"/>
                  <a:pt x="2469171" y="77318"/>
                </a:cubicBezTo>
                <a:cubicBezTo>
                  <a:pt x="2471251" y="80614"/>
                  <a:pt x="2472721" y="84413"/>
                  <a:pt x="2473580" y="88715"/>
                </a:cubicBezTo>
                <a:cubicBezTo>
                  <a:pt x="2474440" y="93015"/>
                  <a:pt x="2474869" y="97386"/>
                  <a:pt x="2474869" y="101830"/>
                </a:cubicBezTo>
                <a:cubicBezTo>
                  <a:pt x="2474869" y="106274"/>
                  <a:pt x="2474440" y="110611"/>
                  <a:pt x="2473580" y="114841"/>
                </a:cubicBezTo>
                <a:cubicBezTo>
                  <a:pt x="2472721" y="119068"/>
                  <a:pt x="2471251" y="122867"/>
                  <a:pt x="2469171" y="126238"/>
                </a:cubicBezTo>
                <a:cubicBezTo>
                  <a:pt x="2467093" y="129606"/>
                  <a:pt x="2464298" y="132293"/>
                  <a:pt x="2460786" y="134301"/>
                </a:cubicBezTo>
                <a:cubicBezTo>
                  <a:pt x="2457276" y="136307"/>
                  <a:pt x="2452940" y="137309"/>
                  <a:pt x="2447779" y="137309"/>
                </a:cubicBezTo>
                <a:cubicBezTo>
                  <a:pt x="2442620" y="137309"/>
                  <a:pt x="2438320" y="136307"/>
                  <a:pt x="2434880" y="134301"/>
                </a:cubicBezTo>
                <a:cubicBezTo>
                  <a:pt x="2431440" y="132293"/>
                  <a:pt x="2428680" y="129606"/>
                  <a:pt x="2426600" y="126238"/>
                </a:cubicBezTo>
                <a:cubicBezTo>
                  <a:pt x="2424522" y="122867"/>
                  <a:pt x="2423054" y="119068"/>
                  <a:pt x="2422194" y="114841"/>
                </a:cubicBezTo>
                <a:cubicBezTo>
                  <a:pt x="2421335" y="110611"/>
                  <a:pt x="2420905" y="106274"/>
                  <a:pt x="2420905" y="101830"/>
                </a:cubicBezTo>
                <a:moveTo>
                  <a:pt x="2390376" y="101834"/>
                </a:moveTo>
                <a:cubicBezTo>
                  <a:pt x="2390376" y="110735"/>
                  <a:pt x="2391738" y="118774"/>
                  <a:pt x="2394461" y="125952"/>
                </a:cubicBezTo>
                <a:cubicBezTo>
                  <a:pt x="2397184" y="133130"/>
                  <a:pt x="2401053" y="139268"/>
                  <a:pt x="2406070" y="144366"/>
                </a:cubicBezTo>
                <a:cubicBezTo>
                  <a:pt x="2411087" y="149461"/>
                  <a:pt x="2417107" y="153374"/>
                  <a:pt x="2424130" y="156103"/>
                </a:cubicBezTo>
                <a:cubicBezTo>
                  <a:pt x="2431154" y="158831"/>
                  <a:pt x="2439037" y="160194"/>
                  <a:pt x="2447779" y="160194"/>
                </a:cubicBezTo>
                <a:cubicBezTo>
                  <a:pt x="2456523" y="160194"/>
                  <a:pt x="2464442" y="158831"/>
                  <a:pt x="2471536" y="156103"/>
                </a:cubicBezTo>
                <a:cubicBezTo>
                  <a:pt x="2478631" y="153374"/>
                  <a:pt x="2484687" y="149461"/>
                  <a:pt x="2489704" y="144366"/>
                </a:cubicBezTo>
                <a:cubicBezTo>
                  <a:pt x="2494721" y="139268"/>
                  <a:pt x="2498591" y="133130"/>
                  <a:pt x="2501314" y="125952"/>
                </a:cubicBezTo>
                <a:cubicBezTo>
                  <a:pt x="2504036" y="118774"/>
                  <a:pt x="2505398" y="110735"/>
                  <a:pt x="2505398" y="101834"/>
                </a:cubicBezTo>
                <a:cubicBezTo>
                  <a:pt x="2505398" y="92933"/>
                  <a:pt x="2504036" y="84857"/>
                  <a:pt x="2501314" y="77607"/>
                </a:cubicBezTo>
                <a:cubicBezTo>
                  <a:pt x="2498591" y="70355"/>
                  <a:pt x="2494721" y="64181"/>
                  <a:pt x="2489704" y="59085"/>
                </a:cubicBezTo>
                <a:cubicBezTo>
                  <a:pt x="2484687" y="53987"/>
                  <a:pt x="2478631" y="50039"/>
                  <a:pt x="2471536" y="47239"/>
                </a:cubicBezTo>
                <a:cubicBezTo>
                  <a:pt x="2464442" y="44440"/>
                  <a:pt x="2456523" y="43040"/>
                  <a:pt x="2447779" y="43040"/>
                </a:cubicBezTo>
                <a:cubicBezTo>
                  <a:pt x="2439037" y="43040"/>
                  <a:pt x="2431154" y="44440"/>
                  <a:pt x="2424130" y="47239"/>
                </a:cubicBezTo>
                <a:cubicBezTo>
                  <a:pt x="2417107" y="50039"/>
                  <a:pt x="2411087" y="53987"/>
                  <a:pt x="2406070" y="59085"/>
                </a:cubicBezTo>
                <a:cubicBezTo>
                  <a:pt x="2401053" y="64181"/>
                  <a:pt x="2397184" y="70355"/>
                  <a:pt x="2394461" y="77607"/>
                </a:cubicBezTo>
                <a:cubicBezTo>
                  <a:pt x="2391738" y="84857"/>
                  <a:pt x="2390376" y="92933"/>
                  <a:pt x="2390376" y="101834"/>
                </a:cubicBezTo>
                <a:close/>
                <a:moveTo>
                  <a:pt x="2603552" y="101401"/>
                </a:moveTo>
                <a:cubicBezTo>
                  <a:pt x="2603552" y="105987"/>
                  <a:pt x="2603122" y="110431"/>
                  <a:pt x="2602263" y="114733"/>
                </a:cubicBezTo>
                <a:cubicBezTo>
                  <a:pt x="2601403" y="119032"/>
                  <a:pt x="2599970" y="122867"/>
                  <a:pt x="2597962" y="126238"/>
                </a:cubicBezTo>
                <a:cubicBezTo>
                  <a:pt x="2595954" y="129606"/>
                  <a:pt x="2593266" y="132293"/>
                  <a:pt x="2589898" y="134301"/>
                </a:cubicBezTo>
                <a:cubicBezTo>
                  <a:pt x="2586530" y="136307"/>
                  <a:pt x="2582338" y="137309"/>
                  <a:pt x="2577321" y="137309"/>
                </a:cubicBezTo>
                <a:cubicBezTo>
                  <a:pt x="2572593" y="137309"/>
                  <a:pt x="2568543" y="136270"/>
                  <a:pt x="2565173" y="134193"/>
                </a:cubicBezTo>
                <a:cubicBezTo>
                  <a:pt x="2561805" y="132113"/>
                  <a:pt x="2559010" y="129389"/>
                  <a:pt x="2556788" y="126021"/>
                </a:cubicBezTo>
                <a:cubicBezTo>
                  <a:pt x="2554568" y="122651"/>
                  <a:pt x="2552956" y="118816"/>
                  <a:pt x="2551953" y="114516"/>
                </a:cubicBezTo>
                <a:cubicBezTo>
                  <a:pt x="2550949" y="110217"/>
                  <a:pt x="2550447" y="105916"/>
                  <a:pt x="2550447" y="101614"/>
                </a:cubicBezTo>
                <a:cubicBezTo>
                  <a:pt x="2550447" y="97028"/>
                  <a:pt x="2550913" y="92620"/>
                  <a:pt x="2551844" y="88390"/>
                </a:cubicBezTo>
                <a:cubicBezTo>
                  <a:pt x="2552776" y="84161"/>
                  <a:pt x="2554281" y="80398"/>
                  <a:pt x="2556358" y="77102"/>
                </a:cubicBezTo>
                <a:cubicBezTo>
                  <a:pt x="2558438" y="73804"/>
                  <a:pt x="2561197" y="71152"/>
                  <a:pt x="2564635" y="69147"/>
                </a:cubicBezTo>
                <a:cubicBezTo>
                  <a:pt x="2568075" y="67139"/>
                  <a:pt x="2572304" y="66135"/>
                  <a:pt x="2577321" y="66135"/>
                </a:cubicBezTo>
                <a:cubicBezTo>
                  <a:pt x="2582338" y="66135"/>
                  <a:pt x="2586494" y="67139"/>
                  <a:pt x="2589790" y="69147"/>
                </a:cubicBezTo>
                <a:cubicBezTo>
                  <a:pt x="2593088" y="71152"/>
                  <a:pt x="2595776" y="73768"/>
                  <a:pt x="2597854" y="76994"/>
                </a:cubicBezTo>
                <a:cubicBezTo>
                  <a:pt x="2599933" y="80220"/>
                  <a:pt x="2601403" y="83947"/>
                  <a:pt x="2602263" y="88177"/>
                </a:cubicBezTo>
                <a:cubicBezTo>
                  <a:pt x="2603122" y="92404"/>
                  <a:pt x="2603552" y="96812"/>
                  <a:pt x="2603552" y="101401"/>
                </a:cubicBezTo>
                <a:moveTo>
                  <a:pt x="2603982" y="143198"/>
                </a:moveTo>
                <a:lnTo>
                  <a:pt x="2603982" y="157396"/>
                </a:lnTo>
                <a:lnTo>
                  <a:pt x="2633004" y="157396"/>
                </a:lnTo>
                <a:lnTo>
                  <a:pt x="2633004" y="3779"/>
                </a:lnTo>
                <a:lnTo>
                  <a:pt x="2602476" y="3779"/>
                </a:lnTo>
                <a:lnTo>
                  <a:pt x="2602476" y="59659"/>
                </a:lnTo>
                <a:lnTo>
                  <a:pt x="2602046" y="59659"/>
                </a:lnTo>
                <a:cubicBezTo>
                  <a:pt x="2598606" y="54192"/>
                  <a:pt x="2593912" y="50055"/>
                  <a:pt x="2587963" y="47249"/>
                </a:cubicBezTo>
                <a:cubicBezTo>
                  <a:pt x="2582016" y="44443"/>
                  <a:pt x="2575746" y="43040"/>
                  <a:pt x="2569152" y="43040"/>
                </a:cubicBezTo>
                <a:cubicBezTo>
                  <a:pt x="2560982" y="43040"/>
                  <a:pt x="2553815" y="44655"/>
                  <a:pt x="2547652" y="47886"/>
                </a:cubicBezTo>
                <a:cubicBezTo>
                  <a:pt x="2541489" y="51116"/>
                  <a:pt x="2536365" y="55387"/>
                  <a:pt x="2532279" y="60699"/>
                </a:cubicBezTo>
                <a:cubicBezTo>
                  <a:pt x="2528196" y="66012"/>
                  <a:pt x="2525115" y="72149"/>
                  <a:pt x="2523035" y="79113"/>
                </a:cubicBezTo>
                <a:cubicBezTo>
                  <a:pt x="2520957" y="86076"/>
                  <a:pt x="2519918" y="93290"/>
                  <a:pt x="2519918" y="100754"/>
                </a:cubicBezTo>
                <a:cubicBezTo>
                  <a:pt x="2519918" y="108507"/>
                  <a:pt x="2520957" y="115974"/>
                  <a:pt x="2523035" y="123154"/>
                </a:cubicBezTo>
                <a:cubicBezTo>
                  <a:pt x="2525115" y="130332"/>
                  <a:pt x="2528196" y="136685"/>
                  <a:pt x="2532279" y="142214"/>
                </a:cubicBezTo>
                <a:cubicBezTo>
                  <a:pt x="2536365" y="147740"/>
                  <a:pt x="2541560" y="152119"/>
                  <a:pt x="2547865" y="155349"/>
                </a:cubicBezTo>
                <a:cubicBezTo>
                  <a:pt x="2554172" y="158579"/>
                  <a:pt x="2561484" y="160194"/>
                  <a:pt x="2569799" y="160194"/>
                </a:cubicBezTo>
                <a:cubicBezTo>
                  <a:pt x="2577108" y="160194"/>
                  <a:pt x="2583664" y="158868"/>
                  <a:pt x="2589469" y="156215"/>
                </a:cubicBezTo>
                <a:cubicBezTo>
                  <a:pt x="2595275" y="153560"/>
                  <a:pt x="2599970" y="149221"/>
                  <a:pt x="2603552" y="143198"/>
                </a:cubicBezTo>
                <a:lnTo>
                  <a:pt x="2603982" y="143198"/>
                </a:lnTo>
                <a:close/>
                <a:moveTo>
                  <a:pt x="2730296" y="89860"/>
                </a:moveTo>
                <a:lnTo>
                  <a:pt x="2680635" y="89860"/>
                </a:lnTo>
                <a:cubicBezTo>
                  <a:pt x="2680777" y="87703"/>
                  <a:pt x="2681242" y="85260"/>
                  <a:pt x="2682029" y="82528"/>
                </a:cubicBezTo>
                <a:cubicBezTo>
                  <a:pt x="2682819" y="79794"/>
                  <a:pt x="2684181" y="77206"/>
                  <a:pt x="2686117" y="74763"/>
                </a:cubicBezTo>
                <a:cubicBezTo>
                  <a:pt x="2688052" y="72318"/>
                  <a:pt x="2690632" y="70269"/>
                  <a:pt x="2693856" y="68615"/>
                </a:cubicBezTo>
                <a:cubicBezTo>
                  <a:pt x="2697081" y="66962"/>
                  <a:pt x="2701131" y="66135"/>
                  <a:pt x="2706003" y="66135"/>
                </a:cubicBezTo>
                <a:cubicBezTo>
                  <a:pt x="2713457" y="66135"/>
                  <a:pt x="2719011" y="68148"/>
                  <a:pt x="2722665" y="72175"/>
                </a:cubicBezTo>
                <a:cubicBezTo>
                  <a:pt x="2726320" y="76201"/>
                  <a:pt x="2728863" y="82096"/>
                  <a:pt x="2730296" y="89860"/>
                </a:cubicBezTo>
                <a:moveTo>
                  <a:pt x="2680635" y="109176"/>
                </a:moveTo>
                <a:lnTo>
                  <a:pt x="2760827" y="109176"/>
                </a:lnTo>
                <a:cubicBezTo>
                  <a:pt x="2761400" y="100559"/>
                  <a:pt x="2760683" y="92301"/>
                  <a:pt x="2758675" y="84401"/>
                </a:cubicBezTo>
                <a:cubicBezTo>
                  <a:pt x="2756670" y="76502"/>
                  <a:pt x="2753409" y="69465"/>
                  <a:pt x="2748893" y="63291"/>
                </a:cubicBezTo>
                <a:cubicBezTo>
                  <a:pt x="2744379" y="57115"/>
                  <a:pt x="2738609" y="52196"/>
                  <a:pt x="2731585" y="48535"/>
                </a:cubicBezTo>
                <a:cubicBezTo>
                  <a:pt x="2724562" y="44872"/>
                  <a:pt x="2716322" y="43040"/>
                  <a:pt x="2706863" y="43040"/>
                </a:cubicBezTo>
                <a:cubicBezTo>
                  <a:pt x="2698406" y="43040"/>
                  <a:pt x="2690702" y="44548"/>
                  <a:pt x="2683752" y="47564"/>
                </a:cubicBezTo>
                <a:cubicBezTo>
                  <a:pt x="2676801" y="50578"/>
                  <a:pt x="2670818" y="54705"/>
                  <a:pt x="2665801" y="59945"/>
                </a:cubicBezTo>
                <a:cubicBezTo>
                  <a:pt x="2660784" y="65185"/>
                  <a:pt x="2656914" y="71395"/>
                  <a:pt x="2654191" y="78575"/>
                </a:cubicBezTo>
                <a:cubicBezTo>
                  <a:pt x="2651468" y="85753"/>
                  <a:pt x="2650107" y="93506"/>
                  <a:pt x="2650107" y="101834"/>
                </a:cubicBezTo>
                <a:cubicBezTo>
                  <a:pt x="2650107" y="110446"/>
                  <a:pt x="2651432" y="118342"/>
                  <a:pt x="2654083" y="125522"/>
                </a:cubicBezTo>
                <a:cubicBezTo>
                  <a:pt x="2656735" y="132700"/>
                  <a:pt x="2660498" y="138874"/>
                  <a:pt x="2665371" y="144044"/>
                </a:cubicBezTo>
                <a:cubicBezTo>
                  <a:pt x="2670244" y="149212"/>
                  <a:pt x="2676191" y="153196"/>
                  <a:pt x="2683214" y="155995"/>
                </a:cubicBezTo>
                <a:cubicBezTo>
                  <a:pt x="2690236" y="158794"/>
                  <a:pt x="2698119" y="160194"/>
                  <a:pt x="2706863" y="160194"/>
                </a:cubicBezTo>
                <a:cubicBezTo>
                  <a:pt x="2719475" y="160194"/>
                  <a:pt x="2730224" y="157330"/>
                  <a:pt x="2739110" y="151602"/>
                </a:cubicBezTo>
                <a:cubicBezTo>
                  <a:pt x="2747998" y="145875"/>
                  <a:pt x="2754592" y="136351"/>
                  <a:pt x="2758892" y="123032"/>
                </a:cubicBezTo>
                <a:lnTo>
                  <a:pt x="2732018" y="123032"/>
                </a:lnTo>
                <a:cubicBezTo>
                  <a:pt x="2731014" y="126442"/>
                  <a:pt x="2728290" y="129674"/>
                  <a:pt x="2723846" y="132730"/>
                </a:cubicBezTo>
                <a:cubicBezTo>
                  <a:pt x="2719404" y="135783"/>
                  <a:pt x="2714102" y="137309"/>
                  <a:pt x="2707939" y="137309"/>
                </a:cubicBezTo>
                <a:cubicBezTo>
                  <a:pt x="2699340" y="137309"/>
                  <a:pt x="2692746" y="135091"/>
                  <a:pt x="2688157" y="130653"/>
                </a:cubicBezTo>
                <a:cubicBezTo>
                  <a:pt x="2683571" y="126213"/>
                  <a:pt x="2681064" y="119054"/>
                  <a:pt x="2680635" y="109176"/>
                </a:cubicBezTo>
                <a:close/>
                <a:moveTo>
                  <a:pt x="2952500" y="139783"/>
                </a:moveTo>
                <a:lnTo>
                  <a:pt x="2955941" y="157196"/>
                </a:lnTo>
                <a:lnTo>
                  <a:pt x="2977438" y="157196"/>
                </a:lnTo>
                <a:lnTo>
                  <a:pt x="2977438" y="74323"/>
                </a:lnTo>
                <a:lnTo>
                  <a:pt x="2912940" y="74323"/>
                </a:lnTo>
                <a:lnTo>
                  <a:pt x="2912940" y="99518"/>
                </a:lnTo>
                <a:lnTo>
                  <a:pt x="2946910" y="99518"/>
                </a:lnTo>
                <a:cubicBezTo>
                  <a:pt x="2945906" y="110221"/>
                  <a:pt x="2942359" y="118391"/>
                  <a:pt x="2936268" y="124026"/>
                </a:cubicBezTo>
                <a:cubicBezTo>
                  <a:pt x="2930177" y="129662"/>
                  <a:pt x="2921542" y="132480"/>
                  <a:pt x="2910362" y="132480"/>
                </a:cubicBezTo>
                <a:cubicBezTo>
                  <a:pt x="2902766" y="132480"/>
                  <a:pt x="2896317" y="131013"/>
                  <a:pt x="2891013" y="128078"/>
                </a:cubicBezTo>
                <a:cubicBezTo>
                  <a:pt x="2885710" y="125143"/>
                  <a:pt x="2881409" y="121242"/>
                  <a:pt x="2878111" y="116376"/>
                </a:cubicBezTo>
                <a:cubicBezTo>
                  <a:pt x="2874815" y="111508"/>
                  <a:pt x="2872415" y="106033"/>
                  <a:pt x="2870910" y="99951"/>
                </a:cubicBezTo>
                <a:cubicBezTo>
                  <a:pt x="2869405" y="93866"/>
                  <a:pt x="2868653" y="87603"/>
                  <a:pt x="2868653" y="81160"/>
                </a:cubicBezTo>
                <a:cubicBezTo>
                  <a:pt x="2868653" y="74433"/>
                  <a:pt x="2869405" y="67920"/>
                  <a:pt x="2870910" y="61621"/>
                </a:cubicBezTo>
                <a:cubicBezTo>
                  <a:pt x="2872415" y="55323"/>
                  <a:pt x="2874815" y="49704"/>
                  <a:pt x="2878111" y="44766"/>
                </a:cubicBezTo>
                <a:cubicBezTo>
                  <a:pt x="2881407" y="39828"/>
                  <a:pt x="2885706" y="35891"/>
                  <a:pt x="2891010" y="32956"/>
                </a:cubicBezTo>
                <a:cubicBezTo>
                  <a:pt x="2896313" y="30021"/>
                  <a:pt x="2902764" y="28554"/>
                  <a:pt x="2910362" y="28554"/>
                </a:cubicBezTo>
                <a:cubicBezTo>
                  <a:pt x="2918530" y="28554"/>
                  <a:pt x="2925480" y="30703"/>
                  <a:pt x="2931213" y="35003"/>
                </a:cubicBezTo>
                <a:cubicBezTo>
                  <a:pt x="2936947" y="39303"/>
                  <a:pt x="2940817" y="45752"/>
                  <a:pt x="2942822" y="54352"/>
                </a:cubicBezTo>
                <a:lnTo>
                  <a:pt x="2975073" y="54352"/>
                </a:lnTo>
                <a:cubicBezTo>
                  <a:pt x="2974214" y="45610"/>
                  <a:pt x="2971848" y="37872"/>
                  <a:pt x="2967977" y="31139"/>
                </a:cubicBezTo>
                <a:cubicBezTo>
                  <a:pt x="2964108" y="24405"/>
                  <a:pt x="2959200" y="18748"/>
                  <a:pt x="2953251" y="14169"/>
                </a:cubicBezTo>
                <a:cubicBezTo>
                  <a:pt x="2947302" y="9587"/>
                  <a:pt x="2940637" y="6115"/>
                  <a:pt x="2933256" y="3753"/>
                </a:cubicBezTo>
                <a:cubicBezTo>
                  <a:pt x="2925875" y="1391"/>
                  <a:pt x="2918244" y="210"/>
                  <a:pt x="2910362" y="210"/>
                </a:cubicBezTo>
                <a:cubicBezTo>
                  <a:pt x="2898609" y="210"/>
                  <a:pt x="2888038" y="2285"/>
                  <a:pt x="2878649" y="6436"/>
                </a:cubicBezTo>
                <a:cubicBezTo>
                  <a:pt x="2869262" y="10587"/>
                  <a:pt x="2861343" y="16314"/>
                  <a:pt x="2854891" y="23616"/>
                </a:cubicBezTo>
                <a:cubicBezTo>
                  <a:pt x="2848442" y="30917"/>
                  <a:pt x="2843497" y="39470"/>
                  <a:pt x="2840057" y="49277"/>
                </a:cubicBezTo>
                <a:cubicBezTo>
                  <a:pt x="2836617" y="59083"/>
                  <a:pt x="2834897" y="69712"/>
                  <a:pt x="2834897" y="81163"/>
                </a:cubicBezTo>
                <a:cubicBezTo>
                  <a:pt x="2834897" y="92330"/>
                  <a:pt x="2836617" y="102745"/>
                  <a:pt x="2840057" y="112407"/>
                </a:cubicBezTo>
                <a:cubicBezTo>
                  <a:pt x="2843497" y="122069"/>
                  <a:pt x="2848442" y="130479"/>
                  <a:pt x="2854891" y="137637"/>
                </a:cubicBezTo>
                <a:cubicBezTo>
                  <a:pt x="2861341" y="144795"/>
                  <a:pt x="2869260" y="150415"/>
                  <a:pt x="2878649" y="154496"/>
                </a:cubicBezTo>
                <a:cubicBezTo>
                  <a:pt x="2888038" y="158575"/>
                  <a:pt x="2898609" y="160614"/>
                  <a:pt x="2910362" y="160614"/>
                </a:cubicBezTo>
                <a:cubicBezTo>
                  <a:pt x="2917815" y="160614"/>
                  <a:pt x="2925196" y="159075"/>
                  <a:pt x="2932505" y="155998"/>
                </a:cubicBezTo>
                <a:cubicBezTo>
                  <a:pt x="2939814" y="152919"/>
                  <a:pt x="2946479" y="147514"/>
                  <a:pt x="2952500" y="139783"/>
                </a:cubicBezTo>
                <a:close/>
                <a:moveTo>
                  <a:pt x="3076119" y="89860"/>
                </a:moveTo>
                <a:lnTo>
                  <a:pt x="3026459" y="89860"/>
                </a:lnTo>
                <a:cubicBezTo>
                  <a:pt x="3026601" y="87703"/>
                  <a:pt x="3027066" y="85260"/>
                  <a:pt x="3027853" y="82528"/>
                </a:cubicBezTo>
                <a:cubicBezTo>
                  <a:pt x="3028643" y="79794"/>
                  <a:pt x="3030005" y="77206"/>
                  <a:pt x="3031941" y="74763"/>
                </a:cubicBezTo>
                <a:cubicBezTo>
                  <a:pt x="3033876" y="72318"/>
                  <a:pt x="3036456" y="70269"/>
                  <a:pt x="3039679" y="68615"/>
                </a:cubicBezTo>
                <a:cubicBezTo>
                  <a:pt x="3042905" y="66962"/>
                  <a:pt x="3046954" y="66135"/>
                  <a:pt x="3051827" y="66135"/>
                </a:cubicBezTo>
                <a:cubicBezTo>
                  <a:pt x="3059280" y="66135"/>
                  <a:pt x="3064834" y="68148"/>
                  <a:pt x="3068489" y="72175"/>
                </a:cubicBezTo>
                <a:cubicBezTo>
                  <a:pt x="3072143" y="76201"/>
                  <a:pt x="3074687" y="82096"/>
                  <a:pt x="3076119" y="89860"/>
                </a:cubicBezTo>
                <a:moveTo>
                  <a:pt x="3026459" y="109176"/>
                </a:moveTo>
                <a:lnTo>
                  <a:pt x="3106651" y="109176"/>
                </a:lnTo>
                <a:cubicBezTo>
                  <a:pt x="3107224" y="100559"/>
                  <a:pt x="3106507" y="92301"/>
                  <a:pt x="3104499" y="84401"/>
                </a:cubicBezTo>
                <a:cubicBezTo>
                  <a:pt x="3102494" y="76502"/>
                  <a:pt x="3099233" y="69465"/>
                  <a:pt x="3094717" y="63291"/>
                </a:cubicBezTo>
                <a:cubicBezTo>
                  <a:pt x="3090203" y="57115"/>
                  <a:pt x="3084433" y="52196"/>
                  <a:pt x="3077409" y="48535"/>
                </a:cubicBezTo>
                <a:cubicBezTo>
                  <a:pt x="3070386" y="44872"/>
                  <a:pt x="3062145" y="43040"/>
                  <a:pt x="3052687" y="43040"/>
                </a:cubicBezTo>
                <a:cubicBezTo>
                  <a:pt x="3044229" y="43040"/>
                  <a:pt x="3036526" y="44548"/>
                  <a:pt x="3029575" y="47564"/>
                </a:cubicBezTo>
                <a:cubicBezTo>
                  <a:pt x="3022625" y="50578"/>
                  <a:pt x="3016641" y="54705"/>
                  <a:pt x="3011624" y="59945"/>
                </a:cubicBezTo>
                <a:cubicBezTo>
                  <a:pt x="3006607" y="65185"/>
                  <a:pt x="3002738" y="71395"/>
                  <a:pt x="3000015" y="78575"/>
                </a:cubicBezTo>
                <a:cubicBezTo>
                  <a:pt x="2997292" y="85753"/>
                  <a:pt x="2995930" y="93506"/>
                  <a:pt x="2995930" y="101834"/>
                </a:cubicBezTo>
                <a:cubicBezTo>
                  <a:pt x="2995930" y="110446"/>
                  <a:pt x="2997256" y="118342"/>
                  <a:pt x="2999906" y="125522"/>
                </a:cubicBezTo>
                <a:cubicBezTo>
                  <a:pt x="3002559" y="132700"/>
                  <a:pt x="3006322" y="138874"/>
                  <a:pt x="3011195" y="144044"/>
                </a:cubicBezTo>
                <a:cubicBezTo>
                  <a:pt x="3016067" y="149212"/>
                  <a:pt x="3022015" y="153196"/>
                  <a:pt x="3029037" y="155995"/>
                </a:cubicBezTo>
                <a:cubicBezTo>
                  <a:pt x="3036060" y="158794"/>
                  <a:pt x="3043943" y="160194"/>
                  <a:pt x="3052687" y="160194"/>
                </a:cubicBezTo>
                <a:cubicBezTo>
                  <a:pt x="3065299" y="160194"/>
                  <a:pt x="3076048" y="157330"/>
                  <a:pt x="3084934" y="151602"/>
                </a:cubicBezTo>
                <a:cubicBezTo>
                  <a:pt x="3093822" y="145875"/>
                  <a:pt x="3100416" y="136351"/>
                  <a:pt x="3104716" y="123032"/>
                </a:cubicBezTo>
                <a:lnTo>
                  <a:pt x="3077842" y="123032"/>
                </a:lnTo>
                <a:cubicBezTo>
                  <a:pt x="3076838" y="126442"/>
                  <a:pt x="3074114" y="129674"/>
                  <a:pt x="3069670" y="132730"/>
                </a:cubicBezTo>
                <a:cubicBezTo>
                  <a:pt x="3065228" y="135783"/>
                  <a:pt x="3059926" y="137309"/>
                  <a:pt x="3053763" y="137309"/>
                </a:cubicBezTo>
                <a:cubicBezTo>
                  <a:pt x="3045163" y="137309"/>
                  <a:pt x="3038569" y="135091"/>
                  <a:pt x="3033981" y="130653"/>
                </a:cubicBezTo>
                <a:cubicBezTo>
                  <a:pt x="3029395" y="126213"/>
                  <a:pt x="3026888" y="119054"/>
                  <a:pt x="3026459" y="109176"/>
                </a:cubicBezTo>
                <a:close/>
                <a:moveTo>
                  <a:pt x="3124484" y="46101"/>
                </a:moveTo>
                <a:lnTo>
                  <a:pt x="3124484" y="157255"/>
                </a:lnTo>
                <a:lnTo>
                  <a:pt x="3155013" y="157255"/>
                </a:lnTo>
                <a:lnTo>
                  <a:pt x="3155013" y="98999"/>
                </a:lnTo>
                <a:cubicBezTo>
                  <a:pt x="3155013" y="87677"/>
                  <a:pt x="3156876" y="79545"/>
                  <a:pt x="3160603" y="74602"/>
                </a:cubicBezTo>
                <a:cubicBezTo>
                  <a:pt x="3164329" y="69657"/>
                  <a:pt x="3170349" y="67185"/>
                  <a:pt x="3178662" y="67185"/>
                </a:cubicBezTo>
                <a:cubicBezTo>
                  <a:pt x="3185973" y="67185"/>
                  <a:pt x="3191061" y="69442"/>
                  <a:pt x="3193926" y="73956"/>
                </a:cubicBezTo>
                <a:cubicBezTo>
                  <a:pt x="3196793" y="78470"/>
                  <a:pt x="3198227" y="85313"/>
                  <a:pt x="3198227" y="94485"/>
                </a:cubicBezTo>
                <a:lnTo>
                  <a:pt x="3198227" y="157255"/>
                </a:lnTo>
                <a:lnTo>
                  <a:pt x="3228755" y="157255"/>
                </a:lnTo>
                <a:lnTo>
                  <a:pt x="3228755" y="88856"/>
                </a:lnTo>
                <a:cubicBezTo>
                  <a:pt x="3228755" y="81974"/>
                  <a:pt x="3228146" y="75700"/>
                  <a:pt x="3226928" y="70036"/>
                </a:cubicBezTo>
                <a:cubicBezTo>
                  <a:pt x="3225710" y="64371"/>
                  <a:pt x="3223595" y="59568"/>
                  <a:pt x="3220584" y="55624"/>
                </a:cubicBezTo>
                <a:cubicBezTo>
                  <a:pt x="3217574" y="51681"/>
                  <a:pt x="3213454" y="48599"/>
                  <a:pt x="3208223" y="46377"/>
                </a:cubicBezTo>
                <a:cubicBezTo>
                  <a:pt x="3202991" y="44152"/>
                  <a:pt x="3196290" y="43040"/>
                  <a:pt x="3188120" y="43040"/>
                </a:cubicBezTo>
                <a:cubicBezTo>
                  <a:pt x="3181670" y="43040"/>
                  <a:pt x="3175364" y="44513"/>
                  <a:pt x="3169201" y="47459"/>
                </a:cubicBezTo>
                <a:cubicBezTo>
                  <a:pt x="3163038" y="50405"/>
                  <a:pt x="3158022" y="55112"/>
                  <a:pt x="3154153" y="61579"/>
                </a:cubicBezTo>
                <a:lnTo>
                  <a:pt x="3153507" y="61579"/>
                </a:lnTo>
                <a:lnTo>
                  <a:pt x="3153507" y="46101"/>
                </a:lnTo>
                <a:lnTo>
                  <a:pt x="3124484" y="46101"/>
                </a:lnTo>
                <a:close/>
                <a:moveTo>
                  <a:pt x="3326305" y="89860"/>
                </a:moveTo>
                <a:lnTo>
                  <a:pt x="3276644" y="89860"/>
                </a:lnTo>
                <a:cubicBezTo>
                  <a:pt x="3276787" y="87703"/>
                  <a:pt x="3277251" y="85260"/>
                  <a:pt x="3278039" y="82528"/>
                </a:cubicBezTo>
                <a:cubicBezTo>
                  <a:pt x="3278828" y="79794"/>
                  <a:pt x="3280191" y="77206"/>
                  <a:pt x="3282126" y="74763"/>
                </a:cubicBezTo>
                <a:cubicBezTo>
                  <a:pt x="3284062" y="72318"/>
                  <a:pt x="3286641" y="70269"/>
                  <a:pt x="3289865" y="68615"/>
                </a:cubicBezTo>
                <a:cubicBezTo>
                  <a:pt x="3293091" y="66962"/>
                  <a:pt x="3297140" y="66135"/>
                  <a:pt x="3302013" y="66135"/>
                </a:cubicBezTo>
                <a:cubicBezTo>
                  <a:pt x="3309466" y="66135"/>
                  <a:pt x="3315020" y="68148"/>
                  <a:pt x="3318674" y="72175"/>
                </a:cubicBezTo>
                <a:cubicBezTo>
                  <a:pt x="3322329" y="76201"/>
                  <a:pt x="3324872" y="82096"/>
                  <a:pt x="3326305" y="89860"/>
                </a:cubicBezTo>
                <a:moveTo>
                  <a:pt x="3276644" y="109176"/>
                </a:moveTo>
                <a:lnTo>
                  <a:pt x="3356837" y="109176"/>
                </a:lnTo>
                <a:cubicBezTo>
                  <a:pt x="3357410" y="100559"/>
                  <a:pt x="3356692" y="92301"/>
                  <a:pt x="3354685" y="84401"/>
                </a:cubicBezTo>
                <a:cubicBezTo>
                  <a:pt x="3352679" y="76502"/>
                  <a:pt x="3349418" y="69465"/>
                  <a:pt x="3344902" y="63291"/>
                </a:cubicBezTo>
                <a:cubicBezTo>
                  <a:pt x="3340388" y="57115"/>
                  <a:pt x="3334619" y="52196"/>
                  <a:pt x="3327594" y="48535"/>
                </a:cubicBezTo>
                <a:cubicBezTo>
                  <a:pt x="3320572" y="44872"/>
                  <a:pt x="3312331" y="43040"/>
                  <a:pt x="3302872" y="43040"/>
                </a:cubicBezTo>
                <a:cubicBezTo>
                  <a:pt x="3294415" y="43040"/>
                  <a:pt x="3286711" y="44548"/>
                  <a:pt x="3279761" y="47564"/>
                </a:cubicBezTo>
                <a:cubicBezTo>
                  <a:pt x="3272811" y="50578"/>
                  <a:pt x="3266827" y="54705"/>
                  <a:pt x="3261810" y="59945"/>
                </a:cubicBezTo>
                <a:cubicBezTo>
                  <a:pt x="3256793" y="65185"/>
                  <a:pt x="3252923" y="71395"/>
                  <a:pt x="3250200" y="78575"/>
                </a:cubicBezTo>
                <a:cubicBezTo>
                  <a:pt x="3247477" y="85753"/>
                  <a:pt x="3246116" y="93506"/>
                  <a:pt x="3246116" y="101834"/>
                </a:cubicBezTo>
                <a:cubicBezTo>
                  <a:pt x="3246116" y="110446"/>
                  <a:pt x="3247441" y="118342"/>
                  <a:pt x="3250092" y="125522"/>
                </a:cubicBezTo>
                <a:cubicBezTo>
                  <a:pt x="3252745" y="132700"/>
                  <a:pt x="3256508" y="138874"/>
                  <a:pt x="3261380" y="144044"/>
                </a:cubicBezTo>
                <a:cubicBezTo>
                  <a:pt x="3266253" y="149212"/>
                  <a:pt x="3272200" y="153196"/>
                  <a:pt x="3279223" y="155995"/>
                </a:cubicBezTo>
                <a:cubicBezTo>
                  <a:pt x="3286245" y="158794"/>
                  <a:pt x="3294129" y="160194"/>
                  <a:pt x="3302872" y="160194"/>
                </a:cubicBezTo>
                <a:cubicBezTo>
                  <a:pt x="3315485" y="160194"/>
                  <a:pt x="3326234" y="157330"/>
                  <a:pt x="3335120" y="151602"/>
                </a:cubicBezTo>
                <a:cubicBezTo>
                  <a:pt x="3344008" y="145875"/>
                  <a:pt x="3350602" y="136351"/>
                  <a:pt x="3354901" y="123032"/>
                </a:cubicBezTo>
                <a:lnTo>
                  <a:pt x="3328027" y="123032"/>
                </a:lnTo>
                <a:cubicBezTo>
                  <a:pt x="3327023" y="126442"/>
                  <a:pt x="3324299" y="129674"/>
                  <a:pt x="3319855" y="132730"/>
                </a:cubicBezTo>
                <a:cubicBezTo>
                  <a:pt x="3315414" y="135783"/>
                  <a:pt x="3310111" y="137309"/>
                  <a:pt x="3303948" y="137309"/>
                </a:cubicBezTo>
                <a:cubicBezTo>
                  <a:pt x="3295349" y="137309"/>
                  <a:pt x="3288755" y="135091"/>
                  <a:pt x="3284167" y="130653"/>
                </a:cubicBezTo>
                <a:cubicBezTo>
                  <a:pt x="3279581" y="126213"/>
                  <a:pt x="3277073" y="119054"/>
                  <a:pt x="3276644" y="109176"/>
                </a:cubicBezTo>
                <a:close/>
                <a:moveTo>
                  <a:pt x="3374671" y="46022"/>
                </a:moveTo>
                <a:lnTo>
                  <a:pt x="3374671" y="157255"/>
                </a:lnTo>
                <a:lnTo>
                  <a:pt x="3405199" y="157255"/>
                </a:lnTo>
                <a:lnTo>
                  <a:pt x="3405199" y="107109"/>
                </a:lnTo>
                <a:cubicBezTo>
                  <a:pt x="3405199" y="102087"/>
                  <a:pt x="3405701" y="97425"/>
                  <a:pt x="3406705" y="93121"/>
                </a:cubicBezTo>
                <a:cubicBezTo>
                  <a:pt x="3407709" y="88817"/>
                  <a:pt x="3409393" y="85051"/>
                  <a:pt x="3411757" y="81823"/>
                </a:cubicBezTo>
                <a:cubicBezTo>
                  <a:pt x="3414121" y="78595"/>
                  <a:pt x="3417237" y="76048"/>
                  <a:pt x="3421106" y="74182"/>
                </a:cubicBezTo>
                <a:cubicBezTo>
                  <a:pt x="3424977" y="72317"/>
                  <a:pt x="3429708" y="71384"/>
                  <a:pt x="3435298" y="71384"/>
                </a:cubicBezTo>
                <a:cubicBezTo>
                  <a:pt x="3437161" y="71384"/>
                  <a:pt x="3439096" y="71492"/>
                  <a:pt x="3441101" y="71709"/>
                </a:cubicBezTo>
                <a:cubicBezTo>
                  <a:pt x="3443109" y="71923"/>
                  <a:pt x="3444829" y="72174"/>
                  <a:pt x="3446261" y="72460"/>
                </a:cubicBezTo>
                <a:lnTo>
                  <a:pt x="3446261" y="44113"/>
                </a:lnTo>
                <a:cubicBezTo>
                  <a:pt x="3443825" y="43398"/>
                  <a:pt x="3441604" y="43040"/>
                  <a:pt x="3439599" y="43040"/>
                </a:cubicBezTo>
                <a:cubicBezTo>
                  <a:pt x="3435728" y="43040"/>
                  <a:pt x="3432001" y="43613"/>
                  <a:pt x="3428419" y="44759"/>
                </a:cubicBezTo>
                <a:cubicBezTo>
                  <a:pt x="3424836" y="45903"/>
                  <a:pt x="3421468" y="47513"/>
                  <a:pt x="3418315" y="49588"/>
                </a:cubicBezTo>
                <a:cubicBezTo>
                  <a:pt x="3415161" y="51664"/>
                  <a:pt x="3412366" y="54169"/>
                  <a:pt x="3409930" y="57104"/>
                </a:cubicBezTo>
                <a:cubicBezTo>
                  <a:pt x="3407493" y="60039"/>
                  <a:pt x="3405558" y="63224"/>
                  <a:pt x="3404123" y="66660"/>
                </a:cubicBezTo>
                <a:lnTo>
                  <a:pt x="3403693" y="66660"/>
                </a:lnTo>
                <a:lnTo>
                  <a:pt x="3403693" y="46022"/>
                </a:lnTo>
                <a:lnTo>
                  <a:pt x="3374671" y="46022"/>
                </a:lnTo>
                <a:close/>
                <a:moveTo>
                  <a:pt x="3456777" y="80287"/>
                </a:moveTo>
                <a:cubicBezTo>
                  <a:pt x="3457206" y="73121"/>
                  <a:pt x="3458997" y="67173"/>
                  <a:pt x="3462151" y="62445"/>
                </a:cubicBezTo>
                <a:cubicBezTo>
                  <a:pt x="3465304" y="57714"/>
                  <a:pt x="3469318" y="53915"/>
                  <a:pt x="3474190" y="51048"/>
                </a:cubicBezTo>
                <a:cubicBezTo>
                  <a:pt x="3479063" y="48181"/>
                  <a:pt x="3484545" y="46138"/>
                  <a:pt x="3490635" y="44920"/>
                </a:cubicBezTo>
                <a:cubicBezTo>
                  <a:pt x="3496728" y="43702"/>
                  <a:pt x="3502856" y="43093"/>
                  <a:pt x="3509019" y="43093"/>
                </a:cubicBezTo>
                <a:cubicBezTo>
                  <a:pt x="3514609" y="43093"/>
                  <a:pt x="3520270" y="43488"/>
                  <a:pt x="3526003" y="44277"/>
                </a:cubicBezTo>
                <a:cubicBezTo>
                  <a:pt x="3531737" y="45064"/>
                  <a:pt x="3536968" y="46605"/>
                  <a:pt x="3541697" y="48899"/>
                </a:cubicBezTo>
                <a:cubicBezTo>
                  <a:pt x="3546427" y="51191"/>
                  <a:pt x="3550297" y="54380"/>
                  <a:pt x="3553306" y="58465"/>
                </a:cubicBezTo>
                <a:cubicBezTo>
                  <a:pt x="3556318" y="62551"/>
                  <a:pt x="3557824" y="67961"/>
                  <a:pt x="3557824" y="74697"/>
                </a:cubicBezTo>
                <a:lnTo>
                  <a:pt x="3557824" y="132530"/>
                </a:lnTo>
                <a:cubicBezTo>
                  <a:pt x="3557824" y="137547"/>
                  <a:pt x="3558110" y="142348"/>
                  <a:pt x="3558683" y="146934"/>
                </a:cubicBezTo>
                <a:cubicBezTo>
                  <a:pt x="3559256" y="151520"/>
                  <a:pt x="3560259" y="154961"/>
                  <a:pt x="3561691" y="157255"/>
                </a:cubicBezTo>
                <a:lnTo>
                  <a:pt x="3530733" y="157255"/>
                </a:lnTo>
                <a:cubicBezTo>
                  <a:pt x="3530160" y="155536"/>
                  <a:pt x="3529694" y="153781"/>
                  <a:pt x="3529336" y="151990"/>
                </a:cubicBezTo>
                <a:cubicBezTo>
                  <a:pt x="3528977" y="150196"/>
                  <a:pt x="3528727" y="148368"/>
                  <a:pt x="3528584" y="146505"/>
                </a:cubicBezTo>
                <a:cubicBezTo>
                  <a:pt x="3523712" y="151522"/>
                  <a:pt x="3517978" y="155034"/>
                  <a:pt x="3511385" y="157042"/>
                </a:cubicBezTo>
                <a:cubicBezTo>
                  <a:pt x="3504791" y="159047"/>
                  <a:pt x="3498054" y="160050"/>
                  <a:pt x="3491173" y="160050"/>
                </a:cubicBezTo>
                <a:cubicBezTo>
                  <a:pt x="3485872" y="160050"/>
                  <a:pt x="3480927" y="159405"/>
                  <a:pt x="3476339" y="158114"/>
                </a:cubicBezTo>
                <a:cubicBezTo>
                  <a:pt x="3471753" y="156824"/>
                  <a:pt x="3467740" y="154817"/>
                  <a:pt x="3464299" y="152095"/>
                </a:cubicBezTo>
                <a:cubicBezTo>
                  <a:pt x="3460861" y="149372"/>
                  <a:pt x="3458175" y="145933"/>
                  <a:pt x="3456239" y="141777"/>
                </a:cubicBezTo>
                <a:cubicBezTo>
                  <a:pt x="3454304" y="137620"/>
                  <a:pt x="3453336" y="132674"/>
                  <a:pt x="3453336" y="126940"/>
                </a:cubicBezTo>
                <a:cubicBezTo>
                  <a:pt x="3453336" y="120634"/>
                  <a:pt x="3454447" y="115439"/>
                  <a:pt x="3456669" y="111354"/>
                </a:cubicBezTo>
                <a:cubicBezTo>
                  <a:pt x="3458891" y="107268"/>
                  <a:pt x="3461757" y="104008"/>
                  <a:pt x="3465267" y="101571"/>
                </a:cubicBezTo>
                <a:cubicBezTo>
                  <a:pt x="3468780" y="99135"/>
                  <a:pt x="3472793" y="97308"/>
                  <a:pt x="3477307" y="96090"/>
                </a:cubicBezTo>
                <a:cubicBezTo>
                  <a:pt x="3481823" y="94871"/>
                  <a:pt x="3486374" y="93905"/>
                  <a:pt x="3490960" y="93190"/>
                </a:cubicBezTo>
                <a:cubicBezTo>
                  <a:pt x="3495546" y="92472"/>
                  <a:pt x="3500060" y="91898"/>
                  <a:pt x="3504502" y="91467"/>
                </a:cubicBezTo>
                <a:cubicBezTo>
                  <a:pt x="3508946" y="91036"/>
                  <a:pt x="3512888" y="90391"/>
                  <a:pt x="3516328" y="89532"/>
                </a:cubicBezTo>
                <a:cubicBezTo>
                  <a:pt x="3519769" y="88672"/>
                  <a:pt x="3522491" y="87419"/>
                  <a:pt x="3524497" y="85772"/>
                </a:cubicBezTo>
                <a:cubicBezTo>
                  <a:pt x="3526505" y="84123"/>
                  <a:pt x="3527437" y="81722"/>
                  <a:pt x="3527295" y="78568"/>
                </a:cubicBezTo>
                <a:cubicBezTo>
                  <a:pt x="3527295" y="75270"/>
                  <a:pt x="3526757" y="72655"/>
                  <a:pt x="3525681" y="70721"/>
                </a:cubicBezTo>
                <a:cubicBezTo>
                  <a:pt x="3524605" y="68786"/>
                  <a:pt x="3523172" y="67281"/>
                  <a:pt x="3521380" y="66207"/>
                </a:cubicBezTo>
                <a:cubicBezTo>
                  <a:pt x="3519589" y="65131"/>
                  <a:pt x="3517510" y="64414"/>
                  <a:pt x="3515144" y="64055"/>
                </a:cubicBezTo>
                <a:cubicBezTo>
                  <a:pt x="3512780" y="63697"/>
                  <a:pt x="3510236" y="63517"/>
                  <a:pt x="3507514" y="63517"/>
                </a:cubicBezTo>
                <a:cubicBezTo>
                  <a:pt x="3501495" y="63517"/>
                  <a:pt x="3496766" y="64808"/>
                  <a:pt x="3493325" y="67388"/>
                </a:cubicBezTo>
                <a:cubicBezTo>
                  <a:pt x="3489885" y="69969"/>
                  <a:pt x="3487879" y="74269"/>
                  <a:pt x="3487306" y="80287"/>
                </a:cubicBezTo>
                <a:lnTo>
                  <a:pt x="3456777" y="80287"/>
                </a:lnTo>
                <a:moveTo>
                  <a:pt x="3527295" y="102861"/>
                </a:moveTo>
                <a:cubicBezTo>
                  <a:pt x="3526005" y="104009"/>
                  <a:pt x="3524392" y="104905"/>
                  <a:pt x="3522456" y="105551"/>
                </a:cubicBezTo>
                <a:cubicBezTo>
                  <a:pt x="3520521" y="106196"/>
                  <a:pt x="3518442" y="106734"/>
                  <a:pt x="3516220" y="107165"/>
                </a:cubicBezTo>
                <a:cubicBezTo>
                  <a:pt x="3514000" y="107593"/>
                  <a:pt x="3511671" y="107951"/>
                  <a:pt x="3509233" y="108237"/>
                </a:cubicBezTo>
                <a:cubicBezTo>
                  <a:pt x="3506796" y="108524"/>
                  <a:pt x="3504360" y="108881"/>
                  <a:pt x="3501924" y="109310"/>
                </a:cubicBezTo>
                <a:cubicBezTo>
                  <a:pt x="3499632" y="109741"/>
                  <a:pt x="3497375" y="110315"/>
                  <a:pt x="3495153" y="111032"/>
                </a:cubicBezTo>
                <a:cubicBezTo>
                  <a:pt x="3492931" y="111747"/>
                  <a:pt x="3490995" y="112715"/>
                  <a:pt x="3489346" y="113936"/>
                </a:cubicBezTo>
                <a:cubicBezTo>
                  <a:pt x="3487699" y="115154"/>
                  <a:pt x="3486374" y="116694"/>
                  <a:pt x="3485370" y="118558"/>
                </a:cubicBezTo>
                <a:cubicBezTo>
                  <a:pt x="3484366" y="120419"/>
                  <a:pt x="3483864" y="122783"/>
                  <a:pt x="3483864" y="125650"/>
                </a:cubicBezTo>
                <a:cubicBezTo>
                  <a:pt x="3483864" y="128373"/>
                  <a:pt x="3484366" y="130666"/>
                  <a:pt x="3485370" y="132530"/>
                </a:cubicBezTo>
                <a:cubicBezTo>
                  <a:pt x="3486374" y="134393"/>
                  <a:pt x="3487735" y="135863"/>
                  <a:pt x="3489454" y="136939"/>
                </a:cubicBezTo>
                <a:cubicBezTo>
                  <a:pt x="3491176" y="138012"/>
                  <a:pt x="3493182" y="138765"/>
                  <a:pt x="3495474" y="139196"/>
                </a:cubicBezTo>
                <a:cubicBezTo>
                  <a:pt x="3497768" y="139626"/>
                  <a:pt x="3500134" y="139842"/>
                  <a:pt x="3502570" y="139842"/>
                </a:cubicBezTo>
                <a:cubicBezTo>
                  <a:pt x="3508589" y="139842"/>
                  <a:pt x="3513246" y="138839"/>
                  <a:pt x="3516542" y="136834"/>
                </a:cubicBezTo>
                <a:cubicBezTo>
                  <a:pt x="3519840" y="134826"/>
                  <a:pt x="3522277" y="132425"/>
                  <a:pt x="3523854" y="129630"/>
                </a:cubicBezTo>
                <a:cubicBezTo>
                  <a:pt x="3525431" y="126835"/>
                  <a:pt x="3526398" y="124003"/>
                  <a:pt x="3526757" y="121136"/>
                </a:cubicBezTo>
                <a:cubicBezTo>
                  <a:pt x="3527116" y="118269"/>
                  <a:pt x="3527295" y="115976"/>
                  <a:pt x="3527295" y="114257"/>
                </a:cubicBezTo>
                <a:lnTo>
                  <a:pt x="3527295" y="102861"/>
                </a:lnTo>
                <a:close/>
                <a:moveTo>
                  <a:pt x="3619943" y="46190"/>
                </a:moveTo>
                <a:lnTo>
                  <a:pt x="3619943" y="12807"/>
                </a:lnTo>
                <a:lnTo>
                  <a:pt x="3589415" y="12807"/>
                </a:lnTo>
                <a:lnTo>
                  <a:pt x="3589415" y="46190"/>
                </a:lnTo>
                <a:lnTo>
                  <a:pt x="3570926" y="46190"/>
                </a:lnTo>
                <a:lnTo>
                  <a:pt x="3570926" y="66555"/>
                </a:lnTo>
                <a:lnTo>
                  <a:pt x="3589415" y="66555"/>
                </a:lnTo>
                <a:lnTo>
                  <a:pt x="3589415" y="132090"/>
                </a:lnTo>
                <a:cubicBezTo>
                  <a:pt x="3589415" y="137678"/>
                  <a:pt x="3590347" y="142191"/>
                  <a:pt x="3592210" y="145629"/>
                </a:cubicBezTo>
                <a:cubicBezTo>
                  <a:pt x="3594073" y="149067"/>
                  <a:pt x="3596617" y="151717"/>
                  <a:pt x="3599840" y="153581"/>
                </a:cubicBezTo>
                <a:cubicBezTo>
                  <a:pt x="3603066" y="155442"/>
                  <a:pt x="3606793" y="156694"/>
                  <a:pt x="3611020" y="157337"/>
                </a:cubicBezTo>
                <a:cubicBezTo>
                  <a:pt x="3615250" y="157982"/>
                  <a:pt x="3619730" y="158305"/>
                  <a:pt x="3624461" y="158305"/>
                </a:cubicBezTo>
                <a:cubicBezTo>
                  <a:pt x="3627470" y="158305"/>
                  <a:pt x="3630551" y="158235"/>
                  <a:pt x="3633705" y="158095"/>
                </a:cubicBezTo>
                <a:cubicBezTo>
                  <a:pt x="3636859" y="157955"/>
                  <a:pt x="3639725" y="157675"/>
                  <a:pt x="3642303" y="157255"/>
                </a:cubicBezTo>
                <a:lnTo>
                  <a:pt x="3642303" y="133510"/>
                </a:lnTo>
                <a:cubicBezTo>
                  <a:pt x="3640871" y="133797"/>
                  <a:pt x="3639366" y="134012"/>
                  <a:pt x="3637789" y="134157"/>
                </a:cubicBezTo>
                <a:cubicBezTo>
                  <a:pt x="3636213" y="134299"/>
                  <a:pt x="3634565" y="134370"/>
                  <a:pt x="3632846" y="134370"/>
                </a:cubicBezTo>
                <a:cubicBezTo>
                  <a:pt x="3627684" y="134370"/>
                  <a:pt x="3624243" y="133512"/>
                  <a:pt x="3622522" y="131795"/>
                </a:cubicBezTo>
                <a:cubicBezTo>
                  <a:pt x="3620803" y="130078"/>
                  <a:pt x="3619943" y="126644"/>
                  <a:pt x="3619943" y="121494"/>
                </a:cubicBezTo>
                <a:lnTo>
                  <a:pt x="3619943" y="66555"/>
                </a:lnTo>
                <a:lnTo>
                  <a:pt x="3642303" y="66555"/>
                </a:lnTo>
                <a:lnTo>
                  <a:pt x="3642303" y="46190"/>
                </a:lnTo>
                <a:lnTo>
                  <a:pt x="3619943" y="46190"/>
                </a:lnTo>
                <a:close/>
                <a:moveTo>
                  <a:pt x="3688379" y="28974"/>
                </a:moveTo>
                <a:lnTo>
                  <a:pt x="3688379" y="3779"/>
                </a:lnTo>
                <a:lnTo>
                  <a:pt x="3657850" y="3779"/>
                </a:lnTo>
                <a:lnTo>
                  <a:pt x="3657850" y="28974"/>
                </a:lnTo>
                <a:lnTo>
                  <a:pt x="3688379" y="28974"/>
                </a:lnTo>
                <a:moveTo>
                  <a:pt x="3657850" y="46104"/>
                </a:moveTo>
                <a:lnTo>
                  <a:pt x="3657850" y="157255"/>
                </a:lnTo>
                <a:lnTo>
                  <a:pt x="3688379" y="157255"/>
                </a:lnTo>
                <a:lnTo>
                  <a:pt x="3688379" y="46104"/>
                </a:lnTo>
                <a:lnTo>
                  <a:pt x="3657850" y="46104"/>
                </a:lnTo>
                <a:close/>
                <a:moveTo>
                  <a:pt x="3739165" y="101830"/>
                </a:moveTo>
                <a:cubicBezTo>
                  <a:pt x="3739165" y="97386"/>
                  <a:pt x="3739595" y="93015"/>
                  <a:pt x="3740454" y="88715"/>
                </a:cubicBezTo>
                <a:cubicBezTo>
                  <a:pt x="3741314" y="84413"/>
                  <a:pt x="3742782" y="80614"/>
                  <a:pt x="3744860" y="77318"/>
                </a:cubicBezTo>
                <a:cubicBezTo>
                  <a:pt x="3746940" y="74020"/>
                  <a:pt x="3749700" y="71333"/>
                  <a:pt x="3753140" y="69255"/>
                </a:cubicBezTo>
                <a:cubicBezTo>
                  <a:pt x="3756580" y="67175"/>
                  <a:pt x="3760880" y="66135"/>
                  <a:pt x="3766039" y="66135"/>
                </a:cubicBezTo>
                <a:cubicBezTo>
                  <a:pt x="3771200" y="66135"/>
                  <a:pt x="3775536" y="67175"/>
                  <a:pt x="3779046" y="69255"/>
                </a:cubicBezTo>
                <a:cubicBezTo>
                  <a:pt x="3782558" y="71333"/>
                  <a:pt x="3785353" y="74020"/>
                  <a:pt x="3787431" y="77318"/>
                </a:cubicBezTo>
                <a:cubicBezTo>
                  <a:pt x="3789511" y="80614"/>
                  <a:pt x="3790981" y="84413"/>
                  <a:pt x="3791840" y="88715"/>
                </a:cubicBezTo>
                <a:cubicBezTo>
                  <a:pt x="3792700" y="93015"/>
                  <a:pt x="3793129" y="97386"/>
                  <a:pt x="3793129" y="101830"/>
                </a:cubicBezTo>
                <a:cubicBezTo>
                  <a:pt x="3793129" y="106274"/>
                  <a:pt x="3792700" y="110611"/>
                  <a:pt x="3791840" y="114841"/>
                </a:cubicBezTo>
                <a:cubicBezTo>
                  <a:pt x="3790981" y="119068"/>
                  <a:pt x="3789511" y="122867"/>
                  <a:pt x="3787431" y="126238"/>
                </a:cubicBezTo>
                <a:cubicBezTo>
                  <a:pt x="3785353" y="129606"/>
                  <a:pt x="3782558" y="132293"/>
                  <a:pt x="3779046" y="134301"/>
                </a:cubicBezTo>
                <a:cubicBezTo>
                  <a:pt x="3775536" y="136307"/>
                  <a:pt x="3771200" y="137309"/>
                  <a:pt x="3766039" y="137309"/>
                </a:cubicBezTo>
                <a:cubicBezTo>
                  <a:pt x="3760880" y="137309"/>
                  <a:pt x="3756580" y="136307"/>
                  <a:pt x="3753140" y="134301"/>
                </a:cubicBezTo>
                <a:cubicBezTo>
                  <a:pt x="3749700" y="132293"/>
                  <a:pt x="3746940" y="129606"/>
                  <a:pt x="3744860" y="126238"/>
                </a:cubicBezTo>
                <a:cubicBezTo>
                  <a:pt x="3742782" y="122867"/>
                  <a:pt x="3741314" y="119068"/>
                  <a:pt x="3740454" y="114841"/>
                </a:cubicBezTo>
                <a:cubicBezTo>
                  <a:pt x="3739595" y="110611"/>
                  <a:pt x="3739165" y="106274"/>
                  <a:pt x="3739165" y="101830"/>
                </a:cubicBezTo>
                <a:moveTo>
                  <a:pt x="3708636" y="101834"/>
                </a:moveTo>
                <a:cubicBezTo>
                  <a:pt x="3708636" y="110735"/>
                  <a:pt x="3709998" y="118774"/>
                  <a:pt x="3712721" y="125952"/>
                </a:cubicBezTo>
                <a:cubicBezTo>
                  <a:pt x="3715443" y="133130"/>
                  <a:pt x="3719313" y="139268"/>
                  <a:pt x="3724330" y="144366"/>
                </a:cubicBezTo>
                <a:cubicBezTo>
                  <a:pt x="3729347" y="149461"/>
                  <a:pt x="3735367" y="153374"/>
                  <a:pt x="3742390" y="156103"/>
                </a:cubicBezTo>
                <a:cubicBezTo>
                  <a:pt x="3749414" y="158831"/>
                  <a:pt x="3757297" y="160194"/>
                  <a:pt x="3766039" y="160194"/>
                </a:cubicBezTo>
                <a:cubicBezTo>
                  <a:pt x="3774782" y="160194"/>
                  <a:pt x="3782702" y="158831"/>
                  <a:pt x="3789796" y="156103"/>
                </a:cubicBezTo>
                <a:cubicBezTo>
                  <a:pt x="3796891" y="153374"/>
                  <a:pt x="3802947" y="149461"/>
                  <a:pt x="3807964" y="144366"/>
                </a:cubicBezTo>
                <a:cubicBezTo>
                  <a:pt x="3812981" y="139268"/>
                  <a:pt x="3816851" y="133130"/>
                  <a:pt x="3819574" y="125952"/>
                </a:cubicBezTo>
                <a:cubicBezTo>
                  <a:pt x="3822296" y="118774"/>
                  <a:pt x="3823658" y="110735"/>
                  <a:pt x="3823658" y="101834"/>
                </a:cubicBezTo>
                <a:cubicBezTo>
                  <a:pt x="3823658" y="92933"/>
                  <a:pt x="3822296" y="84857"/>
                  <a:pt x="3819574" y="77607"/>
                </a:cubicBezTo>
                <a:cubicBezTo>
                  <a:pt x="3816851" y="70355"/>
                  <a:pt x="3812981" y="64181"/>
                  <a:pt x="3807964" y="59085"/>
                </a:cubicBezTo>
                <a:cubicBezTo>
                  <a:pt x="3802947" y="53987"/>
                  <a:pt x="3796891" y="50039"/>
                  <a:pt x="3789796" y="47239"/>
                </a:cubicBezTo>
                <a:cubicBezTo>
                  <a:pt x="3782702" y="44440"/>
                  <a:pt x="3774782" y="43040"/>
                  <a:pt x="3766039" y="43040"/>
                </a:cubicBezTo>
                <a:cubicBezTo>
                  <a:pt x="3757297" y="43040"/>
                  <a:pt x="3749414" y="44440"/>
                  <a:pt x="3742390" y="47239"/>
                </a:cubicBezTo>
                <a:cubicBezTo>
                  <a:pt x="3735367" y="50039"/>
                  <a:pt x="3729347" y="53987"/>
                  <a:pt x="3724330" y="59085"/>
                </a:cubicBezTo>
                <a:cubicBezTo>
                  <a:pt x="3719313" y="64181"/>
                  <a:pt x="3715443" y="70355"/>
                  <a:pt x="3712721" y="77607"/>
                </a:cubicBezTo>
                <a:cubicBezTo>
                  <a:pt x="3709998" y="84857"/>
                  <a:pt x="3708636" y="92933"/>
                  <a:pt x="3708636" y="101834"/>
                </a:cubicBezTo>
                <a:close/>
                <a:moveTo>
                  <a:pt x="3842909" y="46101"/>
                </a:moveTo>
                <a:lnTo>
                  <a:pt x="3842909" y="157255"/>
                </a:lnTo>
                <a:lnTo>
                  <a:pt x="3873437" y="157255"/>
                </a:lnTo>
                <a:lnTo>
                  <a:pt x="3873437" y="98999"/>
                </a:lnTo>
                <a:cubicBezTo>
                  <a:pt x="3873437" y="87677"/>
                  <a:pt x="3875301" y="79545"/>
                  <a:pt x="3879027" y="74602"/>
                </a:cubicBezTo>
                <a:cubicBezTo>
                  <a:pt x="3882754" y="69657"/>
                  <a:pt x="3888774" y="67185"/>
                  <a:pt x="3897087" y="67185"/>
                </a:cubicBezTo>
                <a:cubicBezTo>
                  <a:pt x="3904398" y="67185"/>
                  <a:pt x="3909486" y="69442"/>
                  <a:pt x="3912351" y="73956"/>
                </a:cubicBezTo>
                <a:cubicBezTo>
                  <a:pt x="3915218" y="78470"/>
                  <a:pt x="3916652" y="85313"/>
                  <a:pt x="3916652" y="94485"/>
                </a:cubicBezTo>
                <a:lnTo>
                  <a:pt x="3916652" y="157255"/>
                </a:lnTo>
                <a:lnTo>
                  <a:pt x="3947180" y="157255"/>
                </a:lnTo>
                <a:lnTo>
                  <a:pt x="3947180" y="88856"/>
                </a:lnTo>
                <a:cubicBezTo>
                  <a:pt x="3947180" y="81974"/>
                  <a:pt x="3946571" y="75700"/>
                  <a:pt x="3945353" y="70036"/>
                </a:cubicBezTo>
                <a:cubicBezTo>
                  <a:pt x="3944135" y="64371"/>
                  <a:pt x="3942020" y="59568"/>
                  <a:pt x="3939008" y="55624"/>
                </a:cubicBezTo>
                <a:cubicBezTo>
                  <a:pt x="3935999" y="51681"/>
                  <a:pt x="3931879" y="48599"/>
                  <a:pt x="3926647" y="46377"/>
                </a:cubicBezTo>
                <a:cubicBezTo>
                  <a:pt x="3921416" y="44152"/>
                  <a:pt x="3914715" y="43040"/>
                  <a:pt x="3906544" y="43040"/>
                </a:cubicBezTo>
                <a:cubicBezTo>
                  <a:pt x="3900095" y="43040"/>
                  <a:pt x="3893789" y="44513"/>
                  <a:pt x="3887626" y="47459"/>
                </a:cubicBezTo>
                <a:cubicBezTo>
                  <a:pt x="3881463" y="50405"/>
                  <a:pt x="3876447" y="55112"/>
                  <a:pt x="3872578" y="61579"/>
                </a:cubicBezTo>
                <a:lnTo>
                  <a:pt x="3871932" y="61579"/>
                </a:lnTo>
                <a:lnTo>
                  <a:pt x="3871932" y="46101"/>
                </a:lnTo>
                <a:lnTo>
                  <a:pt x="3842909" y="46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c21637a8346d1"/>
          <a:stretch xmlns:a="http://schemas.openxmlformats.org/drawingml/2006/main"/>
        </p:blipFill>
        <p:spPr>
          <a:xfrm xmlns:a="http://schemas.openxmlformats.org/drawingml/2006/main">
            <a:off x="10142593" y="7548184"/>
            <a:ext cx="3875882" cy="566591"/>
          </a:xfrm>
          <a:prstGeom xmlns:a="http://schemas.openxmlformats.org/drawingml/2006/main" prst="rect">
            <a:avLst/>
          </a:prstGeom>
        </p:spPr>
      </p:pic>
      <p:sp>
        <p:nvSpPr>
          <p:cNvPr id="18" name="Text TestOracle">
            <a:extLst xmlns:a="http://schemas.openxmlformats.org/drawingml/2006/main">
              <a:ext uri="{FF2B5EF4-FFF2-40B4-BE49-F238E27FC236}">
                <a16:creationId xmlns:a16="http://schemas.microsoft.com/office/drawing/2014/main" id="{19AB0188-B2F6-4400-9B9D-ACCC719E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123" y="7726262"/>
            <a:ext cx="1170567" cy="160404"/>
          </a:xfrm>
          <a:custGeom xmlns:a="http://schemas.openxmlformats.org/drawingml/2006/main">
            <a:pathLst>
              <a:path w="1170567" h="160404">
                <a:moveTo>
                  <a:pt x="46009" y="31913"/>
                </a:moveTo>
                <a:lnTo>
                  <a:pt x="46009" y="157045"/>
                </a:lnTo>
                <a:lnTo>
                  <a:pt x="79762" y="157045"/>
                </a:lnTo>
                <a:lnTo>
                  <a:pt x="79762" y="31913"/>
                </a:lnTo>
                <a:lnTo>
                  <a:pt x="125772" y="31913"/>
                </a:lnTo>
                <a:lnTo>
                  <a:pt x="125772" y="3569"/>
                </a:lnTo>
                <a:lnTo>
                  <a:pt x="0" y="3569"/>
                </a:lnTo>
                <a:lnTo>
                  <a:pt x="0" y="31913"/>
                </a:lnTo>
                <a:lnTo>
                  <a:pt x="46009" y="31913"/>
                </a:lnTo>
                <a:close/>
                <a:moveTo>
                  <a:pt x="214461" y="89650"/>
                </a:moveTo>
                <a:lnTo>
                  <a:pt x="164800" y="89650"/>
                </a:lnTo>
                <a:cubicBezTo>
                  <a:pt x="164942" y="87494"/>
                  <a:pt x="165407" y="85050"/>
                  <a:pt x="166194" y="82318"/>
                </a:cubicBezTo>
                <a:cubicBezTo>
                  <a:pt x="166984" y="79584"/>
                  <a:pt x="168346" y="76996"/>
                  <a:pt x="170282" y="74553"/>
                </a:cubicBezTo>
                <a:cubicBezTo>
                  <a:pt x="172217" y="72108"/>
                  <a:pt x="174797" y="70059"/>
                  <a:pt x="178021" y="68405"/>
                </a:cubicBezTo>
                <a:cubicBezTo>
                  <a:pt x="181246" y="66752"/>
                  <a:pt x="185296" y="65925"/>
                  <a:pt x="190168" y="65925"/>
                </a:cubicBezTo>
                <a:cubicBezTo>
                  <a:pt x="197622" y="65925"/>
                  <a:pt x="203176" y="67938"/>
                  <a:pt x="206830" y="71965"/>
                </a:cubicBezTo>
                <a:cubicBezTo>
                  <a:pt x="210485" y="75991"/>
                  <a:pt x="213028" y="81886"/>
                  <a:pt x="214461" y="89650"/>
                </a:cubicBezTo>
                <a:moveTo>
                  <a:pt x="164800" y="108966"/>
                </a:moveTo>
                <a:lnTo>
                  <a:pt x="244992" y="108966"/>
                </a:lnTo>
                <a:cubicBezTo>
                  <a:pt x="245565" y="100349"/>
                  <a:pt x="244848" y="92091"/>
                  <a:pt x="242840" y="84191"/>
                </a:cubicBezTo>
                <a:cubicBezTo>
                  <a:pt x="240835" y="76292"/>
                  <a:pt x="237574" y="69255"/>
                  <a:pt x="233058" y="63081"/>
                </a:cubicBezTo>
                <a:cubicBezTo>
                  <a:pt x="228544" y="56905"/>
                  <a:pt x="222774" y="51986"/>
                  <a:pt x="215750" y="48325"/>
                </a:cubicBezTo>
                <a:cubicBezTo>
                  <a:pt x="208727" y="44662"/>
                  <a:pt x="200487" y="42830"/>
                  <a:pt x="191028" y="42830"/>
                </a:cubicBezTo>
                <a:cubicBezTo>
                  <a:pt x="182571" y="42830"/>
                  <a:pt x="174867" y="44338"/>
                  <a:pt x="167917" y="47354"/>
                </a:cubicBezTo>
                <a:cubicBezTo>
                  <a:pt x="160966" y="50368"/>
                  <a:pt x="154983" y="54495"/>
                  <a:pt x="149966" y="59735"/>
                </a:cubicBezTo>
                <a:cubicBezTo>
                  <a:pt x="144949" y="64975"/>
                  <a:pt x="141079" y="71185"/>
                  <a:pt x="138356" y="78365"/>
                </a:cubicBezTo>
                <a:cubicBezTo>
                  <a:pt x="135633" y="85543"/>
                  <a:pt x="134272" y="93296"/>
                  <a:pt x="134272" y="101624"/>
                </a:cubicBezTo>
                <a:cubicBezTo>
                  <a:pt x="134272" y="110236"/>
                  <a:pt x="135597" y="118132"/>
                  <a:pt x="138248" y="125312"/>
                </a:cubicBezTo>
                <a:cubicBezTo>
                  <a:pt x="140900" y="132490"/>
                  <a:pt x="144663" y="138664"/>
                  <a:pt x="149536" y="143834"/>
                </a:cubicBezTo>
                <a:cubicBezTo>
                  <a:pt x="154409" y="149002"/>
                  <a:pt x="160356" y="152986"/>
                  <a:pt x="167379" y="155785"/>
                </a:cubicBezTo>
                <a:cubicBezTo>
                  <a:pt x="174401" y="158585"/>
                  <a:pt x="182284" y="159984"/>
                  <a:pt x="191028" y="159984"/>
                </a:cubicBezTo>
                <a:cubicBezTo>
                  <a:pt x="203640" y="159984"/>
                  <a:pt x="214389" y="157120"/>
                  <a:pt x="223275" y="151393"/>
                </a:cubicBezTo>
                <a:cubicBezTo>
                  <a:pt x="232163" y="145665"/>
                  <a:pt x="238757" y="136141"/>
                  <a:pt x="243057" y="122823"/>
                </a:cubicBezTo>
                <a:lnTo>
                  <a:pt x="216183" y="122823"/>
                </a:lnTo>
                <a:cubicBezTo>
                  <a:pt x="215179" y="126232"/>
                  <a:pt x="212455" y="129464"/>
                  <a:pt x="208011" y="132520"/>
                </a:cubicBezTo>
                <a:cubicBezTo>
                  <a:pt x="203569" y="135573"/>
                  <a:pt x="198267" y="137099"/>
                  <a:pt x="192104" y="137099"/>
                </a:cubicBezTo>
                <a:cubicBezTo>
                  <a:pt x="183504" y="137099"/>
                  <a:pt x="176911" y="134881"/>
                  <a:pt x="172322" y="130443"/>
                </a:cubicBezTo>
                <a:cubicBezTo>
                  <a:pt x="167736" y="126004"/>
                  <a:pt x="165229" y="118844"/>
                  <a:pt x="164800" y="108966"/>
                </a:cubicBezTo>
                <a:close/>
                <a:moveTo>
                  <a:pt x="286475" y="120933"/>
                </a:moveTo>
                <a:lnTo>
                  <a:pt x="257453" y="120933"/>
                </a:lnTo>
                <a:cubicBezTo>
                  <a:pt x="257739" y="128373"/>
                  <a:pt x="259423" y="134561"/>
                  <a:pt x="262505" y="139497"/>
                </a:cubicBezTo>
                <a:cubicBezTo>
                  <a:pt x="265586" y="144431"/>
                  <a:pt x="269527" y="148401"/>
                  <a:pt x="274328" y="151406"/>
                </a:cubicBezTo>
                <a:cubicBezTo>
                  <a:pt x="279130" y="154411"/>
                  <a:pt x="284613" y="156556"/>
                  <a:pt x="290776" y="157842"/>
                </a:cubicBezTo>
                <a:cubicBezTo>
                  <a:pt x="296939" y="159130"/>
                  <a:pt x="303245" y="159774"/>
                  <a:pt x="309695" y="159774"/>
                </a:cubicBezTo>
                <a:cubicBezTo>
                  <a:pt x="316000" y="159774"/>
                  <a:pt x="322198" y="159164"/>
                  <a:pt x="328289" y="157944"/>
                </a:cubicBezTo>
                <a:cubicBezTo>
                  <a:pt x="334382" y="156726"/>
                  <a:pt x="339793" y="154611"/>
                  <a:pt x="344521" y="151599"/>
                </a:cubicBezTo>
                <a:cubicBezTo>
                  <a:pt x="349251" y="148588"/>
                  <a:pt x="353085" y="144608"/>
                  <a:pt x="356022" y="139661"/>
                </a:cubicBezTo>
                <a:cubicBezTo>
                  <a:pt x="358962" y="134714"/>
                  <a:pt x="360431" y="128584"/>
                  <a:pt x="360431" y="121271"/>
                </a:cubicBezTo>
                <a:cubicBezTo>
                  <a:pt x="360431" y="116109"/>
                  <a:pt x="359428" y="111773"/>
                  <a:pt x="357420" y="108260"/>
                </a:cubicBezTo>
                <a:cubicBezTo>
                  <a:pt x="355414" y="104746"/>
                  <a:pt x="352763" y="101805"/>
                  <a:pt x="349465" y="99439"/>
                </a:cubicBezTo>
                <a:cubicBezTo>
                  <a:pt x="346169" y="97073"/>
                  <a:pt x="342407" y="95173"/>
                  <a:pt x="338180" y="93741"/>
                </a:cubicBezTo>
                <a:cubicBezTo>
                  <a:pt x="333952" y="92306"/>
                  <a:pt x="329616" y="91087"/>
                  <a:pt x="325172" y="90083"/>
                </a:cubicBezTo>
                <a:cubicBezTo>
                  <a:pt x="320873" y="89079"/>
                  <a:pt x="316644" y="88147"/>
                  <a:pt x="312487" y="87288"/>
                </a:cubicBezTo>
                <a:cubicBezTo>
                  <a:pt x="308331" y="86426"/>
                  <a:pt x="304641" y="85459"/>
                  <a:pt x="301415" y="84385"/>
                </a:cubicBezTo>
                <a:cubicBezTo>
                  <a:pt x="298191" y="83309"/>
                  <a:pt x="295576" y="81910"/>
                  <a:pt x="293568" y="80189"/>
                </a:cubicBezTo>
                <a:cubicBezTo>
                  <a:pt x="291562" y="78468"/>
                  <a:pt x="290560" y="76245"/>
                  <a:pt x="290560" y="73520"/>
                </a:cubicBezTo>
                <a:cubicBezTo>
                  <a:pt x="290560" y="71225"/>
                  <a:pt x="291133" y="69397"/>
                  <a:pt x="292279" y="68035"/>
                </a:cubicBezTo>
                <a:cubicBezTo>
                  <a:pt x="293427" y="66672"/>
                  <a:pt x="294824" y="65633"/>
                  <a:pt x="296471" y="64918"/>
                </a:cubicBezTo>
                <a:cubicBezTo>
                  <a:pt x="298120" y="64201"/>
                  <a:pt x="299947" y="63735"/>
                  <a:pt x="301953" y="63521"/>
                </a:cubicBezTo>
                <a:cubicBezTo>
                  <a:pt x="303961" y="63304"/>
                  <a:pt x="305824" y="63196"/>
                  <a:pt x="307543" y="63196"/>
                </a:cubicBezTo>
                <a:cubicBezTo>
                  <a:pt x="312989" y="63196"/>
                  <a:pt x="317718" y="64240"/>
                  <a:pt x="321731" y="66329"/>
                </a:cubicBezTo>
                <a:cubicBezTo>
                  <a:pt x="325744" y="68415"/>
                  <a:pt x="327966" y="72410"/>
                  <a:pt x="328397" y="78312"/>
                </a:cubicBezTo>
                <a:lnTo>
                  <a:pt x="357423" y="78312"/>
                </a:lnTo>
                <a:cubicBezTo>
                  <a:pt x="356850" y="71432"/>
                  <a:pt x="355094" y="65734"/>
                  <a:pt x="352155" y="61218"/>
                </a:cubicBezTo>
                <a:cubicBezTo>
                  <a:pt x="349217" y="56702"/>
                  <a:pt x="345527" y="53082"/>
                  <a:pt x="341083" y="50359"/>
                </a:cubicBezTo>
                <a:cubicBezTo>
                  <a:pt x="336641" y="47634"/>
                  <a:pt x="331589" y="45699"/>
                  <a:pt x="325927" y="44553"/>
                </a:cubicBezTo>
                <a:cubicBezTo>
                  <a:pt x="320265" y="43405"/>
                  <a:pt x="314424" y="42830"/>
                  <a:pt x="308406" y="42830"/>
                </a:cubicBezTo>
                <a:cubicBezTo>
                  <a:pt x="302385" y="42830"/>
                  <a:pt x="296507" y="43368"/>
                  <a:pt x="290773" y="44444"/>
                </a:cubicBezTo>
                <a:cubicBezTo>
                  <a:pt x="285041" y="45518"/>
                  <a:pt x="279882" y="47382"/>
                  <a:pt x="275295" y="50034"/>
                </a:cubicBezTo>
                <a:cubicBezTo>
                  <a:pt x="270709" y="52687"/>
                  <a:pt x="267019" y="56308"/>
                  <a:pt x="264224" y="60896"/>
                </a:cubicBezTo>
                <a:cubicBezTo>
                  <a:pt x="261429" y="65485"/>
                  <a:pt x="260031" y="71364"/>
                  <a:pt x="260031" y="78536"/>
                </a:cubicBezTo>
                <a:cubicBezTo>
                  <a:pt x="260031" y="83410"/>
                  <a:pt x="261034" y="87533"/>
                  <a:pt x="263039" y="90903"/>
                </a:cubicBezTo>
                <a:cubicBezTo>
                  <a:pt x="265047" y="94271"/>
                  <a:pt x="267699" y="97067"/>
                  <a:pt x="270995" y="99291"/>
                </a:cubicBezTo>
                <a:cubicBezTo>
                  <a:pt x="274293" y="101513"/>
                  <a:pt x="278055" y="103306"/>
                  <a:pt x="282283" y="104668"/>
                </a:cubicBezTo>
                <a:cubicBezTo>
                  <a:pt x="286510" y="106031"/>
                  <a:pt x="290846" y="107214"/>
                  <a:pt x="295290" y="108218"/>
                </a:cubicBezTo>
                <a:cubicBezTo>
                  <a:pt x="306181" y="110512"/>
                  <a:pt x="314673" y="112806"/>
                  <a:pt x="320763" y="115100"/>
                </a:cubicBezTo>
                <a:cubicBezTo>
                  <a:pt x="326856" y="117394"/>
                  <a:pt x="329903" y="120836"/>
                  <a:pt x="329903" y="125424"/>
                </a:cubicBezTo>
                <a:cubicBezTo>
                  <a:pt x="329903" y="128147"/>
                  <a:pt x="329258" y="130405"/>
                  <a:pt x="327967" y="132198"/>
                </a:cubicBezTo>
                <a:cubicBezTo>
                  <a:pt x="326677" y="133992"/>
                  <a:pt x="325064" y="135426"/>
                  <a:pt x="323129" y="136502"/>
                </a:cubicBezTo>
                <a:cubicBezTo>
                  <a:pt x="321195" y="137576"/>
                  <a:pt x="319046" y="138364"/>
                  <a:pt x="316679" y="138868"/>
                </a:cubicBezTo>
                <a:cubicBezTo>
                  <a:pt x="314315" y="139368"/>
                  <a:pt x="312058" y="139619"/>
                  <a:pt x="309908" y="139619"/>
                </a:cubicBezTo>
                <a:cubicBezTo>
                  <a:pt x="306899" y="139619"/>
                  <a:pt x="303997" y="139261"/>
                  <a:pt x="301202" y="138546"/>
                </a:cubicBezTo>
                <a:cubicBezTo>
                  <a:pt x="298407" y="137829"/>
                  <a:pt x="295934" y="136719"/>
                  <a:pt x="293784" y="135216"/>
                </a:cubicBezTo>
                <a:cubicBezTo>
                  <a:pt x="291635" y="133712"/>
                  <a:pt x="289878" y="131778"/>
                  <a:pt x="288516" y="129416"/>
                </a:cubicBezTo>
                <a:cubicBezTo>
                  <a:pt x="287156" y="127054"/>
                  <a:pt x="286475" y="124227"/>
                  <a:pt x="286475" y="120933"/>
                </a:cubicBezTo>
                <a:close/>
                <a:moveTo>
                  <a:pt x="416287" y="45980"/>
                </a:moveTo>
                <a:lnTo>
                  <a:pt x="416287" y="12597"/>
                </a:lnTo>
                <a:lnTo>
                  <a:pt x="385758" y="12597"/>
                </a:lnTo>
                <a:lnTo>
                  <a:pt x="385758" y="45980"/>
                </a:lnTo>
                <a:lnTo>
                  <a:pt x="367269" y="45980"/>
                </a:lnTo>
                <a:lnTo>
                  <a:pt x="367269" y="66345"/>
                </a:lnTo>
                <a:lnTo>
                  <a:pt x="385758" y="66345"/>
                </a:lnTo>
                <a:lnTo>
                  <a:pt x="385758" y="131880"/>
                </a:lnTo>
                <a:cubicBezTo>
                  <a:pt x="385758" y="137468"/>
                  <a:pt x="386690" y="141981"/>
                  <a:pt x="388553" y="145419"/>
                </a:cubicBezTo>
                <a:cubicBezTo>
                  <a:pt x="390417" y="148857"/>
                  <a:pt x="392960" y="151507"/>
                  <a:pt x="396184" y="153371"/>
                </a:cubicBezTo>
                <a:cubicBezTo>
                  <a:pt x="399410" y="155232"/>
                  <a:pt x="403136" y="156484"/>
                  <a:pt x="407364" y="157127"/>
                </a:cubicBezTo>
                <a:cubicBezTo>
                  <a:pt x="411594" y="157772"/>
                  <a:pt x="416074" y="158095"/>
                  <a:pt x="420804" y="158095"/>
                </a:cubicBezTo>
                <a:cubicBezTo>
                  <a:pt x="423814" y="158095"/>
                  <a:pt x="426895" y="158025"/>
                  <a:pt x="430049" y="157885"/>
                </a:cubicBezTo>
                <a:cubicBezTo>
                  <a:pt x="433202" y="157745"/>
                  <a:pt x="436068" y="157465"/>
                  <a:pt x="438647" y="157045"/>
                </a:cubicBezTo>
                <a:lnTo>
                  <a:pt x="438647" y="133300"/>
                </a:lnTo>
                <a:cubicBezTo>
                  <a:pt x="437214" y="133587"/>
                  <a:pt x="435710" y="133802"/>
                  <a:pt x="434133" y="133947"/>
                </a:cubicBezTo>
                <a:cubicBezTo>
                  <a:pt x="432556" y="134089"/>
                  <a:pt x="430908" y="134160"/>
                  <a:pt x="429189" y="134160"/>
                </a:cubicBezTo>
                <a:cubicBezTo>
                  <a:pt x="424028" y="134160"/>
                  <a:pt x="420587" y="133302"/>
                  <a:pt x="418865" y="131585"/>
                </a:cubicBezTo>
                <a:cubicBezTo>
                  <a:pt x="417146" y="129868"/>
                  <a:pt x="416287" y="126434"/>
                  <a:pt x="416287" y="121284"/>
                </a:cubicBezTo>
                <a:lnTo>
                  <a:pt x="416287" y="66345"/>
                </a:lnTo>
                <a:lnTo>
                  <a:pt x="438647" y="66345"/>
                </a:lnTo>
                <a:lnTo>
                  <a:pt x="438647" y="45980"/>
                </a:lnTo>
                <a:lnTo>
                  <a:pt x="416287" y="45980"/>
                </a:lnTo>
                <a:close/>
                <a:moveTo>
                  <a:pt x="543328" y="80950"/>
                </a:moveTo>
                <a:cubicBezTo>
                  <a:pt x="543328" y="74223"/>
                  <a:pt x="544080" y="67710"/>
                  <a:pt x="545585" y="61411"/>
                </a:cubicBezTo>
                <a:cubicBezTo>
                  <a:pt x="547090" y="55113"/>
                  <a:pt x="549490" y="49494"/>
                  <a:pt x="552786" y="44556"/>
                </a:cubicBezTo>
                <a:cubicBezTo>
                  <a:pt x="556084" y="39618"/>
                  <a:pt x="560383" y="35681"/>
                  <a:pt x="565685" y="32746"/>
                </a:cubicBezTo>
                <a:cubicBezTo>
                  <a:pt x="570988" y="29811"/>
                  <a:pt x="577439" y="28344"/>
                  <a:pt x="585036" y="28344"/>
                </a:cubicBezTo>
                <a:cubicBezTo>
                  <a:pt x="592632" y="28344"/>
                  <a:pt x="599080" y="29811"/>
                  <a:pt x="604382" y="32746"/>
                </a:cubicBezTo>
                <a:cubicBezTo>
                  <a:pt x="609685" y="35681"/>
                  <a:pt x="613985" y="39618"/>
                  <a:pt x="617281" y="44556"/>
                </a:cubicBezTo>
                <a:cubicBezTo>
                  <a:pt x="620579" y="49494"/>
                  <a:pt x="622980" y="55113"/>
                  <a:pt x="624485" y="61411"/>
                </a:cubicBezTo>
                <a:cubicBezTo>
                  <a:pt x="625989" y="67710"/>
                  <a:pt x="626742" y="74223"/>
                  <a:pt x="626742" y="80950"/>
                </a:cubicBezTo>
                <a:cubicBezTo>
                  <a:pt x="626742" y="87393"/>
                  <a:pt x="625989" y="93657"/>
                  <a:pt x="624485" y="99741"/>
                </a:cubicBezTo>
                <a:cubicBezTo>
                  <a:pt x="622980" y="105823"/>
                  <a:pt x="620579" y="111298"/>
                  <a:pt x="617281" y="116166"/>
                </a:cubicBezTo>
                <a:cubicBezTo>
                  <a:pt x="613985" y="121032"/>
                  <a:pt x="609685" y="124933"/>
                  <a:pt x="604382" y="127868"/>
                </a:cubicBezTo>
                <a:cubicBezTo>
                  <a:pt x="599080" y="130803"/>
                  <a:pt x="592632" y="132270"/>
                  <a:pt x="585036" y="132270"/>
                </a:cubicBezTo>
                <a:cubicBezTo>
                  <a:pt x="577439" y="132270"/>
                  <a:pt x="570988" y="130803"/>
                  <a:pt x="565685" y="127868"/>
                </a:cubicBezTo>
                <a:cubicBezTo>
                  <a:pt x="560383" y="124933"/>
                  <a:pt x="556084" y="121032"/>
                  <a:pt x="552786" y="116166"/>
                </a:cubicBezTo>
                <a:cubicBezTo>
                  <a:pt x="549490" y="111298"/>
                  <a:pt x="547090" y="105823"/>
                  <a:pt x="545585" y="99741"/>
                </a:cubicBezTo>
                <a:cubicBezTo>
                  <a:pt x="544080" y="93657"/>
                  <a:pt x="543328" y="87393"/>
                  <a:pt x="543328" y="80950"/>
                </a:cubicBezTo>
                <a:moveTo>
                  <a:pt x="509571" y="80953"/>
                </a:moveTo>
                <a:cubicBezTo>
                  <a:pt x="509571" y="92120"/>
                  <a:pt x="511291" y="102535"/>
                  <a:pt x="514732" y="112197"/>
                </a:cubicBezTo>
                <a:cubicBezTo>
                  <a:pt x="518172" y="121859"/>
                  <a:pt x="523117" y="130269"/>
                  <a:pt x="529566" y="137427"/>
                </a:cubicBezTo>
                <a:cubicBezTo>
                  <a:pt x="536016" y="144585"/>
                  <a:pt x="543934" y="150205"/>
                  <a:pt x="553320" y="154286"/>
                </a:cubicBezTo>
                <a:cubicBezTo>
                  <a:pt x="562709" y="158365"/>
                  <a:pt x="573280" y="160404"/>
                  <a:pt x="585033" y="160404"/>
                </a:cubicBezTo>
                <a:cubicBezTo>
                  <a:pt x="596930" y="160404"/>
                  <a:pt x="607537" y="158365"/>
                  <a:pt x="616854" y="154286"/>
                </a:cubicBezTo>
                <a:cubicBezTo>
                  <a:pt x="626171" y="150205"/>
                  <a:pt x="634054" y="144585"/>
                  <a:pt x="640503" y="137427"/>
                </a:cubicBezTo>
                <a:cubicBezTo>
                  <a:pt x="646953" y="130269"/>
                  <a:pt x="651898" y="121859"/>
                  <a:pt x="655338" y="112197"/>
                </a:cubicBezTo>
                <a:cubicBezTo>
                  <a:pt x="658778" y="102535"/>
                  <a:pt x="660498" y="92120"/>
                  <a:pt x="660498" y="80953"/>
                </a:cubicBezTo>
                <a:cubicBezTo>
                  <a:pt x="660498" y="69502"/>
                  <a:pt x="658778" y="58873"/>
                  <a:pt x="655338" y="49067"/>
                </a:cubicBezTo>
                <a:cubicBezTo>
                  <a:pt x="651898" y="39260"/>
                  <a:pt x="646953" y="30707"/>
                  <a:pt x="640503" y="23406"/>
                </a:cubicBezTo>
                <a:cubicBezTo>
                  <a:pt x="634054" y="16104"/>
                  <a:pt x="626171" y="10377"/>
                  <a:pt x="616854" y="6226"/>
                </a:cubicBezTo>
                <a:cubicBezTo>
                  <a:pt x="607537" y="2075"/>
                  <a:pt x="596930" y="0"/>
                  <a:pt x="585033" y="0"/>
                </a:cubicBezTo>
                <a:cubicBezTo>
                  <a:pt x="573280" y="0"/>
                  <a:pt x="562709" y="2075"/>
                  <a:pt x="553320" y="6226"/>
                </a:cubicBezTo>
                <a:cubicBezTo>
                  <a:pt x="543934" y="10377"/>
                  <a:pt x="536016" y="16104"/>
                  <a:pt x="529566" y="23406"/>
                </a:cubicBezTo>
                <a:cubicBezTo>
                  <a:pt x="523117" y="30707"/>
                  <a:pt x="518172" y="39260"/>
                  <a:pt x="514732" y="49067"/>
                </a:cubicBezTo>
                <a:cubicBezTo>
                  <a:pt x="511291" y="58873"/>
                  <a:pt x="509571" y="69502"/>
                  <a:pt x="509571" y="80953"/>
                </a:cubicBezTo>
                <a:close/>
                <a:moveTo>
                  <a:pt x="679804" y="45812"/>
                </a:moveTo>
                <a:lnTo>
                  <a:pt x="679804" y="157045"/>
                </a:lnTo>
                <a:lnTo>
                  <a:pt x="710333" y="157045"/>
                </a:lnTo>
                <a:lnTo>
                  <a:pt x="710333" y="106899"/>
                </a:lnTo>
                <a:cubicBezTo>
                  <a:pt x="710333" y="101878"/>
                  <a:pt x="710834" y="97215"/>
                  <a:pt x="711838" y="92911"/>
                </a:cubicBezTo>
                <a:cubicBezTo>
                  <a:pt x="712842" y="88607"/>
                  <a:pt x="714526" y="84841"/>
                  <a:pt x="716890" y="81613"/>
                </a:cubicBezTo>
                <a:cubicBezTo>
                  <a:pt x="719254" y="78385"/>
                  <a:pt x="722371" y="75838"/>
                  <a:pt x="726240" y="73972"/>
                </a:cubicBezTo>
                <a:cubicBezTo>
                  <a:pt x="730111" y="72107"/>
                  <a:pt x="734841" y="71174"/>
                  <a:pt x="740431" y="71174"/>
                </a:cubicBezTo>
                <a:cubicBezTo>
                  <a:pt x="742295" y="71174"/>
                  <a:pt x="744229" y="71282"/>
                  <a:pt x="746234" y="71499"/>
                </a:cubicBezTo>
                <a:cubicBezTo>
                  <a:pt x="748242" y="71713"/>
                  <a:pt x="749962" y="71964"/>
                  <a:pt x="751395" y="72250"/>
                </a:cubicBezTo>
                <a:lnTo>
                  <a:pt x="751395" y="43903"/>
                </a:lnTo>
                <a:cubicBezTo>
                  <a:pt x="748958" y="43188"/>
                  <a:pt x="746737" y="42830"/>
                  <a:pt x="744732" y="42830"/>
                </a:cubicBezTo>
                <a:cubicBezTo>
                  <a:pt x="740861" y="42830"/>
                  <a:pt x="737134" y="43403"/>
                  <a:pt x="733552" y="44549"/>
                </a:cubicBezTo>
                <a:cubicBezTo>
                  <a:pt x="729970" y="45693"/>
                  <a:pt x="726602" y="47303"/>
                  <a:pt x="723448" y="49378"/>
                </a:cubicBezTo>
                <a:cubicBezTo>
                  <a:pt x="720294" y="51454"/>
                  <a:pt x="717499" y="53959"/>
                  <a:pt x="715063" y="56894"/>
                </a:cubicBezTo>
                <a:cubicBezTo>
                  <a:pt x="712627" y="59829"/>
                  <a:pt x="710691" y="63014"/>
                  <a:pt x="709257" y="66450"/>
                </a:cubicBezTo>
                <a:lnTo>
                  <a:pt x="708827" y="66450"/>
                </a:lnTo>
                <a:lnTo>
                  <a:pt x="708827" y="45812"/>
                </a:lnTo>
                <a:lnTo>
                  <a:pt x="679804" y="45812"/>
                </a:lnTo>
                <a:close/>
                <a:moveTo>
                  <a:pt x="761909" y="80077"/>
                </a:moveTo>
                <a:cubicBezTo>
                  <a:pt x="762338" y="72911"/>
                  <a:pt x="764129" y="66963"/>
                  <a:pt x="767283" y="62235"/>
                </a:cubicBezTo>
                <a:cubicBezTo>
                  <a:pt x="770436" y="57504"/>
                  <a:pt x="774450" y="53705"/>
                  <a:pt x="779322" y="50838"/>
                </a:cubicBezTo>
                <a:cubicBezTo>
                  <a:pt x="784195" y="47971"/>
                  <a:pt x="789677" y="45928"/>
                  <a:pt x="795767" y="44710"/>
                </a:cubicBezTo>
                <a:cubicBezTo>
                  <a:pt x="801860" y="43492"/>
                  <a:pt x="807988" y="42883"/>
                  <a:pt x="814151" y="42883"/>
                </a:cubicBezTo>
                <a:cubicBezTo>
                  <a:pt x="819741" y="42883"/>
                  <a:pt x="825403" y="43278"/>
                  <a:pt x="831135" y="44067"/>
                </a:cubicBezTo>
                <a:cubicBezTo>
                  <a:pt x="836869" y="44854"/>
                  <a:pt x="842100" y="46395"/>
                  <a:pt x="846829" y="48689"/>
                </a:cubicBezTo>
                <a:cubicBezTo>
                  <a:pt x="851559" y="50981"/>
                  <a:pt x="855429" y="54170"/>
                  <a:pt x="858438" y="58255"/>
                </a:cubicBezTo>
                <a:cubicBezTo>
                  <a:pt x="861450" y="62341"/>
                  <a:pt x="862956" y="67751"/>
                  <a:pt x="862956" y="74487"/>
                </a:cubicBezTo>
                <a:lnTo>
                  <a:pt x="862956" y="132320"/>
                </a:lnTo>
                <a:cubicBezTo>
                  <a:pt x="862956" y="137337"/>
                  <a:pt x="863242" y="142138"/>
                  <a:pt x="863815" y="146724"/>
                </a:cubicBezTo>
                <a:cubicBezTo>
                  <a:pt x="864388" y="151311"/>
                  <a:pt x="865391" y="154751"/>
                  <a:pt x="866823" y="157045"/>
                </a:cubicBezTo>
                <a:lnTo>
                  <a:pt x="835865" y="157045"/>
                </a:lnTo>
                <a:cubicBezTo>
                  <a:pt x="835292" y="155326"/>
                  <a:pt x="834826" y="153571"/>
                  <a:pt x="834468" y="151780"/>
                </a:cubicBezTo>
                <a:cubicBezTo>
                  <a:pt x="834109" y="149986"/>
                  <a:pt x="833859" y="148158"/>
                  <a:pt x="833716" y="146295"/>
                </a:cubicBezTo>
                <a:cubicBezTo>
                  <a:pt x="828844" y="151312"/>
                  <a:pt x="823111" y="154824"/>
                  <a:pt x="816517" y="156832"/>
                </a:cubicBezTo>
                <a:cubicBezTo>
                  <a:pt x="809923" y="158837"/>
                  <a:pt x="803186" y="159840"/>
                  <a:pt x="796305" y="159840"/>
                </a:cubicBezTo>
                <a:cubicBezTo>
                  <a:pt x="791004" y="159840"/>
                  <a:pt x="786059" y="159195"/>
                  <a:pt x="781471" y="157904"/>
                </a:cubicBezTo>
                <a:cubicBezTo>
                  <a:pt x="776885" y="156614"/>
                  <a:pt x="772872" y="154607"/>
                  <a:pt x="769431" y="151885"/>
                </a:cubicBezTo>
                <a:cubicBezTo>
                  <a:pt x="765993" y="149162"/>
                  <a:pt x="763307" y="145723"/>
                  <a:pt x="761371" y="141567"/>
                </a:cubicBezTo>
                <a:cubicBezTo>
                  <a:pt x="759436" y="137410"/>
                  <a:pt x="758468" y="132464"/>
                  <a:pt x="758468" y="126730"/>
                </a:cubicBezTo>
                <a:cubicBezTo>
                  <a:pt x="758468" y="120424"/>
                  <a:pt x="759579" y="115229"/>
                  <a:pt x="761801" y="111144"/>
                </a:cubicBezTo>
                <a:cubicBezTo>
                  <a:pt x="764023" y="107059"/>
                  <a:pt x="766889" y="103798"/>
                  <a:pt x="770399" y="101361"/>
                </a:cubicBezTo>
                <a:cubicBezTo>
                  <a:pt x="773912" y="98925"/>
                  <a:pt x="777925" y="97098"/>
                  <a:pt x="782439" y="95880"/>
                </a:cubicBezTo>
                <a:cubicBezTo>
                  <a:pt x="786955" y="94661"/>
                  <a:pt x="791506" y="93695"/>
                  <a:pt x="796092" y="92980"/>
                </a:cubicBezTo>
                <a:cubicBezTo>
                  <a:pt x="800678" y="92262"/>
                  <a:pt x="805192" y="91688"/>
                  <a:pt x="809634" y="91257"/>
                </a:cubicBezTo>
                <a:cubicBezTo>
                  <a:pt x="814078" y="90827"/>
                  <a:pt x="818020" y="90181"/>
                  <a:pt x="821460" y="89322"/>
                </a:cubicBezTo>
                <a:cubicBezTo>
                  <a:pt x="824901" y="88462"/>
                  <a:pt x="827623" y="87209"/>
                  <a:pt x="829629" y="85562"/>
                </a:cubicBezTo>
                <a:cubicBezTo>
                  <a:pt x="831637" y="83913"/>
                  <a:pt x="832569" y="81512"/>
                  <a:pt x="832427" y="78358"/>
                </a:cubicBezTo>
                <a:cubicBezTo>
                  <a:pt x="832427" y="75060"/>
                  <a:pt x="831889" y="72445"/>
                  <a:pt x="830813" y="70511"/>
                </a:cubicBezTo>
                <a:cubicBezTo>
                  <a:pt x="829737" y="68576"/>
                  <a:pt x="828304" y="67071"/>
                  <a:pt x="826512" y="65997"/>
                </a:cubicBezTo>
                <a:cubicBezTo>
                  <a:pt x="824721" y="64921"/>
                  <a:pt x="822642" y="64204"/>
                  <a:pt x="820276" y="63845"/>
                </a:cubicBezTo>
                <a:cubicBezTo>
                  <a:pt x="817912" y="63487"/>
                  <a:pt x="815369" y="63307"/>
                  <a:pt x="812646" y="63307"/>
                </a:cubicBezTo>
                <a:cubicBezTo>
                  <a:pt x="806627" y="63307"/>
                  <a:pt x="801898" y="64598"/>
                  <a:pt x="798457" y="67178"/>
                </a:cubicBezTo>
                <a:cubicBezTo>
                  <a:pt x="795017" y="69759"/>
                  <a:pt x="793011" y="74059"/>
                  <a:pt x="792438" y="80077"/>
                </a:cubicBezTo>
                <a:lnTo>
                  <a:pt x="761909" y="80077"/>
                </a:lnTo>
                <a:moveTo>
                  <a:pt x="832427" y="102651"/>
                </a:moveTo>
                <a:cubicBezTo>
                  <a:pt x="831137" y="103799"/>
                  <a:pt x="829524" y="104695"/>
                  <a:pt x="827588" y="105341"/>
                </a:cubicBezTo>
                <a:cubicBezTo>
                  <a:pt x="825653" y="105986"/>
                  <a:pt x="823574" y="106524"/>
                  <a:pt x="821352" y="106955"/>
                </a:cubicBezTo>
                <a:cubicBezTo>
                  <a:pt x="819132" y="107383"/>
                  <a:pt x="816803" y="107741"/>
                  <a:pt x="814365" y="108027"/>
                </a:cubicBezTo>
                <a:cubicBezTo>
                  <a:pt x="811928" y="108314"/>
                  <a:pt x="809492" y="108671"/>
                  <a:pt x="807056" y="109100"/>
                </a:cubicBezTo>
                <a:cubicBezTo>
                  <a:pt x="804764" y="109531"/>
                  <a:pt x="802507" y="110105"/>
                  <a:pt x="800285" y="110822"/>
                </a:cubicBezTo>
                <a:cubicBezTo>
                  <a:pt x="798063" y="111538"/>
                  <a:pt x="796127" y="112505"/>
                  <a:pt x="794478" y="113726"/>
                </a:cubicBezTo>
                <a:cubicBezTo>
                  <a:pt x="792831" y="114944"/>
                  <a:pt x="791506" y="116485"/>
                  <a:pt x="790502" y="118348"/>
                </a:cubicBezTo>
                <a:cubicBezTo>
                  <a:pt x="789498" y="120209"/>
                  <a:pt x="788996" y="122573"/>
                  <a:pt x="788996" y="125440"/>
                </a:cubicBezTo>
                <a:cubicBezTo>
                  <a:pt x="788996" y="128163"/>
                  <a:pt x="789498" y="130456"/>
                  <a:pt x="790502" y="132320"/>
                </a:cubicBezTo>
                <a:cubicBezTo>
                  <a:pt x="791506" y="134183"/>
                  <a:pt x="792867" y="135653"/>
                  <a:pt x="794586" y="136729"/>
                </a:cubicBezTo>
                <a:cubicBezTo>
                  <a:pt x="796308" y="137802"/>
                  <a:pt x="798314" y="138555"/>
                  <a:pt x="800606" y="138986"/>
                </a:cubicBezTo>
                <a:cubicBezTo>
                  <a:pt x="802900" y="139416"/>
                  <a:pt x="805266" y="139632"/>
                  <a:pt x="807702" y="139632"/>
                </a:cubicBezTo>
                <a:cubicBezTo>
                  <a:pt x="813721" y="139632"/>
                  <a:pt x="818378" y="138629"/>
                  <a:pt x="821674" y="136624"/>
                </a:cubicBezTo>
                <a:cubicBezTo>
                  <a:pt x="824972" y="134616"/>
                  <a:pt x="827409" y="132215"/>
                  <a:pt x="828986" y="129420"/>
                </a:cubicBezTo>
                <a:cubicBezTo>
                  <a:pt x="830563" y="126625"/>
                  <a:pt x="831531" y="123794"/>
                  <a:pt x="831889" y="120926"/>
                </a:cubicBezTo>
                <a:cubicBezTo>
                  <a:pt x="832248" y="118059"/>
                  <a:pt x="832427" y="115766"/>
                  <a:pt x="832427" y="114047"/>
                </a:cubicBezTo>
                <a:lnTo>
                  <a:pt x="832427" y="102651"/>
                </a:lnTo>
                <a:close/>
                <a:moveTo>
                  <a:pt x="962058" y="85031"/>
                </a:moveTo>
                <a:lnTo>
                  <a:pt x="991940" y="85031"/>
                </a:lnTo>
                <a:cubicBezTo>
                  <a:pt x="991511" y="77853"/>
                  <a:pt x="989791" y="71645"/>
                  <a:pt x="986780" y="66407"/>
                </a:cubicBezTo>
                <a:cubicBezTo>
                  <a:pt x="983770" y="61167"/>
                  <a:pt x="979864" y="56789"/>
                  <a:pt x="975062" y="53272"/>
                </a:cubicBezTo>
                <a:cubicBezTo>
                  <a:pt x="970261" y="49756"/>
                  <a:pt x="964816" y="47137"/>
                  <a:pt x="958725" y="45415"/>
                </a:cubicBezTo>
                <a:cubicBezTo>
                  <a:pt x="952634" y="43692"/>
                  <a:pt x="946292" y="42830"/>
                  <a:pt x="939698" y="42830"/>
                </a:cubicBezTo>
                <a:cubicBezTo>
                  <a:pt x="930668" y="42830"/>
                  <a:pt x="922640" y="44338"/>
                  <a:pt x="915616" y="47354"/>
                </a:cubicBezTo>
                <a:cubicBezTo>
                  <a:pt x="908593" y="50368"/>
                  <a:pt x="902645" y="54567"/>
                  <a:pt x="897773" y="59951"/>
                </a:cubicBezTo>
                <a:cubicBezTo>
                  <a:pt x="892900" y="65336"/>
                  <a:pt x="889210" y="71725"/>
                  <a:pt x="886701" y="79119"/>
                </a:cubicBezTo>
                <a:cubicBezTo>
                  <a:pt x="884193" y="86512"/>
                  <a:pt x="882938" y="94515"/>
                  <a:pt x="882938" y="103130"/>
                </a:cubicBezTo>
                <a:cubicBezTo>
                  <a:pt x="882938" y="111458"/>
                  <a:pt x="884300" y="119103"/>
                  <a:pt x="887023" y="126067"/>
                </a:cubicBezTo>
                <a:cubicBezTo>
                  <a:pt x="889745" y="133028"/>
                  <a:pt x="893543" y="139022"/>
                  <a:pt x="898416" y="144047"/>
                </a:cubicBezTo>
                <a:cubicBezTo>
                  <a:pt x="903291" y="149073"/>
                  <a:pt x="909203" y="152986"/>
                  <a:pt x="916154" y="155785"/>
                </a:cubicBezTo>
                <a:cubicBezTo>
                  <a:pt x="923106" y="158585"/>
                  <a:pt x="930739" y="159984"/>
                  <a:pt x="939052" y="159984"/>
                </a:cubicBezTo>
                <a:cubicBezTo>
                  <a:pt x="953814" y="159984"/>
                  <a:pt x="965924" y="156099"/>
                  <a:pt x="975383" y="148329"/>
                </a:cubicBezTo>
                <a:cubicBezTo>
                  <a:pt x="984844" y="140556"/>
                  <a:pt x="990579" y="129288"/>
                  <a:pt x="992586" y="114526"/>
                </a:cubicBezTo>
                <a:lnTo>
                  <a:pt x="963131" y="114526"/>
                </a:lnTo>
                <a:cubicBezTo>
                  <a:pt x="962129" y="121406"/>
                  <a:pt x="959656" y="126889"/>
                  <a:pt x="955713" y="130975"/>
                </a:cubicBezTo>
                <a:cubicBezTo>
                  <a:pt x="951772" y="135058"/>
                  <a:pt x="946147" y="137099"/>
                  <a:pt x="938838" y="137099"/>
                </a:cubicBezTo>
                <a:cubicBezTo>
                  <a:pt x="934108" y="137099"/>
                  <a:pt x="930094" y="136024"/>
                  <a:pt x="926796" y="133875"/>
                </a:cubicBezTo>
                <a:cubicBezTo>
                  <a:pt x="923500" y="131725"/>
                  <a:pt x="920884" y="128966"/>
                  <a:pt x="918949" y="125598"/>
                </a:cubicBezTo>
                <a:cubicBezTo>
                  <a:pt x="917015" y="122228"/>
                  <a:pt x="915618" y="118464"/>
                  <a:pt x="914756" y="114306"/>
                </a:cubicBezTo>
                <a:cubicBezTo>
                  <a:pt x="913897" y="110149"/>
                  <a:pt x="913467" y="106063"/>
                  <a:pt x="913467" y="102050"/>
                </a:cubicBezTo>
                <a:cubicBezTo>
                  <a:pt x="913467" y="97893"/>
                  <a:pt x="913897" y="93700"/>
                  <a:pt x="914756" y="89473"/>
                </a:cubicBezTo>
                <a:cubicBezTo>
                  <a:pt x="915618" y="85243"/>
                  <a:pt x="917087" y="81372"/>
                  <a:pt x="919165" y="77860"/>
                </a:cubicBezTo>
                <a:cubicBezTo>
                  <a:pt x="921243" y="74347"/>
                  <a:pt x="923929" y="71480"/>
                  <a:pt x="927225" y="69258"/>
                </a:cubicBezTo>
                <a:cubicBezTo>
                  <a:pt x="930523" y="67036"/>
                  <a:pt x="934609" y="65925"/>
                  <a:pt x="939481" y="65925"/>
                </a:cubicBezTo>
                <a:cubicBezTo>
                  <a:pt x="952525" y="65925"/>
                  <a:pt x="960050" y="72294"/>
                  <a:pt x="962058" y="85031"/>
                </a:cubicBezTo>
                <a:close/>
                <a:moveTo>
                  <a:pt x="1010419" y="3569"/>
                </a:moveTo>
                <a:lnTo>
                  <a:pt x="1010419" y="157045"/>
                </a:lnTo>
                <a:lnTo>
                  <a:pt x="1040948" y="157045"/>
                </a:lnTo>
                <a:lnTo>
                  <a:pt x="1040948" y="3569"/>
                </a:lnTo>
                <a:lnTo>
                  <a:pt x="1010419" y="3569"/>
                </a:lnTo>
                <a:close/>
                <a:moveTo>
                  <a:pt x="1139462" y="89650"/>
                </a:moveTo>
                <a:lnTo>
                  <a:pt x="1089802" y="89650"/>
                </a:lnTo>
                <a:cubicBezTo>
                  <a:pt x="1089944" y="87494"/>
                  <a:pt x="1090409" y="85050"/>
                  <a:pt x="1091196" y="82318"/>
                </a:cubicBezTo>
                <a:cubicBezTo>
                  <a:pt x="1091985" y="79584"/>
                  <a:pt x="1093348" y="76996"/>
                  <a:pt x="1095283" y="74553"/>
                </a:cubicBezTo>
                <a:cubicBezTo>
                  <a:pt x="1097219" y="72108"/>
                  <a:pt x="1099799" y="70059"/>
                  <a:pt x="1103022" y="68405"/>
                </a:cubicBezTo>
                <a:cubicBezTo>
                  <a:pt x="1106248" y="66752"/>
                  <a:pt x="1110297" y="65925"/>
                  <a:pt x="1115170" y="65925"/>
                </a:cubicBezTo>
                <a:cubicBezTo>
                  <a:pt x="1122623" y="65925"/>
                  <a:pt x="1128177" y="67938"/>
                  <a:pt x="1131832" y="71965"/>
                </a:cubicBezTo>
                <a:cubicBezTo>
                  <a:pt x="1135486" y="75991"/>
                  <a:pt x="1138030" y="81886"/>
                  <a:pt x="1139462" y="89650"/>
                </a:cubicBezTo>
                <a:moveTo>
                  <a:pt x="1089802" y="108966"/>
                </a:moveTo>
                <a:lnTo>
                  <a:pt x="1169994" y="108966"/>
                </a:lnTo>
                <a:cubicBezTo>
                  <a:pt x="1170567" y="100349"/>
                  <a:pt x="1169850" y="92091"/>
                  <a:pt x="1167842" y="84191"/>
                </a:cubicBezTo>
                <a:cubicBezTo>
                  <a:pt x="1165836" y="76292"/>
                  <a:pt x="1162576" y="69255"/>
                  <a:pt x="1158059" y="63081"/>
                </a:cubicBezTo>
                <a:cubicBezTo>
                  <a:pt x="1153545" y="56905"/>
                  <a:pt x="1147776" y="51986"/>
                  <a:pt x="1140751" y="48325"/>
                </a:cubicBezTo>
                <a:cubicBezTo>
                  <a:pt x="1133729" y="44662"/>
                  <a:pt x="1125488" y="42830"/>
                  <a:pt x="1116029" y="42830"/>
                </a:cubicBezTo>
                <a:cubicBezTo>
                  <a:pt x="1107572" y="42830"/>
                  <a:pt x="1099869" y="44338"/>
                  <a:pt x="1092918" y="47354"/>
                </a:cubicBezTo>
                <a:cubicBezTo>
                  <a:pt x="1085968" y="50368"/>
                  <a:pt x="1079984" y="54495"/>
                  <a:pt x="1074967" y="59735"/>
                </a:cubicBezTo>
                <a:cubicBezTo>
                  <a:pt x="1069950" y="64975"/>
                  <a:pt x="1066080" y="71185"/>
                  <a:pt x="1063357" y="78365"/>
                </a:cubicBezTo>
                <a:cubicBezTo>
                  <a:pt x="1060635" y="85543"/>
                  <a:pt x="1059273" y="93296"/>
                  <a:pt x="1059273" y="101624"/>
                </a:cubicBezTo>
                <a:cubicBezTo>
                  <a:pt x="1059273" y="110236"/>
                  <a:pt x="1060599" y="118132"/>
                  <a:pt x="1063249" y="125312"/>
                </a:cubicBezTo>
                <a:cubicBezTo>
                  <a:pt x="1065902" y="132490"/>
                  <a:pt x="1069665" y="138664"/>
                  <a:pt x="1074537" y="143834"/>
                </a:cubicBezTo>
                <a:cubicBezTo>
                  <a:pt x="1079410" y="149002"/>
                  <a:pt x="1085358" y="152986"/>
                  <a:pt x="1092380" y="155785"/>
                </a:cubicBezTo>
                <a:cubicBezTo>
                  <a:pt x="1099403" y="158585"/>
                  <a:pt x="1107286" y="159984"/>
                  <a:pt x="1116029" y="159984"/>
                </a:cubicBezTo>
                <a:cubicBezTo>
                  <a:pt x="1128642" y="159984"/>
                  <a:pt x="1139391" y="157120"/>
                  <a:pt x="1148277" y="151393"/>
                </a:cubicBezTo>
                <a:cubicBezTo>
                  <a:pt x="1157165" y="145665"/>
                  <a:pt x="1163759" y="136141"/>
                  <a:pt x="1168058" y="122823"/>
                </a:cubicBezTo>
                <a:lnTo>
                  <a:pt x="1141184" y="122823"/>
                </a:lnTo>
                <a:cubicBezTo>
                  <a:pt x="1140181" y="126232"/>
                  <a:pt x="1137457" y="129464"/>
                  <a:pt x="1133013" y="132520"/>
                </a:cubicBezTo>
                <a:cubicBezTo>
                  <a:pt x="1128571" y="135573"/>
                  <a:pt x="1123268" y="137099"/>
                  <a:pt x="1117105" y="137099"/>
                </a:cubicBezTo>
                <a:cubicBezTo>
                  <a:pt x="1108506" y="137099"/>
                  <a:pt x="1101912" y="134881"/>
                  <a:pt x="1097324" y="130443"/>
                </a:cubicBezTo>
                <a:cubicBezTo>
                  <a:pt x="1092738" y="126004"/>
                  <a:pt x="1090230" y="118844"/>
                  <a:pt x="1089802" y="108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Native background inset-8.png">
            <a:extLst xmlns:a="http://schemas.openxmlformats.org/drawingml/2006/main">
              <a:ext uri="{FF2B5EF4-FFF2-40B4-BE49-F238E27FC236}">
                <a16:creationId xmlns:a16="http://schemas.microsoft.com/office/drawing/2014/main" id="{711F72B1-989C-4610-BCCF-FB8BCAF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16" y="1440946"/>
            <a:ext cx="3898135" cy="5949837"/>
          </a:xfrm>
          <a:prstGeom xmlns:a="http://schemas.openxmlformats.org/drawingml/2006/main" prst="roundRect">
            <a:avLst>
              <a:gd name="adj" fmla="val 17095"/>
            </a:avLst>
          </a:prstGeom>
          <a:solidFill xmlns:a="http://schemas.openxmlformats.org/drawingml/2006/main">
            <a:srgbClr val="E7F2F4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7150" dist="47625" dir="3187806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0" name="Text GithubIssuesofSourceLibraries">
            <a:extLst xmlns:a="http://schemas.openxmlformats.org/drawingml/2006/main">
              <a:ext uri="{FF2B5EF4-FFF2-40B4-BE49-F238E27FC236}">
                <a16:creationId xmlns:a16="http://schemas.microsoft.com/office/drawing/2014/main" id="{3A65D527-0DFA-4037-8E42-89EBC110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104" y="3527278"/>
            <a:ext cx="1933145" cy="92024"/>
          </a:xfrm>
          <a:custGeom xmlns:a="http://schemas.openxmlformats.org/drawingml/2006/main">
            <a:pathLst>
              <a:path w="1933145" h="92024">
                <a:moveTo>
                  <a:pt x="67381" y="80089"/>
                </a:moveTo>
                <a:lnTo>
                  <a:pt x="69353" y="90066"/>
                </a:lnTo>
                <a:lnTo>
                  <a:pt x="81670" y="90066"/>
                </a:lnTo>
                <a:lnTo>
                  <a:pt x="81670" y="42584"/>
                </a:lnTo>
                <a:lnTo>
                  <a:pt x="44715" y="42584"/>
                </a:lnTo>
                <a:lnTo>
                  <a:pt x="44715" y="57019"/>
                </a:lnTo>
                <a:lnTo>
                  <a:pt x="64178" y="57019"/>
                </a:lnTo>
                <a:cubicBezTo>
                  <a:pt x="63603" y="63152"/>
                  <a:pt x="61571" y="67832"/>
                  <a:pt x="58081" y="71061"/>
                </a:cubicBezTo>
                <a:cubicBezTo>
                  <a:pt x="54591" y="74291"/>
                  <a:pt x="49644" y="75905"/>
                  <a:pt x="43238" y="75905"/>
                </a:cubicBezTo>
                <a:cubicBezTo>
                  <a:pt x="38886" y="75905"/>
                  <a:pt x="35191" y="75064"/>
                  <a:pt x="32152" y="73383"/>
                </a:cubicBezTo>
                <a:cubicBezTo>
                  <a:pt x="29113" y="71701"/>
                  <a:pt x="26649" y="69466"/>
                  <a:pt x="24760" y="66678"/>
                </a:cubicBezTo>
                <a:cubicBezTo>
                  <a:pt x="22871" y="63889"/>
                  <a:pt x="21496" y="60752"/>
                  <a:pt x="20634" y="57267"/>
                </a:cubicBezTo>
                <a:cubicBezTo>
                  <a:pt x="19772" y="53781"/>
                  <a:pt x="19341" y="50192"/>
                  <a:pt x="19341" y="46501"/>
                </a:cubicBezTo>
                <a:cubicBezTo>
                  <a:pt x="19341" y="42646"/>
                  <a:pt x="19772" y="38915"/>
                  <a:pt x="20634" y="35306"/>
                </a:cubicBezTo>
                <a:cubicBezTo>
                  <a:pt x="21496" y="31697"/>
                  <a:pt x="22871" y="28478"/>
                  <a:pt x="24760" y="25649"/>
                </a:cubicBezTo>
                <a:cubicBezTo>
                  <a:pt x="26648" y="22819"/>
                  <a:pt x="29112" y="20564"/>
                  <a:pt x="32150" y="18882"/>
                </a:cubicBezTo>
                <a:cubicBezTo>
                  <a:pt x="35189" y="17201"/>
                  <a:pt x="38885" y="16360"/>
                  <a:pt x="43238" y="16360"/>
                </a:cubicBezTo>
                <a:cubicBezTo>
                  <a:pt x="47918" y="16360"/>
                  <a:pt x="51900" y="17592"/>
                  <a:pt x="55185" y="20055"/>
                </a:cubicBezTo>
                <a:cubicBezTo>
                  <a:pt x="58470" y="22519"/>
                  <a:pt x="60687" y="26214"/>
                  <a:pt x="61836" y="31141"/>
                </a:cubicBezTo>
                <a:lnTo>
                  <a:pt x="80315" y="31141"/>
                </a:lnTo>
                <a:cubicBezTo>
                  <a:pt x="79822" y="26132"/>
                  <a:pt x="78467" y="21699"/>
                  <a:pt x="76249" y="17841"/>
                </a:cubicBezTo>
                <a:cubicBezTo>
                  <a:pt x="74032" y="13983"/>
                  <a:pt x="71220" y="10742"/>
                  <a:pt x="67812" y="8118"/>
                </a:cubicBezTo>
                <a:cubicBezTo>
                  <a:pt x="64403" y="5493"/>
                  <a:pt x="60585" y="3504"/>
                  <a:pt x="56356" y="2150"/>
                </a:cubicBezTo>
                <a:cubicBezTo>
                  <a:pt x="52126" y="797"/>
                  <a:pt x="47754" y="120"/>
                  <a:pt x="43238" y="120"/>
                </a:cubicBezTo>
                <a:cubicBezTo>
                  <a:pt x="36504" y="120"/>
                  <a:pt x="30447" y="1309"/>
                  <a:pt x="25068" y="3688"/>
                </a:cubicBezTo>
                <a:cubicBezTo>
                  <a:pt x="19690" y="6066"/>
                  <a:pt x="15153" y="9347"/>
                  <a:pt x="11456" y="13531"/>
                </a:cubicBezTo>
                <a:cubicBezTo>
                  <a:pt x="7761" y="17714"/>
                  <a:pt x="4928" y="22615"/>
                  <a:pt x="2957" y="28233"/>
                </a:cubicBezTo>
                <a:cubicBezTo>
                  <a:pt x="986" y="33852"/>
                  <a:pt x="0" y="39942"/>
                  <a:pt x="0" y="46503"/>
                </a:cubicBezTo>
                <a:cubicBezTo>
                  <a:pt x="0" y="52901"/>
                  <a:pt x="986" y="58868"/>
                  <a:pt x="2957" y="64404"/>
                </a:cubicBezTo>
                <a:cubicBezTo>
                  <a:pt x="4928" y="69940"/>
                  <a:pt x="7761" y="74759"/>
                  <a:pt x="11456" y="78860"/>
                </a:cubicBezTo>
                <a:cubicBezTo>
                  <a:pt x="15151" y="82961"/>
                  <a:pt x="19689" y="86181"/>
                  <a:pt x="25068" y="88519"/>
                </a:cubicBezTo>
                <a:cubicBezTo>
                  <a:pt x="30447" y="90856"/>
                  <a:pt x="36504" y="92024"/>
                  <a:pt x="43238" y="92024"/>
                </a:cubicBezTo>
                <a:cubicBezTo>
                  <a:pt x="47508" y="92024"/>
                  <a:pt x="51737" y="91143"/>
                  <a:pt x="55925" y="89380"/>
                </a:cubicBezTo>
                <a:cubicBezTo>
                  <a:pt x="60113" y="87616"/>
                  <a:pt x="63932" y="84519"/>
                  <a:pt x="67381" y="80089"/>
                </a:cubicBezTo>
                <a:close/>
                <a:moveTo>
                  <a:pt x="112532" y="16600"/>
                </a:moveTo>
                <a:lnTo>
                  <a:pt x="112532" y="2165"/>
                </a:lnTo>
                <a:lnTo>
                  <a:pt x="95041" y="2165"/>
                </a:lnTo>
                <a:lnTo>
                  <a:pt x="95041" y="16600"/>
                </a:lnTo>
                <a:lnTo>
                  <a:pt x="112532" y="16600"/>
                </a:lnTo>
                <a:moveTo>
                  <a:pt x="95041" y="26416"/>
                </a:moveTo>
                <a:lnTo>
                  <a:pt x="95041" y="90100"/>
                </a:lnTo>
                <a:lnTo>
                  <a:pt x="112532" y="90100"/>
                </a:lnTo>
                <a:lnTo>
                  <a:pt x="112532" y="26416"/>
                </a:lnTo>
                <a:lnTo>
                  <a:pt x="95041" y="26416"/>
                </a:lnTo>
                <a:close/>
                <a:moveTo>
                  <a:pt x="148089" y="26465"/>
                </a:moveTo>
                <a:lnTo>
                  <a:pt x="148089" y="7338"/>
                </a:lnTo>
                <a:lnTo>
                  <a:pt x="130597" y="7338"/>
                </a:lnTo>
                <a:lnTo>
                  <a:pt x="130597" y="26465"/>
                </a:lnTo>
                <a:lnTo>
                  <a:pt x="120004" y="26465"/>
                </a:lnTo>
                <a:lnTo>
                  <a:pt x="120004" y="38133"/>
                </a:lnTo>
                <a:lnTo>
                  <a:pt x="130597" y="38133"/>
                </a:lnTo>
                <a:lnTo>
                  <a:pt x="130597" y="75681"/>
                </a:lnTo>
                <a:cubicBezTo>
                  <a:pt x="130597" y="78883"/>
                  <a:pt x="131131" y="81469"/>
                  <a:pt x="132199" y="83438"/>
                </a:cubicBezTo>
                <a:cubicBezTo>
                  <a:pt x="133266" y="85408"/>
                  <a:pt x="134724" y="86927"/>
                  <a:pt x="136571" y="87995"/>
                </a:cubicBezTo>
                <a:cubicBezTo>
                  <a:pt x="138419" y="89061"/>
                  <a:pt x="140554" y="89778"/>
                  <a:pt x="142976" y="90147"/>
                </a:cubicBezTo>
                <a:cubicBezTo>
                  <a:pt x="145400" y="90516"/>
                  <a:pt x="147967" y="90701"/>
                  <a:pt x="150677" y="90701"/>
                </a:cubicBezTo>
                <a:cubicBezTo>
                  <a:pt x="152401" y="90701"/>
                  <a:pt x="154167" y="90661"/>
                  <a:pt x="155974" y="90581"/>
                </a:cubicBezTo>
                <a:cubicBezTo>
                  <a:pt x="157781" y="90501"/>
                  <a:pt x="159423" y="90340"/>
                  <a:pt x="160900" y="90100"/>
                </a:cubicBezTo>
                <a:lnTo>
                  <a:pt x="160900" y="76495"/>
                </a:lnTo>
                <a:cubicBezTo>
                  <a:pt x="160079" y="76659"/>
                  <a:pt x="159217" y="76783"/>
                  <a:pt x="158314" y="76866"/>
                </a:cubicBezTo>
                <a:cubicBezTo>
                  <a:pt x="157410" y="76947"/>
                  <a:pt x="156466" y="76988"/>
                  <a:pt x="155481" y="76988"/>
                </a:cubicBezTo>
                <a:cubicBezTo>
                  <a:pt x="152524" y="76988"/>
                  <a:pt x="150552" y="76496"/>
                  <a:pt x="149566" y="75512"/>
                </a:cubicBezTo>
                <a:cubicBezTo>
                  <a:pt x="148581" y="74529"/>
                  <a:pt x="148089" y="72561"/>
                  <a:pt x="148089" y="69610"/>
                </a:cubicBezTo>
                <a:lnTo>
                  <a:pt x="148089" y="38133"/>
                </a:lnTo>
                <a:lnTo>
                  <a:pt x="160900" y="38133"/>
                </a:lnTo>
                <a:lnTo>
                  <a:pt x="160900" y="26465"/>
                </a:lnTo>
                <a:lnTo>
                  <a:pt x="148089" y="26465"/>
                </a:lnTo>
                <a:close/>
                <a:moveTo>
                  <a:pt x="168763" y="2165"/>
                </a:moveTo>
                <a:lnTo>
                  <a:pt x="168763" y="90100"/>
                </a:lnTo>
                <a:lnTo>
                  <a:pt x="186254" y="90100"/>
                </a:lnTo>
                <a:lnTo>
                  <a:pt x="186254" y="56722"/>
                </a:lnTo>
                <a:cubicBezTo>
                  <a:pt x="186254" y="50235"/>
                  <a:pt x="187322" y="45576"/>
                  <a:pt x="189457" y="42744"/>
                </a:cubicBezTo>
                <a:cubicBezTo>
                  <a:pt x="191592" y="39910"/>
                  <a:pt x="195041" y="38494"/>
                  <a:pt x="199804" y="38494"/>
                </a:cubicBezTo>
                <a:cubicBezTo>
                  <a:pt x="203993" y="38494"/>
                  <a:pt x="206908" y="39787"/>
                  <a:pt x="208550" y="42373"/>
                </a:cubicBezTo>
                <a:cubicBezTo>
                  <a:pt x="210192" y="44960"/>
                  <a:pt x="211014" y="48880"/>
                  <a:pt x="211014" y="54136"/>
                </a:cubicBezTo>
                <a:lnTo>
                  <a:pt x="211014" y="90100"/>
                </a:lnTo>
                <a:lnTo>
                  <a:pt x="228505" y="90100"/>
                </a:lnTo>
                <a:lnTo>
                  <a:pt x="228505" y="50910"/>
                </a:lnTo>
                <a:cubicBezTo>
                  <a:pt x="228505" y="46967"/>
                  <a:pt x="228156" y="43373"/>
                  <a:pt x="227458" y="40127"/>
                </a:cubicBezTo>
                <a:cubicBezTo>
                  <a:pt x="226760" y="36882"/>
                  <a:pt x="225549" y="34129"/>
                  <a:pt x="223823" y="31870"/>
                </a:cubicBezTo>
                <a:cubicBezTo>
                  <a:pt x="222099" y="29611"/>
                  <a:pt x="219738" y="27845"/>
                  <a:pt x="216741" y="26572"/>
                </a:cubicBezTo>
                <a:cubicBezTo>
                  <a:pt x="213744" y="25297"/>
                  <a:pt x="209905" y="24660"/>
                  <a:pt x="205225" y="24660"/>
                </a:cubicBezTo>
                <a:cubicBezTo>
                  <a:pt x="201939" y="24660"/>
                  <a:pt x="198572" y="25504"/>
                  <a:pt x="195122" y="27192"/>
                </a:cubicBezTo>
                <a:cubicBezTo>
                  <a:pt x="191674" y="28880"/>
                  <a:pt x="188841" y="31576"/>
                  <a:pt x="186624" y="35282"/>
                </a:cubicBezTo>
                <a:lnTo>
                  <a:pt x="186254" y="35282"/>
                </a:lnTo>
                <a:lnTo>
                  <a:pt x="186254" y="2165"/>
                </a:lnTo>
                <a:lnTo>
                  <a:pt x="168763" y="2165"/>
                </a:lnTo>
                <a:close/>
                <a:moveTo>
                  <a:pt x="301189" y="90032"/>
                </a:moveTo>
                <a:lnTo>
                  <a:pt x="301189" y="26465"/>
                </a:lnTo>
                <a:lnTo>
                  <a:pt x="283698" y="26465"/>
                </a:lnTo>
                <a:lnTo>
                  <a:pt x="283698" y="59765"/>
                </a:lnTo>
                <a:cubicBezTo>
                  <a:pt x="283698" y="66236"/>
                  <a:pt x="282630" y="70885"/>
                  <a:pt x="280495" y="73712"/>
                </a:cubicBezTo>
                <a:cubicBezTo>
                  <a:pt x="278360" y="76537"/>
                  <a:pt x="274911" y="77950"/>
                  <a:pt x="270148" y="77950"/>
                </a:cubicBezTo>
                <a:cubicBezTo>
                  <a:pt x="265959" y="77950"/>
                  <a:pt x="263043" y="76660"/>
                  <a:pt x="261400" y="74080"/>
                </a:cubicBezTo>
                <a:cubicBezTo>
                  <a:pt x="259759" y="71499"/>
                  <a:pt x="258938" y="67587"/>
                  <a:pt x="258938" y="62344"/>
                </a:cubicBezTo>
                <a:lnTo>
                  <a:pt x="258938" y="26465"/>
                </a:lnTo>
                <a:lnTo>
                  <a:pt x="241447" y="26465"/>
                </a:lnTo>
                <a:lnTo>
                  <a:pt x="241447" y="65584"/>
                </a:lnTo>
                <a:cubicBezTo>
                  <a:pt x="241447" y="69520"/>
                  <a:pt x="241796" y="73108"/>
                  <a:pt x="242494" y="76349"/>
                </a:cubicBezTo>
                <a:cubicBezTo>
                  <a:pt x="243192" y="79588"/>
                  <a:pt x="244403" y="82335"/>
                  <a:pt x="246127" y="84591"/>
                </a:cubicBezTo>
                <a:cubicBezTo>
                  <a:pt x="247852" y="86846"/>
                  <a:pt x="250214" y="88589"/>
                  <a:pt x="253211" y="89820"/>
                </a:cubicBezTo>
                <a:cubicBezTo>
                  <a:pt x="256208" y="91049"/>
                  <a:pt x="260048" y="91664"/>
                  <a:pt x="264729" y="91664"/>
                </a:cubicBezTo>
                <a:cubicBezTo>
                  <a:pt x="268424" y="91664"/>
                  <a:pt x="272038" y="90840"/>
                  <a:pt x="275569" y="89194"/>
                </a:cubicBezTo>
                <a:cubicBezTo>
                  <a:pt x="279100" y="87546"/>
                  <a:pt x="281974" y="84869"/>
                  <a:pt x="284190" y="81162"/>
                </a:cubicBezTo>
                <a:lnTo>
                  <a:pt x="284561" y="81162"/>
                </a:lnTo>
                <a:lnTo>
                  <a:pt x="284561" y="90032"/>
                </a:lnTo>
                <a:lnTo>
                  <a:pt x="301189" y="90032"/>
                </a:lnTo>
                <a:close/>
                <a:moveTo>
                  <a:pt x="360816" y="58344"/>
                </a:moveTo>
                <a:cubicBezTo>
                  <a:pt x="360816" y="60972"/>
                  <a:pt x="360528" y="63518"/>
                  <a:pt x="359953" y="65983"/>
                </a:cubicBezTo>
                <a:cubicBezTo>
                  <a:pt x="359378" y="68446"/>
                  <a:pt x="358475" y="70623"/>
                  <a:pt x="357243" y="72512"/>
                </a:cubicBezTo>
                <a:cubicBezTo>
                  <a:pt x="356011" y="74401"/>
                  <a:pt x="354471" y="75899"/>
                  <a:pt x="352623" y="77008"/>
                </a:cubicBezTo>
                <a:cubicBezTo>
                  <a:pt x="350776" y="78117"/>
                  <a:pt x="348539" y="78672"/>
                  <a:pt x="345911" y="78672"/>
                </a:cubicBezTo>
                <a:cubicBezTo>
                  <a:pt x="343365" y="78672"/>
                  <a:pt x="341147" y="78117"/>
                  <a:pt x="339259" y="77008"/>
                </a:cubicBezTo>
                <a:cubicBezTo>
                  <a:pt x="337371" y="75899"/>
                  <a:pt x="335811" y="74401"/>
                  <a:pt x="334579" y="72512"/>
                </a:cubicBezTo>
                <a:cubicBezTo>
                  <a:pt x="333347" y="70623"/>
                  <a:pt x="332444" y="68446"/>
                  <a:pt x="331869" y="65983"/>
                </a:cubicBezTo>
                <a:cubicBezTo>
                  <a:pt x="331293" y="63518"/>
                  <a:pt x="331006" y="60972"/>
                  <a:pt x="331006" y="58344"/>
                </a:cubicBezTo>
                <a:cubicBezTo>
                  <a:pt x="331006" y="55634"/>
                  <a:pt x="331293" y="53047"/>
                  <a:pt x="331869" y="50583"/>
                </a:cubicBezTo>
                <a:cubicBezTo>
                  <a:pt x="332444" y="48119"/>
                  <a:pt x="333347" y="45942"/>
                  <a:pt x="334579" y="44054"/>
                </a:cubicBezTo>
                <a:cubicBezTo>
                  <a:pt x="335811" y="42164"/>
                  <a:pt x="337371" y="40665"/>
                  <a:pt x="339259" y="39556"/>
                </a:cubicBezTo>
                <a:cubicBezTo>
                  <a:pt x="341147" y="38447"/>
                  <a:pt x="343365" y="37892"/>
                  <a:pt x="345911" y="37892"/>
                </a:cubicBezTo>
                <a:cubicBezTo>
                  <a:pt x="348539" y="37892"/>
                  <a:pt x="350776" y="38447"/>
                  <a:pt x="352623" y="39556"/>
                </a:cubicBezTo>
                <a:cubicBezTo>
                  <a:pt x="354471" y="40665"/>
                  <a:pt x="356011" y="42164"/>
                  <a:pt x="357243" y="44054"/>
                </a:cubicBezTo>
                <a:cubicBezTo>
                  <a:pt x="358475" y="45942"/>
                  <a:pt x="359378" y="48119"/>
                  <a:pt x="359953" y="50583"/>
                </a:cubicBezTo>
                <a:cubicBezTo>
                  <a:pt x="360528" y="53047"/>
                  <a:pt x="360816" y="55634"/>
                  <a:pt x="360816" y="58344"/>
                </a:cubicBezTo>
                <a:moveTo>
                  <a:pt x="314131" y="2165"/>
                </a:moveTo>
                <a:lnTo>
                  <a:pt x="314131" y="90141"/>
                </a:lnTo>
                <a:lnTo>
                  <a:pt x="330760" y="90141"/>
                </a:lnTo>
                <a:lnTo>
                  <a:pt x="330760" y="82012"/>
                </a:lnTo>
                <a:lnTo>
                  <a:pt x="331006" y="82012"/>
                </a:lnTo>
                <a:cubicBezTo>
                  <a:pt x="332894" y="85558"/>
                  <a:pt x="335686" y="88074"/>
                  <a:pt x="339381" y="89558"/>
                </a:cubicBezTo>
                <a:cubicBezTo>
                  <a:pt x="343078" y="91042"/>
                  <a:pt x="347266" y="91784"/>
                  <a:pt x="351946" y="91784"/>
                </a:cubicBezTo>
                <a:cubicBezTo>
                  <a:pt x="355149" y="91784"/>
                  <a:pt x="358310" y="91126"/>
                  <a:pt x="361431" y="89810"/>
                </a:cubicBezTo>
                <a:cubicBezTo>
                  <a:pt x="364552" y="88493"/>
                  <a:pt x="367365" y="86478"/>
                  <a:pt x="369870" y="83764"/>
                </a:cubicBezTo>
                <a:cubicBezTo>
                  <a:pt x="372375" y="81050"/>
                  <a:pt x="374407" y="77574"/>
                  <a:pt x="375967" y="73338"/>
                </a:cubicBezTo>
                <a:cubicBezTo>
                  <a:pt x="377527" y="69101"/>
                  <a:pt x="378307" y="64062"/>
                  <a:pt x="378307" y="58222"/>
                </a:cubicBezTo>
                <a:cubicBezTo>
                  <a:pt x="378307" y="52381"/>
                  <a:pt x="377527" y="47343"/>
                  <a:pt x="375967" y="43106"/>
                </a:cubicBezTo>
                <a:cubicBezTo>
                  <a:pt x="374407" y="38870"/>
                  <a:pt x="372375" y="35394"/>
                  <a:pt x="369870" y="32680"/>
                </a:cubicBezTo>
                <a:cubicBezTo>
                  <a:pt x="367365" y="29966"/>
                  <a:pt x="364552" y="27951"/>
                  <a:pt x="361431" y="26636"/>
                </a:cubicBezTo>
                <a:cubicBezTo>
                  <a:pt x="358310" y="25319"/>
                  <a:pt x="355149" y="24660"/>
                  <a:pt x="351946" y="24660"/>
                </a:cubicBezTo>
                <a:cubicBezTo>
                  <a:pt x="348005" y="24660"/>
                  <a:pt x="344207" y="25423"/>
                  <a:pt x="340552" y="26948"/>
                </a:cubicBezTo>
                <a:cubicBezTo>
                  <a:pt x="336898" y="28473"/>
                  <a:pt x="334004" y="30884"/>
                  <a:pt x="331869" y="34182"/>
                </a:cubicBezTo>
                <a:lnTo>
                  <a:pt x="331622" y="34182"/>
                </a:lnTo>
                <a:lnTo>
                  <a:pt x="331622" y="2165"/>
                </a:lnTo>
                <a:lnTo>
                  <a:pt x="314131" y="2165"/>
                </a:lnTo>
                <a:close/>
                <a:moveTo>
                  <a:pt x="424622" y="2165"/>
                </a:moveTo>
                <a:lnTo>
                  <a:pt x="424622" y="90100"/>
                </a:lnTo>
                <a:lnTo>
                  <a:pt x="443961" y="90100"/>
                </a:lnTo>
                <a:lnTo>
                  <a:pt x="443961" y="2165"/>
                </a:lnTo>
                <a:lnTo>
                  <a:pt x="424622" y="2165"/>
                </a:lnTo>
                <a:close/>
                <a:moveTo>
                  <a:pt x="472284" y="69409"/>
                </a:moveTo>
                <a:lnTo>
                  <a:pt x="455655" y="69409"/>
                </a:lnTo>
                <a:cubicBezTo>
                  <a:pt x="455819" y="73672"/>
                  <a:pt x="456784" y="77218"/>
                  <a:pt x="458550" y="80046"/>
                </a:cubicBezTo>
                <a:cubicBezTo>
                  <a:pt x="460315" y="82873"/>
                  <a:pt x="462573" y="85147"/>
                  <a:pt x="465324" y="86869"/>
                </a:cubicBezTo>
                <a:cubicBezTo>
                  <a:pt x="468075" y="88590"/>
                  <a:pt x="471217" y="89820"/>
                  <a:pt x="474748" y="90556"/>
                </a:cubicBezTo>
                <a:cubicBezTo>
                  <a:pt x="478279" y="91295"/>
                  <a:pt x="481892" y="91664"/>
                  <a:pt x="485587" y="91664"/>
                </a:cubicBezTo>
                <a:cubicBezTo>
                  <a:pt x="489200" y="91664"/>
                  <a:pt x="492751" y="91314"/>
                  <a:pt x="496241" y="90615"/>
                </a:cubicBezTo>
                <a:cubicBezTo>
                  <a:pt x="499732" y="89917"/>
                  <a:pt x="502832" y="88705"/>
                  <a:pt x="505541" y="86980"/>
                </a:cubicBezTo>
                <a:cubicBezTo>
                  <a:pt x="508251" y="85254"/>
                  <a:pt x="510448" y="82974"/>
                  <a:pt x="512131" y="80140"/>
                </a:cubicBezTo>
                <a:cubicBezTo>
                  <a:pt x="513815" y="77305"/>
                  <a:pt x="514657" y="73793"/>
                  <a:pt x="514657" y="69603"/>
                </a:cubicBezTo>
                <a:cubicBezTo>
                  <a:pt x="514657" y="66646"/>
                  <a:pt x="514082" y="64161"/>
                  <a:pt x="512932" y="62148"/>
                </a:cubicBezTo>
                <a:cubicBezTo>
                  <a:pt x="511783" y="60135"/>
                  <a:pt x="510263" y="58450"/>
                  <a:pt x="508374" y="57094"/>
                </a:cubicBezTo>
                <a:cubicBezTo>
                  <a:pt x="506485" y="55738"/>
                  <a:pt x="504330" y="54650"/>
                  <a:pt x="501908" y="53829"/>
                </a:cubicBezTo>
                <a:cubicBezTo>
                  <a:pt x="499486" y="53007"/>
                  <a:pt x="497001" y="52309"/>
                  <a:pt x="494455" y="51734"/>
                </a:cubicBezTo>
                <a:cubicBezTo>
                  <a:pt x="491992" y="51159"/>
                  <a:pt x="489569" y="50625"/>
                  <a:pt x="487187" y="50132"/>
                </a:cubicBezTo>
                <a:cubicBezTo>
                  <a:pt x="484806" y="49639"/>
                  <a:pt x="482692" y="49084"/>
                  <a:pt x="480843" y="48469"/>
                </a:cubicBezTo>
                <a:cubicBezTo>
                  <a:pt x="478996" y="47852"/>
                  <a:pt x="477498" y="47051"/>
                  <a:pt x="476347" y="46065"/>
                </a:cubicBezTo>
                <a:cubicBezTo>
                  <a:pt x="475198" y="45079"/>
                  <a:pt x="474624" y="43805"/>
                  <a:pt x="474624" y="42244"/>
                </a:cubicBezTo>
                <a:cubicBezTo>
                  <a:pt x="474624" y="40929"/>
                  <a:pt x="474952" y="39882"/>
                  <a:pt x="475609" y="39101"/>
                </a:cubicBezTo>
                <a:cubicBezTo>
                  <a:pt x="476267" y="38320"/>
                  <a:pt x="477067" y="37725"/>
                  <a:pt x="478011" y="37315"/>
                </a:cubicBezTo>
                <a:cubicBezTo>
                  <a:pt x="478956" y="36904"/>
                  <a:pt x="480003" y="36637"/>
                  <a:pt x="481152" y="36515"/>
                </a:cubicBezTo>
                <a:cubicBezTo>
                  <a:pt x="482302" y="36391"/>
                  <a:pt x="483370" y="36329"/>
                  <a:pt x="484354" y="36329"/>
                </a:cubicBezTo>
                <a:cubicBezTo>
                  <a:pt x="487475" y="36329"/>
                  <a:pt x="490184" y="36927"/>
                  <a:pt x="492484" y="38124"/>
                </a:cubicBezTo>
                <a:cubicBezTo>
                  <a:pt x="494783" y="39319"/>
                  <a:pt x="496056" y="41608"/>
                  <a:pt x="496303" y="44990"/>
                </a:cubicBezTo>
                <a:lnTo>
                  <a:pt x="512933" y="44990"/>
                </a:lnTo>
                <a:cubicBezTo>
                  <a:pt x="512605" y="41048"/>
                  <a:pt x="511599" y="37783"/>
                  <a:pt x="509915" y="35195"/>
                </a:cubicBezTo>
                <a:cubicBezTo>
                  <a:pt x="508232" y="32608"/>
                  <a:pt x="506117" y="30534"/>
                  <a:pt x="503571" y="28974"/>
                </a:cubicBezTo>
                <a:cubicBezTo>
                  <a:pt x="501026" y="27412"/>
                  <a:pt x="498132" y="26304"/>
                  <a:pt x="494888" y="25647"/>
                </a:cubicBezTo>
                <a:cubicBezTo>
                  <a:pt x="491643" y="24989"/>
                  <a:pt x="488297" y="24660"/>
                  <a:pt x="484849" y="24660"/>
                </a:cubicBezTo>
                <a:cubicBezTo>
                  <a:pt x="481399" y="24660"/>
                  <a:pt x="478031" y="24968"/>
                  <a:pt x="474746" y="25585"/>
                </a:cubicBezTo>
                <a:cubicBezTo>
                  <a:pt x="471462" y="26200"/>
                  <a:pt x="468506" y="27268"/>
                  <a:pt x="465878" y="28788"/>
                </a:cubicBezTo>
                <a:cubicBezTo>
                  <a:pt x="463250" y="30308"/>
                  <a:pt x="461136" y="32382"/>
                  <a:pt x="459535" y="35011"/>
                </a:cubicBezTo>
                <a:cubicBezTo>
                  <a:pt x="457933" y="37640"/>
                  <a:pt x="457132" y="41009"/>
                  <a:pt x="457132" y="45118"/>
                </a:cubicBezTo>
                <a:cubicBezTo>
                  <a:pt x="457132" y="47911"/>
                  <a:pt x="457707" y="50273"/>
                  <a:pt x="458856" y="52204"/>
                </a:cubicBezTo>
                <a:cubicBezTo>
                  <a:pt x="460006" y="54133"/>
                  <a:pt x="461526" y="55735"/>
                  <a:pt x="463414" y="57010"/>
                </a:cubicBezTo>
                <a:cubicBezTo>
                  <a:pt x="465304" y="58283"/>
                  <a:pt x="467459" y="59310"/>
                  <a:pt x="469882" y="60090"/>
                </a:cubicBezTo>
                <a:cubicBezTo>
                  <a:pt x="472304" y="60871"/>
                  <a:pt x="474788" y="61549"/>
                  <a:pt x="477334" y="62124"/>
                </a:cubicBezTo>
                <a:cubicBezTo>
                  <a:pt x="483574" y="63438"/>
                  <a:pt x="488439" y="64753"/>
                  <a:pt x="491929" y="66067"/>
                </a:cubicBezTo>
                <a:cubicBezTo>
                  <a:pt x="495420" y="67382"/>
                  <a:pt x="497166" y="69354"/>
                  <a:pt x="497166" y="71982"/>
                </a:cubicBezTo>
                <a:cubicBezTo>
                  <a:pt x="497166" y="73542"/>
                  <a:pt x="496796" y="74836"/>
                  <a:pt x="496057" y="75864"/>
                </a:cubicBezTo>
                <a:cubicBezTo>
                  <a:pt x="495317" y="76891"/>
                  <a:pt x="494393" y="77713"/>
                  <a:pt x="493284" y="78330"/>
                </a:cubicBezTo>
                <a:cubicBezTo>
                  <a:pt x="492177" y="78945"/>
                  <a:pt x="490945" y="79397"/>
                  <a:pt x="489589" y="79685"/>
                </a:cubicBezTo>
                <a:cubicBezTo>
                  <a:pt x="488234" y="79972"/>
                  <a:pt x="486941" y="80115"/>
                  <a:pt x="485710" y="80115"/>
                </a:cubicBezTo>
                <a:cubicBezTo>
                  <a:pt x="483985" y="80115"/>
                  <a:pt x="482323" y="79910"/>
                  <a:pt x="480721" y="79501"/>
                </a:cubicBezTo>
                <a:cubicBezTo>
                  <a:pt x="479120" y="79090"/>
                  <a:pt x="477703" y="78454"/>
                  <a:pt x="476471" y="77593"/>
                </a:cubicBezTo>
                <a:cubicBezTo>
                  <a:pt x="475240" y="76731"/>
                  <a:pt x="474233" y="75623"/>
                  <a:pt x="473453" y="74270"/>
                </a:cubicBezTo>
                <a:cubicBezTo>
                  <a:pt x="472673" y="72917"/>
                  <a:pt x="472284" y="71296"/>
                  <a:pt x="472284" y="69409"/>
                </a:cubicBezTo>
                <a:close/>
                <a:moveTo>
                  <a:pt x="538082" y="69409"/>
                </a:moveTo>
                <a:lnTo>
                  <a:pt x="521454" y="69409"/>
                </a:lnTo>
                <a:cubicBezTo>
                  <a:pt x="521618" y="73672"/>
                  <a:pt x="522583" y="77218"/>
                  <a:pt x="524348" y="80046"/>
                </a:cubicBezTo>
                <a:cubicBezTo>
                  <a:pt x="526114" y="82873"/>
                  <a:pt x="528372" y="85147"/>
                  <a:pt x="531122" y="86869"/>
                </a:cubicBezTo>
                <a:cubicBezTo>
                  <a:pt x="533874" y="88590"/>
                  <a:pt x="537015" y="89820"/>
                  <a:pt x="540546" y="90556"/>
                </a:cubicBezTo>
                <a:cubicBezTo>
                  <a:pt x="544077" y="91295"/>
                  <a:pt x="547691" y="91664"/>
                  <a:pt x="551386" y="91664"/>
                </a:cubicBezTo>
                <a:cubicBezTo>
                  <a:pt x="554998" y="91664"/>
                  <a:pt x="558550" y="91314"/>
                  <a:pt x="562039" y="90615"/>
                </a:cubicBezTo>
                <a:cubicBezTo>
                  <a:pt x="565530" y="89917"/>
                  <a:pt x="568630" y="88705"/>
                  <a:pt x="571340" y="86980"/>
                </a:cubicBezTo>
                <a:cubicBezTo>
                  <a:pt x="574050" y="85254"/>
                  <a:pt x="576247" y="82974"/>
                  <a:pt x="577929" y="80140"/>
                </a:cubicBezTo>
                <a:cubicBezTo>
                  <a:pt x="579614" y="77305"/>
                  <a:pt x="580456" y="73793"/>
                  <a:pt x="580456" y="69603"/>
                </a:cubicBezTo>
                <a:cubicBezTo>
                  <a:pt x="580456" y="66646"/>
                  <a:pt x="579880" y="64161"/>
                  <a:pt x="578730" y="62148"/>
                </a:cubicBezTo>
                <a:cubicBezTo>
                  <a:pt x="577581" y="60135"/>
                  <a:pt x="576062" y="58450"/>
                  <a:pt x="574172" y="57094"/>
                </a:cubicBezTo>
                <a:cubicBezTo>
                  <a:pt x="572284" y="55738"/>
                  <a:pt x="570129" y="54650"/>
                  <a:pt x="567706" y="53829"/>
                </a:cubicBezTo>
                <a:cubicBezTo>
                  <a:pt x="565284" y="53007"/>
                  <a:pt x="562800" y="52309"/>
                  <a:pt x="560254" y="51734"/>
                </a:cubicBezTo>
                <a:cubicBezTo>
                  <a:pt x="557790" y="51159"/>
                  <a:pt x="555368" y="50625"/>
                  <a:pt x="552985" y="50132"/>
                </a:cubicBezTo>
                <a:cubicBezTo>
                  <a:pt x="550605" y="49639"/>
                  <a:pt x="548490" y="49084"/>
                  <a:pt x="546642" y="48469"/>
                </a:cubicBezTo>
                <a:cubicBezTo>
                  <a:pt x="544795" y="47852"/>
                  <a:pt x="543296" y="47051"/>
                  <a:pt x="542146" y="46065"/>
                </a:cubicBezTo>
                <a:cubicBezTo>
                  <a:pt x="540997" y="45079"/>
                  <a:pt x="540422" y="43805"/>
                  <a:pt x="540422" y="42244"/>
                </a:cubicBezTo>
                <a:cubicBezTo>
                  <a:pt x="540422" y="40929"/>
                  <a:pt x="540751" y="39882"/>
                  <a:pt x="541407" y="39101"/>
                </a:cubicBezTo>
                <a:cubicBezTo>
                  <a:pt x="542065" y="38320"/>
                  <a:pt x="542866" y="37725"/>
                  <a:pt x="543809" y="37315"/>
                </a:cubicBezTo>
                <a:cubicBezTo>
                  <a:pt x="544754" y="36904"/>
                  <a:pt x="545801" y="36637"/>
                  <a:pt x="546950" y="36515"/>
                </a:cubicBezTo>
                <a:cubicBezTo>
                  <a:pt x="548100" y="36391"/>
                  <a:pt x="549168" y="36329"/>
                  <a:pt x="550153" y="36329"/>
                </a:cubicBezTo>
                <a:cubicBezTo>
                  <a:pt x="553273" y="36329"/>
                  <a:pt x="555983" y="36927"/>
                  <a:pt x="558282" y="38124"/>
                </a:cubicBezTo>
                <a:cubicBezTo>
                  <a:pt x="560581" y="39319"/>
                  <a:pt x="561855" y="41608"/>
                  <a:pt x="562101" y="44990"/>
                </a:cubicBezTo>
                <a:lnTo>
                  <a:pt x="578732" y="44990"/>
                </a:lnTo>
                <a:cubicBezTo>
                  <a:pt x="578404" y="41048"/>
                  <a:pt x="577397" y="37783"/>
                  <a:pt x="575713" y="35195"/>
                </a:cubicBezTo>
                <a:cubicBezTo>
                  <a:pt x="574031" y="32608"/>
                  <a:pt x="571916" y="30534"/>
                  <a:pt x="569370" y="28974"/>
                </a:cubicBezTo>
                <a:cubicBezTo>
                  <a:pt x="566825" y="27412"/>
                  <a:pt x="563930" y="26304"/>
                  <a:pt x="560686" y="25647"/>
                </a:cubicBezTo>
                <a:cubicBezTo>
                  <a:pt x="557442" y="24989"/>
                  <a:pt x="554096" y="24660"/>
                  <a:pt x="550647" y="24660"/>
                </a:cubicBezTo>
                <a:cubicBezTo>
                  <a:pt x="547198" y="24660"/>
                  <a:pt x="543830" y="24968"/>
                  <a:pt x="540544" y="25585"/>
                </a:cubicBezTo>
                <a:cubicBezTo>
                  <a:pt x="537260" y="26200"/>
                  <a:pt x="534304" y="27268"/>
                  <a:pt x="531677" y="28788"/>
                </a:cubicBezTo>
                <a:cubicBezTo>
                  <a:pt x="529049" y="30308"/>
                  <a:pt x="526934" y="32382"/>
                  <a:pt x="525333" y="35011"/>
                </a:cubicBezTo>
                <a:cubicBezTo>
                  <a:pt x="523732" y="37640"/>
                  <a:pt x="522931" y="41009"/>
                  <a:pt x="522931" y="45118"/>
                </a:cubicBezTo>
                <a:cubicBezTo>
                  <a:pt x="522931" y="47911"/>
                  <a:pt x="523505" y="50273"/>
                  <a:pt x="524654" y="52204"/>
                </a:cubicBezTo>
                <a:cubicBezTo>
                  <a:pt x="525805" y="54133"/>
                  <a:pt x="527324" y="55735"/>
                  <a:pt x="529212" y="57010"/>
                </a:cubicBezTo>
                <a:cubicBezTo>
                  <a:pt x="531102" y="58283"/>
                  <a:pt x="533258" y="59310"/>
                  <a:pt x="535680" y="60090"/>
                </a:cubicBezTo>
                <a:cubicBezTo>
                  <a:pt x="538102" y="60871"/>
                  <a:pt x="540586" y="61549"/>
                  <a:pt x="543133" y="62124"/>
                </a:cubicBezTo>
                <a:cubicBezTo>
                  <a:pt x="549373" y="63438"/>
                  <a:pt x="554238" y="64753"/>
                  <a:pt x="557728" y="66067"/>
                </a:cubicBezTo>
                <a:cubicBezTo>
                  <a:pt x="561219" y="67382"/>
                  <a:pt x="562964" y="69354"/>
                  <a:pt x="562964" y="71982"/>
                </a:cubicBezTo>
                <a:cubicBezTo>
                  <a:pt x="562964" y="73542"/>
                  <a:pt x="562595" y="74836"/>
                  <a:pt x="561855" y="75864"/>
                </a:cubicBezTo>
                <a:cubicBezTo>
                  <a:pt x="561116" y="76891"/>
                  <a:pt x="560192" y="77713"/>
                  <a:pt x="559083" y="78330"/>
                </a:cubicBezTo>
                <a:cubicBezTo>
                  <a:pt x="557975" y="78945"/>
                  <a:pt x="556743" y="79397"/>
                  <a:pt x="555388" y="79685"/>
                </a:cubicBezTo>
                <a:cubicBezTo>
                  <a:pt x="554033" y="79972"/>
                  <a:pt x="552740" y="80115"/>
                  <a:pt x="551508" y="80115"/>
                </a:cubicBezTo>
                <a:cubicBezTo>
                  <a:pt x="549784" y="80115"/>
                  <a:pt x="548121" y="79910"/>
                  <a:pt x="546520" y="79501"/>
                </a:cubicBezTo>
                <a:cubicBezTo>
                  <a:pt x="544918" y="79090"/>
                  <a:pt x="543502" y="78454"/>
                  <a:pt x="542270" y="77593"/>
                </a:cubicBezTo>
                <a:cubicBezTo>
                  <a:pt x="541038" y="76731"/>
                  <a:pt x="540032" y="75623"/>
                  <a:pt x="539251" y="74270"/>
                </a:cubicBezTo>
                <a:cubicBezTo>
                  <a:pt x="538472" y="72917"/>
                  <a:pt x="538082" y="71296"/>
                  <a:pt x="538082" y="69409"/>
                </a:cubicBezTo>
                <a:close/>
                <a:moveTo>
                  <a:pt x="650073" y="90032"/>
                </a:moveTo>
                <a:lnTo>
                  <a:pt x="650073" y="26465"/>
                </a:lnTo>
                <a:lnTo>
                  <a:pt x="632581" y="26465"/>
                </a:lnTo>
                <a:lnTo>
                  <a:pt x="632581" y="59765"/>
                </a:lnTo>
                <a:cubicBezTo>
                  <a:pt x="632581" y="66236"/>
                  <a:pt x="631514" y="70885"/>
                  <a:pt x="629379" y="73712"/>
                </a:cubicBezTo>
                <a:cubicBezTo>
                  <a:pt x="627243" y="76537"/>
                  <a:pt x="623794" y="77950"/>
                  <a:pt x="619031" y="77950"/>
                </a:cubicBezTo>
                <a:cubicBezTo>
                  <a:pt x="614843" y="77950"/>
                  <a:pt x="611927" y="76660"/>
                  <a:pt x="610284" y="74080"/>
                </a:cubicBezTo>
                <a:cubicBezTo>
                  <a:pt x="608642" y="71499"/>
                  <a:pt x="607822" y="67587"/>
                  <a:pt x="607822" y="62344"/>
                </a:cubicBezTo>
                <a:lnTo>
                  <a:pt x="607822" y="26465"/>
                </a:lnTo>
                <a:lnTo>
                  <a:pt x="590330" y="26465"/>
                </a:lnTo>
                <a:lnTo>
                  <a:pt x="590330" y="65584"/>
                </a:lnTo>
                <a:cubicBezTo>
                  <a:pt x="590330" y="69520"/>
                  <a:pt x="590679" y="73108"/>
                  <a:pt x="591377" y="76349"/>
                </a:cubicBezTo>
                <a:cubicBezTo>
                  <a:pt x="592075" y="79588"/>
                  <a:pt x="593286" y="82335"/>
                  <a:pt x="595010" y="84591"/>
                </a:cubicBezTo>
                <a:cubicBezTo>
                  <a:pt x="596736" y="86846"/>
                  <a:pt x="599097" y="88589"/>
                  <a:pt x="602095" y="89820"/>
                </a:cubicBezTo>
                <a:cubicBezTo>
                  <a:pt x="605092" y="91049"/>
                  <a:pt x="608931" y="91664"/>
                  <a:pt x="613613" y="91664"/>
                </a:cubicBezTo>
                <a:cubicBezTo>
                  <a:pt x="617308" y="91664"/>
                  <a:pt x="620921" y="90840"/>
                  <a:pt x="624452" y="89194"/>
                </a:cubicBezTo>
                <a:cubicBezTo>
                  <a:pt x="627983" y="87546"/>
                  <a:pt x="630857" y="84869"/>
                  <a:pt x="633074" y="81162"/>
                </a:cubicBezTo>
                <a:lnTo>
                  <a:pt x="633444" y="81162"/>
                </a:lnTo>
                <a:lnTo>
                  <a:pt x="633444" y="90032"/>
                </a:lnTo>
                <a:lnTo>
                  <a:pt x="650073" y="90032"/>
                </a:lnTo>
                <a:close/>
                <a:moveTo>
                  <a:pt x="705880" y="51486"/>
                </a:moveTo>
                <a:lnTo>
                  <a:pt x="677427" y="51486"/>
                </a:lnTo>
                <a:cubicBezTo>
                  <a:pt x="677509" y="50250"/>
                  <a:pt x="677775" y="48850"/>
                  <a:pt x="678226" y="47285"/>
                </a:cubicBezTo>
                <a:cubicBezTo>
                  <a:pt x="678678" y="45718"/>
                  <a:pt x="679459" y="44235"/>
                  <a:pt x="680568" y="42836"/>
                </a:cubicBezTo>
                <a:cubicBezTo>
                  <a:pt x="681677" y="41435"/>
                  <a:pt x="683155" y="40261"/>
                  <a:pt x="685002" y="39313"/>
                </a:cubicBezTo>
                <a:cubicBezTo>
                  <a:pt x="686850" y="38366"/>
                  <a:pt x="689170" y="37892"/>
                  <a:pt x="691962" y="37892"/>
                </a:cubicBezTo>
                <a:cubicBezTo>
                  <a:pt x="696232" y="37892"/>
                  <a:pt x="699414" y="39046"/>
                  <a:pt x="701508" y="41353"/>
                </a:cubicBezTo>
                <a:cubicBezTo>
                  <a:pt x="703602" y="43660"/>
                  <a:pt x="705060" y="47037"/>
                  <a:pt x="705880" y="51486"/>
                </a:cubicBezTo>
                <a:moveTo>
                  <a:pt x="677427" y="62553"/>
                </a:moveTo>
                <a:lnTo>
                  <a:pt x="723374" y="62553"/>
                </a:lnTo>
                <a:cubicBezTo>
                  <a:pt x="723702" y="57616"/>
                  <a:pt x="723291" y="52884"/>
                  <a:pt x="722141" y="48358"/>
                </a:cubicBezTo>
                <a:cubicBezTo>
                  <a:pt x="720991" y="43832"/>
                  <a:pt x="719123" y="39800"/>
                  <a:pt x="716536" y="36263"/>
                </a:cubicBezTo>
                <a:cubicBezTo>
                  <a:pt x="713949" y="32724"/>
                  <a:pt x="710644" y="29906"/>
                  <a:pt x="706619" y="27808"/>
                </a:cubicBezTo>
                <a:cubicBezTo>
                  <a:pt x="702595" y="25710"/>
                  <a:pt x="697874" y="24660"/>
                  <a:pt x="692454" y="24660"/>
                </a:cubicBezTo>
                <a:cubicBezTo>
                  <a:pt x="687609" y="24660"/>
                  <a:pt x="683195" y="25524"/>
                  <a:pt x="679213" y="27252"/>
                </a:cubicBezTo>
                <a:cubicBezTo>
                  <a:pt x="675231" y="28979"/>
                  <a:pt x="671802" y="31343"/>
                  <a:pt x="668928" y="34346"/>
                </a:cubicBezTo>
                <a:cubicBezTo>
                  <a:pt x="666053" y="37348"/>
                  <a:pt x="663836" y="40906"/>
                  <a:pt x="662276" y="45020"/>
                </a:cubicBezTo>
                <a:cubicBezTo>
                  <a:pt x="660716" y="49132"/>
                  <a:pt x="659936" y="53574"/>
                  <a:pt x="659936" y="58346"/>
                </a:cubicBezTo>
                <a:cubicBezTo>
                  <a:pt x="659936" y="63281"/>
                  <a:pt x="660695" y="67805"/>
                  <a:pt x="662214" y="71919"/>
                </a:cubicBezTo>
                <a:cubicBezTo>
                  <a:pt x="663734" y="76031"/>
                  <a:pt x="665890" y="79568"/>
                  <a:pt x="668681" y="82531"/>
                </a:cubicBezTo>
                <a:cubicBezTo>
                  <a:pt x="671473" y="85492"/>
                  <a:pt x="674881" y="87774"/>
                  <a:pt x="678904" y="89378"/>
                </a:cubicBezTo>
                <a:cubicBezTo>
                  <a:pt x="682928" y="90982"/>
                  <a:pt x="687445" y="91784"/>
                  <a:pt x="692454" y="91784"/>
                </a:cubicBezTo>
                <a:cubicBezTo>
                  <a:pt x="699681" y="91784"/>
                  <a:pt x="705840" y="90143"/>
                  <a:pt x="710931" y="86861"/>
                </a:cubicBezTo>
                <a:cubicBezTo>
                  <a:pt x="716023" y="83579"/>
                  <a:pt x="719801" y="78123"/>
                  <a:pt x="722265" y="70492"/>
                </a:cubicBezTo>
                <a:lnTo>
                  <a:pt x="706867" y="70492"/>
                </a:lnTo>
                <a:cubicBezTo>
                  <a:pt x="706292" y="72445"/>
                  <a:pt x="704731" y="74297"/>
                  <a:pt x="702185" y="76048"/>
                </a:cubicBezTo>
                <a:cubicBezTo>
                  <a:pt x="699640" y="77797"/>
                  <a:pt x="696602" y="78672"/>
                  <a:pt x="693071" y="78672"/>
                </a:cubicBezTo>
                <a:cubicBezTo>
                  <a:pt x="688144" y="78672"/>
                  <a:pt x="684366" y="77401"/>
                  <a:pt x="681737" y="74858"/>
                </a:cubicBezTo>
                <a:cubicBezTo>
                  <a:pt x="679109" y="72314"/>
                  <a:pt x="677673" y="68213"/>
                  <a:pt x="677427" y="62553"/>
                </a:cubicBezTo>
                <a:close/>
                <a:moveTo>
                  <a:pt x="746953" y="69409"/>
                </a:moveTo>
                <a:lnTo>
                  <a:pt x="730325" y="69409"/>
                </a:lnTo>
                <a:cubicBezTo>
                  <a:pt x="730489" y="73672"/>
                  <a:pt x="731454" y="77218"/>
                  <a:pt x="733219" y="80046"/>
                </a:cubicBezTo>
                <a:cubicBezTo>
                  <a:pt x="734985" y="82873"/>
                  <a:pt x="737243" y="85147"/>
                  <a:pt x="739993" y="86869"/>
                </a:cubicBezTo>
                <a:cubicBezTo>
                  <a:pt x="742745" y="88590"/>
                  <a:pt x="745886" y="89820"/>
                  <a:pt x="749417" y="90556"/>
                </a:cubicBezTo>
                <a:cubicBezTo>
                  <a:pt x="752948" y="91295"/>
                  <a:pt x="756562" y="91664"/>
                  <a:pt x="760257" y="91664"/>
                </a:cubicBezTo>
                <a:cubicBezTo>
                  <a:pt x="763869" y="91664"/>
                  <a:pt x="767421" y="91314"/>
                  <a:pt x="770910" y="90615"/>
                </a:cubicBezTo>
                <a:cubicBezTo>
                  <a:pt x="774401" y="89917"/>
                  <a:pt x="777501" y="88705"/>
                  <a:pt x="780211" y="86980"/>
                </a:cubicBezTo>
                <a:cubicBezTo>
                  <a:pt x="782921" y="85254"/>
                  <a:pt x="785118" y="82974"/>
                  <a:pt x="786800" y="80140"/>
                </a:cubicBezTo>
                <a:cubicBezTo>
                  <a:pt x="788484" y="77305"/>
                  <a:pt x="789327" y="73793"/>
                  <a:pt x="789327" y="69603"/>
                </a:cubicBezTo>
                <a:cubicBezTo>
                  <a:pt x="789327" y="66646"/>
                  <a:pt x="788751" y="64161"/>
                  <a:pt x="787601" y="62148"/>
                </a:cubicBezTo>
                <a:cubicBezTo>
                  <a:pt x="786452" y="60135"/>
                  <a:pt x="784933" y="58450"/>
                  <a:pt x="783043" y="57094"/>
                </a:cubicBezTo>
                <a:cubicBezTo>
                  <a:pt x="781155" y="55738"/>
                  <a:pt x="778999" y="54650"/>
                  <a:pt x="776577" y="53829"/>
                </a:cubicBezTo>
                <a:cubicBezTo>
                  <a:pt x="774155" y="53007"/>
                  <a:pt x="771671" y="52309"/>
                  <a:pt x="769125" y="51734"/>
                </a:cubicBezTo>
                <a:cubicBezTo>
                  <a:pt x="766661" y="51159"/>
                  <a:pt x="764238" y="50625"/>
                  <a:pt x="761856" y="50132"/>
                </a:cubicBezTo>
                <a:cubicBezTo>
                  <a:pt x="759476" y="49639"/>
                  <a:pt x="757361" y="49084"/>
                  <a:pt x="755513" y="48469"/>
                </a:cubicBezTo>
                <a:cubicBezTo>
                  <a:pt x="753666" y="47852"/>
                  <a:pt x="752167" y="47051"/>
                  <a:pt x="751017" y="46065"/>
                </a:cubicBezTo>
                <a:cubicBezTo>
                  <a:pt x="749868" y="45079"/>
                  <a:pt x="749293" y="43805"/>
                  <a:pt x="749293" y="42244"/>
                </a:cubicBezTo>
                <a:cubicBezTo>
                  <a:pt x="749293" y="40929"/>
                  <a:pt x="749622" y="39882"/>
                  <a:pt x="750278" y="39101"/>
                </a:cubicBezTo>
                <a:cubicBezTo>
                  <a:pt x="750936" y="38320"/>
                  <a:pt x="751737" y="37725"/>
                  <a:pt x="752680" y="37315"/>
                </a:cubicBezTo>
                <a:cubicBezTo>
                  <a:pt x="753625" y="36904"/>
                  <a:pt x="754672" y="36637"/>
                  <a:pt x="755821" y="36515"/>
                </a:cubicBezTo>
                <a:cubicBezTo>
                  <a:pt x="756971" y="36391"/>
                  <a:pt x="758039" y="36329"/>
                  <a:pt x="759024" y="36329"/>
                </a:cubicBezTo>
                <a:cubicBezTo>
                  <a:pt x="762144" y="36329"/>
                  <a:pt x="764854" y="36927"/>
                  <a:pt x="767153" y="38124"/>
                </a:cubicBezTo>
                <a:cubicBezTo>
                  <a:pt x="769452" y="39319"/>
                  <a:pt x="770726" y="41608"/>
                  <a:pt x="770972" y="44990"/>
                </a:cubicBezTo>
                <a:lnTo>
                  <a:pt x="787603" y="44990"/>
                </a:lnTo>
                <a:cubicBezTo>
                  <a:pt x="787275" y="41048"/>
                  <a:pt x="786268" y="37783"/>
                  <a:pt x="784584" y="35195"/>
                </a:cubicBezTo>
                <a:cubicBezTo>
                  <a:pt x="782901" y="32608"/>
                  <a:pt x="780787" y="30534"/>
                  <a:pt x="778241" y="28974"/>
                </a:cubicBezTo>
                <a:cubicBezTo>
                  <a:pt x="775696" y="27412"/>
                  <a:pt x="772801" y="26304"/>
                  <a:pt x="769557" y="25647"/>
                </a:cubicBezTo>
                <a:cubicBezTo>
                  <a:pt x="766313" y="24989"/>
                  <a:pt x="762967" y="24660"/>
                  <a:pt x="759518" y="24660"/>
                </a:cubicBezTo>
                <a:cubicBezTo>
                  <a:pt x="756069" y="24660"/>
                  <a:pt x="752701" y="24968"/>
                  <a:pt x="749415" y="25585"/>
                </a:cubicBezTo>
                <a:cubicBezTo>
                  <a:pt x="746131" y="26200"/>
                  <a:pt x="743175" y="27268"/>
                  <a:pt x="740548" y="28788"/>
                </a:cubicBezTo>
                <a:cubicBezTo>
                  <a:pt x="737920" y="30308"/>
                  <a:pt x="735805" y="32382"/>
                  <a:pt x="734204" y="35011"/>
                </a:cubicBezTo>
                <a:cubicBezTo>
                  <a:pt x="732603" y="37640"/>
                  <a:pt x="731802" y="41009"/>
                  <a:pt x="731802" y="45118"/>
                </a:cubicBezTo>
                <a:cubicBezTo>
                  <a:pt x="731802" y="47911"/>
                  <a:pt x="732376" y="50273"/>
                  <a:pt x="733525" y="52204"/>
                </a:cubicBezTo>
                <a:cubicBezTo>
                  <a:pt x="734676" y="54133"/>
                  <a:pt x="736195" y="55735"/>
                  <a:pt x="738083" y="57010"/>
                </a:cubicBezTo>
                <a:cubicBezTo>
                  <a:pt x="739973" y="58283"/>
                  <a:pt x="742129" y="59310"/>
                  <a:pt x="744551" y="60090"/>
                </a:cubicBezTo>
                <a:cubicBezTo>
                  <a:pt x="746973" y="60871"/>
                  <a:pt x="749457" y="61549"/>
                  <a:pt x="752004" y="62124"/>
                </a:cubicBezTo>
                <a:cubicBezTo>
                  <a:pt x="758244" y="63438"/>
                  <a:pt x="763109" y="64753"/>
                  <a:pt x="766599" y="66067"/>
                </a:cubicBezTo>
                <a:cubicBezTo>
                  <a:pt x="770090" y="67382"/>
                  <a:pt x="771835" y="69354"/>
                  <a:pt x="771835" y="71982"/>
                </a:cubicBezTo>
                <a:cubicBezTo>
                  <a:pt x="771835" y="73542"/>
                  <a:pt x="771465" y="74836"/>
                  <a:pt x="770726" y="75864"/>
                </a:cubicBezTo>
                <a:cubicBezTo>
                  <a:pt x="769987" y="76891"/>
                  <a:pt x="769063" y="77713"/>
                  <a:pt x="767954" y="78330"/>
                </a:cubicBezTo>
                <a:cubicBezTo>
                  <a:pt x="766846" y="78945"/>
                  <a:pt x="765614" y="79397"/>
                  <a:pt x="764259" y="79685"/>
                </a:cubicBezTo>
                <a:cubicBezTo>
                  <a:pt x="762904" y="79972"/>
                  <a:pt x="761611" y="80115"/>
                  <a:pt x="760379" y="80115"/>
                </a:cubicBezTo>
                <a:cubicBezTo>
                  <a:pt x="758655" y="80115"/>
                  <a:pt x="756992" y="79910"/>
                  <a:pt x="755391" y="79501"/>
                </a:cubicBezTo>
                <a:cubicBezTo>
                  <a:pt x="753789" y="79090"/>
                  <a:pt x="752373" y="78454"/>
                  <a:pt x="751141" y="77593"/>
                </a:cubicBezTo>
                <a:cubicBezTo>
                  <a:pt x="749909" y="76731"/>
                  <a:pt x="748903" y="75623"/>
                  <a:pt x="748122" y="74270"/>
                </a:cubicBezTo>
                <a:cubicBezTo>
                  <a:pt x="747343" y="72917"/>
                  <a:pt x="746953" y="71296"/>
                  <a:pt x="746953" y="69409"/>
                </a:cubicBezTo>
                <a:close/>
                <a:moveTo>
                  <a:pt x="848386" y="58344"/>
                </a:moveTo>
                <a:cubicBezTo>
                  <a:pt x="848386" y="55798"/>
                  <a:pt x="848632" y="53293"/>
                  <a:pt x="849124" y="50830"/>
                </a:cubicBezTo>
                <a:cubicBezTo>
                  <a:pt x="849617" y="48365"/>
                  <a:pt x="850458" y="46188"/>
                  <a:pt x="851649" y="44300"/>
                </a:cubicBezTo>
                <a:cubicBezTo>
                  <a:pt x="852840" y="42410"/>
                  <a:pt x="854422" y="40870"/>
                  <a:pt x="856393" y="39680"/>
                </a:cubicBezTo>
                <a:cubicBezTo>
                  <a:pt x="858364" y="38488"/>
                  <a:pt x="860827" y="37892"/>
                  <a:pt x="863783" y="37892"/>
                </a:cubicBezTo>
                <a:cubicBezTo>
                  <a:pt x="866740" y="37892"/>
                  <a:pt x="869225" y="38488"/>
                  <a:pt x="871236" y="39680"/>
                </a:cubicBezTo>
                <a:cubicBezTo>
                  <a:pt x="873248" y="40870"/>
                  <a:pt x="874850" y="42410"/>
                  <a:pt x="876040" y="44300"/>
                </a:cubicBezTo>
                <a:cubicBezTo>
                  <a:pt x="877232" y="46188"/>
                  <a:pt x="878074" y="48365"/>
                  <a:pt x="878566" y="50830"/>
                </a:cubicBezTo>
                <a:cubicBezTo>
                  <a:pt x="879059" y="53293"/>
                  <a:pt x="879305" y="55798"/>
                  <a:pt x="879305" y="58344"/>
                </a:cubicBezTo>
                <a:cubicBezTo>
                  <a:pt x="879305" y="60890"/>
                  <a:pt x="879059" y="63375"/>
                  <a:pt x="878566" y="65799"/>
                </a:cubicBezTo>
                <a:cubicBezTo>
                  <a:pt x="878074" y="68221"/>
                  <a:pt x="877232" y="70397"/>
                  <a:pt x="876040" y="72328"/>
                </a:cubicBezTo>
                <a:cubicBezTo>
                  <a:pt x="874850" y="74258"/>
                  <a:pt x="873248" y="75798"/>
                  <a:pt x="871236" y="76948"/>
                </a:cubicBezTo>
                <a:cubicBezTo>
                  <a:pt x="869225" y="78097"/>
                  <a:pt x="866740" y="78672"/>
                  <a:pt x="863783" y="78672"/>
                </a:cubicBezTo>
                <a:cubicBezTo>
                  <a:pt x="860827" y="78672"/>
                  <a:pt x="858364" y="78097"/>
                  <a:pt x="856393" y="76948"/>
                </a:cubicBezTo>
                <a:cubicBezTo>
                  <a:pt x="854422" y="75798"/>
                  <a:pt x="852840" y="74258"/>
                  <a:pt x="851649" y="72328"/>
                </a:cubicBezTo>
                <a:cubicBezTo>
                  <a:pt x="850458" y="70397"/>
                  <a:pt x="849617" y="68221"/>
                  <a:pt x="849124" y="65799"/>
                </a:cubicBezTo>
                <a:cubicBezTo>
                  <a:pt x="848632" y="63375"/>
                  <a:pt x="848386" y="60890"/>
                  <a:pt x="848386" y="58344"/>
                </a:cubicBezTo>
                <a:moveTo>
                  <a:pt x="830894" y="58346"/>
                </a:moveTo>
                <a:cubicBezTo>
                  <a:pt x="830894" y="63446"/>
                  <a:pt x="831674" y="68052"/>
                  <a:pt x="833234" y="72165"/>
                </a:cubicBezTo>
                <a:cubicBezTo>
                  <a:pt x="834794" y="76277"/>
                  <a:pt x="837012" y="79794"/>
                  <a:pt x="839886" y="82715"/>
                </a:cubicBezTo>
                <a:cubicBezTo>
                  <a:pt x="842761" y="85634"/>
                  <a:pt x="846210" y="87876"/>
                  <a:pt x="850233" y="89440"/>
                </a:cubicBezTo>
                <a:cubicBezTo>
                  <a:pt x="854258" y="91003"/>
                  <a:pt x="858775" y="91784"/>
                  <a:pt x="863783" y="91784"/>
                </a:cubicBezTo>
                <a:cubicBezTo>
                  <a:pt x="868793" y="91784"/>
                  <a:pt x="873330" y="91003"/>
                  <a:pt x="877395" y="89440"/>
                </a:cubicBezTo>
                <a:cubicBezTo>
                  <a:pt x="881460" y="87876"/>
                  <a:pt x="884930" y="85634"/>
                  <a:pt x="887804" y="82715"/>
                </a:cubicBezTo>
                <a:cubicBezTo>
                  <a:pt x="890679" y="79794"/>
                  <a:pt x="892896" y="76277"/>
                  <a:pt x="894456" y="72165"/>
                </a:cubicBezTo>
                <a:cubicBezTo>
                  <a:pt x="896016" y="68052"/>
                  <a:pt x="896796" y="63446"/>
                  <a:pt x="896796" y="58346"/>
                </a:cubicBezTo>
                <a:cubicBezTo>
                  <a:pt x="896796" y="53246"/>
                  <a:pt x="896016" y="48619"/>
                  <a:pt x="894456" y="44465"/>
                </a:cubicBezTo>
                <a:cubicBezTo>
                  <a:pt x="892896" y="40310"/>
                  <a:pt x="890679" y="36773"/>
                  <a:pt x="887804" y="33853"/>
                </a:cubicBezTo>
                <a:cubicBezTo>
                  <a:pt x="884930" y="30932"/>
                  <a:pt x="881460" y="28670"/>
                  <a:pt x="877395" y="27066"/>
                </a:cubicBezTo>
                <a:cubicBezTo>
                  <a:pt x="873330" y="25462"/>
                  <a:pt x="868793" y="24660"/>
                  <a:pt x="863783" y="24660"/>
                </a:cubicBezTo>
                <a:cubicBezTo>
                  <a:pt x="858775" y="24660"/>
                  <a:pt x="854258" y="25462"/>
                  <a:pt x="850233" y="27066"/>
                </a:cubicBezTo>
                <a:cubicBezTo>
                  <a:pt x="846210" y="28670"/>
                  <a:pt x="842761" y="30932"/>
                  <a:pt x="839886" y="33853"/>
                </a:cubicBezTo>
                <a:cubicBezTo>
                  <a:pt x="837012" y="36773"/>
                  <a:pt x="834794" y="40310"/>
                  <a:pt x="833234" y="44465"/>
                </a:cubicBezTo>
                <a:cubicBezTo>
                  <a:pt x="831674" y="48619"/>
                  <a:pt x="830894" y="53246"/>
                  <a:pt x="830894" y="58346"/>
                </a:cubicBezTo>
                <a:close/>
                <a:moveTo>
                  <a:pt x="911665" y="38133"/>
                </a:moveTo>
                <a:lnTo>
                  <a:pt x="911665" y="90100"/>
                </a:lnTo>
                <a:lnTo>
                  <a:pt x="929156" y="90100"/>
                </a:lnTo>
                <a:lnTo>
                  <a:pt x="929156" y="38133"/>
                </a:lnTo>
                <a:lnTo>
                  <a:pt x="941227" y="38133"/>
                </a:lnTo>
                <a:lnTo>
                  <a:pt x="941227" y="26465"/>
                </a:lnTo>
                <a:lnTo>
                  <a:pt x="929156" y="26465"/>
                </a:lnTo>
                <a:lnTo>
                  <a:pt x="929156" y="22653"/>
                </a:lnTo>
                <a:cubicBezTo>
                  <a:pt x="929156" y="20029"/>
                  <a:pt x="929669" y="18164"/>
                  <a:pt x="930695" y="17057"/>
                </a:cubicBezTo>
                <a:cubicBezTo>
                  <a:pt x="931722" y="15951"/>
                  <a:pt x="933426" y="15398"/>
                  <a:pt x="935808" y="15398"/>
                </a:cubicBezTo>
                <a:cubicBezTo>
                  <a:pt x="938025" y="15398"/>
                  <a:pt x="940159" y="15518"/>
                  <a:pt x="942212" y="15758"/>
                </a:cubicBezTo>
                <a:lnTo>
                  <a:pt x="942212" y="2646"/>
                </a:lnTo>
                <a:cubicBezTo>
                  <a:pt x="940734" y="2566"/>
                  <a:pt x="939215" y="2466"/>
                  <a:pt x="937654" y="2346"/>
                </a:cubicBezTo>
                <a:cubicBezTo>
                  <a:pt x="936094" y="2225"/>
                  <a:pt x="934534" y="2165"/>
                  <a:pt x="932974" y="2165"/>
                </a:cubicBezTo>
                <a:cubicBezTo>
                  <a:pt x="925830" y="2165"/>
                  <a:pt x="920492" y="3975"/>
                  <a:pt x="916961" y="7594"/>
                </a:cubicBezTo>
                <a:cubicBezTo>
                  <a:pt x="913430" y="11211"/>
                  <a:pt x="911665" y="15857"/>
                  <a:pt x="911665" y="21531"/>
                </a:cubicBezTo>
                <a:lnTo>
                  <a:pt x="911665" y="26465"/>
                </a:lnTo>
                <a:lnTo>
                  <a:pt x="901194" y="26465"/>
                </a:lnTo>
                <a:lnTo>
                  <a:pt x="901194" y="38133"/>
                </a:lnTo>
                <a:lnTo>
                  <a:pt x="911665" y="38133"/>
                </a:lnTo>
                <a:close/>
                <a:moveTo>
                  <a:pt x="997087" y="60848"/>
                </a:moveTo>
                <a:lnTo>
                  <a:pt x="978364" y="60848"/>
                </a:lnTo>
                <a:cubicBezTo>
                  <a:pt x="978281" y="66267"/>
                  <a:pt x="979266" y="70949"/>
                  <a:pt x="981319" y="74892"/>
                </a:cubicBezTo>
                <a:cubicBezTo>
                  <a:pt x="983373" y="78835"/>
                  <a:pt x="986144" y="82081"/>
                  <a:pt x="989634" y="84628"/>
                </a:cubicBezTo>
                <a:cubicBezTo>
                  <a:pt x="993125" y="87176"/>
                  <a:pt x="997149" y="89045"/>
                  <a:pt x="1001707" y="90237"/>
                </a:cubicBezTo>
                <a:cubicBezTo>
                  <a:pt x="1006264" y="91429"/>
                  <a:pt x="1010966" y="92024"/>
                  <a:pt x="1015811" y="92024"/>
                </a:cubicBezTo>
                <a:cubicBezTo>
                  <a:pt x="1021806" y="92024"/>
                  <a:pt x="1027082" y="91326"/>
                  <a:pt x="1031639" y="89931"/>
                </a:cubicBezTo>
                <a:cubicBezTo>
                  <a:pt x="1036196" y="88535"/>
                  <a:pt x="1040015" y="86584"/>
                  <a:pt x="1043095" y="84079"/>
                </a:cubicBezTo>
                <a:cubicBezTo>
                  <a:pt x="1046175" y="81575"/>
                  <a:pt x="1048495" y="78598"/>
                  <a:pt x="1050055" y="75150"/>
                </a:cubicBezTo>
                <a:cubicBezTo>
                  <a:pt x="1051615" y="71700"/>
                  <a:pt x="1052395" y="67963"/>
                  <a:pt x="1052395" y="63940"/>
                </a:cubicBezTo>
                <a:cubicBezTo>
                  <a:pt x="1052395" y="59013"/>
                  <a:pt x="1051348" y="54968"/>
                  <a:pt x="1049255" y="51807"/>
                </a:cubicBezTo>
                <a:cubicBezTo>
                  <a:pt x="1047161" y="48644"/>
                  <a:pt x="1044677" y="46119"/>
                  <a:pt x="1041802" y="44230"/>
                </a:cubicBezTo>
                <a:cubicBezTo>
                  <a:pt x="1038927" y="42342"/>
                  <a:pt x="1036032" y="40967"/>
                  <a:pt x="1033116" y="40105"/>
                </a:cubicBezTo>
                <a:cubicBezTo>
                  <a:pt x="1030202" y="39241"/>
                  <a:pt x="1027923" y="38645"/>
                  <a:pt x="1026280" y="38317"/>
                </a:cubicBezTo>
                <a:cubicBezTo>
                  <a:pt x="1020778" y="36921"/>
                  <a:pt x="1016323" y="35772"/>
                  <a:pt x="1012915" y="34868"/>
                </a:cubicBezTo>
                <a:cubicBezTo>
                  <a:pt x="1009508" y="33965"/>
                  <a:pt x="1006839" y="33062"/>
                  <a:pt x="1004910" y="32160"/>
                </a:cubicBezTo>
                <a:cubicBezTo>
                  <a:pt x="1002980" y="31256"/>
                  <a:pt x="1001686" y="30271"/>
                  <a:pt x="1001028" y="29203"/>
                </a:cubicBezTo>
                <a:cubicBezTo>
                  <a:pt x="1000372" y="28135"/>
                  <a:pt x="1000043" y="26739"/>
                  <a:pt x="1000043" y="25013"/>
                </a:cubicBezTo>
                <a:cubicBezTo>
                  <a:pt x="1000043" y="23125"/>
                  <a:pt x="1000454" y="21565"/>
                  <a:pt x="1001274" y="20333"/>
                </a:cubicBezTo>
                <a:cubicBezTo>
                  <a:pt x="1002096" y="19102"/>
                  <a:pt x="1003143" y="18075"/>
                  <a:pt x="1004415" y="17255"/>
                </a:cubicBezTo>
                <a:cubicBezTo>
                  <a:pt x="1005688" y="16433"/>
                  <a:pt x="1007105" y="15857"/>
                  <a:pt x="1008665" y="15529"/>
                </a:cubicBezTo>
                <a:cubicBezTo>
                  <a:pt x="1010226" y="15201"/>
                  <a:pt x="1011787" y="15037"/>
                  <a:pt x="1013347" y="15037"/>
                </a:cubicBezTo>
                <a:cubicBezTo>
                  <a:pt x="1015729" y="15037"/>
                  <a:pt x="1017926" y="15242"/>
                  <a:pt x="1019937" y="15653"/>
                </a:cubicBezTo>
                <a:cubicBezTo>
                  <a:pt x="1021949" y="16063"/>
                  <a:pt x="1023735" y="16761"/>
                  <a:pt x="1025296" y="17747"/>
                </a:cubicBezTo>
                <a:cubicBezTo>
                  <a:pt x="1026857" y="18732"/>
                  <a:pt x="1028109" y="20086"/>
                  <a:pt x="1029053" y="21811"/>
                </a:cubicBezTo>
                <a:cubicBezTo>
                  <a:pt x="1029998" y="23535"/>
                  <a:pt x="1030552" y="25711"/>
                  <a:pt x="1030716" y="28338"/>
                </a:cubicBezTo>
                <a:lnTo>
                  <a:pt x="1049439" y="28338"/>
                </a:lnTo>
                <a:cubicBezTo>
                  <a:pt x="1049439" y="23247"/>
                  <a:pt x="1048474" y="18916"/>
                  <a:pt x="1046544" y="15343"/>
                </a:cubicBezTo>
                <a:cubicBezTo>
                  <a:pt x="1044614" y="11769"/>
                  <a:pt x="1042007" y="8832"/>
                  <a:pt x="1038721" y="6532"/>
                </a:cubicBezTo>
                <a:cubicBezTo>
                  <a:pt x="1035437" y="4231"/>
                  <a:pt x="1031680" y="2568"/>
                  <a:pt x="1027451" y="1541"/>
                </a:cubicBezTo>
                <a:cubicBezTo>
                  <a:pt x="1023222" y="514"/>
                  <a:pt x="1018808" y="0"/>
                  <a:pt x="1014210" y="0"/>
                </a:cubicBezTo>
                <a:cubicBezTo>
                  <a:pt x="1010268" y="0"/>
                  <a:pt x="1006325" y="534"/>
                  <a:pt x="1002383" y="1601"/>
                </a:cubicBezTo>
                <a:cubicBezTo>
                  <a:pt x="998443" y="2669"/>
                  <a:pt x="994911" y="4312"/>
                  <a:pt x="991790" y="6530"/>
                </a:cubicBezTo>
                <a:cubicBezTo>
                  <a:pt x="988670" y="8746"/>
                  <a:pt x="986145" y="11517"/>
                  <a:pt x="984215" y="14843"/>
                </a:cubicBezTo>
                <a:cubicBezTo>
                  <a:pt x="982286" y="18169"/>
                  <a:pt x="981321" y="22089"/>
                  <a:pt x="981321" y="26606"/>
                </a:cubicBezTo>
                <a:cubicBezTo>
                  <a:pt x="981321" y="30629"/>
                  <a:pt x="982080" y="34057"/>
                  <a:pt x="983599" y="36891"/>
                </a:cubicBezTo>
                <a:cubicBezTo>
                  <a:pt x="985119" y="39724"/>
                  <a:pt x="987111" y="42085"/>
                  <a:pt x="989574" y="43975"/>
                </a:cubicBezTo>
                <a:cubicBezTo>
                  <a:pt x="992038" y="45863"/>
                  <a:pt x="994829" y="47402"/>
                  <a:pt x="997949" y="48593"/>
                </a:cubicBezTo>
                <a:cubicBezTo>
                  <a:pt x="1001071" y="49783"/>
                  <a:pt x="1004274" y="50789"/>
                  <a:pt x="1007558" y="51611"/>
                </a:cubicBezTo>
                <a:cubicBezTo>
                  <a:pt x="1010761" y="52514"/>
                  <a:pt x="1013922" y="53334"/>
                  <a:pt x="1017042" y="54074"/>
                </a:cubicBezTo>
                <a:cubicBezTo>
                  <a:pt x="1020164" y="54813"/>
                  <a:pt x="1022956" y="55676"/>
                  <a:pt x="1025420" y="56662"/>
                </a:cubicBezTo>
                <a:cubicBezTo>
                  <a:pt x="1027883" y="57647"/>
                  <a:pt x="1029874" y="58879"/>
                  <a:pt x="1031393" y="60357"/>
                </a:cubicBezTo>
                <a:cubicBezTo>
                  <a:pt x="1032913" y="61835"/>
                  <a:pt x="1033673" y="63764"/>
                  <a:pt x="1033673" y="66146"/>
                </a:cubicBezTo>
                <a:cubicBezTo>
                  <a:pt x="1033673" y="68363"/>
                  <a:pt x="1033098" y="70190"/>
                  <a:pt x="1031947" y="71627"/>
                </a:cubicBezTo>
                <a:cubicBezTo>
                  <a:pt x="1030798" y="73064"/>
                  <a:pt x="1029361" y="74193"/>
                  <a:pt x="1027636" y="75014"/>
                </a:cubicBezTo>
                <a:cubicBezTo>
                  <a:pt x="1025911" y="75835"/>
                  <a:pt x="1024064" y="76389"/>
                  <a:pt x="1022093" y="76678"/>
                </a:cubicBezTo>
                <a:cubicBezTo>
                  <a:pt x="1020122" y="76965"/>
                  <a:pt x="1018274" y="77108"/>
                  <a:pt x="1016550" y="77108"/>
                </a:cubicBezTo>
                <a:cubicBezTo>
                  <a:pt x="1014004" y="77108"/>
                  <a:pt x="1011539" y="76800"/>
                  <a:pt x="1009157" y="76185"/>
                </a:cubicBezTo>
                <a:cubicBezTo>
                  <a:pt x="1006777" y="75569"/>
                  <a:pt x="1004703" y="74624"/>
                  <a:pt x="1002938" y="73351"/>
                </a:cubicBezTo>
                <a:cubicBezTo>
                  <a:pt x="1001172" y="72078"/>
                  <a:pt x="999756" y="70415"/>
                  <a:pt x="998688" y="68362"/>
                </a:cubicBezTo>
                <a:cubicBezTo>
                  <a:pt x="997621" y="66309"/>
                  <a:pt x="997087" y="63804"/>
                  <a:pt x="997087" y="60848"/>
                </a:cubicBezTo>
                <a:close/>
                <a:moveTo>
                  <a:pt x="1077149" y="58344"/>
                </a:moveTo>
                <a:cubicBezTo>
                  <a:pt x="1077149" y="55798"/>
                  <a:pt x="1077395" y="53293"/>
                  <a:pt x="1077888" y="50830"/>
                </a:cubicBezTo>
                <a:cubicBezTo>
                  <a:pt x="1078380" y="48365"/>
                  <a:pt x="1079221" y="46188"/>
                  <a:pt x="1080412" y="44300"/>
                </a:cubicBezTo>
                <a:cubicBezTo>
                  <a:pt x="1081603" y="42410"/>
                  <a:pt x="1083185" y="40870"/>
                  <a:pt x="1085156" y="39680"/>
                </a:cubicBezTo>
                <a:cubicBezTo>
                  <a:pt x="1087127" y="38488"/>
                  <a:pt x="1089590" y="37892"/>
                  <a:pt x="1092546" y="37892"/>
                </a:cubicBezTo>
                <a:cubicBezTo>
                  <a:pt x="1095504" y="37892"/>
                  <a:pt x="1097988" y="38488"/>
                  <a:pt x="1099999" y="39680"/>
                </a:cubicBezTo>
                <a:cubicBezTo>
                  <a:pt x="1102011" y="40870"/>
                  <a:pt x="1103613" y="42410"/>
                  <a:pt x="1104803" y="44300"/>
                </a:cubicBezTo>
                <a:cubicBezTo>
                  <a:pt x="1105995" y="46188"/>
                  <a:pt x="1106837" y="48365"/>
                  <a:pt x="1107329" y="50830"/>
                </a:cubicBezTo>
                <a:cubicBezTo>
                  <a:pt x="1107822" y="53293"/>
                  <a:pt x="1108068" y="55798"/>
                  <a:pt x="1108068" y="58344"/>
                </a:cubicBezTo>
                <a:cubicBezTo>
                  <a:pt x="1108068" y="60890"/>
                  <a:pt x="1107822" y="63375"/>
                  <a:pt x="1107329" y="65799"/>
                </a:cubicBezTo>
                <a:cubicBezTo>
                  <a:pt x="1106837" y="68221"/>
                  <a:pt x="1105995" y="70397"/>
                  <a:pt x="1104803" y="72328"/>
                </a:cubicBezTo>
                <a:cubicBezTo>
                  <a:pt x="1103613" y="74258"/>
                  <a:pt x="1102011" y="75798"/>
                  <a:pt x="1099999" y="76948"/>
                </a:cubicBezTo>
                <a:cubicBezTo>
                  <a:pt x="1097988" y="78097"/>
                  <a:pt x="1095504" y="78672"/>
                  <a:pt x="1092546" y="78672"/>
                </a:cubicBezTo>
                <a:cubicBezTo>
                  <a:pt x="1089590" y="78672"/>
                  <a:pt x="1087127" y="78097"/>
                  <a:pt x="1085156" y="76948"/>
                </a:cubicBezTo>
                <a:cubicBezTo>
                  <a:pt x="1083185" y="75798"/>
                  <a:pt x="1081603" y="74258"/>
                  <a:pt x="1080412" y="72328"/>
                </a:cubicBezTo>
                <a:cubicBezTo>
                  <a:pt x="1079221" y="70397"/>
                  <a:pt x="1078380" y="68221"/>
                  <a:pt x="1077888" y="65799"/>
                </a:cubicBezTo>
                <a:cubicBezTo>
                  <a:pt x="1077395" y="63375"/>
                  <a:pt x="1077149" y="60890"/>
                  <a:pt x="1077149" y="58344"/>
                </a:cubicBezTo>
                <a:moveTo>
                  <a:pt x="1059657" y="58346"/>
                </a:moveTo>
                <a:cubicBezTo>
                  <a:pt x="1059657" y="63446"/>
                  <a:pt x="1060437" y="68052"/>
                  <a:pt x="1061998" y="72165"/>
                </a:cubicBezTo>
                <a:cubicBezTo>
                  <a:pt x="1063558" y="76277"/>
                  <a:pt x="1065775" y="79794"/>
                  <a:pt x="1068649" y="82715"/>
                </a:cubicBezTo>
                <a:cubicBezTo>
                  <a:pt x="1071524" y="85634"/>
                  <a:pt x="1074973" y="87876"/>
                  <a:pt x="1078997" y="89440"/>
                </a:cubicBezTo>
                <a:cubicBezTo>
                  <a:pt x="1083021" y="91003"/>
                  <a:pt x="1087538" y="91784"/>
                  <a:pt x="1092546" y="91784"/>
                </a:cubicBezTo>
                <a:cubicBezTo>
                  <a:pt x="1097556" y="91784"/>
                  <a:pt x="1102093" y="91003"/>
                  <a:pt x="1106158" y="89440"/>
                </a:cubicBezTo>
                <a:cubicBezTo>
                  <a:pt x="1110223" y="87876"/>
                  <a:pt x="1113693" y="85634"/>
                  <a:pt x="1116568" y="82715"/>
                </a:cubicBezTo>
                <a:cubicBezTo>
                  <a:pt x="1119442" y="79794"/>
                  <a:pt x="1121659" y="76277"/>
                  <a:pt x="1123219" y="72165"/>
                </a:cubicBezTo>
                <a:cubicBezTo>
                  <a:pt x="1124779" y="68052"/>
                  <a:pt x="1125559" y="63446"/>
                  <a:pt x="1125559" y="58346"/>
                </a:cubicBezTo>
                <a:cubicBezTo>
                  <a:pt x="1125559" y="53246"/>
                  <a:pt x="1124779" y="48619"/>
                  <a:pt x="1123219" y="44465"/>
                </a:cubicBezTo>
                <a:cubicBezTo>
                  <a:pt x="1121659" y="40310"/>
                  <a:pt x="1119442" y="36773"/>
                  <a:pt x="1116568" y="33853"/>
                </a:cubicBezTo>
                <a:cubicBezTo>
                  <a:pt x="1113693" y="30932"/>
                  <a:pt x="1110223" y="28670"/>
                  <a:pt x="1106158" y="27066"/>
                </a:cubicBezTo>
                <a:cubicBezTo>
                  <a:pt x="1102093" y="25462"/>
                  <a:pt x="1097556" y="24660"/>
                  <a:pt x="1092546" y="24660"/>
                </a:cubicBezTo>
                <a:cubicBezTo>
                  <a:pt x="1087538" y="24660"/>
                  <a:pt x="1083021" y="25462"/>
                  <a:pt x="1078997" y="27066"/>
                </a:cubicBezTo>
                <a:cubicBezTo>
                  <a:pt x="1074973" y="28670"/>
                  <a:pt x="1071524" y="30932"/>
                  <a:pt x="1068649" y="33853"/>
                </a:cubicBezTo>
                <a:cubicBezTo>
                  <a:pt x="1065775" y="36773"/>
                  <a:pt x="1063558" y="40310"/>
                  <a:pt x="1061998" y="44465"/>
                </a:cubicBezTo>
                <a:cubicBezTo>
                  <a:pt x="1060437" y="48619"/>
                  <a:pt x="1059657" y="53246"/>
                  <a:pt x="1059657" y="58346"/>
                </a:cubicBezTo>
                <a:close/>
                <a:moveTo>
                  <a:pt x="1196351" y="90032"/>
                </a:moveTo>
                <a:lnTo>
                  <a:pt x="1196351" y="26465"/>
                </a:lnTo>
                <a:lnTo>
                  <a:pt x="1178859" y="26465"/>
                </a:lnTo>
                <a:lnTo>
                  <a:pt x="1178859" y="59765"/>
                </a:lnTo>
                <a:cubicBezTo>
                  <a:pt x="1178859" y="66236"/>
                  <a:pt x="1177792" y="70885"/>
                  <a:pt x="1175657" y="73712"/>
                </a:cubicBezTo>
                <a:cubicBezTo>
                  <a:pt x="1173521" y="76537"/>
                  <a:pt x="1170072" y="77950"/>
                  <a:pt x="1165309" y="77950"/>
                </a:cubicBezTo>
                <a:cubicBezTo>
                  <a:pt x="1161121" y="77950"/>
                  <a:pt x="1158205" y="76660"/>
                  <a:pt x="1156562" y="74080"/>
                </a:cubicBezTo>
                <a:cubicBezTo>
                  <a:pt x="1154920" y="71499"/>
                  <a:pt x="1154100" y="67587"/>
                  <a:pt x="1154100" y="62344"/>
                </a:cubicBezTo>
                <a:lnTo>
                  <a:pt x="1154100" y="26465"/>
                </a:lnTo>
                <a:lnTo>
                  <a:pt x="1136608" y="26465"/>
                </a:lnTo>
                <a:lnTo>
                  <a:pt x="1136608" y="65584"/>
                </a:lnTo>
                <a:cubicBezTo>
                  <a:pt x="1136608" y="69520"/>
                  <a:pt x="1136957" y="73108"/>
                  <a:pt x="1137655" y="76349"/>
                </a:cubicBezTo>
                <a:cubicBezTo>
                  <a:pt x="1138353" y="79588"/>
                  <a:pt x="1139564" y="82335"/>
                  <a:pt x="1141288" y="84591"/>
                </a:cubicBezTo>
                <a:cubicBezTo>
                  <a:pt x="1143014" y="86846"/>
                  <a:pt x="1145375" y="88589"/>
                  <a:pt x="1148373" y="89820"/>
                </a:cubicBezTo>
                <a:cubicBezTo>
                  <a:pt x="1151370" y="91049"/>
                  <a:pt x="1155209" y="91664"/>
                  <a:pt x="1159891" y="91664"/>
                </a:cubicBezTo>
                <a:cubicBezTo>
                  <a:pt x="1163586" y="91664"/>
                  <a:pt x="1167199" y="90840"/>
                  <a:pt x="1170730" y="89194"/>
                </a:cubicBezTo>
                <a:cubicBezTo>
                  <a:pt x="1174261" y="87546"/>
                  <a:pt x="1177135" y="84869"/>
                  <a:pt x="1179352" y="81162"/>
                </a:cubicBezTo>
                <a:lnTo>
                  <a:pt x="1179722" y="81162"/>
                </a:lnTo>
                <a:lnTo>
                  <a:pt x="1179722" y="90032"/>
                </a:lnTo>
                <a:lnTo>
                  <a:pt x="1196351" y="90032"/>
                </a:lnTo>
                <a:close/>
                <a:moveTo>
                  <a:pt x="1209292" y="26369"/>
                </a:moveTo>
                <a:lnTo>
                  <a:pt x="1209292" y="90100"/>
                </a:lnTo>
                <a:lnTo>
                  <a:pt x="1226784" y="90100"/>
                </a:lnTo>
                <a:lnTo>
                  <a:pt x="1226784" y="61368"/>
                </a:lnTo>
                <a:cubicBezTo>
                  <a:pt x="1226784" y="58491"/>
                  <a:pt x="1227071" y="55820"/>
                  <a:pt x="1227647" y="53354"/>
                </a:cubicBezTo>
                <a:cubicBezTo>
                  <a:pt x="1228222" y="50888"/>
                  <a:pt x="1229187" y="48730"/>
                  <a:pt x="1230541" y="46881"/>
                </a:cubicBezTo>
                <a:cubicBezTo>
                  <a:pt x="1231896" y="45031"/>
                  <a:pt x="1233681" y="43572"/>
                  <a:pt x="1235898" y="42503"/>
                </a:cubicBezTo>
                <a:cubicBezTo>
                  <a:pt x="1238116" y="41434"/>
                  <a:pt x="1240826" y="40900"/>
                  <a:pt x="1244029" y="40900"/>
                </a:cubicBezTo>
                <a:cubicBezTo>
                  <a:pt x="1245097" y="40900"/>
                  <a:pt x="1246205" y="40962"/>
                  <a:pt x="1247354" y="41086"/>
                </a:cubicBezTo>
                <a:cubicBezTo>
                  <a:pt x="1248504" y="41209"/>
                  <a:pt x="1249490" y="41352"/>
                  <a:pt x="1250311" y="41516"/>
                </a:cubicBezTo>
                <a:lnTo>
                  <a:pt x="1250311" y="25275"/>
                </a:lnTo>
                <a:cubicBezTo>
                  <a:pt x="1248915" y="24865"/>
                  <a:pt x="1247642" y="24660"/>
                  <a:pt x="1246493" y="24660"/>
                </a:cubicBezTo>
                <a:cubicBezTo>
                  <a:pt x="1244275" y="24660"/>
                  <a:pt x="1242140" y="24988"/>
                  <a:pt x="1240088" y="25645"/>
                </a:cubicBezTo>
                <a:cubicBezTo>
                  <a:pt x="1238035" y="26300"/>
                  <a:pt x="1236105" y="27223"/>
                  <a:pt x="1234298" y="28412"/>
                </a:cubicBezTo>
                <a:cubicBezTo>
                  <a:pt x="1232492" y="29601"/>
                  <a:pt x="1230890" y="31036"/>
                  <a:pt x="1229494" y="32718"/>
                </a:cubicBezTo>
                <a:cubicBezTo>
                  <a:pt x="1228098" y="34400"/>
                  <a:pt x="1226989" y="36225"/>
                  <a:pt x="1226167" y="38193"/>
                </a:cubicBezTo>
                <a:lnTo>
                  <a:pt x="1225921" y="38193"/>
                </a:lnTo>
                <a:lnTo>
                  <a:pt x="1225921" y="26369"/>
                </a:lnTo>
                <a:lnTo>
                  <a:pt x="1209292" y="26369"/>
                </a:lnTo>
                <a:close/>
                <a:moveTo>
                  <a:pt x="1300089" y="48839"/>
                </a:moveTo>
                <a:lnTo>
                  <a:pt x="1317210" y="48839"/>
                </a:lnTo>
                <a:cubicBezTo>
                  <a:pt x="1316964" y="44727"/>
                  <a:pt x="1315979" y="41170"/>
                  <a:pt x="1314253" y="38169"/>
                </a:cubicBezTo>
                <a:cubicBezTo>
                  <a:pt x="1312529" y="35166"/>
                  <a:pt x="1310291" y="32658"/>
                  <a:pt x="1307539" y="30643"/>
                </a:cubicBezTo>
                <a:cubicBezTo>
                  <a:pt x="1304789" y="28628"/>
                  <a:pt x="1301669" y="27127"/>
                  <a:pt x="1298179" y="26141"/>
                </a:cubicBezTo>
                <a:cubicBezTo>
                  <a:pt x="1294689" y="25154"/>
                  <a:pt x="1291056" y="24660"/>
                  <a:pt x="1287278" y="24660"/>
                </a:cubicBezTo>
                <a:cubicBezTo>
                  <a:pt x="1282104" y="24660"/>
                  <a:pt x="1277504" y="25524"/>
                  <a:pt x="1273480" y="27252"/>
                </a:cubicBezTo>
                <a:cubicBezTo>
                  <a:pt x="1269456" y="28979"/>
                  <a:pt x="1266048" y="31385"/>
                  <a:pt x="1263256" y="34470"/>
                </a:cubicBezTo>
                <a:cubicBezTo>
                  <a:pt x="1260465" y="37555"/>
                  <a:pt x="1258350" y="41216"/>
                  <a:pt x="1256913" y="45452"/>
                </a:cubicBezTo>
                <a:cubicBezTo>
                  <a:pt x="1255476" y="49687"/>
                  <a:pt x="1254757" y="54273"/>
                  <a:pt x="1254757" y="59209"/>
                </a:cubicBezTo>
                <a:cubicBezTo>
                  <a:pt x="1254757" y="63980"/>
                  <a:pt x="1255537" y="68361"/>
                  <a:pt x="1257097" y="72351"/>
                </a:cubicBezTo>
                <a:cubicBezTo>
                  <a:pt x="1258657" y="76339"/>
                  <a:pt x="1260833" y="79773"/>
                  <a:pt x="1263625" y="82653"/>
                </a:cubicBezTo>
                <a:cubicBezTo>
                  <a:pt x="1266418" y="85532"/>
                  <a:pt x="1269806" y="87774"/>
                  <a:pt x="1273788" y="89378"/>
                </a:cubicBezTo>
                <a:cubicBezTo>
                  <a:pt x="1277771" y="90982"/>
                  <a:pt x="1282144" y="91784"/>
                  <a:pt x="1286907" y="91784"/>
                </a:cubicBezTo>
                <a:cubicBezTo>
                  <a:pt x="1295365" y="91784"/>
                  <a:pt x="1302304" y="89558"/>
                  <a:pt x="1307724" y="85106"/>
                </a:cubicBezTo>
                <a:cubicBezTo>
                  <a:pt x="1313144" y="80652"/>
                  <a:pt x="1316430" y="74197"/>
                  <a:pt x="1317580" y="65738"/>
                </a:cubicBezTo>
                <a:lnTo>
                  <a:pt x="1300703" y="65738"/>
                </a:lnTo>
                <a:cubicBezTo>
                  <a:pt x="1300130" y="69681"/>
                  <a:pt x="1298713" y="72822"/>
                  <a:pt x="1296454" y="75163"/>
                </a:cubicBezTo>
                <a:cubicBezTo>
                  <a:pt x="1294196" y="77502"/>
                  <a:pt x="1290973" y="78672"/>
                  <a:pt x="1286785" y="78672"/>
                </a:cubicBezTo>
                <a:cubicBezTo>
                  <a:pt x="1284075" y="78672"/>
                  <a:pt x="1281775" y="78056"/>
                  <a:pt x="1279885" y="76824"/>
                </a:cubicBezTo>
                <a:cubicBezTo>
                  <a:pt x="1277997" y="75592"/>
                  <a:pt x="1276498" y="74012"/>
                  <a:pt x="1275389" y="72082"/>
                </a:cubicBezTo>
                <a:cubicBezTo>
                  <a:pt x="1274281" y="70151"/>
                  <a:pt x="1273481" y="67995"/>
                  <a:pt x="1272987" y="65613"/>
                </a:cubicBezTo>
                <a:cubicBezTo>
                  <a:pt x="1272495" y="63230"/>
                  <a:pt x="1272248" y="60890"/>
                  <a:pt x="1272248" y="58590"/>
                </a:cubicBezTo>
                <a:cubicBezTo>
                  <a:pt x="1272248" y="56208"/>
                  <a:pt x="1272495" y="53806"/>
                  <a:pt x="1272987" y="51384"/>
                </a:cubicBezTo>
                <a:cubicBezTo>
                  <a:pt x="1273481" y="48961"/>
                  <a:pt x="1274323" y="46743"/>
                  <a:pt x="1275513" y="44730"/>
                </a:cubicBezTo>
                <a:cubicBezTo>
                  <a:pt x="1276704" y="42718"/>
                  <a:pt x="1278243" y="41075"/>
                  <a:pt x="1280131" y="39802"/>
                </a:cubicBezTo>
                <a:cubicBezTo>
                  <a:pt x="1282021" y="38529"/>
                  <a:pt x="1284362" y="37892"/>
                  <a:pt x="1287154" y="37892"/>
                </a:cubicBezTo>
                <a:cubicBezTo>
                  <a:pt x="1294627" y="37892"/>
                  <a:pt x="1298938" y="41541"/>
                  <a:pt x="1300089" y="48839"/>
                </a:cubicBezTo>
                <a:close/>
                <a:moveTo>
                  <a:pt x="1369984" y="51486"/>
                </a:moveTo>
                <a:lnTo>
                  <a:pt x="1341530" y="51486"/>
                </a:lnTo>
                <a:cubicBezTo>
                  <a:pt x="1341612" y="50250"/>
                  <a:pt x="1341878" y="48850"/>
                  <a:pt x="1342329" y="47285"/>
                </a:cubicBezTo>
                <a:cubicBezTo>
                  <a:pt x="1342782" y="45718"/>
                  <a:pt x="1343562" y="44235"/>
                  <a:pt x="1344671" y="42836"/>
                </a:cubicBezTo>
                <a:cubicBezTo>
                  <a:pt x="1345780" y="41435"/>
                  <a:pt x="1347258" y="40261"/>
                  <a:pt x="1349105" y="39313"/>
                </a:cubicBezTo>
                <a:cubicBezTo>
                  <a:pt x="1350953" y="38366"/>
                  <a:pt x="1353273" y="37892"/>
                  <a:pt x="1356065" y="37892"/>
                </a:cubicBezTo>
                <a:cubicBezTo>
                  <a:pt x="1360336" y="37892"/>
                  <a:pt x="1363518" y="39046"/>
                  <a:pt x="1365612" y="41353"/>
                </a:cubicBezTo>
                <a:cubicBezTo>
                  <a:pt x="1367705" y="43660"/>
                  <a:pt x="1369163" y="47037"/>
                  <a:pt x="1369984" y="51486"/>
                </a:cubicBezTo>
                <a:moveTo>
                  <a:pt x="1341530" y="62553"/>
                </a:moveTo>
                <a:lnTo>
                  <a:pt x="1387477" y="62553"/>
                </a:lnTo>
                <a:cubicBezTo>
                  <a:pt x="1387805" y="57616"/>
                  <a:pt x="1387394" y="52884"/>
                  <a:pt x="1386244" y="48358"/>
                </a:cubicBezTo>
                <a:cubicBezTo>
                  <a:pt x="1385095" y="43832"/>
                  <a:pt x="1383226" y="39800"/>
                  <a:pt x="1380639" y="36263"/>
                </a:cubicBezTo>
                <a:cubicBezTo>
                  <a:pt x="1378053" y="32724"/>
                  <a:pt x="1374747" y="29906"/>
                  <a:pt x="1370722" y="27808"/>
                </a:cubicBezTo>
                <a:cubicBezTo>
                  <a:pt x="1366699" y="25710"/>
                  <a:pt x="1361977" y="24660"/>
                  <a:pt x="1356558" y="24660"/>
                </a:cubicBezTo>
                <a:cubicBezTo>
                  <a:pt x="1351712" y="24660"/>
                  <a:pt x="1347298" y="25524"/>
                  <a:pt x="1343316" y="27252"/>
                </a:cubicBezTo>
                <a:cubicBezTo>
                  <a:pt x="1339334" y="28979"/>
                  <a:pt x="1335905" y="31343"/>
                  <a:pt x="1333031" y="34346"/>
                </a:cubicBezTo>
                <a:cubicBezTo>
                  <a:pt x="1330156" y="37348"/>
                  <a:pt x="1327939" y="40906"/>
                  <a:pt x="1326379" y="45020"/>
                </a:cubicBezTo>
                <a:cubicBezTo>
                  <a:pt x="1324819" y="49132"/>
                  <a:pt x="1324039" y="53574"/>
                  <a:pt x="1324039" y="58346"/>
                </a:cubicBezTo>
                <a:cubicBezTo>
                  <a:pt x="1324039" y="63281"/>
                  <a:pt x="1324798" y="67805"/>
                  <a:pt x="1326317" y="71919"/>
                </a:cubicBezTo>
                <a:cubicBezTo>
                  <a:pt x="1327837" y="76031"/>
                  <a:pt x="1329993" y="79568"/>
                  <a:pt x="1332785" y="82531"/>
                </a:cubicBezTo>
                <a:cubicBezTo>
                  <a:pt x="1335576" y="85492"/>
                  <a:pt x="1338984" y="87774"/>
                  <a:pt x="1343008" y="89378"/>
                </a:cubicBezTo>
                <a:cubicBezTo>
                  <a:pt x="1347031" y="90982"/>
                  <a:pt x="1351548" y="91784"/>
                  <a:pt x="1356558" y="91784"/>
                </a:cubicBezTo>
                <a:cubicBezTo>
                  <a:pt x="1363784" y="91784"/>
                  <a:pt x="1369943" y="90143"/>
                  <a:pt x="1375034" y="86861"/>
                </a:cubicBezTo>
                <a:cubicBezTo>
                  <a:pt x="1380126" y="83579"/>
                  <a:pt x="1383904" y="78123"/>
                  <a:pt x="1386368" y="70492"/>
                </a:cubicBezTo>
                <a:lnTo>
                  <a:pt x="1370970" y="70492"/>
                </a:lnTo>
                <a:cubicBezTo>
                  <a:pt x="1370395" y="72445"/>
                  <a:pt x="1368834" y="74297"/>
                  <a:pt x="1366288" y="76048"/>
                </a:cubicBezTo>
                <a:cubicBezTo>
                  <a:pt x="1363743" y="77797"/>
                  <a:pt x="1360705" y="78672"/>
                  <a:pt x="1357174" y="78672"/>
                </a:cubicBezTo>
                <a:cubicBezTo>
                  <a:pt x="1352247" y="78672"/>
                  <a:pt x="1348469" y="77401"/>
                  <a:pt x="1345840" y="74858"/>
                </a:cubicBezTo>
                <a:cubicBezTo>
                  <a:pt x="1343213" y="72314"/>
                  <a:pt x="1341776" y="68213"/>
                  <a:pt x="1341530" y="62553"/>
                </a:cubicBezTo>
                <a:close/>
                <a:moveTo>
                  <a:pt x="1433018" y="2165"/>
                </a:moveTo>
                <a:lnTo>
                  <a:pt x="1433018" y="90100"/>
                </a:lnTo>
                <a:lnTo>
                  <a:pt x="1495225" y="90100"/>
                </a:lnTo>
                <a:lnTo>
                  <a:pt x="1495225" y="73860"/>
                </a:lnTo>
                <a:lnTo>
                  <a:pt x="1452357" y="73860"/>
                </a:lnTo>
                <a:lnTo>
                  <a:pt x="1452357" y="2165"/>
                </a:lnTo>
                <a:lnTo>
                  <a:pt x="1433018" y="2165"/>
                </a:lnTo>
                <a:close/>
                <a:moveTo>
                  <a:pt x="1521839" y="16600"/>
                </a:moveTo>
                <a:lnTo>
                  <a:pt x="1521839" y="2165"/>
                </a:lnTo>
                <a:lnTo>
                  <a:pt x="1504347" y="2165"/>
                </a:lnTo>
                <a:lnTo>
                  <a:pt x="1504347" y="16600"/>
                </a:lnTo>
                <a:lnTo>
                  <a:pt x="1521839" y="16600"/>
                </a:lnTo>
                <a:moveTo>
                  <a:pt x="1504347" y="26416"/>
                </a:moveTo>
                <a:lnTo>
                  <a:pt x="1504347" y="90100"/>
                </a:lnTo>
                <a:lnTo>
                  <a:pt x="1521839" y="90100"/>
                </a:lnTo>
                <a:lnTo>
                  <a:pt x="1521839" y="26416"/>
                </a:lnTo>
                <a:lnTo>
                  <a:pt x="1504347" y="26416"/>
                </a:lnTo>
                <a:close/>
                <a:moveTo>
                  <a:pt x="1581909" y="58344"/>
                </a:moveTo>
                <a:cubicBezTo>
                  <a:pt x="1581909" y="60972"/>
                  <a:pt x="1581621" y="63518"/>
                  <a:pt x="1581046" y="65983"/>
                </a:cubicBezTo>
                <a:cubicBezTo>
                  <a:pt x="1580471" y="68446"/>
                  <a:pt x="1579567" y="70623"/>
                  <a:pt x="1578335" y="72512"/>
                </a:cubicBezTo>
                <a:cubicBezTo>
                  <a:pt x="1577104" y="74401"/>
                  <a:pt x="1575564" y="75899"/>
                  <a:pt x="1573715" y="77008"/>
                </a:cubicBezTo>
                <a:cubicBezTo>
                  <a:pt x="1571868" y="78117"/>
                  <a:pt x="1569631" y="78672"/>
                  <a:pt x="1567003" y="78672"/>
                </a:cubicBezTo>
                <a:cubicBezTo>
                  <a:pt x="1564457" y="78672"/>
                  <a:pt x="1562240" y="78117"/>
                  <a:pt x="1560352" y="77008"/>
                </a:cubicBezTo>
                <a:cubicBezTo>
                  <a:pt x="1558463" y="75899"/>
                  <a:pt x="1556903" y="74401"/>
                  <a:pt x="1555671" y="72512"/>
                </a:cubicBezTo>
                <a:cubicBezTo>
                  <a:pt x="1554440" y="70623"/>
                  <a:pt x="1553536" y="68446"/>
                  <a:pt x="1552961" y="65983"/>
                </a:cubicBezTo>
                <a:cubicBezTo>
                  <a:pt x="1552386" y="63518"/>
                  <a:pt x="1552098" y="60972"/>
                  <a:pt x="1552098" y="58344"/>
                </a:cubicBezTo>
                <a:cubicBezTo>
                  <a:pt x="1552098" y="55634"/>
                  <a:pt x="1552386" y="53047"/>
                  <a:pt x="1552961" y="50583"/>
                </a:cubicBezTo>
                <a:cubicBezTo>
                  <a:pt x="1553536" y="48119"/>
                  <a:pt x="1554440" y="45942"/>
                  <a:pt x="1555671" y="44054"/>
                </a:cubicBezTo>
                <a:cubicBezTo>
                  <a:pt x="1556903" y="42164"/>
                  <a:pt x="1558463" y="40665"/>
                  <a:pt x="1560352" y="39556"/>
                </a:cubicBezTo>
                <a:cubicBezTo>
                  <a:pt x="1562240" y="38447"/>
                  <a:pt x="1564457" y="37892"/>
                  <a:pt x="1567003" y="37892"/>
                </a:cubicBezTo>
                <a:cubicBezTo>
                  <a:pt x="1569631" y="37892"/>
                  <a:pt x="1571868" y="38447"/>
                  <a:pt x="1573715" y="39556"/>
                </a:cubicBezTo>
                <a:cubicBezTo>
                  <a:pt x="1575564" y="40665"/>
                  <a:pt x="1577104" y="42164"/>
                  <a:pt x="1578335" y="44054"/>
                </a:cubicBezTo>
                <a:cubicBezTo>
                  <a:pt x="1579567" y="45942"/>
                  <a:pt x="1580471" y="48119"/>
                  <a:pt x="1581046" y="50583"/>
                </a:cubicBezTo>
                <a:cubicBezTo>
                  <a:pt x="1581621" y="53047"/>
                  <a:pt x="1581909" y="55634"/>
                  <a:pt x="1581909" y="58344"/>
                </a:cubicBezTo>
                <a:moveTo>
                  <a:pt x="1535223" y="2165"/>
                </a:moveTo>
                <a:lnTo>
                  <a:pt x="1535223" y="90141"/>
                </a:lnTo>
                <a:lnTo>
                  <a:pt x="1551852" y="90141"/>
                </a:lnTo>
                <a:lnTo>
                  <a:pt x="1551852" y="82012"/>
                </a:lnTo>
                <a:lnTo>
                  <a:pt x="1552098" y="82012"/>
                </a:lnTo>
                <a:cubicBezTo>
                  <a:pt x="1553987" y="85558"/>
                  <a:pt x="1556779" y="88074"/>
                  <a:pt x="1560474" y="89558"/>
                </a:cubicBezTo>
                <a:cubicBezTo>
                  <a:pt x="1564170" y="91042"/>
                  <a:pt x="1568359" y="91784"/>
                  <a:pt x="1573039" y="91784"/>
                </a:cubicBezTo>
                <a:cubicBezTo>
                  <a:pt x="1576242" y="91784"/>
                  <a:pt x="1579403" y="91126"/>
                  <a:pt x="1582523" y="89810"/>
                </a:cubicBezTo>
                <a:cubicBezTo>
                  <a:pt x="1585645" y="88493"/>
                  <a:pt x="1588458" y="86478"/>
                  <a:pt x="1590963" y="83764"/>
                </a:cubicBezTo>
                <a:cubicBezTo>
                  <a:pt x="1593467" y="81050"/>
                  <a:pt x="1595500" y="77574"/>
                  <a:pt x="1597060" y="73338"/>
                </a:cubicBezTo>
                <a:cubicBezTo>
                  <a:pt x="1598620" y="69101"/>
                  <a:pt x="1599400" y="64062"/>
                  <a:pt x="1599400" y="58222"/>
                </a:cubicBezTo>
                <a:cubicBezTo>
                  <a:pt x="1599400" y="52381"/>
                  <a:pt x="1598620" y="47343"/>
                  <a:pt x="1597060" y="43106"/>
                </a:cubicBezTo>
                <a:cubicBezTo>
                  <a:pt x="1595500" y="38870"/>
                  <a:pt x="1593467" y="35394"/>
                  <a:pt x="1590963" y="32680"/>
                </a:cubicBezTo>
                <a:cubicBezTo>
                  <a:pt x="1588458" y="29966"/>
                  <a:pt x="1585645" y="27951"/>
                  <a:pt x="1582523" y="26636"/>
                </a:cubicBezTo>
                <a:cubicBezTo>
                  <a:pt x="1579403" y="25319"/>
                  <a:pt x="1576242" y="24660"/>
                  <a:pt x="1573039" y="24660"/>
                </a:cubicBezTo>
                <a:cubicBezTo>
                  <a:pt x="1569098" y="24660"/>
                  <a:pt x="1565300" y="25423"/>
                  <a:pt x="1561645" y="26948"/>
                </a:cubicBezTo>
                <a:cubicBezTo>
                  <a:pt x="1557991" y="28473"/>
                  <a:pt x="1555096" y="30884"/>
                  <a:pt x="1552961" y="34182"/>
                </a:cubicBezTo>
                <a:lnTo>
                  <a:pt x="1552715" y="34182"/>
                </a:lnTo>
                <a:lnTo>
                  <a:pt x="1552715" y="2165"/>
                </a:lnTo>
                <a:lnTo>
                  <a:pt x="1535223" y="2165"/>
                </a:lnTo>
                <a:close/>
                <a:moveTo>
                  <a:pt x="1610203" y="26369"/>
                </a:moveTo>
                <a:lnTo>
                  <a:pt x="1610203" y="90100"/>
                </a:lnTo>
                <a:lnTo>
                  <a:pt x="1627694" y="90100"/>
                </a:lnTo>
                <a:lnTo>
                  <a:pt x="1627694" y="61368"/>
                </a:lnTo>
                <a:cubicBezTo>
                  <a:pt x="1627694" y="58491"/>
                  <a:pt x="1627982" y="55820"/>
                  <a:pt x="1628557" y="53354"/>
                </a:cubicBezTo>
                <a:cubicBezTo>
                  <a:pt x="1629132" y="50888"/>
                  <a:pt x="1630097" y="48730"/>
                  <a:pt x="1631451" y="46881"/>
                </a:cubicBezTo>
                <a:cubicBezTo>
                  <a:pt x="1632806" y="45031"/>
                  <a:pt x="1634592" y="43572"/>
                  <a:pt x="1636808" y="42503"/>
                </a:cubicBezTo>
                <a:cubicBezTo>
                  <a:pt x="1639026" y="41434"/>
                  <a:pt x="1641737" y="40900"/>
                  <a:pt x="1644939" y="40900"/>
                </a:cubicBezTo>
                <a:cubicBezTo>
                  <a:pt x="1646007" y="40900"/>
                  <a:pt x="1647115" y="40962"/>
                  <a:pt x="1648264" y="41086"/>
                </a:cubicBezTo>
                <a:cubicBezTo>
                  <a:pt x="1649415" y="41209"/>
                  <a:pt x="1650400" y="41352"/>
                  <a:pt x="1651221" y="41516"/>
                </a:cubicBezTo>
                <a:lnTo>
                  <a:pt x="1651221" y="25275"/>
                </a:lnTo>
                <a:cubicBezTo>
                  <a:pt x="1649825" y="24865"/>
                  <a:pt x="1648553" y="24660"/>
                  <a:pt x="1647403" y="24660"/>
                </a:cubicBezTo>
                <a:cubicBezTo>
                  <a:pt x="1645186" y="24660"/>
                  <a:pt x="1643050" y="24988"/>
                  <a:pt x="1640998" y="25645"/>
                </a:cubicBezTo>
                <a:cubicBezTo>
                  <a:pt x="1638945" y="26300"/>
                  <a:pt x="1637016" y="27223"/>
                  <a:pt x="1635209" y="28412"/>
                </a:cubicBezTo>
                <a:cubicBezTo>
                  <a:pt x="1633402" y="29601"/>
                  <a:pt x="1631800" y="31036"/>
                  <a:pt x="1630405" y="32718"/>
                </a:cubicBezTo>
                <a:cubicBezTo>
                  <a:pt x="1629009" y="34400"/>
                  <a:pt x="1627900" y="36225"/>
                  <a:pt x="1627078" y="38193"/>
                </a:cubicBezTo>
                <a:lnTo>
                  <a:pt x="1626831" y="38193"/>
                </a:lnTo>
                <a:lnTo>
                  <a:pt x="1626831" y="26369"/>
                </a:lnTo>
                <a:lnTo>
                  <a:pt x="1610203" y="26369"/>
                </a:lnTo>
                <a:close/>
                <a:moveTo>
                  <a:pt x="1656900" y="46001"/>
                </a:moveTo>
                <a:cubicBezTo>
                  <a:pt x="1657146" y="41895"/>
                  <a:pt x="1658172" y="38487"/>
                  <a:pt x="1659979" y="35778"/>
                </a:cubicBezTo>
                <a:cubicBezTo>
                  <a:pt x="1661786" y="33068"/>
                  <a:pt x="1664085" y="30891"/>
                  <a:pt x="1666877" y="29248"/>
                </a:cubicBezTo>
                <a:cubicBezTo>
                  <a:pt x="1669669" y="27605"/>
                  <a:pt x="1672810" y="26435"/>
                  <a:pt x="1676300" y="25737"/>
                </a:cubicBezTo>
                <a:cubicBezTo>
                  <a:pt x="1679791" y="25039"/>
                  <a:pt x="1683302" y="24690"/>
                  <a:pt x="1686833" y="24690"/>
                </a:cubicBezTo>
                <a:cubicBezTo>
                  <a:pt x="1690036" y="24690"/>
                  <a:pt x="1693279" y="24916"/>
                  <a:pt x="1696563" y="25369"/>
                </a:cubicBezTo>
                <a:cubicBezTo>
                  <a:pt x="1699849" y="25820"/>
                  <a:pt x="1702846" y="26703"/>
                  <a:pt x="1705555" y="28017"/>
                </a:cubicBezTo>
                <a:cubicBezTo>
                  <a:pt x="1708266" y="29330"/>
                  <a:pt x="1710483" y="31157"/>
                  <a:pt x="1712207" y="33498"/>
                </a:cubicBezTo>
                <a:cubicBezTo>
                  <a:pt x="1713933" y="35839"/>
                  <a:pt x="1714795" y="38939"/>
                  <a:pt x="1714795" y="42798"/>
                </a:cubicBezTo>
                <a:lnTo>
                  <a:pt x="1714795" y="75933"/>
                </a:lnTo>
                <a:cubicBezTo>
                  <a:pt x="1714795" y="78808"/>
                  <a:pt x="1714959" y="81559"/>
                  <a:pt x="1715288" y="84187"/>
                </a:cubicBezTo>
                <a:cubicBezTo>
                  <a:pt x="1715616" y="86814"/>
                  <a:pt x="1716191" y="88785"/>
                  <a:pt x="1717011" y="90100"/>
                </a:cubicBezTo>
                <a:lnTo>
                  <a:pt x="1699274" y="90100"/>
                </a:lnTo>
                <a:cubicBezTo>
                  <a:pt x="1698945" y="89115"/>
                  <a:pt x="1698679" y="88109"/>
                  <a:pt x="1698473" y="87083"/>
                </a:cubicBezTo>
                <a:cubicBezTo>
                  <a:pt x="1698268" y="86055"/>
                  <a:pt x="1698124" y="85008"/>
                  <a:pt x="1698043" y="83940"/>
                </a:cubicBezTo>
                <a:cubicBezTo>
                  <a:pt x="1695251" y="86815"/>
                  <a:pt x="1691966" y="88827"/>
                  <a:pt x="1688188" y="89978"/>
                </a:cubicBezTo>
                <a:cubicBezTo>
                  <a:pt x="1684410" y="91127"/>
                  <a:pt x="1680550" y="91701"/>
                  <a:pt x="1676608" y="91701"/>
                </a:cubicBezTo>
                <a:cubicBezTo>
                  <a:pt x="1673570" y="91701"/>
                  <a:pt x="1670737" y="91331"/>
                  <a:pt x="1668108" y="90592"/>
                </a:cubicBezTo>
                <a:cubicBezTo>
                  <a:pt x="1665481" y="89853"/>
                  <a:pt x="1663181" y="88703"/>
                  <a:pt x="1661210" y="87143"/>
                </a:cubicBezTo>
                <a:cubicBezTo>
                  <a:pt x="1659240" y="85583"/>
                  <a:pt x="1657701" y="83613"/>
                  <a:pt x="1656592" y="81232"/>
                </a:cubicBezTo>
                <a:cubicBezTo>
                  <a:pt x="1655483" y="78850"/>
                  <a:pt x="1654929" y="76016"/>
                  <a:pt x="1654929" y="72730"/>
                </a:cubicBezTo>
                <a:cubicBezTo>
                  <a:pt x="1654929" y="69118"/>
                  <a:pt x="1655565" y="66141"/>
                  <a:pt x="1656838" y="63801"/>
                </a:cubicBezTo>
                <a:cubicBezTo>
                  <a:pt x="1658111" y="61460"/>
                  <a:pt x="1659754" y="59592"/>
                  <a:pt x="1661765" y="58196"/>
                </a:cubicBezTo>
                <a:cubicBezTo>
                  <a:pt x="1663777" y="56800"/>
                  <a:pt x="1666077" y="55753"/>
                  <a:pt x="1668663" y="55055"/>
                </a:cubicBezTo>
                <a:cubicBezTo>
                  <a:pt x="1671250" y="54357"/>
                  <a:pt x="1673858" y="53803"/>
                  <a:pt x="1676486" y="53393"/>
                </a:cubicBezTo>
                <a:cubicBezTo>
                  <a:pt x="1679113" y="52982"/>
                  <a:pt x="1681700" y="52653"/>
                  <a:pt x="1684245" y="52407"/>
                </a:cubicBezTo>
                <a:cubicBezTo>
                  <a:pt x="1686791" y="52160"/>
                  <a:pt x="1689049" y="51790"/>
                  <a:pt x="1691020" y="51298"/>
                </a:cubicBezTo>
                <a:cubicBezTo>
                  <a:pt x="1692992" y="50805"/>
                  <a:pt x="1694552" y="50087"/>
                  <a:pt x="1695701" y="49144"/>
                </a:cubicBezTo>
                <a:cubicBezTo>
                  <a:pt x="1696851" y="48199"/>
                  <a:pt x="1697385" y="46823"/>
                  <a:pt x="1697304" y="45016"/>
                </a:cubicBezTo>
                <a:cubicBezTo>
                  <a:pt x="1697304" y="43126"/>
                  <a:pt x="1696996" y="41628"/>
                  <a:pt x="1696379" y="40520"/>
                </a:cubicBezTo>
                <a:cubicBezTo>
                  <a:pt x="1695763" y="39411"/>
                  <a:pt x="1694941" y="38549"/>
                  <a:pt x="1693915" y="37934"/>
                </a:cubicBezTo>
                <a:cubicBezTo>
                  <a:pt x="1692889" y="37317"/>
                  <a:pt x="1691698" y="36906"/>
                  <a:pt x="1690342" y="36701"/>
                </a:cubicBezTo>
                <a:cubicBezTo>
                  <a:pt x="1688987" y="36495"/>
                  <a:pt x="1687530" y="36392"/>
                  <a:pt x="1685970" y="36392"/>
                </a:cubicBezTo>
                <a:cubicBezTo>
                  <a:pt x="1682522" y="36392"/>
                  <a:pt x="1679812" y="37132"/>
                  <a:pt x="1677841" y="38610"/>
                </a:cubicBezTo>
                <a:cubicBezTo>
                  <a:pt x="1675870" y="40089"/>
                  <a:pt x="1674720" y="42553"/>
                  <a:pt x="1674392" y="46001"/>
                </a:cubicBezTo>
                <a:lnTo>
                  <a:pt x="1656900" y="46001"/>
                </a:lnTo>
                <a:moveTo>
                  <a:pt x="1697304" y="58934"/>
                </a:moveTo>
                <a:cubicBezTo>
                  <a:pt x="1696565" y="59592"/>
                  <a:pt x="1695640" y="60106"/>
                  <a:pt x="1694532" y="60476"/>
                </a:cubicBezTo>
                <a:cubicBezTo>
                  <a:pt x="1693423" y="60845"/>
                  <a:pt x="1692232" y="61154"/>
                  <a:pt x="1690958" y="61400"/>
                </a:cubicBezTo>
                <a:cubicBezTo>
                  <a:pt x="1689687" y="61646"/>
                  <a:pt x="1688352" y="61851"/>
                  <a:pt x="1686955" y="62015"/>
                </a:cubicBezTo>
                <a:cubicBezTo>
                  <a:pt x="1685559" y="62179"/>
                  <a:pt x="1684163" y="62384"/>
                  <a:pt x="1682767" y="62630"/>
                </a:cubicBezTo>
                <a:cubicBezTo>
                  <a:pt x="1681454" y="62876"/>
                  <a:pt x="1680161" y="63205"/>
                  <a:pt x="1678888" y="63616"/>
                </a:cubicBezTo>
                <a:cubicBezTo>
                  <a:pt x="1677615" y="64026"/>
                  <a:pt x="1676506" y="64581"/>
                  <a:pt x="1675561" y="65280"/>
                </a:cubicBezTo>
                <a:cubicBezTo>
                  <a:pt x="1674617" y="65978"/>
                  <a:pt x="1673858" y="66861"/>
                  <a:pt x="1673283" y="67928"/>
                </a:cubicBezTo>
                <a:cubicBezTo>
                  <a:pt x="1672708" y="68995"/>
                  <a:pt x="1672420" y="70349"/>
                  <a:pt x="1672420" y="71992"/>
                </a:cubicBezTo>
                <a:cubicBezTo>
                  <a:pt x="1672420" y="73552"/>
                  <a:pt x="1672708" y="74866"/>
                  <a:pt x="1673283" y="75933"/>
                </a:cubicBezTo>
                <a:cubicBezTo>
                  <a:pt x="1673858" y="77001"/>
                  <a:pt x="1674638" y="77843"/>
                  <a:pt x="1675623" y="78459"/>
                </a:cubicBezTo>
                <a:cubicBezTo>
                  <a:pt x="1676609" y="79075"/>
                  <a:pt x="1677759" y="79506"/>
                  <a:pt x="1679072" y="79753"/>
                </a:cubicBezTo>
                <a:cubicBezTo>
                  <a:pt x="1680386" y="79999"/>
                  <a:pt x="1681742" y="80123"/>
                  <a:pt x="1683138" y="80123"/>
                </a:cubicBezTo>
                <a:cubicBezTo>
                  <a:pt x="1686586" y="80123"/>
                  <a:pt x="1689254" y="79548"/>
                  <a:pt x="1691143" y="78399"/>
                </a:cubicBezTo>
                <a:cubicBezTo>
                  <a:pt x="1693032" y="77249"/>
                  <a:pt x="1694429" y="75873"/>
                  <a:pt x="1695332" y="74272"/>
                </a:cubicBezTo>
                <a:cubicBezTo>
                  <a:pt x="1696236" y="72670"/>
                  <a:pt x="1696790" y="71048"/>
                  <a:pt x="1696996" y="69406"/>
                </a:cubicBezTo>
                <a:cubicBezTo>
                  <a:pt x="1697201" y="67763"/>
                  <a:pt x="1697304" y="66449"/>
                  <a:pt x="1697304" y="65464"/>
                </a:cubicBezTo>
                <a:lnTo>
                  <a:pt x="1697304" y="58934"/>
                </a:lnTo>
                <a:close/>
                <a:moveTo>
                  <a:pt x="1728028" y="26369"/>
                </a:moveTo>
                <a:lnTo>
                  <a:pt x="1728028" y="90100"/>
                </a:lnTo>
                <a:lnTo>
                  <a:pt x="1745519" y="90100"/>
                </a:lnTo>
                <a:lnTo>
                  <a:pt x="1745519" y="61368"/>
                </a:lnTo>
                <a:cubicBezTo>
                  <a:pt x="1745519" y="58491"/>
                  <a:pt x="1745807" y="55820"/>
                  <a:pt x="1746382" y="53354"/>
                </a:cubicBezTo>
                <a:cubicBezTo>
                  <a:pt x="1746957" y="50888"/>
                  <a:pt x="1747922" y="48730"/>
                  <a:pt x="1749277" y="46881"/>
                </a:cubicBezTo>
                <a:cubicBezTo>
                  <a:pt x="1750631" y="45031"/>
                  <a:pt x="1752417" y="43572"/>
                  <a:pt x="1754633" y="42503"/>
                </a:cubicBezTo>
                <a:cubicBezTo>
                  <a:pt x="1756851" y="41434"/>
                  <a:pt x="1759562" y="40900"/>
                  <a:pt x="1762764" y="40900"/>
                </a:cubicBezTo>
                <a:cubicBezTo>
                  <a:pt x="1763832" y="40900"/>
                  <a:pt x="1764940" y="40962"/>
                  <a:pt x="1766089" y="41086"/>
                </a:cubicBezTo>
                <a:cubicBezTo>
                  <a:pt x="1767240" y="41209"/>
                  <a:pt x="1768225" y="41352"/>
                  <a:pt x="1769046" y="41516"/>
                </a:cubicBezTo>
                <a:lnTo>
                  <a:pt x="1769046" y="25275"/>
                </a:lnTo>
                <a:cubicBezTo>
                  <a:pt x="1767650" y="24865"/>
                  <a:pt x="1766378" y="24660"/>
                  <a:pt x="1765229" y="24660"/>
                </a:cubicBezTo>
                <a:cubicBezTo>
                  <a:pt x="1763011" y="24660"/>
                  <a:pt x="1760875" y="24988"/>
                  <a:pt x="1758823" y="25645"/>
                </a:cubicBezTo>
                <a:cubicBezTo>
                  <a:pt x="1756770" y="26300"/>
                  <a:pt x="1754841" y="27223"/>
                  <a:pt x="1753034" y="28412"/>
                </a:cubicBezTo>
                <a:cubicBezTo>
                  <a:pt x="1751227" y="29601"/>
                  <a:pt x="1749626" y="31036"/>
                  <a:pt x="1748230" y="32718"/>
                </a:cubicBezTo>
                <a:cubicBezTo>
                  <a:pt x="1746834" y="34400"/>
                  <a:pt x="1745725" y="36225"/>
                  <a:pt x="1744903" y="38193"/>
                </a:cubicBezTo>
                <a:lnTo>
                  <a:pt x="1744657" y="38193"/>
                </a:lnTo>
                <a:lnTo>
                  <a:pt x="1744657" y="26369"/>
                </a:lnTo>
                <a:lnTo>
                  <a:pt x="1728028" y="26369"/>
                </a:lnTo>
                <a:close/>
                <a:moveTo>
                  <a:pt x="1793448" y="16600"/>
                </a:moveTo>
                <a:lnTo>
                  <a:pt x="1793448" y="2165"/>
                </a:lnTo>
                <a:lnTo>
                  <a:pt x="1775956" y="2165"/>
                </a:lnTo>
                <a:lnTo>
                  <a:pt x="1775956" y="16600"/>
                </a:lnTo>
                <a:lnTo>
                  <a:pt x="1793448" y="16600"/>
                </a:lnTo>
                <a:moveTo>
                  <a:pt x="1775956" y="26416"/>
                </a:moveTo>
                <a:lnTo>
                  <a:pt x="1775956" y="90100"/>
                </a:lnTo>
                <a:lnTo>
                  <a:pt x="1793448" y="90100"/>
                </a:lnTo>
                <a:lnTo>
                  <a:pt x="1793448" y="26416"/>
                </a:lnTo>
                <a:lnTo>
                  <a:pt x="1775956" y="26416"/>
                </a:lnTo>
                <a:close/>
                <a:moveTo>
                  <a:pt x="1849699" y="51486"/>
                </a:moveTo>
                <a:lnTo>
                  <a:pt x="1821246" y="51486"/>
                </a:lnTo>
                <a:cubicBezTo>
                  <a:pt x="1821327" y="50250"/>
                  <a:pt x="1821593" y="48850"/>
                  <a:pt x="1822044" y="47285"/>
                </a:cubicBezTo>
                <a:cubicBezTo>
                  <a:pt x="1822497" y="45718"/>
                  <a:pt x="1823277" y="44235"/>
                  <a:pt x="1824386" y="42836"/>
                </a:cubicBezTo>
                <a:cubicBezTo>
                  <a:pt x="1825495" y="41435"/>
                  <a:pt x="1826973" y="40261"/>
                  <a:pt x="1828820" y="39313"/>
                </a:cubicBezTo>
                <a:cubicBezTo>
                  <a:pt x="1830668" y="38366"/>
                  <a:pt x="1832989" y="37892"/>
                  <a:pt x="1835780" y="37892"/>
                </a:cubicBezTo>
                <a:cubicBezTo>
                  <a:pt x="1840051" y="37892"/>
                  <a:pt x="1843233" y="39046"/>
                  <a:pt x="1845327" y="41353"/>
                </a:cubicBezTo>
                <a:cubicBezTo>
                  <a:pt x="1847421" y="43660"/>
                  <a:pt x="1848878" y="47037"/>
                  <a:pt x="1849699" y="51486"/>
                </a:cubicBezTo>
                <a:moveTo>
                  <a:pt x="1821246" y="62553"/>
                </a:moveTo>
                <a:lnTo>
                  <a:pt x="1867192" y="62553"/>
                </a:lnTo>
                <a:cubicBezTo>
                  <a:pt x="1867520" y="57616"/>
                  <a:pt x="1867109" y="52884"/>
                  <a:pt x="1865959" y="48358"/>
                </a:cubicBezTo>
                <a:cubicBezTo>
                  <a:pt x="1864810" y="43832"/>
                  <a:pt x="1862942" y="39800"/>
                  <a:pt x="1860354" y="36263"/>
                </a:cubicBezTo>
                <a:cubicBezTo>
                  <a:pt x="1857768" y="32724"/>
                  <a:pt x="1854462" y="29906"/>
                  <a:pt x="1850437" y="27808"/>
                </a:cubicBezTo>
                <a:cubicBezTo>
                  <a:pt x="1846414" y="25710"/>
                  <a:pt x="1841692" y="24660"/>
                  <a:pt x="1836273" y="24660"/>
                </a:cubicBezTo>
                <a:cubicBezTo>
                  <a:pt x="1831427" y="24660"/>
                  <a:pt x="1827013" y="25524"/>
                  <a:pt x="1823031" y="27252"/>
                </a:cubicBezTo>
                <a:cubicBezTo>
                  <a:pt x="1819049" y="28979"/>
                  <a:pt x="1815621" y="31343"/>
                  <a:pt x="1812746" y="34346"/>
                </a:cubicBezTo>
                <a:cubicBezTo>
                  <a:pt x="1809872" y="37348"/>
                  <a:pt x="1807654" y="40906"/>
                  <a:pt x="1806094" y="45020"/>
                </a:cubicBezTo>
                <a:cubicBezTo>
                  <a:pt x="1804534" y="49132"/>
                  <a:pt x="1803754" y="53574"/>
                  <a:pt x="1803754" y="58346"/>
                </a:cubicBezTo>
                <a:cubicBezTo>
                  <a:pt x="1803754" y="63281"/>
                  <a:pt x="1804513" y="67805"/>
                  <a:pt x="1806032" y="71919"/>
                </a:cubicBezTo>
                <a:cubicBezTo>
                  <a:pt x="1807552" y="76031"/>
                  <a:pt x="1809708" y="79568"/>
                  <a:pt x="1812500" y="82531"/>
                </a:cubicBezTo>
                <a:cubicBezTo>
                  <a:pt x="1815292" y="85492"/>
                  <a:pt x="1818699" y="87774"/>
                  <a:pt x="1822723" y="89378"/>
                </a:cubicBezTo>
                <a:cubicBezTo>
                  <a:pt x="1826746" y="90982"/>
                  <a:pt x="1831263" y="91784"/>
                  <a:pt x="1836273" y="91784"/>
                </a:cubicBezTo>
                <a:cubicBezTo>
                  <a:pt x="1843499" y="91784"/>
                  <a:pt x="1849658" y="90143"/>
                  <a:pt x="1854749" y="86861"/>
                </a:cubicBezTo>
                <a:cubicBezTo>
                  <a:pt x="1859842" y="83579"/>
                  <a:pt x="1863619" y="78123"/>
                  <a:pt x="1866083" y="70492"/>
                </a:cubicBezTo>
                <a:lnTo>
                  <a:pt x="1850685" y="70492"/>
                </a:lnTo>
                <a:cubicBezTo>
                  <a:pt x="1850110" y="72445"/>
                  <a:pt x="1848550" y="74297"/>
                  <a:pt x="1846003" y="76048"/>
                </a:cubicBezTo>
                <a:cubicBezTo>
                  <a:pt x="1843458" y="77797"/>
                  <a:pt x="1840420" y="78672"/>
                  <a:pt x="1836889" y="78672"/>
                </a:cubicBezTo>
                <a:cubicBezTo>
                  <a:pt x="1831962" y="78672"/>
                  <a:pt x="1828184" y="77401"/>
                  <a:pt x="1825555" y="74858"/>
                </a:cubicBezTo>
                <a:cubicBezTo>
                  <a:pt x="1822928" y="72314"/>
                  <a:pt x="1821491" y="68213"/>
                  <a:pt x="1821246" y="62553"/>
                </a:cubicBezTo>
                <a:close/>
                <a:moveTo>
                  <a:pt x="1890772" y="69409"/>
                </a:moveTo>
                <a:lnTo>
                  <a:pt x="1874143" y="69409"/>
                </a:lnTo>
                <a:cubicBezTo>
                  <a:pt x="1874307" y="73672"/>
                  <a:pt x="1875272" y="77218"/>
                  <a:pt x="1877037" y="80046"/>
                </a:cubicBezTo>
                <a:cubicBezTo>
                  <a:pt x="1878803" y="82873"/>
                  <a:pt x="1881061" y="85147"/>
                  <a:pt x="1883811" y="86869"/>
                </a:cubicBezTo>
                <a:cubicBezTo>
                  <a:pt x="1886563" y="88590"/>
                  <a:pt x="1889705" y="89820"/>
                  <a:pt x="1893236" y="90556"/>
                </a:cubicBezTo>
                <a:cubicBezTo>
                  <a:pt x="1896767" y="91295"/>
                  <a:pt x="1900380" y="91664"/>
                  <a:pt x="1904075" y="91664"/>
                </a:cubicBezTo>
                <a:cubicBezTo>
                  <a:pt x="1907688" y="91664"/>
                  <a:pt x="1911239" y="91314"/>
                  <a:pt x="1914729" y="90615"/>
                </a:cubicBezTo>
                <a:cubicBezTo>
                  <a:pt x="1918220" y="89917"/>
                  <a:pt x="1921320" y="88705"/>
                  <a:pt x="1924029" y="86980"/>
                </a:cubicBezTo>
                <a:cubicBezTo>
                  <a:pt x="1926739" y="85254"/>
                  <a:pt x="1928936" y="82974"/>
                  <a:pt x="1930619" y="80140"/>
                </a:cubicBezTo>
                <a:cubicBezTo>
                  <a:pt x="1932303" y="77305"/>
                  <a:pt x="1933145" y="73793"/>
                  <a:pt x="1933145" y="69603"/>
                </a:cubicBezTo>
                <a:cubicBezTo>
                  <a:pt x="1933145" y="66646"/>
                  <a:pt x="1932570" y="64161"/>
                  <a:pt x="1931419" y="62148"/>
                </a:cubicBezTo>
                <a:cubicBezTo>
                  <a:pt x="1930270" y="60135"/>
                  <a:pt x="1928751" y="58450"/>
                  <a:pt x="1926861" y="57094"/>
                </a:cubicBezTo>
                <a:cubicBezTo>
                  <a:pt x="1924973" y="55738"/>
                  <a:pt x="1922818" y="54650"/>
                  <a:pt x="1920396" y="53829"/>
                </a:cubicBezTo>
                <a:cubicBezTo>
                  <a:pt x="1917974" y="53007"/>
                  <a:pt x="1915489" y="52309"/>
                  <a:pt x="1912943" y="51734"/>
                </a:cubicBezTo>
                <a:cubicBezTo>
                  <a:pt x="1910480" y="51159"/>
                  <a:pt x="1908057" y="50625"/>
                  <a:pt x="1905675" y="50132"/>
                </a:cubicBezTo>
                <a:cubicBezTo>
                  <a:pt x="1903294" y="49639"/>
                  <a:pt x="1901179" y="49084"/>
                  <a:pt x="1899331" y="48469"/>
                </a:cubicBezTo>
                <a:cubicBezTo>
                  <a:pt x="1897484" y="47852"/>
                  <a:pt x="1895986" y="47051"/>
                  <a:pt x="1894835" y="46065"/>
                </a:cubicBezTo>
                <a:cubicBezTo>
                  <a:pt x="1893686" y="45079"/>
                  <a:pt x="1893112" y="43805"/>
                  <a:pt x="1893112" y="42244"/>
                </a:cubicBezTo>
                <a:cubicBezTo>
                  <a:pt x="1893112" y="40929"/>
                  <a:pt x="1893440" y="39882"/>
                  <a:pt x="1894097" y="39101"/>
                </a:cubicBezTo>
                <a:cubicBezTo>
                  <a:pt x="1894754" y="38320"/>
                  <a:pt x="1895555" y="37725"/>
                  <a:pt x="1896499" y="37315"/>
                </a:cubicBezTo>
                <a:cubicBezTo>
                  <a:pt x="1897443" y="36904"/>
                  <a:pt x="1898490" y="36637"/>
                  <a:pt x="1899639" y="36515"/>
                </a:cubicBezTo>
                <a:cubicBezTo>
                  <a:pt x="1900790" y="36391"/>
                  <a:pt x="1901857" y="36329"/>
                  <a:pt x="1902842" y="36329"/>
                </a:cubicBezTo>
                <a:cubicBezTo>
                  <a:pt x="1905962" y="36329"/>
                  <a:pt x="1908672" y="36927"/>
                  <a:pt x="1910971" y="38124"/>
                </a:cubicBezTo>
                <a:cubicBezTo>
                  <a:pt x="1913271" y="39319"/>
                  <a:pt x="1914544" y="41608"/>
                  <a:pt x="1914791" y="44990"/>
                </a:cubicBezTo>
                <a:lnTo>
                  <a:pt x="1931421" y="44990"/>
                </a:lnTo>
                <a:cubicBezTo>
                  <a:pt x="1931093" y="41048"/>
                  <a:pt x="1930087" y="37783"/>
                  <a:pt x="1928403" y="35195"/>
                </a:cubicBezTo>
                <a:cubicBezTo>
                  <a:pt x="1926720" y="32608"/>
                  <a:pt x="1924605" y="30534"/>
                  <a:pt x="1922059" y="28974"/>
                </a:cubicBezTo>
                <a:cubicBezTo>
                  <a:pt x="1919514" y="27412"/>
                  <a:pt x="1916620" y="26304"/>
                  <a:pt x="1913375" y="25647"/>
                </a:cubicBezTo>
                <a:cubicBezTo>
                  <a:pt x="1910131" y="24989"/>
                  <a:pt x="1906785" y="24660"/>
                  <a:pt x="1903337" y="24660"/>
                </a:cubicBezTo>
                <a:cubicBezTo>
                  <a:pt x="1899887" y="24660"/>
                  <a:pt x="1896519" y="24968"/>
                  <a:pt x="1893234" y="25585"/>
                </a:cubicBezTo>
                <a:cubicBezTo>
                  <a:pt x="1889950" y="26200"/>
                  <a:pt x="1886994" y="27268"/>
                  <a:pt x="1884366" y="28788"/>
                </a:cubicBezTo>
                <a:cubicBezTo>
                  <a:pt x="1881738" y="30308"/>
                  <a:pt x="1879624" y="32382"/>
                  <a:pt x="1878022" y="35011"/>
                </a:cubicBezTo>
                <a:cubicBezTo>
                  <a:pt x="1876421" y="37640"/>
                  <a:pt x="1875620" y="41009"/>
                  <a:pt x="1875620" y="45118"/>
                </a:cubicBezTo>
                <a:cubicBezTo>
                  <a:pt x="1875620" y="47911"/>
                  <a:pt x="1876195" y="50273"/>
                  <a:pt x="1877344" y="52204"/>
                </a:cubicBezTo>
                <a:cubicBezTo>
                  <a:pt x="1878494" y="54133"/>
                  <a:pt x="1880013" y="55735"/>
                  <a:pt x="1881902" y="57010"/>
                </a:cubicBezTo>
                <a:cubicBezTo>
                  <a:pt x="1883791" y="58283"/>
                  <a:pt x="1885947" y="59310"/>
                  <a:pt x="1888369" y="60090"/>
                </a:cubicBezTo>
                <a:cubicBezTo>
                  <a:pt x="1890792" y="60871"/>
                  <a:pt x="1893276" y="61549"/>
                  <a:pt x="1895822" y="62124"/>
                </a:cubicBezTo>
                <a:cubicBezTo>
                  <a:pt x="1902062" y="63438"/>
                  <a:pt x="1906927" y="64753"/>
                  <a:pt x="1910417" y="66067"/>
                </a:cubicBezTo>
                <a:cubicBezTo>
                  <a:pt x="1913908" y="67382"/>
                  <a:pt x="1915654" y="69354"/>
                  <a:pt x="1915654" y="71982"/>
                </a:cubicBezTo>
                <a:cubicBezTo>
                  <a:pt x="1915654" y="73542"/>
                  <a:pt x="1915284" y="74836"/>
                  <a:pt x="1914545" y="75864"/>
                </a:cubicBezTo>
                <a:cubicBezTo>
                  <a:pt x="1913805" y="76891"/>
                  <a:pt x="1912881" y="77713"/>
                  <a:pt x="1911772" y="78330"/>
                </a:cubicBezTo>
                <a:cubicBezTo>
                  <a:pt x="1910664" y="78945"/>
                  <a:pt x="1909433" y="79397"/>
                  <a:pt x="1908077" y="79685"/>
                </a:cubicBezTo>
                <a:cubicBezTo>
                  <a:pt x="1906722" y="79972"/>
                  <a:pt x="1905429" y="80115"/>
                  <a:pt x="1904197" y="80115"/>
                </a:cubicBezTo>
                <a:cubicBezTo>
                  <a:pt x="1902473" y="80115"/>
                  <a:pt x="1900810" y="79910"/>
                  <a:pt x="1899209" y="79501"/>
                </a:cubicBezTo>
                <a:cubicBezTo>
                  <a:pt x="1897608" y="79090"/>
                  <a:pt x="1896191" y="78454"/>
                  <a:pt x="1894959" y="77593"/>
                </a:cubicBezTo>
                <a:cubicBezTo>
                  <a:pt x="1893728" y="76731"/>
                  <a:pt x="1892721" y="75623"/>
                  <a:pt x="1891941" y="74270"/>
                </a:cubicBezTo>
                <a:cubicBezTo>
                  <a:pt x="1891161" y="72917"/>
                  <a:pt x="1890772" y="71296"/>
                  <a:pt x="1890772" y="694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25E74-C3BF-4309-94AD-C1B0AD2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316" y="3722961"/>
            <a:ext cx="130036" cy="1801035"/>
          </a:xfrm>
          <a:custGeom xmlns:a="http://schemas.openxmlformats.org/drawingml/2006/main">
            <a:pathLst>
              <a:path w="130036" h="1801035">
                <a:moveTo>
                  <a:pt x="76494" y="0"/>
                </a:moveTo>
                <a:lnTo>
                  <a:pt x="53541" y="0"/>
                </a:lnTo>
                <a:lnTo>
                  <a:pt x="53541" y="1735810"/>
                </a:lnTo>
                <a:lnTo>
                  <a:pt x="21377" y="1680670"/>
                </a:lnTo>
                <a:lnTo>
                  <a:pt x="19709" y="1678467"/>
                </a:lnTo>
                <a:lnTo>
                  <a:pt x="17551" y="1676722"/>
                </a:lnTo>
                <a:lnTo>
                  <a:pt x="15042" y="1675544"/>
                </a:lnTo>
                <a:lnTo>
                  <a:pt x="12333" y="1675009"/>
                </a:lnTo>
                <a:lnTo>
                  <a:pt x="9564" y="1675131"/>
                </a:lnTo>
                <a:lnTo>
                  <a:pt x="6916" y="1675911"/>
                </a:lnTo>
                <a:lnTo>
                  <a:pt x="4529" y="1677304"/>
                </a:lnTo>
                <a:lnTo>
                  <a:pt x="2540" y="1679232"/>
                </a:lnTo>
                <a:lnTo>
                  <a:pt x="1071" y="1681573"/>
                </a:lnTo>
                <a:lnTo>
                  <a:pt x="214" y="1684205"/>
                </a:lnTo>
                <a:lnTo>
                  <a:pt x="0" y="1686959"/>
                </a:lnTo>
                <a:lnTo>
                  <a:pt x="459" y="1689683"/>
                </a:lnTo>
                <a:lnTo>
                  <a:pt x="1545" y="1692223"/>
                </a:lnTo>
                <a:lnTo>
                  <a:pt x="65018" y="1801035"/>
                </a:lnTo>
                <a:lnTo>
                  <a:pt x="128490" y="1692223"/>
                </a:lnTo>
                <a:lnTo>
                  <a:pt x="129577" y="1689683"/>
                </a:lnTo>
                <a:lnTo>
                  <a:pt x="130036" y="1686959"/>
                </a:lnTo>
                <a:lnTo>
                  <a:pt x="129837" y="1684205"/>
                </a:lnTo>
                <a:lnTo>
                  <a:pt x="128965" y="1681573"/>
                </a:lnTo>
                <a:lnTo>
                  <a:pt x="127496" y="1679232"/>
                </a:lnTo>
                <a:lnTo>
                  <a:pt x="125506" y="1677304"/>
                </a:lnTo>
                <a:lnTo>
                  <a:pt x="123119" y="1675911"/>
                </a:lnTo>
                <a:lnTo>
                  <a:pt x="120472" y="1675131"/>
                </a:lnTo>
                <a:lnTo>
                  <a:pt x="117702" y="1675009"/>
                </a:lnTo>
                <a:lnTo>
                  <a:pt x="114994" y="1675544"/>
                </a:lnTo>
                <a:lnTo>
                  <a:pt x="112484" y="1676722"/>
                </a:lnTo>
                <a:lnTo>
                  <a:pt x="110327" y="1678467"/>
                </a:lnTo>
                <a:lnTo>
                  <a:pt x="108659" y="1680670"/>
                </a:lnTo>
                <a:lnTo>
                  <a:pt x="76494" y="1735810"/>
                </a:lnTo>
                <a:lnTo>
                  <a:pt x="764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26763cf264ad4"/>
          <a:stretch xmlns:a="http://schemas.openxmlformats.org/drawingml/2006/main"/>
        </p:blipFill>
        <p:spPr>
          <a:xfrm xmlns:a="http://schemas.openxmlformats.org/drawingml/2006/main">
            <a:off x="1293513" y="3934893"/>
            <a:ext cx="809777" cy="809777"/>
          </a:xfrm>
          <a:prstGeom xmlns:a="http://schemas.openxmlformats.org/drawingml/2006/main" prst="rect">
            <a:avLst/>
          </a:prstGeom>
        </p:spPr>
      </p:pic>
      <p:sp>
        <p:nvSpPr>
          <p:cNvPr id="23" name="Text Label-specificSpider">
            <a:extLst xmlns:a="http://schemas.openxmlformats.org/drawingml/2006/main">
              <a:ext uri="{FF2B5EF4-FFF2-40B4-BE49-F238E27FC236}">
                <a16:creationId xmlns:a16="http://schemas.microsoft.com/office/drawing/2014/main" id="{03B7BE06-AB98-4E6A-8A43-4036D3BB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08" y="4776679"/>
            <a:ext cx="1228894" cy="112354"/>
          </a:xfrm>
          <a:custGeom xmlns:a="http://schemas.openxmlformats.org/drawingml/2006/main">
            <a:pathLst>
              <a:path w="1228894" h="112354">
                <a:moveTo>
                  <a:pt x="0" y="2165"/>
                </a:moveTo>
                <a:lnTo>
                  <a:pt x="0" y="90100"/>
                </a:lnTo>
                <a:lnTo>
                  <a:pt x="62207" y="90100"/>
                </a:lnTo>
                <a:lnTo>
                  <a:pt x="62207" y="73860"/>
                </a:lnTo>
                <a:lnTo>
                  <a:pt x="19339" y="73860"/>
                </a:lnTo>
                <a:lnTo>
                  <a:pt x="19339" y="2165"/>
                </a:lnTo>
                <a:lnTo>
                  <a:pt x="0" y="2165"/>
                </a:lnTo>
                <a:close/>
                <a:moveTo>
                  <a:pt x="70098" y="46001"/>
                </a:moveTo>
                <a:cubicBezTo>
                  <a:pt x="70343" y="41895"/>
                  <a:pt x="71370" y="38487"/>
                  <a:pt x="73177" y="35778"/>
                </a:cubicBezTo>
                <a:cubicBezTo>
                  <a:pt x="74983" y="33068"/>
                  <a:pt x="77283" y="30891"/>
                  <a:pt x="80075" y="29248"/>
                </a:cubicBezTo>
                <a:cubicBezTo>
                  <a:pt x="82866" y="27605"/>
                  <a:pt x="86007" y="26435"/>
                  <a:pt x="89497" y="25737"/>
                </a:cubicBezTo>
                <a:cubicBezTo>
                  <a:pt x="92988" y="25039"/>
                  <a:pt x="96499" y="24690"/>
                  <a:pt x="100030" y="24690"/>
                </a:cubicBezTo>
                <a:cubicBezTo>
                  <a:pt x="103233" y="24690"/>
                  <a:pt x="106477" y="24916"/>
                  <a:pt x="109761" y="25369"/>
                </a:cubicBezTo>
                <a:cubicBezTo>
                  <a:pt x="113046" y="25820"/>
                  <a:pt x="116044" y="26703"/>
                  <a:pt x="118753" y="28017"/>
                </a:cubicBezTo>
                <a:cubicBezTo>
                  <a:pt x="121463" y="29330"/>
                  <a:pt x="123680" y="31157"/>
                  <a:pt x="125405" y="33498"/>
                </a:cubicBezTo>
                <a:cubicBezTo>
                  <a:pt x="127130" y="35839"/>
                  <a:pt x="127993" y="38939"/>
                  <a:pt x="127993" y="42798"/>
                </a:cubicBezTo>
                <a:lnTo>
                  <a:pt x="127993" y="75933"/>
                </a:lnTo>
                <a:cubicBezTo>
                  <a:pt x="127993" y="78808"/>
                  <a:pt x="128157" y="81559"/>
                  <a:pt x="128485" y="84187"/>
                </a:cubicBezTo>
                <a:cubicBezTo>
                  <a:pt x="128813" y="86814"/>
                  <a:pt x="129388" y="88785"/>
                  <a:pt x="130209" y="90100"/>
                </a:cubicBezTo>
                <a:lnTo>
                  <a:pt x="112471" y="90100"/>
                </a:lnTo>
                <a:cubicBezTo>
                  <a:pt x="112143" y="89115"/>
                  <a:pt x="111876" y="88109"/>
                  <a:pt x="111670" y="87083"/>
                </a:cubicBezTo>
                <a:cubicBezTo>
                  <a:pt x="111465" y="86055"/>
                  <a:pt x="111321" y="85008"/>
                  <a:pt x="111240" y="83940"/>
                </a:cubicBezTo>
                <a:cubicBezTo>
                  <a:pt x="108448" y="86815"/>
                  <a:pt x="105163" y="88827"/>
                  <a:pt x="101385" y="89978"/>
                </a:cubicBezTo>
                <a:cubicBezTo>
                  <a:pt x="97607" y="91127"/>
                  <a:pt x="93747" y="91701"/>
                  <a:pt x="89805" y="91701"/>
                </a:cubicBezTo>
                <a:cubicBezTo>
                  <a:pt x="86768" y="91701"/>
                  <a:pt x="83935" y="91331"/>
                  <a:pt x="81306" y="90592"/>
                </a:cubicBezTo>
                <a:cubicBezTo>
                  <a:pt x="78678" y="89853"/>
                  <a:pt x="76379" y="88703"/>
                  <a:pt x="74408" y="87143"/>
                </a:cubicBezTo>
                <a:cubicBezTo>
                  <a:pt x="72438" y="85583"/>
                  <a:pt x="70899" y="83613"/>
                  <a:pt x="69790" y="81232"/>
                </a:cubicBezTo>
                <a:cubicBezTo>
                  <a:pt x="68681" y="78850"/>
                  <a:pt x="68126" y="76016"/>
                  <a:pt x="68126" y="72730"/>
                </a:cubicBezTo>
                <a:cubicBezTo>
                  <a:pt x="68126" y="69118"/>
                  <a:pt x="68763" y="66141"/>
                  <a:pt x="70036" y="63801"/>
                </a:cubicBezTo>
                <a:cubicBezTo>
                  <a:pt x="71309" y="61460"/>
                  <a:pt x="72951" y="59592"/>
                  <a:pt x="74962" y="58196"/>
                </a:cubicBezTo>
                <a:cubicBezTo>
                  <a:pt x="76975" y="56800"/>
                  <a:pt x="79274" y="55753"/>
                  <a:pt x="81860" y="55055"/>
                </a:cubicBezTo>
                <a:cubicBezTo>
                  <a:pt x="84448" y="54357"/>
                  <a:pt x="87055" y="53803"/>
                  <a:pt x="89683" y="53393"/>
                </a:cubicBezTo>
                <a:cubicBezTo>
                  <a:pt x="92311" y="52982"/>
                  <a:pt x="94897" y="52653"/>
                  <a:pt x="97442" y="52407"/>
                </a:cubicBezTo>
                <a:cubicBezTo>
                  <a:pt x="99988" y="52160"/>
                  <a:pt x="102247" y="51790"/>
                  <a:pt x="104218" y="51298"/>
                </a:cubicBezTo>
                <a:cubicBezTo>
                  <a:pt x="106189" y="50805"/>
                  <a:pt x="107749" y="50087"/>
                  <a:pt x="108898" y="49144"/>
                </a:cubicBezTo>
                <a:cubicBezTo>
                  <a:pt x="110048" y="48199"/>
                  <a:pt x="110583" y="46823"/>
                  <a:pt x="110501" y="45016"/>
                </a:cubicBezTo>
                <a:cubicBezTo>
                  <a:pt x="110501" y="43126"/>
                  <a:pt x="110193" y="41628"/>
                  <a:pt x="109577" y="40520"/>
                </a:cubicBezTo>
                <a:cubicBezTo>
                  <a:pt x="108960" y="39411"/>
                  <a:pt x="108139" y="38549"/>
                  <a:pt x="107112" y="37934"/>
                </a:cubicBezTo>
                <a:cubicBezTo>
                  <a:pt x="106086" y="37317"/>
                  <a:pt x="104895" y="36906"/>
                  <a:pt x="103539" y="36701"/>
                </a:cubicBezTo>
                <a:cubicBezTo>
                  <a:pt x="102185" y="36495"/>
                  <a:pt x="100728" y="36392"/>
                  <a:pt x="99167" y="36392"/>
                </a:cubicBezTo>
                <a:cubicBezTo>
                  <a:pt x="95719" y="36392"/>
                  <a:pt x="93009" y="37132"/>
                  <a:pt x="91038" y="38610"/>
                </a:cubicBezTo>
                <a:cubicBezTo>
                  <a:pt x="89067" y="40089"/>
                  <a:pt x="87918" y="42553"/>
                  <a:pt x="87589" y="46001"/>
                </a:cubicBezTo>
                <a:lnTo>
                  <a:pt x="70098" y="46001"/>
                </a:lnTo>
                <a:moveTo>
                  <a:pt x="110501" y="58934"/>
                </a:moveTo>
                <a:cubicBezTo>
                  <a:pt x="109762" y="59592"/>
                  <a:pt x="108838" y="60106"/>
                  <a:pt x="107729" y="60476"/>
                </a:cubicBezTo>
                <a:cubicBezTo>
                  <a:pt x="106620" y="60845"/>
                  <a:pt x="105429" y="61154"/>
                  <a:pt x="104156" y="61400"/>
                </a:cubicBezTo>
                <a:cubicBezTo>
                  <a:pt x="102884" y="61646"/>
                  <a:pt x="101550" y="61851"/>
                  <a:pt x="100152" y="62015"/>
                </a:cubicBezTo>
                <a:cubicBezTo>
                  <a:pt x="98756" y="62179"/>
                  <a:pt x="97361" y="62384"/>
                  <a:pt x="95965" y="62630"/>
                </a:cubicBezTo>
                <a:cubicBezTo>
                  <a:pt x="94651" y="62876"/>
                  <a:pt x="93358" y="63205"/>
                  <a:pt x="92085" y="63616"/>
                </a:cubicBezTo>
                <a:cubicBezTo>
                  <a:pt x="90812" y="64026"/>
                  <a:pt x="89703" y="64581"/>
                  <a:pt x="88758" y="65280"/>
                </a:cubicBezTo>
                <a:cubicBezTo>
                  <a:pt x="87815" y="65978"/>
                  <a:pt x="87055" y="66861"/>
                  <a:pt x="86480" y="67928"/>
                </a:cubicBezTo>
                <a:cubicBezTo>
                  <a:pt x="85905" y="68995"/>
                  <a:pt x="85618" y="70349"/>
                  <a:pt x="85618" y="71992"/>
                </a:cubicBezTo>
                <a:cubicBezTo>
                  <a:pt x="85618" y="73552"/>
                  <a:pt x="85905" y="74866"/>
                  <a:pt x="86480" y="75933"/>
                </a:cubicBezTo>
                <a:cubicBezTo>
                  <a:pt x="87055" y="77001"/>
                  <a:pt x="87835" y="77843"/>
                  <a:pt x="88820" y="78459"/>
                </a:cubicBezTo>
                <a:cubicBezTo>
                  <a:pt x="89806" y="79075"/>
                  <a:pt x="90956" y="79506"/>
                  <a:pt x="92269" y="79753"/>
                </a:cubicBezTo>
                <a:cubicBezTo>
                  <a:pt x="93584" y="79999"/>
                  <a:pt x="94939" y="80123"/>
                  <a:pt x="96335" y="80123"/>
                </a:cubicBezTo>
                <a:cubicBezTo>
                  <a:pt x="99783" y="80123"/>
                  <a:pt x="102452" y="79548"/>
                  <a:pt x="104340" y="78399"/>
                </a:cubicBezTo>
                <a:cubicBezTo>
                  <a:pt x="106230" y="77249"/>
                  <a:pt x="107626" y="75873"/>
                  <a:pt x="108530" y="74272"/>
                </a:cubicBezTo>
                <a:cubicBezTo>
                  <a:pt x="109433" y="72670"/>
                  <a:pt x="109988" y="71048"/>
                  <a:pt x="110193" y="69406"/>
                </a:cubicBezTo>
                <a:cubicBezTo>
                  <a:pt x="110399" y="67763"/>
                  <a:pt x="110501" y="66449"/>
                  <a:pt x="110501" y="65464"/>
                </a:cubicBezTo>
                <a:lnTo>
                  <a:pt x="110501" y="58934"/>
                </a:lnTo>
                <a:close/>
                <a:moveTo>
                  <a:pt x="187910" y="58344"/>
                </a:moveTo>
                <a:cubicBezTo>
                  <a:pt x="187910" y="60972"/>
                  <a:pt x="187623" y="63518"/>
                  <a:pt x="187048" y="65983"/>
                </a:cubicBezTo>
                <a:cubicBezTo>
                  <a:pt x="186472" y="68446"/>
                  <a:pt x="185569" y="70623"/>
                  <a:pt x="184337" y="72512"/>
                </a:cubicBezTo>
                <a:cubicBezTo>
                  <a:pt x="183106" y="74401"/>
                  <a:pt x="181566" y="75899"/>
                  <a:pt x="179717" y="77008"/>
                </a:cubicBezTo>
                <a:cubicBezTo>
                  <a:pt x="177870" y="78117"/>
                  <a:pt x="175633" y="78672"/>
                  <a:pt x="173005" y="78672"/>
                </a:cubicBezTo>
                <a:cubicBezTo>
                  <a:pt x="170459" y="78672"/>
                  <a:pt x="168242" y="78117"/>
                  <a:pt x="166353" y="77008"/>
                </a:cubicBezTo>
                <a:cubicBezTo>
                  <a:pt x="164465" y="75899"/>
                  <a:pt x="162905" y="74401"/>
                  <a:pt x="161673" y="72512"/>
                </a:cubicBezTo>
                <a:cubicBezTo>
                  <a:pt x="160441" y="70623"/>
                  <a:pt x="159538" y="68446"/>
                  <a:pt x="158963" y="65983"/>
                </a:cubicBezTo>
                <a:cubicBezTo>
                  <a:pt x="158388" y="63518"/>
                  <a:pt x="158100" y="60972"/>
                  <a:pt x="158100" y="58344"/>
                </a:cubicBezTo>
                <a:cubicBezTo>
                  <a:pt x="158100" y="55634"/>
                  <a:pt x="158388" y="53047"/>
                  <a:pt x="158963" y="50583"/>
                </a:cubicBezTo>
                <a:cubicBezTo>
                  <a:pt x="159538" y="48119"/>
                  <a:pt x="160441" y="45942"/>
                  <a:pt x="161673" y="44054"/>
                </a:cubicBezTo>
                <a:cubicBezTo>
                  <a:pt x="162905" y="42164"/>
                  <a:pt x="164465" y="40665"/>
                  <a:pt x="166353" y="39556"/>
                </a:cubicBezTo>
                <a:cubicBezTo>
                  <a:pt x="168242" y="38447"/>
                  <a:pt x="170459" y="37892"/>
                  <a:pt x="173005" y="37892"/>
                </a:cubicBezTo>
                <a:cubicBezTo>
                  <a:pt x="175633" y="37892"/>
                  <a:pt x="177870" y="38447"/>
                  <a:pt x="179717" y="39556"/>
                </a:cubicBezTo>
                <a:cubicBezTo>
                  <a:pt x="181566" y="40665"/>
                  <a:pt x="183106" y="42164"/>
                  <a:pt x="184337" y="44054"/>
                </a:cubicBezTo>
                <a:cubicBezTo>
                  <a:pt x="185569" y="45942"/>
                  <a:pt x="186472" y="48119"/>
                  <a:pt x="187048" y="50583"/>
                </a:cubicBezTo>
                <a:cubicBezTo>
                  <a:pt x="187623" y="53047"/>
                  <a:pt x="187910" y="55634"/>
                  <a:pt x="187910" y="58344"/>
                </a:cubicBezTo>
                <a:moveTo>
                  <a:pt x="141225" y="2165"/>
                </a:moveTo>
                <a:lnTo>
                  <a:pt x="141225" y="90141"/>
                </a:lnTo>
                <a:lnTo>
                  <a:pt x="157854" y="90141"/>
                </a:lnTo>
                <a:lnTo>
                  <a:pt x="157854" y="82012"/>
                </a:lnTo>
                <a:lnTo>
                  <a:pt x="158100" y="82012"/>
                </a:lnTo>
                <a:cubicBezTo>
                  <a:pt x="159989" y="85558"/>
                  <a:pt x="162780" y="88074"/>
                  <a:pt x="166476" y="89558"/>
                </a:cubicBezTo>
                <a:cubicBezTo>
                  <a:pt x="170172" y="91042"/>
                  <a:pt x="174360" y="91784"/>
                  <a:pt x="179041" y="91784"/>
                </a:cubicBezTo>
                <a:cubicBezTo>
                  <a:pt x="182243" y="91784"/>
                  <a:pt x="185405" y="91126"/>
                  <a:pt x="188525" y="89810"/>
                </a:cubicBezTo>
                <a:cubicBezTo>
                  <a:pt x="191646" y="88493"/>
                  <a:pt x="194459" y="86478"/>
                  <a:pt x="196964" y="83764"/>
                </a:cubicBezTo>
                <a:cubicBezTo>
                  <a:pt x="199469" y="81050"/>
                  <a:pt x="201502" y="77574"/>
                  <a:pt x="203062" y="73338"/>
                </a:cubicBezTo>
                <a:cubicBezTo>
                  <a:pt x="204622" y="69101"/>
                  <a:pt x="205402" y="64062"/>
                  <a:pt x="205402" y="58222"/>
                </a:cubicBezTo>
                <a:cubicBezTo>
                  <a:pt x="205402" y="52381"/>
                  <a:pt x="204622" y="47343"/>
                  <a:pt x="203062" y="43106"/>
                </a:cubicBezTo>
                <a:cubicBezTo>
                  <a:pt x="201502" y="38870"/>
                  <a:pt x="199469" y="35394"/>
                  <a:pt x="196964" y="32680"/>
                </a:cubicBezTo>
                <a:cubicBezTo>
                  <a:pt x="194459" y="29966"/>
                  <a:pt x="191646" y="27951"/>
                  <a:pt x="188525" y="26636"/>
                </a:cubicBezTo>
                <a:cubicBezTo>
                  <a:pt x="185405" y="25319"/>
                  <a:pt x="182243" y="24660"/>
                  <a:pt x="179041" y="24660"/>
                </a:cubicBezTo>
                <a:cubicBezTo>
                  <a:pt x="175100" y="24660"/>
                  <a:pt x="171302" y="25423"/>
                  <a:pt x="167647" y="26948"/>
                </a:cubicBezTo>
                <a:cubicBezTo>
                  <a:pt x="163993" y="28473"/>
                  <a:pt x="161098" y="30884"/>
                  <a:pt x="158963" y="34182"/>
                </a:cubicBezTo>
                <a:lnTo>
                  <a:pt x="158717" y="34182"/>
                </a:lnTo>
                <a:lnTo>
                  <a:pt x="158717" y="2165"/>
                </a:lnTo>
                <a:lnTo>
                  <a:pt x="141225" y="2165"/>
                </a:lnTo>
                <a:close/>
                <a:moveTo>
                  <a:pt x="259070" y="51486"/>
                </a:moveTo>
                <a:lnTo>
                  <a:pt x="230617" y="51486"/>
                </a:lnTo>
                <a:cubicBezTo>
                  <a:pt x="230699" y="50250"/>
                  <a:pt x="230965" y="48850"/>
                  <a:pt x="231416" y="47285"/>
                </a:cubicBezTo>
                <a:cubicBezTo>
                  <a:pt x="231868" y="45718"/>
                  <a:pt x="232649" y="44235"/>
                  <a:pt x="233758" y="42836"/>
                </a:cubicBezTo>
                <a:cubicBezTo>
                  <a:pt x="234867" y="41435"/>
                  <a:pt x="236345" y="40261"/>
                  <a:pt x="238192" y="39313"/>
                </a:cubicBezTo>
                <a:cubicBezTo>
                  <a:pt x="240040" y="38366"/>
                  <a:pt x="242360" y="37892"/>
                  <a:pt x="245152" y="37892"/>
                </a:cubicBezTo>
                <a:cubicBezTo>
                  <a:pt x="249423" y="37892"/>
                  <a:pt x="252605" y="39046"/>
                  <a:pt x="254699" y="41353"/>
                </a:cubicBezTo>
                <a:cubicBezTo>
                  <a:pt x="256792" y="43660"/>
                  <a:pt x="258250" y="47037"/>
                  <a:pt x="259070" y="51486"/>
                </a:cubicBezTo>
                <a:moveTo>
                  <a:pt x="230617" y="62553"/>
                </a:moveTo>
                <a:lnTo>
                  <a:pt x="276564" y="62553"/>
                </a:lnTo>
                <a:cubicBezTo>
                  <a:pt x="276892" y="57616"/>
                  <a:pt x="276481" y="52884"/>
                  <a:pt x="275331" y="48358"/>
                </a:cubicBezTo>
                <a:cubicBezTo>
                  <a:pt x="274182" y="43832"/>
                  <a:pt x="272313" y="39800"/>
                  <a:pt x="269726" y="36263"/>
                </a:cubicBezTo>
                <a:cubicBezTo>
                  <a:pt x="267139" y="32724"/>
                  <a:pt x="263834" y="29906"/>
                  <a:pt x="259809" y="27808"/>
                </a:cubicBezTo>
                <a:cubicBezTo>
                  <a:pt x="255786" y="25710"/>
                  <a:pt x="251064" y="24660"/>
                  <a:pt x="245645" y="24660"/>
                </a:cubicBezTo>
                <a:cubicBezTo>
                  <a:pt x="240799" y="24660"/>
                  <a:pt x="236385" y="25524"/>
                  <a:pt x="232403" y="27252"/>
                </a:cubicBezTo>
                <a:cubicBezTo>
                  <a:pt x="228421" y="28979"/>
                  <a:pt x="224992" y="31343"/>
                  <a:pt x="222118" y="34346"/>
                </a:cubicBezTo>
                <a:cubicBezTo>
                  <a:pt x="219243" y="37348"/>
                  <a:pt x="217026" y="40906"/>
                  <a:pt x="215466" y="45020"/>
                </a:cubicBezTo>
                <a:cubicBezTo>
                  <a:pt x="213906" y="49132"/>
                  <a:pt x="213126" y="53574"/>
                  <a:pt x="213126" y="58346"/>
                </a:cubicBezTo>
                <a:cubicBezTo>
                  <a:pt x="213126" y="63281"/>
                  <a:pt x="213885" y="67805"/>
                  <a:pt x="215404" y="71919"/>
                </a:cubicBezTo>
                <a:cubicBezTo>
                  <a:pt x="216924" y="76031"/>
                  <a:pt x="219080" y="79568"/>
                  <a:pt x="221872" y="82531"/>
                </a:cubicBezTo>
                <a:cubicBezTo>
                  <a:pt x="224663" y="85492"/>
                  <a:pt x="228071" y="87774"/>
                  <a:pt x="232095" y="89378"/>
                </a:cubicBezTo>
                <a:cubicBezTo>
                  <a:pt x="236118" y="90982"/>
                  <a:pt x="240635" y="91784"/>
                  <a:pt x="245645" y="91784"/>
                </a:cubicBezTo>
                <a:cubicBezTo>
                  <a:pt x="252871" y="91784"/>
                  <a:pt x="259030" y="90143"/>
                  <a:pt x="264121" y="86861"/>
                </a:cubicBezTo>
                <a:cubicBezTo>
                  <a:pt x="269213" y="83579"/>
                  <a:pt x="272991" y="78123"/>
                  <a:pt x="275455" y="70492"/>
                </a:cubicBezTo>
                <a:lnTo>
                  <a:pt x="260057" y="70492"/>
                </a:lnTo>
                <a:cubicBezTo>
                  <a:pt x="259482" y="72445"/>
                  <a:pt x="257921" y="74297"/>
                  <a:pt x="255375" y="76048"/>
                </a:cubicBezTo>
                <a:cubicBezTo>
                  <a:pt x="252830" y="77797"/>
                  <a:pt x="249792" y="78672"/>
                  <a:pt x="246261" y="78672"/>
                </a:cubicBezTo>
                <a:cubicBezTo>
                  <a:pt x="241334" y="78672"/>
                  <a:pt x="237556" y="77401"/>
                  <a:pt x="234927" y="74858"/>
                </a:cubicBezTo>
                <a:cubicBezTo>
                  <a:pt x="232300" y="72314"/>
                  <a:pt x="230863" y="68213"/>
                  <a:pt x="230617" y="62553"/>
                </a:cubicBezTo>
                <a:close/>
                <a:moveTo>
                  <a:pt x="287086" y="2165"/>
                </a:moveTo>
                <a:lnTo>
                  <a:pt x="287086" y="90100"/>
                </a:lnTo>
                <a:lnTo>
                  <a:pt x="304577" y="90100"/>
                </a:lnTo>
                <a:lnTo>
                  <a:pt x="304577" y="2165"/>
                </a:lnTo>
                <a:lnTo>
                  <a:pt x="287086" y="2165"/>
                </a:lnTo>
                <a:close/>
                <a:moveTo>
                  <a:pt x="317838" y="48959"/>
                </a:moveTo>
                <a:lnTo>
                  <a:pt x="317838" y="63996"/>
                </a:lnTo>
                <a:lnTo>
                  <a:pt x="354917" y="63996"/>
                </a:lnTo>
                <a:lnTo>
                  <a:pt x="354917" y="48959"/>
                </a:lnTo>
                <a:lnTo>
                  <a:pt x="317838" y="48959"/>
                </a:lnTo>
                <a:close/>
                <a:moveTo>
                  <a:pt x="381243" y="69409"/>
                </a:moveTo>
                <a:lnTo>
                  <a:pt x="364615" y="69409"/>
                </a:lnTo>
                <a:cubicBezTo>
                  <a:pt x="364779" y="73672"/>
                  <a:pt x="365744" y="77218"/>
                  <a:pt x="367509" y="80046"/>
                </a:cubicBezTo>
                <a:cubicBezTo>
                  <a:pt x="369275" y="82873"/>
                  <a:pt x="371533" y="85147"/>
                  <a:pt x="374283" y="86869"/>
                </a:cubicBezTo>
                <a:cubicBezTo>
                  <a:pt x="377035" y="88590"/>
                  <a:pt x="380176" y="89820"/>
                  <a:pt x="383708" y="90556"/>
                </a:cubicBezTo>
                <a:cubicBezTo>
                  <a:pt x="387239" y="91295"/>
                  <a:pt x="390852" y="91664"/>
                  <a:pt x="394547" y="91664"/>
                </a:cubicBezTo>
                <a:cubicBezTo>
                  <a:pt x="398160" y="91664"/>
                  <a:pt x="401711" y="91314"/>
                  <a:pt x="405201" y="90615"/>
                </a:cubicBezTo>
                <a:cubicBezTo>
                  <a:pt x="408692" y="89917"/>
                  <a:pt x="411792" y="88705"/>
                  <a:pt x="414501" y="86980"/>
                </a:cubicBezTo>
                <a:cubicBezTo>
                  <a:pt x="417211" y="85254"/>
                  <a:pt x="419408" y="82974"/>
                  <a:pt x="421091" y="80140"/>
                </a:cubicBezTo>
                <a:cubicBezTo>
                  <a:pt x="422775" y="77305"/>
                  <a:pt x="423617" y="73793"/>
                  <a:pt x="423617" y="69603"/>
                </a:cubicBezTo>
                <a:cubicBezTo>
                  <a:pt x="423617" y="66646"/>
                  <a:pt x="423042" y="64161"/>
                  <a:pt x="421891" y="62148"/>
                </a:cubicBezTo>
                <a:cubicBezTo>
                  <a:pt x="420742" y="60135"/>
                  <a:pt x="419223" y="58450"/>
                  <a:pt x="417333" y="57094"/>
                </a:cubicBezTo>
                <a:cubicBezTo>
                  <a:pt x="415445" y="55738"/>
                  <a:pt x="413290" y="54650"/>
                  <a:pt x="410868" y="53829"/>
                </a:cubicBezTo>
                <a:cubicBezTo>
                  <a:pt x="408445" y="53007"/>
                  <a:pt x="405961" y="52309"/>
                  <a:pt x="403415" y="51734"/>
                </a:cubicBezTo>
                <a:cubicBezTo>
                  <a:pt x="400952" y="51159"/>
                  <a:pt x="398529" y="50625"/>
                  <a:pt x="396147" y="50132"/>
                </a:cubicBezTo>
                <a:cubicBezTo>
                  <a:pt x="393766" y="49639"/>
                  <a:pt x="391651" y="49084"/>
                  <a:pt x="389803" y="48469"/>
                </a:cubicBezTo>
                <a:cubicBezTo>
                  <a:pt x="387956" y="47852"/>
                  <a:pt x="386457" y="47051"/>
                  <a:pt x="385307" y="46065"/>
                </a:cubicBezTo>
                <a:cubicBezTo>
                  <a:pt x="384158" y="45079"/>
                  <a:pt x="383584" y="43805"/>
                  <a:pt x="383584" y="42244"/>
                </a:cubicBezTo>
                <a:cubicBezTo>
                  <a:pt x="383584" y="40929"/>
                  <a:pt x="383912" y="39882"/>
                  <a:pt x="384568" y="39101"/>
                </a:cubicBezTo>
                <a:cubicBezTo>
                  <a:pt x="385226" y="38320"/>
                  <a:pt x="386027" y="37725"/>
                  <a:pt x="386971" y="37315"/>
                </a:cubicBezTo>
                <a:cubicBezTo>
                  <a:pt x="387915" y="36904"/>
                  <a:pt x="388962" y="36637"/>
                  <a:pt x="390111" y="36515"/>
                </a:cubicBezTo>
                <a:cubicBezTo>
                  <a:pt x="391262" y="36391"/>
                  <a:pt x="392329" y="36329"/>
                  <a:pt x="393314" y="36329"/>
                </a:cubicBezTo>
                <a:cubicBezTo>
                  <a:pt x="396434" y="36329"/>
                  <a:pt x="399144" y="36927"/>
                  <a:pt x="401443" y="38124"/>
                </a:cubicBezTo>
                <a:cubicBezTo>
                  <a:pt x="403743" y="39319"/>
                  <a:pt x="405016" y="41608"/>
                  <a:pt x="405263" y="44990"/>
                </a:cubicBezTo>
                <a:lnTo>
                  <a:pt x="421893" y="44990"/>
                </a:lnTo>
                <a:cubicBezTo>
                  <a:pt x="421565" y="41048"/>
                  <a:pt x="420559" y="37783"/>
                  <a:pt x="418875" y="35195"/>
                </a:cubicBezTo>
                <a:cubicBezTo>
                  <a:pt x="417192" y="32608"/>
                  <a:pt x="415077" y="30534"/>
                  <a:pt x="412531" y="28974"/>
                </a:cubicBezTo>
                <a:cubicBezTo>
                  <a:pt x="409986" y="27412"/>
                  <a:pt x="407092" y="26304"/>
                  <a:pt x="403847" y="25647"/>
                </a:cubicBezTo>
                <a:cubicBezTo>
                  <a:pt x="400603" y="24989"/>
                  <a:pt x="397257" y="24660"/>
                  <a:pt x="393808" y="24660"/>
                </a:cubicBezTo>
                <a:cubicBezTo>
                  <a:pt x="390359" y="24660"/>
                  <a:pt x="386991" y="24968"/>
                  <a:pt x="383706" y="25585"/>
                </a:cubicBezTo>
                <a:cubicBezTo>
                  <a:pt x="380421" y="26200"/>
                  <a:pt x="377466" y="27268"/>
                  <a:pt x="374838" y="28788"/>
                </a:cubicBezTo>
                <a:cubicBezTo>
                  <a:pt x="372210" y="30308"/>
                  <a:pt x="370096" y="32382"/>
                  <a:pt x="368494" y="35011"/>
                </a:cubicBezTo>
                <a:cubicBezTo>
                  <a:pt x="366893" y="37640"/>
                  <a:pt x="366092" y="41009"/>
                  <a:pt x="366092" y="45118"/>
                </a:cubicBezTo>
                <a:cubicBezTo>
                  <a:pt x="366092" y="47911"/>
                  <a:pt x="366667" y="50273"/>
                  <a:pt x="367816" y="52204"/>
                </a:cubicBezTo>
                <a:cubicBezTo>
                  <a:pt x="368966" y="54133"/>
                  <a:pt x="370485" y="55735"/>
                  <a:pt x="372374" y="57010"/>
                </a:cubicBezTo>
                <a:cubicBezTo>
                  <a:pt x="374263" y="58283"/>
                  <a:pt x="376419" y="59310"/>
                  <a:pt x="378841" y="60090"/>
                </a:cubicBezTo>
                <a:cubicBezTo>
                  <a:pt x="381264" y="60871"/>
                  <a:pt x="383748" y="61549"/>
                  <a:pt x="386294" y="62124"/>
                </a:cubicBezTo>
                <a:cubicBezTo>
                  <a:pt x="392534" y="63438"/>
                  <a:pt x="397399" y="64753"/>
                  <a:pt x="400889" y="66067"/>
                </a:cubicBezTo>
                <a:cubicBezTo>
                  <a:pt x="404380" y="67382"/>
                  <a:pt x="406125" y="69354"/>
                  <a:pt x="406125" y="71982"/>
                </a:cubicBezTo>
                <a:cubicBezTo>
                  <a:pt x="406125" y="73542"/>
                  <a:pt x="405756" y="74836"/>
                  <a:pt x="405016" y="75864"/>
                </a:cubicBezTo>
                <a:cubicBezTo>
                  <a:pt x="404277" y="76891"/>
                  <a:pt x="403353" y="77713"/>
                  <a:pt x="402244" y="78330"/>
                </a:cubicBezTo>
                <a:cubicBezTo>
                  <a:pt x="401136" y="78945"/>
                  <a:pt x="399905" y="79397"/>
                  <a:pt x="398549" y="79685"/>
                </a:cubicBezTo>
                <a:cubicBezTo>
                  <a:pt x="397194" y="79972"/>
                  <a:pt x="395901" y="80115"/>
                  <a:pt x="394669" y="80115"/>
                </a:cubicBezTo>
                <a:cubicBezTo>
                  <a:pt x="392945" y="80115"/>
                  <a:pt x="391282" y="79910"/>
                  <a:pt x="389681" y="79501"/>
                </a:cubicBezTo>
                <a:cubicBezTo>
                  <a:pt x="388080" y="79090"/>
                  <a:pt x="386663" y="78454"/>
                  <a:pt x="385431" y="77593"/>
                </a:cubicBezTo>
                <a:cubicBezTo>
                  <a:pt x="384199" y="76731"/>
                  <a:pt x="383193" y="75623"/>
                  <a:pt x="382413" y="74270"/>
                </a:cubicBezTo>
                <a:cubicBezTo>
                  <a:pt x="381633" y="72917"/>
                  <a:pt x="381243" y="71296"/>
                  <a:pt x="381243" y="69409"/>
                </a:cubicBezTo>
                <a:close/>
                <a:moveTo>
                  <a:pt x="465642" y="78672"/>
                </a:moveTo>
                <a:cubicBezTo>
                  <a:pt x="462849" y="78672"/>
                  <a:pt x="460467" y="78097"/>
                  <a:pt x="458496" y="76948"/>
                </a:cubicBezTo>
                <a:cubicBezTo>
                  <a:pt x="456526" y="75798"/>
                  <a:pt x="454945" y="74299"/>
                  <a:pt x="453754" y="72450"/>
                </a:cubicBezTo>
                <a:cubicBezTo>
                  <a:pt x="452563" y="70602"/>
                  <a:pt x="451701" y="68446"/>
                  <a:pt x="451167" y="65983"/>
                </a:cubicBezTo>
                <a:cubicBezTo>
                  <a:pt x="450634" y="63518"/>
                  <a:pt x="450367" y="61013"/>
                  <a:pt x="450367" y="58466"/>
                </a:cubicBezTo>
                <a:cubicBezTo>
                  <a:pt x="450367" y="55839"/>
                  <a:pt x="450613" y="53293"/>
                  <a:pt x="451105" y="50830"/>
                </a:cubicBezTo>
                <a:cubicBezTo>
                  <a:pt x="451598" y="48365"/>
                  <a:pt x="452439" y="46188"/>
                  <a:pt x="453630" y="44300"/>
                </a:cubicBezTo>
                <a:cubicBezTo>
                  <a:pt x="454821" y="42410"/>
                  <a:pt x="456382" y="40870"/>
                  <a:pt x="458312" y="39680"/>
                </a:cubicBezTo>
                <a:cubicBezTo>
                  <a:pt x="460242" y="38488"/>
                  <a:pt x="462644" y="37892"/>
                  <a:pt x="465518" y="37892"/>
                </a:cubicBezTo>
                <a:cubicBezTo>
                  <a:pt x="468311" y="37892"/>
                  <a:pt x="470673" y="38488"/>
                  <a:pt x="472602" y="39680"/>
                </a:cubicBezTo>
                <a:cubicBezTo>
                  <a:pt x="474532" y="40870"/>
                  <a:pt x="476113" y="42431"/>
                  <a:pt x="477344" y="44362"/>
                </a:cubicBezTo>
                <a:cubicBezTo>
                  <a:pt x="478576" y="46292"/>
                  <a:pt x="479459" y="48488"/>
                  <a:pt x="479993" y="50952"/>
                </a:cubicBezTo>
                <a:cubicBezTo>
                  <a:pt x="480527" y="53415"/>
                  <a:pt x="480793" y="55920"/>
                  <a:pt x="480793" y="58466"/>
                </a:cubicBezTo>
                <a:cubicBezTo>
                  <a:pt x="480793" y="61013"/>
                  <a:pt x="480547" y="63518"/>
                  <a:pt x="480055" y="65983"/>
                </a:cubicBezTo>
                <a:cubicBezTo>
                  <a:pt x="479562" y="68446"/>
                  <a:pt x="478720" y="70602"/>
                  <a:pt x="477529" y="72450"/>
                </a:cubicBezTo>
                <a:cubicBezTo>
                  <a:pt x="476338" y="74299"/>
                  <a:pt x="474778" y="75798"/>
                  <a:pt x="472848" y="76948"/>
                </a:cubicBezTo>
                <a:cubicBezTo>
                  <a:pt x="470919" y="78097"/>
                  <a:pt x="468517" y="78672"/>
                  <a:pt x="465642" y="78672"/>
                </a:cubicBezTo>
                <a:moveTo>
                  <a:pt x="433492" y="26425"/>
                </a:moveTo>
                <a:lnTo>
                  <a:pt x="433492" y="112354"/>
                </a:lnTo>
                <a:lnTo>
                  <a:pt x="450983" y="112354"/>
                </a:lnTo>
                <a:lnTo>
                  <a:pt x="450983" y="82260"/>
                </a:lnTo>
                <a:lnTo>
                  <a:pt x="451230" y="82260"/>
                </a:lnTo>
                <a:cubicBezTo>
                  <a:pt x="453365" y="85394"/>
                  <a:pt x="456095" y="87765"/>
                  <a:pt x="459421" y="89372"/>
                </a:cubicBezTo>
                <a:cubicBezTo>
                  <a:pt x="462746" y="90980"/>
                  <a:pt x="466380" y="91784"/>
                  <a:pt x="470322" y="91784"/>
                </a:cubicBezTo>
                <a:cubicBezTo>
                  <a:pt x="475004" y="91784"/>
                  <a:pt x="479089" y="90879"/>
                  <a:pt x="482579" y="89070"/>
                </a:cubicBezTo>
                <a:cubicBezTo>
                  <a:pt x="486069" y="87260"/>
                  <a:pt x="488984" y="84834"/>
                  <a:pt x="491325" y="81790"/>
                </a:cubicBezTo>
                <a:cubicBezTo>
                  <a:pt x="493666" y="78746"/>
                  <a:pt x="495410" y="75250"/>
                  <a:pt x="496559" y="71302"/>
                </a:cubicBezTo>
                <a:cubicBezTo>
                  <a:pt x="497710" y="67354"/>
                  <a:pt x="498285" y="63240"/>
                  <a:pt x="498285" y="58963"/>
                </a:cubicBezTo>
                <a:cubicBezTo>
                  <a:pt x="498285" y="54438"/>
                  <a:pt x="497710" y="50098"/>
                  <a:pt x="496559" y="45945"/>
                </a:cubicBezTo>
                <a:cubicBezTo>
                  <a:pt x="495410" y="41791"/>
                  <a:pt x="493645" y="38151"/>
                  <a:pt x="491263" y="35026"/>
                </a:cubicBezTo>
                <a:cubicBezTo>
                  <a:pt x="488882" y="31900"/>
                  <a:pt x="485885" y="29390"/>
                  <a:pt x="482271" y="27498"/>
                </a:cubicBezTo>
                <a:cubicBezTo>
                  <a:pt x="478658" y="25606"/>
                  <a:pt x="474347" y="24660"/>
                  <a:pt x="469337" y="24660"/>
                </a:cubicBezTo>
                <a:cubicBezTo>
                  <a:pt x="465395" y="24660"/>
                  <a:pt x="461782" y="25443"/>
                  <a:pt x="458496" y="27010"/>
                </a:cubicBezTo>
                <a:cubicBezTo>
                  <a:pt x="455212" y="28576"/>
                  <a:pt x="452502" y="31091"/>
                  <a:pt x="450367" y="34554"/>
                </a:cubicBezTo>
                <a:lnTo>
                  <a:pt x="450121" y="34554"/>
                </a:lnTo>
                <a:lnTo>
                  <a:pt x="450121" y="26425"/>
                </a:lnTo>
                <a:lnTo>
                  <a:pt x="433492" y="26425"/>
                </a:lnTo>
                <a:close/>
                <a:moveTo>
                  <a:pt x="551337" y="51486"/>
                </a:moveTo>
                <a:lnTo>
                  <a:pt x="522884" y="51486"/>
                </a:lnTo>
                <a:cubicBezTo>
                  <a:pt x="522965" y="50250"/>
                  <a:pt x="523232" y="48850"/>
                  <a:pt x="523683" y="47285"/>
                </a:cubicBezTo>
                <a:cubicBezTo>
                  <a:pt x="524135" y="45718"/>
                  <a:pt x="524916" y="44235"/>
                  <a:pt x="526025" y="42836"/>
                </a:cubicBezTo>
                <a:cubicBezTo>
                  <a:pt x="527134" y="41435"/>
                  <a:pt x="528612" y="40261"/>
                  <a:pt x="530459" y="39313"/>
                </a:cubicBezTo>
                <a:cubicBezTo>
                  <a:pt x="532307" y="38366"/>
                  <a:pt x="534627" y="37892"/>
                  <a:pt x="537419" y="37892"/>
                </a:cubicBezTo>
                <a:cubicBezTo>
                  <a:pt x="541689" y="37892"/>
                  <a:pt x="544871" y="39046"/>
                  <a:pt x="546965" y="41353"/>
                </a:cubicBezTo>
                <a:cubicBezTo>
                  <a:pt x="549059" y="43660"/>
                  <a:pt x="550516" y="47037"/>
                  <a:pt x="551337" y="51486"/>
                </a:cubicBezTo>
                <a:moveTo>
                  <a:pt x="522884" y="62553"/>
                </a:moveTo>
                <a:lnTo>
                  <a:pt x="568830" y="62553"/>
                </a:lnTo>
                <a:cubicBezTo>
                  <a:pt x="569159" y="57616"/>
                  <a:pt x="568748" y="52884"/>
                  <a:pt x="567597" y="48358"/>
                </a:cubicBezTo>
                <a:cubicBezTo>
                  <a:pt x="566448" y="43832"/>
                  <a:pt x="564580" y="39800"/>
                  <a:pt x="561992" y="36263"/>
                </a:cubicBezTo>
                <a:cubicBezTo>
                  <a:pt x="559406" y="32724"/>
                  <a:pt x="556101" y="29906"/>
                  <a:pt x="552076" y="27808"/>
                </a:cubicBezTo>
                <a:cubicBezTo>
                  <a:pt x="548052" y="25710"/>
                  <a:pt x="543331" y="24660"/>
                  <a:pt x="537911" y="24660"/>
                </a:cubicBezTo>
                <a:cubicBezTo>
                  <a:pt x="533066" y="24660"/>
                  <a:pt x="528652" y="25524"/>
                  <a:pt x="524670" y="27252"/>
                </a:cubicBezTo>
                <a:cubicBezTo>
                  <a:pt x="520687" y="28979"/>
                  <a:pt x="517259" y="31343"/>
                  <a:pt x="514384" y="34346"/>
                </a:cubicBezTo>
                <a:cubicBezTo>
                  <a:pt x="511510" y="37348"/>
                  <a:pt x="509293" y="40906"/>
                  <a:pt x="507733" y="45020"/>
                </a:cubicBezTo>
                <a:cubicBezTo>
                  <a:pt x="506173" y="49132"/>
                  <a:pt x="505393" y="53574"/>
                  <a:pt x="505393" y="58346"/>
                </a:cubicBezTo>
                <a:cubicBezTo>
                  <a:pt x="505393" y="63281"/>
                  <a:pt x="506152" y="67805"/>
                  <a:pt x="507671" y="71919"/>
                </a:cubicBezTo>
                <a:cubicBezTo>
                  <a:pt x="509191" y="76031"/>
                  <a:pt x="511346" y="79568"/>
                  <a:pt x="514138" y="82531"/>
                </a:cubicBezTo>
                <a:cubicBezTo>
                  <a:pt x="516930" y="85492"/>
                  <a:pt x="520338" y="87774"/>
                  <a:pt x="524361" y="89378"/>
                </a:cubicBezTo>
                <a:cubicBezTo>
                  <a:pt x="528385" y="90982"/>
                  <a:pt x="532901" y="91784"/>
                  <a:pt x="537911" y="91784"/>
                </a:cubicBezTo>
                <a:cubicBezTo>
                  <a:pt x="545138" y="91784"/>
                  <a:pt x="551296" y="90143"/>
                  <a:pt x="556388" y="86861"/>
                </a:cubicBezTo>
                <a:cubicBezTo>
                  <a:pt x="561480" y="83579"/>
                  <a:pt x="565258" y="78123"/>
                  <a:pt x="567721" y="70492"/>
                </a:cubicBezTo>
                <a:lnTo>
                  <a:pt x="552324" y="70492"/>
                </a:lnTo>
                <a:cubicBezTo>
                  <a:pt x="551749" y="72445"/>
                  <a:pt x="550188" y="74297"/>
                  <a:pt x="547642" y="76048"/>
                </a:cubicBezTo>
                <a:cubicBezTo>
                  <a:pt x="545097" y="77797"/>
                  <a:pt x="542059" y="78672"/>
                  <a:pt x="538528" y="78672"/>
                </a:cubicBezTo>
                <a:cubicBezTo>
                  <a:pt x="533601" y="78672"/>
                  <a:pt x="529823" y="77401"/>
                  <a:pt x="527194" y="74858"/>
                </a:cubicBezTo>
                <a:cubicBezTo>
                  <a:pt x="524566" y="72314"/>
                  <a:pt x="523130" y="68213"/>
                  <a:pt x="522884" y="62553"/>
                </a:cubicBezTo>
                <a:close/>
                <a:moveTo>
                  <a:pt x="622220" y="48839"/>
                </a:moveTo>
                <a:lnTo>
                  <a:pt x="639341" y="48839"/>
                </a:lnTo>
                <a:cubicBezTo>
                  <a:pt x="639096" y="44727"/>
                  <a:pt x="638110" y="41170"/>
                  <a:pt x="636385" y="38169"/>
                </a:cubicBezTo>
                <a:cubicBezTo>
                  <a:pt x="634661" y="35166"/>
                  <a:pt x="632423" y="32658"/>
                  <a:pt x="629671" y="30643"/>
                </a:cubicBezTo>
                <a:cubicBezTo>
                  <a:pt x="626920" y="28628"/>
                  <a:pt x="623800" y="27127"/>
                  <a:pt x="620311" y="26141"/>
                </a:cubicBezTo>
                <a:cubicBezTo>
                  <a:pt x="616821" y="25154"/>
                  <a:pt x="613187" y="24660"/>
                  <a:pt x="609409" y="24660"/>
                </a:cubicBezTo>
                <a:cubicBezTo>
                  <a:pt x="604235" y="24660"/>
                  <a:pt x="599636" y="25524"/>
                  <a:pt x="595611" y="27252"/>
                </a:cubicBezTo>
                <a:cubicBezTo>
                  <a:pt x="591587" y="28979"/>
                  <a:pt x="588180" y="31385"/>
                  <a:pt x="585388" y="34470"/>
                </a:cubicBezTo>
                <a:cubicBezTo>
                  <a:pt x="582596" y="37555"/>
                  <a:pt x="580482" y="41216"/>
                  <a:pt x="579044" y="45452"/>
                </a:cubicBezTo>
                <a:cubicBezTo>
                  <a:pt x="577607" y="49687"/>
                  <a:pt x="576888" y="54273"/>
                  <a:pt x="576888" y="59209"/>
                </a:cubicBezTo>
                <a:cubicBezTo>
                  <a:pt x="576888" y="63980"/>
                  <a:pt x="577668" y="68361"/>
                  <a:pt x="579228" y="72351"/>
                </a:cubicBezTo>
                <a:cubicBezTo>
                  <a:pt x="580789" y="76339"/>
                  <a:pt x="582964" y="79773"/>
                  <a:pt x="585756" y="82653"/>
                </a:cubicBezTo>
                <a:cubicBezTo>
                  <a:pt x="588549" y="85532"/>
                  <a:pt x="591937" y="87774"/>
                  <a:pt x="595919" y="89378"/>
                </a:cubicBezTo>
                <a:cubicBezTo>
                  <a:pt x="599903" y="90982"/>
                  <a:pt x="604276" y="91784"/>
                  <a:pt x="609039" y="91784"/>
                </a:cubicBezTo>
                <a:cubicBezTo>
                  <a:pt x="617497" y="91784"/>
                  <a:pt x="624436" y="89558"/>
                  <a:pt x="629855" y="85106"/>
                </a:cubicBezTo>
                <a:cubicBezTo>
                  <a:pt x="635276" y="80652"/>
                  <a:pt x="638561" y="74197"/>
                  <a:pt x="639712" y="65738"/>
                </a:cubicBezTo>
                <a:lnTo>
                  <a:pt x="622835" y="65738"/>
                </a:lnTo>
                <a:cubicBezTo>
                  <a:pt x="622261" y="69681"/>
                  <a:pt x="620844" y="72822"/>
                  <a:pt x="618585" y="75163"/>
                </a:cubicBezTo>
                <a:cubicBezTo>
                  <a:pt x="616327" y="77502"/>
                  <a:pt x="613104" y="78672"/>
                  <a:pt x="608916" y="78672"/>
                </a:cubicBezTo>
                <a:cubicBezTo>
                  <a:pt x="606206" y="78672"/>
                  <a:pt x="603906" y="78056"/>
                  <a:pt x="602017" y="76824"/>
                </a:cubicBezTo>
                <a:cubicBezTo>
                  <a:pt x="600128" y="75592"/>
                  <a:pt x="598630" y="74012"/>
                  <a:pt x="597521" y="72082"/>
                </a:cubicBezTo>
                <a:cubicBezTo>
                  <a:pt x="596413" y="70151"/>
                  <a:pt x="595612" y="67995"/>
                  <a:pt x="595118" y="65613"/>
                </a:cubicBezTo>
                <a:cubicBezTo>
                  <a:pt x="594626" y="63230"/>
                  <a:pt x="594380" y="60890"/>
                  <a:pt x="594380" y="58590"/>
                </a:cubicBezTo>
                <a:cubicBezTo>
                  <a:pt x="594380" y="56208"/>
                  <a:pt x="594626" y="53806"/>
                  <a:pt x="595118" y="51384"/>
                </a:cubicBezTo>
                <a:cubicBezTo>
                  <a:pt x="595612" y="48961"/>
                  <a:pt x="596454" y="46743"/>
                  <a:pt x="597645" y="44730"/>
                </a:cubicBezTo>
                <a:cubicBezTo>
                  <a:pt x="598835" y="42718"/>
                  <a:pt x="600374" y="41075"/>
                  <a:pt x="602263" y="39802"/>
                </a:cubicBezTo>
                <a:cubicBezTo>
                  <a:pt x="604152" y="38529"/>
                  <a:pt x="606493" y="37892"/>
                  <a:pt x="609285" y="37892"/>
                </a:cubicBezTo>
                <a:cubicBezTo>
                  <a:pt x="616758" y="37892"/>
                  <a:pt x="621070" y="41541"/>
                  <a:pt x="622220" y="48839"/>
                </a:cubicBezTo>
                <a:close/>
                <a:moveTo>
                  <a:pt x="667233" y="16600"/>
                </a:moveTo>
                <a:lnTo>
                  <a:pt x="667233" y="2165"/>
                </a:lnTo>
                <a:lnTo>
                  <a:pt x="649741" y="2165"/>
                </a:lnTo>
                <a:lnTo>
                  <a:pt x="649741" y="16600"/>
                </a:lnTo>
                <a:lnTo>
                  <a:pt x="667233" y="16600"/>
                </a:lnTo>
                <a:moveTo>
                  <a:pt x="649741" y="26416"/>
                </a:moveTo>
                <a:lnTo>
                  <a:pt x="649741" y="90100"/>
                </a:lnTo>
                <a:lnTo>
                  <a:pt x="667233" y="90100"/>
                </a:lnTo>
                <a:lnTo>
                  <a:pt x="667233" y="26416"/>
                </a:lnTo>
                <a:lnTo>
                  <a:pt x="649741" y="26416"/>
                </a:lnTo>
                <a:close/>
                <a:moveTo>
                  <a:pt x="684437" y="38133"/>
                </a:moveTo>
                <a:lnTo>
                  <a:pt x="684437" y="90100"/>
                </a:lnTo>
                <a:lnTo>
                  <a:pt x="701928" y="90100"/>
                </a:lnTo>
                <a:lnTo>
                  <a:pt x="701928" y="38133"/>
                </a:lnTo>
                <a:lnTo>
                  <a:pt x="713999" y="38133"/>
                </a:lnTo>
                <a:lnTo>
                  <a:pt x="713999" y="26465"/>
                </a:lnTo>
                <a:lnTo>
                  <a:pt x="701928" y="26465"/>
                </a:lnTo>
                <a:lnTo>
                  <a:pt x="701928" y="22653"/>
                </a:lnTo>
                <a:cubicBezTo>
                  <a:pt x="701928" y="20029"/>
                  <a:pt x="702442" y="18164"/>
                  <a:pt x="703468" y="17057"/>
                </a:cubicBezTo>
                <a:cubicBezTo>
                  <a:pt x="704494" y="15951"/>
                  <a:pt x="706198" y="15398"/>
                  <a:pt x="708580" y="15398"/>
                </a:cubicBezTo>
                <a:cubicBezTo>
                  <a:pt x="710797" y="15398"/>
                  <a:pt x="712931" y="15518"/>
                  <a:pt x="714984" y="15758"/>
                </a:cubicBezTo>
                <a:lnTo>
                  <a:pt x="714984" y="2646"/>
                </a:lnTo>
                <a:cubicBezTo>
                  <a:pt x="713507" y="2566"/>
                  <a:pt x="711987" y="2466"/>
                  <a:pt x="710426" y="2346"/>
                </a:cubicBezTo>
                <a:cubicBezTo>
                  <a:pt x="708866" y="2225"/>
                  <a:pt x="707306" y="2165"/>
                  <a:pt x="705746" y="2165"/>
                </a:cubicBezTo>
                <a:cubicBezTo>
                  <a:pt x="698602" y="2165"/>
                  <a:pt x="693265" y="3975"/>
                  <a:pt x="689734" y="7594"/>
                </a:cubicBezTo>
                <a:cubicBezTo>
                  <a:pt x="686203" y="11211"/>
                  <a:pt x="684437" y="15857"/>
                  <a:pt x="684437" y="21531"/>
                </a:cubicBezTo>
                <a:lnTo>
                  <a:pt x="684437" y="26465"/>
                </a:lnTo>
                <a:lnTo>
                  <a:pt x="673966" y="26465"/>
                </a:lnTo>
                <a:lnTo>
                  <a:pt x="673966" y="38133"/>
                </a:lnTo>
                <a:lnTo>
                  <a:pt x="684437" y="38133"/>
                </a:lnTo>
                <a:close/>
                <a:moveTo>
                  <a:pt x="739152" y="16600"/>
                </a:moveTo>
                <a:lnTo>
                  <a:pt x="739152" y="2165"/>
                </a:lnTo>
                <a:lnTo>
                  <a:pt x="721660" y="2165"/>
                </a:lnTo>
                <a:lnTo>
                  <a:pt x="721660" y="16600"/>
                </a:lnTo>
                <a:lnTo>
                  <a:pt x="739152" y="16600"/>
                </a:lnTo>
                <a:moveTo>
                  <a:pt x="721660" y="26416"/>
                </a:moveTo>
                <a:lnTo>
                  <a:pt x="721660" y="90100"/>
                </a:lnTo>
                <a:lnTo>
                  <a:pt x="739152" y="90100"/>
                </a:lnTo>
                <a:lnTo>
                  <a:pt x="739152" y="26416"/>
                </a:lnTo>
                <a:lnTo>
                  <a:pt x="721660" y="26416"/>
                </a:lnTo>
                <a:close/>
                <a:moveTo>
                  <a:pt x="795897" y="48839"/>
                </a:moveTo>
                <a:lnTo>
                  <a:pt x="813018" y="48839"/>
                </a:lnTo>
                <a:cubicBezTo>
                  <a:pt x="812773" y="44727"/>
                  <a:pt x="811787" y="41170"/>
                  <a:pt x="810062" y="38169"/>
                </a:cubicBezTo>
                <a:cubicBezTo>
                  <a:pt x="808337" y="35166"/>
                  <a:pt x="806099" y="32658"/>
                  <a:pt x="803348" y="30643"/>
                </a:cubicBezTo>
                <a:cubicBezTo>
                  <a:pt x="800597" y="28628"/>
                  <a:pt x="797477" y="27127"/>
                  <a:pt x="793987" y="26141"/>
                </a:cubicBezTo>
                <a:cubicBezTo>
                  <a:pt x="790498" y="25154"/>
                  <a:pt x="786864" y="24660"/>
                  <a:pt x="783086" y="24660"/>
                </a:cubicBezTo>
                <a:cubicBezTo>
                  <a:pt x="777912" y="24660"/>
                  <a:pt x="773313" y="25524"/>
                  <a:pt x="769288" y="27252"/>
                </a:cubicBezTo>
                <a:cubicBezTo>
                  <a:pt x="765264" y="28979"/>
                  <a:pt x="761857" y="31385"/>
                  <a:pt x="759065" y="34470"/>
                </a:cubicBezTo>
                <a:cubicBezTo>
                  <a:pt x="756273" y="37555"/>
                  <a:pt x="754158" y="41216"/>
                  <a:pt x="752721" y="45452"/>
                </a:cubicBezTo>
                <a:cubicBezTo>
                  <a:pt x="751284" y="49687"/>
                  <a:pt x="750565" y="54273"/>
                  <a:pt x="750565" y="59209"/>
                </a:cubicBezTo>
                <a:cubicBezTo>
                  <a:pt x="750565" y="63980"/>
                  <a:pt x="751345" y="68361"/>
                  <a:pt x="752905" y="72351"/>
                </a:cubicBezTo>
                <a:cubicBezTo>
                  <a:pt x="754465" y="76339"/>
                  <a:pt x="756641" y="79773"/>
                  <a:pt x="759433" y="82653"/>
                </a:cubicBezTo>
                <a:cubicBezTo>
                  <a:pt x="762226" y="85532"/>
                  <a:pt x="765614" y="87774"/>
                  <a:pt x="769596" y="89378"/>
                </a:cubicBezTo>
                <a:cubicBezTo>
                  <a:pt x="773580" y="90982"/>
                  <a:pt x="777953" y="91784"/>
                  <a:pt x="782716" y="91784"/>
                </a:cubicBezTo>
                <a:cubicBezTo>
                  <a:pt x="791174" y="91784"/>
                  <a:pt x="798112" y="89558"/>
                  <a:pt x="803532" y="85106"/>
                </a:cubicBezTo>
                <a:cubicBezTo>
                  <a:pt x="808953" y="80652"/>
                  <a:pt x="812238" y="74197"/>
                  <a:pt x="813388" y="65738"/>
                </a:cubicBezTo>
                <a:lnTo>
                  <a:pt x="796512" y="65738"/>
                </a:lnTo>
                <a:cubicBezTo>
                  <a:pt x="795938" y="69681"/>
                  <a:pt x="794521" y="72822"/>
                  <a:pt x="792262" y="75163"/>
                </a:cubicBezTo>
                <a:cubicBezTo>
                  <a:pt x="790004" y="77502"/>
                  <a:pt x="786781" y="78672"/>
                  <a:pt x="782593" y="78672"/>
                </a:cubicBezTo>
                <a:cubicBezTo>
                  <a:pt x="779883" y="78672"/>
                  <a:pt x="777583" y="78056"/>
                  <a:pt x="775693" y="76824"/>
                </a:cubicBezTo>
                <a:cubicBezTo>
                  <a:pt x="773805" y="75592"/>
                  <a:pt x="772306" y="74012"/>
                  <a:pt x="771197" y="72082"/>
                </a:cubicBezTo>
                <a:cubicBezTo>
                  <a:pt x="770090" y="70151"/>
                  <a:pt x="769289" y="67995"/>
                  <a:pt x="768795" y="65613"/>
                </a:cubicBezTo>
                <a:cubicBezTo>
                  <a:pt x="768303" y="63230"/>
                  <a:pt x="768057" y="60890"/>
                  <a:pt x="768057" y="58590"/>
                </a:cubicBezTo>
                <a:cubicBezTo>
                  <a:pt x="768057" y="56208"/>
                  <a:pt x="768303" y="53806"/>
                  <a:pt x="768795" y="51384"/>
                </a:cubicBezTo>
                <a:cubicBezTo>
                  <a:pt x="769289" y="48961"/>
                  <a:pt x="770131" y="46743"/>
                  <a:pt x="771321" y="44730"/>
                </a:cubicBezTo>
                <a:cubicBezTo>
                  <a:pt x="772512" y="42718"/>
                  <a:pt x="774051" y="41075"/>
                  <a:pt x="775940" y="39802"/>
                </a:cubicBezTo>
                <a:cubicBezTo>
                  <a:pt x="777829" y="38529"/>
                  <a:pt x="780170" y="37892"/>
                  <a:pt x="782962" y="37892"/>
                </a:cubicBezTo>
                <a:cubicBezTo>
                  <a:pt x="790435" y="37892"/>
                  <a:pt x="794747" y="41541"/>
                  <a:pt x="795897" y="48839"/>
                </a:cubicBezTo>
                <a:close/>
                <a:moveTo>
                  <a:pt x="871617" y="60848"/>
                </a:moveTo>
                <a:lnTo>
                  <a:pt x="852894" y="60848"/>
                </a:lnTo>
                <a:cubicBezTo>
                  <a:pt x="852812" y="66267"/>
                  <a:pt x="853797" y="70949"/>
                  <a:pt x="855849" y="74892"/>
                </a:cubicBezTo>
                <a:cubicBezTo>
                  <a:pt x="857903" y="78835"/>
                  <a:pt x="860675" y="82081"/>
                  <a:pt x="864164" y="84628"/>
                </a:cubicBezTo>
                <a:cubicBezTo>
                  <a:pt x="867655" y="87176"/>
                  <a:pt x="871680" y="89045"/>
                  <a:pt x="876237" y="90237"/>
                </a:cubicBezTo>
                <a:cubicBezTo>
                  <a:pt x="880794" y="91429"/>
                  <a:pt x="885496" y="92024"/>
                  <a:pt x="890341" y="92024"/>
                </a:cubicBezTo>
                <a:cubicBezTo>
                  <a:pt x="896336" y="92024"/>
                  <a:pt x="901612" y="91326"/>
                  <a:pt x="906169" y="89931"/>
                </a:cubicBezTo>
                <a:cubicBezTo>
                  <a:pt x="910727" y="88535"/>
                  <a:pt x="914545" y="86584"/>
                  <a:pt x="917625" y="84079"/>
                </a:cubicBezTo>
                <a:cubicBezTo>
                  <a:pt x="920705" y="81575"/>
                  <a:pt x="923025" y="78598"/>
                  <a:pt x="924585" y="75150"/>
                </a:cubicBezTo>
                <a:cubicBezTo>
                  <a:pt x="926146" y="71700"/>
                  <a:pt x="926926" y="67963"/>
                  <a:pt x="926926" y="63940"/>
                </a:cubicBezTo>
                <a:cubicBezTo>
                  <a:pt x="926926" y="59013"/>
                  <a:pt x="925879" y="54968"/>
                  <a:pt x="923785" y="51807"/>
                </a:cubicBezTo>
                <a:cubicBezTo>
                  <a:pt x="921691" y="48644"/>
                  <a:pt x="919207" y="46119"/>
                  <a:pt x="916332" y="44230"/>
                </a:cubicBezTo>
                <a:cubicBezTo>
                  <a:pt x="913458" y="42342"/>
                  <a:pt x="910563" y="40967"/>
                  <a:pt x="907647" y="40105"/>
                </a:cubicBezTo>
                <a:cubicBezTo>
                  <a:pt x="904732" y="39241"/>
                  <a:pt x="902453" y="38645"/>
                  <a:pt x="900811" y="38317"/>
                </a:cubicBezTo>
                <a:cubicBezTo>
                  <a:pt x="895308" y="36921"/>
                  <a:pt x="890853" y="35772"/>
                  <a:pt x="887445" y="34868"/>
                </a:cubicBezTo>
                <a:cubicBezTo>
                  <a:pt x="884038" y="33965"/>
                  <a:pt x="881369" y="33062"/>
                  <a:pt x="879440" y="32160"/>
                </a:cubicBezTo>
                <a:cubicBezTo>
                  <a:pt x="877510" y="31256"/>
                  <a:pt x="876216" y="30271"/>
                  <a:pt x="875558" y="29203"/>
                </a:cubicBezTo>
                <a:cubicBezTo>
                  <a:pt x="874902" y="28135"/>
                  <a:pt x="874574" y="26739"/>
                  <a:pt x="874574" y="25013"/>
                </a:cubicBezTo>
                <a:cubicBezTo>
                  <a:pt x="874574" y="23125"/>
                  <a:pt x="874984" y="21565"/>
                  <a:pt x="875805" y="20333"/>
                </a:cubicBezTo>
                <a:cubicBezTo>
                  <a:pt x="876627" y="19102"/>
                  <a:pt x="877674" y="18075"/>
                  <a:pt x="878945" y="17255"/>
                </a:cubicBezTo>
                <a:cubicBezTo>
                  <a:pt x="880219" y="16433"/>
                  <a:pt x="881635" y="15857"/>
                  <a:pt x="883195" y="15529"/>
                </a:cubicBezTo>
                <a:cubicBezTo>
                  <a:pt x="884756" y="15201"/>
                  <a:pt x="886317" y="15037"/>
                  <a:pt x="887877" y="15037"/>
                </a:cubicBezTo>
                <a:cubicBezTo>
                  <a:pt x="890259" y="15037"/>
                  <a:pt x="892456" y="15242"/>
                  <a:pt x="894467" y="15653"/>
                </a:cubicBezTo>
                <a:cubicBezTo>
                  <a:pt x="896479" y="16063"/>
                  <a:pt x="898266" y="16761"/>
                  <a:pt x="899826" y="17747"/>
                </a:cubicBezTo>
                <a:cubicBezTo>
                  <a:pt x="901387" y="18732"/>
                  <a:pt x="902639" y="20086"/>
                  <a:pt x="903583" y="21811"/>
                </a:cubicBezTo>
                <a:cubicBezTo>
                  <a:pt x="904528" y="23535"/>
                  <a:pt x="905082" y="25711"/>
                  <a:pt x="905246" y="28338"/>
                </a:cubicBezTo>
                <a:lnTo>
                  <a:pt x="923969" y="28338"/>
                </a:lnTo>
                <a:cubicBezTo>
                  <a:pt x="923969" y="23247"/>
                  <a:pt x="923004" y="18916"/>
                  <a:pt x="921074" y="15343"/>
                </a:cubicBezTo>
                <a:cubicBezTo>
                  <a:pt x="919145" y="11769"/>
                  <a:pt x="916537" y="8832"/>
                  <a:pt x="913252" y="6532"/>
                </a:cubicBezTo>
                <a:cubicBezTo>
                  <a:pt x="909967" y="4231"/>
                  <a:pt x="906211" y="2568"/>
                  <a:pt x="901982" y="1541"/>
                </a:cubicBezTo>
                <a:cubicBezTo>
                  <a:pt x="897753" y="514"/>
                  <a:pt x="893339" y="0"/>
                  <a:pt x="888740" y="0"/>
                </a:cubicBezTo>
                <a:cubicBezTo>
                  <a:pt x="884798" y="0"/>
                  <a:pt x="880856" y="534"/>
                  <a:pt x="876914" y="1601"/>
                </a:cubicBezTo>
                <a:cubicBezTo>
                  <a:pt x="872973" y="2669"/>
                  <a:pt x="869442" y="4312"/>
                  <a:pt x="866320" y="6530"/>
                </a:cubicBezTo>
                <a:cubicBezTo>
                  <a:pt x="863200" y="8746"/>
                  <a:pt x="860675" y="11517"/>
                  <a:pt x="858746" y="14843"/>
                </a:cubicBezTo>
                <a:cubicBezTo>
                  <a:pt x="856816" y="18169"/>
                  <a:pt x="855851" y="22089"/>
                  <a:pt x="855851" y="26606"/>
                </a:cubicBezTo>
                <a:cubicBezTo>
                  <a:pt x="855851" y="30629"/>
                  <a:pt x="856610" y="34057"/>
                  <a:pt x="858129" y="36891"/>
                </a:cubicBezTo>
                <a:cubicBezTo>
                  <a:pt x="859649" y="39724"/>
                  <a:pt x="861641" y="42085"/>
                  <a:pt x="864104" y="43975"/>
                </a:cubicBezTo>
                <a:cubicBezTo>
                  <a:pt x="866568" y="45863"/>
                  <a:pt x="869360" y="47402"/>
                  <a:pt x="872480" y="48593"/>
                </a:cubicBezTo>
                <a:cubicBezTo>
                  <a:pt x="875601" y="49783"/>
                  <a:pt x="878804" y="50789"/>
                  <a:pt x="882088" y="51611"/>
                </a:cubicBezTo>
                <a:cubicBezTo>
                  <a:pt x="885291" y="52514"/>
                  <a:pt x="888452" y="53334"/>
                  <a:pt x="891572" y="54074"/>
                </a:cubicBezTo>
                <a:cubicBezTo>
                  <a:pt x="894694" y="54813"/>
                  <a:pt x="897486" y="55676"/>
                  <a:pt x="899950" y="56662"/>
                </a:cubicBezTo>
                <a:cubicBezTo>
                  <a:pt x="902413" y="57647"/>
                  <a:pt x="904404" y="58879"/>
                  <a:pt x="905923" y="60357"/>
                </a:cubicBezTo>
                <a:cubicBezTo>
                  <a:pt x="907443" y="61835"/>
                  <a:pt x="908203" y="63764"/>
                  <a:pt x="908203" y="66146"/>
                </a:cubicBezTo>
                <a:cubicBezTo>
                  <a:pt x="908203" y="68363"/>
                  <a:pt x="907628" y="70190"/>
                  <a:pt x="906478" y="71627"/>
                </a:cubicBezTo>
                <a:cubicBezTo>
                  <a:pt x="905329" y="73064"/>
                  <a:pt x="903891" y="74193"/>
                  <a:pt x="902166" y="75014"/>
                </a:cubicBezTo>
                <a:cubicBezTo>
                  <a:pt x="900442" y="75835"/>
                  <a:pt x="898594" y="76389"/>
                  <a:pt x="896623" y="76678"/>
                </a:cubicBezTo>
                <a:cubicBezTo>
                  <a:pt x="894652" y="76965"/>
                  <a:pt x="892804" y="77108"/>
                  <a:pt x="891080" y="77108"/>
                </a:cubicBezTo>
                <a:cubicBezTo>
                  <a:pt x="888534" y="77108"/>
                  <a:pt x="886070" y="76800"/>
                  <a:pt x="883688" y="76185"/>
                </a:cubicBezTo>
                <a:cubicBezTo>
                  <a:pt x="881307" y="75569"/>
                  <a:pt x="879234" y="74624"/>
                  <a:pt x="877468" y="73351"/>
                </a:cubicBezTo>
                <a:cubicBezTo>
                  <a:pt x="875703" y="72078"/>
                  <a:pt x="874286" y="70415"/>
                  <a:pt x="873218" y="68362"/>
                </a:cubicBezTo>
                <a:cubicBezTo>
                  <a:pt x="872151" y="66309"/>
                  <a:pt x="871617" y="63804"/>
                  <a:pt x="871617" y="60848"/>
                </a:cubicBezTo>
                <a:close/>
                <a:moveTo>
                  <a:pt x="968310" y="78672"/>
                </a:moveTo>
                <a:cubicBezTo>
                  <a:pt x="965517" y="78672"/>
                  <a:pt x="963135" y="78097"/>
                  <a:pt x="961164" y="76948"/>
                </a:cubicBezTo>
                <a:cubicBezTo>
                  <a:pt x="959194" y="75798"/>
                  <a:pt x="957613" y="74299"/>
                  <a:pt x="956422" y="72450"/>
                </a:cubicBezTo>
                <a:cubicBezTo>
                  <a:pt x="955231" y="70602"/>
                  <a:pt x="954369" y="68446"/>
                  <a:pt x="953835" y="65983"/>
                </a:cubicBezTo>
                <a:cubicBezTo>
                  <a:pt x="953302" y="63518"/>
                  <a:pt x="953035" y="61013"/>
                  <a:pt x="953035" y="58466"/>
                </a:cubicBezTo>
                <a:cubicBezTo>
                  <a:pt x="953035" y="55839"/>
                  <a:pt x="953281" y="53293"/>
                  <a:pt x="953773" y="50830"/>
                </a:cubicBezTo>
                <a:cubicBezTo>
                  <a:pt x="954266" y="48365"/>
                  <a:pt x="955107" y="46188"/>
                  <a:pt x="956298" y="44300"/>
                </a:cubicBezTo>
                <a:cubicBezTo>
                  <a:pt x="957489" y="42410"/>
                  <a:pt x="959050" y="40870"/>
                  <a:pt x="960980" y="39680"/>
                </a:cubicBezTo>
                <a:cubicBezTo>
                  <a:pt x="962909" y="38488"/>
                  <a:pt x="965312" y="37892"/>
                  <a:pt x="968186" y="37892"/>
                </a:cubicBezTo>
                <a:cubicBezTo>
                  <a:pt x="970979" y="37892"/>
                  <a:pt x="973341" y="38488"/>
                  <a:pt x="975270" y="39680"/>
                </a:cubicBezTo>
                <a:cubicBezTo>
                  <a:pt x="977200" y="40870"/>
                  <a:pt x="978781" y="42431"/>
                  <a:pt x="980012" y="44362"/>
                </a:cubicBezTo>
                <a:cubicBezTo>
                  <a:pt x="981244" y="46292"/>
                  <a:pt x="982127" y="48488"/>
                  <a:pt x="982661" y="50952"/>
                </a:cubicBezTo>
                <a:cubicBezTo>
                  <a:pt x="983195" y="53415"/>
                  <a:pt x="983461" y="55920"/>
                  <a:pt x="983461" y="58466"/>
                </a:cubicBezTo>
                <a:cubicBezTo>
                  <a:pt x="983461" y="61013"/>
                  <a:pt x="983215" y="63518"/>
                  <a:pt x="982723" y="65983"/>
                </a:cubicBezTo>
                <a:cubicBezTo>
                  <a:pt x="982230" y="68446"/>
                  <a:pt x="981388" y="70602"/>
                  <a:pt x="980197" y="72450"/>
                </a:cubicBezTo>
                <a:cubicBezTo>
                  <a:pt x="979006" y="74299"/>
                  <a:pt x="977446" y="75798"/>
                  <a:pt x="975516" y="76948"/>
                </a:cubicBezTo>
                <a:cubicBezTo>
                  <a:pt x="973587" y="78097"/>
                  <a:pt x="971185" y="78672"/>
                  <a:pt x="968310" y="78672"/>
                </a:cubicBezTo>
                <a:moveTo>
                  <a:pt x="936160" y="26425"/>
                </a:moveTo>
                <a:lnTo>
                  <a:pt x="936160" y="112354"/>
                </a:lnTo>
                <a:lnTo>
                  <a:pt x="953651" y="112354"/>
                </a:lnTo>
                <a:lnTo>
                  <a:pt x="953651" y="82260"/>
                </a:lnTo>
                <a:lnTo>
                  <a:pt x="953898" y="82260"/>
                </a:lnTo>
                <a:cubicBezTo>
                  <a:pt x="956033" y="85394"/>
                  <a:pt x="958763" y="87765"/>
                  <a:pt x="962089" y="89372"/>
                </a:cubicBezTo>
                <a:cubicBezTo>
                  <a:pt x="965414" y="90980"/>
                  <a:pt x="969048" y="91784"/>
                  <a:pt x="972990" y="91784"/>
                </a:cubicBezTo>
                <a:cubicBezTo>
                  <a:pt x="977672" y="91784"/>
                  <a:pt x="981757" y="90879"/>
                  <a:pt x="985247" y="89070"/>
                </a:cubicBezTo>
                <a:cubicBezTo>
                  <a:pt x="988737" y="87260"/>
                  <a:pt x="991652" y="84834"/>
                  <a:pt x="993993" y="81790"/>
                </a:cubicBezTo>
                <a:cubicBezTo>
                  <a:pt x="996334" y="78746"/>
                  <a:pt x="998078" y="75250"/>
                  <a:pt x="999227" y="71302"/>
                </a:cubicBezTo>
                <a:cubicBezTo>
                  <a:pt x="1000378" y="67354"/>
                  <a:pt x="1000953" y="63240"/>
                  <a:pt x="1000953" y="58963"/>
                </a:cubicBezTo>
                <a:cubicBezTo>
                  <a:pt x="1000953" y="54438"/>
                  <a:pt x="1000378" y="50098"/>
                  <a:pt x="999227" y="45945"/>
                </a:cubicBezTo>
                <a:cubicBezTo>
                  <a:pt x="998078" y="41791"/>
                  <a:pt x="996313" y="38151"/>
                  <a:pt x="993931" y="35026"/>
                </a:cubicBezTo>
                <a:cubicBezTo>
                  <a:pt x="991550" y="31900"/>
                  <a:pt x="988553" y="29390"/>
                  <a:pt x="984939" y="27498"/>
                </a:cubicBezTo>
                <a:cubicBezTo>
                  <a:pt x="981326" y="25606"/>
                  <a:pt x="977015" y="24660"/>
                  <a:pt x="972005" y="24660"/>
                </a:cubicBezTo>
                <a:cubicBezTo>
                  <a:pt x="968063" y="24660"/>
                  <a:pt x="964450" y="25443"/>
                  <a:pt x="961164" y="27010"/>
                </a:cubicBezTo>
                <a:cubicBezTo>
                  <a:pt x="957880" y="28576"/>
                  <a:pt x="955170" y="31091"/>
                  <a:pt x="953035" y="34554"/>
                </a:cubicBezTo>
                <a:lnTo>
                  <a:pt x="952789" y="34554"/>
                </a:lnTo>
                <a:lnTo>
                  <a:pt x="952789" y="26425"/>
                </a:lnTo>
                <a:lnTo>
                  <a:pt x="936160" y="26425"/>
                </a:lnTo>
                <a:close/>
                <a:moveTo>
                  <a:pt x="1029123" y="16600"/>
                </a:moveTo>
                <a:lnTo>
                  <a:pt x="1029123" y="2165"/>
                </a:lnTo>
                <a:lnTo>
                  <a:pt x="1011631" y="2165"/>
                </a:lnTo>
                <a:lnTo>
                  <a:pt x="1011631" y="16600"/>
                </a:lnTo>
                <a:lnTo>
                  <a:pt x="1029123" y="16600"/>
                </a:lnTo>
                <a:moveTo>
                  <a:pt x="1011631" y="26416"/>
                </a:moveTo>
                <a:lnTo>
                  <a:pt x="1011631" y="90100"/>
                </a:lnTo>
                <a:lnTo>
                  <a:pt x="1029123" y="90100"/>
                </a:lnTo>
                <a:lnTo>
                  <a:pt x="1029123" y="26416"/>
                </a:lnTo>
                <a:lnTo>
                  <a:pt x="1011631" y="26416"/>
                </a:lnTo>
                <a:close/>
                <a:moveTo>
                  <a:pt x="1087716" y="58098"/>
                </a:moveTo>
                <a:cubicBezTo>
                  <a:pt x="1087716" y="60726"/>
                  <a:pt x="1087469" y="63272"/>
                  <a:pt x="1086977" y="65737"/>
                </a:cubicBezTo>
                <a:cubicBezTo>
                  <a:pt x="1086484" y="68200"/>
                  <a:pt x="1085663" y="70397"/>
                  <a:pt x="1084513" y="72328"/>
                </a:cubicBezTo>
                <a:cubicBezTo>
                  <a:pt x="1083362" y="74258"/>
                  <a:pt x="1081822" y="75798"/>
                  <a:pt x="1079893" y="76948"/>
                </a:cubicBezTo>
                <a:cubicBezTo>
                  <a:pt x="1077963" y="78097"/>
                  <a:pt x="1075561" y="78672"/>
                  <a:pt x="1072686" y="78672"/>
                </a:cubicBezTo>
                <a:cubicBezTo>
                  <a:pt x="1069977" y="78672"/>
                  <a:pt x="1067657" y="78077"/>
                  <a:pt x="1065726" y="76886"/>
                </a:cubicBezTo>
                <a:cubicBezTo>
                  <a:pt x="1063797" y="75695"/>
                  <a:pt x="1062195" y="74134"/>
                  <a:pt x="1060922" y="72204"/>
                </a:cubicBezTo>
                <a:cubicBezTo>
                  <a:pt x="1059650" y="70273"/>
                  <a:pt x="1058727" y="68076"/>
                  <a:pt x="1058152" y="65613"/>
                </a:cubicBezTo>
                <a:cubicBezTo>
                  <a:pt x="1057576" y="63149"/>
                  <a:pt x="1057289" y="60685"/>
                  <a:pt x="1057289" y="58220"/>
                </a:cubicBezTo>
                <a:cubicBezTo>
                  <a:pt x="1057289" y="55592"/>
                  <a:pt x="1057556" y="53067"/>
                  <a:pt x="1058090" y="50644"/>
                </a:cubicBezTo>
                <a:cubicBezTo>
                  <a:pt x="1058623" y="48220"/>
                  <a:pt x="1059485" y="46064"/>
                  <a:pt x="1060676" y="44176"/>
                </a:cubicBezTo>
                <a:cubicBezTo>
                  <a:pt x="1061867" y="42286"/>
                  <a:pt x="1063448" y="40767"/>
                  <a:pt x="1065418" y="39618"/>
                </a:cubicBezTo>
                <a:cubicBezTo>
                  <a:pt x="1067389" y="38468"/>
                  <a:pt x="1069812" y="37892"/>
                  <a:pt x="1072686" y="37892"/>
                </a:cubicBezTo>
                <a:cubicBezTo>
                  <a:pt x="1075561" y="37892"/>
                  <a:pt x="1077942" y="38468"/>
                  <a:pt x="1079831" y="39618"/>
                </a:cubicBezTo>
                <a:cubicBezTo>
                  <a:pt x="1081720" y="40767"/>
                  <a:pt x="1083260" y="42266"/>
                  <a:pt x="1084451" y="44114"/>
                </a:cubicBezTo>
                <a:cubicBezTo>
                  <a:pt x="1085642" y="45962"/>
                  <a:pt x="1086484" y="48098"/>
                  <a:pt x="1086977" y="50521"/>
                </a:cubicBezTo>
                <a:cubicBezTo>
                  <a:pt x="1087469" y="52943"/>
                  <a:pt x="1087716" y="55469"/>
                  <a:pt x="1087716" y="58098"/>
                </a:cubicBezTo>
                <a:moveTo>
                  <a:pt x="1087962" y="82046"/>
                </a:moveTo>
                <a:lnTo>
                  <a:pt x="1087962" y="90181"/>
                </a:lnTo>
                <a:lnTo>
                  <a:pt x="1104590" y="90181"/>
                </a:lnTo>
                <a:lnTo>
                  <a:pt x="1104590" y="2165"/>
                </a:lnTo>
                <a:lnTo>
                  <a:pt x="1087099" y="2165"/>
                </a:lnTo>
                <a:lnTo>
                  <a:pt x="1087099" y="34182"/>
                </a:lnTo>
                <a:lnTo>
                  <a:pt x="1086853" y="34182"/>
                </a:lnTo>
                <a:cubicBezTo>
                  <a:pt x="1084882" y="31049"/>
                  <a:pt x="1082192" y="28679"/>
                  <a:pt x="1078784" y="27072"/>
                </a:cubicBezTo>
                <a:cubicBezTo>
                  <a:pt x="1075377" y="25464"/>
                  <a:pt x="1071784" y="24660"/>
                  <a:pt x="1068006" y="24660"/>
                </a:cubicBezTo>
                <a:cubicBezTo>
                  <a:pt x="1063325" y="24660"/>
                  <a:pt x="1059219" y="25586"/>
                  <a:pt x="1055687" y="27436"/>
                </a:cubicBezTo>
                <a:cubicBezTo>
                  <a:pt x="1052156" y="29287"/>
                  <a:pt x="1049220" y="31734"/>
                  <a:pt x="1046880" y="34778"/>
                </a:cubicBezTo>
                <a:cubicBezTo>
                  <a:pt x="1044540" y="37822"/>
                  <a:pt x="1042775" y="41338"/>
                  <a:pt x="1041583" y="45328"/>
                </a:cubicBezTo>
                <a:cubicBezTo>
                  <a:pt x="1040393" y="49318"/>
                  <a:pt x="1039797" y="53451"/>
                  <a:pt x="1039797" y="57728"/>
                </a:cubicBezTo>
                <a:cubicBezTo>
                  <a:pt x="1039797" y="62170"/>
                  <a:pt x="1040393" y="66448"/>
                  <a:pt x="1041583" y="70561"/>
                </a:cubicBezTo>
                <a:cubicBezTo>
                  <a:pt x="1042775" y="74674"/>
                  <a:pt x="1044540" y="78314"/>
                  <a:pt x="1046880" y="81482"/>
                </a:cubicBezTo>
                <a:cubicBezTo>
                  <a:pt x="1049220" y="84648"/>
                  <a:pt x="1052197" y="87157"/>
                  <a:pt x="1055810" y="89008"/>
                </a:cubicBezTo>
                <a:cubicBezTo>
                  <a:pt x="1059423" y="90858"/>
                  <a:pt x="1063612" y="91784"/>
                  <a:pt x="1068376" y="91784"/>
                </a:cubicBezTo>
                <a:cubicBezTo>
                  <a:pt x="1072564" y="91784"/>
                  <a:pt x="1076321" y="91024"/>
                  <a:pt x="1079646" y="89504"/>
                </a:cubicBezTo>
                <a:cubicBezTo>
                  <a:pt x="1082973" y="87983"/>
                  <a:pt x="1085663" y="85497"/>
                  <a:pt x="1087716" y="82046"/>
                </a:cubicBezTo>
                <a:lnTo>
                  <a:pt x="1087962" y="82046"/>
                </a:lnTo>
                <a:close/>
                <a:moveTo>
                  <a:pt x="1160353" y="51486"/>
                </a:moveTo>
                <a:lnTo>
                  <a:pt x="1131900" y="51486"/>
                </a:lnTo>
                <a:cubicBezTo>
                  <a:pt x="1131981" y="50250"/>
                  <a:pt x="1132247" y="48850"/>
                  <a:pt x="1132699" y="47285"/>
                </a:cubicBezTo>
                <a:cubicBezTo>
                  <a:pt x="1133151" y="45718"/>
                  <a:pt x="1133932" y="44235"/>
                  <a:pt x="1135040" y="42836"/>
                </a:cubicBezTo>
                <a:cubicBezTo>
                  <a:pt x="1136149" y="41435"/>
                  <a:pt x="1137627" y="40261"/>
                  <a:pt x="1139474" y="39313"/>
                </a:cubicBezTo>
                <a:cubicBezTo>
                  <a:pt x="1141323" y="38366"/>
                  <a:pt x="1143643" y="37892"/>
                  <a:pt x="1146435" y="37892"/>
                </a:cubicBezTo>
                <a:cubicBezTo>
                  <a:pt x="1150705" y="37892"/>
                  <a:pt x="1153887" y="39046"/>
                  <a:pt x="1155981" y="41353"/>
                </a:cubicBezTo>
                <a:cubicBezTo>
                  <a:pt x="1158075" y="43660"/>
                  <a:pt x="1159532" y="47037"/>
                  <a:pt x="1160353" y="51486"/>
                </a:cubicBezTo>
                <a:moveTo>
                  <a:pt x="1131900" y="62553"/>
                </a:moveTo>
                <a:lnTo>
                  <a:pt x="1177846" y="62553"/>
                </a:lnTo>
                <a:cubicBezTo>
                  <a:pt x="1178174" y="57616"/>
                  <a:pt x="1177763" y="52884"/>
                  <a:pt x="1176613" y="48358"/>
                </a:cubicBezTo>
                <a:cubicBezTo>
                  <a:pt x="1175464" y="43832"/>
                  <a:pt x="1173596" y="39800"/>
                  <a:pt x="1171008" y="36263"/>
                </a:cubicBezTo>
                <a:cubicBezTo>
                  <a:pt x="1168422" y="32724"/>
                  <a:pt x="1165116" y="29906"/>
                  <a:pt x="1161092" y="27808"/>
                </a:cubicBezTo>
                <a:cubicBezTo>
                  <a:pt x="1157068" y="25710"/>
                  <a:pt x="1152346" y="24660"/>
                  <a:pt x="1146927" y="24660"/>
                </a:cubicBezTo>
                <a:cubicBezTo>
                  <a:pt x="1142081" y="24660"/>
                  <a:pt x="1137668" y="25524"/>
                  <a:pt x="1133685" y="27252"/>
                </a:cubicBezTo>
                <a:cubicBezTo>
                  <a:pt x="1129703" y="28979"/>
                  <a:pt x="1126275" y="31343"/>
                  <a:pt x="1123400" y="34346"/>
                </a:cubicBezTo>
                <a:cubicBezTo>
                  <a:pt x="1120526" y="37348"/>
                  <a:pt x="1118308" y="40906"/>
                  <a:pt x="1116748" y="45020"/>
                </a:cubicBezTo>
                <a:cubicBezTo>
                  <a:pt x="1115188" y="49132"/>
                  <a:pt x="1114408" y="53574"/>
                  <a:pt x="1114408" y="58346"/>
                </a:cubicBezTo>
                <a:cubicBezTo>
                  <a:pt x="1114408" y="63281"/>
                  <a:pt x="1115168" y="67805"/>
                  <a:pt x="1116686" y="71919"/>
                </a:cubicBezTo>
                <a:cubicBezTo>
                  <a:pt x="1118206" y="76031"/>
                  <a:pt x="1120362" y="79568"/>
                  <a:pt x="1123154" y="82531"/>
                </a:cubicBezTo>
                <a:cubicBezTo>
                  <a:pt x="1125946" y="85492"/>
                  <a:pt x="1129353" y="87774"/>
                  <a:pt x="1133377" y="89378"/>
                </a:cubicBezTo>
                <a:cubicBezTo>
                  <a:pt x="1137401" y="90982"/>
                  <a:pt x="1141917" y="91784"/>
                  <a:pt x="1146927" y="91784"/>
                </a:cubicBezTo>
                <a:cubicBezTo>
                  <a:pt x="1154153" y="91784"/>
                  <a:pt x="1160312" y="90143"/>
                  <a:pt x="1165403" y="86861"/>
                </a:cubicBezTo>
                <a:cubicBezTo>
                  <a:pt x="1170496" y="83579"/>
                  <a:pt x="1174274" y="78123"/>
                  <a:pt x="1176737" y="70492"/>
                </a:cubicBezTo>
                <a:lnTo>
                  <a:pt x="1161340" y="70492"/>
                </a:lnTo>
                <a:cubicBezTo>
                  <a:pt x="1160764" y="72445"/>
                  <a:pt x="1159204" y="74297"/>
                  <a:pt x="1156658" y="76048"/>
                </a:cubicBezTo>
                <a:cubicBezTo>
                  <a:pt x="1154113" y="77797"/>
                  <a:pt x="1151075" y="78672"/>
                  <a:pt x="1147543" y="78672"/>
                </a:cubicBezTo>
                <a:cubicBezTo>
                  <a:pt x="1142616" y="78672"/>
                  <a:pt x="1138838" y="77401"/>
                  <a:pt x="1136210" y="74858"/>
                </a:cubicBezTo>
                <a:cubicBezTo>
                  <a:pt x="1133582" y="72314"/>
                  <a:pt x="1132145" y="68213"/>
                  <a:pt x="1131900" y="62553"/>
                </a:cubicBezTo>
                <a:close/>
                <a:moveTo>
                  <a:pt x="1187876" y="26369"/>
                </a:moveTo>
                <a:lnTo>
                  <a:pt x="1187876" y="90100"/>
                </a:lnTo>
                <a:lnTo>
                  <a:pt x="1205367" y="90100"/>
                </a:lnTo>
                <a:lnTo>
                  <a:pt x="1205367" y="61368"/>
                </a:lnTo>
                <a:cubicBezTo>
                  <a:pt x="1205367" y="58491"/>
                  <a:pt x="1205655" y="55820"/>
                  <a:pt x="1206230" y="53354"/>
                </a:cubicBezTo>
                <a:cubicBezTo>
                  <a:pt x="1206805" y="50888"/>
                  <a:pt x="1207770" y="48730"/>
                  <a:pt x="1209125" y="46881"/>
                </a:cubicBezTo>
                <a:cubicBezTo>
                  <a:pt x="1210479" y="45031"/>
                  <a:pt x="1212265" y="43572"/>
                  <a:pt x="1214481" y="42503"/>
                </a:cubicBezTo>
                <a:cubicBezTo>
                  <a:pt x="1216699" y="41434"/>
                  <a:pt x="1219410" y="40900"/>
                  <a:pt x="1222613" y="40900"/>
                </a:cubicBezTo>
                <a:cubicBezTo>
                  <a:pt x="1223680" y="40900"/>
                  <a:pt x="1224788" y="40962"/>
                  <a:pt x="1225937" y="41086"/>
                </a:cubicBezTo>
                <a:cubicBezTo>
                  <a:pt x="1227088" y="41209"/>
                  <a:pt x="1228073" y="41352"/>
                  <a:pt x="1228894" y="41516"/>
                </a:cubicBezTo>
                <a:lnTo>
                  <a:pt x="1228894" y="25275"/>
                </a:lnTo>
                <a:cubicBezTo>
                  <a:pt x="1227498" y="24865"/>
                  <a:pt x="1226226" y="24660"/>
                  <a:pt x="1225077" y="24660"/>
                </a:cubicBezTo>
                <a:cubicBezTo>
                  <a:pt x="1222859" y="24660"/>
                  <a:pt x="1220724" y="24988"/>
                  <a:pt x="1218671" y="25645"/>
                </a:cubicBezTo>
                <a:cubicBezTo>
                  <a:pt x="1216619" y="26300"/>
                  <a:pt x="1214689" y="27223"/>
                  <a:pt x="1212882" y="28412"/>
                </a:cubicBezTo>
                <a:cubicBezTo>
                  <a:pt x="1211075" y="29601"/>
                  <a:pt x="1209474" y="31036"/>
                  <a:pt x="1208078" y="32718"/>
                </a:cubicBezTo>
                <a:cubicBezTo>
                  <a:pt x="1206682" y="34400"/>
                  <a:pt x="1205573" y="36225"/>
                  <a:pt x="1204751" y="38193"/>
                </a:cubicBezTo>
                <a:lnTo>
                  <a:pt x="1204505" y="38193"/>
                </a:lnTo>
                <a:lnTo>
                  <a:pt x="1204505" y="26369"/>
                </a:lnTo>
                <a:lnTo>
                  <a:pt x="1187876" y="26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HistoricalBugCodesofSourceLibraries">
            <a:extLst xmlns:a="http://schemas.openxmlformats.org/drawingml/2006/main">
              <a:ext uri="{FF2B5EF4-FFF2-40B4-BE49-F238E27FC236}">
                <a16:creationId xmlns:a16="http://schemas.microsoft.com/office/drawing/2014/main" id="{9A9D1C3C-C2DD-46F0-BBAF-1926412F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56" y="7159952"/>
            <a:ext cx="2367725" cy="114158"/>
          </a:xfrm>
          <a:custGeom xmlns:a="http://schemas.openxmlformats.org/drawingml/2006/main">
            <a:pathLst>
              <a:path w="2367725" h="114158">
                <a:moveTo>
                  <a:pt x="0" y="2165"/>
                </a:moveTo>
                <a:lnTo>
                  <a:pt x="0" y="90100"/>
                </a:lnTo>
                <a:lnTo>
                  <a:pt x="19339" y="90100"/>
                </a:lnTo>
                <a:lnTo>
                  <a:pt x="19339" y="52207"/>
                </a:lnTo>
                <a:lnTo>
                  <a:pt x="54938" y="52207"/>
                </a:lnTo>
                <a:lnTo>
                  <a:pt x="54938" y="90100"/>
                </a:lnTo>
                <a:lnTo>
                  <a:pt x="74277" y="90100"/>
                </a:lnTo>
                <a:lnTo>
                  <a:pt x="74277" y="2165"/>
                </a:lnTo>
                <a:lnTo>
                  <a:pt x="54938" y="2165"/>
                </a:lnTo>
                <a:lnTo>
                  <a:pt x="54938" y="35968"/>
                </a:lnTo>
                <a:lnTo>
                  <a:pt x="19339" y="35968"/>
                </a:lnTo>
                <a:lnTo>
                  <a:pt x="19339" y="2165"/>
                </a:lnTo>
                <a:lnTo>
                  <a:pt x="0" y="2165"/>
                </a:lnTo>
                <a:close/>
                <a:moveTo>
                  <a:pt x="107183" y="16600"/>
                </a:moveTo>
                <a:lnTo>
                  <a:pt x="107183" y="2165"/>
                </a:lnTo>
                <a:lnTo>
                  <a:pt x="89691" y="2165"/>
                </a:lnTo>
                <a:lnTo>
                  <a:pt x="89691" y="16600"/>
                </a:lnTo>
                <a:lnTo>
                  <a:pt x="107183" y="16600"/>
                </a:lnTo>
                <a:moveTo>
                  <a:pt x="89691" y="26416"/>
                </a:moveTo>
                <a:lnTo>
                  <a:pt x="89691" y="90100"/>
                </a:lnTo>
                <a:lnTo>
                  <a:pt x="107183" y="90100"/>
                </a:lnTo>
                <a:lnTo>
                  <a:pt x="107183" y="26416"/>
                </a:lnTo>
                <a:lnTo>
                  <a:pt x="89691" y="26416"/>
                </a:lnTo>
                <a:close/>
                <a:moveTo>
                  <a:pt x="134118" y="69409"/>
                </a:moveTo>
                <a:lnTo>
                  <a:pt x="117489" y="69409"/>
                </a:lnTo>
                <a:cubicBezTo>
                  <a:pt x="117653" y="73672"/>
                  <a:pt x="118618" y="77218"/>
                  <a:pt x="120383" y="80046"/>
                </a:cubicBezTo>
                <a:cubicBezTo>
                  <a:pt x="122149" y="82873"/>
                  <a:pt x="124407" y="85147"/>
                  <a:pt x="127158" y="86869"/>
                </a:cubicBezTo>
                <a:cubicBezTo>
                  <a:pt x="129909" y="88590"/>
                  <a:pt x="133051" y="89820"/>
                  <a:pt x="136582" y="90556"/>
                </a:cubicBezTo>
                <a:cubicBezTo>
                  <a:pt x="140113" y="91295"/>
                  <a:pt x="143726" y="91664"/>
                  <a:pt x="147421" y="91664"/>
                </a:cubicBezTo>
                <a:cubicBezTo>
                  <a:pt x="151034" y="91664"/>
                  <a:pt x="154585" y="91314"/>
                  <a:pt x="158075" y="90615"/>
                </a:cubicBezTo>
                <a:cubicBezTo>
                  <a:pt x="161566" y="89917"/>
                  <a:pt x="164666" y="88705"/>
                  <a:pt x="167375" y="86980"/>
                </a:cubicBezTo>
                <a:cubicBezTo>
                  <a:pt x="170085" y="85254"/>
                  <a:pt x="172282" y="82974"/>
                  <a:pt x="173965" y="80140"/>
                </a:cubicBezTo>
                <a:cubicBezTo>
                  <a:pt x="175649" y="77305"/>
                  <a:pt x="176491" y="73793"/>
                  <a:pt x="176491" y="69603"/>
                </a:cubicBezTo>
                <a:cubicBezTo>
                  <a:pt x="176491" y="66646"/>
                  <a:pt x="175916" y="64161"/>
                  <a:pt x="174765" y="62148"/>
                </a:cubicBezTo>
                <a:cubicBezTo>
                  <a:pt x="173616" y="60135"/>
                  <a:pt x="172097" y="58450"/>
                  <a:pt x="170208" y="57094"/>
                </a:cubicBezTo>
                <a:cubicBezTo>
                  <a:pt x="168319" y="55738"/>
                  <a:pt x="166164" y="54650"/>
                  <a:pt x="163742" y="53829"/>
                </a:cubicBezTo>
                <a:cubicBezTo>
                  <a:pt x="161320" y="53007"/>
                  <a:pt x="158835" y="52309"/>
                  <a:pt x="156289" y="51734"/>
                </a:cubicBezTo>
                <a:cubicBezTo>
                  <a:pt x="153826" y="51159"/>
                  <a:pt x="151403" y="50625"/>
                  <a:pt x="149021" y="50132"/>
                </a:cubicBezTo>
                <a:cubicBezTo>
                  <a:pt x="146640" y="49639"/>
                  <a:pt x="144525" y="49084"/>
                  <a:pt x="142677" y="48469"/>
                </a:cubicBezTo>
                <a:cubicBezTo>
                  <a:pt x="140830" y="47852"/>
                  <a:pt x="139332" y="47051"/>
                  <a:pt x="138181" y="46065"/>
                </a:cubicBezTo>
                <a:cubicBezTo>
                  <a:pt x="137032" y="45079"/>
                  <a:pt x="136458" y="43805"/>
                  <a:pt x="136458" y="42244"/>
                </a:cubicBezTo>
                <a:cubicBezTo>
                  <a:pt x="136458" y="40929"/>
                  <a:pt x="136786" y="39882"/>
                  <a:pt x="137443" y="39101"/>
                </a:cubicBezTo>
                <a:cubicBezTo>
                  <a:pt x="138100" y="38320"/>
                  <a:pt x="138901" y="37725"/>
                  <a:pt x="139845" y="37315"/>
                </a:cubicBezTo>
                <a:cubicBezTo>
                  <a:pt x="140790" y="36904"/>
                  <a:pt x="141836" y="36637"/>
                  <a:pt x="142985" y="36515"/>
                </a:cubicBezTo>
                <a:cubicBezTo>
                  <a:pt x="144136" y="36391"/>
                  <a:pt x="145203" y="36329"/>
                  <a:pt x="146188" y="36329"/>
                </a:cubicBezTo>
                <a:cubicBezTo>
                  <a:pt x="149308" y="36329"/>
                  <a:pt x="152018" y="36927"/>
                  <a:pt x="154318" y="38124"/>
                </a:cubicBezTo>
                <a:cubicBezTo>
                  <a:pt x="156617" y="39319"/>
                  <a:pt x="157890" y="41608"/>
                  <a:pt x="158137" y="44990"/>
                </a:cubicBezTo>
                <a:lnTo>
                  <a:pt x="174767" y="44990"/>
                </a:lnTo>
                <a:cubicBezTo>
                  <a:pt x="174439" y="41048"/>
                  <a:pt x="173433" y="37783"/>
                  <a:pt x="171749" y="35195"/>
                </a:cubicBezTo>
                <a:cubicBezTo>
                  <a:pt x="170066" y="32608"/>
                  <a:pt x="167951" y="30534"/>
                  <a:pt x="165405" y="28974"/>
                </a:cubicBezTo>
                <a:cubicBezTo>
                  <a:pt x="162860" y="27412"/>
                  <a:pt x="159966" y="26304"/>
                  <a:pt x="156721" y="25647"/>
                </a:cubicBezTo>
                <a:cubicBezTo>
                  <a:pt x="153477" y="24989"/>
                  <a:pt x="150131" y="24660"/>
                  <a:pt x="146683" y="24660"/>
                </a:cubicBezTo>
                <a:cubicBezTo>
                  <a:pt x="143233" y="24660"/>
                  <a:pt x="139865" y="24968"/>
                  <a:pt x="136580" y="25585"/>
                </a:cubicBezTo>
                <a:cubicBezTo>
                  <a:pt x="133296" y="26200"/>
                  <a:pt x="130340" y="27268"/>
                  <a:pt x="127712" y="28788"/>
                </a:cubicBezTo>
                <a:cubicBezTo>
                  <a:pt x="125084" y="30308"/>
                  <a:pt x="122970" y="32382"/>
                  <a:pt x="121368" y="35011"/>
                </a:cubicBezTo>
                <a:cubicBezTo>
                  <a:pt x="119767" y="37640"/>
                  <a:pt x="118966" y="41009"/>
                  <a:pt x="118966" y="45118"/>
                </a:cubicBezTo>
                <a:cubicBezTo>
                  <a:pt x="118966" y="47911"/>
                  <a:pt x="119541" y="50273"/>
                  <a:pt x="120690" y="52204"/>
                </a:cubicBezTo>
                <a:cubicBezTo>
                  <a:pt x="121840" y="54133"/>
                  <a:pt x="123360" y="55735"/>
                  <a:pt x="125248" y="57010"/>
                </a:cubicBezTo>
                <a:cubicBezTo>
                  <a:pt x="127137" y="58283"/>
                  <a:pt x="129293" y="59310"/>
                  <a:pt x="131716" y="60090"/>
                </a:cubicBezTo>
                <a:cubicBezTo>
                  <a:pt x="134138" y="60871"/>
                  <a:pt x="136622" y="61549"/>
                  <a:pt x="139168" y="62124"/>
                </a:cubicBezTo>
                <a:cubicBezTo>
                  <a:pt x="145408" y="63438"/>
                  <a:pt x="150273" y="64753"/>
                  <a:pt x="153763" y="66067"/>
                </a:cubicBezTo>
                <a:cubicBezTo>
                  <a:pt x="157254" y="67382"/>
                  <a:pt x="159000" y="69354"/>
                  <a:pt x="159000" y="71982"/>
                </a:cubicBezTo>
                <a:cubicBezTo>
                  <a:pt x="159000" y="73542"/>
                  <a:pt x="158630" y="74836"/>
                  <a:pt x="157891" y="75864"/>
                </a:cubicBezTo>
                <a:cubicBezTo>
                  <a:pt x="157151" y="76891"/>
                  <a:pt x="156227" y="77713"/>
                  <a:pt x="155118" y="78330"/>
                </a:cubicBezTo>
                <a:cubicBezTo>
                  <a:pt x="154011" y="78945"/>
                  <a:pt x="152779" y="79397"/>
                  <a:pt x="151423" y="79685"/>
                </a:cubicBezTo>
                <a:cubicBezTo>
                  <a:pt x="150068" y="79972"/>
                  <a:pt x="148775" y="80115"/>
                  <a:pt x="147543" y="80115"/>
                </a:cubicBezTo>
                <a:cubicBezTo>
                  <a:pt x="145819" y="80115"/>
                  <a:pt x="144156" y="79910"/>
                  <a:pt x="142555" y="79501"/>
                </a:cubicBezTo>
                <a:cubicBezTo>
                  <a:pt x="140954" y="79090"/>
                  <a:pt x="139537" y="78454"/>
                  <a:pt x="138305" y="77593"/>
                </a:cubicBezTo>
                <a:cubicBezTo>
                  <a:pt x="137074" y="76731"/>
                  <a:pt x="136067" y="75623"/>
                  <a:pt x="135287" y="74270"/>
                </a:cubicBezTo>
                <a:cubicBezTo>
                  <a:pt x="134507" y="72917"/>
                  <a:pt x="134118" y="71296"/>
                  <a:pt x="134118" y="69409"/>
                </a:cubicBezTo>
                <a:close/>
                <a:moveTo>
                  <a:pt x="208537" y="26465"/>
                </a:moveTo>
                <a:lnTo>
                  <a:pt x="208537" y="7338"/>
                </a:lnTo>
                <a:lnTo>
                  <a:pt x="191046" y="7338"/>
                </a:lnTo>
                <a:lnTo>
                  <a:pt x="191046" y="26465"/>
                </a:lnTo>
                <a:lnTo>
                  <a:pt x="180453" y="26465"/>
                </a:lnTo>
                <a:lnTo>
                  <a:pt x="180453" y="38133"/>
                </a:lnTo>
                <a:lnTo>
                  <a:pt x="191046" y="38133"/>
                </a:lnTo>
                <a:lnTo>
                  <a:pt x="191046" y="75681"/>
                </a:lnTo>
                <a:cubicBezTo>
                  <a:pt x="191046" y="78883"/>
                  <a:pt x="191580" y="81469"/>
                  <a:pt x="192647" y="83438"/>
                </a:cubicBezTo>
                <a:cubicBezTo>
                  <a:pt x="193715" y="85408"/>
                  <a:pt x="195172" y="86927"/>
                  <a:pt x="197019" y="87995"/>
                </a:cubicBezTo>
                <a:cubicBezTo>
                  <a:pt x="198868" y="89061"/>
                  <a:pt x="201003" y="89778"/>
                  <a:pt x="203425" y="90147"/>
                </a:cubicBezTo>
                <a:cubicBezTo>
                  <a:pt x="205848" y="90516"/>
                  <a:pt x="208415" y="90701"/>
                  <a:pt x="211126" y="90701"/>
                </a:cubicBezTo>
                <a:cubicBezTo>
                  <a:pt x="212850" y="90701"/>
                  <a:pt x="214615" y="90661"/>
                  <a:pt x="216422" y="90581"/>
                </a:cubicBezTo>
                <a:cubicBezTo>
                  <a:pt x="218229" y="90501"/>
                  <a:pt x="219871" y="90340"/>
                  <a:pt x="221349" y="90100"/>
                </a:cubicBezTo>
                <a:lnTo>
                  <a:pt x="221349" y="76495"/>
                </a:lnTo>
                <a:cubicBezTo>
                  <a:pt x="220528" y="76659"/>
                  <a:pt x="219666" y="76783"/>
                  <a:pt x="218762" y="76866"/>
                </a:cubicBezTo>
                <a:cubicBezTo>
                  <a:pt x="217859" y="76947"/>
                  <a:pt x="216915" y="76988"/>
                  <a:pt x="215930" y="76988"/>
                </a:cubicBezTo>
                <a:cubicBezTo>
                  <a:pt x="212973" y="76988"/>
                  <a:pt x="211001" y="76496"/>
                  <a:pt x="210015" y="75512"/>
                </a:cubicBezTo>
                <a:cubicBezTo>
                  <a:pt x="209030" y="74529"/>
                  <a:pt x="208537" y="72561"/>
                  <a:pt x="208537" y="69610"/>
                </a:cubicBezTo>
                <a:lnTo>
                  <a:pt x="208537" y="38133"/>
                </a:lnTo>
                <a:lnTo>
                  <a:pt x="221349" y="38133"/>
                </a:lnTo>
                <a:lnTo>
                  <a:pt x="221349" y="26465"/>
                </a:lnTo>
                <a:lnTo>
                  <a:pt x="208537" y="26465"/>
                </a:lnTo>
                <a:close/>
                <a:moveTo>
                  <a:pt x="244731" y="58344"/>
                </a:moveTo>
                <a:cubicBezTo>
                  <a:pt x="244731" y="55798"/>
                  <a:pt x="244977" y="53293"/>
                  <a:pt x="245470" y="50830"/>
                </a:cubicBezTo>
                <a:cubicBezTo>
                  <a:pt x="245962" y="48365"/>
                  <a:pt x="246804" y="46188"/>
                  <a:pt x="247994" y="44300"/>
                </a:cubicBezTo>
                <a:cubicBezTo>
                  <a:pt x="249186" y="42410"/>
                  <a:pt x="250767" y="40870"/>
                  <a:pt x="252738" y="39680"/>
                </a:cubicBezTo>
                <a:cubicBezTo>
                  <a:pt x="254709" y="38488"/>
                  <a:pt x="257173" y="37892"/>
                  <a:pt x="260129" y="37892"/>
                </a:cubicBezTo>
                <a:cubicBezTo>
                  <a:pt x="263086" y="37892"/>
                  <a:pt x="265570" y="38488"/>
                  <a:pt x="267581" y="39680"/>
                </a:cubicBezTo>
                <a:cubicBezTo>
                  <a:pt x="269594" y="40870"/>
                  <a:pt x="271195" y="42410"/>
                  <a:pt x="272385" y="44300"/>
                </a:cubicBezTo>
                <a:cubicBezTo>
                  <a:pt x="273577" y="46188"/>
                  <a:pt x="274419" y="48365"/>
                  <a:pt x="274912" y="50830"/>
                </a:cubicBezTo>
                <a:cubicBezTo>
                  <a:pt x="275404" y="53293"/>
                  <a:pt x="275650" y="55798"/>
                  <a:pt x="275650" y="58344"/>
                </a:cubicBezTo>
                <a:cubicBezTo>
                  <a:pt x="275650" y="60890"/>
                  <a:pt x="275404" y="63375"/>
                  <a:pt x="274912" y="65799"/>
                </a:cubicBezTo>
                <a:cubicBezTo>
                  <a:pt x="274419" y="68221"/>
                  <a:pt x="273577" y="70397"/>
                  <a:pt x="272385" y="72328"/>
                </a:cubicBezTo>
                <a:cubicBezTo>
                  <a:pt x="271195" y="74258"/>
                  <a:pt x="269594" y="75798"/>
                  <a:pt x="267581" y="76948"/>
                </a:cubicBezTo>
                <a:cubicBezTo>
                  <a:pt x="265570" y="78097"/>
                  <a:pt x="263086" y="78672"/>
                  <a:pt x="260129" y="78672"/>
                </a:cubicBezTo>
                <a:cubicBezTo>
                  <a:pt x="257173" y="78672"/>
                  <a:pt x="254709" y="78097"/>
                  <a:pt x="252738" y="76948"/>
                </a:cubicBezTo>
                <a:cubicBezTo>
                  <a:pt x="250767" y="75798"/>
                  <a:pt x="249186" y="74258"/>
                  <a:pt x="247994" y="72328"/>
                </a:cubicBezTo>
                <a:cubicBezTo>
                  <a:pt x="246804" y="70397"/>
                  <a:pt x="245962" y="68221"/>
                  <a:pt x="245470" y="65799"/>
                </a:cubicBezTo>
                <a:cubicBezTo>
                  <a:pt x="244977" y="63375"/>
                  <a:pt x="244731" y="60890"/>
                  <a:pt x="244731" y="58344"/>
                </a:cubicBezTo>
                <a:moveTo>
                  <a:pt x="227240" y="58346"/>
                </a:moveTo>
                <a:cubicBezTo>
                  <a:pt x="227240" y="63446"/>
                  <a:pt x="228020" y="68052"/>
                  <a:pt x="229580" y="72165"/>
                </a:cubicBezTo>
                <a:cubicBezTo>
                  <a:pt x="231140" y="76277"/>
                  <a:pt x="233357" y="79794"/>
                  <a:pt x="236232" y="82715"/>
                </a:cubicBezTo>
                <a:cubicBezTo>
                  <a:pt x="239106" y="85634"/>
                  <a:pt x="242555" y="87876"/>
                  <a:pt x="246579" y="89440"/>
                </a:cubicBezTo>
                <a:cubicBezTo>
                  <a:pt x="250603" y="91003"/>
                  <a:pt x="255120" y="91784"/>
                  <a:pt x="260129" y="91784"/>
                </a:cubicBezTo>
                <a:cubicBezTo>
                  <a:pt x="265138" y="91784"/>
                  <a:pt x="269676" y="91003"/>
                  <a:pt x="273741" y="89440"/>
                </a:cubicBezTo>
                <a:cubicBezTo>
                  <a:pt x="277805" y="87876"/>
                  <a:pt x="281275" y="85634"/>
                  <a:pt x="284150" y="82715"/>
                </a:cubicBezTo>
                <a:cubicBezTo>
                  <a:pt x="287024" y="79794"/>
                  <a:pt x="289241" y="76277"/>
                  <a:pt x="290802" y="72165"/>
                </a:cubicBezTo>
                <a:cubicBezTo>
                  <a:pt x="292362" y="68052"/>
                  <a:pt x="293142" y="63446"/>
                  <a:pt x="293142" y="58346"/>
                </a:cubicBezTo>
                <a:cubicBezTo>
                  <a:pt x="293142" y="53246"/>
                  <a:pt x="292362" y="48619"/>
                  <a:pt x="290802" y="44465"/>
                </a:cubicBezTo>
                <a:cubicBezTo>
                  <a:pt x="289241" y="40310"/>
                  <a:pt x="287024" y="36773"/>
                  <a:pt x="284150" y="33853"/>
                </a:cubicBezTo>
                <a:cubicBezTo>
                  <a:pt x="281275" y="30932"/>
                  <a:pt x="277805" y="28670"/>
                  <a:pt x="273741" y="27066"/>
                </a:cubicBezTo>
                <a:cubicBezTo>
                  <a:pt x="269676" y="25462"/>
                  <a:pt x="265138" y="24660"/>
                  <a:pt x="260129" y="24660"/>
                </a:cubicBezTo>
                <a:cubicBezTo>
                  <a:pt x="255120" y="24660"/>
                  <a:pt x="250603" y="25462"/>
                  <a:pt x="246579" y="27066"/>
                </a:cubicBezTo>
                <a:cubicBezTo>
                  <a:pt x="242555" y="28670"/>
                  <a:pt x="239106" y="30932"/>
                  <a:pt x="236232" y="33853"/>
                </a:cubicBezTo>
                <a:cubicBezTo>
                  <a:pt x="233357" y="36773"/>
                  <a:pt x="231140" y="40310"/>
                  <a:pt x="229580" y="44465"/>
                </a:cubicBezTo>
                <a:cubicBezTo>
                  <a:pt x="228020" y="48619"/>
                  <a:pt x="227240" y="53246"/>
                  <a:pt x="227240" y="58346"/>
                </a:cubicBezTo>
                <a:close/>
                <a:moveTo>
                  <a:pt x="304191" y="26369"/>
                </a:moveTo>
                <a:lnTo>
                  <a:pt x="304191" y="90100"/>
                </a:lnTo>
                <a:lnTo>
                  <a:pt x="321682" y="90100"/>
                </a:lnTo>
                <a:lnTo>
                  <a:pt x="321682" y="61368"/>
                </a:lnTo>
                <a:cubicBezTo>
                  <a:pt x="321682" y="58491"/>
                  <a:pt x="321970" y="55820"/>
                  <a:pt x="322545" y="53354"/>
                </a:cubicBezTo>
                <a:cubicBezTo>
                  <a:pt x="323120" y="50888"/>
                  <a:pt x="324085" y="48730"/>
                  <a:pt x="325439" y="46881"/>
                </a:cubicBezTo>
                <a:cubicBezTo>
                  <a:pt x="326794" y="45031"/>
                  <a:pt x="328580" y="43572"/>
                  <a:pt x="330796" y="42503"/>
                </a:cubicBezTo>
                <a:cubicBezTo>
                  <a:pt x="333014" y="41434"/>
                  <a:pt x="335724" y="40900"/>
                  <a:pt x="338927" y="40900"/>
                </a:cubicBezTo>
                <a:cubicBezTo>
                  <a:pt x="339995" y="40900"/>
                  <a:pt x="341103" y="40962"/>
                  <a:pt x="342252" y="41086"/>
                </a:cubicBezTo>
                <a:cubicBezTo>
                  <a:pt x="343403" y="41209"/>
                  <a:pt x="344388" y="41352"/>
                  <a:pt x="345209" y="41516"/>
                </a:cubicBezTo>
                <a:lnTo>
                  <a:pt x="345209" y="25275"/>
                </a:lnTo>
                <a:cubicBezTo>
                  <a:pt x="343813" y="24865"/>
                  <a:pt x="342540" y="24660"/>
                  <a:pt x="341391" y="24660"/>
                </a:cubicBezTo>
                <a:cubicBezTo>
                  <a:pt x="339173" y="24660"/>
                  <a:pt x="337038" y="24988"/>
                  <a:pt x="334986" y="25645"/>
                </a:cubicBezTo>
                <a:cubicBezTo>
                  <a:pt x="332933" y="26300"/>
                  <a:pt x="331004" y="27223"/>
                  <a:pt x="329197" y="28412"/>
                </a:cubicBezTo>
                <a:cubicBezTo>
                  <a:pt x="327390" y="29601"/>
                  <a:pt x="325788" y="31036"/>
                  <a:pt x="324392" y="32718"/>
                </a:cubicBezTo>
                <a:cubicBezTo>
                  <a:pt x="322997" y="34400"/>
                  <a:pt x="321888" y="36225"/>
                  <a:pt x="321066" y="38193"/>
                </a:cubicBezTo>
                <a:lnTo>
                  <a:pt x="320819" y="38193"/>
                </a:lnTo>
                <a:lnTo>
                  <a:pt x="320819" y="26369"/>
                </a:lnTo>
                <a:lnTo>
                  <a:pt x="304191" y="26369"/>
                </a:lnTo>
                <a:close/>
                <a:moveTo>
                  <a:pt x="369610" y="16600"/>
                </a:moveTo>
                <a:lnTo>
                  <a:pt x="369610" y="2165"/>
                </a:lnTo>
                <a:lnTo>
                  <a:pt x="352119" y="2165"/>
                </a:lnTo>
                <a:lnTo>
                  <a:pt x="352119" y="16600"/>
                </a:lnTo>
                <a:lnTo>
                  <a:pt x="369610" y="16600"/>
                </a:lnTo>
                <a:moveTo>
                  <a:pt x="352119" y="26416"/>
                </a:moveTo>
                <a:lnTo>
                  <a:pt x="352119" y="90100"/>
                </a:lnTo>
                <a:lnTo>
                  <a:pt x="369610" y="90100"/>
                </a:lnTo>
                <a:lnTo>
                  <a:pt x="369610" y="26416"/>
                </a:lnTo>
                <a:lnTo>
                  <a:pt x="352119" y="26416"/>
                </a:lnTo>
                <a:close/>
                <a:moveTo>
                  <a:pt x="426356" y="48839"/>
                </a:moveTo>
                <a:lnTo>
                  <a:pt x="443477" y="48839"/>
                </a:lnTo>
                <a:cubicBezTo>
                  <a:pt x="443231" y="44727"/>
                  <a:pt x="442246" y="41170"/>
                  <a:pt x="440520" y="38169"/>
                </a:cubicBezTo>
                <a:cubicBezTo>
                  <a:pt x="438796" y="35166"/>
                  <a:pt x="436558" y="32658"/>
                  <a:pt x="433806" y="30643"/>
                </a:cubicBezTo>
                <a:cubicBezTo>
                  <a:pt x="431056" y="28628"/>
                  <a:pt x="427936" y="27127"/>
                  <a:pt x="424446" y="26141"/>
                </a:cubicBezTo>
                <a:cubicBezTo>
                  <a:pt x="420956" y="25154"/>
                  <a:pt x="417322" y="24660"/>
                  <a:pt x="413544" y="24660"/>
                </a:cubicBezTo>
                <a:cubicBezTo>
                  <a:pt x="408371" y="24660"/>
                  <a:pt x="403771" y="25524"/>
                  <a:pt x="399746" y="27252"/>
                </a:cubicBezTo>
                <a:cubicBezTo>
                  <a:pt x="395723" y="28979"/>
                  <a:pt x="392315" y="31385"/>
                  <a:pt x="389523" y="34470"/>
                </a:cubicBezTo>
                <a:cubicBezTo>
                  <a:pt x="386732" y="37555"/>
                  <a:pt x="384617" y="41216"/>
                  <a:pt x="383180" y="45452"/>
                </a:cubicBezTo>
                <a:cubicBezTo>
                  <a:pt x="381742" y="49687"/>
                  <a:pt x="381024" y="54273"/>
                  <a:pt x="381024" y="59209"/>
                </a:cubicBezTo>
                <a:cubicBezTo>
                  <a:pt x="381024" y="63980"/>
                  <a:pt x="381804" y="68361"/>
                  <a:pt x="383364" y="72351"/>
                </a:cubicBezTo>
                <a:cubicBezTo>
                  <a:pt x="384924" y="76339"/>
                  <a:pt x="387100" y="79773"/>
                  <a:pt x="389892" y="82653"/>
                </a:cubicBezTo>
                <a:cubicBezTo>
                  <a:pt x="392685" y="85532"/>
                  <a:pt x="396072" y="87774"/>
                  <a:pt x="400055" y="89378"/>
                </a:cubicBezTo>
                <a:cubicBezTo>
                  <a:pt x="404038" y="90982"/>
                  <a:pt x="408411" y="91784"/>
                  <a:pt x="413174" y="91784"/>
                </a:cubicBezTo>
                <a:cubicBezTo>
                  <a:pt x="421632" y="91784"/>
                  <a:pt x="428571" y="89558"/>
                  <a:pt x="433991" y="85106"/>
                </a:cubicBezTo>
                <a:cubicBezTo>
                  <a:pt x="439411" y="80652"/>
                  <a:pt x="442697" y="74197"/>
                  <a:pt x="443847" y="65738"/>
                </a:cubicBezTo>
                <a:lnTo>
                  <a:pt x="426970" y="65738"/>
                </a:lnTo>
                <a:cubicBezTo>
                  <a:pt x="426396" y="69681"/>
                  <a:pt x="424980" y="72822"/>
                  <a:pt x="422721" y="75163"/>
                </a:cubicBezTo>
                <a:cubicBezTo>
                  <a:pt x="420463" y="77502"/>
                  <a:pt x="417240" y="78672"/>
                  <a:pt x="413052" y="78672"/>
                </a:cubicBezTo>
                <a:cubicBezTo>
                  <a:pt x="410342" y="78672"/>
                  <a:pt x="408042" y="78056"/>
                  <a:pt x="406152" y="76824"/>
                </a:cubicBezTo>
                <a:cubicBezTo>
                  <a:pt x="404264" y="75592"/>
                  <a:pt x="402765" y="74012"/>
                  <a:pt x="401656" y="72082"/>
                </a:cubicBezTo>
                <a:cubicBezTo>
                  <a:pt x="400548" y="70151"/>
                  <a:pt x="399748" y="67995"/>
                  <a:pt x="399254" y="65613"/>
                </a:cubicBezTo>
                <a:cubicBezTo>
                  <a:pt x="398761" y="63230"/>
                  <a:pt x="398515" y="60890"/>
                  <a:pt x="398515" y="58590"/>
                </a:cubicBezTo>
                <a:cubicBezTo>
                  <a:pt x="398515" y="56208"/>
                  <a:pt x="398761" y="53806"/>
                  <a:pt x="399254" y="51384"/>
                </a:cubicBezTo>
                <a:cubicBezTo>
                  <a:pt x="399748" y="48961"/>
                  <a:pt x="400590" y="46743"/>
                  <a:pt x="401780" y="44730"/>
                </a:cubicBezTo>
                <a:cubicBezTo>
                  <a:pt x="402970" y="42718"/>
                  <a:pt x="404510" y="41075"/>
                  <a:pt x="406398" y="39802"/>
                </a:cubicBezTo>
                <a:cubicBezTo>
                  <a:pt x="408288" y="38529"/>
                  <a:pt x="410629" y="37892"/>
                  <a:pt x="413420" y="37892"/>
                </a:cubicBezTo>
                <a:cubicBezTo>
                  <a:pt x="420894" y="37892"/>
                  <a:pt x="425205" y="41541"/>
                  <a:pt x="426356" y="48839"/>
                </a:cubicBezTo>
                <a:close/>
                <a:moveTo>
                  <a:pt x="452646" y="46001"/>
                </a:moveTo>
                <a:cubicBezTo>
                  <a:pt x="452891" y="41895"/>
                  <a:pt x="453918" y="38487"/>
                  <a:pt x="455724" y="35778"/>
                </a:cubicBezTo>
                <a:cubicBezTo>
                  <a:pt x="457531" y="33068"/>
                  <a:pt x="459831" y="30891"/>
                  <a:pt x="462623" y="29248"/>
                </a:cubicBezTo>
                <a:cubicBezTo>
                  <a:pt x="465414" y="27605"/>
                  <a:pt x="468555" y="26435"/>
                  <a:pt x="472045" y="25737"/>
                </a:cubicBezTo>
                <a:cubicBezTo>
                  <a:pt x="475536" y="25039"/>
                  <a:pt x="479047" y="24690"/>
                  <a:pt x="482578" y="24690"/>
                </a:cubicBezTo>
                <a:cubicBezTo>
                  <a:pt x="485781" y="24690"/>
                  <a:pt x="489024" y="24916"/>
                  <a:pt x="492309" y="25369"/>
                </a:cubicBezTo>
                <a:cubicBezTo>
                  <a:pt x="495594" y="25820"/>
                  <a:pt x="498592" y="26703"/>
                  <a:pt x="501301" y="28017"/>
                </a:cubicBezTo>
                <a:cubicBezTo>
                  <a:pt x="504011" y="29330"/>
                  <a:pt x="506228" y="31157"/>
                  <a:pt x="507952" y="33498"/>
                </a:cubicBezTo>
                <a:cubicBezTo>
                  <a:pt x="509678" y="35839"/>
                  <a:pt x="510541" y="38939"/>
                  <a:pt x="510541" y="42798"/>
                </a:cubicBezTo>
                <a:lnTo>
                  <a:pt x="510541" y="75933"/>
                </a:lnTo>
                <a:cubicBezTo>
                  <a:pt x="510541" y="78808"/>
                  <a:pt x="510705" y="81559"/>
                  <a:pt x="511033" y="84187"/>
                </a:cubicBezTo>
                <a:cubicBezTo>
                  <a:pt x="511361" y="86814"/>
                  <a:pt x="511936" y="88785"/>
                  <a:pt x="512757" y="90100"/>
                </a:cubicBezTo>
                <a:lnTo>
                  <a:pt x="495019" y="90100"/>
                </a:lnTo>
                <a:cubicBezTo>
                  <a:pt x="494691" y="89115"/>
                  <a:pt x="494424" y="88109"/>
                  <a:pt x="494218" y="87083"/>
                </a:cubicBezTo>
                <a:cubicBezTo>
                  <a:pt x="494013" y="86055"/>
                  <a:pt x="493869" y="85008"/>
                  <a:pt x="493788" y="83940"/>
                </a:cubicBezTo>
                <a:cubicBezTo>
                  <a:pt x="490996" y="86815"/>
                  <a:pt x="487711" y="88827"/>
                  <a:pt x="483933" y="89978"/>
                </a:cubicBezTo>
                <a:cubicBezTo>
                  <a:pt x="480155" y="91127"/>
                  <a:pt x="476295" y="91701"/>
                  <a:pt x="472353" y="91701"/>
                </a:cubicBezTo>
                <a:cubicBezTo>
                  <a:pt x="469316" y="91701"/>
                  <a:pt x="466483" y="91331"/>
                  <a:pt x="463854" y="90592"/>
                </a:cubicBezTo>
                <a:cubicBezTo>
                  <a:pt x="461226" y="89853"/>
                  <a:pt x="458927" y="88703"/>
                  <a:pt x="456956" y="87143"/>
                </a:cubicBezTo>
                <a:cubicBezTo>
                  <a:pt x="454986" y="85583"/>
                  <a:pt x="453446" y="83613"/>
                  <a:pt x="452337" y="81232"/>
                </a:cubicBezTo>
                <a:cubicBezTo>
                  <a:pt x="451229" y="78850"/>
                  <a:pt x="450674" y="76016"/>
                  <a:pt x="450674" y="72730"/>
                </a:cubicBezTo>
                <a:cubicBezTo>
                  <a:pt x="450674" y="69118"/>
                  <a:pt x="451311" y="66141"/>
                  <a:pt x="452584" y="63801"/>
                </a:cubicBezTo>
                <a:cubicBezTo>
                  <a:pt x="453857" y="61460"/>
                  <a:pt x="455499" y="59592"/>
                  <a:pt x="457510" y="58196"/>
                </a:cubicBezTo>
                <a:cubicBezTo>
                  <a:pt x="459523" y="56800"/>
                  <a:pt x="461822" y="55753"/>
                  <a:pt x="464408" y="55055"/>
                </a:cubicBezTo>
                <a:cubicBezTo>
                  <a:pt x="466996" y="54357"/>
                  <a:pt x="469603" y="53803"/>
                  <a:pt x="472231" y="53393"/>
                </a:cubicBezTo>
                <a:cubicBezTo>
                  <a:pt x="474859" y="52982"/>
                  <a:pt x="477445" y="52653"/>
                  <a:pt x="479990" y="52407"/>
                </a:cubicBezTo>
                <a:cubicBezTo>
                  <a:pt x="482536" y="52160"/>
                  <a:pt x="484795" y="51790"/>
                  <a:pt x="486766" y="51298"/>
                </a:cubicBezTo>
                <a:cubicBezTo>
                  <a:pt x="488737" y="50805"/>
                  <a:pt x="490297" y="50087"/>
                  <a:pt x="491446" y="49144"/>
                </a:cubicBezTo>
                <a:cubicBezTo>
                  <a:pt x="492596" y="48199"/>
                  <a:pt x="493131" y="46823"/>
                  <a:pt x="493049" y="45016"/>
                </a:cubicBezTo>
                <a:cubicBezTo>
                  <a:pt x="493049" y="43126"/>
                  <a:pt x="492741" y="41628"/>
                  <a:pt x="492125" y="40520"/>
                </a:cubicBezTo>
                <a:cubicBezTo>
                  <a:pt x="491508" y="39411"/>
                  <a:pt x="490687" y="38549"/>
                  <a:pt x="489660" y="37934"/>
                </a:cubicBezTo>
                <a:cubicBezTo>
                  <a:pt x="488634" y="37317"/>
                  <a:pt x="487443" y="36906"/>
                  <a:pt x="486087" y="36701"/>
                </a:cubicBezTo>
                <a:cubicBezTo>
                  <a:pt x="484733" y="36495"/>
                  <a:pt x="483275" y="36392"/>
                  <a:pt x="481715" y="36392"/>
                </a:cubicBezTo>
                <a:cubicBezTo>
                  <a:pt x="478267" y="36392"/>
                  <a:pt x="475557" y="37132"/>
                  <a:pt x="473586" y="38610"/>
                </a:cubicBezTo>
                <a:cubicBezTo>
                  <a:pt x="471615" y="40089"/>
                  <a:pt x="470465" y="42553"/>
                  <a:pt x="470137" y="46001"/>
                </a:cubicBezTo>
                <a:lnTo>
                  <a:pt x="452646" y="46001"/>
                </a:lnTo>
                <a:moveTo>
                  <a:pt x="493049" y="58934"/>
                </a:moveTo>
                <a:cubicBezTo>
                  <a:pt x="492310" y="59592"/>
                  <a:pt x="491386" y="60106"/>
                  <a:pt x="490277" y="60476"/>
                </a:cubicBezTo>
                <a:cubicBezTo>
                  <a:pt x="489168" y="60845"/>
                  <a:pt x="487977" y="61154"/>
                  <a:pt x="486704" y="61400"/>
                </a:cubicBezTo>
                <a:cubicBezTo>
                  <a:pt x="485432" y="61646"/>
                  <a:pt x="484097" y="61851"/>
                  <a:pt x="482700" y="62015"/>
                </a:cubicBezTo>
                <a:cubicBezTo>
                  <a:pt x="481304" y="62179"/>
                  <a:pt x="479908" y="62384"/>
                  <a:pt x="478513" y="62630"/>
                </a:cubicBezTo>
                <a:cubicBezTo>
                  <a:pt x="477199" y="62876"/>
                  <a:pt x="475906" y="63205"/>
                  <a:pt x="474633" y="63616"/>
                </a:cubicBezTo>
                <a:cubicBezTo>
                  <a:pt x="473360" y="64026"/>
                  <a:pt x="472251" y="64581"/>
                  <a:pt x="471306" y="65280"/>
                </a:cubicBezTo>
                <a:cubicBezTo>
                  <a:pt x="470363" y="65978"/>
                  <a:pt x="469603" y="66861"/>
                  <a:pt x="469028" y="67928"/>
                </a:cubicBezTo>
                <a:cubicBezTo>
                  <a:pt x="468453" y="68995"/>
                  <a:pt x="468165" y="70349"/>
                  <a:pt x="468165" y="71992"/>
                </a:cubicBezTo>
                <a:cubicBezTo>
                  <a:pt x="468165" y="73552"/>
                  <a:pt x="468453" y="74866"/>
                  <a:pt x="469028" y="75933"/>
                </a:cubicBezTo>
                <a:cubicBezTo>
                  <a:pt x="469603" y="77001"/>
                  <a:pt x="470383" y="77843"/>
                  <a:pt x="471368" y="78459"/>
                </a:cubicBezTo>
                <a:cubicBezTo>
                  <a:pt x="472354" y="79075"/>
                  <a:pt x="473504" y="79506"/>
                  <a:pt x="474817" y="79753"/>
                </a:cubicBezTo>
                <a:cubicBezTo>
                  <a:pt x="476132" y="79999"/>
                  <a:pt x="477487" y="80123"/>
                  <a:pt x="478883" y="80123"/>
                </a:cubicBezTo>
                <a:cubicBezTo>
                  <a:pt x="482331" y="80123"/>
                  <a:pt x="485000" y="79548"/>
                  <a:pt x="486888" y="78399"/>
                </a:cubicBezTo>
                <a:cubicBezTo>
                  <a:pt x="488778" y="77249"/>
                  <a:pt x="490174" y="75873"/>
                  <a:pt x="491078" y="74272"/>
                </a:cubicBezTo>
                <a:cubicBezTo>
                  <a:pt x="491981" y="72670"/>
                  <a:pt x="492536" y="71048"/>
                  <a:pt x="492741" y="69406"/>
                </a:cubicBezTo>
                <a:cubicBezTo>
                  <a:pt x="492947" y="67763"/>
                  <a:pt x="493049" y="66449"/>
                  <a:pt x="493049" y="65464"/>
                </a:cubicBezTo>
                <a:lnTo>
                  <a:pt x="493049" y="58934"/>
                </a:lnTo>
                <a:close/>
                <a:moveTo>
                  <a:pt x="524266" y="2165"/>
                </a:moveTo>
                <a:lnTo>
                  <a:pt x="524266" y="90100"/>
                </a:lnTo>
                <a:lnTo>
                  <a:pt x="541757" y="90100"/>
                </a:lnTo>
                <a:lnTo>
                  <a:pt x="541757" y="2165"/>
                </a:lnTo>
                <a:lnTo>
                  <a:pt x="524266" y="2165"/>
                </a:lnTo>
                <a:close/>
                <a:moveTo>
                  <a:pt x="609993" y="37772"/>
                </a:moveTo>
                <a:lnTo>
                  <a:pt x="609993" y="17202"/>
                </a:lnTo>
                <a:lnTo>
                  <a:pt x="628101" y="17202"/>
                </a:lnTo>
                <a:cubicBezTo>
                  <a:pt x="629825" y="17202"/>
                  <a:pt x="631488" y="17346"/>
                  <a:pt x="633089" y="17634"/>
                </a:cubicBezTo>
                <a:cubicBezTo>
                  <a:pt x="634691" y="17921"/>
                  <a:pt x="636107" y="18434"/>
                  <a:pt x="637339" y="19174"/>
                </a:cubicBezTo>
                <a:cubicBezTo>
                  <a:pt x="638571" y="19912"/>
                  <a:pt x="639556" y="20938"/>
                  <a:pt x="640296" y="22252"/>
                </a:cubicBezTo>
                <a:cubicBezTo>
                  <a:pt x="641035" y="23566"/>
                  <a:pt x="641405" y="25249"/>
                  <a:pt x="641405" y="27303"/>
                </a:cubicBezTo>
                <a:cubicBezTo>
                  <a:pt x="641405" y="30998"/>
                  <a:pt x="640296" y="33667"/>
                  <a:pt x="638078" y="35310"/>
                </a:cubicBezTo>
                <a:cubicBezTo>
                  <a:pt x="635861" y="36951"/>
                  <a:pt x="633028" y="37772"/>
                  <a:pt x="629578" y="37772"/>
                </a:cubicBezTo>
                <a:lnTo>
                  <a:pt x="609993" y="37772"/>
                </a:lnTo>
                <a:moveTo>
                  <a:pt x="590654" y="2165"/>
                </a:moveTo>
                <a:lnTo>
                  <a:pt x="590654" y="90100"/>
                </a:lnTo>
                <a:lnTo>
                  <a:pt x="633275" y="90100"/>
                </a:lnTo>
                <a:cubicBezTo>
                  <a:pt x="637216" y="90100"/>
                  <a:pt x="641055" y="89607"/>
                  <a:pt x="644792" y="88622"/>
                </a:cubicBezTo>
                <a:cubicBezTo>
                  <a:pt x="648528" y="87637"/>
                  <a:pt x="651854" y="86120"/>
                  <a:pt x="654768" y="84070"/>
                </a:cubicBezTo>
                <a:cubicBezTo>
                  <a:pt x="657684" y="82019"/>
                  <a:pt x="660004" y="79373"/>
                  <a:pt x="661728" y="76133"/>
                </a:cubicBezTo>
                <a:cubicBezTo>
                  <a:pt x="663454" y="72891"/>
                  <a:pt x="664317" y="69055"/>
                  <a:pt x="664317" y="64624"/>
                </a:cubicBezTo>
                <a:cubicBezTo>
                  <a:pt x="664317" y="59127"/>
                  <a:pt x="662982" y="54430"/>
                  <a:pt x="660313" y="50533"/>
                </a:cubicBezTo>
                <a:cubicBezTo>
                  <a:pt x="657644" y="46634"/>
                  <a:pt x="653599" y="43906"/>
                  <a:pt x="648179" y="42347"/>
                </a:cubicBezTo>
                <a:cubicBezTo>
                  <a:pt x="652121" y="40457"/>
                  <a:pt x="655097" y="38033"/>
                  <a:pt x="657108" y="35075"/>
                </a:cubicBezTo>
                <a:cubicBezTo>
                  <a:pt x="659121" y="32116"/>
                  <a:pt x="660127" y="28419"/>
                  <a:pt x="660127" y="23982"/>
                </a:cubicBezTo>
                <a:cubicBezTo>
                  <a:pt x="660127" y="19873"/>
                  <a:pt x="659449" y="16422"/>
                  <a:pt x="658093" y="13629"/>
                </a:cubicBezTo>
                <a:cubicBezTo>
                  <a:pt x="656739" y="10835"/>
                  <a:pt x="654830" y="8595"/>
                  <a:pt x="652366" y="6911"/>
                </a:cubicBezTo>
                <a:cubicBezTo>
                  <a:pt x="649903" y="5226"/>
                  <a:pt x="646946" y="4014"/>
                  <a:pt x="643496" y="3274"/>
                </a:cubicBezTo>
                <a:cubicBezTo>
                  <a:pt x="640048" y="2535"/>
                  <a:pt x="636230" y="2165"/>
                  <a:pt x="632042" y="2165"/>
                </a:cubicBezTo>
                <a:lnTo>
                  <a:pt x="590654" y="2165"/>
                </a:lnTo>
                <a:moveTo>
                  <a:pt x="609993" y="75063"/>
                </a:moveTo>
                <a:lnTo>
                  <a:pt x="609993" y="51004"/>
                </a:lnTo>
                <a:lnTo>
                  <a:pt x="631057" y="51004"/>
                </a:lnTo>
                <a:cubicBezTo>
                  <a:pt x="635245" y="51004"/>
                  <a:pt x="638611" y="51966"/>
                  <a:pt x="641156" y="53890"/>
                </a:cubicBezTo>
                <a:cubicBezTo>
                  <a:pt x="643703" y="55812"/>
                  <a:pt x="644976" y="59023"/>
                  <a:pt x="644976" y="63524"/>
                </a:cubicBezTo>
                <a:cubicBezTo>
                  <a:pt x="644976" y="65816"/>
                  <a:pt x="644585" y="67699"/>
                  <a:pt x="643805" y="69172"/>
                </a:cubicBezTo>
                <a:cubicBezTo>
                  <a:pt x="643025" y="70645"/>
                  <a:pt x="641978" y="71811"/>
                  <a:pt x="640664" y="72670"/>
                </a:cubicBezTo>
                <a:cubicBezTo>
                  <a:pt x="639351" y="73529"/>
                  <a:pt x="637831" y="74142"/>
                  <a:pt x="636106" y="74510"/>
                </a:cubicBezTo>
                <a:cubicBezTo>
                  <a:pt x="634382" y="74879"/>
                  <a:pt x="632575" y="75063"/>
                  <a:pt x="630687" y="75063"/>
                </a:cubicBezTo>
                <a:lnTo>
                  <a:pt x="609993" y="75063"/>
                </a:lnTo>
                <a:close/>
                <a:moveTo>
                  <a:pt x="735005" y="90032"/>
                </a:moveTo>
                <a:lnTo>
                  <a:pt x="735005" y="26465"/>
                </a:lnTo>
                <a:lnTo>
                  <a:pt x="717513" y="26465"/>
                </a:lnTo>
                <a:lnTo>
                  <a:pt x="717513" y="59765"/>
                </a:lnTo>
                <a:cubicBezTo>
                  <a:pt x="717513" y="66236"/>
                  <a:pt x="716446" y="70885"/>
                  <a:pt x="714310" y="73712"/>
                </a:cubicBezTo>
                <a:cubicBezTo>
                  <a:pt x="712175" y="76537"/>
                  <a:pt x="708726" y="77950"/>
                  <a:pt x="703963" y="77950"/>
                </a:cubicBezTo>
                <a:cubicBezTo>
                  <a:pt x="699774" y="77950"/>
                  <a:pt x="696859" y="76660"/>
                  <a:pt x="695216" y="74080"/>
                </a:cubicBezTo>
                <a:cubicBezTo>
                  <a:pt x="693574" y="71499"/>
                  <a:pt x="692754" y="67587"/>
                  <a:pt x="692754" y="62344"/>
                </a:cubicBezTo>
                <a:lnTo>
                  <a:pt x="692754" y="26465"/>
                </a:lnTo>
                <a:lnTo>
                  <a:pt x="675262" y="26465"/>
                </a:lnTo>
                <a:lnTo>
                  <a:pt x="675262" y="65584"/>
                </a:lnTo>
                <a:cubicBezTo>
                  <a:pt x="675262" y="69520"/>
                  <a:pt x="675611" y="73108"/>
                  <a:pt x="676309" y="76349"/>
                </a:cubicBezTo>
                <a:cubicBezTo>
                  <a:pt x="677007" y="79588"/>
                  <a:pt x="678218" y="82335"/>
                  <a:pt x="679942" y="84591"/>
                </a:cubicBezTo>
                <a:cubicBezTo>
                  <a:pt x="681668" y="86846"/>
                  <a:pt x="684029" y="88589"/>
                  <a:pt x="687026" y="89820"/>
                </a:cubicBezTo>
                <a:cubicBezTo>
                  <a:pt x="690024" y="91049"/>
                  <a:pt x="693863" y="91664"/>
                  <a:pt x="698545" y="91664"/>
                </a:cubicBezTo>
                <a:cubicBezTo>
                  <a:pt x="702240" y="91664"/>
                  <a:pt x="705853" y="90840"/>
                  <a:pt x="709384" y="89194"/>
                </a:cubicBezTo>
                <a:cubicBezTo>
                  <a:pt x="712915" y="87546"/>
                  <a:pt x="715789" y="84869"/>
                  <a:pt x="718006" y="81162"/>
                </a:cubicBezTo>
                <a:lnTo>
                  <a:pt x="718376" y="81162"/>
                </a:lnTo>
                <a:lnTo>
                  <a:pt x="718376" y="90032"/>
                </a:lnTo>
                <a:lnTo>
                  <a:pt x="735005" y="90032"/>
                </a:lnTo>
                <a:close/>
                <a:moveTo>
                  <a:pt x="777632" y="75063"/>
                </a:moveTo>
                <a:cubicBezTo>
                  <a:pt x="774922" y="75063"/>
                  <a:pt x="772663" y="74489"/>
                  <a:pt x="770856" y="73339"/>
                </a:cubicBezTo>
                <a:cubicBezTo>
                  <a:pt x="769049" y="72190"/>
                  <a:pt x="767592" y="70714"/>
                  <a:pt x="766483" y="68909"/>
                </a:cubicBezTo>
                <a:cubicBezTo>
                  <a:pt x="765375" y="67104"/>
                  <a:pt x="764595" y="65073"/>
                  <a:pt x="764143" y="62818"/>
                </a:cubicBezTo>
                <a:cubicBezTo>
                  <a:pt x="763691" y="60561"/>
                  <a:pt x="763466" y="58283"/>
                  <a:pt x="763466" y="55985"/>
                </a:cubicBezTo>
                <a:cubicBezTo>
                  <a:pt x="763466" y="53606"/>
                  <a:pt x="763733" y="51329"/>
                  <a:pt x="764267" y="49155"/>
                </a:cubicBezTo>
                <a:cubicBezTo>
                  <a:pt x="764800" y="46980"/>
                  <a:pt x="765662" y="45051"/>
                  <a:pt x="766853" y="43370"/>
                </a:cubicBezTo>
                <a:cubicBezTo>
                  <a:pt x="768045" y="41688"/>
                  <a:pt x="769523" y="40355"/>
                  <a:pt x="771289" y="39370"/>
                </a:cubicBezTo>
                <a:cubicBezTo>
                  <a:pt x="773054" y="38385"/>
                  <a:pt x="775169" y="37892"/>
                  <a:pt x="777632" y="37892"/>
                </a:cubicBezTo>
                <a:cubicBezTo>
                  <a:pt x="780507" y="37892"/>
                  <a:pt x="782888" y="38426"/>
                  <a:pt x="784777" y="39494"/>
                </a:cubicBezTo>
                <a:cubicBezTo>
                  <a:pt x="786665" y="40560"/>
                  <a:pt x="788184" y="41996"/>
                  <a:pt x="789335" y="43802"/>
                </a:cubicBezTo>
                <a:cubicBezTo>
                  <a:pt x="790485" y="45606"/>
                  <a:pt x="791306" y="47678"/>
                  <a:pt x="791799" y="50016"/>
                </a:cubicBezTo>
                <a:cubicBezTo>
                  <a:pt x="792291" y="52354"/>
                  <a:pt x="792537" y="54836"/>
                  <a:pt x="792537" y="57463"/>
                </a:cubicBezTo>
                <a:cubicBezTo>
                  <a:pt x="792537" y="59759"/>
                  <a:pt x="792229" y="61954"/>
                  <a:pt x="791613" y="64047"/>
                </a:cubicBezTo>
                <a:cubicBezTo>
                  <a:pt x="790997" y="66139"/>
                  <a:pt x="790074" y="68006"/>
                  <a:pt x="788842" y="69648"/>
                </a:cubicBezTo>
                <a:cubicBezTo>
                  <a:pt x="787610" y="71288"/>
                  <a:pt x="786050" y="72601"/>
                  <a:pt x="784160" y="73586"/>
                </a:cubicBezTo>
                <a:cubicBezTo>
                  <a:pt x="782272" y="74571"/>
                  <a:pt x="780096" y="75063"/>
                  <a:pt x="777632" y="75063"/>
                </a:cubicBezTo>
                <a:moveTo>
                  <a:pt x="809166" y="86062"/>
                </a:moveTo>
                <a:lnTo>
                  <a:pt x="809166" y="26425"/>
                </a:lnTo>
                <a:lnTo>
                  <a:pt x="792537" y="26425"/>
                </a:lnTo>
                <a:lnTo>
                  <a:pt x="792537" y="34925"/>
                </a:lnTo>
                <a:lnTo>
                  <a:pt x="792291" y="34925"/>
                </a:lnTo>
                <a:cubicBezTo>
                  <a:pt x="790156" y="31214"/>
                  <a:pt x="787508" y="28576"/>
                  <a:pt x="784346" y="27010"/>
                </a:cubicBezTo>
                <a:cubicBezTo>
                  <a:pt x="781185" y="25443"/>
                  <a:pt x="777509" y="24660"/>
                  <a:pt x="773321" y="24660"/>
                </a:cubicBezTo>
                <a:cubicBezTo>
                  <a:pt x="768886" y="24660"/>
                  <a:pt x="764965" y="25523"/>
                  <a:pt x="761556" y="27250"/>
                </a:cubicBezTo>
                <a:cubicBezTo>
                  <a:pt x="758149" y="28977"/>
                  <a:pt x="755296" y="31299"/>
                  <a:pt x="752997" y="34218"/>
                </a:cubicBezTo>
                <a:cubicBezTo>
                  <a:pt x="750697" y="37136"/>
                  <a:pt x="748952" y="40507"/>
                  <a:pt x="747760" y="44330"/>
                </a:cubicBezTo>
                <a:cubicBezTo>
                  <a:pt x="746570" y="48153"/>
                  <a:pt x="745974" y="52120"/>
                  <a:pt x="745974" y="56232"/>
                </a:cubicBezTo>
                <a:cubicBezTo>
                  <a:pt x="745974" y="60588"/>
                  <a:pt x="746488" y="64720"/>
                  <a:pt x="747514" y="68625"/>
                </a:cubicBezTo>
                <a:cubicBezTo>
                  <a:pt x="748540" y="72530"/>
                  <a:pt x="750162" y="75942"/>
                  <a:pt x="752378" y="78862"/>
                </a:cubicBezTo>
                <a:cubicBezTo>
                  <a:pt x="754596" y="81780"/>
                  <a:pt x="757430" y="84082"/>
                  <a:pt x="760880" y="85767"/>
                </a:cubicBezTo>
                <a:cubicBezTo>
                  <a:pt x="764329" y="87453"/>
                  <a:pt x="768435" y="88295"/>
                  <a:pt x="773198" y="88295"/>
                </a:cubicBezTo>
                <a:cubicBezTo>
                  <a:pt x="777058" y="88295"/>
                  <a:pt x="780732" y="87491"/>
                  <a:pt x="784222" y="85884"/>
                </a:cubicBezTo>
                <a:cubicBezTo>
                  <a:pt x="787713" y="84276"/>
                  <a:pt x="790403" y="81782"/>
                  <a:pt x="792291" y="78401"/>
                </a:cubicBezTo>
                <a:lnTo>
                  <a:pt x="792537" y="78401"/>
                </a:lnTo>
                <a:lnTo>
                  <a:pt x="792537" y="86801"/>
                </a:lnTo>
                <a:cubicBezTo>
                  <a:pt x="792620" y="91331"/>
                  <a:pt x="791532" y="95078"/>
                  <a:pt x="789273" y="98043"/>
                </a:cubicBezTo>
                <a:cubicBezTo>
                  <a:pt x="787015" y="101008"/>
                  <a:pt x="783422" y="102490"/>
                  <a:pt x="778495" y="102490"/>
                </a:cubicBezTo>
                <a:cubicBezTo>
                  <a:pt x="775375" y="102490"/>
                  <a:pt x="772624" y="101851"/>
                  <a:pt x="770242" y="100573"/>
                </a:cubicBezTo>
                <a:cubicBezTo>
                  <a:pt x="767860" y="99295"/>
                  <a:pt x="766258" y="97007"/>
                  <a:pt x="765438" y="93709"/>
                </a:cubicBezTo>
                <a:lnTo>
                  <a:pt x="748068" y="93709"/>
                </a:lnTo>
                <a:cubicBezTo>
                  <a:pt x="748315" y="97322"/>
                  <a:pt x="749321" y="100422"/>
                  <a:pt x="751087" y="103009"/>
                </a:cubicBezTo>
                <a:cubicBezTo>
                  <a:pt x="752852" y="105596"/>
                  <a:pt x="755070" y="107711"/>
                  <a:pt x="757739" y="109354"/>
                </a:cubicBezTo>
                <a:cubicBezTo>
                  <a:pt x="760408" y="110997"/>
                  <a:pt x="763364" y="112208"/>
                  <a:pt x="766607" y="112987"/>
                </a:cubicBezTo>
                <a:cubicBezTo>
                  <a:pt x="769851" y="113768"/>
                  <a:pt x="773034" y="114158"/>
                  <a:pt x="776155" y="114158"/>
                </a:cubicBezTo>
                <a:cubicBezTo>
                  <a:pt x="783463" y="114158"/>
                  <a:pt x="789293" y="113172"/>
                  <a:pt x="793644" y="111200"/>
                </a:cubicBezTo>
                <a:cubicBezTo>
                  <a:pt x="797998" y="109229"/>
                  <a:pt x="801324" y="106826"/>
                  <a:pt x="803623" y="103992"/>
                </a:cubicBezTo>
                <a:cubicBezTo>
                  <a:pt x="805923" y="101157"/>
                  <a:pt x="807421" y="98097"/>
                  <a:pt x="808119" y="94812"/>
                </a:cubicBezTo>
                <a:cubicBezTo>
                  <a:pt x="808817" y="91526"/>
                  <a:pt x="809166" y="88610"/>
                  <a:pt x="809166" y="86062"/>
                </a:cubicBezTo>
                <a:close/>
                <a:moveTo>
                  <a:pt x="917071" y="31757"/>
                </a:moveTo>
                <a:lnTo>
                  <a:pt x="935795" y="31757"/>
                </a:lnTo>
                <a:cubicBezTo>
                  <a:pt x="935220" y="26666"/>
                  <a:pt x="933824" y="22151"/>
                  <a:pt x="931606" y="18211"/>
                </a:cubicBezTo>
                <a:cubicBezTo>
                  <a:pt x="929389" y="14270"/>
                  <a:pt x="926577" y="10967"/>
                  <a:pt x="923168" y="8302"/>
                </a:cubicBezTo>
                <a:cubicBezTo>
                  <a:pt x="919760" y="5636"/>
                  <a:pt x="915900" y="3606"/>
                  <a:pt x="911588" y="2212"/>
                </a:cubicBezTo>
                <a:cubicBezTo>
                  <a:pt x="907278" y="818"/>
                  <a:pt x="902700" y="120"/>
                  <a:pt x="897856" y="120"/>
                </a:cubicBezTo>
                <a:cubicBezTo>
                  <a:pt x="891122" y="120"/>
                  <a:pt x="885065" y="1309"/>
                  <a:pt x="879686" y="3688"/>
                </a:cubicBezTo>
                <a:cubicBezTo>
                  <a:pt x="874308" y="6066"/>
                  <a:pt x="869771" y="9347"/>
                  <a:pt x="866074" y="13531"/>
                </a:cubicBezTo>
                <a:cubicBezTo>
                  <a:pt x="862379" y="17714"/>
                  <a:pt x="859546" y="22615"/>
                  <a:pt x="857575" y="28233"/>
                </a:cubicBezTo>
                <a:cubicBezTo>
                  <a:pt x="855604" y="33852"/>
                  <a:pt x="854618" y="39942"/>
                  <a:pt x="854618" y="46503"/>
                </a:cubicBezTo>
                <a:cubicBezTo>
                  <a:pt x="854618" y="52901"/>
                  <a:pt x="855604" y="58868"/>
                  <a:pt x="857575" y="64404"/>
                </a:cubicBezTo>
                <a:cubicBezTo>
                  <a:pt x="859546" y="69940"/>
                  <a:pt x="862379" y="74759"/>
                  <a:pt x="866074" y="78860"/>
                </a:cubicBezTo>
                <a:cubicBezTo>
                  <a:pt x="869771" y="82961"/>
                  <a:pt x="874308" y="86181"/>
                  <a:pt x="879686" y="88519"/>
                </a:cubicBezTo>
                <a:cubicBezTo>
                  <a:pt x="885065" y="90856"/>
                  <a:pt x="891122" y="92024"/>
                  <a:pt x="897856" y="92024"/>
                </a:cubicBezTo>
                <a:cubicBezTo>
                  <a:pt x="903275" y="92024"/>
                  <a:pt x="908243" y="91204"/>
                  <a:pt x="912759" y="89564"/>
                </a:cubicBezTo>
                <a:cubicBezTo>
                  <a:pt x="917276" y="87923"/>
                  <a:pt x="921219" y="85544"/>
                  <a:pt x="924586" y="82427"/>
                </a:cubicBezTo>
                <a:cubicBezTo>
                  <a:pt x="927952" y="79310"/>
                  <a:pt x="930662" y="75534"/>
                  <a:pt x="932715" y="71101"/>
                </a:cubicBezTo>
                <a:cubicBezTo>
                  <a:pt x="934769" y="66668"/>
                  <a:pt x="936042" y="61700"/>
                  <a:pt x="936534" y="56198"/>
                </a:cubicBezTo>
                <a:lnTo>
                  <a:pt x="917810" y="56198"/>
                </a:lnTo>
                <a:cubicBezTo>
                  <a:pt x="917072" y="62110"/>
                  <a:pt x="915039" y="66872"/>
                  <a:pt x="911712" y="70486"/>
                </a:cubicBezTo>
                <a:cubicBezTo>
                  <a:pt x="908387" y="74099"/>
                  <a:pt x="903768" y="75905"/>
                  <a:pt x="897856" y="75905"/>
                </a:cubicBezTo>
                <a:cubicBezTo>
                  <a:pt x="893503" y="75905"/>
                  <a:pt x="889807" y="75064"/>
                  <a:pt x="886768" y="73383"/>
                </a:cubicBezTo>
                <a:cubicBezTo>
                  <a:pt x="883730" y="71701"/>
                  <a:pt x="881266" y="69466"/>
                  <a:pt x="879378" y="66678"/>
                </a:cubicBezTo>
                <a:cubicBezTo>
                  <a:pt x="877489" y="63889"/>
                  <a:pt x="876114" y="60752"/>
                  <a:pt x="875252" y="57267"/>
                </a:cubicBezTo>
                <a:cubicBezTo>
                  <a:pt x="874390" y="53781"/>
                  <a:pt x="873959" y="50192"/>
                  <a:pt x="873959" y="46501"/>
                </a:cubicBezTo>
                <a:cubicBezTo>
                  <a:pt x="873959" y="42646"/>
                  <a:pt x="874390" y="38915"/>
                  <a:pt x="875252" y="35306"/>
                </a:cubicBezTo>
                <a:cubicBezTo>
                  <a:pt x="876114" y="31697"/>
                  <a:pt x="877489" y="28478"/>
                  <a:pt x="879378" y="25649"/>
                </a:cubicBezTo>
                <a:cubicBezTo>
                  <a:pt x="881266" y="22819"/>
                  <a:pt x="883730" y="20564"/>
                  <a:pt x="886768" y="18882"/>
                </a:cubicBezTo>
                <a:cubicBezTo>
                  <a:pt x="889807" y="17201"/>
                  <a:pt x="893503" y="16360"/>
                  <a:pt x="897856" y="16360"/>
                </a:cubicBezTo>
                <a:cubicBezTo>
                  <a:pt x="900237" y="16360"/>
                  <a:pt x="902515" y="16750"/>
                  <a:pt x="904690" y="17531"/>
                </a:cubicBezTo>
                <a:cubicBezTo>
                  <a:pt x="906867" y="18310"/>
                  <a:pt x="908817" y="19398"/>
                  <a:pt x="910541" y="20794"/>
                </a:cubicBezTo>
                <a:cubicBezTo>
                  <a:pt x="912267" y="22190"/>
                  <a:pt x="913704" y="23812"/>
                  <a:pt x="914853" y="25660"/>
                </a:cubicBezTo>
                <a:cubicBezTo>
                  <a:pt x="916003" y="27507"/>
                  <a:pt x="916743" y="29540"/>
                  <a:pt x="917071" y="31757"/>
                </a:cubicBezTo>
                <a:close/>
                <a:moveTo>
                  <a:pt x="963156" y="58344"/>
                </a:moveTo>
                <a:cubicBezTo>
                  <a:pt x="963156" y="55798"/>
                  <a:pt x="963402" y="53293"/>
                  <a:pt x="963894" y="50830"/>
                </a:cubicBezTo>
                <a:cubicBezTo>
                  <a:pt x="964387" y="48365"/>
                  <a:pt x="965228" y="46188"/>
                  <a:pt x="966419" y="44300"/>
                </a:cubicBezTo>
                <a:cubicBezTo>
                  <a:pt x="967610" y="42410"/>
                  <a:pt x="969192" y="40870"/>
                  <a:pt x="971163" y="39680"/>
                </a:cubicBezTo>
                <a:cubicBezTo>
                  <a:pt x="973134" y="38488"/>
                  <a:pt x="975597" y="37892"/>
                  <a:pt x="978553" y="37892"/>
                </a:cubicBezTo>
                <a:cubicBezTo>
                  <a:pt x="981510" y="37892"/>
                  <a:pt x="983995" y="38488"/>
                  <a:pt x="986006" y="39680"/>
                </a:cubicBezTo>
                <a:cubicBezTo>
                  <a:pt x="988018" y="40870"/>
                  <a:pt x="989620" y="42410"/>
                  <a:pt x="990810" y="44300"/>
                </a:cubicBezTo>
                <a:cubicBezTo>
                  <a:pt x="992002" y="46188"/>
                  <a:pt x="992844" y="48365"/>
                  <a:pt x="993336" y="50830"/>
                </a:cubicBezTo>
                <a:cubicBezTo>
                  <a:pt x="993829" y="53293"/>
                  <a:pt x="994075" y="55798"/>
                  <a:pt x="994075" y="58344"/>
                </a:cubicBezTo>
                <a:cubicBezTo>
                  <a:pt x="994075" y="60890"/>
                  <a:pt x="993829" y="63375"/>
                  <a:pt x="993336" y="65799"/>
                </a:cubicBezTo>
                <a:cubicBezTo>
                  <a:pt x="992844" y="68221"/>
                  <a:pt x="992002" y="70397"/>
                  <a:pt x="990810" y="72328"/>
                </a:cubicBezTo>
                <a:cubicBezTo>
                  <a:pt x="989620" y="74258"/>
                  <a:pt x="988018" y="75798"/>
                  <a:pt x="986006" y="76948"/>
                </a:cubicBezTo>
                <a:cubicBezTo>
                  <a:pt x="983995" y="78097"/>
                  <a:pt x="981510" y="78672"/>
                  <a:pt x="978553" y="78672"/>
                </a:cubicBezTo>
                <a:cubicBezTo>
                  <a:pt x="975597" y="78672"/>
                  <a:pt x="973134" y="78097"/>
                  <a:pt x="971163" y="76948"/>
                </a:cubicBezTo>
                <a:cubicBezTo>
                  <a:pt x="969192" y="75798"/>
                  <a:pt x="967610" y="74258"/>
                  <a:pt x="966419" y="72328"/>
                </a:cubicBezTo>
                <a:cubicBezTo>
                  <a:pt x="965228" y="70397"/>
                  <a:pt x="964387" y="68221"/>
                  <a:pt x="963894" y="65799"/>
                </a:cubicBezTo>
                <a:cubicBezTo>
                  <a:pt x="963402" y="63375"/>
                  <a:pt x="963156" y="60890"/>
                  <a:pt x="963156" y="58344"/>
                </a:cubicBezTo>
                <a:moveTo>
                  <a:pt x="945664" y="58346"/>
                </a:moveTo>
                <a:cubicBezTo>
                  <a:pt x="945664" y="63446"/>
                  <a:pt x="946444" y="68052"/>
                  <a:pt x="948004" y="72165"/>
                </a:cubicBezTo>
                <a:cubicBezTo>
                  <a:pt x="949564" y="76277"/>
                  <a:pt x="951782" y="79794"/>
                  <a:pt x="954656" y="82715"/>
                </a:cubicBezTo>
                <a:cubicBezTo>
                  <a:pt x="957531" y="85634"/>
                  <a:pt x="960980" y="87876"/>
                  <a:pt x="965003" y="89440"/>
                </a:cubicBezTo>
                <a:cubicBezTo>
                  <a:pt x="969028" y="91003"/>
                  <a:pt x="973545" y="91784"/>
                  <a:pt x="978553" y="91784"/>
                </a:cubicBezTo>
                <a:cubicBezTo>
                  <a:pt x="983563" y="91784"/>
                  <a:pt x="988100" y="91003"/>
                  <a:pt x="992165" y="89440"/>
                </a:cubicBezTo>
                <a:cubicBezTo>
                  <a:pt x="996230" y="87876"/>
                  <a:pt x="999700" y="85634"/>
                  <a:pt x="1002574" y="82715"/>
                </a:cubicBezTo>
                <a:cubicBezTo>
                  <a:pt x="1005449" y="79794"/>
                  <a:pt x="1007666" y="76277"/>
                  <a:pt x="1009226" y="72165"/>
                </a:cubicBezTo>
                <a:cubicBezTo>
                  <a:pt x="1010786" y="68052"/>
                  <a:pt x="1011566" y="63446"/>
                  <a:pt x="1011566" y="58346"/>
                </a:cubicBezTo>
                <a:cubicBezTo>
                  <a:pt x="1011566" y="53246"/>
                  <a:pt x="1010786" y="48619"/>
                  <a:pt x="1009226" y="44465"/>
                </a:cubicBezTo>
                <a:cubicBezTo>
                  <a:pt x="1007666" y="40310"/>
                  <a:pt x="1005449" y="36773"/>
                  <a:pt x="1002574" y="33853"/>
                </a:cubicBezTo>
                <a:cubicBezTo>
                  <a:pt x="999700" y="30932"/>
                  <a:pt x="996230" y="28670"/>
                  <a:pt x="992165" y="27066"/>
                </a:cubicBezTo>
                <a:cubicBezTo>
                  <a:pt x="988100" y="25462"/>
                  <a:pt x="983563" y="24660"/>
                  <a:pt x="978553" y="24660"/>
                </a:cubicBezTo>
                <a:cubicBezTo>
                  <a:pt x="973545" y="24660"/>
                  <a:pt x="969028" y="25462"/>
                  <a:pt x="965003" y="27066"/>
                </a:cubicBezTo>
                <a:cubicBezTo>
                  <a:pt x="960980" y="28670"/>
                  <a:pt x="957531" y="30932"/>
                  <a:pt x="954656" y="33853"/>
                </a:cubicBezTo>
                <a:cubicBezTo>
                  <a:pt x="951782" y="36773"/>
                  <a:pt x="949564" y="40310"/>
                  <a:pt x="948004" y="44465"/>
                </a:cubicBezTo>
                <a:cubicBezTo>
                  <a:pt x="946444" y="48619"/>
                  <a:pt x="945664" y="53246"/>
                  <a:pt x="945664" y="58346"/>
                </a:cubicBezTo>
                <a:close/>
                <a:moveTo>
                  <a:pt x="1067823" y="58098"/>
                </a:moveTo>
                <a:cubicBezTo>
                  <a:pt x="1067823" y="60726"/>
                  <a:pt x="1067577" y="63272"/>
                  <a:pt x="1067084" y="65737"/>
                </a:cubicBezTo>
                <a:cubicBezTo>
                  <a:pt x="1066592" y="68200"/>
                  <a:pt x="1065770" y="70397"/>
                  <a:pt x="1064620" y="72328"/>
                </a:cubicBezTo>
                <a:cubicBezTo>
                  <a:pt x="1063470" y="74258"/>
                  <a:pt x="1061930" y="75798"/>
                  <a:pt x="1060000" y="76948"/>
                </a:cubicBezTo>
                <a:cubicBezTo>
                  <a:pt x="1058070" y="78097"/>
                  <a:pt x="1055668" y="78672"/>
                  <a:pt x="1052794" y="78672"/>
                </a:cubicBezTo>
                <a:cubicBezTo>
                  <a:pt x="1050085" y="78672"/>
                  <a:pt x="1047764" y="78077"/>
                  <a:pt x="1045834" y="76886"/>
                </a:cubicBezTo>
                <a:cubicBezTo>
                  <a:pt x="1043904" y="75695"/>
                  <a:pt x="1042302" y="74134"/>
                  <a:pt x="1041029" y="72204"/>
                </a:cubicBezTo>
                <a:cubicBezTo>
                  <a:pt x="1039757" y="70273"/>
                  <a:pt x="1038834" y="68076"/>
                  <a:pt x="1038259" y="65613"/>
                </a:cubicBezTo>
                <a:cubicBezTo>
                  <a:pt x="1037684" y="63149"/>
                  <a:pt x="1037396" y="60685"/>
                  <a:pt x="1037396" y="58220"/>
                </a:cubicBezTo>
                <a:cubicBezTo>
                  <a:pt x="1037396" y="55592"/>
                  <a:pt x="1037663" y="53067"/>
                  <a:pt x="1038197" y="50644"/>
                </a:cubicBezTo>
                <a:cubicBezTo>
                  <a:pt x="1038731" y="48220"/>
                  <a:pt x="1039593" y="46064"/>
                  <a:pt x="1040783" y="44176"/>
                </a:cubicBezTo>
                <a:cubicBezTo>
                  <a:pt x="1041975" y="42286"/>
                  <a:pt x="1043555" y="40767"/>
                  <a:pt x="1045525" y="39618"/>
                </a:cubicBezTo>
                <a:cubicBezTo>
                  <a:pt x="1047496" y="38468"/>
                  <a:pt x="1049919" y="37892"/>
                  <a:pt x="1052794" y="37892"/>
                </a:cubicBezTo>
                <a:cubicBezTo>
                  <a:pt x="1055668" y="37892"/>
                  <a:pt x="1058050" y="38468"/>
                  <a:pt x="1059938" y="39618"/>
                </a:cubicBezTo>
                <a:cubicBezTo>
                  <a:pt x="1061828" y="40767"/>
                  <a:pt x="1063368" y="42266"/>
                  <a:pt x="1064558" y="44114"/>
                </a:cubicBezTo>
                <a:cubicBezTo>
                  <a:pt x="1065750" y="45962"/>
                  <a:pt x="1066592" y="48098"/>
                  <a:pt x="1067084" y="50521"/>
                </a:cubicBezTo>
                <a:cubicBezTo>
                  <a:pt x="1067577" y="52943"/>
                  <a:pt x="1067823" y="55469"/>
                  <a:pt x="1067823" y="58098"/>
                </a:cubicBezTo>
                <a:moveTo>
                  <a:pt x="1068069" y="82046"/>
                </a:moveTo>
                <a:lnTo>
                  <a:pt x="1068069" y="90181"/>
                </a:lnTo>
                <a:lnTo>
                  <a:pt x="1084698" y="90181"/>
                </a:lnTo>
                <a:lnTo>
                  <a:pt x="1084698" y="2165"/>
                </a:lnTo>
                <a:lnTo>
                  <a:pt x="1067206" y="2165"/>
                </a:lnTo>
                <a:lnTo>
                  <a:pt x="1067206" y="34182"/>
                </a:lnTo>
                <a:lnTo>
                  <a:pt x="1066960" y="34182"/>
                </a:lnTo>
                <a:cubicBezTo>
                  <a:pt x="1064989" y="31049"/>
                  <a:pt x="1062299" y="28679"/>
                  <a:pt x="1058891" y="27072"/>
                </a:cubicBezTo>
                <a:cubicBezTo>
                  <a:pt x="1055484" y="25464"/>
                  <a:pt x="1051891" y="24660"/>
                  <a:pt x="1048113" y="24660"/>
                </a:cubicBezTo>
                <a:cubicBezTo>
                  <a:pt x="1043432" y="24660"/>
                  <a:pt x="1039326" y="25586"/>
                  <a:pt x="1035795" y="27436"/>
                </a:cubicBezTo>
                <a:cubicBezTo>
                  <a:pt x="1032264" y="29287"/>
                  <a:pt x="1029328" y="31734"/>
                  <a:pt x="1026987" y="34778"/>
                </a:cubicBezTo>
                <a:cubicBezTo>
                  <a:pt x="1024647" y="37822"/>
                  <a:pt x="1022882" y="41338"/>
                  <a:pt x="1021690" y="45328"/>
                </a:cubicBezTo>
                <a:cubicBezTo>
                  <a:pt x="1020500" y="49318"/>
                  <a:pt x="1019905" y="53451"/>
                  <a:pt x="1019905" y="57728"/>
                </a:cubicBezTo>
                <a:cubicBezTo>
                  <a:pt x="1019905" y="62170"/>
                  <a:pt x="1020500" y="66448"/>
                  <a:pt x="1021690" y="70561"/>
                </a:cubicBezTo>
                <a:cubicBezTo>
                  <a:pt x="1022882" y="74674"/>
                  <a:pt x="1024647" y="78314"/>
                  <a:pt x="1026987" y="81482"/>
                </a:cubicBezTo>
                <a:cubicBezTo>
                  <a:pt x="1029328" y="84648"/>
                  <a:pt x="1032304" y="87157"/>
                  <a:pt x="1035917" y="89008"/>
                </a:cubicBezTo>
                <a:cubicBezTo>
                  <a:pt x="1039531" y="90858"/>
                  <a:pt x="1043720" y="91784"/>
                  <a:pt x="1048484" y="91784"/>
                </a:cubicBezTo>
                <a:cubicBezTo>
                  <a:pt x="1052671" y="91784"/>
                  <a:pt x="1056428" y="91024"/>
                  <a:pt x="1059754" y="89504"/>
                </a:cubicBezTo>
                <a:cubicBezTo>
                  <a:pt x="1063081" y="87983"/>
                  <a:pt x="1065770" y="85497"/>
                  <a:pt x="1067823" y="82046"/>
                </a:cubicBezTo>
                <a:lnTo>
                  <a:pt x="1068069" y="82046"/>
                </a:lnTo>
                <a:close/>
                <a:moveTo>
                  <a:pt x="1140460" y="51486"/>
                </a:moveTo>
                <a:lnTo>
                  <a:pt x="1112007" y="51486"/>
                </a:lnTo>
                <a:cubicBezTo>
                  <a:pt x="1112089" y="50250"/>
                  <a:pt x="1112355" y="48850"/>
                  <a:pt x="1112806" y="47285"/>
                </a:cubicBezTo>
                <a:cubicBezTo>
                  <a:pt x="1113258" y="45718"/>
                  <a:pt x="1114039" y="44235"/>
                  <a:pt x="1115148" y="42836"/>
                </a:cubicBezTo>
                <a:cubicBezTo>
                  <a:pt x="1116257" y="41435"/>
                  <a:pt x="1117735" y="40261"/>
                  <a:pt x="1119582" y="39313"/>
                </a:cubicBezTo>
                <a:cubicBezTo>
                  <a:pt x="1121430" y="38366"/>
                  <a:pt x="1123750" y="37892"/>
                  <a:pt x="1126542" y="37892"/>
                </a:cubicBezTo>
                <a:cubicBezTo>
                  <a:pt x="1130812" y="37892"/>
                  <a:pt x="1133994" y="39046"/>
                  <a:pt x="1136088" y="41353"/>
                </a:cubicBezTo>
                <a:cubicBezTo>
                  <a:pt x="1138182" y="43660"/>
                  <a:pt x="1139639" y="47037"/>
                  <a:pt x="1140460" y="51486"/>
                </a:cubicBezTo>
                <a:moveTo>
                  <a:pt x="1112007" y="62553"/>
                </a:moveTo>
                <a:lnTo>
                  <a:pt x="1157953" y="62553"/>
                </a:lnTo>
                <a:cubicBezTo>
                  <a:pt x="1158282" y="57616"/>
                  <a:pt x="1157871" y="52884"/>
                  <a:pt x="1156720" y="48358"/>
                </a:cubicBezTo>
                <a:cubicBezTo>
                  <a:pt x="1155571" y="43832"/>
                  <a:pt x="1153703" y="39800"/>
                  <a:pt x="1151116" y="36263"/>
                </a:cubicBezTo>
                <a:cubicBezTo>
                  <a:pt x="1148529" y="32724"/>
                  <a:pt x="1145224" y="29906"/>
                  <a:pt x="1141199" y="27808"/>
                </a:cubicBezTo>
                <a:cubicBezTo>
                  <a:pt x="1137175" y="25710"/>
                  <a:pt x="1132454" y="24660"/>
                  <a:pt x="1127034" y="24660"/>
                </a:cubicBezTo>
                <a:cubicBezTo>
                  <a:pt x="1122189" y="24660"/>
                  <a:pt x="1117775" y="25524"/>
                  <a:pt x="1113793" y="27252"/>
                </a:cubicBezTo>
                <a:cubicBezTo>
                  <a:pt x="1109810" y="28979"/>
                  <a:pt x="1106382" y="31343"/>
                  <a:pt x="1103508" y="34346"/>
                </a:cubicBezTo>
                <a:cubicBezTo>
                  <a:pt x="1100633" y="37348"/>
                  <a:pt x="1098416" y="40906"/>
                  <a:pt x="1096856" y="45020"/>
                </a:cubicBezTo>
                <a:cubicBezTo>
                  <a:pt x="1095296" y="49132"/>
                  <a:pt x="1094516" y="53574"/>
                  <a:pt x="1094516" y="58346"/>
                </a:cubicBezTo>
                <a:cubicBezTo>
                  <a:pt x="1094516" y="63281"/>
                  <a:pt x="1095275" y="67805"/>
                  <a:pt x="1096794" y="71919"/>
                </a:cubicBezTo>
                <a:cubicBezTo>
                  <a:pt x="1098314" y="76031"/>
                  <a:pt x="1100470" y="79568"/>
                  <a:pt x="1103261" y="82531"/>
                </a:cubicBezTo>
                <a:cubicBezTo>
                  <a:pt x="1106053" y="85492"/>
                  <a:pt x="1109461" y="87774"/>
                  <a:pt x="1113484" y="89378"/>
                </a:cubicBezTo>
                <a:cubicBezTo>
                  <a:pt x="1117508" y="90982"/>
                  <a:pt x="1122025" y="91784"/>
                  <a:pt x="1127034" y="91784"/>
                </a:cubicBezTo>
                <a:cubicBezTo>
                  <a:pt x="1134261" y="91784"/>
                  <a:pt x="1140419" y="90143"/>
                  <a:pt x="1145511" y="86861"/>
                </a:cubicBezTo>
                <a:cubicBezTo>
                  <a:pt x="1150603" y="83579"/>
                  <a:pt x="1154381" y="78123"/>
                  <a:pt x="1156845" y="70492"/>
                </a:cubicBezTo>
                <a:lnTo>
                  <a:pt x="1141447" y="70492"/>
                </a:lnTo>
                <a:cubicBezTo>
                  <a:pt x="1140872" y="72445"/>
                  <a:pt x="1139311" y="74297"/>
                  <a:pt x="1136765" y="76048"/>
                </a:cubicBezTo>
                <a:cubicBezTo>
                  <a:pt x="1134220" y="77797"/>
                  <a:pt x="1131182" y="78672"/>
                  <a:pt x="1127651" y="78672"/>
                </a:cubicBezTo>
                <a:cubicBezTo>
                  <a:pt x="1122724" y="78672"/>
                  <a:pt x="1118946" y="77401"/>
                  <a:pt x="1116317" y="74858"/>
                </a:cubicBezTo>
                <a:cubicBezTo>
                  <a:pt x="1113689" y="72314"/>
                  <a:pt x="1112253" y="68213"/>
                  <a:pt x="1112007" y="62553"/>
                </a:cubicBezTo>
                <a:close/>
                <a:moveTo>
                  <a:pt x="1181533" y="69409"/>
                </a:moveTo>
                <a:lnTo>
                  <a:pt x="1164904" y="69409"/>
                </a:lnTo>
                <a:cubicBezTo>
                  <a:pt x="1165069" y="73672"/>
                  <a:pt x="1166033" y="77218"/>
                  <a:pt x="1167799" y="80046"/>
                </a:cubicBezTo>
                <a:cubicBezTo>
                  <a:pt x="1169565" y="82873"/>
                  <a:pt x="1171823" y="85147"/>
                  <a:pt x="1174573" y="86869"/>
                </a:cubicBezTo>
                <a:cubicBezTo>
                  <a:pt x="1177325" y="88590"/>
                  <a:pt x="1180466" y="89820"/>
                  <a:pt x="1183997" y="90556"/>
                </a:cubicBezTo>
                <a:cubicBezTo>
                  <a:pt x="1187528" y="91295"/>
                  <a:pt x="1191142" y="91664"/>
                  <a:pt x="1194837" y="91664"/>
                </a:cubicBezTo>
                <a:cubicBezTo>
                  <a:pt x="1198449" y="91664"/>
                  <a:pt x="1202001" y="91314"/>
                  <a:pt x="1205490" y="90615"/>
                </a:cubicBezTo>
                <a:cubicBezTo>
                  <a:pt x="1208981" y="89917"/>
                  <a:pt x="1212081" y="88705"/>
                  <a:pt x="1214790" y="86980"/>
                </a:cubicBezTo>
                <a:cubicBezTo>
                  <a:pt x="1217501" y="85254"/>
                  <a:pt x="1219697" y="82974"/>
                  <a:pt x="1221380" y="80140"/>
                </a:cubicBezTo>
                <a:cubicBezTo>
                  <a:pt x="1223064" y="77305"/>
                  <a:pt x="1223906" y="73793"/>
                  <a:pt x="1223906" y="69603"/>
                </a:cubicBezTo>
                <a:cubicBezTo>
                  <a:pt x="1223906" y="66646"/>
                  <a:pt x="1223331" y="64161"/>
                  <a:pt x="1222181" y="62148"/>
                </a:cubicBezTo>
                <a:cubicBezTo>
                  <a:pt x="1221032" y="60135"/>
                  <a:pt x="1219513" y="58450"/>
                  <a:pt x="1217623" y="57094"/>
                </a:cubicBezTo>
                <a:cubicBezTo>
                  <a:pt x="1215735" y="55738"/>
                  <a:pt x="1213579" y="54650"/>
                  <a:pt x="1211157" y="53829"/>
                </a:cubicBezTo>
                <a:cubicBezTo>
                  <a:pt x="1208735" y="53007"/>
                  <a:pt x="1206251" y="52309"/>
                  <a:pt x="1203705" y="51734"/>
                </a:cubicBezTo>
                <a:cubicBezTo>
                  <a:pt x="1201241" y="51159"/>
                  <a:pt x="1198818" y="50625"/>
                  <a:pt x="1196436" y="50132"/>
                </a:cubicBezTo>
                <a:cubicBezTo>
                  <a:pt x="1194056" y="49639"/>
                  <a:pt x="1191941" y="49084"/>
                  <a:pt x="1190093" y="48469"/>
                </a:cubicBezTo>
                <a:cubicBezTo>
                  <a:pt x="1188246" y="47852"/>
                  <a:pt x="1186747" y="47051"/>
                  <a:pt x="1185597" y="46065"/>
                </a:cubicBezTo>
                <a:cubicBezTo>
                  <a:pt x="1184448" y="45079"/>
                  <a:pt x="1183873" y="43805"/>
                  <a:pt x="1183873" y="42244"/>
                </a:cubicBezTo>
                <a:cubicBezTo>
                  <a:pt x="1183873" y="40929"/>
                  <a:pt x="1184202" y="39882"/>
                  <a:pt x="1184858" y="39101"/>
                </a:cubicBezTo>
                <a:cubicBezTo>
                  <a:pt x="1185516" y="38320"/>
                  <a:pt x="1186317" y="37725"/>
                  <a:pt x="1187260" y="37315"/>
                </a:cubicBezTo>
                <a:cubicBezTo>
                  <a:pt x="1188205" y="36904"/>
                  <a:pt x="1189252" y="36637"/>
                  <a:pt x="1190401" y="36515"/>
                </a:cubicBezTo>
                <a:cubicBezTo>
                  <a:pt x="1191551" y="36391"/>
                  <a:pt x="1192619" y="36329"/>
                  <a:pt x="1193604" y="36329"/>
                </a:cubicBezTo>
                <a:cubicBezTo>
                  <a:pt x="1196724" y="36329"/>
                  <a:pt x="1199434" y="36927"/>
                  <a:pt x="1201733" y="38124"/>
                </a:cubicBezTo>
                <a:cubicBezTo>
                  <a:pt x="1204032" y="39319"/>
                  <a:pt x="1205305" y="41608"/>
                  <a:pt x="1205552" y="44990"/>
                </a:cubicBezTo>
                <a:lnTo>
                  <a:pt x="1222183" y="44990"/>
                </a:lnTo>
                <a:cubicBezTo>
                  <a:pt x="1221855" y="41048"/>
                  <a:pt x="1220848" y="37783"/>
                  <a:pt x="1219164" y="35195"/>
                </a:cubicBezTo>
                <a:cubicBezTo>
                  <a:pt x="1217481" y="32608"/>
                  <a:pt x="1215367" y="30534"/>
                  <a:pt x="1212821" y="28974"/>
                </a:cubicBezTo>
                <a:cubicBezTo>
                  <a:pt x="1210276" y="27412"/>
                  <a:pt x="1207381" y="26304"/>
                  <a:pt x="1204137" y="25647"/>
                </a:cubicBezTo>
                <a:cubicBezTo>
                  <a:pt x="1200893" y="24989"/>
                  <a:pt x="1197547" y="24660"/>
                  <a:pt x="1194098" y="24660"/>
                </a:cubicBezTo>
                <a:cubicBezTo>
                  <a:pt x="1190648" y="24660"/>
                  <a:pt x="1187281" y="24968"/>
                  <a:pt x="1183995" y="25585"/>
                </a:cubicBezTo>
                <a:cubicBezTo>
                  <a:pt x="1180711" y="26200"/>
                  <a:pt x="1177755" y="27268"/>
                  <a:pt x="1175128" y="28788"/>
                </a:cubicBezTo>
                <a:cubicBezTo>
                  <a:pt x="1172500" y="30308"/>
                  <a:pt x="1170385" y="32382"/>
                  <a:pt x="1168784" y="35011"/>
                </a:cubicBezTo>
                <a:cubicBezTo>
                  <a:pt x="1167183" y="37640"/>
                  <a:pt x="1166382" y="41009"/>
                  <a:pt x="1166382" y="45118"/>
                </a:cubicBezTo>
                <a:cubicBezTo>
                  <a:pt x="1166382" y="47911"/>
                  <a:pt x="1166956" y="50273"/>
                  <a:pt x="1168105" y="52204"/>
                </a:cubicBezTo>
                <a:cubicBezTo>
                  <a:pt x="1169256" y="54133"/>
                  <a:pt x="1170775" y="55735"/>
                  <a:pt x="1172663" y="57010"/>
                </a:cubicBezTo>
                <a:cubicBezTo>
                  <a:pt x="1174553" y="58283"/>
                  <a:pt x="1176709" y="59310"/>
                  <a:pt x="1179131" y="60090"/>
                </a:cubicBezTo>
                <a:cubicBezTo>
                  <a:pt x="1181553" y="60871"/>
                  <a:pt x="1184037" y="61549"/>
                  <a:pt x="1186584" y="62124"/>
                </a:cubicBezTo>
                <a:cubicBezTo>
                  <a:pt x="1192824" y="63438"/>
                  <a:pt x="1197689" y="64753"/>
                  <a:pt x="1201179" y="66067"/>
                </a:cubicBezTo>
                <a:cubicBezTo>
                  <a:pt x="1204670" y="67382"/>
                  <a:pt x="1206415" y="69354"/>
                  <a:pt x="1206415" y="71982"/>
                </a:cubicBezTo>
                <a:cubicBezTo>
                  <a:pt x="1206415" y="73542"/>
                  <a:pt x="1206045" y="74836"/>
                  <a:pt x="1205306" y="75864"/>
                </a:cubicBezTo>
                <a:cubicBezTo>
                  <a:pt x="1204567" y="76891"/>
                  <a:pt x="1203643" y="77713"/>
                  <a:pt x="1202534" y="78330"/>
                </a:cubicBezTo>
                <a:cubicBezTo>
                  <a:pt x="1201426" y="78945"/>
                  <a:pt x="1200194" y="79397"/>
                  <a:pt x="1198838" y="79685"/>
                </a:cubicBezTo>
                <a:cubicBezTo>
                  <a:pt x="1197484" y="79972"/>
                  <a:pt x="1196191" y="80115"/>
                  <a:pt x="1194959" y="80115"/>
                </a:cubicBezTo>
                <a:cubicBezTo>
                  <a:pt x="1193235" y="80115"/>
                  <a:pt x="1191572" y="79910"/>
                  <a:pt x="1189971" y="79501"/>
                </a:cubicBezTo>
                <a:cubicBezTo>
                  <a:pt x="1188369" y="79090"/>
                  <a:pt x="1186953" y="78454"/>
                  <a:pt x="1185721" y="77593"/>
                </a:cubicBezTo>
                <a:cubicBezTo>
                  <a:pt x="1184489" y="76731"/>
                  <a:pt x="1183483" y="75623"/>
                  <a:pt x="1182702" y="74270"/>
                </a:cubicBezTo>
                <a:cubicBezTo>
                  <a:pt x="1181923" y="72917"/>
                  <a:pt x="1181533" y="71296"/>
                  <a:pt x="1181533" y="69409"/>
                </a:cubicBezTo>
                <a:close/>
                <a:moveTo>
                  <a:pt x="1282965" y="58344"/>
                </a:moveTo>
                <a:cubicBezTo>
                  <a:pt x="1282965" y="55798"/>
                  <a:pt x="1283212" y="53293"/>
                  <a:pt x="1283704" y="50830"/>
                </a:cubicBezTo>
                <a:cubicBezTo>
                  <a:pt x="1284196" y="48365"/>
                  <a:pt x="1285038" y="46188"/>
                  <a:pt x="1286228" y="44300"/>
                </a:cubicBezTo>
                <a:cubicBezTo>
                  <a:pt x="1287420" y="42410"/>
                  <a:pt x="1289001" y="40870"/>
                  <a:pt x="1290972" y="39680"/>
                </a:cubicBezTo>
                <a:cubicBezTo>
                  <a:pt x="1292943" y="38488"/>
                  <a:pt x="1295407" y="37892"/>
                  <a:pt x="1298363" y="37892"/>
                </a:cubicBezTo>
                <a:cubicBezTo>
                  <a:pt x="1301320" y="37892"/>
                  <a:pt x="1303804" y="38488"/>
                  <a:pt x="1305815" y="39680"/>
                </a:cubicBezTo>
                <a:cubicBezTo>
                  <a:pt x="1307828" y="40870"/>
                  <a:pt x="1309429" y="42410"/>
                  <a:pt x="1310620" y="44300"/>
                </a:cubicBezTo>
                <a:cubicBezTo>
                  <a:pt x="1311811" y="46188"/>
                  <a:pt x="1312653" y="48365"/>
                  <a:pt x="1313146" y="50830"/>
                </a:cubicBezTo>
                <a:cubicBezTo>
                  <a:pt x="1313638" y="53293"/>
                  <a:pt x="1313884" y="55798"/>
                  <a:pt x="1313884" y="58344"/>
                </a:cubicBezTo>
                <a:cubicBezTo>
                  <a:pt x="1313884" y="60890"/>
                  <a:pt x="1313638" y="63375"/>
                  <a:pt x="1313146" y="65799"/>
                </a:cubicBezTo>
                <a:cubicBezTo>
                  <a:pt x="1312653" y="68221"/>
                  <a:pt x="1311811" y="70397"/>
                  <a:pt x="1310620" y="72328"/>
                </a:cubicBezTo>
                <a:cubicBezTo>
                  <a:pt x="1309429" y="74258"/>
                  <a:pt x="1307828" y="75798"/>
                  <a:pt x="1305815" y="76948"/>
                </a:cubicBezTo>
                <a:cubicBezTo>
                  <a:pt x="1303804" y="78097"/>
                  <a:pt x="1301320" y="78672"/>
                  <a:pt x="1298363" y="78672"/>
                </a:cubicBezTo>
                <a:cubicBezTo>
                  <a:pt x="1295407" y="78672"/>
                  <a:pt x="1292943" y="78097"/>
                  <a:pt x="1290972" y="76948"/>
                </a:cubicBezTo>
                <a:cubicBezTo>
                  <a:pt x="1289001" y="75798"/>
                  <a:pt x="1287420" y="74258"/>
                  <a:pt x="1286228" y="72328"/>
                </a:cubicBezTo>
                <a:cubicBezTo>
                  <a:pt x="1285038" y="70397"/>
                  <a:pt x="1284196" y="68221"/>
                  <a:pt x="1283704" y="65799"/>
                </a:cubicBezTo>
                <a:cubicBezTo>
                  <a:pt x="1283212" y="63375"/>
                  <a:pt x="1282965" y="60890"/>
                  <a:pt x="1282965" y="58344"/>
                </a:cubicBezTo>
                <a:moveTo>
                  <a:pt x="1265474" y="58346"/>
                </a:moveTo>
                <a:cubicBezTo>
                  <a:pt x="1265474" y="63446"/>
                  <a:pt x="1266254" y="68052"/>
                  <a:pt x="1267814" y="72165"/>
                </a:cubicBezTo>
                <a:cubicBezTo>
                  <a:pt x="1269374" y="76277"/>
                  <a:pt x="1271591" y="79794"/>
                  <a:pt x="1274466" y="82715"/>
                </a:cubicBezTo>
                <a:cubicBezTo>
                  <a:pt x="1277340" y="85634"/>
                  <a:pt x="1280789" y="87876"/>
                  <a:pt x="1284813" y="89440"/>
                </a:cubicBezTo>
                <a:cubicBezTo>
                  <a:pt x="1288838" y="91003"/>
                  <a:pt x="1293354" y="91784"/>
                  <a:pt x="1298363" y="91784"/>
                </a:cubicBezTo>
                <a:cubicBezTo>
                  <a:pt x="1303373" y="91784"/>
                  <a:pt x="1307910" y="91003"/>
                  <a:pt x="1311975" y="89440"/>
                </a:cubicBezTo>
                <a:cubicBezTo>
                  <a:pt x="1316040" y="87876"/>
                  <a:pt x="1319509" y="85634"/>
                  <a:pt x="1322384" y="82715"/>
                </a:cubicBezTo>
                <a:cubicBezTo>
                  <a:pt x="1325258" y="79794"/>
                  <a:pt x="1327476" y="76277"/>
                  <a:pt x="1329036" y="72165"/>
                </a:cubicBezTo>
                <a:cubicBezTo>
                  <a:pt x="1330596" y="68052"/>
                  <a:pt x="1331376" y="63446"/>
                  <a:pt x="1331376" y="58346"/>
                </a:cubicBezTo>
                <a:cubicBezTo>
                  <a:pt x="1331376" y="53246"/>
                  <a:pt x="1330596" y="48619"/>
                  <a:pt x="1329036" y="44465"/>
                </a:cubicBezTo>
                <a:cubicBezTo>
                  <a:pt x="1327476" y="40310"/>
                  <a:pt x="1325258" y="36773"/>
                  <a:pt x="1322384" y="33853"/>
                </a:cubicBezTo>
                <a:cubicBezTo>
                  <a:pt x="1319509" y="30932"/>
                  <a:pt x="1316040" y="28670"/>
                  <a:pt x="1311975" y="27066"/>
                </a:cubicBezTo>
                <a:cubicBezTo>
                  <a:pt x="1307910" y="25462"/>
                  <a:pt x="1303373" y="24660"/>
                  <a:pt x="1298363" y="24660"/>
                </a:cubicBezTo>
                <a:cubicBezTo>
                  <a:pt x="1293354" y="24660"/>
                  <a:pt x="1288838" y="25462"/>
                  <a:pt x="1284813" y="27066"/>
                </a:cubicBezTo>
                <a:cubicBezTo>
                  <a:pt x="1280789" y="28670"/>
                  <a:pt x="1277340" y="30932"/>
                  <a:pt x="1274466" y="33853"/>
                </a:cubicBezTo>
                <a:cubicBezTo>
                  <a:pt x="1271591" y="36773"/>
                  <a:pt x="1269374" y="40310"/>
                  <a:pt x="1267814" y="44465"/>
                </a:cubicBezTo>
                <a:cubicBezTo>
                  <a:pt x="1266254" y="48619"/>
                  <a:pt x="1265474" y="53246"/>
                  <a:pt x="1265474" y="58346"/>
                </a:cubicBezTo>
                <a:close/>
                <a:moveTo>
                  <a:pt x="1346244" y="38133"/>
                </a:moveTo>
                <a:lnTo>
                  <a:pt x="1346244" y="90100"/>
                </a:lnTo>
                <a:lnTo>
                  <a:pt x="1363735" y="90100"/>
                </a:lnTo>
                <a:lnTo>
                  <a:pt x="1363735" y="38133"/>
                </a:lnTo>
                <a:lnTo>
                  <a:pt x="1375806" y="38133"/>
                </a:lnTo>
                <a:lnTo>
                  <a:pt x="1375806" y="26465"/>
                </a:lnTo>
                <a:lnTo>
                  <a:pt x="1363735" y="26465"/>
                </a:lnTo>
                <a:lnTo>
                  <a:pt x="1363735" y="22653"/>
                </a:lnTo>
                <a:cubicBezTo>
                  <a:pt x="1363735" y="20029"/>
                  <a:pt x="1364249" y="18164"/>
                  <a:pt x="1365275" y="17057"/>
                </a:cubicBezTo>
                <a:cubicBezTo>
                  <a:pt x="1366301" y="15951"/>
                  <a:pt x="1368005" y="15398"/>
                  <a:pt x="1370387" y="15398"/>
                </a:cubicBezTo>
                <a:cubicBezTo>
                  <a:pt x="1372604" y="15398"/>
                  <a:pt x="1374739" y="15518"/>
                  <a:pt x="1376791" y="15758"/>
                </a:cubicBezTo>
                <a:lnTo>
                  <a:pt x="1376791" y="2646"/>
                </a:lnTo>
                <a:cubicBezTo>
                  <a:pt x="1375314" y="2566"/>
                  <a:pt x="1373794" y="2466"/>
                  <a:pt x="1372233" y="2346"/>
                </a:cubicBezTo>
                <a:cubicBezTo>
                  <a:pt x="1370673" y="2225"/>
                  <a:pt x="1369113" y="2165"/>
                  <a:pt x="1367553" y="2165"/>
                </a:cubicBezTo>
                <a:cubicBezTo>
                  <a:pt x="1360409" y="2165"/>
                  <a:pt x="1355072" y="3975"/>
                  <a:pt x="1351541" y="7594"/>
                </a:cubicBezTo>
                <a:cubicBezTo>
                  <a:pt x="1348010" y="11211"/>
                  <a:pt x="1346244" y="15857"/>
                  <a:pt x="1346244" y="21531"/>
                </a:cubicBezTo>
                <a:lnTo>
                  <a:pt x="1346244" y="26465"/>
                </a:lnTo>
                <a:lnTo>
                  <a:pt x="1335773" y="26465"/>
                </a:lnTo>
                <a:lnTo>
                  <a:pt x="1335773" y="38133"/>
                </a:lnTo>
                <a:lnTo>
                  <a:pt x="1346244" y="38133"/>
                </a:lnTo>
                <a:close/>
                <a:moveTo>
                  <a:pt x="1431666" y="60848"/>
                </a:moveTo>
                <a:lnTo>
                  <a:pt x="1412944" y="60848"/>
                </a:lnTo>
                <a:cubicBezTo>
                  <a:pt x="1412861" y="66267"/>
                  <a:pt x="1413846" y="70949"/>
                  <a:pt x="1415898" y="74892"/>
                </a:cubicBezTo>
                <a:cubicBezTo>
                  <a:pt x="1417952" y="78835"/>
                  <a:pt x="1420724" y="82081"/>
                  <a:pt x="1424214" y="84628"/>
                </a:cubicBezTo>
                <a:cubicBezTo>
                  <a:pt x="1427705" y="87176"/>
                  <a:pt x="1431729" y="89045"/>
                  <a:pt x="1436286" y="90237"/>
                </a:cubicBezTo>
                <a:cubicBezTo>
                  <a:pt x="1440844" y="91429"/>
                  <a:pt x="1445545" y="92024"/>
                  <a:pt x="1450391" y="92024"/>
                </a:cubicBezTo>
                <a:cubicBezTo>
                  <a:pt x="1456385" y="92024"/>
                  <a:pt x="1461661" y="91326"/>
                  <a:pt x="1466219" y="89931"/>
                </a:cubicBezTo>
                <a:cubicBezTo>
                  <a:pt x="1470776" y="88535"/>
                  <a:pt x="1474595" y="86584"/>
                  <a:pt x="1477675" y="84079"/>
                </a:cubicBezTo>
                <a:cubicBezTo>
                  <a:pt x="1480755" y="81575"/>
                  <a:pt x="1483075" y="78598"/>
                  <a:pt x="1484635" y="75150"/>
                </a:cubicBezTo>
                <a:cubicBezTo>
                  <a:pt x="1486195" y="71700"/>
                  <a:pt x="1486975" y="67963"/>
                  <a:pt x="1486975" y="63940"/>
                </a:cubicBezTo>
                <a:cubicBezTo>
                  <a:pt x="1486975" y="59013"/>
                  <a:pt x="1485928" y="54968"/>
                  <a:pt x="1483834" y="51807"/>
                </a:cubicBezTo>
                <a:cubicBezTo>
                  <a:pt x="1481740" y="48644"/>
                  <a:pt x="1479256" y="46119"/>
                  <a:pt x="1476381" y="44230"/>
                </a:cubicBezTo>
                <a:cubicBezTo>
                  <a:pt x="1473507" y="42342"/>
                  <a:pt x="1470612" y="40967"/>
                  <a:pt x="1467696" y="40105"/>
                </a:cubicBezTo>
                <a:cubicBezTo>
                  <a:pt x="1464781" y="39241"/>
                  <a:pt x="1462503" y="38645"/>
                  <a:pt x="1460860" y="38317"/>
                </a:cubicBezTo>
                <a:cubicBezTo>
                  <a:pt x="1455358" y="36921"/>
                  <a:pt x="1450902" y="35772"/>
                  <a:pt x="1447494" y="34868"/>
                </a:cubicBezTo>
                <a:cubicBezTo>
                  <a:pt x="1444087" y="33965"/>
                  <a:pt x="1441419" y="33062"/>
                  <a:pt x="1439489" y="32160"/>
                </a:cubicBezTo>
                <a:cubicBezTo>
                  <a:pt x="1437559" y="31256"/>
                  <a:pt x="1436265" y="30271"/>
                  <a:pt x="1435608" y="29203"/>
                </a:cubicBezTo>
                <a:cubicBezTo>
                  <a:pt x="1434951" y="28135"/>
                  <a:pt x="1434623" y="26739"/>
                  <a:pt x="1434623" y="25013"/>
                </a:cubicBezTo>
                <a:cubicBezTo>
                  <a:pt x="1434623" y="23125"/>
                  <a:pt x="1435033" y="21565"/>
                  <a:pt x="1435854" y="20333"/>
                </a:cubicBezTo>
                <a:cubicBezTo>
                  <a:pt x="1436676" y="19102"/>
                  <a:pt x="1437723" y="18075"/>
                  <a:pt x="1438995" y="17255"/>
                </a:cubicBezTo>
                <a:cubicBezTo>
                  <a:pt x="1440268" y="16433"/>
                  <a:pt x="1441684" y="15857"/>
                  <a:pt x="1443244" y="15529"/>
                </a:cubicBezTo>
                <a:cubicBezTo>
                  <a:pt x="1444806" y="15201"/>
                  <a:pt x="1446366" y="15037"/>
                  <a:pt x="1447926" y="15037"/>
                </a:cubicBezTo>
                <a:cubicBezTo>
                  <a:pt x="1450308" y="15037"/>
                  <a:pt x="1452505" y="15242"/>
                  <a:pt x="1454516" y="15653"/>
                </a:cubicBezTo>
                <a:cubicBezTo>
                  <a:pt x="1456529" y="16063"/>
                  <a:pt x="1458315" y="16761"/>
                  <a:pt x="1459875" y="17747"/>
                </a:cubicBezTo>
                <a:cubicBezTo>
                  <a:pt x="1461436" y="18732"/>
                  <a:pt x="1462689" y="20086"/>
                  <a:pt x="1463632" y="21811"/>
                </a:cubicBezTo>
                <a:cubicBezTo>
                  <a:pt x="1464577" y="23535"/>
                  <a:pt x="1465131" y="25711"/>
                  <a:pt x="1465296" y="28338"/>
                </a:cubicBezTo>
                <a:lnTo>
                  <a:pt x="1484018" y="28338"/>
                </a:lnTo>
                <a:cubicBezTo>
                  <a:pt x="1484018" y="23247"/>
                  <a:pt x="1483053" y="18916"/>
                  <a:pt x="1481124" y="15343"/>
                </a:cubicBezTo>
                <a:cubicBezTo>
                  <a:pt x="1479194" y="11769"/>
                  <a:pt x="1476586" y="8832"/>
                  <a:pt x="1473301" y="6532"/>
                </a:cubicBezTo>
                <a:cubicBezTo>
                  <a:pt x="1470017" y="4231"/>
                  <a:pt x="1466260" y="2568"/>
                  <a:pt x="1462031" y="1541"/>
                </a:cubicBezTo>
                <a:cubicBezTo>
                  <a:pt x="1457802" y="514"/>
                  <a:pt x="1453388" y="0"/>
                  <a:pt x="1448789" y="0"/>
                </a:cubicBezTo>
                <a:cubicBezTo>
                  <a:pt x="1444847" y="0"/>
                  <a:pt x="1440905" y="534"/>
                  <a:pt x="1436963" y="1601"/>
                </a:cubicBezTo>
                <a:cubicBezTo>
                  <a:pt x="1433022" y="2669"/>
                  <a:pt x="1429491" y="4312"/>
                  <a:pt x="1426369" y="6530"/>
                </a:cubicBezTo>
                <a:cubicBezTo>
                  <a:pt x="1423249" y="8746"/>
                  <a:pt x="1420724" y="11517"/>
                  <a:pt x="1418795" y="14843"/>
                </a:cubicBezTo>
                <a:cubicBezTo>
                  <a:pt x="1416865" y="18169"/>
                  <a:pt x="1415900" y="22089"/>
                  <a:pt x="1415900" y="26606"/>
                </a:cubicBezTo>
                <a:cubicBezTo>
                  <a:pt x="1415900" y="30629"/>
                  <a:pt x="1416660" y="34057"/>
                  <a:pt x="1418178" y="36891"/>
                </a:cubicBezTo>
                <a:cubicBezTo>
                  <a:pt x="1419698" y="39724"/>
                  <a:pt x="1421690" y="42085"/>
                  <a:pt x="1424153" y="43975"/>
                </a:cubicBezTo>
                <a:cubicBezTo>
                  <a:pt x="1426617" y="45863"/>
                  <a:pt x="1429409" y="47402"/>
                  <a:pt x="1432529" y="48593"/>
                </a:cubicBezTo>
                <a:cubicBezTo>
                  <a:pt x="1435650" y="49783"/>
                  <a:pt x="1438853" y="50789"/>
                  <a:pt x="1442137" y="51611"/>
                </a:cubicBezTo>
                <a:cubicBezTo>
                  <a:pt x="1445340" y="52514"/>
                  <a:pt x="1448502" y="53334"/>
                  <a:pt x="1451622" y="54074"/>
                </a:cubicBezTo>
                <a:cubicBezTo>
                  <a:pt x="1454743" y="54813"/>
                  <a:pt x="1457535" y="55676"/>
                  <a:pt x="1459999" y="56662"/>
                </a:cubicBezTo>
                <a:cubicBezTo>
                  <a:pt x="1462462" y="57647"/>
                  <a:pt x="1464454" y="58879"/>
                  <a:pt x="1465972" y="60357"/>
                </a:cubicBezTo>
                <a:cubicBezTo>
                  <a:pt x="1467492" y="61835"/>
                  <a:pt x="1468252" y="63764"/>
                  <a:pt x="1468252" y="66146"/>
                </a:cubicBezTo>
                <a:cubicBezTo>
                  <a:pt x="1468252" y="68363"/>
                  <a:pt x="1467677" y="70190"/>
                  <a:pt x="1466527" y="71627"/>
                </a:cubicBezTo>
                <a:cubicBezTo>
                  <a:pt x="1465378" y="73064"/>
                  <a:pt x="1463940" y="74193"/>
                  <a:pt x="1462215" y="75014"/>
                </a:cubicBezTo>
                <a:cubicBezTo>
                  <a:pt x="1460491" y="75835"/>
                  <a:pt x="1458643" y="76389"/>
                  <a:pt x="1456672" y="76678"/>
                </a:cubicBezTo>
                <a:cubicBezTo>
                  <a:pt x="1454701" y="76965"/>
                  <a:pt x="1452853" y="77108"/>
                  <a:pt x="1451129" y="77108"/>
                </a:cubicBezTo>
                <a:cubicBezTo>
                  <a:pt x="1448583" y="77108"/>
                  <a:pt x="1446119" y="76800"/>
                  <a:pt x="1443737" y="76185"/>
                </a:cubicBezTo>
                <a:cubicBezTo>
                  <a:pt x="1441356" y="75569"/>
                  <a:pt x="1439283" y="74624"/>
                  <a:pt x="1437517" y="73351"/>
                </a:cubicBezTo>
                <a:cubicBezTo>
                  <a:pt x="1435752" y="72078"/>
                  <a:pt x="1434335" y="70415"/>
                  <a:pt x="1433268" y="68362"/>
                </a:cubicBezTo>
                <a:cubicBezTo>
                  <a:pt x="1432200" y="66309"/>
                  <a:pt x="1431666" y="63804"/>
                  <a:pt x="1431666" y="60848"/>
                </a:cubicBezTo>
                <a:close/>
                <a:moveTo>
                  <a:pt x="1511729" y="58344"/>
                </a:moveTo>
                <a:cubicBezTo>
                  <a:pt x="1511729" y="55798"/>
                  <a:pt x="1511975" y="53293"/>
                  <a:pt x="1512467" y="50830"/>
                </a:cubicBezTo>
                <a:cubicBezTo>
                  <a:pt x="1512960" y="48365"/>
                  <a:pt x="1513801" y="46188"/>
                  <a:pt x="1514992" y="44300"/>
                </a:cubicBezTo>
                <a:cubicBezTo>
                  <a:pt x="1516183" y="42410"/>
                  <a:pt x="1517765" y="40870"/>
                  <a:pt x="1519736" y="39680"/>
                </a:cubicBezTo>
                <a:cubicBezTo>
                  <a:pt x="1521707" y="38488"/>
                  <a:pt x="1524170" y="37892"/>
                  <a:pt x="1527126" y="37892"/>
                </a:cubicBezTo>
                <a:cubicBezTo>
                  <a:pt x="1530084" y="37892"/>
                  <a:pt x="1532568" y="38488"/>
                  <a:pt x="1534579" y="39680"/>
                </a:cubicBezTo>
                <a:cubicBezTo>
                  <a:pt x="1536591" y="40870"/>
                  <a:pt x="1538193" y="42410"/>
                  <a:pt x="1539383" y="44300"/>
                </a:cubicBezTo>
                <a:cubicBezTo>
                  <a:pt x="1540575" y="46188"/>
                  <a:pt x="1541417" y="48365"/>
                  <a:pt x="1541909" y="50830"/>
                </a:cubicBezTo>
                <a:cubicBezTo>
                  <a:pt x="1542402" y="53293"/>
                  <a:pt x="1542648" y="55798"/>
                  <a:pt x="1542648" y="58344"/>
                </a:cubicBezTo>
                <a:cubicBezTo>
                  <a:pt x="1542648" y="60890"/>
                  <a:pt x="1542402" y="63375"/>
                  <a:pt x="1541909" y="65799"/>
                </a:cubicBezTo>
                <a:cubicBezTo>
                  <a:pt x="1541417" y="68221"/>
                  <a:pt x="1540575" y="70397"/>
                  <a:pt x="1539383" y="72328"/>
                </a:cubicBezTo>
                <a:cubicBezTo>
                  <a:pt x="1538193" y="74258"/>
                  <a:pt x="1536591" y="75798"/>
                  <a:pt x="1534579" y="76948"/>
                </a:cubicBezTo>
                <a:cubicBezTo>
                  <a:pt x="1532568" y="78097"/>
                  <a:pt x="1530084" y="78672"/>
                  <a:pt x="1527126" y="78672"/>
                </a:cubicBezTo>
                <a:cubicBezTo>
                  <a:pt x="1524170" y="78672"/>
                  <a:pt x="1521707" y="78097"/>
                  <a:pt x="1519736" y="76948"/>
                </a:cubicBezTo>
                <a:cubicBezTo>
                  <a:pt x="1517765" y="75798"/>
                  <a:pt x="1516183" y="74258"/>
                  <a:pt x="1514992" y="72328"/>
                </a:cubicBezTo>
                <a:cubicBezTo>
                  <a:pt x="1513801" y="70397"/>
                  <a:pt x="1512960" y="68221"/>
                  <a:pt x="1512467" y="65799"/>
                </a:cubicBezTo>
                <a:cubicBezTo>
                  <a:pt x="1511975" y="63375"/>
                  <a:pt x="1511729" y="60890"/>
                  <a:pt x="1511729" y="58344"/>
                </a:cubicBezTo>
                <a:moveTo>
                  <a:pt x="1494237" y="58346"/>
                </a:moveTo>
                <a:cubicBezTo>
                  <a:pt x="1494237" y="63446"/>
                  <a:pt x="1495017" y="68052"/>
                  <a:pt x="1496577" y="72165"/>
                </a:cubicBezTo>
                <a:cubicBezTo>
                  <a:pt x="1498138" y="76277"/>
                  <a:pt x="1500355" y="79794"/>
                  <a:pt x="1503229" y="82715"/>
                </a:cubicBezTo>
                <a:cubicBezTo>
                  <a:pt x="1506104" y="85634"/>
                  <a:pt x="1509553" y="87876"/>
                  <a:pt x="1513576" y="89440"/>
                </a:cubicBezTo>
                <a:cubicBezTo>
                  <a:pt x="1517601" y="91003"/>
                  <a:pt x="1522118" y="91784"/>
                  <a:pt x="1527126" y="91784"/>
                </a:cubicBezTo>
                <a:cubicBezTo>
                  <a:pt x="1532136" y="91784"/>
                  <a:pt x="1536673" y="91003"/>
                  <a:pt x="1540738" y="89440"/>
                </a:cubicBezTo>
                <a:cubicBezTo>
                  <a:pt x="1544803" y="87876"/>
                  <a:pt x="1548273" y="85634"/>
                  <a:pt x="1551147" y="82715"/>
                </a:cubicBezTo>
                <a:cubicBezTo>
                  <a:pt x="1554022" y="79794"/>
                  <a:pt x="1556239" y="76277"/>
                  <a:pt x="1557799" y="72165"/>
                </a:cubicBezTo>
                <a:cubicBezTo>
                  <a:pt x="1559359" y="68052"/>
                  <a:pt x="1560139" y="63446"/>
                  <a:pt x="1560139" y="58346"/>
                </a:cubicBezTo>
                <a:cubicBezTo>
                  <a:pt x="1560139" y="53246"/>
                  <a:pt x="1559359" y="48619"/>
                  <a:pt x="1557799" y="44465"/>
                </a:cubicBezTo>
                <a:cubicBezTo>
                  <a:pt x="1556239" y="40310"/>
                  <a:pt x="1554022" y="36773"/>
                  <a:pt x="1551147" y="33853"/>
                </a:cubicBezTo>
                <a:cubicBezTo>
                  <a:pt x="1548273" y="30932"/>
                  <a:pt x="1544803" y="28670"/>
                  <a:pt x="1540738" y="27066"/>
                </a:cubicBezTo>
                <a:cubicBezTo>
                  <a:pt x="1536673" y="25462"/>
                  <a:pt x="1532136" y="24660"/>
                  <a:pt x="1527126" y="24660"/>
                </a:cubicBezTo>
                <a:cubicBezTo>
                  <a:pt x="1522118" y="24660"/>
                  <a:pt x="1517601" y="25462"/>
                  <a:pt x="1513576" y="27066"/>
                </a:cubicBezTo>
                <a:cubicBezTo>
                  <a:pt x="1509553" y="28670"/>
                  <a:pt x="1506104" y="30932"/>
                  <a:pt x="1503229" y="33853"/>
                </a:cubicBezTo>
                <a:cubicBezTo>
                  <a:pt x="1500355" y="36773"/>
                  <a:pt x="1498138" y="40310"/>
                  <a:pt x="1496577" y="44465"/>
                </a:cubicBezTo>
                <a:cubicBezTo>
                  <a:pt x="1495017" y="48619"/>
                  <a:pt x="1494237" y="53246"/>
                  <a:pt x="1494237" y="58346"/>
                </a:cubicBezTo>
                <a:close/>
                <a:moveTo>
                  <a:pt x="1630931" y="90032"/>
                </a:moveTo>
                <a:lnTo>
                  <a:pt x="1630931" y="26465"/>
                </a:lnTo>
                <a:lnTo>
                  <a:pt x="1613440" y="26465"/>
                </a:lnTo>
                <a:lnTo>
                  <a:pt x="1613440" y="59765"/>
                </a:lnTo>
                <a:cubicBezTo>
                  <a:pt x="1613440" y="66236"/>
                  <a:pt x="1612372" y="70885"/>
                  <a:pt x="1610237" y="73712"/>
                </a:cubicBezTo>
                <a:cubicBezTo>
                  <a:pt x="1608102" y="76537"/>
                  <a:pt x="1604653" y="77950"/>
                  <a:pt x="1599890" y="77950"/>
                </a:cubicBezTo>
                <a:cubicBezTo>
                  <a:pt x="1595701" y="77950"/>
                  <a:pt x="1592785" y="76660"/>
                  <a:pt x="1591142" y="74080"/>
                </a:cubicBezTo>
                <a:cubicBezTo>
                  <a:pt x="1589501" y="71499"/>
                  <a:pt x="1588680" y="67587"/>
                  <a:pt x="1588680" y="62344"/>
                </a:cubicBezTo>
                <a:lnTo>
                  <a:pt x="1588680" y="26465"/>
                </a:lnTo>
                <a:lnTo>
                  <a:pt x="1571188" y="26465"/>
                </a:lnTo>
                <a:lnTo>
                  <a:pt x="1571188" y="65584"/>
                </a:lnTo>
                <a:cubicBezTo>
                  <a:pt x="1571188" y="69520"/>
                  <a:pt x="1571537" y="73108"/>
                  <a:pt x="1572235" y="76349"/>
                </a:cubicBezTo>
                <a:cubicBezTo>
                  <a:pt x="1572933" y="79588"/>
                  <a:pt x="1574144" y="82335"/>
                  <a:pt x="1575869" y="84591"/>
                </a:cubicBezTo>
                <a:cubicBezTo>
                  <a:pt x="1577594" y="86846"/>
                  <a:pt x="1579955" y="88589"/>
                  <a:pt x="1582953" y="89820"/>
                </a:cubicBezTo>
                <a:cubicBezTo>
                  <a:pt x="1585950" y="91049"/>
                  <a:pt x="1589789" y="91664"/>
                  <a:pt x="1594471" y="91664"/>
                </a:cubicBezTo>
                <a:cubicBezTo>
                  <a:pt x="1598166" y="91664"/>
                  <a:pt x="1601779" y="90840"/>
                  <a:pt x="1605310" y="89194"/>
                </a:cubicBezTo>
                <a:cubicBezTo>
                  <a:pt x="1608841" y="87546"/>
                  <a:pt x="1611715" y="84869"/>
                  <a:pt x="1613932" y="81162"/>
                </a:cubicBezTo>
                <a:lnTo>
                  <a:pt x="1614302" y="81162"/>
                </a:lnTo>
                <a:lnTo>
                  <a:pt x="1614302" y="90032"/>
                </a:lnTo>
                <a:lnTo>
                  <a:pt x="1630931" y="90032"/>
                </a:lnTo>
                <a:close/>
                <a:moveTo>
                  <a:pt x="1643872" y="26369"/>
                </a:moveTo>
                <a:lnTo>
                  <a:pt x="1643872" y="90100"/>
                </a:lnTo>
                <a:lnTo>
                  <a:pt x="1661364" y="90100"/>
                </a:lnTo>
                <a:lnTo>
                  <a:pt x="1661364" y="61368"/>
                </a:lnTo>
                <a:cubicBezTo>
                  <a:pt x="1661364" y="58491"/>
                  <a:pt x="1661651" y="55820"/>
                  <a:pt x="1662227" y="53354"/>
                </a:cubicBezTo>
                <a:cubicBezTo>
                  <a:pt x="1662802" y="50888"/>
                  <a:pt x="1663767" y="48730"/>
                  <a:pt x="1665121" y="46881"/>
                </a:cubicBezTo>
                <a:cubicBezTo>
                  <a:pt x="1666476" y="45031"/>
                  <a:pt x="1668261" y="43572"/>
                  <a:pt x="1670478" y="42503"/>
                </a:cubicBezTo>
                <a:cubicBezTo>
                  <a:pt x="1672696" y="41434"/>
                  <a:pt x="1675406" y="40900"/>
                  <a:pt x="1678609" y="40900"/>
                </a:cubicBezTo>
                <a:cubicBezTo>
                  <a:pt x="1679677" y="40900"/>
                  <a:pt x="1680785" y="40962"/>
                  <a:pt x="1681934" y="41086"/>
                </a:cubicBezTo>
                <a:cubicBezTo>
                  <a:pt x="1683084" y="41209"/>
                  <a:pt x="1684070" y="41352"/>
                  <a:pt x="1684891" y="41516"/>
                </a:cubicBezTo>
                <a:lnTo>
                  <a:pt x="1684891" y="25275"/>
                </a:lnTo>
                <a:cubicBezTo>
                  <a:pt x="1683495" y="24865"/>
                  <a:pt x="1682222" y="24660"/>
                  <a:pt x="1681073" y="24660"/>
                </a:cubicBezTo>
                <a:cubicBezTo>
                  <a:pt x="1678855" y="24660"/>
                  <a:pt x="1676720" y="24988"/>
                  <a:pt x="1674668" y="25645"/>
                </a:cubicBezTo>
                <a:cubicBezTo>
                  <a:pt x="1672615" y="26300"/>
                  <a:pt x="1670685" y="27223"/>
                  <a:pt x="1668878" y="28412"/>
                </a:cubicBezTo>
                <a:cubicBezTo>
                  <a:pt x="1667071" y="29601"/>
                  <a:pt x="1665470" y="31036"/>
                  <a:pt x="1664074" y="32718"/>
                </a:cubicBezTo>
                <a:cubicBezTo>
                  <a:pt x="1662678" y="34400"/>
                  <a:pt x="1661569" y="36225"/>
                  <a:pt x="1660747" y="38193"/>
                </a:cubicBezTo>
                <a:lnTo>
                  <a:pt x="1660501" y="38193"/>
                </a:lnTo>
                <a:lnTo>
                  <a:pt x="1660501" y="26369"/>
                </a:lnTo>
                <a:lnTo>
                  <a:pt x="1643872" y="26369"/>
                </a:lnTo>
                <a:close/>
                <a:moveTo>
                  <a:pt x="1734668" y="48839"/>
                </a:moveTo>
                <a:lnTo>
                  <a:pt x="1751790" y="48839"/>
                </a:lnTo>
                <a:cubicBezTo>
                  <a:pt x="1751544" y="44727"/>
                  <a:pt x="1750558" y="41170"/>
                  <a:pt x="1748833" y="38169"/>
                </a:cubicBezTo>
                <a:cubicBezTo>
                  <a:pt x="1747109" y="35166"/>
                  <a:pt x="1744871" y="32658"/>
                  <a:pt x="1742119" y="30643"/>
                </a:cubicBezTo>
                <a:cubicBezTo>
                  <a:pt x="1739369" y="28628"/>
                  <a:pt x="1736249" y="27127"/>
                  <a:pt x="1732759" y="26141"/>
                </a:cubicBezTo>
                <a:cubicBezTo>
                  <a:pt x="1729269" y="25154"/>
                  <a:pt x="1725635" y="24660"/>
                  <a:pt x="1721857" y="24660"/>
                </a:cubicBezTo>
                <a:cubicBezTo>
                  <a:pt x="1716683" y="24660"/>
                  <a:pt x="1712084" y="25524"/>
                  <a:pt x="1708059" y="27252"/>
                </a:cubicBezTo>
                <a:cubicBezTo>
                  <a:pt x="1704036" y="28979"/>
                  <a:pt x="1700628" y="31385"/>
                  <a:pt x="1697836" y="34470"/>
                </a:cubicBezTo>
                <a:cubicBezTo>
                  <a:pt x="1695044" y="37555"/>
                  <a:pt x="1692930" y="41216"/>
                  <a:pt x="1691493" y="45452"/>
                </a:cubicBezTo>
                <a:cubicBezTo>
                  <a:pt x="1690055" y="49687"/>
                  <a:pt x="1689337" y="54273"/>
                  <a:pt x="1689337" y="59209"/>
                </a:cubicBezTo>
                <a:cubicBezTo>
                  <a:pt x="1689337" y="63980"/>
                  <a:pt x="1690117" y="68361"/>
                  <a:pt x="1691677" y="72351"/>
                </a:cubicBezTo>
                <a:cubicBezTo>
                  <a:pt x="1693237" y="76339"/>
                  <a:pt x="1695413" y="79773"/>
                  <a:pt x="1698205" y="82653"/>
                </a:cubicBezTo>
                <a:cubicBezTo>
                  <a:pt x="1700998" y="85532"/>
                  <a:pt x="1704385" y="87774"/>
                  <a:pt x="1708367" y="89378"/>
                </a:cubicBezTo>
                <a:cubicBezTo>
                  <a:pt x="1712351" y="90982"/>
                  <a:pt x="1716724" y="91784"/>
                  <a:pt x="1721487" y="91784"/>
                </a:cubicBezTo>
                <a:cubicBezTo>
                  <a:pt x="1729945" y="91784"/>
                  <a:pt x="1736884" y="89558"/>
                  <a:pt x="1742303" y="85106"/>
                </a:cubicBezTo>
                <a:cubicBezTo>
                  <a:pt x="1747724" y="80652"/>
                  <a:pt x="1751010" y="74197"/>
                  <a:pt x="1752160" y="65738"/>
                </a:cubicBezTo>
                <a:lnTo>
                  <a:pt x="1735283" y="65738"/>
                </a:lnTo>
                <a:cubicBezTo>
                  <a:pt x="1734709" y="69681"/>
                  <a:pt x="1733293" y="72822"/>
                  <a:pt x="1731033" y="75163"/>
                </a:cubicBezTo>
                <a:cubicBezTo>
                  <a:pt x="1728775" y="77502"/>
                  <a:pt x="1725552" y="78672"/>
                  <a:pt x="1721365" y="78672"/>
                </a:cubicBezTo>
                <a:cubicBezTo>
                  <a:pt x="1718654" y="78672"/>
                  <a:pt x="1716354" y="78056"/>
                  <a:pt x="1714465" y="76824"/>
                </a:cubicBezTo>
                <a:cubicBezTo>
                  <a:pt x="1712576" y="75592"/>
                  <a:pt x="1711078" y="74012"/>
                  <a:pt x="1709969" y="72082"/>
                </a:cubicBezTo>
                <a:cubicBezTo>
                  <a:pt x="1708861" y="70151"/>
                  <a:pt x="1708060" y="67995"/>
                  <a:pt x="1707567" y="65613"/>
                </a:cubicBezTo>
                <a:cubicBezTo>
                  <a:pt x="1707074" y="63230"/>
                  <a:pt x="1706828" y="60890"/>
                  <a:pt x="1706828" y="58590"/>
                </a:cubicBezTo>
                <a:cubicBezTo>
                  <a:pt x="1706828" y="56208"/>
                  <a:pt x="1707074" y="53806"/>
                  <a:pt x="1707567" y="51384"/>
                </a:cubicBezTo>
                <a:cubicBezTo>
                  <a:pt x="1708060" y="48961"/>
                  <a:pt x="1708902" y="46743"/>
                  <a:pt x="1710093" y="44730"/>
                </a:cubicBezTo>
                <a:cubicBezTo>
                  <a:pt x="1711283" y="42718"/>
                  <a:pt x="1712823" y="41075"/>
                  <a:pt x="1714711" y="39802"/>
                </a:cubicBezTo>
                <a:cubicBezTo>
                  <a:pt x="1716601" y="38529"/>
                  <a:pt x="1718941" y="37892"/>
                  <a:pt x="1721733" y="37892"/>
                </a:cubicBezTo>
                <a:cubicBezTo>
                  <a:pt x="1729206" y="37892"/>
                  <a:pt x="1733518" y="41541"/>
                  <a:pt x="1734668" y="48839"/>
                </a:cubicBezTo>
                <a:close/>
                <a:moveTo>
                  <a:pt x="1804563" y="51486"/>
                </a:moveTo>
                <a:lnTo>
                  <a:pt x="1776110" y="51486"/>
                </a:lnTo>
                <a:cubicBezTo>
                  <a:pt x="1776191" y="50250"/>
                  <a:pt x="1776457" y="48850"/>
                  <a:pt x="1776909" y="47285"/>
                </a:cubicBezTo>
                <a:cubicBezTo>
                  <a:pt x="1777361" y="45718"/>
                  <a:pt x="1778142" y="44235"/>
                  <a:pt x="1779251" y="42836"/>
                </a:cubicBezTo>
                <a:cubicBezTo>
                  <a:pt x="1780360" y="41435"/>
                  <a:pt x="1781837" y="40261"/>
                  <a:pt x="1783684" y="39313"/>
                </a:cubicBezTo>
                <a:cubicBezTo>
                  <a:pt x="1785533" y="38366"/>
                  <a:pt x="1787853" y="37892"/>
                  <a:pt x="1790645" y="37892"/>
                </a:cubicBezTo>
                <a:cubicBezTo>
                  <a:pt x="1794915" y="37892"/>
                  <a:pt x="1798097" y="39046"/>
                  <a:pt x="1800191" y="41353"/>
                </a:cubicBezTo>
                <a:cubicBezTo>
                  <a:pt x="1802285" y="43660"/>
                  <a:pt x="1803742" y="47037"/>
                  <a:pt x="1804563" y="51486"/>
                </a:cubicBezTo>
                <a:moveTo>
                  <a:pt x="1776110" y="62553"/>
                </a:moveTo>
                <a:lnTo>
                  <a:pt x="1822056" y="62553"/>
                </a:lnTo>
                <a:cubicBezTo>
                  <a:pt x="1822385" y="57616"/>
                  <a:pt x="1821973" y="52884"/>
                  <a:pt x="1820823" y="48358"/>
                </a:cubicBezTo>
                <a:cubicBezTo>
                  <a:pt x="1819674" y="43832"/>
                  <a:pt x="1817806" y="39800"/>
                  <a:pt x="1815218" y="36263"/>
                </a:cubicBezTo>
                <a:cubicBezTo>
                  <a:pt x="1812632" y="32724"/>
                  <a:pt x="1809326" y="29906"/>
                  <a:pt x="1805302" y="27808"/>
                </a:cubicBezTo>
                <a:cubicBezTo>
                  <a:pt x="1801278" y="25710"/>
                  <a:pt x="1796557" y="24660"/>
                  <a:pt x="1791137" y="24660"/>
                </a:cubicBezTo>
                <a:cubicBezTo>
                  <a:pt x="1786291" y="24660"/>
                  <a:pt x="1781878" y="25524"/>
                  <a:pt x="1777895" y="27252"/>
                </a:cubicBezTo>
                <a:cubicBezTo>
                  <a:pt x="1773913" y="28979"/>
                  <a:pt x="1770485" y="31343"/>
                  <a:pt x="1767610" y="34346"/>
                </a:cubicBezTo>
                <a:cubicBezTo>
                  <a:pt x="1764736" y="37348"/>
                  <a:pt x="1762519" y="40906"/>
                  <a:pt x="1760958" y="45020"/>
                </a:cubicBezTo>
                <a:cubicBezTo>
                  <a:pt x="1759398" y="49132"/>
                  <a:pt x="1758618" y="53574"/>
                  <a:pt x="1758618" y="58346"/>
                </a:cubicBezTo>
                <a:cubicBezTo>
                  <a:pt x="1758618" y="63281"/>
                  <a:pt x="1759378" y="67805"/>
                  <a:pt x="1760896" y="71919"/>
                </a:cubicBezTo>
                <a:cubicBezTo>
                  <a:pt x="1762416" y="76031"/>
                  <a:pt x="1764572" y="79568"/>
                  <a:pt x="1767364" y="82531"/>
                </a:cubicBezTo>
                <a:cubicBezTo>
                  <a:pt x="1770156" y="85492"/>
                  <a:pt x="1773564" y="87774"/>
                  <a:pt x="1777587" y="89378"/>
                </a:cubicBezTo>
                <a:cubicBezTo>
                  <a:pt x="1781611" y="90982"/>
                  <a:pt x="1786127" y="91784"/>
                  <a:pt x="1791137" y="91784"/>
                </a:cubicBezTo>
                <a:cubicBezTo>
                  <a:pt x="1798363" y="91784"/>
                  <a:pt x="1804522" y="90143"/>
                  <a:pt x="1809613" y="86861"/>
                </a:cubicBezTo>
                <a:cubicBezTo>
                  <a:pt x="1814706" y="83579"/>
                  <a:pt x="1818484" y="78123"/>
                  <a:pt x="1820947" y="70492"/>
                </a:cubicBezTo>
                <a:lnTo>
                  <a:pt x="1805550" y="70492"/>
                </a:lnTo>
                <a:cubicBezTo>
                  <a:pt x="1804975" y="72445"/>
                  <a:pt x="1803414" y="74297"/>
                  <a:pt x="1800868" y="76048"/>
                </a:cubicBezTo>
                <a:cubicBezTo>
                  <a:pt x="1798323" y="77797"/>
                  <a:pt x="1795285" y="78672"/>
                  <a:pt x="1791754" y="78672"/>
                </a:cubicBezTo>
                <a:cubicBezTo>
                  <a:pt x="1786827" y="78672"/>
                  <a:pt x="1783049" y="77401"/>
                  <a:pt x="1780420" y="74858"/>
                </a:cubicBezTo>
                <a:cubicBezTo>
                  <a:pt x="1777792" y="72314"/>
                  <a:pt x="1776355" y="68213"/>
                  <a:pt x="1776110" y="62553"/>
                </a:cubicBezTo>
                <a:close/>
                <a:moveTo>
                  <a:pt x="1867598" y="2165"/>
                </a:moveTo>
                <a:lnTo>
                  <a:pt x="1867598" y="90100"/>
                </a:lnTo>
                <a:lnTo>
                  <a:pt x="1929805" y="90100"/>
                </a:lnTo>
                <a:lnTo>
                  <a:pt x="1929805" y="73860"/>
                </a:lnTo>
                <a:lnTo>
                  <a:pt x="1886937" y="73860"/>
                </a:lnTo>
                <a:lnTo>
                  <a:pt x="1886937" y="2165"/>
                </a:lnTo>
                <a:lnTo>
                  <a:pt x="1867598" y="2165"/>
                </a:lnTo>
                <a:close/>
                <a:moveTo>
                  <a:pt x="1956418" y="16600"/>
                </a:moveTo>
                <a:lnTo>
                  <a:pt x="1956418" y="2165"/>
                </a:lnTo>
                <a:lnTo>
                  <a:pt x="1938927" y="2165"/>
                </a:lnTo>
                <a:lnTo>
                  <a:pt x="1938927" y="16600"/>
                </a:lnTo>
                <a:lnTo>
                  <a:pt x="1956418" y="16600"/>
                </a:lnTo>
                <a:moveTo>
                  <a:pt x="1938927" y="26416"/>
                </a:moveTo>
                <a:lnTo>
                  <a:pt x="1938927" y="90100"/>
                </a:lnTo>
                <a:lnTo>
                  <a:pt x="1956418" y="90100"/>
                </a:lnTo>
                <a:lnTo>
                  <a:pt x="1956418" y="26416"/>
                </a:lnTo>
                <a:lnTo>
                  <a:pt x="1938927" y="26416"/>
                </a:lnTo>
                <a:close/>
                <a:moveTo>
                  <a:pt x="2016489" y="58344"/>
                </a:moveTo>
                <a:cubicBezTo>
                  <a:pt x="2016489" y="60972"/>
                  <a:pt x="2016201" y="63518"/>
                  <a:pt x="2015626" y="65983"/>
                </a:cubicBezTo>
                <a:cubicBezTo>
                  <a:pt x="2015051" y="68446"/>
                  <a:pt x="2014147" y="70623"/>
                  <a:pt x="2012915" y="72512"/>
                </a:cubicBezTo>
                <a:cubicBezTo>
                  <a:pt x="2011684" y="74401"/>
                  <a:pt x="2010144" y="75899"/>
                  <a:pt x="2008295" y="77008"/>
                </a:cubicBezTo>
                <a:cubicBezTo>
                  <a:pt x="2006448" y="78117"/>
                  <a:pt x="2004211" y="78672"/>
                  <a:pt x="2001583" y="78672"/>
                </a:cubicBezTo>
                <a:cubicBezTo>
                  <a:pt x="1999037" y="78672"/>
                  <a:pt x="1996820" y="78117"/>
                  <a:pt x="1994932" y="77008"/>
                </a:cubicBezTo>
                <a:cubicBezTo>
                  <a:pt x="1993043" y="75899"/>
                  <a:pt x="1991483" y="74401"/>
                  <a:pt x="1990251" y="72512"/>
                </a:cubicBezTo>
                <a:cubicBezTo>
                  <a:pt x="1989020" y="70623"/>
                  <a:pt x="1988116" y="68446"/>
                  <a:pt x="1987541" y="65983"/>
                </a:cubicBezTo>
                <a:cubicBezTo>
                  <a:pt x="1986966" y="63518"/>
                  <a:pt x="1986678" y="60972"/>
                  <a:pt x="1986678" y="58344"/>
                </a:cubicBezTo>
                <a:cubicBezTo>
                  <a:pt x="1986678" y="55634"/>
                  <a:pt x="1986966" y="53047"/>
                  <a:pt x="1987541" y="50583"/>
                </a:cubicBezTo>
                <a:cubicBezTo>
                  <a:pt x="1988116" y="48119"/>
                  <a:pt x="1989020" y="45942"/>
                  <a:pt x="1990251" y="44054"/>
                </a:cubicBezTo>
                <a:cubicBezTo>
                  <a:pt x="1991483" y="42164"/>
                  <a:pt x="1993043" y="40665"/>
                  <a:pt x="1994932" y="39556"/>
                </a:cubicBezTo>
                <a:cubicBezTo>
                  <a:pt x="1996820" y="38447"/>
                  <a:pt x="1999037" y="37892"/>
                  <a:pt x="2001583" y="37892"/>
                </a:cubicBezTo>
                <a:cubicBezTo>
                  <a:pt x="2004211" y="37892"/>
                  <a:pt x="2006448" y="38447"/>
                  <a:pt x="2008295" y="39556"/>
                </a:cubicBezTo>
                <a:cubicBezTo>
                  <a:pt x="2010144" y="40665"/>
                  <a:pt x="2011684" y="42164"/>
                  <a:pt x="2012915" y="44054"/>
                </a:cubicBezTo>
                <a:cubicBezTo>
                  <a:pt x="2014147" y="45942"/>
                  <a:pt x="2015051" y="48119"/>
                  <a:pt x="2015626" y="50583"/>
                </a:cubicBezTo>
                <a:cubicBezTo>
                  <a:pt x="2016201" y="53047"/>
                  <a:pt x="2016489" y="55634"/>
                  <a:pt x="2016489" y="58344"/>
                </a:cubicBezTo>
                <a:moveTo>
                  <a:pt x="1969803" y="2165"/>
                </a:moveTo>
                <a:lnTo>
                  <a:pt x="1969803" y="90141"/>
                </a:lnTo>
                <a:lnTo>
                  <a:pt x="1986432" y="90141"/>
                </a:lnTo>
                <a:lnTo>
                  <a:pt x="1986432" y="82012"/>
                </a:lnTo>
                <a:lnTo>
                  <a:pt x="1986678" y="82012"/>
                </a:lnTo>
                <a:cubicBezTo>
                  <a:pt x="1988567" y="85558"/>
                  <a:pt x="1991358" y="88074"/>
                  <a:pt x="1995054" y="89558"/>
                </a:cubicBezTo>
                <a:cubicBezTo>
                  <a:pt x="1998750" y="91042"/>
                  <a:pt x="2002939" y="91784"/>
                  <a:pt x="2007619" y="91784"/>
                </a:cubicBezTo>
                <a:cubicBezTo>
                  <a:pt x="2010822" y="91784"/>
                  <a:pt x="2013983" y="91126"/>
                  <a:pt x="2017103" y="89810"/>
                </a:cubicBezTo>
                <a:cubicBezTo>
                  <a:pt x="2020225" y="88493"/>
                  <a:pt x="2023038" y="86478"/>
                  <a:pt x="2025542" y="83764"/>
                </a:cubicBezTo>
                <a:cubicBezTo>
                  <a:pt x="2028047" y="81050"/>
                  <a:pt x="2030080" y="77574"/>
                  <a:pt x="2031640" y="73338"/>
                </a:cubicBezTo>
                <a:cubicBezTo>
                  <a:pt x="2033200" y="69101"/>
                  <a:pt x="2033980" y="64062"/>
                  <a:pt x="2033980" y="58222"/>
                </a:cubicBezTo>
                <a:cubicBezTo>
                  <a:pt x="2033980" y="52381"/>
                  <a:pt x="2033200" y="47343"/>
                  <a:pt x="2031640" y="43106"/>
                </a:cubicBezTo>
                <a:cubicBezTo>
                  <a:pt x="2030080" y="38870"/>
                  <a:pt x="2028047" y="35394"/>
                  <a:pt x="2025542" y="32680"/>
                </a:cubicBezTo>
                <a:cubicBezTo>
                  <a:pt x="2023038" y="29966"/>
                  <a:pt x="2020225" y="27951"/>
                  <a:pt x="2017103" y="26636"/>
                </a:cubicBezTo>
                <a:cubicBezTo>
                  <a:pt x="2013983" y="25319"/>
                  <a:pt x="2010822" y="24660"/>
                  <a:pt x="2007619" y="24660"/>
                </a:cubicBezTo>
                <a:cubicBezTo>
                  <a:pt x="2003678" y="24660"/>
                  <a:pt x="1999880" y="25423"/>
                  <a:pt x="1996225" y="26948"/>
                </a:cubicBezTo>
                <a:cubicBezTo>
                  <a:pt x="1992571" y="28473"/>
                  <a:pt x="1989676" y="30884"/>
                  <a:pt x="1987541" y="34182"/>
                </a:cubicBezTo>
                <a:lnTo>
                  <a:pt x="1987295" y="34182"/>
                </a:lnTo>
                <a:lnTo>
                  <a:pt x="1987295" y="2165"/>
                </a:lnTo>
                <a:lnTo>
                  <a:pt x="1969803" y="2165"/>
                </a:lnTo>
                <a:close/>
                <a:moveTo>
                  <a:pt x="2044783" y="26369"/>
                </a:moveTo>
                <a:lnTo>
                  <a:pt x="2044783" y="90100"/>
                </a:lnTo>
                <a:lnTo>
                  <a:pt x="2062274" y="90100"/>
                </a:lnTo>
                <a:lnTo>
                  <a:pt x="2062274" y="61368"/>
                </a:lnTo>
                <a:cubicBezTo>
                  <a:pt x="2062274" y="58491"/>
                  <a:pt x="2062562" y="55820"/>
                  <a:pt x="2063137" y="53354"/>
                </a:cubicBezTo>
                <a:cubicBezTo>
                  <a:pt x="2063712" y="50888"/>
                  <a:pt x="2064677" y="48730"/>
                  <a:pt x="2066031" y="46881"/>
                </a:cubicBezTo>
                <a:cubicBezTo>
                  <a:pt x="2067386" y="45031"/>
                  <a:pt x="2069172" y="43572"/>
                  <a:pt x="2071388" y="42503"/>
                </a:cubicBezTo>
                <a:cubicBezTo>
                  <a:pt x="2073606" y="41434"/>
                  <a:pt x="2076317" y="40900"/>
                  <a:pt x="2079519" y="40900"/>
                </a:cubicBezTo>
                <a:cubicBezTo>
                  <a:pt x="2080587" y="40900"/>
                  <a:pt x="2081695" y="40962"/>
                  <a:pt x="2082844" y="41086"/>
                </a:cubicBezTo>
                <a:cubicBezTo>
                  <a:pt x="2083995" y="41209"/>
                  <a:pt x="2084980" y="41352"/>
                  <a:pt x="2085801" y="41516"/>
                </a:cubicBezTo>
                <a:lnTo>
                  <a:pt x="2085801" y="25275"/>
                </a:lnTo>
                <a:cubicBezTo>
                  <a:pt x="2084405" y="24865"/>
                  <a:pt x="2083133" y="24660"/>
                  <a:pt x="2081983" y="24660"/>
                </a:cubicBezTo>
                <a:cubicBezTo>
                  <a:pt x="2079766" y="24660"/>
                  <a:pt x="2077630" y="24988"/>
                  <a:pt x="2075578" y="25645"/>
                </a:cubicBezTo>
                <a:cubicBezTo>
                  <a:pt x="2073525" y="26300"/>
                  <a:pt x="2071596" y="27223"/>
                  <a:pt x="2069789" y="28412"/>
                </a:cubicBezTo>
                <a:cubicBezTo>
                  <a:pt x="2067982" y="29601"/>
                  <a:pt x="2066380" y="31036"/>
                  <a:pt x="2064985" y="32718"/>
                </a:cubicBezTo>
                <a:cubicBezTo>
                  <a:pt x="2063589" y="34400"/>
                  <a:pt x="2062480" y="36225"/>
                  <a:pt x="2061658" y="38193"/>
                </a:cubicBezTo>
                <a:lnTo>
                  <a:pt x="2061411" y="38193"/>
                </a:lnTo>
                <a:lnTo>
                  <a:pt x="2061411" y="26369"/>
                </a:lnTo>
                <a:lnTo>
                  <a:pt x="2044783" y="26369"/>
                </a:lnTo>
                <a:close/>
                <a:moveTo>
                  <a:pt x="2091480" y="46001"/>
                </a:moveTo>
                <a:cubicBezTo>
                  <a:pt x="2091726" y="41895"/>
                  <a:pt x="2092752" y="38487"/>
                  <a:pt x="2094559" y="35778"/>
                </a:cubicBezTo>
                <a:cubicBezTo>
                  <a:pt x="2096366" y="33068"/>
                  <a:pt x="2098665" y="30891"/>
                  <a:pt x="2101457" y="29248"/>
                </a:cubicBezTo>
                <a:cubicBezTo>
                  <a:pt x="2104249" y="27605"/>
                  <a:pt x="2107389" y="26435"/>
                  <a:pt x="2110879" y="25737"/>
                </a:cubicBezTo>
                <a:cubicBezTo>
                  <a:pt x="2114370" y="25039"/>
                  <a:pt x="2117881" y="24690"/>
                  <a:pt x="2121412" y="24690"/>
                </a:cubicBezTo>
                <a:cubicBezTo>
                  <a:pt x="2124615" y="24690"/>
                  <a:pt x="2127859" y="24916"/>
                  <a:pt x="2131143" y="25369"/>
                </a:cubicBezTo>
                <a:cubicBezTo>
                  <a:pt x="2134428" y="25820"/>
                  <a:pt x="2137426" y="26703"/>
                  <a:pt x="2140135" y="28017"/>
                </a:cubicBezTo>
                <a:cubicBezTo>
                  <a:pt x="2142845" y="29330"/>
                  <a:pt x="2145063" y="31157"/>
                  <a:pt x="2146787" y="33498"/>
                </a:cubicBezTo>
                <a:cubicBezTo>
                  <a:pt x="2148512" y="35839"/>
                  <a:pt x="2149375" y="38939"/>
                  <a:pt x="2149375" y="42798"/>
                </a:cubicBezTo>
                <a:lnTo>
                  <a:pt x="2149375" y="75933"/>
                </a:lnTo>
                <a:cubicBezTo>
                  <a:pt x="2149375" y="78808"/>
                  <a:pt x="2149539" y="81559"/>
                  <a:pt x="2149867" y="84187"/>
                </a:cubicBezTo>
                <a:cubicBezTo>
                  <a:pt x="2150196" y="86814"/>
                  <a:pt x="2150770" y="88785"/>
                  <a:pt x="2151591" y="90100"/>
                </a:cubicBezTo>
                <a:lnTo>
                  <a:pt x="2133853" y="90100"/>
                </a:lnTo>
                <a:cubicBezTo>
                  <a:pt x="2133525" y="89115"/>
                  <a:pt x="2133258" y="88109"/>
                  <a:pt x="2133053" y="87083"/>
                </a:cubicBezTo>
                <a:cubicBezTo>
                  <a:pt x="2132847" y="86055"/>
                  <a:pt x="2132704" y="85008"/>
                  <a:pt x="2132622" y="83940"/>
                </a:cubicBezTo>
                <a:cubicBezTo>
                  <a:pt x="2129830" y="86815"/>
                  <a:pt x="2126546" y="88827"/>
                  <a:pt x="2122768" y="89978"/>
                </a:cubicBezTo>
                <a:cubicBezTo>
                  <a:pt x="2118990" y="91127"/>
                  <a:pt x="2115130" y="91701"/>
                  <a:pt x="2111187" y="91701"/>
                </a:cubicBezTo>
                <a:cubicBezTo>
                  <a:pt x="2108150" y="91701"/>
                  <a:pt x="2105317" y="91331"/>
                  <a:pt x="2102688" y="90592"/>
                </a:cubicBezTo>
                <a:cubicBezTo>
                  <a:pt x="2100060" y="89853"/>
                  <a:pt x="2097761" y="88703"/>
                  <a:pt x="2095790" y="87143"/>
                </a:cubicBezTo>
                <a:cubicBezTo>
                  <a:pt x="2093820" y="85583"/>
                  <a:pt x="2092281" y="83613"/>
                  <a:pt x="2091172" y="81232"/>
                </a:cubicBezTo>
                <a:cubicBezTo>
                  <a:pt x="2090063" y="78850"/>
                  <a:pt x="2089508" y="76016"/>
                  <a:pt x="2089508" y="72730"/>
                </a:cubicBezTo>
                <a:cubicBezTo>
                  <a:pt x="2089508" y="69118"/>
                  <a:pt x="2090145" y="66141"/>
                  <a:pt x="2091418" y="63801"/>
                </a:cubicBezTo>
                <a:cubicBezTo>
                  <a:pt x="2092691" y="61460"/>
                  <a:pt x="2094333" y="59592"/>
                  <a:pt x="2096344" y="58196"/>
                </a:cubicBezTo>
                <a:cubicBezTo>
                  <a:pt x="2098357" y="56800"/>
                  <a:pt x="2100656" y="55753"/>
                  <a:pt x="2103242" y="55055"/>
                </a:cubicBezTo>
                <a:cubicBezTo>
                  <a:pt x="2105830" y="54357"/>
                  <a:pt x="2108438" y="53803"/>
                  <a:pt x="2111065" y="53393"/>
                </a:cubicBezTo>
                <a:cubicBezTo>
                  <a:pt x="2113693" y="52982"/>
                  <a:pt x="2116279" y="52653"/>
                  <a:pt x="2118824" y="52407"/>
                </a:cubicBezTo>
                <a:cubicBezTo>
                  <a:pt x="2121370" y="52160"/>
                  <a:pt x="2123629" y="51790"/>
                  <a:pt x="2125600" y="51298"/>
                </a:cubicBezTo>
                <a:cubicBezTo>
                  <a:pt x="2127571" y="50805"/>
                  <a:pt x="2129131" y="50087"/>
                  <a:pt x="2130280" y="49144"/>
                </a:cubicBezTo>
                <a:cubicBezTo>
                  <a:pt x="2131431" y="48199"/>
                  <a:pt x="2131965" y="46823"/>
                  <a:pt x="2131884" y="45016"/>
                </a:cubicBezTo>
                <a:cubicBezTo>
                  <a:pt x="2131884" y="43126"/>
                  <a:pt x="2131575" y="41628"/>
                  <a:pt x="2130959" y="40520"/>
                </a:cubicBezTo>
                <a:cubicBezTo>
                  <a:pt x="2130342" y="39411"/>
                  <a:pt x="2129521" y="38549"/>
                  <a:pt x="2128495" y="37934"/>
                </a:cubicBezTo>
                <a:cubicBezTo>
                  <a:pt x="2127468" y="37317"/>
                  <a:pt x="2126277" y="36906"/>
                  <a:pt x="2124922" y="36701"/>
                </a:cubicBezTo>
                <a:cubicBezTo>
                  <a:pt x="2123567" y="36495"/>
                  <a:pt x="2122110" y="36392"/>
                  <a:pt x="2120550" y="36392"/>
                </a:cubicBezTo>
                <a:cubicBezTo>
                  <a:pt x="2117101" y="36392"/>
                  <a:pt x="2114391" y="37132"/>
                  <a:pt x="2112420" y="38610"/>
                </a:cubicBezTo>
                <a:cubicBezTo>
                  <a:pt x="2110449" y="40089"/>
                  <a:pt x="2109300" y="42553"/>
                  <a:pt x="2108971" y="46001"/>
                </a:cubicBezTo>
                <a:lnTo>
                  <a:pt x="2091480" y="46001"/>
                </a:lnTo>
                <a:moveTo>
                  <a:pt x="2131884" y="58934"/>
                </a:moveTo>
                <a:cubicBezTo>
                  <a:pt x="2131144" y="59592"/>
                  <a:pt x="2130220" y="60106"/>
                  <a:pt x="2129111" y="60476"/>
                </a:cubicBezTo>
                <a:cubicBezTo>
                  <a:pt x="2128002" y="60845"/>
                  <a:pt x="2126811" y="61154"/>
                  <a:pt x="2125538" y="61400"/>
                </a:cubicBezTo>
                <a:cubicBezTo>
                  <a:pt x="2124266" y="61646"/>
                  <a:pt x="2122932" y="61851"/>
                  <a:pt x="2121535" y="62015"/>
                </a:cubicBezTo>
                <a:cubicBezTo>
                  <a:pt x="2120139" y="62179"/>
                  <a:pt x="2118743" y="62384"/>
                  <a:pt x="2117347" y="62630"/>
                </a:cubicBezTo>
                <a:cubicBezTo>
                  <a:pt x="2116034" y="62876"/>
                  <a:pt x="2114740" y="63205"/>
                  <a:pt x="2113467" y="63616"/>
                </a:cubicBezTo>
                <a:cubicBezTo>
                  <a:pt x="2112194" y="64026"/>
                  <a:pt x="2111085" y="64581"/>
                  <a:pt x="2110140" y="65280"/>
                </a:cubicBezTo>
                <a:cubicBezTo>
                  <a:pt x="2109197" y="65978"/>
                  <a:pt x="2108438" y="66861"/>
                  <a:pt x="2107862" y="67928"/>
                </a:cubicBezTo>
                <a:cubicBezTo>
                  <a:pt x="2107287" y="68995"/>
                  <a:pt x="2107000" y="70349"/>
                  <a:pt x="2107000" y="71992"/>
                </a:cubicBezTo>
                <a:cubicBezTo>
                  <a:pt x="2107000" y="73552"/>
                  <a:pt x="2107287" y="74866"/>
                  <a:pt x="2107862" y="75933"/>
                </a:cubicBezTo>
                <a:cubicBezTo>
                  <a:pt x="2108438" y="77001"/>
                  <a:pt x="2109218" y="77843"/>
                  <a:pt x="2110203" y="78459"/>
                </a:cubicBezTo>
                <a:cubicBezTo>
                  <a:pt x="2111189" y="79075"/>
                  <a:pt x="2112338" y="79506"/>
                  <a:pt x="2113652" y="79753"/>
                </a:cubicBezTo>
                <a:cubicBezTo>
                  <a:pt x="2114966" y="79999"/>
                  <a:pt x="2116321" y="80123"/>
                  <a:pt x="2117717" y="80123"/>
                </a:cubicBezTo>
                <a:cubicBezTo>
                  <a:pt x="2121166" y="80123"/>
                  <a:pt x="2123834" y="79548"/>
                  <a:pt x="2125722" y="78399"/>
                </a:cubicBezTo>
                <a:cubicBezTo>
                  <a:pt x="2127612" y="77249"/>
                  <a:pt x="2129008" y="75873"/>
                  <a:pt x="2129912" y="74272"/>
                </a:cubicBezTo>
                <a:cubicBezTo>
                  <a:pt x="2130815" y="72670"/>
                  <a:pt x="2131370" y="71048"/>
                  <a:pt x="2131575" y="69406"/>
                </a:cubicBezTo>
                <a:cubicBezTo>
                  <a:pt x="2131781" y="67763"/>
                  <a:pt x="2131884" y="66449"/>
                  <a:pt x="2131884" y="65464"/>
                </a:cubicBezTo>
                <a:lnTo>
                  <a:pt x="2131884" y="58934"/>
                </a:lnTo>
                <a:close/>
                <a:moveTo>
                  <a:pt x="2162608" y="26369"/>
                </a:moveTo>
                <a:lnTo>
                  <a:pt x="2162608" y="90100"/>
                </a:lnTo>
                <a:lnTo>
                  <a:pt x="2180099" y="90100"/>
                </a:lnTo>
                <a:lnTo>
                  <a:pt x="2180099" y="61368"/>
                </a:lnTo>
                <a:cubicBezTo>
                  <a:pt x="2180099" y="58491"/>
                  <a:pt x="2180387" y="55820"/>
                  <a:pt x="2180962" y="53354"/>
                </a:cubicBezTo>
                <a:cubicBezTo>
                  <a:pt x="2181537" y="50888"/>
                  <a:pt x="2182502" y="48730"/>
                  <a:pt x="2183856" y="46881"/>
                </a:cubicBezTo>
                <a:cubicBezTo>
                  <a:pt x="2185211" y="45031"/>
                  <a:pt x="2186996" y="43572"/>
                  <a:pt x="2189213" y="42503"/>
                </a:cubicBezTo>
                <a:cubicBezTo>
                  <a:pt x="2191431" y="41434"/>
                  <a:pt x="2194141" y="40900"/>
                  <a:pt x="2197344" y="40900"/>
                </a:cubicBezTo>
                <a:cubicBezTo>
                  <a:pt x="2198412" y="40900"/>
                  <a:pt x="2199520" y="40962"/>
                  <a:pt x="2200669" y="41086"/>
                </a:cubicBezTo>
                <a:cubicBezTo>
                  <a:pt x="2201819" y="41209"/>
                  <a:pt x="2202805" y="41352"/>
                  <a:pt x="2203626" y="41516"/>
                </a:cubicBezTo>
                <a:lnTo>
                  <a:pt x="2203626" y="25275"/>
                </a:lnTo>
                <a:cubicBezTo>
                  <a:pt x="2202230" y="24865"/>
                  <a:pt x="2200957" y="24660"/>
                  <a:pt x="2199808" y="24660"/>
                </a:cubicBezTo>
                <a:cubicBezTo>
                  <a:pt x="2197590" y="24660"/>
                  <a:pt x="2195455" y="24988"/>
                  <a:pt x="2193403" y="25645"/>
                </a:cubicBezTo>
                <a:cubicBezTo>
                  <a:pt x="2191350" y="26300"/>
                  <a:pt x="2189420" y="27223"/>
                  <a:pt x="2187614" y="28412"/>
                </a:cubicBezTo>
                <a:cubicBezTo>
                  <a:pt x="2185807" y="29601"/>
                  <a:pt x="2184205" y="31036"/>
                  <a:pt x="2182809" y="32718"/>
                </a:cubicBezTo>
                <a:cubicBezTo>
                  <a:pt x="2181413" y="34400"/>
                  <a:pt x="2180304" y="36225"/>
                  <a:pt x="2179482" y="38193"/>
                </a:cubicBezTo>
                <a:lnTo>
                  <a:pt x="2179236" y="38193"/>
                </a:lnTo>
                <a:lnTo>
                  <a:pt x="2179236" y="26369"/>
                </a:lnTo>
                <a:lnTo>
                  <a:pt x="2162608" y="26369"/>
                </a:lnTo>
                <a:close/>
                <a:moveTo>
                  <a:pt x="2228027" y="16600"/>
                </a:moveTo>
                <a:lnTo>
                  <a:pt x="2228027" y="2165"/>
                </a:lnTo>
                <a:lnTo>
                  <a:pt x="2210536" y="2165"/>
                </a:lnTo>
                <a:lnTo>
                  <a:pt x="2210536" y="16600"/>
                </a:lnTo>
                <a:lnTo>
                  <a:pt x="2228027" y="16600"/>
                </a:lnTo>
                <a:moveTo>
                  <a:pt x="2210536" y="26416"/>
                </a:moveTo>
                <a:lnTo>
                  <a:pt x="2210536" y="90100"/>
                </a:lnTo>
                <a:lnTo>
                  <a:pt x="2228027" y="90100"/>
                </a:lnTo>
                <a:lnTo>
                  <a:pt x="2228027" y="26416"/>
                </a:lnTo>
                <a:lnTo>
                  <a:pt x="2210536" y="26416"/>
                </a:lnTo>
                <a:close/>
                <a:moveTo>
                  <a:pt x="2284278" y="51486"/>
                </a:moveTo>
                <a:lnTo>
                  <a:pt x="2255825" y="51486"/>
                </a:lnTo>
                <a:cubicBezTo>
                  <a:pt x="2255907" y="50250"/>
                  <a:pt x="2256173" y="48850"/>
                  <a:pt x="2256624" y="47285"/>
                </a:cubicBezTo>
                <a:cubicBezTo>
                  <a:pt x="2257076" y="45718"/>
                  <a:pt x="2257857" y="44235"/>
                  <a:pt x="2258966" y="42836"/>
                </a:cubicBezTo>
                <a:cubicBezTo>
                  <a:pt x="2260075" y="41435"/>
                  <a:pt x="2261553" y="40261"/>
                  <a:pt x="2263400" y="39313"/>
                </a:cubicBezTo>
                <a:cubicBezTo>
                  <a:pt x="2265248" y="38366"/>
                  <a:pt x="2267568" y="37892"/>
                  <a:pt x="2270360" y="37892"/>
                </a:cubicBezTo>
                <a:cubicBezTo>
                  <a:pt x="2274630" y="37892"/>
                  <a:pt x="2277812" y="39046"/>
                  <a:pt x="2279906" y="41353"/>
                </a:cubicBezTo>
                <a:cubicBezTo>
                  <a:pt x="2282000" y="43660"/>
                  <a:pt x="2283457" y="47037"/>
                  <a:pt x="2284278" y="51486"/>
                </a:cubicBezTo>
                <a:moveTo>
                  <a:pt x="2255825" y="62553"/>
                </a:moveTo>
                <a:lnTo>
                  <a:pt x="2301772" y="62553"/>
                </a:lnTo>
                <a:cubicBezTo>
                  <a:pt x="2302100" y="57616"/>
                  <a:pt x="2301689" y="52884"/>
                  <a:pt x="2300539" y="48358"/>
                </a:cubicBezTo>
                <a:cubicBezTo>
                  <a:pt x="2299389" y="43832"/>
                  <a:pt x="2297521" y="39800"/>
                  <a:pt x="2294934" y="36263"/>
                </a:cubicBezTo>
                <a:cubicBezTo>
                  <a:pt x="2292347" y="32724"/>
                  <a:pt x="2289042" y="29906"/>
                  <a:pt x="2285017" y="27808"/>
                </a:cubicBezTo>
                <a:cubicBezTo>
                  <a:pt x="2280993" y="25710"/>
                  <a:pt x="2276272" y="24660"/>
                  <a:pt x="2270852" y="24660"/>
                </a:cubicBezTo>
                <a:cubicBezTo>
                  <a:pt x="2266007" y="24660"/>
                  <a:pt x="2261593" y="25524"/>
                  <a:pt x="2257611" y="27252"/>
                </a:cubicBezTo>
                <a:cubicBezTo>
                  <a:pt x="2253628" y="28979"/>
                  <a:pt x="2250200" y="31343"/>
                  <a:pt x="2247326" y="34346"/>
                </a:cubicBezTo>
                <a:cubicBezTo>
                  <a:pt x="2244451" y="37348"/>
                  <a:pt x="2242234" y="40906"/>
                  <a:pt x="2240674" y="45020"/>
                </a:cubicBezTo>
                <a:cubicBezTo>
                  <a:pt x="2239114" y="49132"/>
                  <a:pt x="2238334" y="53574"/>
                  <a:pt x="2238334" y="58346"/>
                </a:cubicBezTo>
                <a:cubicBezTo>
                  <a:pt x="2238334" y="63281"/>
                  <a:pt x="2239093" y="67805"/>
                  <a:pt x="2240612" y="71919"/>
                </a:cubicBezTo>
                <a:cubicBezTo>
                  <a:pt x="2242132" y="76031"/>
                  <a:pt x="2244288" y="79568"/>
                  <a:pt x="2247079" y="82531"/>
                </a:cubicBezTo>
                <a:cubicBezTo>
                  <a:pt x="2249871" y="85492"/>
                  <a:pt x="2253279" y="87774"/>
                  <a:pt x="2257302" y="89378"/>
                </a:cubicBezTo>
                <a:cubicBezTo>
                  <a:pt x="2261326" y="90982"/>
                  <a:pt x="2265843" y="91784"/>
                  <a:pt x="2270852" y="91784"/>
                </a:cubicBezTo>
                <a:cubicBezTo>
                  <a:pt x="2278079" y="91784"/>
                  <a:pt x="2284238" y="90143"/>
                  <a:pt x="2289329" y="86861"/>
                </a:cubicBezTo>
                <a:cubicBezTo>
                  <a:pt x="2294421" y="83579"/>
                  <a:pt x="2298199" y="78123"/>
                  <a:pt x="2300663" y="70492"/>
                </a:cubicBezTo>
                <a:lnTo>
                  <a:pt x="2285265" y="70492"/>
                </a:lnTo>
                <a:cubicBezTo>
                  <a:pt x="2284690" y="72445"/>
                  <a:pt x="2283129" y="74297"/>
                  <a:pt x="2280583" y="76048"/>
                </a:cubicBezTo>
                <a:cubicBezTo>
                  <a:pt x="2278038" y="77797"/>
                  <a:pt x="2275000" y="78672"/>
                  <a:pt x="2271469" y="78672"/>
                </a:cubicBezTo>
                <a:cubicBezTo>
                  <a:pt x="2266542" y="78672"/>
                  <a:pt x="2262764" y="77401"/>
                  <a:pt x="2260135" y="74858"/>
                </a:cubicBezTo>
                <a:cubicBezTo>
                  <a:pt x="2257507" y="72314"/>
                  <a:pt x="2256071" y="68213"/>
                  <a:pt x="2255825" y="62553"/>
                </a:cubicBezTo>
                <a:close/>
                <a:moveTo>
                  <a:pt x="2325351" y="69409"/>
                </a:moveTo>
                <a:lnTo>
                  <a:pt x="2308723" y="69409"/>
                </a:lnTo>
                <a:cubicBezTo>
                  <a:pt x="2308887" y="73672"/>
                  <a:pt x="2309852" y="77218"/>
                  <a:pt x="2311617" y="80046"/>
                </a:cubicBezTo>
                <a:cubicBezTo>
                  <a:pt x="2313383" y="82873"/>
                  <a:pt x="2315641" y="85147"/>
                  <a:pt x="2318391" y="86869"/>
                </a:cubicBezTo>
                <a:cubicBezTo>
                  <a:pt x="2321143" y="88590"/>
                  <a:pt x="2324284" y="89820"/>
                  <a:pt x="2327815" y="90556"/>
                </a:cubicBezTo>
                <a:cubicBezTo>
                  <a:pt x="2331346" y="91295"/>
                  <a:pt x="2334960" y="91664"/>
                  <a:pt x="2338655" y="91664"/>
                </a:cubicBezTo>
                <a:cubicBezTo>
                  <a:pt x="2342267" y="91664"/>
                  <a:pt x="2345819" y="91314"/>
                  <a:pt x="2349308" y="90615"/>
                </a:cubicBezTo>
                <a:cubicBezTo>
                  <a:pt x="2352799" y="89917"/>
                  <a:pt x="2355899" y="88705"/>
                  <a:pt x="2358609" y="86980"/>
                </a:cubicBezTo>
                <a:cubicBezTo>
                  <a:pt x="2361319" y="85254"/>
                  <a:pt x="2363516" y="82974"/>
                  <a:pt x="2365198" y="80140"/>
                </a:cubicBezTo>
                <a:cubicBezTo>
                  <a:pt x="2366883" y="77305"/>
                  <a:pt x="2367725" y="73793"/>
                  <a:pt x="2367725" y="69603"/>
                </a:cubicBezTo>
                <a:cubicBezTo>
                  <a:pt x="2367725" y="66646"/>
                  <a:pt x="2367149" y="64161"/>
                  <a:pt x="2365999" y="62148"/>
                </a:cubicBezTo>
                <a:cubicBezTo>
                  <a:pt x="2364850" y="60135"/>
                  <a:pt x="2363331" y="58450"/>
                  <a:pt x="2361441" y="57094"/>
                </a:cubicBezTo>
                <a:cubicBezTo>
                  <a:pt x="2359553" y="55738"/>
                  <a:pt x="2357398" y="54650"/>
                  <a:pt x="2354975" y="53829"/>
                </a:cubicBezTo>
                <a:cubicBezTo>
                  <a:pt x="2352553" y="53007"/>
                  <a:pt x="2350069" y="52309"/>
                  <a:pt x="2347523" y="51734"/>
                </a:cubicBezTo>
                <a:cubicBezTo>
                  <a:pt x="2345059" y="51159"/>
                  <a:pt x="2342637" y="50625"/>
                  <a:pt x="2340254" y="50132"/>
                </a:cubicBezTo>
                <a:cubicBezTo>
                  <a:pt x="2337874" y="49639"/>
                  <a:pt x="2335759" y="49084"/>
                  <a:pt x="2333911" y="48469"/>
                </a:cubicBezTo>
                <a:cubicBezTo>
                  <a:pt x="2332064" y="47852"/>
                  <a:pt x="2330565" y="47051"/>
                  <a:pt x="2329415" y="46065"/>
                </a:cubicBezTo>
                <a:cubicBezTo>
                  <a:pt x="2328266" y="45079"/>
                  <a:pt x="2327691" y="43805"/>
                  <a:pt x="2327691" y="42244"/>
                </a:cubicBezTo>
                <a:cubicBezTo>
                  <a:pt x="2327691" y="40929"/>
                  <a:pt x="2328020" y="39882"/>
                  <a:pt x="2328676" y="39101"/>
                </a:cubicBezTo>
                <a:cubicBezTo>
                  <a:pt x="2329334" y="38320"/>
                  <a:pt x="2330135" y="37725"/>
                  <a:pt x="2331078" y="37315"/>
                </a:cubicBezTo>
                <a:cubicBezTo>
                  <a:pt x="2332023" y="36904"/>
                  <a:pt x="2333070" y="36637"/>
                  <a:pt x="2334219" y="36515"/>
                </a:cubicBezTo>
                <a:cubicBezTo>
                  <a:pt x="2335369" y="36391"/>
                  <a:pt x="2336437" y="36329"/>
                  <a:pt x="2337422" y="36329"/>
                </a:cubicBezTo>
                <a:cubicBezTo>
                  <a:pt x="2340542" y="36329"/>
                  <a:pt x="2343252" y="36927"/>
                  <a:pt x="2345551" y="38124"/>
                </a:cubicBezTo>
                <a:cubicBezTo>
                  <a:pt x="2347850" y="39319"/>
                  <a:pt x="2349124" y="41608"/>
                  <a:pt x="2349370" y="44990"/>
                </a:cubicBezTo>
                <a:lnTo>
                  <a:pt x="2366001" y="44990"/>
                </a:lnTo>
                <a:cubicBezTo>
                  <a:pt x="2365673" y="41048"/>
                  <a:pt x="2364666" y="37783"/>
                  <a:pt x="2362982" y="35195"/>
                </a:cubicBezTo>
                <a:cubicBezTo>
                  <a:pt x="2361300" y="32608"/>
                  <a:pt x="2359185" y="30534"/>
                  <a:pt x="2356639" y="28974"/>
                </a:cubicBezTo>
                <a:cubicBezTo>
                  <a:pt x="2354094" y="27412"/>
                  <a:pt x="2351199" y="26304"/>
                  <a:pt x="2347955" y="25647"/>
                </a:cubicBezTo>
                <a:cubicBezTo>
                  <a:pt x="2344711" y="24989"/>
                  <a:pt x="2341365" y="24660"/>
                  <a:pt x="2337916" y="24660"/>
                </a:cubicBezTo>
                <a:cubicBezTo>
                  <a:pt x="2334467" y="24660"/>
                  <a:pt x="2331099" y="24968"/>
                  <a:pt x="2327813" y="25585"/>
                </a:cubicBezTo>
                <a:cubicBezTo>
                  <a:pt x="2324529" y="26200"/>
                  <a:pt x="2321573" y="27268"/>
                  <a:pt x="2318946" y="28788"/>
                </a:cubicBezTo>
                <a:cubicBezTo>
                  <a:pt x="2316318" y="30308"/>
                  <a:pt x="2314203" y="32382"/>
                  <a:pt x="2312602" y="35011"/>
                </a:cubicBezTo>
                <a:cubicBezTo>
                  <a:pt x="2311001" y="37640"/>
                  <a:pt x="2310200" y="41009"/>
                  <a:pt x="2310200" y="45118"/>
                </a:cubicBezTo>
                <a:cubicBezTo>
                  <a:pt x="2310200" y="47911"/>
                  <a:pt x="2310774" y="50273"/>
                  <a:pt x="2311923" y="52204"/>
                </a:cubicBezTo>
                <a:cubicBezTo>
                  <a:pt x="2313074" y="54133"/>
                  <a:pt x="2314593" y="55735"/>
                  <a:pt x="2316481" y="57010"/>
                </a:cubicBezTo>
                <a:cubicBezTo>
                  <a:pt x="2318371" y="58283"/>
                  <a:pt x="2320527" y="59310"/>
                  <a:pt x="2322949" y="60090"/>
                </a:cubicBezTo>
                <a:cubicBezTo>
                  <a:pt x="2325371" y="60871"/>
                  <a:pt x="2327855" y="61549"/>
                  <a:pt x="2330402" y="62124"/>
                </a:cubicBezTo>
                <a:cubicBezTo>
                  <a:pt x="2336642" y="63438"/>
                  <a:pt x="2341507" y="64753"/>
                  <a:pt x="2344997" y="66067"/>
                </a:cubicBezTo>
                <a:cubicBezTo>
                  <a:pt x="2348488" y="67382"/>
                  <a:pt x="2350233" y="69354"/>
                  <a:pt x="2350233" y="71982"/>
                </a:cubicBezTo>
                <a:cubicBezTo>
                  <a:pt x="2350233" y="73542"/>
                  <a:pt x="2349864" y="74836"/>
                  <a:pt x="2349124" y="75864"/>
                </a:cubicBezTo>
                <a:cubicBezTo>
                  <a:pt x="2348385" y="76891"/>
                  <a:pt x="2347461" y="77713"/>
                  <a:pt x="2346352" y="78330"/>
                </a:cubicBezTo>
                <a:cubicBezTo>
                  <a:pt x="2345244" y="78945"/>
                  <a:pt x="2344012" y="79397"/>
                  <a:pt x="2342657" y="79685"/>
                </a:cubicBezTo>
                <a:cubicBezTo>
                  <a:pt x="2341302" y="79972"/>
                  <a:pt x="2340009" y="80115"/>
                  <a:pt x="2338777" y="80115"/>
                </a:cubicBezTo>
                <a:cubicBezTo>
                  <a:pt x="2337053" y="80115"/>
                  <a:pt x="2335390" y="79910"/>
                  <a:pt x="2333789" y="79501"/>
                </a:cubicBezTo>
                <a:cubicBezTo>
                  <a:pt x="2332187" y="79090"/>
                  <a:pt x="2330771" y="78454"/>
                  <a:pt x="2329539" y="77593"/>
                </a:cubicBezTo>
                <a:cubicBezTo>
                  <a:pt x="2328307" y="76731"/>
                  <a:pt x="2327301" y="75623"/>
                  <a:pt x="2326520" y="74270"/>
                </a:cubicBezTo>
                <a:cubicBezTo>
                  <a:pt x="2325741" y="72917"/>
                  <a:pt x="2325351" y="71296"/>
                  <a:pt x="2325351" y="694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9eff0eaf242d0"/>
          <a:stretch xmlns:a="http://schemas.openxmlformats.org/drawingml/2006/main"/>
        </p:blipFill>
        <p:spPr>
          <a:xfrm xmlns:a="http://schemas.openxmlformats.org/drawingml/2006/main">
            <a:off x="529932" y="7548389"/>
            <a:ext cx="4043439" cy="566182"/>
          </a:xfrm>
          <a:prstGeom xmlns:a="http://schemas.openxmlformats.org/drawingml/2006/main" prst="rect">
            <a:avLst/>
          </a:prstGeom>
        </p:spPr>
      </p:pic>
      <p:sp>
        <p:nvSpPr>
          <p:cNvPr id="26" name="Text HistoricalBugCollection">
            <a:extLst xmlns:a="http://schemas.openxmlformats.org/drawingml/2006/main">
              <a:ext uri="{FF2B5EF4-FFF2-40B4-BE49-F238E27FC236}">
                <a16:creationId xmlns:a16="http://schemas.microsoft.com/office/drawing/2014/main" id="{D06EAACC-6E56-472D-AD3D-A367FC8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57" y="7726262"/>
            <a:ext cx="2511098" cy="199035"/>
          </a:xfrm>
          <a:custGeom xmlns:a="http://schemas.openxmlformats.org/drawingml/2006/main">
            <a:pathLst>
              <a:path w="2511098" h="199035">
                <a:moveTo>
                  <a:pt x="0" y="3569"/>
                </a:moveTo>
                <a:lnTo>
                  <a:pt x="0" y="157045"/>
                </a:lnTo>
                <a:lnTo>
                  <a:pt x="33753" y="157045"/>
                </a:lnTo>
                <a:lnTo>
                  <a:pt x="33753" y="90910"/>
                </a:lnTo>
                <a:lnTo>
                  <a:pt x="95886" y="90910"/>
                </a:lnTo>
                <a:lnTo>
                  <a:pt x="95886" y="157045"/>
                </a:lnTo>
                <a:lnTo>
                  <a:pt x="129639" y="157045"/>
                </a:lnTo>
                <a:lnTo>
                  <a:pt x="129639" y="3569"/>
                </a:lnTo>
                <a:lnTo>
                  <a:pt x="95886" y="3569"/>
                </a:lnTo>
                <a:lnTo>
                  <a:pt x="95886" y="62566"/>
                </a:lnTo>
                <a:lnTo>
                  <a:pt x="33753" y="62566"/>
                </a:lnTo>
                <a:lnTo>
                  <a:pt x="33753" y="3569"/>
                </a:lnTo>
                <a:lnTo>
                  <a:pt x="0" y="3569"/>
                </a:lnTo>
                <a:close/>
                <a:moveTo>
                  <a:pt x="186538" y="28764"/>
                </a:moveTo>
                <a:lnTo>
                  <a:pt x="186538" y="3569"/>
                </a:lnTo>
                <a:lnTo>
                  <a:pt x="156010" y="3569"/>
                </a:lnTo>
                <a:lnTo>
                  <a:pt x="156010" y="28764"/>
                </a:lnTo>
                <a:lnTo>
                  <a:pt x="186538" y="28764"/>
                </a:lnTo>
                <a:moveTo>
                  <a:pt x="156010" y="45894"/>
                </a:moveTo>
                <a:lnTo>
                  <a:pt x="156010" y="157045"/>
                </a:lnTo>
                <a:lnTo>
                  <a:pt x="186538" y="157045"/>
                </a:lnTo>
                <a:lnTo>
                  <a:pt x="186538" y="45894"/>
                </a:lnTo>
                <a:lnTo>
                  <a:pt x="156010" y="45894"/>
                </a:lnTo>
                <a:close/>
                <a:moveTo>
                  <a:pt x="233886" y="120933"/>
                </a:moveTo>
                <a:lnTo>
                  <a:pt x="204863" y="120933"/>
                </a:lnTo>
                <a:cubicBezTo>
                  <a:pt x="205150" y="128373"/>
                  <a:pt x="206834" y="134561"/>
                  <a:pt x="209915" y="139497"/>
                </a:cubicBezTo>
                <a:cubicBezTo>
                  <a:pt x="212997" y="144431"/>
                  <a:pt x="216938" y="148401"/>
                  <a:pt x="221738" y="151406"/>
                </a:cubicBezTo>
                <a:cubicBezTo>
                  <a:pt x="226541" y="154411"/>
                  <a:pt x="232024" y="156556"/>
                  <a:pt x="238187" y="157842"/>
                </a:cubicBezTo>
                <a:cubicBezTo>
                  <a:pt x="244350" y="159130"/>
                  <a:pt x="250656" y="159774"/>
                  <a:pt x="257106" y="159774"/>
                </a:cubicBezTo>
                <a:cubicBezTo>
                  <a:pt x="263411" y="159774"/>
                  <a:pt x="269609" y="159164"/>
                  <a:pt x="275700" y="157944"/>
                </a:cubicBezTo>
                <a:cubicBezTo>
                  <a:pt x="281793" y="156726"/>
                  <a:pt x="287203" y="154611"/>
                  <a:pt x="291932" y="151599"/>
                </a:cubicBezTo>
                <a:cubicBezTo>
                  <a:pt x="296662" y="148588"/>
                  <a:pt x="300496" y="144608"/>
                  <a:pt x="303433" y="139661"/>
                </a:cubicBezTo>
                <a:cubicBezTo>
                  <a:pt x="306372" y="134714"/>
                  <a:pt x="307842" y="128584"/>
                  <a:pt x="307842" y="121271"/>
                </a:cubicBezTo>
                <a:cubicBezTo>
                  <a:pt x="307842" y="116109"/>
                  <a:pt x="306838" y="111773"/>
                  <a:pt x="304831" y="108260"/>
                </a:cubicBezTo>
                <a:cubicBezTo>
                  <a:pt x="302825" y="104746"/>
                  <a:pt x="300173" y="101805"/>
                  <a:pt x="296875" y="99439"/>
                </a:cubicBezTo>
                <a:cubicBezTo>
                  <a:pt x="293580" y="97073"/>
                  <a:pt x="289818" y="95173"/>
                  <a:pt x="285590" y="93741"/>
                </a:cubicBezTo>
                <a:cubicBezTo>
                  <a:pt x="281363" y="92306"/>
                  <a:pt x="277027" y="91087"/>
                  <a:pt x="272583" y="90083"/>
                </a:cubicBezTo>
                <a:cubicBezTo>
                  <a:pt x="268283" y="89079"/>
                  <a:pt x="264055" y="88147"/>
                  <a:pt x="259897" y="87288"/>
                </a:cubicBezTo>
                <a:cubicBezTo>
                  <a:pt x="255742" y="86426"/>
                  <a:pt x="252051" y="85459"/>
                  <a:pt x="248826" y="84385"/>
                </a:cubicBezTo>
                <a:cubicBezTo>
                  <a:pt x="245602" y="83309"/>
                  <a:pt x="242986" y="81910"/>
                  <a:pt x="240979" y="80189"/>
                </a:cubicBezTo>
                <a:cubicBezTo>
                  <a:pt x="238973" y="78468"/>
                  <a:pt x="237970" y="76245"/>
                  <a:pt x="237970" y="73520"/>
                </a:cubicBezTo>
                <a:cubicBezTo>
                  <a:pt x="237970" y="71225"/>
                  <a:pt x="238543" y="69397"/>
                  <a:pt x="239689" y="68035"/>
                </a:cubicBezTo>
                <a:cubicBezTo>
                  <a:pt x="240838" y="66672"/>
                  <a:pt x="242235" y="65633"/>
                  <a:pt x="243882" y="64918"/>
                </a:cubicBezTo>
                <a:cubicBezTo>
                  <a:pt x="245531" y="64201"/>
                  <a:pt x="247358" y="63735"/>
                  <a:pt x="249364" y="63521"/>
                </a:cubicBezTo>
                <a:cubicBezTo>
                  <a:pt x="251371" y="63304"/>
                  <a:pt x="253235" y="63196"/>
                  <a:pt x="254954" y="63196"/>
                </a:cubicBezTo>
                <a:cubicBezTo>
                  <a:pt x="260399" y="63196"/>
                  <a:pt x="265129" y="64240"/>
                  <a:pt x="269142" y="66329"/>
                </a:cubicBezTo>
                <a:cubicBezTo>
                  <a:pt x="273155" y="68415"/>
                  <a:pt x="275377" y="72410"/>
                  <a:pt x="275808" y="78312"/>
                </a:cubicBezTo>
                <a:lnTo>
                  <a:pt x="304834" y="78312"/>
                </a:lnTo>
                <a:cubicBezTo>
                  <a:pt x="304261" y="71432"/>
                  <a:pt x="302505" y="65734"/>
                  <a:pt x="299565" y="61218"/>
                </a:cubicBezTo>
                <a:cubicBezTo>
                  <a:pt x="296628" y="56702"/>
                  <a:pt x="292938" y="53082"/>
                  <a:pt x="288494" y="50359"/>
                </a:cubicBezTo>
                <a:cubicBezTo>
                  <a:pt x="284052" y="47634"/>
                  <a:pt x="279000" y="45699"/>
                  <a:pt x="273338" y="44553"/>
                </a:cubicBezTo>
                <a:cubicBezTo>
                  <a:pt x="267675" y="43405"/>
                  <a:pt x="261835" y="42830"/>
                  <a:pt x="255816" y="42830"/>
                </a:cubicBezTo>
                <a:cubicBezTo>
                  <a:pt x="249796" y="42830"/>
                  <a:pt x="243918" y="43368"/>
                  <a:pt x="238184" y="44444"/>
                </a:cubicBezTo>
                <a:cubicBezTo>
                  <a:pt x="232451" y="45518"/>
                  <a:pt x="227292" y="47382"/>
                  <a:pt x="222706" y="50034"/>
                </a:cubicBezTo>
                <a:cubicBezTo>
                  <a:pt x="218120" y="52687"/>
                  <a:pt x="214429" y="56308"/>
                  <a:pt x="211634" y="60896"/>
                </a:cubicBezTo>
                <a:cubicBezTo>
                  <a:pt x="208839" y="65485"/>
                  <a:pt x="207442" y="71364"/>
                  <a:pt x="207442" y="78536"/>
                </a:cubicBezTo>
                <a:cubicBezTo>
                  <a:pt x="207442" y="83410"/>
                  <a:pt x="208445" y="87533"/>
                  <a:pt x="210450" y="90903"/>
                </a:cubicBezTo>
                <a:cubicBezTo>
                  <a:pt x="212458" y="94271"/>
                  <a:pt x="215110" y="97067"/>
                  <a:pt x="218405" y="99291"/>
                </a:cubicBezTo>
                <a:cubicBezTo>
                  <a:pt x="221703" y="101513"/>
                  <a:pt x="225466" y="103306"/>
                  <a:pt x="229694" y="104668"/>
                </a:cubicBezTo>
                <a:cubicBezTo>
                  <a:pt x="233921" y="106031"/>
                  <a:pt x="238257" y="107214"/>
                  <a:pt x="242701" y="108218"/>
                </a:cubicBezTo>
                <a:cubicBezTo>
                  <a:pt x="253592" y="110512"/>
                  <a:pt x="262083" y="112806"/>
                  <a:pt x="268174" y="115100"/>
                </a:cubicBezTo>
                <a:cubicBezTo>
                  <a:pt x="274267" y="117394"/>
                  <a:pt x="277314" y="120836"/>
                  <a:pt x="277314" y="125424"/>
                </a:cubicBezTo>
                <a:cubicBezTo>
                  <a:pt x="277314" y="128147"/>
                  <a:pt x="276668" y="130405"/>
                  <a:pt x="275378" y="132198"/>
                </a:cubicBezTo>
                <a:cubicBezTo>
                  <a:pt x="274088" y="133992"/>
                  <a:pt x="272475" y="135426"/>
                  <a:pt x="270539" y="136502"/>
                </a:cubicBezTo>
                <a:cubicBezTo>
                  <a:pt x="268606" y="137576"/>
                  <a:pt x="266456" y="138364"/>
                  <a:pt x="264090" y="138868"/>
                </a:cubicBezTo>
                <a:cubicBezTo>
                  <a:pt x="261726" y="139368"/>
                  <a:pt x="259469" y="139619"/>
                  <a:pt x="257319" y="139619"/>
                </a:cubicBezTo>
                <a:cubicBezTo>
                  <a:pt x="254310" y="139619"/>
                  <a:pt x="251407" y="139261"/>
                  <a:pt x="248612" y="138546"/>
                </a:cubicBezTo>
                <a:cubicBezTo>
                  <a:pt x="245817" y="137829"/>
                  <a:pt x="243345" y="136719"/>
                  <a:pt x="241195" y="135216"/>
                </a:cubicBezTo>
                <a:cubicBezTo>
                  <a:pt x="239045" y="133712"/>
                  <a:pt x="237289" y="131778"/>
                  <a:pt x="235927" y="129416"/>
                </a:cubicBezTo>
                <a:cubicBezTo>
                  <a:pt x="234566" y="127054"/>
                  <a:pt x="233886" y="124227"/>
                  <a:pt x="233886" y="120933"/>
                </a:cubicBezTo>
                <a:close/>
                <a:moveTo>
                  <a:pt x="363698" y="45980"/>
                </a:moveTo>
                <a:lnTo>
                  <a:pt x="363698" y="12597"/>
                </a:lnTo>
                <a:lnTo>
                  <a:pt x="333170" y="12597"/>
                </a:lnTo>
                <a:lnTo>
                  <a:pt x="333170" y="45980"/>
                </a:lnTo>
                <a:lnTo>
                  <a:pt x="314681" y="45980"/>
                </a:lnTo>
                <a:lnTo>
                  <a:pt x="314681" y="66345"/>
                </a:lnTo>
                <a:lnTo>
                  <a:pt x="333170" y="66345"/>
                </a:lnTo>
                <a:lnTo>
                  <a:pt x="333170" y="131880"/>
                </a:lnTo>
                <a:cubicBezTo>
                  <a:pt x="333170" y="137468"/>
                  <a:pt x="334101" y="141981"/>
                  <a:pt x="335965" y="145419"/>
                </a:cubicBezTo>
                <a:cubicBezTo>
                  <a:pt x="337828" y="148857"/>
                  <a:pt x="340372" y="151507"/>
                  <a:pt x="343595" y="153371"/>
                </a:cubicBezTo>
                <a:cubicBezTo>
                  <a:pt x="346821" y="155232"/>
                  <a:pt x="350548" y="156484"/>
                  <a:pt x="354775" y="157127"/>
                </a:cubicBezTo>
                <a:cubicBezTo>
                  <a:pt x="359005" y="157772"/>
                  <a:pt x="363485" y="158095"/>
                  <a:pt x="368216" y="158095"/>
                </a:cubicBezTo>
                <a:cubicBezTo>
                  <a:pt x="371225" y="158095"/>
                  <a:pt x="374306" y="158025"/>
                  <a:pt x="377460" y="157885"/>
                </a:cubicBezTo>
                <a:cubicBezTo>
                  <a:pt x="380614" y="157745"/>
                  <a:pt x="383480" y="157465"/>
                  <a:pt x="386058" y="157045"/>
                </a:cubicBezTo>
                <a:lnTo>
                  <a:pt x="386058" y="133300"/>
                </a:lnTo>
                <a:cubicBezTo>
                  <a:pt x="384626" y="133587"/>
                  <a:pt x="383121" y="133802"/>
                  <a:pt x="381544" y="133947"/>
                </a:cubicBezTo>
                <a:cubicBezTo>
                  <a:pt x="379967" y="134089"/>
                  <a:pt x="378319" y="134160"/>
                  <a:pt x="376601" y="134160"/>
                </a:cubicBezTo>
                <a:cubicBezTo>
                  <a:pt x="371439" y="134160"/>
                  <a:pt x="367998" y="133302"/>
                  <a:pt x="366277" y="131585"/>
                </a:cubicBezTo>
                <a:cubicBezTo>
                  <a:pt x="364558" y="129868"/>
                  <a:pt x="363698" y="126434"/>
                  <a:pt x="363698" y="121284"/>
                </a:cubicBezTo>
                <a:lnTo>
                  <a:pt x="363698" y="66345"/>
                </a:lnTo>
                <a:lnTo>
                  <a:pt x="386058" y="66345"/>
                </a:lnTo>
                <a:lnTo>
                  <a:pt x="386058" y="45980"/>
                </a:lnTo>
                <a:lnTo>
                  <a:pt x="363698" y="45980"/>
                </a:lnTo>
                <a:close/>
                <a:moveTo>
                  <a:pt x="427833" y="101621"/>
                </a:moveTo>
                <a:cubicBezTo>
                  <a:pt x="427833" y="97177"/>
                  <a:pt x="428263" y="92805"/>
                  <a:pt x="429122" y="88505"/>
                </a:cubicBezTo>
                <a:cubicBezTo>
                  <a:pt x="429982" y="84203"/>
                  <a:pt x="431450" y="80404"/>
                  <a:pt x="433528" y="77109"/>
                </a:cubicBezTo>
                <a:cubicBezTo>
                  <a:pt x="435608" y="73811"/>
                  <a:pt x="438368" y="71123"/>
                  <a:pt x="441808" y="69045"/>
                </a:cubicBezTo>
                <a:cubicBezTo>
                  <a:pt x="445248" y="66965"/>
                  <a:pt x="449548" y="65925"/>
                  <a:pt x="454707" y="65925"/>
                </a:cubicBezTo>
                <a:cubicBezTo>
                  <a:pt x="459868" y="65925"/>
                  <a:pt x="464204" y="66965"/>
                  <a:pt x="467714" y="69045"/>
                </a:cubicBezTo>
                <a:cubicBezTo>
                  <a:pt x="471226" y="71123"/>
                  <a:pt x="474021" y="73811"/>
                  <a:pt x="476099" y="77109"/>
                </a:cubicBezTo>
                <a:cubicBezTo>
                  <a:pt x="478179" y="80404"/>
                  <a:pt x="479649" y="84203"/>
                  <a:pt x="480508" y="88505"/>
                </a:cubicBezTo>
                <a:cubicBezTo>
                  <a:pt x="481368" y="92805"/>
                  <a:pt x="481797" y="97177"/>
                  <a:pt x="481797" y="101621"/>
                </a:cubicBezTo>
                <a:cubicBezTo>
                  <a:pt x="481797" y="106065"/>
                  <a:pt x="481368" y="110401"/>
                  <a:pt x="480508" y="114631"/>
                </a:cubicBezTo>
                <a:cubicBezTo>
                  <a:pt x="479649" y="118859"/>
                  <a:pt x="478179" y="122657"/>
                  <a:pt x="476099" y="126028"/>
                </a:cubicBezTo>
                <a:cubicBezTo>
                  <a:pt x="474021" y="129396"/>
                  <a:pt x="471226" y="132083"/>
                  <a:pt x="467714" y="134091"/>
                </a:cubicBezTo>
                <a:cubicBezTo>
                  <a:pt x="464204" y="136097"/>
                  <a:pt x="459868" y="137099"/>
                  <a:pt x="454707" y="137099"/>
                </a:cubicBezTo>
                <a:cubicBezTo>
                  <a:pt x="449548" y="137099"/>
                  <a:pt x="445248" y="136097"/>
                  <a:pt x="441808" y="134091"/>
                </a:cubicBezTo>
                <a:cubicBezTo>
                  <a:pt x="438368" y="132083"/>
                  <a:pt x="435608" y="129396"/>
                  <a:pt x="433528" y="126028"/>
                </a:cubicBezTo>
                <a:cubicBezTo>
                  <a:pt x="431450" y="122657"/>
                  <a:pt x="429982" y="118859"/>
                  <a:pt x="429122" y="114631"/>
                </a:cubicBezTo>
                <a:cubicBezTo>
                  <a:pt x="428263" y="110401"/>
                  <a:pt x="427833" y="106065"/>
                  <a:pt x="427833" y="101621"/>
                </a:cubicBezTo>
                <a:moveTo>
                  <a:pt x="397304" y="101624"/>
                </a:moveTo>
                <a:cubicBezTo>
                  <a:pt x="397304" y="110525"/>
                  <a:pt x="398666" y="118564"/>
                  <a:pt x="401389" y="125742"/>
                </a:cubicBezTo>
                <a:cubicBezTo>
                  <a:pt x="404111" y="132920"/>
                  <a:pt x="407981" y="139058"/>
                  <a:pt x="412998" y="144156"/>
                </a:cubicBezTo>
                <a:cubicBezTo>
                  <a:pt x="418015" y="149251"/>
                  <a:pt x="424035" y="153164"/>
                  <a:pt x="431058" y="155893"/>
                </a:cubicBezTo>
                <a:cubicBezTo>
                  <a:pt x="438082" y="158621"/>
                  <a:pt x="445965" y="159984"/>
                  <a:pt x="454707" y="159984"/>
                </a:cubicBezTo>
                <a:cubicBezTo>
                  <a:pt x="463451" y="159984"/>
                  <a:pt x="471370" y="158621"/>
                  <a:pt x="478464" y="155893"/>
                </a:cubicBezTo>
                <a:cubicBezTo>
                  <a:pt x="485559" y="153164"/>
                  <a:pt x="491615" y="149251"/>
                  <a:pt x="496632" y="144156"/>
                </a:cubicBezTo>
                <a:cubicBezTo>
                  <a:pt x="501649" y="139058"/>
                  <a:pt x="505519" y="132920"/>
                  <a:pt x="508242" y="125742"/>
                </a:cubicBezTo>
                <a:cubicBezTo>
                  <a:pt x="510964" y="118564"/>
                  <a:pt x="512326" y="110525"/>
                  <a:pt x="512326" y="101624"/>
                </a:cubicBezTo>
                <a:cubicBezTo>
                  <a:pt x="512326" y="92723"/>
                  <a:pt x="510964" y="84647"/>
                  <a:pt x="508242" y="77397"/>
                </a:cubicBezTo>
                <a:cubicBezTo>
                  <a:pt x="505519" y="70145"/>
                  <a:pt x="501649" y="63971"/>
                  <a:pt x="496632" y="58875"/>
                </a:cubicBezTo>
                <a:cubicBezTo>
                  <a:pt x="491615" y="53777"/>
                  <a:pt x="485559" y="49829"/>
                  <a:pt x="478464" y="47029"/>
                </a:cubicBezTo>
                <a:cubicBezTo>
                  <a:pt x="471370" y="44230"/>
                  <a:pt x="463451" y="42830"/>
                  <a:pt x="454707" y="42830"/>
                </a:cubicBezTo>
                <a:cubicBezTo>
                  <a:pt x="445965" y="42830"/>
                  <a:pt x="438082" y="44230"/>
                  <a:pt x="431058" y="47029"/>
                </a:cubicBezTo>
                <a:cubicBezTo>
                  <a:pt x="424035" y="49829"/>
                  <a:pt x="418015" y="53777"/>
                  <a:pt x="412998" y="58875"/>
                </a:cubicBezTo>
                <a:cubicBezTo>
                  <a:pt x="407981" y="63971"/>
                  <a:pt x="404111" y="70145"/>
                  <a:pt x="401389" y="77397"/>
                </a:cubicBezTo>
                <a:cubicBezTo>
                  <a:pt x="398666" y="84647"/>
                  <a:pt x="397304" y="92723"/>
                  <a:pt x="397304" y="101624"/>
                </a:cubicBezTo>
                <a:close/>
                <a:moveTo>
                  <a:pt x="531577" y="45812"/>
                </a:moveTo>
                <a:lnTo>
                  <a:pt x="531577" y="157045"/>
                </a:lnTo>
                <a:lnTo>
                  <a:pt x="562105" y="157045"/>
                </a:lnTo>
                <a:lnTo>
                  <a:pt x="562105" y="106899"/>
                </a:lnTo>
                <a:cubicBezTo>
                  <a:pt x="562105" y="101878"/>
                  <a:pt x="562607" y="97215"/>
                  <a:pt x="563611" y="92911"/>
                </a:cubicBezTo>
                <a:cubicBezTo>
                  <a:pt x="564615" y="88607"/>
                  <a:pt x="566299" y="84841"/>
                  <a:pt x="568663" y="81613"/>
                </a:cubicBezTo>
                <a:cubicBezTo>
                  <a:pt x="571027" y="78385"/>
                  <a:pt x="574144" y="75838"/>
                  <a:pt x="578013" y="73972"/>
                </a:cubicBezTo>
                <a:cubicBezTo>
                  <a:pt x="581884" y="72107"/>
                  <a:pt x="586614" y="71174"/>
                  <a:pt x="592204" y="71174"/>
                </a:cubicBezTo>
                <a:cubicBezTo>
                  <a:pt x="594067" y="71174"/>
                  <a:pt x="596002" y="71282"/>
                  <a:pt x="598007" y="71499"/>
                </a:cubicBezTo>
                <a:cubicBezTo>
                  <a:pt x="600015" y="71713"/>
                  <a:pt x="601735" y="71964"/>
                  <a:pt x="603168" y="72250"/>
                </a:cubicBezTo>
                <a:lnTo>
                  <a:pt x="603168" y="43903"/>
                </a:lnTo>
                <a:cubicBezTo>
                  <a:pt x="600731" y="43188"/>
                  <a:pt x="598510" y="42830"/>
                  <a:pt x="596505" y="42830"/>
                </a:cubicBezTo>
                <a:cubicBezTo>
                  <a:pt x="592634" y="42830"/>
                  <a:pt x="588907" y="43403"/>
                  <a:pt x="585325" y="44549"/>
                </a:cubicBezTo>
                <a:cubicBezTo>
                  <a:pt x="581743" y="45693"/>
                  <a:pt x="578375" y="47303"/>
                  <a:pt x="575221" y="49378"/>
                </a:cubicBezTo>
                <a:cubicBezTo>
                  <a:pt x="572067" y="51454"/>
                  <a:pt x="569272" y="53959"/>
                  <a:pt x="566836" y="56894"/>
                </a:cubicBezTo>
                <a:cubicBezTo>
                  <a:pt x="564400" y="59829"/>
                  <a:pt x="562464" y="63014"/>
                  <a:pt x="561029" y="66450"/>
                </a:cubicBezTo>
                <a:lnTo>
                  <a:pt x="560600" y="66450"/>
                </a:lnTo>
                <a:lnTo>
                  <a:pt x="560600" y="45812"/>
                </a:lnTo>
                <a:lnTo>
                  <a:pt x="531577" y="45812"/>
                </a:lnTo>
                <a:close/>
                <a:moveTo>
                  <a:pt x="646360" y="28764"/>
                </a:moveTo>
                <a:lnTo>
                  <a:pt x="646360" y="3569"/>
                </a:lnTo>
                <a:lnTo>
                  <a:pt x="615832" y="3569"/>
                </a:lnTo>
                <a:lnTo>
                  <a:pt x="615832" y="28764"/>
                </a:lnTo>
                <a:lnTo>
                  <a:pt x="646360" y="28764"/>
                </a:lnTo>
                <a:moveTo>
                  <a:pt x="615832" y="45894"/>
                </a:moveTo>
                <a:lnTo>
                  <a:pt x="615832" y="157045"/>
                </a:lnTo>
                <a:lnTo>
                  <a:pt x="646360" y="157045"/>
                </a:lnTo>
                <a:lnTo>
                  <a:pt x="646360" y="45894"/>
                </a:lnTo>
                <a:lnTo>
                  <a:pt x="615832" y="45894"/>
                </a:lnTo>
                <a:close/>
                <a:moveTo>
                  <a:pt x="745737" y="85031"/>
                </a:moveTo>
                <a:lnTo>
                  <a:pt x="775620" y="85031"/>
                </a:lnTo>
                <a:cubicBezTo>
                  <a:pt x="775191" y="77853"/>
                  <a:pt x="773471" y="71645"/>
                  <a:pt x="770459" y="66407"/>
                </a:cubicBezTo>
                <a:cubicBezTo>
                  <a:pt x="767450" y="61167"/>
                  <a:pt x="763544" y="56789"/>
                  <a:pt x="758741" y="53272"/>
                </a:cubicBezTo>
                <a:cubicBezTo>
                  <a:pt x="753941" y="49756"/>
                  <a:pt x="748495" y="47137"/>
                  <a:pt x="742404" y="45415"/>
                </a:cubicBezTo>
                <a:cubicBezTo>
                  <a:pt x="736314" y="43692"/>
                  <a:pt x="729971" y="42830"/>
                  <a:pt x="723377" y="42830"/>
                </a:cubicBezTo>
                <a:cubicBezTo>
                  <a:pt x="714347" y="42830"/>
                  <a:pt x="706320" y="44338"/>
                  <a:pt x="699295" y="47354"/>
                </a:cubicBezTo>
                <a:cubicBezTo>
                  <a:pt x="692273" y="50368"/>
                  <a:pt x="686325" y="54567"/>
                  <a:pt x="681452" y="59951"/>
                </a:cubicBezTo>
                <a:cubicBezTo>
                  <a:pt x="676580" y="65336"/>
                  <a:pt x="672889" y="71725"/>
                  <a:pt x="670381" y="79119"/>
                </a:cubicBezTo>
                <a:cubicBezTo>
                  <a:pt x="667872" y="86512"/>
                  <a:pt x="666618" y="94515"/>
                  <a:pt x="666618" y="103130"/>
                </a:cubicBezTo>
                <a:cubicBezTo>
                  <a:pt x="666618" y="111458"/>
                  <a:pt x="667979" y="119103"/>
                  <a:pt x="670702" y="126067"/>
                </a:cubicBezTo>
                <a:cubicBezTo>
                  <a:pt x="673425" y="133028"/>
                  <a:pt x="677223" y="139022"/>
                  <a:pt x="682095" y="144047"/>
                </a:cubicBezTo>
                <a:cubicBezTo>
                  <a:pt x="686970" y="149073"/>
                  <a:pt x="692883" y="152986"/>
                  <a:pt x="699833" y="155785"/>
                </a:cubicBezTo>
                <a:cubicBezTo>
                  <a:pt x="706786" y="158585"/>
                  <a:pt x="714418" y="159984"/>
                  <a:pt x="722731" y="159984"/>
                </a:cubicBezTo>
                <a:cubicBezTo>
                  <a:pt x="737493" y="159984"/>
                  <a:pt x="749604" y="156099"/>
                  <a:pt x="759063" y="148329"/>
                </a:cubicBezTo>
                <a:cubicBezTo>
                  <a:pt x="768524" y="140556"/>
                  <a:pt x="774258" y="129288"/>
                  <a:pt x="776266" y="114526"/>
                </a:cubicBezTo>
                <a:lnTo>
                  <a:pt x="746810" y="114526"/>
                </a:lnTo>
                <a:cubicBezTo>
                  <a:pt x="745808" y="121406"/>
                  <a:pt x="743336" y="126889"/>
                  <a:pt x="739393" y="130975"/>
                </a:cubicBezTo>
                <a:cubicBezTo>
                  <a:pt x="735452" y="135058"/>
                  <a:pt x="729827" y="137099"/>
                  <a:pt x="722518" y="137099"/>
                </a:cubicBezTo>
                <a:cubicBezTo>
                  <a:pt x="717787" y="137099"/>
                  <a:pt x="713773" y="136024"/>
                  <a:pt x="710475" y="133875"/>
                </a:cubicBezTo>
                <a:cubicBezTo>
                  <a:pt x="707179" y="131725"/>
                  <a:pt x="704564" y="128966"/>
                  <a:pt x="702628" y="125598"/>
                </a:cubicBezTo>
                <a:cubicBezTo>
                  <a:pt x="700695" y="122228"/>
                  <a:pt x="699297" y="118464"/>
                  <a:pt x="698436" y="114306"/>
                </a:cubicBezTo>
                <a:cubicBezTo>
                  <a:pt x="697576" y="110149"/>
                  <a:pt x="697146" y="106063"/>
                  <a:pt x="697146" y="102050"/>
                </a:cubicBezTo>
                <a:cubicBezTo>
                  <a:pt x="697146" y="97893"/>
                  <a:pt x="697576" y="93700"/>
                  <a:pt x="698436" y="89473"/>
                </a:cubicBezTo>
                <a:cubicBezTo>
                  <a:pt x="699297" y="85243"/>
                  <a:pt x="700767" y="81372"/>
                  <a:pt x="702845" y="77860"/>
                </a:cubicBezTo>
                <a:cubicBezTo>
                  <a:pt x="704922" y="74347"/>
                  <a:pt x="707609" y="71480"/>
                  <a:pt x="710905" y="69258"/>
                </a:cubicBezTo>
                <a:cubicBezTo>
                  <a:pt x="714203" y="67036"/>
                  <a:pt x="718288" y="65925"/>
                  <a:pt x="723161" y="65925"/>
                </a:cubicBezTo>
                <a:cubicBezTo>
                  <a:pt x="736204" y="65925"/>
                  <a:pt x="743730" y="72294"/>
                  <a:pt x="745737" y="85031"/>
                </a:cubicBezTo>
                <a:close/>
                <a:moveTo>
                  <a:pt x="791950" y="80077"/>
                </a:moveTo>
                <a:cubicBezTo>
                  <a:pt x="792379" y="72911"/>
                  <a:pt x="794170" y="66963"/>
                  <a:pt x="797324" y="62235"/>
                </a:cubicBezTo>
                <a:cubicBezTo>
                  <a:pt x="800478" y="57504"/>
                  <a:pt x="804491" y="53705"/>
                  <a:pt x="809363" y="50838"/>
                </a:cubicBezTo>
                <a:cubicBezTo>
                  <a:pt x="814236" y="47971"/>
                  <a:pt x="819718" y="45928"/>
                  <a:pt x="825809" y="44710"/>
                </a:cubicBezTo>
                <a:cubicBezTo>
                  <a:pt x="831902" y="43492"/>
                  <a:pt x="838030" y="42883"/>
                  <a:pt x="844193" y="42883"/>
                </a:cubicBezTo>
                <a:cubicBezTo>
                  <a:pt x="849783" y="42883"/>
                  <a:pt x="855444" y="43278"/>
                  <a:pt x="861176" y="44067"/>
                </a:cubicBezTo>
                <a:cubicBezTo>
                  <a:pt x="866910" y="44854"/>
                  <a:pt x="872141" y="46395"/>
                  <a:pt x="876870" y="48689"/>
                </a:cubicBezTo>
                <a:cubicBezTo>
                  <a:pt x="881600" y="50981"/>
                  <a:pt x="885470" y="54170"/>
                  <a:pt x="888480" y="58255"/>
                </a:cubicBezTo>
                <a:cubicBezTo>
                  <a:pt x="891491" y="62341"/>
                  <a:pt x="892997" y="67751"/>
                  <a:pt x="892997" y="74487"/>
                </a:cubicBezTo>
                <a:lnTo>
                  <a:pt x="892997" y="132320"/>
                </a:lnTo>
                <a:cubicBezTo>
                  <a:pt x="892997" y="137337"/>
                  <a:pt x="893283" y="142138"/>
                  <a:pt x="893856" y="146724"/>
                </a:cubicBezTo>
                <a:cubicBezTo>
                  <a:pt x="894429" y="151311"/>
                  <a:pt x="895432" y="154751"/>
                  <a:pt x="896865" y="157045"/>
                </a:cubicBezTo>
                <a:lnTo>
                  <a:pt x="865906" y="157045"/>
                </a:lnTo>
                <a:cubicBezTo>
                  <a:pt x="865333" y="155326"/>
                  <a:pt x="864868" y="153571"/>
                  <a:pt x="864509" y="151780"/>
                </a:cubicBezTo>
                <a:cubicBezTo>
                  <a:pt x="864150" y="149986"/>
                  <a:pt x="863900" y="148158"/>
                  <a:pt x="863758" y="146295"/>
                </a:cubicBezTo>
                <a:cubicBezTo>
                  <a:pt x="858885" y="151312"/>
                  <a:pt x="853152" y="154824"/>
                  <a:pt x="846558" y="156832"/>
                </a:cubicBezTo>
                <a:cubicBezTo>
                  <a:pt x="839964" y="158837"/>
                  <a:pt x="833227" y="159840"/>
                  <a:pt x="826347" y="159840"/>
                </a:cubicBezTo>
                <a:cubicBezTo>
                  <a:pt x="821045" y="159840"/>
                  <a:pt x="816100" y="159195"/>
                  <a:pt x="811512" y="157904"/>
                </a:cubicBezTo>
                <a:cubicBezTo>
                  <a:pt x="806926" y="156614"/>
                  <a:pt x="802913" y="154607"/>
                  <a:pt x="799473" y="151885"/>
                </a:cubicBezTo>
                <a:cubicBezTo>
                  <a:pt x="796035" y="149162"/>
                  <a:pt x="793348" y="145723"/>
                  <a:pt x="791412" y="141567"/>
                </a:cubicBezTo>
                <a:cubicBezTo>
                  <a:pt x="789477" y="137410"/>
                  <a:pt x="788509" y="132464"/>
                  <a:pt x="788509" y="126730"/>
                </a:cubicBezTo>
                <a:cubicBezTo>
                  <a:pt x="788509" y="120424"/>
                  <a:pt x="789620" y="115229"/>
                  <a:pt x="791842" y="111144"/>
                </a:cubicBezTo>
                <a:cubicBezTo>
                  <a:pt x="794064" y="107059"/>
                  <a:pt x="796930" y="103798"/>
                  <a:pt x="800440" y="101361"/>
                </a:cubicBezTo>
                <a:cubicBezTo>
                  <a:pt x="803953" y="98925"/>
                  <a:pt x="807966" y="97098"/>
                  <a:pt x="812480" y="95880"/>
                </a:cubicBezTo>
                <a:cubicBezTo>
                  <a:pt x="816996" y="94661"/>
                  <a:pt x="821547" y="93695"/>
                  <a:pt x="826133" y="92980"/>
                </a:cubicBezTo>
                <a:cubicBezTo>
                  <a:pt x="830720" y="92262"/>
                  <a:pt x="835234" y="91688"/>
                  <a:pt x="839675" y="91257"/>
                </a:cubicBezTo>
                <a:cubicBezTo>
                  <a:pt x="844119" y="90827"/>
                  <a:pt x="848061" y="90181"/>
                  <a:pt x="851502" y="89322"/>
                </a:cubicBezTo>
                <a:cubicBezTo>
                  <a:pt x="854942" y="88462"/>
                  <a:pt x="857665" y="87209"/>
                  <a:pt x="859670" y="85562"/>
                </a:cubicBezTo>
                <a:cubicBezTo>
                  <a:pt x="861678" y="83913"/>
                  <a:pt x="862611" y="81512"/>
                  <a:pt x="862468" y="78358"/>
                </a:cubicBezTo>
                <a:cubicBezTo>
                  <a:pt x="862468" y="75060"/>
                  <a:pt x="861930" y="72445"/>
                  <a:pt x="860854" y="70511"/>
                </a:cubicBezTo>
                <a:cubicBezTo>
                  <a:pt x="859778" y="68576"/>
                  <a:pt x="858345" y="67071"/>
                  <a:pt x="856554" y="65997"/>
                </a:cubicBezTo>
                <a:cubicBezTo>
                  <a:pt x="854762" y="64921"/>
                  <a:pt x="852684" y="64204"/>
                  <a:pt x="850317" y="63845"/>
                </a:cubicBezTo>
                <a:cubicBezTo>
                  <a:pt x="847953" y="63487"/>
                  <a:pt x="845410" y="63307"/>
                  <a:pt x="842687" y="63307"/>
                </a:cubicBezTo>
                <a:cubicBezTo>
                  <a:pt x="836668" y="63307"/>
                  <a:pt x="831939" y="64598"/>
                  <a:pt x="828499" y="67178"/>
                </a:cubicBezTo>
                <a:cubicBezTo>
                  <a:pt x="825058" y="69759"/>
                  <a:pt x="823052" y="74059"/>
                  <a:pt x="822479" y="80077"/>
                </a:cubicBezTo>
                <a:lnTo>
                  <a:pt x="791950" y="80077"/>
                </a:lnTo>
                <a:moveTo>
                  <a:pt x="862468" y="102651"/>
                </a:moveTo>
                <a:cubicBezTo>
                  <a:pt x="861178" y="103799"/>
                  <a:pt x="859565" y="104695"/>
                  <a:pt x="857630" y="105341"/>
                </a:cubicBezTo>
                <a:cubicBezTo>
                  <a:pt x="855694" y="105986"/>
                  <a:pt x="853615" y="106524"/>
                  <a:pt x="851393" y="106955"/>
                </a:cubicBezTo>
                <a:cubicBezTo>
                  <a:pt x="849174" y="107383"/>
                  <a:pt x="846844" y="107741"/>
                  <a:pt x="844406" y="108027"/>
                </a:cubicBezTo>
                <a:cubicBezTo>
                  <a:pt x="841970" y="108314"/>
                  <a:pt x="839533" y="108671"/>
                  <a:pt x="837097" y="109100"/>
                </a:cubicBezTo>
                <a:cubicBezTo>
                  <a:pt x="834805" y="109531"/>
                  <a:pt x="832548" y="110105"/>
                  <a:pt x="830326" y="110822"/>
                </a:cubicBezTo>
                <a:cubicBezTo>
                  <a:pt x="828104" y="111538"/>
                  <a:pt x="826168" y="112505"/>
                  <a:pt x="824519" y="113726"/>
                </a:cubicBezTo>
                <a:cubicBezTo>
                  <a:pt x="822873" y="114944"/>
                  <a:pt x="821547" y="116485"/>
                  <a:pt x="820543" y="118348"/>
                </a:cubicBezTo>
                <a:cubicBezTo>
                  <a:pt x="819540" y="120209"/>
                  <a:pt x="819038" y="122573"/>
                  <a:pt x="819038" y="125440"/>
                </a:cubicBezTo>
                <a:cubicBezTo>
                  <a:pt x="819038" y="128163"/>
                  <a:pt x="819540" y="130456"/>
                  <a:pt x="820543" y="132320"/>
                </a:cubicBezTo>
                <a:cubicBezTo>
                  <a:pt x="821547" y="134183"/>
                  <a:pt x="822909" y="135653"/>
                  <a:pt x="824628" y="136729"/>
                </a:cubicBezTo>
                <a:cubicBezTo>
                  <a:pt x="826349" y="137802"/>
                  <a:pt x="828355" y="138555"/>
                  <a:pt x="830647" y="138986"/>
                </a:cubicBezTo>
                <a:cubicBezTo>
                  <a:pt x="832942" y="139416"/>
                  <a:pt x="835307" y="139632"/>
                  <a:pt x="837743" y="139632"/>
                </a:cubicBezTo>
                <a:cubicBezTo>
                  <a:pt x="843762" y="139632"/>
                  <a:pt x="848419" y="138629"/>
                  <a:pt x="851715" y="136624"/>
                </a:cubicBezTo>
                <a:cubicBezTo>
                  <a:pt x="855013" y="134616"/>
                  <a:pt x="857450" y="132215"/>
                  <a:pt x="859027" y="129420"/>
                </a:cubicBezTo>
                <a:cubicBezTo>
                  <a:pt x="860604" y="126625"/>
                  <a:pt x="861572" y="123794"/>
                  <a:pt x="861930" y="120926"/>
                </a:cubicBezTo>
                <a:cubicBezTo>
                  <a:pt x="862289" y="118059"/>
                  <a:pt x="862468" y="115766"/>
                  <a:pt x="862468" y="114047"/>
                </a:cubicBezTo>
                <a:lnTo>
                  <a:pt x="862468" y="102651"/>
                </a:lnTo>
                <a:close/>
                <a:moveTo>
                  <a:pt x="917279" y="3569"/>
                </a:moveTo>
                <a:lnTo>
                  <a:pt x="917279" y="157045"/>
                </a:lnTo>
                <a:lnTo>
                  <a:pt x="947808" y="157045"/>
                </a:lnTo>
                <a:lnTo>
                  <a:pt x="947808" y="3569"/>
                </a:lnTo>
                <a:lnTo>
                  <a:pt x="917279" y="3569"/>
                </a:lnTo>
                <a:close/>
                <a:moveTo>
                  <a:pt x="1068163" y="65715"/>
                </a:moveTo>
                <a:lnTo>
                  <a:pt x="1068163" y="29813"/>
                </a:lnTo>
                <a:lnTo>
                  <a:pt x="1099767" y="29813"/>
                </a:lnTo>
                <a:cubicBezTo>
                  <a:pt x="1102777" y="29813"/>
                  <a:pt x="1105679" y="30065"/>
                  <a:pt x="1108474" y="30568"/>
                </a:cubicBezTo>
                <a:cubicBezTo>
                  <a:pt x="1111269" y="31069"/>
                  <a:pt x="1113741" y="31964"/>
                  <a:pt x="1115891" y="33255"/>
                </a:cubicBezTo>
                <a:cubicBezTo>
                  <a:pt x="1118041" y="34543"/>
                  <a:pt x="1119761" y="36334"/>
                  <a:pt x="1121051" y="38628"/>
                </a:cubicBezTo>
                <a:cubicBezTo>
                  <a:pt x="1122342" y="40920"/>
                  <a:pt x="1122987" y="43858"/>
                  <a:pt x="1122987" y="47443"/>
                </a:cubicBezTo>
                <a:cubicBezTo>
                  <a:pt x="1122987" y="53892"/>
                  <a:pt x="1121051" y="58551"/>
                  <a:pt x="1117180" y="61418"/>
                </a:cubicBezTo>
                <a:cubicBezTo>
                  <a:pt x="1113311" y="64283"/>
                  <a:pt x="1108367" y="65715"/>
                  <a:pt x="1102346" y="65715"/>
                </a:cubicBezTo>
                <a:lnTo>
                  <a:pt x="1068163" y="65715"/>
                </a:lnTo>
                <a:moveTo>
                  <a:pt x="1034410" y="3569"/>
                </a:moveTo>
                <a:lnTo>
                  <a:pt x="1034410" y="157045"/>
                </a:lnTo>
                <a:lnTo>
                  <a:pt x="1108799" y="157045"/>
                </a:lnTo>
                <a:cubicBezTo>
                  <a:pt x="1115677" y="157045"/>
                  <a:pt x="1122377" y="156185"/>
                  <a:pt x="1128898" y="154466"/>
                </a:cubicBezTo>
                <a:cubicBezTo>
                  <a:pt x="1135420" y="152747"/>
                  <a:pt x="1141224" y="150099"/>
                  <a:pt x="1146311" y="146521"/>
                </a:cubicBezTo>
                <a:cubicBezTo>
                  <a:pt x="1151400" y="142941"/>
                  <a:pt x="1155450" y="138323"/>
                  <a:pt x="1158459" y="132667"/>
                </a:cubicBezTo>
                <a:cubicBezTo>
                  <a:pt x="1161471" y="127010"/>
                  <a:pt x="1162976" y="120314"/>
                  <a:pt x="1162976" y="112581"/>
                </a:cubicBezTo>
                <a:cubicBezTo>
                  <a:pt x="1162976" y="102986"/>
                  <a:pt x="1160647" y="94788"/>
                  <a:pt x="1155989" y="87987"/>
                </a:cubicBezTo>
                <a:cubicBezTo>
                  <a:pt x="1151330" y="81183"/>
                  <a:pt x="1144271" y="76421"/>
                  <a:pt x="1134810" y="73700"/>
                </a:cubicBezTo>
                <a:cubicBezTo>
                  <a:pt x="1141690" y="70402"/>
                  <a:pt x="1146885" y="66171"/>
                  <a:pt x="1150395" y="61008"/>
                </a:cubicBezTo>
                <a:cubicBezTo>
                  <a:pt x="1153908" y="55844"/>
                  <a:pt x="1155664" y="49390"/>
                  <a:pt x="1155664" y="41646"/>
                </a:cubicBezTo>
                <a:cubicBezTo>
                  <a:pt x="1155664" y="34475"/>
                  <a:pt x="1154481" y="28452"/>
                  <a:pt x="1152114" y="23577"/>
                </a:cubicBezTo>
                <a:cubicBezTo>
                  <a:pt x="1149750" y="18700"/>
                  <a:pt x="1146418" y="14792"/>
                  <a:pt x="1142119" y="11853"/>
                </a:cubicBezTo>
                <a:cubicBezTo>
                  <a:pt x="1137819" y="8911"/>
                  <a:pt x="1132659" y="6795"/>
                  <a:pt x="1126638" y="5505"/>
                </a:cubicBezTo>
                <a:cubicBezTo>
                  <a:pt x="1120619" y="4214"/>
                  <a:pt x="1113956" y="3569"/>
                  <a:pt x="1106647" y="3569"/>
                </a:cubicBezTo>
                <a:lnTo>
                  <a:pt x="1034410" y="3569"/>
                </a:lnTo>
                <a:moveTo>
                  <a:pt x="1068163" y="130801"/>
                </a:moveTo>
                <a:lnTo>
                  <a:pt x="1068163" y="88810"/>
                </a:lnTo>
                <a:lnTo>
                  <a:pt x="1104928" y="88810"/>
                </a:lnTo>
                <a:cubicBezTo>
                  <a:pt x="1112237" y="88810"/>
                  <a:pt x="1118112" y="90489"/>
                  <a:pt x="1122554" y="93846"/>
                </a:cubicBezTo>
                <a:cubicBezTo>
                  <a:pt x="1126998" y="97201"/>
                  <a:pt x="1129220" y="102806"/>
                  <a:pt x="1129220" y="110662"/>
                </a:cubicBezTo>
                <a:cubicBezTo>
                  <a:pt x="1129220" y="114662"/>
                  <a:pt x="1128538" y="117948"/>
                  <a:pt x="1127176" y="120520"/>
                </a:cubicBezTo>
                <a:cubicBezTo>
                  <a:pt x="1125816" y="123089"/>
                  <a:pt x="1123988" y="125124"/>
                  <a:pt x="1121694" y="126625"/>
                </a:cubicBezTo>
                <a:cubicBezTo>
                  <a:pt x="1119402" y="128123"/>
                  <a:pt x="1116751" y="129193"/>
                  <a:pt x="1113739" y="129836"/>
                </a:cubicBezTo>
                <a:cubicBezTo>
                  <a:pt x="1110730" y="130479"/>
                  <a:pt x="1107577" y="130801"/>
                  <a:pt x="1104281" y="130801"/>
                </a:cubicBezTo>
                <a:lnTo>
                  <a:pt x="1068163" y="130801"/>
                </a:lnTo>
                <a:close/>
                <a:moveTo>
                  <a:pt x="1286180" y="156927"/>
                </a:moveTo>
                <a:lnTo>
                  <a:pt x="1286180" y="45980"/>
                </a:lnTo>
                <a:lnTo>
                  <a:pt x="1255651" y="45980"/>
                </a:lnTo>
                <a:lnTo>
                  <a:pt x="1255651" y="104101"/>
                </a:lnTo>
                <a:cubicBezTo>
                  <a:pt x="1255651" y="115394"/>
                  <a:pt x="1253788" y="123508"/>
                  <a:pt x="1250061" y="128442"/>
                </a:cubicBezTo>
                <a:cubicBezTo>
                  <a:pt x="1246335" y="133374"/>
                  <a:pt x="1240315" y="135840"/>
                  <a:pt x="1232002" y="135840"/>
                </a:cubicBezTo>
                <a:cubicBezTo>
                  <a:pt x="1224691" y="135840"/>
                  <a:pt x="1219602" y="133588"/>
                  <a:pt x="1216734" y="129085"/>
                </a:cubicBezTo>
                <a:cubicBezTo>
                  <a:pt x="1213869" y="124580"/>
                  <a:pt x="1212437" y="117752"/>
                  <a:pt x="1212437" y="108601"/>
                </a:cubicBezTo>
                <a:lnTo>
                  <a:pt x="1212437" y="45980"/>
                </a:lnTo>
                <a:lnTo>
                  <a:pt x="1181909" y="45980"/>
                </a:lnTo>
                <a:lnTo>
                  <a:pt x="1181909" y="114257"/>
                </a:lnTo>
                <a:cubicBezTo>
                  <a:pt x="1181909" y="121126"/>
                  <a:pt x="1182518" y="127389"/>
                  <a:pt x="1183736" y="133045"/>
                </a:cubicBezTo>
                <a:cubicBezTo>
                  <a:pt x="1184954" y="138698"/>
                  <a:pt x="1187068" y="143493"/>
                  <a:pt x="1190077" y="147430"/>
                </a:cubicBezTo>
                <a:cubicBezTo>
                  <a:pt x="1193089" y="151366"/>
                  <a:pt x="1197210" y="154408"/>
                  <a:pt x="1202441" y="156556"/>
                </a:cubicBezTo>
                <a:cubicBezTo>
                  <a:pt x="1207673" y="158702"/>
                  <a:pt x="1214374" y="159774"/>
                  <a:pt x="1222544" y="159774"/>
                </a:cubicBezTo>
                <a:cubicBezTo>
                  <a:pt x="1228994" y="159774"/>
                  <a:pt x="1235300" y="158337"/>
                  <a:pt x="1241463" y="155464"/>
                </a:cubicBezTo>
                <a:cubicBezTo>
                  <a:pt x="1247626" y="152588"/>
                  <a:pt x="1252642" y="147915"/>
                  <a:pt x="1256511" y="141446"/>
                </a:cubicBezTo>
                <a:lnTo>
                  <a:pt x="1257157" y="141446"/>
                </a:lnTo>
                <a:lnTo>
                  <a:pt x="1257157" y="156927"/>
                </a:lnTo>
                <a:lnTo>
                  <a:pt x="1286180" y="156927"/>
                </a:lnTo>
                <a:close/>
                <a:moveTo>
                  <a:pt x="1360727" y="130801"/>
                </a:moveTo>
                <a:cubicBezTo>
                  <a:pt x="1355997" y="130801"/>
                  <a:pt x="1352055" y="129798"/>
                  <a:pt x="1348901" y="127792"/>
                </a:cubicBezTo>
                <a:cubicBezTo>
                  <a:pt x="1345747" y="125787"/>
                  <a:pt x="1343203" y="123210"/>
                  <a:pt x="1341267" y="120060"/>
                </a:cubicBezTo>
                <a:cubicBezTo>
                  <a:pt x="1339334" y="116909"/>
                  <a:pt x="1337972" y="113365"/>
                  <a:pt x="1337183" y="109428"/>
                </a:cubicBezTo>
                <a:cubicBezTo>
                  <a:pt x="1336396" y="105489"/>
                  <a:pt x="1336002" y="101514"/>
                  <a:pt x="1336002" y="97503"/>
                </a:cubicBezTo>
                <a:cubicBezTo>
                  <a:pt x="1336002" y="93350"/>
                  <a:pt x="1336468" y="89377"/>
                  <a:pt x="1337399" y="85582"/>
                </a:cubicBezTo>
                <a:cubicBezTo>
                  <a:pt x="1338331" y="81785"/>
                  <a:pt x="1339836" y="78420"/>
                  <a:pt x="1341913" y="75485"/>
                </a:cubicBezTo>
                <a:cubicBezTo>
                  <a:pt x="1343993" y="72550"/>
                  <a:pt x="1346574" y="70223"/>
                  <a:pt x="1349655" y="68504"/>
                </a:cubicBezTo>
                <a:cubicBezTo>
                  <a:pt x="1352737" y="66785"/>
                  <a:pt x="1356427" y="65925"/>
                  <a:pt x="1360727" y="65925"/>
                </a:cubicBezTo>
                <a:cubicBezTo>
                  <a:pt x="1365744" y="65925"/>
                  <a:pt x="1369901" y="66857"/>
                  <a:pt x="1373196" y="68720"/>
                </a:cubicBezTo>
                <a:cubicBezTo>
                  <a:pt x="1376492" y="70581"/>
                  <a:pt x="1379144" y="73088"/>
                  <a:pt x="1381152" y="76239"/>
                </a:cubicBezTo>
                <a:cubicBezTo>
                  <a:pt x="1383159" y="79388"/>
                  <a:pt x="1384593" y="83004"/>
                  <a:pt x="1385452" y="87085"/>
                </a:cubicBezTo>
                <a:cubicBezTo>
                  <a:pt x="1386312" y="91166"/>
                  <a:pt x="1386742" y="95498"/>
                  <a:pt x="1386742" y="100082"/>
                </a:cubicBezTo>
                <a:cubicBezTo>
                  <a:pt x="1386742" y="104091"/>
                  <a:pt x="1386204" y="107921"/>
                  <a:pt x="1385128" y="111574"/>
                </a:cubicBezTo>
                <a:cubicBezTo>
                  <a:pt x="1384054" y="115226"/>
                  <a:pt x="1382442" y="118485"/>
                  <a:pt x="1380292" y="121350"/>
                </a:cubicBezTo>
                <a:cubicBezTo>
                  <a:pt x="1378142" y="124212"/>
                  <a:pt x="1375418" y="126503"/>
                  <a:pt x="1372120" y="128222"/>
                </a:cubicBezTo>
                <a:cubicBezTo>
                  <a:pt x="1368825" y="129941"/>
                  <a:pt x="1365027" y="130801"/>
                  <a:pt x="1360727" y="130801"/>
                </a:cubicBezTo>
                <a:moveTo>
                  <a:pt x="1415764" y="149998"/>
                </a:moveTo>
                <a:lnTo>
                  <a:pt x="1415764" y="45911"/>
                </a:lnTo>
                <a:lnTo>
                  <a:pt x="1386742" y="45911"/>
                </a:lnTo>
                <a:lnTo>
                  <a:pt x="1386742" y="60745"/>
                </a:lnTo>
                <a:lnTo>
                  <a:pt x="1386312" y="60745"/>
                </a:lnTo>
                <a:cubicBezTo>
                  <a:pt x="1382585" y="54270"/>
                  <a:pt x="1377963" y="49665"/>
                  <a:pt x="1372445" y="46931"/>
                </a:cubicBezTo>
                <a:cubicBezTo>
                  <a:pt x="1366927" y="44197"/>
                  <a:pt x="1360513" y="42830"/>
                  <a:pt x="1353202" y="42830"/>
                </a:cubicBezTo>
                <a:cubicBezTo>
                  <a:pt x="1345462" y="42830"/>
                  <a:pt x="1338618" y="44337"/>
                  <a:pt x="1332669" y="47351"/>
                </a:cubicBezTo>
                <a:cubicBezTo>
                  <a:pt x="1326722" y="50365"/>
                  <a:pt x="1321743" y="54418"/>
                  <a:pt x="1317729" y="59512"/>
                </a:cubicBezTo>
                <a:cubicBezTo>
                  <a:pt x="1313716" y="64605"/>
                  <a:pt x="1310670" y="70488"/>
                  <a:pt x="1308590" y="77161"/>
                </a:cubicBezTo>
                <a:cubicBezTo>
                  <a:pt x="1306512" y="83834"/>
                  <a:pt x="1305473" y="90758"/>
                  <a:pt x="1305473" y="97933"/>
                </a:cubicBezTo>
                <a:cubicBezTo>
                  <a:pt x="1305473" y="105537"/>
                  <a:pt x="1306369" y="112748"/>
                  <a:pt x="1308160" y="119565"/>
                </a:cubicBezTo>
                <a:cubicBezTo>
                  <a:pt x="1309951" y="126380"/>
                  <a:pt x="1312781" y="132335"/>
                  <a:pt x="1316650" y="137431"/>
                </a:cubicBezTo>
                <a:cubicBezTo>
                  <a:pt x="1320521" y="142524"/>
                  <a:pt x="1325467" y="146542"/>
                  <a:pt x="1331488" y="149483"/>
                </a:cubicBezTo>
                <a:cubicBezTo>
                  <a:pt x="1337509" y="152425"/>
                  <a:pt x="1344676" y="153896"/>
                  <a:pt x="1352988" y="153896"/>
                </a:cubicBezTo>
                <a:cubicBezTo>
                  <a:pt x="1359724" y="153896"/>
                  <a:pt x="1366138" y="152493"/>
                  <a:pt x="1372229" y="149687"/>
                </a:cubicBezTo>
                <a:cubicBezTo>
                  <a:pt x="1378322" y="146881"/>
                  <a:pt x="1383016" y="142527"/>
                  <a:pt x="1386312" y="136627"/>
                </a:cubicBezTo>
                <a:lnTo>
                  <a:pt x="1386742" y="136627"/>
                </a:lnTo>
                <a:lnTo>
                  <a:pt x="1386742" y="151288"/>
                </a:lnTo>
                <a:cubicBezTo>
                  <a:pt x="1386886" y="159194"/>
                  <a:pt x="1384987" y="165734"/>
                  <a:pt x="1381043" y="170908"/>
                </a:cubicBezTo>
                <a:cubicBezTo>
                  <a:pt x="1377102" y="176083"/>
                  <a:pt x="1370832" y="178670"/>
                  <a:pt x="1362233" y="178670"/>
                </a:cubicBezTo>
                <a:cubicBezTo>
                  <a:pt x="1356787" y="178670"/>
                  <a:pt x="1351986" y="177555"/>
                  <a:pt x="1347828" y="175324"/>
                </a:cubicBezTo>
                <a:cubicBezTo>
                  <a:pt x="1343671" y="173093"/>
                  <a:pt x="1340876" y="169100"/>
                  <a:pt x="1339443" y="163343"/>
                </a:cubicBezTo>
                <a:lnTo>
                  <a:pt x="1309128" y="163343"/>
                </a:lnTo>
                <a:cubicBezTo>
                  <a:pt x="1309559" y="169651"/>
                  <a:pt x="1311315" y="175061"/>
                  <a:pt x="1314396" y="179575"/>
                </a:cubicBezTo>
                <a:cubicBezTo>
                  <a:pt x="1317478" y="184092"/>
                  <a:pt x="1321348" y="187783"/>
                  <a:pt x="1326006" y="190650"/>
                </a:cubicBezTo>
                <a:cubicBezTo>
                  <a:pt x="1330664" y="193518"/>
                  <a:pt x="1335824" y="195631"/>
                  <a:pt x="1341484" y="196992"/>
                </a:cubicBezTo>
                <a:cubicBezTo>
                  <a:pt x="1347146" y="198354"/>
                  <a:pt x="1352701" y="199035"/>
                  <a:pt x="1358149" y="199035"/>
                </a:cubicBezTo>
                <a:cubicBezTo>
                  <a:pt x="1370903" y="199035"/>
                  <a:pt x="1381078" y="197314"/>
                  <a:pt x="1388674" y="193872"/>
                </a:cubicBezTo>
                <a:cubicBezTo>
                  <a:pt x="1396272" y="190432"/>
                  <a:pt x="1402077" y="186238"/>
                  <a:pt x="1406090" y="181291"/>
                </a:cubicBezTo>
                <a:cubicBezTo>
                  <a:pt x="1410103" y="176344"/>
                  <a:pt x="1412719" y="171003"/>
                  <a:pt x="1413937" y="165269"/>
                </a:cubicBezTo>
                <a:cubicBezTo>
                  <a:pt x="1415155" y="159535"/>
                  <a:pt x="1415764" y="154444"/>
                  <a:pt x="1415764" y="149998"/>
                </a:cubicBezTo>
                <a:close/>
                <a:moveTo>
                  <a:pt x="1604983" y="55218"/>
                </a:moveTo>
                <a:lnTo>
                  <a:pt x="1637664" y="55218"/>
                </a:lnTo>
                <a:cubicBezTo>
                  <a:pt x="1636660" y="46332"/>
                  <a:pt x="1634223" y="38451"/>
                  <a:pt x="1630352" y="31575"/>
                </a:cubicBezTo>
                <a:cubicBezTo>
                  <a:pt x="1626483" y="24697"/>
                  <a:pt x="1621574" y="18932"/>
                  <a:pt x="1615625" y="14280"/>
                </a:cubicBezTo>
                <a:cubicBezTo>
                  <a:pt x="1609677" y="9626"/>
                  <a:pt x="1602940" y="6083"/>
                  <a:pt x="1595414" y="3651"/>
                </a:cubicBezTo>
                <a:cubicBezTo>
                  <a:pt x="1587891" y="1217"/>
                  <a:pt x="1579902" y="0"/>
                  <a:pt x="1571447" y="0"/>
                </a:cubicBezTo>
                <a:cubicBezTo>
                  <a:pt x="1559694" y="0"/>
                  <a:pt x="1549123" y="2075"/>
                  <a:pt x="1539734" y="6226"/>
                </a:cubicBezTo>
                <a:cubicBezTo>
                  <a:pt x="1530347" y="10377"/>
                  <a:pt x="1522428" y="16104"/>
                  <a:pt x="1515977" y="23406"/>
                </a:cubicBezTo>
                <a:cubicBezTo>
                  <a:pt x="1509527" y="30707"/>
                  <a:pt x="1504582" y="39260"/>
                  <a:pt x="1501142" y="49067"/>
                </a:cubicBezTo>
                <a:cubicBezTo>
                  <a:pt x="1497702" y="58873"/>
                  <a:pt x="1495982" y="69502"/>
                  <a:pt x="1495982" y="80953"/>
                </a:cubicBezTo>
                <a:cubicBezTo>
                  <a:pt x="1495982" y="92120"/>
                  <a:pt x="1497702" y="102535"/>
                  <a:pt x="1501142" y="112197"/>
                </a:cubicBezTo>
                <a:cubicBezTo>
                  <a:pt x="1504582" y="121859"/>
                  <a:pt x="1509527" y="130269"/>
                  <a:pt x="1515977" y="137427"/>
                </a:cubicBezTo>
                <a:cubicBezTo>
                  <a:pt x="1522428" y="144585"/>
                  <a:pt x="1530347" y="150205"/>
                  <a:pt x="1539734" y="154286"/>
                </a:cubicBezTo>
                <a:cubicBezTo>
                  <a:pt x="1549123" y="158365"/>
                  <a:pt x="1559694" y="160404"/>
                  <a:pt x="1571447" y="160404"/>
                </a:cubicBezTo>
                <a:cubicBezTo>
                  <a:pt x="1580906" y="160404"/>
                  <a:pt x="1589576" y="158973"/>
                  <a:pt x="1597458" y="156110"/>
                </a:cubicBezTo>
                <a:cubicBezTo>
                  <a:pt x="1605342" y="153245"/>
                  <a:pt x="1612223" y="149093"/>
                  <a:pt x="1618099" y="143654"/>
                </a:cubicBezTo>
                <a:cubicBezTo>
                  <a:pt x="1623975" y="138213"/>
                  <a:pt x="1628705" y="131623"/>
                  <a:pt x="1632287" y="123885"/>
                </a:cubicBezTo>
                <a:cubicBezTo>
                  <a:pt x="1635872" y="116148"/>
                  <a:pt x="1638094" y="107477"/>
                  <a:pt x="1638953" y="97874"/>
                </a:cubicBezTo>
                <a:lnTo>
                  <a:pt x="1606273" y="97874"/>
                </a:lnTo>
                <a:cubicBezTo>
                  <a:pt x="1604985" y="108193"/>
                  <a:pt x="1601437" y="116505"/>
                  <a:pt x="1595631" y="122813"/>
                </a:cubicBezTo>
                <a:cubicBezTo>
                  <a:pt x="1589826" y="129118"/>
                  <a:pt x="1581765" y="132270"/>
                  <a:pt x="1571447" y="132270"/>
                </a:cubicBezTo>
                <a:cubicBezTo>
                  <a:pt x="1563849" y="132270"/>
                  <a:pt x="1557399" y="130803"/>
                  <a:pt x="1552095" y="127868"/>
                </a:cubicBezTo>
                <a:cubicBezTo>
                  <a:pt x="1546792" y="124933"/>
                  <a:pt x="1542492" y="121032"/>
                  <a:pt x="1539196" y="116166"/>
                </a:cubicBezTo>
                <a:cubicBezTo>
                  <a:pt x="1535900" y="111298"/>
                  <a:pt x="1533500" y="105823"/>
                  <a:pt x="1531995" y="99741"/>
                </a:cubicBezTo>
                <a:cubicBezTo>
                  <a:pt x="1530491" y="93657"/>
                  <a:pt x="1529738" y="87393"/>
                  <a:pt x="1529738" y="80950"/>
                </a:cubicBezTo>
                <a:cubicBezTo>
                  <a:pt x="1529738" y="74223"/>
                  <a:pt x="1530491" y="67710"/>
                  <a:pt x="1531995" y="61411"/>
                </a:cubicBezTo>
                <a:cubicBezTo>
                  <a:pt x="1533500" y="55113"/>
                  <a:pt x="1535900" y="49494"/>
                  <a:pt x="1539196" y="44556"/>
                </a:cubicBezTo>
                <a:cubicBezTo>
                  <a:pt x="1542492" y="39618"/>
                  <a:pt x="1546792" y="35681"/>
                  <a:pt x="1552095" y="32746"/>
                </a:cubicBezTo>
                <a:cubicBezTo>
                  <a:pt x="1557399" y="29811"/>
                  <a:pt x="1563849" y="28344"/>
                  <a:pt x="1571447" y="28344"/>
                </a:cubicBezTo>
                <a:cubicBezTo>
                  <a:pt x="1575602" y="28344"/>
                  <a:pt x="1579578" y="29025"/>
                  <a:pt x="1583375" y="30387"/>
                </a:cubicBezTo>
                <a:cubicBezTo>
                  <a:pt x="1587174" y="31748"/>
                  <a:pt x="1590578" y="33646"/>
                  <a:pt x="1593587" y="36082"/>
                </a:cubicBezTo>
                <a:cubicBezTo>
                  <a:pt x="1596598" y="38519"/>
                  <a:pt x="1599107" y="41350"/>
                  <a:pt x="1601112" y="44576"/>
                </a:cubicBezTo>
                <a:cubicBezTo>
                  <a:pt x="1603120" y="47799"/>
                  <a:pt x="1604410" y="51347"/>
                  <a:pt x="1604983" y="55218"/>
                </a:cubicBezTo>
                <a:close/>
                <a:moveTo>
                  <a:pt x="1684885" y="101621"/>
                </a:moveTo>
                <a:cubicBezTo>
                  <a:pt x="1684885" y="97177"/>
                  <a:pt x="1685315" y="92805"/>
                  <a:pt x="1686174" y="88505"/>
                </a:cubicBezTo>
                <a:cubicBezTo>
                  <a:pt x="1687034" y="84203"/>
                  <a:pt x="1688503" y="80404"/>
                  <a:pt x="1690580" y="77109"/>
                </a:cubicBezTo>
                <a:cubicBezTo>
                  <a:pt x="1692660" y="73811"/>
                  <a:pt x="1695420" y="71123"/>
                  <a:pt x="1698860" y="69045"/>
                </a:cubicBezTo>
                <a:cubicBezTo>
                  <a:pt x="1702300" y="66965"/>
                  <a:pt x="1706600" y="65925"/>
                  <a:pt x="1711759" y="65925"/>
                </a:cubicBezTo>
                <a:cubicBezTo>
                  <a:pt x="1716921" y="65925"/>
                  <a:pt x="1721256" y="66965"/>
                  <a:pt x="1724766" y="69045"/>
                </a:cubicBezTo>
                <a:cubicBezTo>
                  <a:pt x="1728279" y="71123"/>
                  <a:pt x="1731074" y="73811"/>
                  <a:pt x="1733151" y="77109"/>
                </a:cubicBezTo>
                <a:cubicBezTo>
                  <a:pt x="1735231" y="80404"/>
                  <a:pt x="1736701" y="84203"/>
                  <a:pt x="1737560" y="88505"/>
                </a:cubicBezTo>
                <a:cubicBezTo>
                  <a:pt x="1738420" y="92805"/>
                  <a:pt x="1738850" y="97177"/>
                  <a:pt x="1738850" y="101621"/>
                </a:cubicBezTo>
                <a:cubicBezTo>
                  <a:pt x="1738850" y="106065"/>
                  <a:pt x="1738420" y="110401"/>
                  <a:pt x="1737560" y="114631"/>
                </a:cubicBezTo>
                <a:cubicBezTo>
                  <a:pt x="1736701" y="118859"/>
                  <a:pt x="1735231" y="122657"/>
                  <a:pt x="1733151" y="126028"/>
                </a:cubicBezTo>
                <a:cubicBezTo>
                  <a:pt x="1731074" y="129396"/>
                  <a:pt x="1728279" y="132083"/>
                  <a:pt x="1724766" y="134091"/>
                </a:cubicBezTo>
                <a:cubicBezTo>
                  <a:pt x="1721256" y="136097"/>
                  <a:pt x="1716921" y="137099"/>
                  <a:pt x="1711759" y="137099"/>
                </a:cubicBezTo>
                <a:cubicBezTo>
                  <a:pt x="1706600" y="137099"/>
                  <a:pt x="1702300" y="136097"/>
                  <a:pt x="1698860" y="134091"/>
                </a:cubicBezTo>
                <a:cubicBezTo>
                  <a:pt x="1695420" y="132083"/>
                  <a:pt x="1692660" y="129396"/>
                  <a:pt x="1690580" y="126028"/>
                </a:cubicBezTo>
                <a:cubicBezTo>
                  <a:pt x="1688503" y="122657"/>
                  <a:pt x="1687034" y="118859"/>
                  <a:pt x="1686174" y="114631"/>
                </a:cubicBezTo>
                <a:cubicBezTo>
                  <a:pt x="1685315" y="110401"/>
                  <a:pt x="1684885" y="106065"/>
                  <a:pt x="1684885" y="101621"/>
                </a:cubicBezTo>
                <a:moveTo>
                  <a:pt x="1654357" y="101624"/>
                </a:moveTo>
                <a:cubicBezTo>
                  <a:pt x="1654357" y="110525"/>
                  <a:pt x="1655718" y="118564"/>
                  <a:pt x="1658441" y="125742"/>
                </a:cubicBezTo>
                <a:cubicBezTo>
                  <a:pt x="1661164" y="132920"/>
                  <a:pt x="1665034" y="139058"/>
                  <a:pt x="1670051" y="144156"/>
                </a:cubicBezTo>
                <a:cubicBezTo>
                  <a:pt x="1675068" y="149251"/>
                  <a:pt x="1681087" y="153164"/>
                  <a:pt x="1688110" y="155893"/>
                </a:cubicBezTo>
                <a:cubicBezTo>
                  <a:pt x="1695135" y="158621"/>
                  <a:pt x="1703018" y="159984"/>
                  <a:pt x="1711759" y="159984"/>
                </a:cubicBezTo>
                <a:cubicBezTo>
                  <a:pt x="1720503" y="159984"/>
                  <a:pt x="1728422" y="158621"/>
                  <a:pt x="1735517" y="155893"/>
                </a:cubicBezTo>
                <a:cubicBezTo>
                  <a:pt x="1742611" y="153164"/>
                  <a:pt x="1748667" y="149251"/>
                  <a:pt x="1753684" y="144156"/>
                </a:cubicBezTo>
                <a:cubicBezTo>
                  <a:pt x="1758701" y="139058"/>
                  <a:pt x="1762571" y="132920"/>
                  <a:pt x="1765294" y="125742"/>
                </a:cubicBezTo>
                <a:cubicBezTo>
                  <a:pt x="1768017" y="118564"/>
                  <a:pt x="1769378" y="110525"/>
                  <a:pt x="1769378" y="101624"/>
                </a:cubicBezTo>
                <a:cubicBezTo>
                  <a:pt x="1769378" y="92723"/>
                  <a:pt x="1768017" y="84647"/>
                  <a:pt x="1765294" y="77397"/>
                </a:cubicBezTo>
                <a:cubicBezTo>
                  <a:pt x="1762571" y="70145"/>
                  <a:pt x="1758701" y="63971"/>
                  <a:pt x="1753684" y="58875"/>
                </a:cubicBezTo>
                <a:cubicBezTo>
                  <a:pt x="1748667" y="53777"/>
                  <a:pt x="1742611" y="49829"/>
                  <a:pt x="1735517" y="47029"/>
                </a:cubicBezTo>
                <a:cubicBezTo>
                  <a:pt x="1728422" y="44230"/>
                  <a:pt x="1720503" y="42830"/>
                  <a:pt x="1711759" y="42830"/>
                </a:cubicBezTo>
                <a:cubicBezTo>
                  <a:pt x="1703018" y="42830"/>
                  <a:pt x="1695135" y="44230"/>
                  <a:pt x="1688110" y="47029"/>
                </a:cubicBezTo>
                <a:cubicBezTo>
                  <a:pt x="1681087" y="49829"/>
                  <a:pt x="1675068" y="53777"/>
                  <a:pt x="1670051" y="58875"/>
                </a:cubicBezTo>
                <a:cubicBezTo>
                  <a:pt x="1665034" y="63971"/>
                  <a:pt x="1661164" y="70145"/>
                  <a:pt x="1658441" y="77397"/>
                </a:cubicBezTo>
                <a:cubicBezTo>
                  <a:pt x="1655718" y="84647"/>
                  <a:pt x="1654357" y="92723"/>
                  <a:pt x="1654357" y="101624"/>
                </a:cubicBezTo>
                <a:close/>
                <a:moveTo>
                  <a:pt x="1789489" y="3569"/>
                </a:moveTo>
                <a:lnTo>
                  <a:pt x="1789489" y="157045"/>
                </a:lnTo>
                <a:lnTo>
                  <a:pt x="1820017" y="157045"/>
                </a:lnTo>
                <a:lnTo>
                  <a:pt x="1820017" y="3569"/>
                </a:lnTo>
                <a:lnTo>
                  <a:pt x="1789489" y="3569"/>
                </a:lnTo>
                <a:close/>
                <a:moveTo>
                  <a:pt x="1844576" y="3569"/>
                </a:moveTo>
                <a:lnTo>
                  <a:pt x="1844576" y="157045"/>
                </a:lnTo>
                <a:lnTo>
                  <a:pt x="1875104" y="157045"/>
                </a:lnTo>
                <a:lnTo>
                  <a:pt x="1875104" y="3569"/>
                </a:lnTo>
                <a:lnTo>
                  <a:pt x="1844576" y="3569"/>
                </a:lnTo>
                <a:close/>
                <a:moveTo>
                  <a:pt x="1973619" y="89650"/>
                </a:moveTo>
                <a:lnTo>
                  <a:pt x="1923958" y="89650"/>
                </a:lnTo>
                <a:cubicBezTo>
                  <a:pt x="1924100" y="87494"/>
                  <a:pt x="1924565" y="85050"/>
                  <a:pt x="1925352" y="82318"/>
                </a:cubicBezTo>
                <a:cubicBezTo>
                  <a:pt x="1926142" y="79584"/>
                  <a:pt x="1927504" y="76996"/>
                  <a:pt x="1929440" y="74553"/>
                </a:cubicBezTo>
                <a:cubicBezTo>
                  <a:pt x="1931376" y="72108"/>
                  <a:pt x="1933955" y="70059"/>
                  <a:pt x="1937179" y="68405"/>
                </a:cubicBezTo>
                <a:cubicBezTo>
                  <a:pt x="1940405" y="66752"/>
                  <a:pt x="1944454" y="65925"/>
                  <a:pt x="1949326" y="65925"/>
                </a:cubicBezTo>
                <a:cubicBezTo>
                  <a:pt x="1956780" y="65925"/>
                  <a:pt x="1962334" y="67938"/>
                  <a:pt x="1965988" y="71965"/>
                </a:cubicBezTo>
                <a:cubicBezTo>
                  <a:pt x="1969643" y="75991"/>
                  <a:pt x="1972186" y="81886"/>
                  <a:pt x="1973619" y="89650"/>
                </a:cubicBezTo>
                <a:moveTo>
                  <a:pt x="1923958" y="108966"/>
                </a:moveTo>
                <a:lnTo>
                  <a:pt x="2004150" y="108966"/>
                </a:lnTo>
                <a:cubicBezTo>
                  <a:pt x="2004723" y="100349"/>
                  <a:pt x="2004006" y="92091"/>
                  <a:pt x="2001998" y="84191"/>
                </a:cubicBezTo>
                <a:cubicBezTo>
                  <a:pt x="1999993" y="76292"/>
                  <a:pt x="1996732" y="69255"/>
                  <a:pt x="1992216" y="63081"/>
                </a:cubicBezTo>
                <a:cubicBezTo>
                  <a:pt x="1987702" y="56905"/>
                  <a:pt x="1981933" y="51986"/>
                  <a:pt x="1974908" y="48325"/>
                </a:cubicBezTo>
                <a:cubicBezTo>
                  <a:pt x="1967885" y="44662"/>
                  <a:pt x="1959645" y="42830"/>
                  <a:pt x="1950186" y="42830"/>
                </a:cubicBezTo>
                <a:cubicBezTo>
                  <a:pt x="1941729" y="42830"/>
                  <a:pt x="1934025" y="44338"/>
                  <a:pt x="1927075" y="47354"/>
                </a:cubicBezTo>
                <a:cubicBezTo>
                  <a:pt x="1920124" y="50368"/>
                  <a:pt x="1914141" y="54495"/>
                  <a:pt x="1909124" y="59735"/>
                </a:cubicBezTo>
                <a:cubicBezTo>
                  <a:pt x="1904107" y="64975"/>
                  <a:pt x="1900237" y="71185"/>
                  <a:pt x="1897514" y="78365"/>
                </a:cubicBezTo>
                <a:cubicBezTo>
                  <a:pt x="1894791" y="85543"/>
                  <a:pt x="1893430" y="93296"/>
                  <a:pt x="1893430" y="101624"/>
                </a:cubicBezTo>
                <a:cubicBezTo>
                  <a:pt x="1893430" y="110236"/>
                  <a:pt x="1894755" y="118132"/>
                  <a:pt x="1897406" y="125312"/>
                </a:cubicBezTo>
                <a:cubicBezTo>
                  <a:pt x="1900059" y="132490"/>
                  <a:pt x="1903821" y="138664"/>
                  <a:pt x="1908694" y="143834"/>
                </a:cubicBezTo>
                <a:cubicBezTo>
                  <a:pt x="1913567" y="149002"/>
                  <a:pt x="1919514" y="152986"/>
                  <a:pt x="1926537" y="155785"/>
                </a:cubicBezTo>
                <a:cubicBezTo>
                  <a:pt x="1933559" y="158585"/>
                  <a:pt x="1941442" y="159984"/>
                  <a:pt x="1950186" y="159984"/>
                </a:cubicBezTo>
                <a:cubicBezTo>
                  <a:pt x="1962798" y="159984"/>
                  <a:pt x="1973548" y="157120"/>
                  <a:pt x="1982433" y="151393"/>
                </a:cubicBezTo>
                <a:cubicBezTo>
                  <a:pt x="1991321" y="145665"/>
                  <a:pt x="1997915" y="136141"/>
                  <a:pt x="2002215" y="122823"/>
                </a:cubicBezTo>
                <a:lnTo>
                  <a:pt x="1975341" y="122823"/>
                </a:lnTo>
                <a:cubicBezTo>
                  <a:pt x="1974337" y="126232"/>
                  <a:pt x="1971613" y="129464"/>
                  <a:pt x="1967169" y="132520"/>
                </a:cubicBezTo>
                <a:cubicBezTo>
                  <a:pt x="1962727" y="135573"/>
                  <a:pt x="1957425" y="137099"/>
                  <a:pt x="1951262" y="137099"/>
                </a:cubicBezTo>
                <a:cubicBezTo>
                  <a:pt x="1942663" y="137099"/>
                  <a:pt x="1936069" y="134881"/>
                  <a:pt x="1931480" y="130443"/>
                </a:cubicBezTo>
                <a:cubicBezTo>
                  <a:pt x="1926894" y="126004"/>
                  <a:pt x="1924387" y="118844"/>
                  <a:pt x="1923958" y="108966"/>
                </a:cubicBezTo>
                <a:close/>
                <a:moveTo>
                  <a:pt x="2097662" y="85031"/>
                </a:moveTo>
                <a:lnTo>
                  <a:pt x="2127544" y="85031"/>
                </a:lnTo>
                <a:cubicBezTo>
                  <a:pt x="2127116" y="77853"/>
                  <a:pt x="2125395" y="71645"/>
                  <a:pt x="2122384" y="66407"/>
                </a:cubicBezTo>
                <a:cubicBezTo>
                  <a:pt x="2119375" y="61167"/>
                  <a:pt x="2115469" y="56789"/>
                  <a:pt x="2110666" y="53272"/>
                </a:cubicBezTo>
                <a:cubicBezTo>
                  <a:pt x="2105865" y="49756"/>
                  <a:pt x="2100420" y="47137"/>
                  <a:pt x="2094329" y="45415"/>
                </a:cubicBezTo>
                <a:cubicBezTo>
                  <a:pt x="2088238" y="43692"/>
                  <a:pt x="2081896" y="42830"/>
                  <a:pt x="2075302" y="42830"/>
                </a:cubicBezTo>
                <a:cubicBezTo>
                  <a:pt x="2066272" y="42830"/>
                  <a:pt x="2058244" y="44338"/>
                  <a:pt x="2051220" y="47354"/>
                </a:cubicBezTo>
                <a:cubicBezTo>
                  <a:pt x="2044197" y="50368"/>
                  <a:pt x="2038250" y="54567"/>
                  <a:pt x="2033377" y="59951"/>
                </a:cubicBezTo>
                <a:cubicBezTo>
                  <a:pt x="2028504" y="65336"/>
                  <a:pt x="2024814" y="71725"/>
                  <a:pt x="2022305" y="79119"/>
                </a:cubicBezTo>
                <a:cubicBezTo>
                  <a:pt x="2019797" y="86512"/>
                  <a:pt x="2018543" y="94515"/>
                  <a:pt x="2018543" y="103130"/>
                </a:cubicBezTo>
                <a:cubicBezTo>
                  <a:pt x="2018543" y="111458"/>
                  <a:pt x="2019904" y="119103"/>
                  <a:pt x="2022627" y="126067"/>
                </a:cubicBezTo>
                <a:cubicBezTo>
                  <a:pt x="2025350" y="133028"/>
                  <a:pt x="2029147" y="139022"/>
                  <a:pt x="2034020" y="144047"/>
                </a:cubicBezTo>
                <a:cubicBezTo>
                  <a:pt x="2038895" y="149073"/>
                  <a:pt x="2044807" y="152986"/>
                  <a:pt x="2051758" y="155785"/>
                </a:cubicBezTo>
                <a:cubicBezTo>
                  <a:pt x="2058710" y="158585"/>
                  <a:pt x="2066343" y="159984"/>
                  <a:pt x="2074656" y="159984"/>
                </a:cubicBezTo>
                <a:cubicBezTo>
                  <a:pt x="2089418" y="159984"/>
                  <a:pt x="2101529" y="156099"/>
                  <a:pt x="2110987" y="148329"/>
                </a:cubicBezTo>
                <a:cubicBezTo>
                  <a:pt x="2120448" y="140556"/>
                  <a:pt x="2126183" y="129288"/>
                  <a:pt x="2128190" y="114526"/>
                </a:cubicBezTo>
                <a:lnTo>
                  <a:pt x="2098735" y="114526"/>
                </a:lnTo>
                <a:cubicBezTo>
                  <a:pt x="2097733" y="121406"/>
                  <a:pt x="2095261" y="126889"/>
                  <a:pt x="2091317" y="130975"/>
                </a:cubicBezTo>
                <a:cubicBezTo>
                  <a:pt x="2087377" y="135058"/>
                  <a:pt x="2081752" y="137099"/>
                  <a:pt x="2074443" y="137099"/>
                </a:cubicBezTo>
                <a:cubicBezTo>
                  <a:pt x="2069712" y="137099"/>
                  <a:pt x="2065698" y="136024"/>
                  <a:pt x="2062400" y="133875"/>
                </a:cubicBezTo>
                <a:cubicBezTo>
                  <a:pt x="2059104" y="131725"/>
                  <a:pt x="2056488" y="128966"/>
                  <a:pt x="2054553" y="125598"/>
                </a:cubicBezTo>
                <a:cubicBezTo>
                  <a:pt x="2052619" y="122228"/>
                  <a:pt x="2051222" y="118464"/>
                  <a:pt x="2050360" y="114306"/>
                </a:cubicBezTo>
                <a:cubicBezTo>
                  <a:pt x="2049501" y="110149"/>
                  <a:pt x="2049071" y="106063"/>
                  <a:pt x="2049071" y="102050"/>
                </a:cubicBezTo>
                <a:cubicBezTo>
                  <a:pt x="2049071" y="97893"/>
                  <a:pt x="2049501" y="93700"/>
                  <a:pt x="2050360" y="89473"/>
                </a:cubicBezTo>
                <a:cubicBezTo>
                  <a:pt x="2051222" y="85243"/>
                  <a:pt x="2052692" y="81372"/>
                  <a:pt x="2054769" y="77860"/>
                </a:cubicBezTo>
                <a:cubicBezTo>
                  <a:pt x="2056847" y="74347"/>
                  <a:pt x="2059534" y="71480"/>
                  <a:pt x="2062830" y="69258"/>
                </a:cubicBezTo>
                <a:cubicBezTo>
                  <a:pt x="2066128" y="67036"/>
                  <a:pt x="2070213" y="65925"/>
                  <a:pt x="2075086" y="65925"/>
                </a:cubicBezTo>
                <a:cubicBezTo>
                  <a:pt x="2088129" y="65925"/>
                  <a:pt x="2095654" y="72294"/>
                  <a:pt x="2097662" y="85031"/>
                </a:cubicBezTo>
                <a:close/>
                <a:moveTo>
                  <a:pt x="2183861" y="45980"/>
                </a:moveTo>
                <a:lnTo>
                  <a:pt x="2183861" y="12597"/>
                </a:lnTo>
                <a:lnTo>
                  <a:pt x="2153333" y="12597"/>
                </a:lnTo>
                <a:lnTo>
                  <a:pt x="2153333" y="45980"/>
                </a:lnTo>
                <a:lnTo>
                  <a:pt x="2134844" y="45980"/>
                </a:lnTo>
                <a:lnTo>
                  <a:pt x="2134844" y="66345"/>
                </a:lnTo>
                <a:lnTo>
                  <a:pt x="2153333" y="66345"/>
                </a:lnTo>
                <a:lnTo>
                  <a:pt x="2153333" y="131880"/>
                </a:lnTo>
                <a:cubicBezTo>
                  <a:pt x="2153333" y="137468"/>
                  <a:pt x="2154264" y="141981"/>
                  <a:pt x="2156128" y="145419"/>
                </a:cubicBezTo>
                <a:cubicBezTo>
                  <a:pt x="2157991" y="148857"/>
                  <a:pt x="2160534" y="151507"/>
                  <a:pt x="2163758" y="153371"/>
                </a:cubicBezTo>
                <a:cubicBezTo>
                  <a:pt x="2166984" y="155232"/>
                  <a:pt x="2170711" y="156484"/>
                  <a:pt x="2174938" y="157127"/>
                </a:cubicBezTo>
                <a:cubicBezTo>
                  <a:pt x="2179168" y="157772"/>
                  <a:pt x="2183648" y="158095"/>
                  <a:pt x="2188378" y="158095"/>
                </a:cubicBezTo>
                <a:cubicBezTo>
                  <a:pt x="2191388" y="158095"/>
                  <a:pt x="2194469" y="158025"/>
                  <a:pt x="2197623" y="157885"/>
                </a:cubicBezTo>
                <a:cubicBezTo>
                  <a:pt x="2200776" y="157745"/>
                  <a:pt x="2203643" y="157465"/>
                  <a:pt x="2206221" y="157045"/>
                </a:cubicBezTo>
                <a:lnTo>
                  <a:pt x="2206221" y="133300"/>
                </a:lnTo>
                <a:cubicBezTo>
                  <a:pt x="2204789" y="133587"/>
                  <a:pt x="2203284" y="133802"/>
                  <a:pt x="2201707" y="133947"/>
                </a:cubicBezTo>
                <a:cubicBezTo>
                  <a:pt x="2200130" y="134089"/>
                  <a:pt x="2198482" y="134160"/>
                  <a:pt x="2196763" y="134160"/>
                </a:cubicBezTo>
                <a:cubicBezTo>
                  <a:pt x="2191602" y="134160"/>
                  <a:pt x="2188161" y="133302"/>
                  <a:pt x="2186440" y="131585"/>
                </a:cubicBezTo>
                <a:cubicBezTo>
                  <a:pt x="2184721" y="129868"/>
                  <a:pt x="2183861" y="126434"/>
                  <a:pt x="2183861" y="121284"/>
                </a:cubicBezTo>
                <a:lnTo>
                  <a:pt x="2183861" y="66345"/>
                </a:lnTo>
                <a:lnTo>
                  <a:pt x="2206221" y="66345"/>
                </a:lnTo>
                <a:lnTo>
                  <a:pt x="2206221" y="45980"/>
                </a:lnTo>
                <a:lnTo>
                  <a:pt x="2183861" y="45980"/>
                </a:lnTo>
                <a:close/>
                <a:moveTo>
                  <a:pt x="2252297" y="28764"/>
                </a:moveTo>
                <a:lnTo>
                  <a:pt x="2252297" y="3569"/>
                </a:lnTo>
                <a:lnTo>
                  <a:pt x="2221768" y="3569"/>
                </a:lnTo>
                <a:lnTo>
                  <a:pt x="2221768" y="28764"/>
                </a:lnTo>
                <a:lnTo>
                  <a:pt x="2252297" y="28764"/>
                </a:lnTo>
                <a:moveTo>
                  <a:pt x="2221768" y="45894"/>
                </a:moveTo>
                <a:lnTo>
                  <a:pt x="2221768" y="157045"/>
                </a:lnTo>
                <a:lnTo>
                  <a:pt x="2252297" y="157045"/>
                </a:lnTo>
                <a:lnTo>
                  <a:pt x="2252297" y="45894"/>
                </a:lnTo>
                <a:lnTo>
                  <a:pt x="2221768" y="45894"/>
                </a:lnTo>
                <a:close/>
                <a:moveTo>
                  <a:pt x="2303083" y="101621"/>
                </a:moveTo>
                <a:cubicBezTo>
                  <a:pt x="2303083" y="97177"/>
                  <a:pt x="2303512" y="92805"/>
                  <a:pt x="2304372" y="88505"/>
                </a:cubicBezTo>
                <a:cubicBezTo>
                  <a:pt x="2305231" y="84203"/>
                  <a:pt x="2306700" y="80404"/>
                  <a:pt x="2308778" y="77109"/>
                </a:cubicBezTo>
                <a:cubicBezTo>
                  <a:pt x="2310858" y="73811"/>
                  <a:pt x="2313618" y="71123"/>
                  <a:pt x="2317058" y="69045"/>
                </a:cubicBezTo>
                <a:cubicBezTo>
                  <a:pt x="2320498" y="66965"/>
                  <a:pt x="2324798" y="65925"/>
                  <a:pt x="2329957" y="65925"/>
                </a:cubicBezTo>
                <a:cubicBezTo>
                  <a:pt x="2335118" y="65925"/>
                  <a:pt x="2339454" y="66965"/>
                  <a:pt x="2342964" y="69045"/>
                </a:cubicBezTo>
                <a:cubicBezTo>
                  <a:pt x="2346476" y="71123"/>
                  <a:pt x="2349271" y="73811"/>
                  <a:pt x="2351349" y="77109"/>
                </a:cubicBezTo>
                <a:cubicBezTo>
                  <a:pt x="2353429" y="80404"/>
                  <a:pt x="2354898" y="84203"/>
                  <a:pt x="2355758" y="88505"/>
                </a:cubicBezTo>
                <a:cubicBezTo>
                  <a:pt x="2356617" y="92805"/>
                  <a:pt x="2357047" y="97177"/>
                  <a:pt x="2357047" y="101621"/>
                </a:cubicBezTo>
                <a:cubicBezTo>
                  <a:pt x="2357047" y="106065"/>
                  <a:pt x="2356617" y="110401"/>
                  <a:pt x="2355758" y="114631"/>
                </a:cubicBezTo>
                <a:cubicBezTo>
                  <a:pt x="2354898" y="118859"/>
                  <a:pt x="2353429" y="122657"/>
                  <a:pt x="2351349" y="126028"/>
                </a:cubicBezTo>
                <a:cubicBezTo>
                  <a:pt x="2349271" y="129396"/>
                  <a:pt x="2346476" y="132083"/>
                  <a:pt x="2342964" y="134091"/>
                </a:cubicBezTo>
                <a:cubicBezTo>
                  <a:pt x="2339454" y="136097"/>
                  <a:pt x="2335118" y="137099"/>
                  <a:pt x="2329957" y="137099"/>
                </a:cubicBezTo>
                <a:cubicBezTo>
                  <a:pt x="2324798" y="137099"/>
                  <a:pt x="2320498" y="136097"/>
                  <a:pt x="2317058" y="134091"/>
                </a:cubicBezTo>
                <a:cubicBezTo>
                  <a:pt x="2313618" y="132083"/>
                  <a:pt x="2310858" y="129396"/>
                  <a:pt x="2308778" y="126028"/>
                </a:cubicBezTo>
                <a:cubicBezTo>
                  <a:pt x="2306700" y="122657"/>
                  <a:pt x="2305231" y="118859"/>
                  <a:pt x="2304372" y="114631"/>
                </a:cubicBezTo>
                <a:cubicBezTo>
                  <a:pt x="2303512" y="110401"/>
                  <a:pt x="2303083" y="106065"/>
                  <a:pt x="2303083" y="101621"/>
                </a:cubicBezTo>
                <a:moveTo>
                  <a:pt x="2272554" y="101624"/>
                </a:moveTo>
                <a:cubicBezTo>
                  <a:pt x="2272554" y="110525"/>
                  <a:pt x="2273916" y="118564"/>
                  <a:pt x="2276638" y="125742"/>
                </a:cubicBezTo>
                <a:cubicBezTo>
                  <a:pt x="2279361" y="132920"/>
                  <a:pt x="2283231" y="139058"/>
                  <a:pt x="2288248" y="144156"/>
                </a:cubicBezTo>
                <a:cubicBezTo>
                  <a:pt x="2293265" y="149251"/>
                  <a:pt x="2299285" y="153164"/>
                  <a:pt x="2306307" y="155893"/>
                </a:cubicBezTo>
                <a:cubicBezTo>
                  <a:pt x="2313332" y="158621"/>
                  <a:pt x="2321215" y="159984"/>
                  <a:pt x="2329957" y="159984"/>
                </a:cubicBezTo>
                <a:cubicBezTo>
                  <a:pt x="2338700" y="159984"/>
                  <a:pt x="2346620" y="158621"/>
                  <a:pt x="2353714" y="155893"/>
                </a:cubicBezTo>
                <a:cubicBezTo>
                  <a:pt x="2360809" y="153164"/>
                  <a:pt x="2366865" y="149251"/>
                  <a:pt x="2371882" y="144156"/>
                </a:cubicBezTo>
                <a:cubicBezTo>
                  <a:pt x="2376899" y="139058"/>
                  <a:pt x="2380769" y="132920"/>
                  <a:pt x="2383491" y="125742"/>
                </a:cubicBezTo>
                <a:cubicBezTo>
                  <a:pt x="2386214" y="118564"/>
                  <a:pt x="2387576" y="110525"/>
                  <a:pt x="2387576" y="101624"/>
                </a:cubicBezTo>
                <a:cubicBezTo>
                  <a:pt x="2387576" y="92723"/>
                  <a:pt x="2386214" y="84647"/>
                  <a:pt x="2383491" y="77397"/>
                </a:cubicBezTo>
                <a:cubicBezTo>
                  <a:pt x="2380769" y="70145"/>
                  <a:pt x="2376899" y="63971"/>
                  <a:pt x="2371882" y="58875"/>
                </a:cubicBezTo>
                <a:cubicBezTo>
                  <a:pt x="2366865" y="53777"/>
                  <a:pt x="2360809" y="49829"/>
                  <a:pt x="2353714" y="47029"/>
                </a:cubicBezTo>
                <a:cubicBezTo>
                  <a:pt x="2346620" y="44230"/>
                  <a:pt x="2338700" y="42830"/>
                  <a:pt x="2329957" y="42830"/>
                </a:cubicBezTo>
                <a:cubicBezTo>
                  <a:pt x="2321215" y="42830"/>
                  <a:pt x="2313332" y="44230"/>
                  <a:pt x="2306307" y="47029"/>
                </a:cubicBezTo>
                <a:cubicBezTo>
                  <a:pt x="2299285" y="49829"/>
                  <a:pt x="2293265" y="53777"/>
                  <a:pt x="2288248" y="58875"/>
                </a:cubicBezTo>
                <a:cubicBezTo>
                  <a:pt x="2283231" y="63971"/>
                  <a:pt x="2279361" y="70145"/>
                  <a:pt x="2276638" y="77397"/>
                </a:cubicBezTo>
                <a:cubicBezTo>
                  <a:pt x="2273916" y="84647"/>
                  <a:pt x="2272554" y="92723"/>
                  <a:pt x="2272554" y="101624"/>
                </a:cubicBezTo>
                <a:close/>
                <a:moveTo>
                  <a:pt x="2406827" y="45891"/>
                </a:moveTo>
                <a:lnTo>
                  <a:pt x="2406827" y="157045"/>
                </a:lnTo>
                <a:lnTo>
                  <a:pt x="2437356" y="157045"/>
                </a:lnTo>
                <a:lnTo>
                  <a:pt x="2437356" y="98789"/>
                </a:lnTo>
                <a:cubicBezTo>
                  <a:pt x="2437356" y="87467"/>
                  <a:pt x="2439219" y="79335"/>
                  <a:pt x="2442946" y="74392"/>
                </a:cubicBezTo>
                <a:cubicBezTo>
                  <a:pt x="2446672" y="69447"/>
                  <a:pt x="2452692" y="66975"/>
                  <a:pt x="2461005" y="66975"/>
                </a:cubicBezTo>
                <a:cubicBezTo>
                  <a:pt x="2468316" y="66975"/>
                  <a:pt x="2473404" y="69232"/>
                  <a:pt x="2476269" y="73746"/>
                </a:cubicBezTo>
                <a:cubicBezTo>
                  <a:pt x="2479136" y="78260"/>
                  <a:pt x="2480570" y="85103"/>
                  <a:pt x="2480570" y="94275"/>
                </a:cubicBezTo>
                <a:lnTo>
                  <a:pt x="2480570" y="157045"/>
                </a:lnTo>
                <a:lnTo>
                  <a:pt x="2511098" y="157045"/>
                </a:lnTo>
                <a:lnTo>
                  <a:pt x="2511098" y="88646"/>
                </a:lnTo>
                <a:cubicBezTo>
                  <a:pt x="2511098" y="81764"/>
                  <a:pt x="2510489" y="75490"/>
                  <a:pt x="2509271" y="69826"/>
                </a:cubicBezTo>
                <a:cubicBezTo>
                  <a:pt x="2508053" y="64161"/>
                  <a:pt x="2505938" y="59358"/>
                  <a:pt x="2502926" y="55414"/>
                </a:cubicBezTo>
                <a:cubicBezTo>
                  <a:pt x="2499917" y="51471"/>
                  <a:pt x="2495797" y="48389"/>
                  <a:pt x="2490565" y="46167"/>
                </a:cubicBezTo>
                <a:cubicBezTo>
                  <a:pt x="2485334" y="43943"/>
                  <a:pt x="2478633" y="42830"/>
                  <a:pt x="2470462" y="42830"/>
                </a:cubicBezTo>
                <a:cubicBezTo>
                  <a:pt x="2464013" y="42830"/>
                  <a:pt x="2457707" y="44303"/>
                  <a:pt x="2451544" y="47249"/>
                </a:cubicBezTo>
                <a:cubicBezTo>
                  <a:pt x="2445381" y="50195"/>
                  <a:pt x="2440365" y="54902"/>
                  <a:pt x="2436496" y="61369"/>
                </a:cubicBezTo>
                <a:lnTo>
                  <a:pt x="2435850" y="61369"/>
                </a:lnTo>
                <a:lnTo>
                  <a:pt x="2435850" y="45891"/>
                </a:lnTo>
                <a:lnTo>
                  <a:pt x="2406827" y="45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3922c3b92477a"/>
          <a:stretch xmlns:a="http://schemas.openxmlformats.org/drawingml/2006/main"/>
        </p:blipFill>
        <p:spPr>
          <a:xfrm xmlns:a="http://schemas.openxmlformats.org/drawingml/2006/main">
            <a:off x="937293" y="1472799"/>
            <a:ext cx="3266972" cy="2079438"/>
          </a:xfrm>
          <a:prstGeom xmlns:a="http://schemas.openxmlformats.org/drawingml/2006/main" prst="rect">
            <a:avLst/>
          </a:prstGeom>
        </p:spPr>
      </p:pic>
      <p:sp>
        <p:nvSpPr>
          <p:cNvPr id="28" name="Text issuetitle">
            <a:extLst xmlns:a="http://schemas.openxmlformats.org/drawingml/2006/main">
              <a:ext uri="{FF2B5EF4-FFF2-40B4-BE49-F238E27FC236}">
                <a16:creationId xmlns:a16="http://schemas.microsoft.com/office/drawing/2014/main" id="{AE0F3B24-4D85-4478-9837-836E74C7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76" y="1650574"/>
            <a:ext cx="410582" cy="66796"/>
          </a:xfrm>
          <a:custGeom xmlns:a="http://schemas.openxmlformats.org/drawingml/2006/main">
            <a:pathLst>
              <a:path w="410582" h="66796">
                <a:moveTo>
                  <a:pt x="13037" y="10759"/>
                </a:moveTo>
                <a:lnTo>
                  <a:pt x="13037" y="0"/>
                </a:lnTo>
                <a:lnTo>
                  <a:pt x="0" y="0"/>
                </a:lnTo>
                <a:lnTo>
                  <a:pt x="0" y="10759"/>
                </a:lnTo>
                <a:lnTo>
                  <a:pt x="13037" y="10759"/>
                </a:lnTo>
                <a:moveTo>
                  <a:pt x="0" y="18075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18075"/>
                </a:lnTo>
                <a:lnTo>
                  <a:pt x="0" y="18075"/>
                </a:lnTo>
                <a:close/>
                <a:moveTo>
                  <a:pt x="33450" y="50120"/>
                </a:moveTo>
                <a:lnTo>
                  <a:pt x="21056" y="50120"/>
                </a:lnTo>
                <a:cubicBezTo>
                  <a:pt x="21179" y="53297"/>
                  <a:pt x="21898" y="55940"/>
                  <a:pt x="23214" y="58048"/>
                </a:cubicBezTo>
                <a:cubicBezTo>
                  <a:pt x="24530" y="60155"/>
                  <a:pt x="26213" y="61850"/>
                  <a:pt x="28263" y="63133"/>
                </a:cubicBezTo>
                <a:cubicBezTo>
                  <a:pt x="30314" y="64416"/>
                  <a:pt x="32655" y="65332"/>
                  <a:pt x="35287" y="65882"/>
                </a:cubicBezTo>
                <a:cubicBezTo>
                  <a:pt x="37919" y="66432"/>
                  <a:pt x="40612" y="66707"/>
                  <a:pt x="43366" y="66707"/>
                </a:cubicBezTo>
                <a:cubicBezTo>
                  <a:pt x="46059" y="66707"/>
                  <a:pt x="48706" y="66446"/>
                  <a:pt x="51307" y="65925"/>
                </a:cubicBezTo>
                <a:cubicBezTo>
                  <a:pt x="53909" y="65405"/>
                  <a:pt x="56219" y="64502"/>
                  <a:pt x="58238" y="63216"/>
                </a:cubicBezTo>
                <a:cubicBezTo>
                  <a:pt x="60259" y="61930"/>
                  <a:pt x="61896" y="60230"/>
                  <a:pt x="63150" y="58118"/>
                </a:cubicBezTo>
                <a:cubicBezTo>
                  <a:pt x="64405" y="56005"/>
                  <a:pt x="65033" y="53387"/>
                  <a:pt x="65033" y="50264"/>
                </a:cubicBezTo>
                <a:cubicBezTo>
                  <a:pt x="65033" y="48060"/>
                  <a:pt x="64604" y="46208"/>
                  <a:pt x="63747" y="44708"/>
                </a:cubicBezTo>
                <a:cubicBezTo>
                  <a:pt x="62890" y="43207"/>
                  <a:pt x="61758" y="41951"/>
                  <a:pt x="60350" y="40941"/>
                </a:cubicBezTo>
                <a:cubicBezTo>
                  <a:pt x="58942" y="39930"/>
                  <a:pt x="57336" y="39119"/>
                  <a:pt x="55530" y="38507"/>
                </a:cubicBezTo>
                <a:cubicBezTo>
                  <a:pt x="53725" y="37895"/>
                  <a:pt x="51874" y="37374"/>
                  <a:pt x="49976" y="36945"/>
                </a:cubicBezTo>
                <a:cubicBezTo>
                  <a:pt x="48140" y="36517"/>
                  <a:pt x="46334" y="36119"/>
                  <a:pt x="44558" y="35752"/>
                </a:cubicBezTo>
                <a:cubicBezTo>
                  <a:pt x="42784" y="35384"/>
                  <a:pt x="41208" y="34971"/>
                  <a:pt x="39830" y="34512"/>
                </a:cubicBezTo>
                <a:cubicBezTo>
                  <a:pt x="38454" y="34052"/>
                  <a:pt x="37337" y="33455"/>
                  <a:pt x="36479" y="32720"/>
                </a:cubicBezTo>
                <a:cubicBezTo>
                  <a:pt x="35623" y="31985"/>
                  <a:pt x="35195" y="31036"/>
                  <a:pt x="35195" y="29872"/>
                </a:cubicBezTo>
                <a:cubicBezTo>
                  <a:pt x="35195" y="28892"/>
                  <a:pt x="35439" y="28112"/>
                  <a:pt x="35929" y="27530"/>
                </a:cubicBezTo>
                <a:cubicBezTo>
                  <a:pt x="36419" y="26948"/>
                  <a:pt x="37016" y="26504"/>
                  <a:pt x="37719" y="26199"/>
                </a:cubicBezTo>
                <a:cubicBezTo>
                  <a:pt x="38423" y="25892"/>
                  <a:pt x="39204" y="25694"/>
                  <a:pt x="40060" y="25602"/>
                </a:cubicBezTo>
                <a:cubicBezTo>
                  <a:pt x="40917" y="25510"/>
                  <a:pt x="41713" y="25463"/>
                  <a:pt x="42447" y="25463"/>
                </a:cubicBezTo>
                <a:cubicBezTo>
                  <a:pt x="44773" y="25463"/>
                  <a:pt x="46792" y="25909"/>
                  <a:pt x="48506" y="26801"/>
                </a:cubicBezTo>
                <a:cubicBezTo>
                  <a:pt x="50220" y="27692"/>
                  <a:pt x="51169" y="29398"/>
                  <a:pt x="51353" y="31919"/>
                </a:cubicBezTo>
                <a:lnTo>
                  <a:pt x="63748" y="31919"/>
                </a:lnTo>
                <a:cubicBezTo>
                  <a:pt x="63504" y="28981"/>
                  <a:pt x="62754" y="26547"/>
                  <a:pt x="61498" y="24619"/>
                </a:cubicBezTo>
                <a:cubicBezTo>
                  <a:pt x="60244" y="22690"/>
                  <a:pt x="58668" y="21144"/>
                  <a:pt x="56770" y="19981"/>
                </a:cubicBezTo>
                <a:cubicBezTo>
                  <a:pt x="54873" y="18818"/>
                  <a:pt x="52716" y="17991"/>
                  <a:pt x="50298" y="17502"/>
                </a:cubicBezTo>
                <a:cubicBezTo>
                  <a:pt x="47880" y="17012"/>
                  <a:pt x="45386" y="16766"/>
                  <a:pt x="42816" y="16766"/>
                </a:cubicBezTo>
                <a:cubicBezTo>
                  <a:pt x="40244" y="16766"/>
                  <a:pt x="37734" y="16996"/>
                  <a:pt x="35286" y="17456"/>
                </a:cubicBezTo>
                <a:cubicBezTo>
                  <a:pt x="32838" y="17914"/>
                  <a:pt x="30635" y="18710"/>
                  <a:pt x="28676" y="19843"/>
                </a:cubicBezTo>
                <a:cubicBezTo>
                  <a:pt x="26718" y="20976"/>
                  <a:pt x="25141" y="22522"/>
                  <a:pt x="23948" y="24481"/>
                </a:cubicBezTo>
                <a:cubicBezTo>
                  <a:pt x="22754" y="26441"/>
                  <a:pt x="22157" y="28952"/>
                  <a:pt x="22157" y="32014"/>
                </a:cubicBezTo>
                <a:cubicBezTo>
                  <a:pt x="22157" y="34096"/>
                  <a:pt x="22586" y="35856"/>
                  <a:pt x="23442" y="37296"/>
                </a:cubicBezTo>
                <a:cubicBezTo>
                  <a:pt x="24299" y="38734"/>
                  <a:pt x="25432" y="39928"/>
                  <a:pt x="26839" y="40878"/>
                </a:cubicBezTo>
                <a:cubicBezTo>
                  <a:pt x="28248" y="41827"/>
                  <a:pt x="29855" y="42592"/>
                  <a:pt x="31660" y="43174"/>
                </a:cubicBezTo>
                <a:cubicBezTo>
                  <a:pt x="33465" y="43756"/>
                  <a:pt x="35317" y="44261"/>
                  <a:pt x="37215" y="44690"/>
                </a:cubicBezTo>
                <a:cubicBezTo>
                  <a:pt x="41866" y="45669"/>
                  <a:pt x="45492" y="46649"/>
                  <a:pt x="48093" y="47629"/>
                </a:cubicBezTo>
                <a:cubicBezTo>
                  <a:pt x="50695" y="48609"/>
                  <a:pt x="51996" y="50078"/>
                  <a:pt x="51996" y="52038"/>
                </a:cubicBezTo>
                <a:cubicBezTo>
                  <a:pt x="51996" y="53200"/>
                  <a:pt x="51720" y="54165"/>
                  <a:pt x="51169" y="54931"/>
                </a:cubicBezTo>
                <a:cubicBezTo>
                  <a:pt x="50618" y="55696"/>
                  <a:pt x="49930" y="56309"/>
                  <a:pt x="49103" y="56769"/>
                </a:cubicBezTo>
                <a:cubicBezTo>
                  <a:pt x="48277" y="57227"/>
                  <a:pt x="47359" y="57564"/>
                  <a:pt x="46349" y="57779"/>
                </a:cubicBezTo>
                <a:cubicBezTo>
                  <a:pt x="45339" y="57993"/>
                  <a:pt x="44375" y="58099"/>
                  <a:pt x="43457" y="58099"/>
                </a:cubicBezTo>
                <a:cubicBezTo>
                  <a:pt x="42172" y="58099"/>
                  <a:pt x="40933" y="57947"/>
                  <a:pt x="39739" y="57641"/>
                </a:cubicBezTo>
                <a:cubicBezTo>
                  <a:pt x="38546" y="57335"/>
                  <a:pt x="37490" y="56861"/>
                  <a:pt x="36572" y="56219"/>
                </a:cubicBezTo>
                <a:cubicBezTo>
                  <a:pt x="35654" y="55577"/>
                  <a:pt x="34904" y="54751"/>
                  <a:pt x="34322" y="53743"/>
                </a:cubicBezTo>
                <a:cubicBezTo>
                  <a:pt x="33741" y="52734"/>
                  <a:pt x="33450" y="51526"/>
                  <a:pt x="33450" y="50120"/>
                </a:cubicBezTo>
                <a:close/>
                <a:moveTo>
                  <a:pt x="82416" y="50120"/>
                </a:moveTo>
                <a:lnTo>
                  <a:pt x="70022" y="50120"/>
                </a:lnTo>
                <a:cubicBezTo>
                  <a:pt x="70145" y="53297"/>
                  <a:pt x="70864" y="55940"/>
                  <a:pt x="72180" y="58048"/>
                </a:cubicBezTo>
                <a:cubicBezTo>
                  <a:pt x="73496" y="60155"/>
                  <a:pt x="75179" y="61850"/>
                  <a:pt x="77229" y="63133"/>
                </a:cubicBezTo>
                <a:cubicBezTo>
                  <a:pt x="79280" y="64416"/>
                  <a:pt x="81621" y="65332"/>
                  <a:pt x="84253" y="65882"/>
                </a:cubicBezTo>
                <a:cubicBezTo>
                  <a:pt x="86885" y="66432"/>
                  <a:pt x="89578" y="66707"/>
                  <a:pt x="92332" y="66707"/>
                </a:cubicBezTo>
                <a:cubicBezTo>
                  <a:pt x="95025" y="66707"/>
                  <a:pt x="97671" y="66446"/>
                  <a:pt x="100272" y="65925"/>
                </a:cubicBezTo>
                <a:cubicBezTo>
                  <a:pt x="102874" y="65405"/>
                  <a:pt x="105185" y="64502"/>
                  <a:pt x="107204" y="63216"/>
                </a:cubicBezTo>
                <a:cubicBezTo>
                  <a:pt x="109224" y="61930"/>
                  <a:pt x="110862" y="60230"/>
                  <a:pt x="112116" y="58118"/>
                </a:cubicBezTo>
                <a:cubicBezTo>
                  <a:pt x="113371" y="56005"/>
                  <a:pt x="113999" y="53387"/>
                  <a:pt x="113999" y="50264"/>
                </a:cubicBezTo>
                <a:cubicBezTo>
                  <a:pt x="113999" y="48060"/>
                  <a:pt x="113570" y="46208"/>
                  <a:pt x="112713" y="44708"/>
                </a:cubicBezTo>
                <a:cubicBezTo>
                  <a:pt x="111856" y="43207"/>
                  <a:pt x="110724" y="41951"/>
                  <a:pt x="109316" y="40941"/>
                </a:cubicBezTo>
                <a:cubicBezTo>
                  <a:pt x="107908" y="39930"/>
                  <a:pt x="106302" y="39119"/>
                  <a:pt x="104496" y="38507"/>
                </a:cubicBezTo>
                <a:cubicBezTo>
                  <a:pt x="102691" y="37895"/>
                  <a:pt x="100839" y="37374"/>
                  <a:pt x="98942" y="36945"/>
                </a:cubicBezTo>
                <a:cubicBezTo>
                  <a:pt x="97105" y="36517"/>
                  <a:pt x="95300" y="36119"/>
                  <a:pt x="93524" y="35752"/>
                </a:cubicBezTo>
                <a:cubicBezTo>
                  <a:pt x="91750" y="35384"/>
                  <a:pt x="90174" y="34971"/>
                  <a:pt x="88796" y="34512"/>
                </a:cubicBezTo>
                <a:cubicBezTo>
                  <a:pt x="87419" y="34052"/>
                  <a:pt x="86302" y="33455"/>
                  <a:pt x="85445" y="32720"/>
                </a:cubicBezTo>
                <a:cubicBezTo>
                  <a:pt x="84589" y="31985"/>
                  <a:pt x="84160" y="31036"/>
                  <a:pt x="84160" y="29872"/>
                </a:cubicBezTo>
                <a:cubicBezTo>
                  <a:pt x="84160" y="28892"/>
                  <a:pt x="84405" y="28112"/>
                  <a:pt x="84894" y="27530"/>
                </a:cubicBezTo>
                <a:cubicBezTo>
                  <a:pt x="85385" y="26948"/>
                  <a:pt x="85982" y="26504"/>
                  <a:pt x="86685" y="26199"/>
                </a:cubicBezTo>
                <a:cubicBezTo>
                  <a:pt x="87389" y="25892"/>
                  <a:pt x="88169" y="25694"/>
                  <a:pt x="89026" y="25602"/>
                </a:cubicBezTo>
                <a:cubicBezTo>
                  <a:pt x="89883" y="25510"/>
                  <a:pt x="90679" y="25463"/>
                  <a:pt x="91413" y="25463"/>
                </a:cubicBezTo>
                <a:cubicBezTo>
                  <a:pt x="93739" y="25463"/>
                  <a:pt x="95758" y="25909"/>
                  <a:pt x="97472" y="26801"/>
                </a:cubicBezTo>
                <a:cubicBezTo>
                  <a:pt x="99186" y="27692"/>
                  <a:pt x="100135" y="29398"/>
                  <a:pt x="100319" y="31919"/>
                </a:cubicBezTo>
                <a:lnTo>
                  <a:pt x="112714" y="31919"/>
                </a:lnTo>
                <a:cubicBezTo>
                  <a:pt x="112469" y="28981"/>
                  <a:pt x="111720" y="26547"/>
                  <a:pt x="110464" y="24619"/>
                </a:cubicBezTo>
                <a:cubicBezTo>
                  <a:pt x="109210" y="22690"/>
                  <a:pt x="107634" y="21144"/>
                  <a:pt x="105736" y="19981"/>
                </a:cubicBezTo>
                <a:cubicBezTo>
                  <a:pt x="103839" y="18818"/>
                  <a:pt x="101682" y="17991"/>
                  <a:pt x="99264" y="17502"/>
                </a:cubicBezTo>
                <a:cubicBezTo>
                  <a:pt x="96846" y="17012"/>
                  <a:pt x="94352" y="16766"/>
                  <a:pt x="91781" y="16766"/>
                </a:cubicBezTo>
                <a:cubicBezTo>
                  <a:pt x="89210" y="16766"/>
                  <a:pt x="86700" y="16996"/>
                  <a:pt x="84251" y="17456"/>
                </a:cubicBezTo>
                <a:cubicBezTo>
                  <a:pt x="81804" y="17914"/>
                  <a:pt x="79600" y="18710"/>
                  <a:pt x="77642" y="19843"/>
                </a:cubicBezTo>
                <a:cubicBezTo>
                  <a:pt x="75683" y="20976"/>
                  <a:pt x="74107" y="22522"/>
                  <a:pt x="72914" y="24481"/>
                </a:cubicBezTo>
                <a:cubicBezTo>
                  <a:pt x="71720" y="26441"/>
                  <a:pt x="71123" y="28952"/>
                  <a:pt x="71123" y="32014"/>
                </a:cubicBezTo>
                <a:cubicBezTo>
                  <a:pt x="71123" y="34096"/>
                  <a:pt x="71552" y="35856"/>
                  <a:pt x="72408" y="37296"/>
                </a:cubicBezTo>
                <a:cubicBezTo>
                  <a:pt x="73265" y="38734"/>
                  <a:pt x="74398" y="39928"/>
                  <a:pt x="75805" y="40878"/>
                </a:cubicBezTo>
                <a:cubicBezTo>
                  <a:pt x="77214" y="41827"/>
                  <a:pt x="78820" y="42592"/>
                  <a:pt x="80626" y="43174"/>
                </a:cubicBezTo>
                <a:cubicBezTo>
                  <a:pt x="82431" y="43756"/>
                  <a:pt x="84283" y="44261"/>
                  <a:pt x="86181" y="44690"/>
                </a:cubicBezTo>
                <a:cubicBezTo>
                  <a:pt x="90832" y="45669"/>
                  <a:pt x="94458" y="46649"/>
                  <a:pt x="97059" y="47629"/>
                </a:cubicBezTo>
                <a:cubicBezTo>
                  <a:pt x="99661" y="48609"/>
                  <a:pt x="100962" y="50078"/>
                  <a:pt x="100962" y="52038"/>
                </a:cubicBezTo>
                <a:cubicBezTo>
                  <a:pt x="100962" y="53200"/>
                  <a:pt x="100686" y="54165"/>
                  <a:pt x="100135" y="54931"/>
                </a:cubicBezTo>
                <a:cubicBezTo>
                  <a:pt x="99584" y="55696"/>
                  <a:pt x="98895" y="56309"/>
                  <a:pt x="98069" y="56769"/>
                </a:cubicBezTo>
                <a:cubicBezTo>
                  <a:pt x="97243" y="57227"/>
                  <a:pt x="96325" y="57564"/>
                  <a:pt x="95315" y="57779"/>
                </a:cubicBezTo>
                <a:cubicBezTo>
                  <a:pt x="94305" y="57993"/>
                  <a:pt x="93341" y="58099"/>
                  <a:pt x="92423" y="58099"/>
                </a:cubicBezTo>
                <a:cubicBezTo>
                  <a:pt x="91138" y="58099"/>
                  <a:pt x="89899" y="57947"/>
                  <a:pt x="88705" y="57641"/>
                </a:cubicBezTo>
                <a:cubicBezTo>
                  <a:pt x="87511" y="57335"/>
                  <a:pt x="86456" y="56861"/>
                  <a:pt x="85537" y="56219"/>
                </a:cubicBezTo>
                <a:cubicBezTo>
                  <a:pt x="84619" y="55577"/>
                  <a:pt x="83869" y="54751"/>
                  <a:pt x="83288" y="53743"/>
                </a:cubicBezTo>
                <a:cubicBezTo>
                  <a:pt x="82707" y="52734"/>
                  <a:pt x="82416" y="51526"/>
                  <a:pt x="82416" y="50120"/>
                </a:cubicBezTo>
                <a:close/>
                <a:moveTo>
                  <a:pt x="165812" y="65491"/>
                </a:moveTo>
                <a:lnTo>
                  <a:pt x="165812" y="18111"/>
                </a:lnTo>
                <a:lnTo>
                  <a:pt x="152775" y="18111"/>
                </a:lnTo>
                <a:lnTo>
                  <a:pt x="152775" y="42932"/>
                </a:lnTo>
                <a:cubicBezTo>
                  <a:pt x="152775" y="47755"/>
                  <a:pt x="151979" y="51219"/>
                  <a:pt x="150388" y="53326"/>
                </a:cubicBezTo>
                <a:cubicBezTo>
                  <a:pt x="148796" y="55433"/>
                  <a:pt x="146225" y="56486"/>
                  <a:pt x="142676" y="56486"/>
                </a:cubicBezTo>
                <a:cubicBezTo>
                  <a:pt x="139553" y="56486"/>
                  <a:pt x="137380" y="55524"/>
                  <a:pt x="136156" y="53601"/>
                </a:cubicBezTo>
                <a:cubicBezTo>
                  <a:pt x="134932" y="51677"/>
                  <a:pt x="134320" y="48761"/>
                  <a:pt x="134320" y="44854"/>
                </a:cubicBezTo>
                <a:lnTo>
                  <a:pt x="134320" y="18111"/>
                </a:lnTo>
                <a:lnTo>
                  <a:pt x="121283" y="18111"/>
                </a:lnTo>
                <a:lnTo>
                  <a:pt x="121283" y="47269"/>
                </a:lnTo>
                <a:cubicBezTo>
                  <a:pt x="121283" y="50202"/>
                  <a:pt x="121543" y="52877"/>
                  <a:pt x="122064" y="55292"/>
                </a:cubicBezTo>
                <a:cubicBezTo>
                  <a:pt x="122584" y="57706"/>
                  <a:pt x="123487" y="59754"/>
                  <a:pt x="124772" y="61435"/>
                </a:cubicBezTo>
                <a:cubicBezTo>
                  <a:pt x="126058" y="63116"/>
                  <a:pt x="127818" y="64415"/>
                  <a:pt x="130052" y="65332"/>
                </a:cubicBezTo>
                <a:cubicBezTo>
                  <a:pt x="132286" y="66249"/>
                  <a:pt x="135147" y="66707"/>
                  <a:pt x="138637" y="66707"/>
                </a:cubicBezTo>
                <a:cubicBezTo>
                  <a:pt x="141391" y="66707"/>
                  <a:pt x="144084" y="66093"/>
                  <a:pt x="146716" y="64866"/>
                </a:cubicBezTo>
                <a:cubicBezTo>
                  <a:pt x="149348" y="63638"/>
                  <a:pt x="151490" y="61642"/>
                  <a:pt x="153142" y="58880"/>
                </a:cubicBezTo>
                <a:lnTo>
                  <a:pt x="153418" y="58880"/>
                </a:lnTo>
                <a:lnTo>
                  <a:pt x="153418" y="65491"/>
                </a:lnTo>
                <a:lnTo>
                  <a:pt x="165812" y="65491"/>
                </a:lnTo>
                <a:close/>
                <a:moveTo>
                  <a:pt x="207555" y="36760"/>
                </a:moveTo>
                <a:lnTo>
                  <a:pt x="186348" y="36760"/>
                </a:lnTo>
                <a:cubicBezTo>
                  <a:pt x="186408" y="35840"/>
                  <a:pt x="186607" y="34796"/>
                  <a:pt x="186943" y="33629"/>
                </a:cubicBezTo>
                <a:cubicBezTo>
                  <a:pt x="187280" y="32462"/>
                  <a:pt x="187862" y="31357"/>
                  <a:pt x="188689" y="30313"/>
                </a:cubicBezTo>
                <a:cubicBezTo>
                  <a:pt x="189515" y="29269"/>
                  <a:pt x="190617" y="28394"/>
                  <a:pt x="191993" y="27688"/>
                </a:cubicBezTo>
                <a:cubicBezTo>
                  <a:pt x="193371" y="26982"/>
                  <a:pt x="195100" y="26629"/>
                  <a:pt x="197181" y="26629"/>
                </a:cubicBezTo>
                <a:cubicBezTo>
                  <a:pt x="200364" y="26629"/>
                  <a:pt x="202736" y="27489"/>
                  <a:pt x="204296" y="29208"/>
                </a:cubicBezTo>
                <a:cubicBezTo>
                  <a:pt x="205857" y="30927"/>
                  <a:pt x="206943" y="33445"/>
                  <a:pt x="207555" y="36760"/>
                </a:cubicBezTo>
                <a:moveTo>
                  <a:pt x="186348" y="45009"/>
                </a:moveTo>
                <a:lnTo>
                  <a:pt x="220593" y="45009"/>
                </a:lnTo>
                <a:cubicBezTo>
                  <a:pt x="220838" y="41329"/>
                  <a:pt x="220532" y="37803"/>
                  <a:pt x="219674" y="34429"/>
                </a:cubicBezTo>
                <a:cubicBezTo>
                  <a:pt x="218818" y="31056"/>
                  <a:pt x="217425" y="28051"/>
                  <a:pt x="215497" y="25414"/>
                </a:cubicBezTo>
                <a:cubicBezTo>
                  <a:pt x="213569" y="22777"/>
                  <a:pt x="211105" y="20676"/>
                  <a:pt x="208105" y="19113"/>
                </a:cubicBezTo>
                <a:cubicBezTo>
                  <a:pt x="205107" y="17549"/>
                  <a:pt x="201587" y="16766"/>
                  <a:pt x="197548" y="16766"/>
                </a:cubicBezTo>
                <a:cubicBezTo>
                  <a:pt x="193936" y="16766"/>
                  <a:pt x="190647" y="17410"/>
                  <a:pt x="187678" y="18698"/>
                </a:cubicBezTo>
                <a:cubicBezTo>
                  <a:pt x="184710" y="19985"/>
                  <a:pt x="182155" y="21748"/>
                  <a:pt x="180013" y="23985"/>
                </a:cubicBezTo>
                <a:cubicBezTo>
                  <a:pt x="177870" y="26223"/>
                  <a:pt x="176217" y="28875"/>
                  <a:pt x="175055" y="31941"/>
                </a:cubicBezTo>
                <a:cubicBezTo>
                  <a:pt x="173892" y="35006"/>
                  <a:pt x="173311" y="38317"/>
                  <a:pt x="173311" y="41874"/>
                </a:cubicBezTo>
                <a:cubicBezTo>
                  <a:pt x="173311" y="45552"/>
                  <a:pt x="173876" y="48924"/>
                  <a:pt x="175008" y="51990"/>
                </a:cubicBezTo>
                <a:cubicBezTo>
                  <a:pt x="176141" y="55055"/>
                  <a:pt x="177748" y="57692"/>
                  <a:pt x="179829" y="59900"/>
                </a:cubicBezTo>
                <a:cubicBezTo>
                  <a:pt x="181910" y="62107"/>
                  <a:pt x="184450" y="63808"/>
                  <a:pt x="187449" y="65003"/>
                </a:cubicBezTo>
                <a:cubicBezTo>
                  <a:pt x="190448" y="66199"/>
                  <a:pt x="193814" y="66796"/>
                  <a:pt x="197548" y="66796"/>
                </a:cubicBezTo>
                <a:cubicBezTo>
                  <a:pt x="202934" y="66796"/>
                  <a:pt x="207525" y="65573"/>
                  <a:pt x="211319" y="63127"/>
                </a:cubicBezTo>
                <a:cubicBezTo>
                  <a:pt x="215115" y="60681"/>
                  <a:pt x="217931" y="56614"/>
                  <a:pt x="219767" y="50927"/>
                </a:cubicBezTo>
                <a:lnTo>
                  <a:pt x="208290" y="50927"/>
                </a:lnTo>
                <a:cubicBezTo>
                  <a:pt x="207862" y="52383"/>
                  <a:pt x="206698" y="53763"/>
                  <a:pt x="204801" y="55068"/>
                </a:cubicBezTo>
                <a:cubicBezTo>
                  <a:pt x="202904" y="56372"/>
                  <a:pt x="200639" y="57024"/>
                  <a:pt x="198008" y="57024"/>
                </a:cubicBezTo>
                <a:cubicBezTo>
                  <a:pt x="194335" y="57024"/>
                  <a:pt x="191519" y="56076"/>
                  <a:pt x="189560" y="54181"/>
                </a:cubicBezTo>
                <a:cubicBezTo>
                  <a:pt x="187601" y="52285"/>
                  <a:pt x="186531" y="49228"/>
                  <a:pt x="186348" y="45009"/>
                </a:cubicBezTo>
                <a:close/>
                <a:moveTo>
                  <a:pt x="270170" y="18111"/>
                </a:moveTo>
                <a:lnTo>
                  <a:pt x="270170" y="3855"/>
                </a:lnTo>
                <a:lnTo>
                  <a:pt x="257133" y="3855"/>
                </a:lnTo>
                <a:lnTo>
                  <a:pt x="257133" y="18111"/>
                </a:lnTo>
                <a:lnTo>
                  <a:pt x="249237" y="18111"/>
                </a:lnTo>
                <a:lnTo>
                  <a:pt x="249237" y="26808"/>
                </a:lnTo>
                <a:lnTo>
                  <a:pt x="257133" y="26808"/>
                </a:lnTo>
                <a:lnTo>
                  <a:pt x="257133" y="54795"/>
                </a:lnTo>
                <a:cubicBezTo>
                  <a:pt x="257133" y="57181"/>
                  <a:pt x="257531" y="59108"/>
                  <a:pt x="258327" y="60576"/>
                </a:cubicBezTo>
                <a:cubicBezTo>
                  <a:pt x="259122" y="62044"/>
                  <a:pt x="260209" y="63176"/>
                  <a:pt x="261585" y="63972"/>
                </a:cubicBezTo>
                <a:cubicBezTo>
                  <a:pt x="262963" y="64767"/>
                  <a:pt x="264554" y="65302"/>
                  <a:pt x="266360" y="65576"/>
                </a:cubicBezTo>
                <a:cubicBezTo>
                  <a:pt x="268166" y="65852"/>
                  <a:pt x="270079" y="65989"/>
                  <a:pt x="272099" y="65989"/>
                </a:cubicBezTo>
                <a:cubicBezTo>
                  <a:pt x="273384" y="65989"/>
                  <a:pt x="274700" y="65960"/>
                  <a:pt x="276047" y="65900"/>
                </a:cubicBezTo>
                <a:cubicBezTo>
                  <a:pt x="277394" y="65840"/>
                  <a:pt x="278618" y="65721"/>
                  <a:pt x="279719" y="65541"/>
                </a:cubicBezTo>
                <a:lnTo>
                  <a:pt x="279719" y="55401"/>
                </a:lnTo>
                <a:cubicBezTo>
                  <a:pt x="279107" y="55524"/>
                  <a:pt x="278465" y="55616"/>
                  <a:pt x="277791" y="55677"/>
                </a:cubicBezTo>
                <a:cubicBezTo>
                  <a:pt x="277118" y="55738"/>
                  <a:pt x="276414" y="55768"/>
                  <a:pt x="275680" y="55768"/>
                </a:cubicBezTo>
                <a:cubicBezTo>
                  <a:pt x="273476" y="55768"/>
                  <a:pt x="272006" y="55402"/>
                  <a:pt x="271271" y="54669"/>
                </a:cubicBezTo>
                <a:cubicBezTo>
                  <a:pt x="270537" y="53935"/>
                  <a:pt x="270170" y="52469"/>
                  <a:pt x="270170" y="50270"/>
                </a:cubicBezTo>
                <a:lnTo>
                  <a:pt x="270170" y="26808"/>
                </a:lnTo>
                <a:lnTo>
                  <a:pt x="279719" y="26808"/>
                </a:lnTo>
                <a:lnTo>
                  <a:pt x="279719" y="18111"/>
                </a:lnTo>
                <a:lnTo>
                  <a:pt x="270170" y="18111"/>
                </a:lnTo>
                <a:close/>
                <a:moveTo>
                  <a:pt x="299183" y="10759"/>
                </a:moveTo>
                <a:lnTo>
                  <a:pt x="299183" y="0"/>
                </a:lnTo>
                <a:lnTo>
                  <a:pt x="286146" y="0"/>
                </a:lnTo>
                <a:lnTo>
                  <a:pt x="286146" y="10759"/>
                </a:lnTo>
                <a:lnTo>
                  <a:pt x="299183" y="10759"/>
                </a:lnTo>
                <a:moveTo>
                  <a:pt x="286146" y="18075"/>
                </a:moveTo>
                <a:lnTo>
                  <a:pt x="286146" y="65541"/>
                </a:lnTo>
                <a:lnTo>
                  <a:pt x="299183" y="65541"/>
                </a:lnTo>
                <a:lnTo>
                  <a:pt x="299183" y="18075"/>
                </a:lnTo>
                <a:lnTo>
                  <a:pt x="286146" y="18075"/>
                </a:lnTo>
                <a:close/>
                <a:moveTo>
                  <a:pt x="326023" y="18111"/>
                </a:moveTo>
                <a:lnTo>
                  <a:pt x="326023" y="3855"/>
                </a:lnTo>
                <a:lnTo>
                  <a:pt x="312985" y="3855"/>
                </a:lnTo>
                <a:lnTo>
                  <a:pt x="312985" y="18111"/>
                </a:lnTo>
                <a:lnTo>
                  <a:pt x="305090" y="18111"/>
                </a:lnTo>
                <a:lnTo>
                  <a:pt x="305090" y="26808"/>
                </a:lnTo>
                <a:lnTo>
                  <a:pt x="312985" y="26808"/>
                </a:lnTo>
                <a:lnTo>
                  <a:pt x="312985" y="54795"/>
                </a:lnTo>
                <a:cubicBezTo>
                  <a:pt x="312985" y="57181"/>
                  <a:pt x="313383" y="59108"/>
                  <a:pt x="314179" y="60576"/>
                </a:cubicBezTo>
                <a:cubicBezTo>
                  <a:pt x="314975" y="62044"/>
                  <a:pt x="316061" y="63176"/>
                  <a:pt x="317438" y="63972"/>
                </a:cubicBezTo>
                <a:cubicBezTo>
                  <a:pt x="318815" y="64767"/>
                  <a:pt x="320407" y="65302"/>
                  <a:pt x="322212" y="65576"/>
                </a:cubicBezTo>
                <a:cubicBezTo>
                  <a:pt x="324018" y="65852"/>
                  <a:pt x="325931" y="65989"/>
                  <a:pt x="327952" y="65989"/>
                </a:cubicBezTo>
                <a:cubicBezTo>
                  <a:pt x="329237" y="65989"/>
                  <a:pt x="330553" y="65960"/>
                  <a:pt x="331899" y="65900"/>
                </a:cubicBezTo>
                <a:cubicBezTo>
                  <a:pt x="333246" y="65840"/>
                  <a:pt x="334470" y="65721"/>
                  <a:pt x="335571" y="65541"/>
                </a:cubicBezTo>
                <a:lnTo>
                  <a:pt x="335571" y="55401"/>
                </a:lnTo>
                <a:cubicBezTo>
                  <a:pt x="334960" y="55524"/>
                  <a:pt x="334317" y="55616"/>
                  <a:pt x="333644" y="55677"/>
                </a:cubicBezTo>
                <a:cubicBezTo>
                  <a:pt x="332970" y="55738"/>
                  <a:pt x="332266" y="55768"/>
                  <a:pt x="331532" y="55768"/>
                </a:cubicBezTo>
                <a:cubicBezTo>
                  <a:pt x="329328" y="55768"/>
                  <a:pt x="327859" y="55402"/>
                  <a:pt x="327124" y="54669"/>
                </a:cubicBezTo>
                <a:cubicBezTo>
                  <a:pt x="326390" y="53935"/>
                  <a:pt x="326023" y="52469"/>
                  <a:pt x="326023" y="50270"/>
                </a:cubicBezTo>
                <a:lnTo>
                  <a:pt x="326023" y="26808"/>
                </a:lnTo>
                <a:lnTo>
                  <a:pt x="335571" y="26808"/>
                </a:lnTo>
                <a:lnTo>
                  <a:pt x="335571" y="18111"/>
                </a:lnTo>
                <a:lnTo>
                  <a:pt x="326023" y="18111"/>
                </a:lnTo>
                <a:close/>
                <a:moveTo>
                  <a:pt x="341998" y="0"/>
                </a:moveTo>
                <a:lnTo>
                  <a:pt x="341998" y="65541"/>
                </a:lnTo>
                <a:lnTo>
                  <a:pt x="355035" y="65541"/>
                </a:lnTo>
                <a:lnTo>
                  <a:pt x="355035" y="0"/>
                </a:lnTo>
                <a:lnTo>
                  <a:pt x="341998" y="0"/>
                </a:lnTo>
                <a:close/>
                <a:moveTo>
                  <a:pt x="397299" y="36760"/>
                </a:moveTo>
                <a:lnTo>
                  <a:pt x="376091" y="36760"/>
                </a:lnTo>
                <a:cubicBezTo>
                  <a:pt x="376152" y="35840"/>
                  <a:pt x="376350" y="34796"/>
                  <a:pt x="376687" y="33629"/>
                </a:cubicBezTo>
                <a:cubicBezTo>
                  <a:pt x="377024" y="32462"/>
                  <a:pt x="377606" y="31357"/>
                  <a:pt x="378432" y="30313"/>
                </a:cubicBezTo>
                <a:cubicBezTo>
                  <a:pt x="379259" y="29269"/>
                  <a:pt x="380360" y="28394"/>
                  <a:pt x="381737" y="27688"/>
                </a:cubicBezTo>
                <a:cubicBezTo>
                  <a:pt x="383115" y="26982"/>
                  <a:pt x="384844" y="26629"/>
                  <a:pt x="386925" y="26629"/>
                </a:cubicBezTo>
                <a:cubicBezTo>
                  <a:pt x="390108" y="26629"/>
                  <a:pt x="392479" y="27489"/>
                  <a:pt x="394040" y="29208"/>
                </a:cubicBezTo>
                <a:cubicBezTo>
                  <a:pt x="395601" y="30927"/>
                  <a:pt x="396687" y="33445"/>
                  <a:pt x="397299" y="36760"/>
                </a:cubicBezTo>
                <a:moveTo>
                  <a:pt x="376091" y="45009"/>
                </a:moveTo>
                <a:lnTo>
                  <a:pt x="410337" y="45009"/>
                </a:lnTo>
                <a:cubicBezTo>
                  <a:pt x="410582" y="41329"/>
                  <a:pt x="410275" y="37803"/>
                  <a:pt x="409418" y="34429"/>
                </a:cubicBezTo>
                <a:cubicBezTo>
                  <a:pt x="408562" y="31056"/>
                  <a:pt x="407169" y="28051"/>
                  <a:pt x="405240" y="25414"/>
                </a:cubicBezTo>
                <a:cubicBezTo>
                  <a:pt x="403313" y="22777"/>
                  <a:pt x="400849" y="20676"/>
                  <a:pt x="397849" y="19113"/>
                </a:cubicBezTo>
                <a:cubicBezTo>
                  <a:pt x="394850" y="17549"/>
                  <a:pt x="391331" y="16766"/>
                  <a:pt x="387292" y="16766"/>
                </a:cubicBezTo>
                <a:cubicBezTo>
                  <a:pt x="383680" y="16766"/>
                  <a:pt x="380390" y="17410"/>
                  <a:pt x="377422" y="18698"/>
                </a:cubicBezTo>
                <a:cubicBezTo>
                  <a:pt x="374454" y="19985"/>
                  <a:pt x="371899" y="21748"/>
                  <a:pt x="369756" y="23985"/>
                </a:cubicBezTo>
                <a:cubicBezTo>
                  <a:pt x="367614" y="26223"/>
                  <a:pt x="365961" y="28875"/>
                  <a:pt x="364798" y="31941"/>
                </a:cubicBezTo>
                <a:cubicBezTo>
                  <a:pt x="363636" y="35006"/>
                  <a:pt x="363054" y="38317"/>
                  <a:pt x="363054" y="41874"/>
                </a:cubicBezTo>
                <a:cubicBezTo>
                  <a:pt x="363054" y="45552"/>
                  <a:pt x="363620" y="48924"/>
                  <a:pt x="364752" y="51990"/>
                </a:cubicBezTo>
                <a:cubicBezTo>
                  <a:pt x="365885" y="55055"/>
                  <a:pt x="367492" y="57692"/>
                  <a:pt x="369573" y="59900"/>
                </a:cubicBezTo>
                <a:cubicBezTo>
                  <a:pt x="371654" y="62107"/>
                  <a:pt x="374193" y="63808"/>
                  <a:pt x="377192" y="65003"/>
                </a:cubicBezTo>
                <a:cubicBezTo>
                  <a:pt x="380191" y="66199"/>
                  <a:pt x="383558" y="66796"/>
                  <a:pt x="387292" y="66796"/>
                </a:cubicBezTo>
                <a:cubicBezTo>
                  <a:pt x="392678" y="66796"/>
                  <a:pt x="397268" y="65573"/>
                  <a:pt x="401063" y="63127"/>
                </a:cubicBezTo>
                <a:cubicBezTo>
                  <a:pt x="404859" y="60681"/>
                  <a:pt x="407674" y="56614"/>
                  <a:pt x="409511" y="50927"/>
                </a:cubicBezTo>
                <a:lnTo>
                  <a:pt x="398034" y="50927"/>
                </a:lnTo>
                <a:cubicBezTo>
                  <a:pt x="397605" y="52383"/>
                  <a:pt x="396442" y="53763"/>
                  <a:pt x="394544" y="55068"/>
                </a:cubicBezTo>
                <a:cubicBezTo>
                  <a:pt x="392648" y="56372"/>
                  <a:pt x="390383" y="57024"/>
                  <a:pt x="387751" y="57024"/>
                </a:cubicBezTo>
                <a:cubicBezTo>
                  <a:pt x="384079" y="57024"/>
                  <a:pt x="381263" y="56076"/>
                  <a:pt x="379304" y="54181"/>
                </a:cubicBezTo>
                <a:cubicBezTo>
                  <a:pt x="377345" y="52285"/>
                  <a:pt x="376274" y="49228"/>
                  <a:pt x="376091" y="45009"/>
                </a:cubicBezTo>
                <a:close/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4AACE-432F-4F80-BACC-59CBABE8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05" y="2049084"/>
            <a:ext cx="2049232" cy="1342284"/>
          </a:xfrm>
          <a:custGeom xmlns:a="http://schemas.openxmlformats.org/drawingml/2006/main">
            <a:pathLst>
              <a:path w="2049232" h="1342284">
                <a:moveTo>
                  <a:pt x="0" y="0"/>
                </a:moveTo>
                <a:lnTo>
                  <a:pt x="2049232" y="0"/>
                </a:lnTo>
                <a:lnTo>
                  <a:pt x="2049232" y="1342284"/>
                </a:lnTo>
                <a:lnTo>
                  <a:pt x="0" y="13422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16FDF-3F78-4871-9C60-6701F926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55" y="2043576"/>
            <a:ext cx="2058107" cy="1352689"/>
          </a:xfrm>
          <a:custGeom xmlns:a="http://schemas.openxmlformats.org/drawingml/2006/main">
            <a:pathLst>
              <a:path w="2058107" h="1352689">
                <a:moveTo>
                  <a:pt x="0" y="1352689"/>
                </a:moveTo>
                <a:lnTo>
                  <a:pt x="2058107" y="1352689"/>
                </a:lnTo>
                <a:lnTo>
                  <a:pt x="2058107" y="0"/>
                </a:lnTo>
                <a:lnTo>
                  <a:pt x="0" y="0"/>
                </a:lnTo>
                <a:lnTo>
                  <a:pt x="0" y="1352689"/>
                </a:lnTo>
                <a:close/>
                <a:moveTo>
                  <a:pt x="2048926" y="1343508"/>
                </a:moveTo>
                <a:lnTo>
                  <a:pt x="9181" y="1343508"/>
                </a:lnTo>
                <a:lnTo>
                  <a:pt x="9181" y="9181"/>
                </a:lnTo>
                <a:lnTo>
                  <a:pt x="2048926" y="9181"/>
                </a:lnTo>
                <a:lnTo>
                  <a:pt x="2048926" y="1343508"/>
                </a:lnTo>
                <a:close/>
              </a:path>
            </a:pathLst>
          </a:custGeom>
          <a:solidFill xmlns:a="http://schemas.openxmlformats.org/drawingml/2006/main">
            <a:srgbClr val="3242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Unstableresultsinsin/arcsin/arccoscalls#87172">
            <a:extLst xmlns:a="http://schemas.openxmlformats.org/drawingml/2006/main">
              <a:ext uri="{FF2B5EF4-FFF2-40B4-BE49-F238E27FC236}">
                <a16:creationId xmlns:a16="http://schemas.microsoft.com/office/drawing/2014/main" id="{10C640FC-C20C-437F-8ACC-0181AECF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37" y="1639538"/>
            <a:ext cx="2340406" cy="74305"/>
          </a:xfrm>
          <a:custGeom xmlns:a="http://schemas.openxmlformats.org/drawingml/2006/main">
            <a:pathLst>
              <a:path w="2340406" h="74305">
                <a:moveTo>
                  <a:pt x="60573" y="45879"/>
                </a:moveTo>
                <a:lnTo>
                  <a:pt x="60573" y="1748"/>
                </a:lnTo>
                <a:lnTo>
                  <a:pt x="44958" y="1748"/>
                </a:lnTo>
                <a:lnTo>
                  <a:pt x="44958" y="45882"/>
                </a:lnTo>
                <a:cubicBezTo>
                  <a:pt x="44958" y="51184"/>
                  <a:pt x="43897" y="55077"/>
                  <a:pt x="41776" y="57562"/>
                </a:cubicBezTo>
                <a:cubicBezTo>
                  <a:pt x="39654" y="60047"/>
                  <a:pt x="35808" y="61290"/>
                  <a:pt x="30238" y="61290"/>
                </a:cubicBezTo>
                <a:cubicBezTo>
                  <a:pt x="27055" y="61290"/>
                  <a:pt x="24519" y="60843"/>
                  <a:pt x="22629" y="59948"/>
                </a:cubicBezTo>
                <a:cubicBezTo>
                  <a:pt x="20739" y="59054"/>
                  <a:pt x="19263" y="57894"/>
                  <a:pt x="18201" y="56470"/>
                </a:cubicBezTo>
                <a:cubicBezTo>
                  <a:pt x="17141" y="55044"/>
                  <a:pt x="16445" y="53404"/>
                  <a:pt x="16113" y="51549"/>
                </a:cubicBezTo>
                <a:cubicBezTo>
                  <a:pt x="15782" y="49694"/>
                  <a:pt x="15617" y="47805"/>
                  <a:pt x="15617" y="45882"/>
                </a:cubicBezTo>
                <a:lnTo>
                  <a:pt x="15617" y="1748"/>
                </a:lnTo>
                <a:lnTo>
                  <a:pt x="0" y="1748"/>
                </a:lnTo>
                <a:lnTo>
                  <a:pt x="0" y="45879"/>
                </a:lnTo>
                <a:cubicBezTo>
                  <a:pt x="0" y="55553"/>
                  <a:pt x="2636" y="62709"/>
                  <a:pt x="7907" y="67348"/>
                </a:cubicBezTo>
                <a:cubicBezTo>
                  <a:pt x="13178" y="71986"/>
                  <a:pt x="20622" y="74305"/>
                  <a:pt x="30237" y="74305"/>
                </a:cubicBezTo>
                <a:cubicBezTo>
                  <a:pt x="39719" y="74305"/>
                  <a:pt x="47146" y="71970"/>
                  <a:pt x="52516" y="67298"/>
                </a:cubicBezTo>
                <a:cubicBezTo>
                  <a:pt x="57888" y="62627"/>
                  <a:pt x="60573" y="55487"/>
                  <a:pt x="60573" y="45879"/>
                </a:cubicBezTo>
                <a:close/>
                <a:moveTo>
                  <a:pt x="72256" y="21328"/>
                </a:moveTo>
                <a:lnTo>
                  <a:pt x="72256" y="72751"/>
                </a:lnTo>
                <a:lnTo>
                  <a:pt x="86380" y="72751"/>
                </a:lnTo>
                <a:lnTo>
                  <a:pt x="86380" y="45800"/>
                </a:lnTo>
                <a:cubicBezTo>
                  <a:pt x="86380" y="40562"/>
                  <a:pt x="87242" y="36800"/>
                  <a:pt x="88966" y="34513"/>
                </a:cubicBezTo>
                <a:cubicBezTo>
                  <a:pt x="90690" y="32226"/>
                  <a:pt x="93475" y="31082"/>
                  <a:pt x="97321" y="31082"/>
                </a:cubicBezTo>
                <a:cubicBezTo>
                  <a:pt x="100703" y="31082"/>
                  <a:pt x="103057" y="32126"/>
                  <a:pt x="104382" y="34214"/>
                </a:cubicBezTo>
                <a:cubicBezTo>
                  <a:pt x="105709" y="36303"/>
                  <a:pt x="106372" y="39469"/>
                  <a:pt x="106372" y="43712"/>
                </a:cubicBezTo>
                <a:lnTo>
                  <a:pt x="106372" y="72751"/>
                </a:lnTo>
                <a:lnTo>
                  <a:pt x="120496" y="72751"/>
                </a:lnTo>
                <a:lnTo>
                  <a:pt x="120496" y="41108"/>
                </a:lnTo>
                <a:cubicBezTo>
                  <a:pt x="120496" y="37924"/>
                  <a:pt x="120214" y="35021"/>
                  <a:pt x="119650" y="32401"/>
                </a:cubicBezTo>
                <a:cubicBezTo>
                  <a:pt x="119087" y="29780"/>
                  <a:pt x="118108" y="27558"/>
                  <a:pt x="116715" y="25734"/>
                </a:cubicBezTo>
                <a:cubicBezTo>
                  <a:pt x="115323" y="23909"/>
                  <a:pt x="113417" y="22483"/>
                  <a:pt x="110996" y="21455"/>
                </a:cubicBezTo>
                <a:cubicBezTo>
                  <a:pt x="108576" y="20426"/>
                  <a:pt x="105476" y="19912"/>
                  <a:pt x="101696" y="19912"/>
                </a:cubicBezTo>
                <a:cubicBezTo>
                  <a:pt x="98712" y="19912"/>
                  <a:pt x="95795" y="20593"/>
                  <a:pt x="92944" y="21956"/>
                </a:cubicBezTo>
                <a:cubicBezTo>
                  <a:pt x="90093" y="23319"/>
                  <a:pt x="87772" y="25496"/>
                  <a:pt x="85982" y="28488"/>
                </a:cubicBezTo>
                <a:lnTo>
                  <a:pt x="85683" y="28488"/>
                </a:lnTo>
                <a:lnTo>
                  <a:pt x="85683" y="21328"/>
                </a:lnTo>
                <a:lnTo>
                  <a:pt x="72256" y="21328"/>
                </a:lnTo>
                <a:close/>
                <a:moveTo>
                  <a:pt x="142110" y="56045"/>
                </a:moveTo>
                <a:lnTo>
                  <a:pt x="128683" y="56045"/>
                </a:lnTo>
                <a:cubicBezTo>
                  <a:pt x="128815" y="59487"/>
                  <a:pt x="129594" y="62350"/>
                  <a:pt x="131020" y="64633"/>
                </a:cubicBezTo>
                <a:cubicBezTo>
                  <a:pt x="132446" y="66916"/>
                  <a:pt x="134269" y="68752"/>
                  <a:pt x="136490" y="70142"/>
                </a:cubicBezTo>
                <a:cubicBezTo>
                  <a:pt x="138712" y="71533"/>
                  <a:pt x="141248" y="72525"/>
                  <a:pt x="144099" y="73120"/>
                </a:cubicBezTo>
                <a:cubicBezTo>
                  <a:pt x="146951" y="73716"/>
                  <a:pt x="149868" y="74014"/>
                  <a:pt x="152852" y="74014"/>
                </a:cubicBezTo>
                <a:cubicBezTo>
                  <a:pt x="155769" y="74014"/>
                  <a:pt x="158636" y="73732"/>
                  <a:pt x="161454" y="73167"/>
                </a:cubicBezTo>
                <a:cubicBezTo>
                  <a:pt x="164273" y="72604"/>
                  <a:pt x="166776" y="71625"/>
                  <a:pt x="168963" y="70232"/>
                </a:cubicBezTo>
                <a:cubicBezTo>
                  <a:pt x="171152" y="68839"/>
                  <a:pt x="172926" y="66998"/>
                  <a:pt x="174284" y="64709"/>
                </a:cubicBezTo>
                <a:cubicBezTo>
                  <a:pt x="175644" y="62421"/>
                  <a:pt x="176324" y="59584"/>
                  <a:pt x="176324" y="56201"/>
                </a:cubicBezTo>
                <a:cubicBezTo>
                  <a:pt x="176324" y="53813"/>
                  <a:pt x="175860" y="51807"/>
                  <a:pt x="174931" y="50182"/>
                </a:cubicBezTo>
                <a:cubicBezTo>
                  <a:pt x="174003" y="48556"/>
                  <a:pt x="172776" y="47196"/>
                  <a:pt x="171251" y="46101"/>
                </a:cubicBezTo>
                <a:cubicBezTo>
                  <a:pt x="169726" y="45006"/>
                  <a:pt x="167986" y="44127"/>
                  <a:pt x="166030" y="43465"/>
                </a:cubicBezTo>
                <a:cubicBezTo>
                  <a:pt x="164074" y="42801"/>
                  <a:pt x="162068" y="42237"/>
                  <a:pt x="160012" y="41773"/>
                </a:cubicBezTo>
                <a:cubicBezTo>
                  <a:pt x="158023" y="41308"/>
                  <a:pt x="156067" y="40877"/>
                  <a:pt x="154143" y="40479"/>
                </a:cubicBezTo>
                <a:cubicBezTo>
                  <a:pt x="152221" y="40081"/>
                  <a:pt x="150514" y="39633"/>
                  <a:pt x="149021" y="39136"/>
                </a:cubicBezTo>
                <a:cubicBezTo>
                  <a:pt x="147530" y="38639"/>
                  <a:pt x="146320" y="37991"/>
                  <a:pt x="145391" y="37195"/>
                </a:cubicBezTo>
                <a:cubicBezTo>
                  <a:pt x="144463" y="36399"/>
                  <a:pt x="143999" y="35370"/>
                  <a:pt x="143999" y="34110"/>
                </a:cubicBezTo>
                <a:cubicBezTo>
                  <a:pt x="143999" y="33048"/>
                  <a:pt x="144264" y="32203"/>
                  <a:pt x="144794" y="31572"/>
                </a:cubicBezTo>
                <a:cubicBezTo>
                  <a:pt x="145326" y="30942"/>
                  <a:pt x="145972" y="30461"/>
                  <a:pt x="146734" y="30130"/>
                </a:cubicBezTo>
                <a:cubicBezTo>
                  <a:pt x="147497" y="29799"/>
                  <a:pt x="148342" y="29583"/>
                  <a:pt x="149270" y="29484"/>
                </a:cubicBezTo>
                <a:cubicBezTo>
                  <a:pt x="150199" y="29384"/>
                  <a:pt x="151061" y="29334"/>
                  <a:pt x="151856" y="29334"/>
                </a:cubicBezTo>
                <a:cubicBezTo>
                  <a:pt x="154376" y="29334"/>
                  <a:pt x="156564" y="29817"/>
                  <a:pt x="158420" y="30783"/>
                </a:cubicBezTo>
                <a:cubicBezTo>
                  <a:pt x="160277" y="31748"/>
                  <a:pt x="161305" y="33596"/>
                  <a:pt x="161504" y="36327"/>
                </a:cubicBezTo>
                <a:lnTo>
                  <a:pt x="174932" y="36327"/>
                </a:lnTo>
                <a:cubicBezTo>
                  <a:pt x="174667" y="33144"/>
                  <a:pt x="173855" y="30508"/>
                  <a:pt x="172495" y="28418"/>
                </a:cubicBezTo>
                <a:cubicBezTo>
                  <a:pt x="171136" y="26329"/>
                  <a:pt x="169429" y="24655"/>
                  <a:pt x="167373" y="23395"/>
                </a:cubicBezTo>
                <a:cubicBezTo>
                  <a:pt x="165318" y="22134"/>
                  <a:pt x="162981" y="21239"/>
                  <a:pt x="160361" y="20709"/>
                </a:cubicBezTo>
                <a:cubicBezTo>
                  <a:pt x="157742" y="20178"/>
                  <a:pt x="155040" y="19912"/>
                  <a:pt x="152255" y="19912"/>
                </a:cubicBezTo>
                <a:cubicBezTo>
                  <a:pt x="149470" y="19912"/>
                  <a:pt x="146751" y="20161"/>
                  <a:pt x="144098" y="20659"/>
                </a:cubicBezTo>
                <a:cubicBezTo>
                  <a:pt x="141446" y="21155"/>
                  <a:pt x="139059" y="22017"/>
                  <a:pt x="136937" y="23245"/>
                </a:cubicBezTo>
                <a:cubicBezTo>
                  <a:pt x="134816" y="24472"/>
                  <a:pt x="133108" y="26147"/>
                  <a:pt x="131815" y="28270"/>
                </a:cubicBezTo>
                <a:cubicBezTo>
                  <a:pt x="130522" y="30392"/>
                  <a:pt x="129876" y="33113"/>
                  <a:pt x="129876" y="36430"/>
                </a:cubicBezTo>
                <a:cubicBezTo>
                  <a:pt x="129876" y="38686"/>
                  <a:pt x="130340" y="40593"/>
                  <a:pt x="131267" y="42152"/>
                </a:cubicBezTo>
                <a:cubicBezTo>
                  <a:pt x="132196" y="43710"/>
                  <a:pt x="133423" y="45004"/>
                  <a:pt x="134948" y="46033"/>
                </a:cubicBezTo>
                <a:cubicBezTo>
                  <a:pt x="136474" y="47061"/>
                  <a:pt x="138214" y="47890"/>
                  <a:pt x="140170" y="48520"/>
                </a:cubicBezTo>
                <a:cubicBezTo>
                  <a:pt x="142126" y="49150"/>
                  <a:pt x="144132" y="49698"/>
                  <a:pt x="146188" y="50162"/>
                </a:cubicBezTo>
                <a:cubicBezTo>
                  <a:pt x="151226" y="51224"/>
                  <a:pt x="155155" y="52285"/>
                  <a:pt x="157972" y="53346"/>
                </a:cubicBezTo>
                <a:cubicBezTo>
                  <a:pt x="160791" y="54408"/>
                  <a:pt x="162201" y="56000"/>
                  <a:pt x="162201" y="58122"/>
                </a:cubicBezTo>
                <a:cubicBezTo>
                  <a:pt x="162201" y="59382"/>
                  <a:pt x="161902" y="60427"/>
                  <a:pt x="161305" y="61256"/>
                </a:cubicBezTo>
                <a:cubicBezTo>
                  <a:pt x="160708" y="62086"/>
                  <a:pt x="159962" y="62750"/>
                  <a:pt x="159067" y="63248"/>
                </a:cubicBezTo>
                <a:cubicBezTo>
                  <a:pt x="158172" y="63744"/>
                  <a:pt x="157178" y="64109"/>
                  <a:pt x="156083" y="64342"/>
                </a:cubicBezTo>
                <a:cubicBezTo>
                  <a:pt x="154989" y="64574"/>
                  <a:pt x="153945" y="64689"/>
                  <a:pt x="152950" y="64689"/>
                </a:cubicBezTo>
                <a:cubicBezTo>
                  <a:pt x="151558" y="64689"/>
                  <a:pt x="150216" y="64524"/>
                  <a:pt x="148923" y="64193"/>
                </a:cubicBezTo>
                <a:cubicBezTo>
                  <a:pt x="147629" y="63861"/>
                  <a:pt x="146486" y="63348"/>
                  <a:pt x="145491" y="62653"/>
                </a:cubicBezTo>
                <a:cubicBezTo>
                  <a:pt x="144496" y="61957"/>
                  <a:pt x="143684" y="61062"/>
                  <a:pt x="143054" y="59969"/>
                </a:cubicBezTo>
                <a:cubicBezTo>
                  <a:pt x="142424" y="58877"/>
                  <a:pt x="142110" y="57568"/>
                  <a:pt x="142110" y="56045"/>
                </a:cubicBezTo>
                <a:close/>
                <a:moveTo>
                  <a:pt x="202628" y="21369"/>
                </a:moveTo>
                <a:lnTo>
                  <a:pt x="202628" y="5925"/>
                </a:lnTo>
                <a:lnTo>
                  <a:pt x="188504" y="5925"/>
                </a:lnTo>
                <a:lnTo>
                  <a:pt x="188504" y="21369"/>
                </a:lnTo>
                <a:lnTo>
                  <a:pt x="179951" y="21369"/>
                </a:lnTo>
                <a:lnTo>
                  <a:pt x="179951" y="30791"/>
                </a:lnTo>
                <a:lnTo>
                  <a:pt x="188504" y="30791"/>
                </a:lnTo>
                <a:lnTo>
                  <a:pt x="188504" y="61109"/>
                </a:lnTo>
                <a:cubicBezTo>
                  <a:pt x="188504" y="63694"/>
                  <a:pt x="188935" y="65782"/>
                  <a:pt x="189797" y="67373"/>
                </a:cubicBezTo>
                <a:cubicBezTo>
                  <a:pt x="190660" y="68963"/>
                  <a:pt x="191836" y="70189"/>
                  <a:pt x="193328" y="71052"/>
                </a:cubicBezTo>
                <a:cubicBezTo>
                  <a:pt x="194820" y="71913"/>
                  <a:pt x="196544" y="72492"/>
                  <a:pt x="198500" y="72789"/>
                </a:cubicBezTo>
                <a:cubicBezTo>
                  <a:pt x="200457" y="73088"/>
                  <a:pt x="202529" y="73237"/>
                  <a:pt x="204718" y="73237"/>
                </a:cubicBezTo>
                <a:cubicBezTo>
                  <a:pt x="206110" y="73237"/>
                  <a:pt x="207536" y="73205"/>
                  <a:pt x="208995" y="73140"/>
                </a:cubicBezTo>
                <a:cubicBezTo>
                  <a:pt x="210454" y="73075"/>
                  <a:pt x="211779" y="72946"/>
                  <a:pt x="212972" y="72751"/>
                </a:cubicBezTo>
                <a:lnTo>
                  <a:pt x="212972" y="61766"/>
                </a:lnTo>
                <a:cubicBezTo>
                  <a:pt x="212310" y="61899"/>
                  <a:pt x="211614" y="61999"/>
                  <a:pt x="210884" y="62065"/>
                </a:cubicBezTo>
                <a:cubicBezTo>
                  <a:pt x="210155" y="62131"/>
                  <a:pt x="209392" y="62164"/>
                  <a:pt x="208597" y="62164"/>
                </a:cubicBezTo>
                <a:cubicBezTo>
                  <a:pt x="206209" y="62164"/>
                  <a:pt x="204617" y="61767"/>
                  <a:pt x="203821" y="60973"/>
                </a:cubicBezTo>
                <a:cubicBezTo>
                  <a:pt x="203026" y="60178"/>
                  <a:pt x="202628" y="58590"/>
                  <a:pt x="202628" y="56207"/>
                </a:cubicBezTo>
                <a:lnTo>
                  <a:pt x="202628" y="30791"/>
                </a:lnTo>
                <a:lnTo>
                  <a:pt x="212972" y="30791"/>
                </a:lnTo>
                <a:lnTo>
                  <a:pt x="212972" y="21369"/>
                </a:lnTo>
                <a:lnTo>
                  <a:pt x="202628" y="21369"/>
                </a:lnTo>
                <a:close/>
                <a:moveTo>
                  <a:pt x="219323" y="37144"/>
                </a:moveTo>
                <a:cubicBezTo>
                  <a:pt x="219522" y="33828"/>
                  <a:pt x="220350" y="31076"/>
                  <a:pt x="221809" y="28889"/>
                </a:cubicBezTo>
                <a:cubicBezTo>
                  <a:pt x="223268" y="26700"/>
                  <a:pt x="225125" y="24943"/>
                  <a:pt x="227379" y="23617"/>
                </a:cubicBezTo>
                <a:cubicBezTo>
                  <a:pt x="229633" y="22290"/>
                  <a:pt x="232170" y="21345"/>
                  <a:pt x="234987" y="20782"/>
                </a:cubicBezTo>
                <a:cubicBezTo>
                  <a:pt x="237806" y="20218"/>
                  <a:pt x="240641" y="19936"/>
                  <a:pt x="243492" y="19936"/>
                </a:cubicBezTo>
                <a:cubicBezTo>
                  <a:pt x="246079" y="19936"/>
                  <a:pt x="248698" y="20119"/>
                  <a:pt x="251349" y="20484"/>
                </a:cubicBezTo>
                <a:cubicBezTo>
                  <a:pt x="254002" y="20848"/>
                  <a:pt x="256422" y="21561"/>
                  <a:pt x="258610" y="22622"/>
                </a:cubicBezTo>
                <a:cubicBezTo>
                  <a:pt x="260798" y="23683"/>
                  <a:pt x="262589" y="25158"/>
                  <a:pt x="263981" y="27048"/>
                </a:cubicBezTo>
                <a:cubicBezTo>
                  <a:pt x="265374" y="28938"/>
                  <a:pt x="266071" y="31441"/>
                  <a:pt x="266071" y="34557"/>
                </a:cubicBezTo>
                <a:lnTo>
                  <a:pt x="266071" y="61313"/>
                </a:lnTo>
                <a:cubicBezTo>
                  <a:pt x="266071" y="63634"/>
                  <a:pt x="266203" y="65855"/>
                  <a:pt x="266469" y="67977"/>
                </a:cubicBezTo>
                <a:cubicBezTo>
                  <a:pt x="266734" y="70098"/>
                  <a:pt x="267197" y="71690"/>
                  <a:pt x="267860" y="72751"/>
                </a:cubicBezTo>
                <a:lnTo>
                  <a:pt x="253538" y="72751"/>
                </a:lnTo>
                <a:cubicBezTo>
                  <a:pt x="253273" y="71956"/>
                  <a:pt x="253057" y="71144"/>
                  <a:pt x="252891" y="70315"/>
                </a:cubicBezTo>
                <a:cubicBezTo>
                  <a:pt x="252725" y="69486"/>
                  <a:pt x="252610" y="68640"/>
                  <a:pt x="252544" y="67778"/>
                </a:cubicBezTo>
                <a:cubicBezTo>
                  <a:pt x="250290" y="70099"/>
                  <a:pt x="247637" y="71724"/>
                  <a:pt x="244587" y="72653"/>
                </a:cubicBezTo>
                <a:cubicBezTo>
                  <a:pt x="241536" y="73580"/>
                  <a:pt x="238419" y="74044"/>
                  <a:pt x="235236" y="74044"/>
                </a:cubicBezTo>
                <a:cubicBezTo>
                  <a:pt x="232784" y="74044"/>
                  <a:pt x="230496" y="73746"/>
                  <a:pt x="228373" y="73149"/>
                </a:cubicBezTo>
                <a:cubicBezTo>
                  <a:pt x="226252" y="72552"/>
                  <a:pt x="224395" y="71624"/>
                  <a:pt x="222803" y="70364"/>
                </a:cubicBezTo>
                <a:cubicBezTo>
                  <a:pt x="221213" y="69104"/>
                  <a:pt x="219970" y="67513"/>
                  <a:pt x="219075" y="65591"/>
                </a:cubicBezTo>
                <a:cubicBezTo>
                  <a:pt x="218179" y="63668"/>
                  <a:pt x="217731" y="61379"/>
                  <a:pt x="217731" y="58726"/>
                </a:cubicBezTo>
                <a:cubicBezTo>
                  <a:pt x="217731" y="55810"/>
                  <a:pt x="218245" y="53406"/>
                  <a:pt x="219273" y="51516"/>
                </a:cubicBezTo>
                <a:cubicBezTo>
                  <a:pt x="220301" y="49626"/>
                  <a:pt x="221627" y="48117"/>
                  <a:pt x="223251" y="46990"/>
                </a:cubicBezTo>
                <a:cubicBezTo>
                  <a:pt x="224876" y="45863"/>
                  <a:pt x="226733" y="45018"/>
                  <a:pt x="228821" y="44454"/>
                </a:cubicBezTo>
                <a:cubicBezTo>
                  <a:pt x="230910" y="43891"/>
                  <a:pt x="233016" y="43443"/>
                  <a:pt x="235138" y="43113"/>
                </a:cubicBezTo>
                <a:cubicBezTo>
                  <a:pt x="237259" y="42781"/>
                  <a:pt x="239348" y="42515"/>
                  <a:pt x="241403" y="42316"/>
                </a:cubicBezTo>
                <a:cubicBezTo>
                  <a:pt x="243459" y="42117"/>
                  <a:pt x="245282" y="41818"/>
                  <a:pt x="246874" y="41420"/>
                </a:cubicBezTo>
                <a:cubicBezTo>
                  <a:pt x="248465" y="41023"/>
                  <a:pt x="249725" y="40443"/>
                  <a:pt x="250653" y="39681"/>
                </a:cubicBezTo>
                <a:cubicBezTo>
                  <a:pt x="251582" y="38918"/>
                  <a:pt x="252013" y="37807"/>
                  <a:pt x="251947" y="36348"/>
                </a:cubicBezTo>
                <a:cubicBezTo>
                  <a:pt x="251947" y="34823"/>
                  <a:pt x="251698" y="33612"/>
                  <a:pt x="251201" y="32718"/>
                </a:cubicBezTo>
                <a:cubicBezTo>
                  <a:pt x="250703" y="31823"/>
                  <a:pt x="250040" y="31127"/>
                  <a:pt x="249211" y="30630"/>
                </a:cubicBezTo>
                <a:cubicBezTo>
                  <a:pt x="248382" y="30132"/>
                  <a:pt x="247421" y="29800"/>
                  <a:pt x="246326" y="29634"/>
                </a:cubicBezTo>
                <a:cubicBezTo>
                  <a:pt x="245232" y="29468"/>
                  <a:pt x="244055" y="29385"/>
                  <a:pt x="242796" y="29385"/>
                </a:cubicBezTo>
                <a:cubicBezTo>
                  <a:pt x="240011" y="29385"/>
                  <a:pt x="237823" y="29982"/>
                  <a:pt x="236232" y="31176"/>
                </a:cubicBezTo>
                <a:cubicBezTo>
                  <a:pt x="234640" y="32370"/>
                  <a:pt x="233712" y="34359"/>
                  <a:pt x="233447" y="37144"/>
                </a:cubicBezTo>
                <a:lnTo>
                  <a:pt x="219323" y="37144"/>
                </a:lnTo>
                <a:moveTo>
                  <a:pt x="251947" y="47587"/>
                </a:moveTo>
                <a:cubicBezTo>
                  <a:pt x="251350" y="48118"/>
                  <a:pt x="250604" y="48533"/>
                  <a:pt x="249709" y="48831"/>
                </a:cubicBezTo>
                <a:cubicBezTo>
                  <a:pt x="248813" y="49130"/>
                  <a:pt x="247852" y="49379"/>
                  <a:pt x="246824" y="49578"/>
                </a:cubicBezTo>
                <a:cubicBezTo>
                  <a:pt x="245797" y="49776"/>
                  <a:pt x="244719" y="49942"/>
                  <a:pt x="243591" y="50074"/>
                </a:cubicBezTo>
                <a:cubicBezTo>
                  <a:pt x="242464" y="50207"/>
                  <a:pt x="241337" y="50372"/>
                  <a:pt x="240210" y="50570"/>
                </a:cubicBezTo>
                <a:cubicBezTo>
                  <a:pt x="239149" y="50770"/>
                  <a:pt x="238105" y="51035"/>
                  <a:pt x="237077" y="51367"/>
                </a:cubicBezTo>
                <a:cubicBezTo>
                  <a:pt x="236049" y="51698"/>
                  <a:pt x="235154" y="52146"/>
                  <a:pt x="234391" y="52710"/>
                </a:cubicBezTo>
                <a:cubicBezTo>
                  <a:pt x="233629" y="53274"/>
                  <a:pt x="233016" y="53987"/>
                  <a:pt x="232551" y="54849"/>
                </a:cubicBezTo>
                <a:cubicBezTo>
                  <a:pt x="232087" y="55710"/>
                  <a:pt x="231855" y="56804"/>
                  <a:pt x="231855" y="58130"/>
                </a:cubicBezTo>
                <a:cubicBezTo>
                  <a:pt x="231855" y="59390"/>
                  <a:pt x="232087" y="60451"/>
                  <a:pt x="232551" y="61313"/>
                </a:cubicBezTo>
                <a:cubicBezTo>
                  <a:pt x="233016" y="62175"/>
                  <a:pt x="233646" y="62855"/>
                  <a:pt x="234441" y="63352"/>
                </a:cubicBezTo>
                <a:cubicBezTo>
                  <a:pt x="235237" y="63849"/>
                  <a:pt x="236166" y="64197"/>
                  <a:pt x="237226" y="64397"/>
                </a:cubicBezTo>
                <a:cubicBezTo>
                  <a:pt x="238287" y="64596"/>
                  <a:pt x="239382" y="64696"/>
                  <a:pt x="240509" y="64696"/>
                </a:cubicBezTo>
                <a:cubicBezTo>
                  <a:pt x="243293" y="64696"/>
                  <a:pt x="245448" y="64232"/>
                  <a:pt x="246972" y="63304"/>
                </a:cubicBezTo>
                <a:cubicBezTo>
                  <a:pt x="248498" y="62375"/>
                  <a:pt x="249626" y="61264"/>
                  <a:pt x="250355" y="59971"/>
                </a:cubicBezTo>
                <a:cubicBezTo>
                  <a:pt x="251085" y="58678"/>
                  <a:pt x="251533" y="57368"/>
                  <a:pt x="251698" y="56042"/>
                </a:cubicBezTo>
                <a:cubicBezTo>
                  <a:pt x="251864" y="54715"/>
                  <a:pt x="251947" y="53654"/>
                  <a:pt x="251947" y="52859"/>
                </a:cubicBezTo>
                <a:lnTo>
                  <a:pt x="251947" y="47587"/>
                </a:lnTo>
                <a:close/>
                <a:moveTo>
                  <a:pt x="314998" y="47110"/>
                </a:moveTo>
                <a:cubicBezTo>
                  <a:pt x="314998" y="49232"/>
                  <a:pt x="314766" y="51288"/>
                  <a:pt x="314301" y="53278"/>
                </a:cubicBezTo>
                <a:cubicBezTo>
                  <a:pt x="313837" y="55267"/>
                  <a:pt x="313108" y="57025"/>
                  <a:pt x="312113" y="58550"/>
                </a:cubicBezTo>
                <a:cubicBezTo>
                  <a:pt x="311118" y="60075"/>
                  <a:pt x="309875" y="61285"/>
                  <a:pt x="308383" y="62181"/>
                </a:cubicBezTo>
                <a:cubicBezTo>
                  <a:pt x="306891" y="63076"/>
                  <a:pt x="305085" y="63524"/>
                  <a:pt x="302963" y="63524"/>
                </a:cubicBezTo>
                <a:cubicBezTo>
                  <a:pt x="300907" y="63524"/>
                  <a:pt x="299117" y="63076"/>
                  <a:pt x="297592" y="62181"/>
                </a:cubicBezTo>
                <a:cubicBezTo>
                  <a:pt x="296067" y="61285"/>
                  <a:pt x="294807" y="60075"/>
                  <a:pt x="293813" y="58550"/>
                </a:cubicBezTo>
                <a:cubicBezTo>
                  <a:pt x="292818" y="57025"/>
                  <a:pt x="292089" y="55267"/>
                  <a:pt x="291624" y="53278"/>
                </a:cubicBezTo>
                <a:cubicBezTo>
                  <a:pt x="291160" y="51288"/>
                  <a:pt x="290928" y="49232"/>
                  <a:pt x="290928" y="47110"/>
                </a:cubicBezTo>
                <a:cubicBezTo>
                  <a:pt x="290928" y="44922"/>
                  <a:pt x="291160" y="42833"/>
                  <a:pt x="291624" y="40844"/>
                </a:cubicBezTo>
                <a:cubicBezTo>
                  <a:pt x="292089" y="38854"/>
                  <a:pt x="292818" y="37096"/>
                  <a:pt x="293813" y="35571"/>
                </a:cubicBezTo>
                <a:cubicBezTo>
                  <a:pt x="294807" y="34046"/>
                  <a:pt x="296067" y="32835"/>
                  <a:pt x="297592" y="31939"/>
                </a:cubicBezTo>
                <a:cubicBezTo>
                  <a:pt x="299117" y="31044"/>
                  <a:pt x="300907" y="30596"/>
                  <a:pt x="302963" y="30596"/>
                </a:cubicBezTo>
                <a:cubicBezTo>
                  <a:pt x="305085" y="30596"/>
                  <a:pt x="306891" y="31044"/>
                  <a:pt x="308383" y="31939"/>
                </a:cubicBezTo>
                <a:cubicBezTo>
                  <a:pt x="309875" y="32835"/>
                  <a:pt x="311118" y="34046"/>
                  <a:pt x="312113" y="35571"/>
                </a:cubicBezTo>
                <a:cubicBezTo>
                  <a:pt x="313108" y="37096"/>
                  <a:pt x="313837" y="38854"/>
                  <a:pt x="314301" y="40844"/>
                </a:cubicBezTo>
                <a:cubicBezTo>
                  <a:pt x="314766" y="42833"/>
                  <a:pt x="314998" y="44922"/>
                  <a:pt x="314998" y="47110"/>
                </a:cubicBezTo>
                <a:moveTo>
                  <a:pt x="277302" y="1748"/>
                </a:moveTo>
                <a:lnTo>
                  <a:pt x="277302" y="72785"/>
                </a:lnTo>
                <a:lnTo>
                  <a:pt x="290729" y="72785"/>
                </a:lnTo>
                <a:lnTo>
                  <a:pt x="290729" y="66221"/>
                </a:lnTo>
                <a:lnTo>
                  <a:pt x="290928" y="66221"/>
                </a:lnTo>
                <a:cubicBezTo>
                  <a:pt x="292452" y="69084"/>
                  <a:pt x="294707" y="71115"/>
                  <a:pt x="297690" y="72314"/>
                </a:cubicBezTo>
                <a:cubicBezTo>
                  <a:pt x="300675" y="73512"/>
                  <a:pt x="304057" y="74111"/>
                  <a:pt x="307836" y="74111"/>
                </a:cubicBezTo>
                <a:cubicBezTo>
                  <a:pt x="310422" y="74111"/>
                  <a:pt x="312975" y="73580"/>
                  <a:pt x="315494" y="72518"/>
                </a:cubicBezTo>
                <a:cubicBezTo>
                  <a:pt x="318015" y="71454"/>
                  <a:pt x="320286" y="69827"/>
                  <a:pt x="322309" y="67635"/>
                </a:cubicBezTo>
                <a:cubicBezTo>
                  <a:pt x="324331" y="65444"/>
                  <a:pt x="325972" y="62638"/>
                  <a:pt x="327232" y="59217"/>
                </a:cubicBezTo>
                <a:cubicBezTo>
                  <a:pt x="328492" y="55796"/>
                  <a:pt x="329122" y="51727"/>
                  <a:pt x="329122" y="47012"/>
                </a:cubicBezTo>
                <a:cubicBezTo>
                  <a:pt x="329122" y="42296"/>
                  <a:pt x="328492" y="38227"/>
                  <a:pt x="327232" y="34806"/>
                </a:cubicBezTo>
                <a:cubicBezTo>
                  <a:pt x="325972" y="31386"/>
                  <a:pt x="324331" y="28579"/>
                  <a:pt x="322309" y="26388"/>
                </a:cubicBezTo>
                <a:cubicBezTo>
                  <a:pt x="320286" y="24196"/>
                  <a:pt x="318015" y="22569"/>
                  <a:pt x="315494" y="21507"/>
                </a:cubicBezTo>
                <a:cubicBezTo>
                  <a:pt x="312975" y="20444"/>
                  <a:pt x="310422" y="19912"/>
                  <a:pt x="307836" y="19912"/>
                </a:cubicBezTo>
                <a:cubicBezTo>
                  <a:pt x="304654" y="19912"/>
                  <a:pt x="301587" y="20528"/>
                  <a:pt x="298636" y="21759"/>
                </a:cubicBezTo>
                <a:cubicBezTo>
                  <a:pt x="295686" y="22990"/>
                  <a:pt x="293348" y="24937"/>
                  <a:pt x="291624" y="27600"/>
                </a:cubicBezTo>
                <a:lnTo>
                  <a:pt x="291426" y="27600"/>
                </a:lnTo>
                <a:lnTo>
                  <a:pt x="291426" y="1748"/>
                </a:lnTo>
                <a:lnTo>
                  <a:pt x="277302" y="1748"/>
                </a:lnTo>
                <a:close/>
                <a:moveTo>
                  <a:pt x="338142" y="1748"/>
                </a:moveTo>
                <a:lnTo>
                  <a:pt x="338142" y="72751"/>
                </a:lnTo>
                <a:lnTo>
                  <a:pt x="352266" y="72751"/>
                </a:lnTo>
                <a:lnTo>
                  <a:pt x="352266" y="1748"/>
                </a:lnTo>
                <a:lnTo>
                  <a:pt x="338142" y="1748"/>
                </a:lnTo>
                <a:close/>
                <a:moveTo>
                  <a:pt x="398370" y="41572"/>
                </a:moveTo>
                <a:lnTo>
                  <a:pt x="375395" y="41572"/>
                </a:lnTo>
                <a:cubicBezTo>
                  <a:pt x="375461" y="40575"/>
                  <a:pt x="375676" y="39444"/>
                  <a:pt x="376040" y="38180"/>
                </a:cubicBezTo>
                <a:cubicBezTo>
                  <a:pt x="376406" y="36915"/>
                  <a:pt x="377036" y="35718"/>
                  <a:pt x="377931" y="34588"/>
                </a:cubicBezTo>
                <a:cubicBezTo>
                  <a:pt x="378827" y="33457"/>
                  <a:pt x="380020" y="32509"/>
                  <a:pt x="381512" y="31744"/>
                </a:cubicBezTo>
                <a:cubicBezTo>
                  <a:pt x="383004" y="30979"/>
                  <a:pt x="384877" y="30596"/>
                  <a:pt x="387132" y="30596"/>
                </a:cubicBezTo>
                <a:cubicBezTo>
                  <a:pt x="390580" y="30596"/>
                  <a:pt x="393149" y="31528"/>
                  <a:pt x="394840" y="33390"/>
                </a:cubicBezTo>
                <a:cubicBezTo>
                  <a:pt x="396531" y="35253"/>
                  <a:pt x="397707" y="37980"/>
                  <a:pt x="398370" y="41572"/>
                </a:cubicBezTo>
                <a:moveTo>
                  <a:pt x="375395" y="50508"/>
                </a:moveTo>
                <a:lnTo>
                  <a:pt x="412495" y="50508"/>
                </a:lnTo>
                <a:cubicBezTo>
                  <a:pt x="412760" y="46522"/>
                  <a:pt x="412428" y="42701"/>
                  <a:pt x="411499" y="39047"/>
                </a:cubicBezTo>
                <a:cubicBezTo>
                  <a:pt x="410572" y="35392"/>
                  <a:pt x="409063" y="32137"/>
                  <a:pt x="406974" y="29281"/>
                </a:cubicBezTo>
                <a:cubicBezTo>
                  <a:pt x="404885" y="26423"/>
                  <a:pt x="402216" y="24148"/>
                  <a:pt x="398966" y="22454"/>
                </a:cubicBezTo>
                <a:cubicBezTo>
                  <a:pt x="395718" y="20759"/>
                  <a:pt x="391905" y="19912"/>
                  <a:pt x="387529" y="19912"/>
                </a:cubicBezTo>
                <a:cubicBezTo>
                  <a:pt x="383617" y="19912"/>
                  <a:pt x="380053" y="20610"/>
                  <a:pt x="376837" y="22005"/>
                </a:cubicBezTo>
                <a:cubicBezTo>
                  <a:pt x="373622" y="23399"/>
                  <a:pt x="370853" y="25308"/>
                  <a:pt x="368532" y="27732"/>
                </a:cubicBezTo>
                <a:cubicBezTo>
                  <a:pt x="366211" y="30157"/>
                  <a:pt x="364421" y="33030"/>
                  <a:pt x="363161" y="36351"/>
                </a:cubicBezTo>
                <a:cubicBezTo>
                  <a:pt x="361902" y="39672"/>
                  <a:pt x="361272" y="43259"/>
                  <a:pt x="361272" y="47112"/>
                </a:cubicBezTo>
                <a:cubicBezTo>
                  <a:pt x="361272" y="51096"/>
                  <a:pt x="361885" y="54749"/>
                  <a:pt x="363111" y="58071"/>
                </a:cubicBezTo>
                <a:cubicBezTo>
                  <a:pt x="364339" y="61392"/>
                  <a:pt x="366079" y="64248"/>
                  <a:pt x="368334" y="66640"/>
                </a:cubicBezTo>
                <a:cubicBezTo>
                  <a:pt x="370588" y="69030"/>
                  <a:pt x="373339" y="70873"/>
                  <a:pt x="376588" y="72169"/>
                </a:cubicBezTo>
                <a:cubicBezTo>
                  <a:pt x="379837" y="73464"/>
                  <a:pt x="383484" y="74111"/>
                  <a:pt x="387529" y="74111"/>
                </a:cubicBezTo>
                <a:cubicBezTo>
                  <a:pt x="393364" y="74111"/>
                  <a:pt x="398337" y="72786"/>
                  <a:pt x="402448" y="70136"/>
                </a:cubicBezTo>
                <a:cubicBezTo>
                  <a:pt x="406560" y="67487"/>
                  <a:pt x="409610" y="63081"/>
                  <a:pt x="411600" y="56919"/>
                </a:cubicBezTo>
                <a:lnTo>
                  <a:pt x="399167" y="56919"/>
                </a:lnTo>
                <a:cubicBezTo>
                  <a:pt x="398702" y="58496"/>
                  <a:pt x="397442" y="59992"/>
                  <a:pt x="395386" y="61405"/>
                </a:cubicBezTo>
                <a:cubicBezTo>
                  <a:pt x="393331" y="62818"/>
                  <a:pt x="390878" y="63524"/>
                  <a:pt x="388027" y="63524"/>
                </a:cubicBezTo>
                <a:cubicBezTo>
                  <a:pt x="384049" y="63524"/>
                  <a:pt x="380998" y="62497"/>
                  <a:pt x="378875" y="60444"/>
                </a:cubicBezTo>
                <a:cubicBezTo>
                  <a:pt x="376754" y="58391"/>
                  <a:pt x="375594" y="55078"/>
                  <a:pt x="375395" y="50508"/>
                </a:cubicBezTo>
                <a:close/>
                <a:moveTo>
                  <a:pt x="448683" y="21291"/>
                </a:moveTo>
                <a:lnTo>
                  <a:pt x="448683" y="72751"/>
                </a:lnTo>
                <a:lnTo>
                  <a:pt x="462807" y="72751"/>
                </a:lnTo>
                <a:lnTo>
                  <a:pt x="462807" y="49552"/>
                </a:lnTo>
                <a:cubicBezTo>
                  <a:pt x="462807" y="47229"/>
                  <a:pt x="463039" y="45072"/>
                  <a:pt x="463504" y="43081"/>
                </a:cubicBezTo>
                <a:cubicBezTo>
                  <a:pt x="463968" y="41090"/>
                  <a:pt x="464747" y="39347"/>
                  <a:pt x="465841" y="37854"/>
                </a:cubicBezTo>
                <a:cubicBezTo>
                  <a:pt x="466935" y="36360"/>
                  <a:pt x="468376" y="35182"/>
                  <a:pt x="470166" y="34319"/>
                </a:cubicBezTo>
                <a:cubicBezTo>
                  <a:pt x="471957" y="33456"/>
                  <a:pt x="474146" y="33025"/>
                  <a:pt x="476732" y="33025"/>
                </a:cubicBezTo>
                <a:cubicBezTo>
                  <a:pt x="477594" y="33025"/>
                  <a:pt x="478489" y="33075"/>
                  <a:pt x="479416" y="33175"/>
                </a:cubicBezTo>
                <a:cubicBezTo>
                  <a:pt x="480345" y="33274"/>
                  <a:pt x="481141" y="33390"/>
                  <a:pt x="481804" y="33522"/>
                </a:cubicBezTo>
                <a:lnTo>
                  <a:pt x="481804" y="20408"/>
                </a:lnTo>
                <a:cubicBezTo>
                  <a:pt x="480677" y="20077"/>
                  <a:pt x="479649" y="19912"/>
                  <a:pt x="478721" y="19912"/>
                </a:cubicBezTo>
                <a:cubicBezTo>
                  <a:pt x="476930" y="19912"/>
                  <a:pt x="475206" y="20177"/>
                  <a:pt x="473549" y="20707"/>
                </a:cubicBezTo>
                <a:cubicBezTo>
                  <a:pt x="471892" y="21236"/>
                  <a:pt x="470334" y="21981"/>
                  <a:pt x="468875" y="22941"/>
                </a:cubicBezTo>
                <a:cubicBezTo>
                  <a:pt x="467416" y="23901"/>
                  <a:pt x="466123" y="25060"/>
                  <a:pt x="464995" y="26418"/>
                </a:cubicBezTo>
                <a:cubicBezTo>
                  <a:pt x="463868" y="27776"/>
                  <a:pt x="462973" y="29250"/>
                  <a:pt x="462309" y="30839"/>
                </a:cubicBezTo>
                <a:lnTo>
                  <a:pt x="462110" y="30839"/>
                </a:lnTo>
                <a:lnTo>
                  <a:pt x="462110" y="21291"/>
                </a:lnTo>
                <a:lnTo>
                  <a:pt x="448683" y="21291"/>
                </a:lnTo>
                <a:close/>
                <a:moveTo>
                  <a:pt x="522315" y="41572"/>
                </a:moveTo>
                <a:lnTo>
                  <a:pt x="499341" y="41572"/>
                </a:lnTo>
                <a:cubicBezTo>
                  <a:pt x="499407" y="40575"/>
                  <a:pt x="499622" y="39444"/>
                  <a:pt x="499986" y="38180"/>
                </a:cubicBezTo>
                <a:cubicBezTo>
                  <a:pt x="500351" y="36915"/>
                  <a:pt x="500981" y="35718"/>
                  <a:pt x="501877" y="34588"/>
                </a:cubicBezTo>
                <a:cubicBezTo>
                  <a:pt x="502772" y="33457"/>
                  <a:pt x="503966" y="32509"/>
                  <a:pt x="505457" y="31744"/>
                </a:cubicBezTo>
                <a:cubicBezTo>
                  <a:pt x="506949" y="30979"/>
                  <a:pt x="508823" y="30596"/>
                  <a:pt x="511077" y="30596"/>
                </a:cubicBezTo>
                <a:cubicBezTo>
                  <a:pt x="514525" y="30596"/>
                  <a:pt x="517095" y="31528"/>
                  <a:pt x="518785" y="33390"/>
                </a:cubicBezTo>
                <a:cubicBezTo>
                  <a:pt x="520476" y="35253"/>
                  <a:pt x="521653" y="37980"/>
                  <a:pt x="522315" y="41572"/>
                </a:cubicBezTo>
                <a:moveTo>
                  <a:pt x="499341" y="50508"/>
                </a:moveTo>
                <a:lnTo>
                  <a:pt x="536440" y="50508"/>
                </a:lnTo>
                <a:cubicBezTo>
                  <a:pt x="536706" y="46522"/>
                  <a:pt x="536374" y="42701"/>
                  <a:pt x="535445" y="39047"/>
                </a:cubicBezTo>
                <a:cubicBezTo>
                  <a:pt x="534517" y="35392"/>
                  <a:pt x="533008" y="32137"/>
                  <a:pt x="530919" y="29281"/>
                </a:cubicBezTo>
                <a:cubicBezTo>
                  <a:pt x="528831" y="26423"/>
                  <a:pt x="526162" y="24148"/>
                  <a:pt x="522912" y="22454"/>
                </a:cubicBezTo>
                <a:cubicBezTo>
                  <a:pt x="519663" y="20759"/>
                  <a:pt x="515851" y="19912"/>
                  <a:pt x="511475" y="19912"/>
                </a:cubicBezTo>
                <a:cubicBezTo>
                  <a:pt x="507562" y="19912"/>
                  <a:pt x="503998" y="20610"/>
                  <a:pt x="500783" y="22005"/>
                </a:cubicBezTo>
                <a:cubicBezTo>
                  <a:pt x="497567" y="23399"/>
                  <a:pt x="494799" y="25308"/>
                  <a:pt x="492478" y="27732"/>
                </a:cubicBezTo>
                <a:cubicBezTo>
                  <a:pt x="490157" y="30157"/>
                  <a:pt x="488367" y="33030"/>
                  <a:pt x="487107" y="36351"/>
                </a:cubicBezTo>
                <a:cubicBezTo>
                  <a:pt x="485847" y="39672"/>
                  <a:pt x="485217" y="43259"/>
                  <a:pt x="485217" y="47112"/>
                </a:cubicBezTo>
                <a:cubicBezTo>
                  <a:pt x="485217" y="51096"/>
                  <a:pt x="485831" y="54749"/>
                  <a:pt x="487057" y="58071"/>
                </a:cubicBezTo>
                <a:cubicBezTo>
                  <a:pt x="488284" y="61392"/>
                  <a:pt x="490025" y="64248"/>
                  <a:pt x="492279" y="66640"/>
                </a:cubicBezTo>
                <a:cubicBezTo>
                  <a:pt x="494533" y="69030"/>
                  <a:pt x="497285" y="70873"/>
                  <a:pt x="500534" y="72169"/>
                </a:cubicBezTo>
                <a:cubicBezTo>
                  <a:pt x="503783" y="73464"/>
                  <a:pt x="507430" y="74111"/>
                  <a:pt x="511475" y="74111"/>
                </a:cubicBezTo>
                <a:cubicBezTo>
                  <a:pt x="517310" y="74111"/>
                  <a:pt x="522283" y="72786"/>
                  <a:pt x="526393" y="70136"/>
                </a:cubicBezTo>
                <a:cubicBezTo>
                  <a:pt x="530505" y="67487"/>
                  <a:pt x="533556" y="63081"/>
                  <a:pt x="535545" y="56919"/>
                </a:cubicBezTo>
                <a:lnTo>
                  <a:pt x="523112" y="56919"/>
                </a:lnTo>
                <a:cubicBezTo>
                  <a:pt x="522648" y="58496"/>
                  <a:pt x="521388" y="59992"/>
                  <a:pt x="519332" y="61405"/>
                </a:cubicBezTo>
                <a:cubicBezTo>
                  <a:pt x="517277" y="62818"/>
                  <a:pt x="514824" y="63524"/>
                  <a:pt x="511972" y="63524"/>
                </a:cubicBezTo>
                <a:cubicBezTo>
                  <a:pt x="507994" y="63524"/>
                  <a:pt x="504944" y="62497"/>
                  <a:pt x="502821" y="60444"/>
                </a:cubicBezTo>
                <a:cubicBezTo>
                  <a:pt x="500699" y="58391"/>
                  <a:pt x="499539" y="55078"/>
                  <a:pt x="499341" y="50508"/>
                </a:cubicBezTo>
                <a:close/>
                <a:moveTo>
                  <a:pt x="556026" y="56045"/>
                </a:moveTo>
                <a:lnTo>
                  <a:pt x="542600" y="56045"/>
                </a:lnTo>
                <a:cubicBezTo>
                  <a:pt x="542732" y="59487"/>
                  <a:pt x="543511" y="62350"/>
                  <a:pt x="544937" y="64633"/>
                </a:cubicBezTo>
                <a:cubicBezTo>
                  <a:pt x="546362" y="66916"/>
                  <a:pt x="548186" y="68752"/>
                  <a:pt x="550406" y="70142"/>
                </a:cubicBezTo>
                <a:cubicBezTo>
                  <a:pt x="552628" y="71533"/>
                  <a:pt x="555165" y="72525"/>
                  <a:pt x="558016" y="73120"/>
                </a:cubicBezTo>
                <a:cubicBezTo>
                  <a:pt x="560867" y="73716"/>
                  <a:pt x="563785" y="74014"/>
                  <a:pt x="566769" y="74014"/>
                </a:cubicBezTo>
                <a:cubicBezTo>
                  <a:pt x="569686" y="74014"/>
                  <a:pt x="572553" y="73732"/>
                  <a:pt x="575371" y="73167"/>
                </a:cubicBezTo>
                <a:cubicBezTo>
                  <a:pt x="578190" y="72604"/>
                  <a:pt x="580693" y="71625"/>
                  <a:pt x="582880" y="70232"/>
                </a:cubicBezTo>
                <a:cubicBezTo>
                  <a:pt x="585069" y="68839"/>
                  <a:pt x="586842" y="66998"/>
                  <a:pt x="588201" y="64709"/>
                </a:cubicBezTo>
                <a:cubicBezTo>
                  <a:pt x="589561" y="62421"/>
                  <a:pt x="590241" y="59584"/>
                  <a:pt x="590241" y="56201"/>
                </a:cubicBezTo>
                <a:cubicBezTo>
                  <a:pt x="590241" y="53813"/>
                  <a:pt x="589777" y="51807"/>
                  <a:pt x="588848" y="50182"/>
                </a:cubicBezTo>
                <a:cubicBezTo>
                  <a:pt x="587920" y="48556"/>
                  <a:pt x="586693" y="47196"/>
                  <a:pt x="585167" y="46101"/>
                </a:cubicBezTo>
                <a:cubicBezTo>
                  <a:pt x="583643" y="45006"/>
                  <a:pt x="581902" y="44127"/>
                  <a:pt x="579947" y="43465"/>
                </a:cubicBezTo>
                <a:cubicBezTo>
                  <a:pt x="577991" y="42801"/>
                  <a:pt x="575985" y="42237"/>
                  <a:pt x="573929" y="41773"/>
                </a:cubicBezTo>
                <a:cubicBezTo>
                  <a:pt x="571940" y="41308"/>
                  <a:pt x="569983" y="40877"/>
                  <a:pt x="568060" y="40479"/>
                </a:cubicBezTo>
                <a:cubicBezTo>
                  <a:pt x="566138" y="40081"/>
                  <a:pt x="564430" y="39633"/>
                  <a:pt x="562938" y="39136"/>
                </a:cubicBezTo>
                <a:cubicBezTo>
                  <a:pt x="561447" y="38639"/>
                  <a:pt x="560236" y="37991"/>
                  <a:pt x="559308" y="37195"/>
                </a:cubicBezTo>
                <a:cubicBezTo>
                  <a:pt x="558380" y="36399"/>
                  <a:pt x="557916" y="35370"/>
                  <a:pt x="557916" y="34110"/>
                </a:cubicBezTo>
                <a:cubicBezTo>
                  <a:pt x="557916" y="33048"/>
                  <a:pt x="558181" y="32203"/>
                  <a:pt x="558711" y="31572"/>
                </a:cubicBezTo>
                <a:cubicBezTo>
                  <a:pt x="559242" y="30942"/>
                  <a:pt x="559889" y="30461"/>
                  <a:pt x="560651" y="30130"/>
                </a:cubicBezTo>
                <a:cubicBezTo>
                  <a:pt x="561414" y="29799"/>
                  <a:pt x="562259" y="29583"/>
                  <a:pt x="563187" y="29484"/>
                </a:cubicBezTo>
                <a:cubicBezTo>
                  <a:pt x="564116" y="29384"/>
                  <a:pt x="564978" y="29334"/>
                  <a:pt x="565773" y="29334"/>
                </a:cubicBezTo>
                <a:cubicBezTo>
                  <a:pt x="568292" y="29334"/>
                  <a:pt x="570480" y="29817"/>
                  <a:pt x="572337" y="30783"/>
                </a:cubicBezTo>
                <a:cubicBezTo>
                  <a:pt x="574194" y="31748"/>
                  <a:pt x="575221" y="33596"/>
                  <a:pt x="575421" y="36327"/>
                </a:cubicBezTo>
                <a:lnTo>
                  <a:pt x="588849" y="36327"/>
                </a:lnTo>
                <a:cubicBezTo>
                  <a:pt x="588584" y="33144"/>
                  <a:pt x="587772" y="30508"/>
                  <a:pt x="586412" y="28418"/>
                </a:cubicBezTo>
                <a:cubicBezTo>
                  <a:pt x="585053" y="26329"/>
                  <a:pt x="583346" y="24655"/>
                  <a:pt x="581290" y="23395"/>
                </a:cubicBezTo>
                <a:cubicBezTo>
                  <a:pt x="579235" y="22134"/>
                  <a:pt x="576898" y="21239"/>
                  <a:pt x="574278" y="20709"/>
                </a:cubicBezTo>
                <a:cubicBezTo>
                  <a:pt x="571658" y="20178"/>
                  <a:pt x="568957" y="19912"/>
                  <a:pt x="566172" y="19912"/>
                </a:cubicBezTo>
                <a:cubicBezTo>
                  <a:pt x="563387" y="19912"/>
                  <a:pt x="560667" y="20161"/>
                  <a:pt x="558015" y="20659"/>
                </a:cubicBezTo>
                <a:cubicBezTo>
                  <a:pt x="555363" y="21155"/>
                  <a:pt x="552976" y="22017"/>
                  <a:pt x="550854" y="23245"/>
                </a:cubicBezTo>
                <a:cubicBezTo>
                  <a:pt x="548732" y="24472"/>
                  <a:pt x="547025" y="26147"/>
                  <a:pt x="545732" y="28270"/>
                </a:cubicBezTo>
                <a:cubicBezTo>
                  <a:pt x="544439" y="30392"/>
                  <a:pt x="543792" y="33113"/>
                  <a:pt x="543792" y="36430"/>
                </a:cubicBezTo>
                <a:cubicBezTo>
                  <a:pt x="543792" y="38686"/>
                  <a:pt x="544256" y="40593"/>
                  <a:pt x="545184" y="42152"/>
                </a:cubicBezTo>
                <a:cubicBezTo>
                  <a:pt x="546113" y="43710"/>
                  <a:pt x="547340" y="45004"/>
                  <a:pt x="548865" y="46033"/>
                </a:cubicBezTo>
                <a:cubicBezTo>
                  <a:pt x="550390" y="47061"/>
                  <a:pt x="552131" y="47890"/>
                  <a:pt x="554087" y="48520"/>
                </a:cubicBezTo>
                <a:cubicBezTo>
                  <a:pt x="556043" y="49150"/>
                  <a:pt x="558048" y="49698"/>
                  <a:pt x="560104" y="50162"/>
                </a:cubicBezTo>
                <a:cubicBezTo>
                  <a:pt x="565143" y="51224"/>
                  <a:pt x="569071" y="52285"/>
                  <a:pt x="571889" y="53346"/>
                </a:cubicBezTo>
                <a:cubicBezTo>
                  <a:pt x="574708" y="54408"/>
                  <a:pt x="576117" y="56000"/>
                  <a:pt x="576117" y="58122"/>
                </a:cubicBezTo>
                <a:cubicBezTo>
                  <a:pt x="576117" y="59382"/>
                  <a:pt x="575819" y="60427"/>
                  <a:pt x="575222" y="61256"/>
                </a:cubicBezTo>
                <a:cubicBezTo>
                  <a:pt x="574625" y="62086"/>
                  <a:pt x="573879" y="62750"/>
                  <a:pt x="572983" y="63248"/>
                </a:cubicBezTo>
                <a:cubicBezTo>
                  <a:pt x="572089" y="63744"/>
                  <a:pt x="571094" y="64109"/>
                  <a:pt x="570000" y="64342"/>
                </a:cubicBezTo>
                <a:cubicBezTo>
                  <a:pt x="568906" y="64574"/>
                  <a:pt x="567862" y="64689"/>
                  <a:pt x="566867" y="64689"/>
                </a:cubicBezTo>
                <a:cubicBezTo>
                  <a:pt x="565475" y="64689"/>
                  <a:pt x="564132" y="64524"/>
                  <a:pt x="562839" y="64193"/>
                </a:cubicBezTo>
                <a:cubicBezTo>
                  <a:pt x="561546" y="63861"/>
                  <a:pt x="560402" y="63348"/>
                  <a:pt x="559408" y="62653"/>
                </a:cubicBezTo>
                <a:cubicBezTo>
                  <a:pt x="558413" y="61957"/>
                  <a:pt x="557601" y="61062"/>
                  <a:pt x="556970" y="59969"/>
                </a:cubicBezTo>
                <a:cubicBezTo>
                  <a:pt x="556341" y="58877"/>
                  <a:pt x="556026" y="57568"/>
                  <a:pt x="556026" y="56045"/>
                </a:cubicBezTo>
                <a:close/>
                <a:moveTo>
                  <a:pt x="646881" y="72697"/>
                </a:moveTo>
                <a:lnTo>
                  <a:pt x="646881" y="21369"/>
                </a:lnTo>
                <a:lnTo>
                  <a:pt x="632758" y="21369"/>
                </a:lnTo>
                <a:lnTo>
                  <a:pt x="632758" y="48258"/>
                </a:lnTo>
                <a:cubicBezTo>
                  <a:pt x="632758" y="53482"/>
                  <a:pt x="631896" y="57236"/>
                  <a:pt x="630172" y="59519"/>
                </a:cubicBezTo>
                <a:cubicBezTo>
                  <a:pt x="628448" y="61800"/>
                  <a:pt x="625663" y="62941"/>
                  <a:pt x="621817" y="62941"/>
                </a:cubicBezTo>
                <a:cubicBezTo>
                  <a:pt x="618435" y="62941"/>
                  <a:pt x="616080" y="61899"/>
                  <a:pt x="614754" y="59816"/>
                </a:cubicBezTo>
                <a:cubicBezTo>
                  <a:pt x="613428" y="57732"/>
                  <a:pt x="612766" y="54573"/>
                  <a:pt x="612766" y="50340"/>
                </a:cubicBezTo>
                <a:lnTo>
                  <a:pt x="612766" y="21369"/>
                </a:lnTo>
                <a:lnTo>
                  <a:pt x="598642" y="21369"/>
                </a:lnTo>
                <a:lnTo>
                  <a:pt x="598642" y="52956"/>
                </a:lnTo>
                <a:cubicBezTo>
                  <a:pt x="598642" y="56134"/>
                  <a:pt x="598924" y="59032"/>
                  <a:pt x="599487" y="61648"/>
                </a:cubicBezTo>
                <a:cubicBezTo>
                  <a:pt x="600051" y="64263"/>
                  <a:pt x="601029" y="66482"/>
                  <a:pt x="602421" y="68303"/>
                </a:cubicBezTo>
                <a:cubicBezTo>
                  <a:pt x="603814" y="70124"/>
                  <a:pt x="605721" y="71532"/>
                  <a:pt x="608141" y="72525"/>
                </a:cubicBezTo>
                <a:cubicBezTo>
                  <a:pt x="610561" y="73518"/>
                  <a:pt x="613662" y="74014"/>
                  <a:pt x="617442" y="74014"/>
                </a:cubicBezTo>
                <a:cubicBezTo>
                  <a:pt x="620425" y="74014"/>
                  <a:pt x="623343" y="73349"/>
                  <a:pt x="626194" y="72020"/>
                </a:cubicBezTo>
                <a:cubicBezTo>
                  <a:pt x="629045" y="70689"/>
                  <a:pt x="631366" y="68528"/>
                  <a:pt x="633156" y="65535"/>
                </a:cubicBezTo>
                <a:lnTo>
                  <a:pt x="633455" y="65535"/>
                </a:lnTo>
                <a:lnTo>
                  <a:pt x="633455" y="72697"/>
                </a:lnTo>
                <a:lnTo>
                  <a:pt x="646881" y="72697"/>
                </a:lnTo>
                <a:close/>
                <a:moveTo>
                  <a:pt x="657952" y="1748"/>
                </a:moveTo>
                <a:lnTo>
                  <a:pt x="657952" y="72751"/>
                </a:lnTo>
                <a:lnTo>
                  <a:pt x="672076" y="72751"/>
                </a:lnTo>
                <a:lnTo>
                  <a:pt x="672076" y="1748"/>
                </a:lnTo>
                <a:lnTo>
                  <a:pt x="657952" y="1748"/>
                </a:lnTo>
                <a:close/>
                <a:moveTo>
                  <a:pt x="701470" y="21369"/>
                </a:moveTo>
                <a:lnTo>
                  <a:pt x="701470" y="5925"/>
                </a:lnTo>
                <a:lnTo>
                  <a:pt x="687347" y="5925"/>
                </a:lnTo>
                <a:lnTo>
                  <a:pt x="687347" y="21369"/>
                </a:lnTo>
                <a:lnTo>
                  <a:pt x="678793" y="21369"/>
                </a:lnTo>
                <a:lnTo>
                  <a:pt x="678793" y="30791"/>
                </a:lnTo>
                <a:lnTo>
                  <a:pt x="687347" y="30791"/>
                </a:lnTo>
                <a:lnTo>
                  <a:pt x="687347" y="61109"/>
                </a:lnTo>
                <a:cubicBezTo>
                  <a:pt x="687347" y="63694"/>
                  <a:pt x="687778" y="65782"/>
                  <a:pt x="688640" y="67373"/>
                </a:cubicBezTo>
                <a:cubicBezTo>
                  <a:pt x="689502" y="68963"/>
                  <a:pt x="690679" y="70189"/>
                  <a:pt x="692170" y="71052"/>
                </a:cubicBezTo>
                <a:cubicBezTo>
                  <a:pt x="693662" y="71913"/>
                  <a:pt x="695386" y="72492"/>
                  <a:pt x="697342" y="72789"/>
                </a:cubicBezTo>
                <a:cubicBezTo>
                  <a:pt x="699299" y="73088"/>
                  <a:pt x="701372" y="73237"/>
                  <a:pt x="703560" y="73237"/>
                </a:cubicBezTo>
                <a:cubicBezTo>
                  <a:pt x="704952" y="73237"/>
                  <a:pt x="706378" y="73205"/>
                  <a:pt x="707837" y="73140"/>
                </a:cubicBezTo>
                <a:cubicBezTo>
                  <a:pt x="709296" y="73075"/>
                  <a:pt x="710622" y="72946"/>
                  <a:pt x="711815" y="72751"/>
                </a:cubicBezTo>
                <a:lnTo>
                  <a:pt x="711815" y="61766"/>
                </a:lnTo>
                <a:cubicBezTo>
                  <a:pt x="711152" y="61899"/>
                  <a:pt x="710456" y="61999"/>
                  <a:pt x="709726" y="62065"/>
                </a:cubicBezTo>
                <a:cubicBezTo>
                  <a:pt x="708997" y="62131"/>
                  <a:pt x="708234" y="62164"/>
                  <a:pt x="707439" y="62164"/>
                </a:cubicBezTo>
                <a:cubicBezTo>
                  <a:pt x="705051" y="62164"/>
                  <a:pt x="703459" y="61767"/>
                  <a:pt x="702663" y="60973"/>
                </a:cubicBezTo>
                <a:cubicBezTo>
                  <a:pt x="701868" y="60178"/>
                  <a:pt x="701470" y="58590"/>
                  <a:pt x="701470" y="56207"/>
                </a:cubicBezTo>
                <a:lnTo>
                  <a:pt x="701470" y="30791"/>
                </a:lnTo>
                <a:lnTo>
                  <a:pt x="711815" y="30791"/>
                </a:lnTo>
                <a:lnTo>
                  <a:pt x="711815" y="21369"/>
                </a:lnTo>
                <a:lnTo>
                  <a:pt x="701470" y="21369"/>
                </a:lnTo>
                <a:close/>
                <a:moveTo>
                  <a:pt x="729703" y="56045"/>
                </a:moveTo>
                <a:lnTo>
                  <a:pt x="716276" y="56045"/>
                </a:lnTo>
                <a:cubicBezTo>
                  <a:pt x="716409" y="59487"/>
                  <a:pt x="717188" y="62350"/>
                  <a:pt x="718613" y="64633"/>
                </a:cubicBezTo>
                <a:cubicBezTo>
                  <a:pt x="720039" y="66916"/>
                  <a:pt x="721862" y="68752"/>
                  <a:pt x="724083" y="70142"/>
                </a:cubicBezTo>
                <a:cubicBezTo>
                  <a:pt x="726305" y="71533"/>
                  <a:pt x="728842" y="72525"/>
                  <a:pt x="731693" y="73120"/>
                </a:cubicBezTo>
                <a:cubicBezTo>
                  <a:pt x="734544" y="73716"/>
                  <a:pt x="737461" y="74014"/>
                  <a:pt x="740445" y="74014"/>
                </a:cubicBezTo>
                <a:cubicBezTo>
                  <a:pt x="743362" y="74014"/>
                  <a:pt x="746230" y="73732"/>
                  <a:pt x="749047" y="73167"/>
                </a:cubicBezTo>
                <a:cubicBezTo>
                  <a:pt x="751866" y="72604"/>
                  <a:pt x="754369" y="71625"/>
                  <a:pt x="756557" y="70232"/>
                </a:cubicBezTo>
                <a:cubicBezTo>
                  <a:pt x="758745" y="68839"/>
                  <a:pt x="760519" y="66998"/>
                  <a:pt x="761878" y="64709"/>
                </a:cubicBezTo>
                <a:cubicBezTo>
                  <a:pt x="763238" y="62421"/>
                  <a:pt x="763918" y="59584"/>
                  <a:pt x="763918" y="56201"/>
                </a:cubicBezTo>
                <a:cubicBezTo>
                  <a:pt x="763918" y="53813"/>
                  <a:pt x="763453" y="51807"/>
                  <a:pt x="762524" y="50182"/>
                </a:cubicBezTo>
                <a:cubicBezTo>
                  <a:pt x="761597" y="48556"/>
                  <a:pt x="760370" y="47196"/>
                  <a:pt x="758844" y="46101"/>
                </a:cubicBezTo>
                <a:cubicBezTo>
                  <a:pt x="757319" y="45006"/>
                  <a:pt x="755579" y="44127"/>
                  <a:pt x="753623" y="43465"/>
                </a:cubicBezTo>
                <a:cubicBezTo>
                  <a:pt x="751667" y="42801"/>
                  <a:pt x="749662" y="42237"/>
                  <a:pt x="747606" y="41773"/>
                </a:cubicBezTo>
                <a:cubicBezTo>
                  <a:pt x="745616" y="41308"/>
                  <a:pt x="743660" y="40877"/>
                  <a:pt x="741737" y="40479"/>
                </a:cubicBezTo>
                <a:cubicBezTo>
                  <a:pt x="739814" y="40081"/>
                  <a:pt x="738107" y="39633"/>
                  <a:pt x="736615" y="39136"/>
                </a:cubicBezTo>
                <a:cubicBezTo>
                  <a:pt x="735123" y="38639"/>
                  <a:pt x="733913" y="37991"/>
                  <a:pt x="732984" y="37195"/>
                </a:cubicBezTo>
                <a:cubicBezTo>
                  <a:pt x="732056" y="36399"/>
                  <a:pt x="731593" y="35370"/>
                  <a:pt x="731593" y="34110"/>
                </a:cubicBezTo>
                <a:cubicBezTo>
                  <a:pt x="731593" y="33048"/>
                  <a:pt x="731858" y="32203"/>
                  <a:pt x="732388" y="31572"/>
                </a:cubicBezTo>
                <a:cubicBezTo>
                  <a:pt x="732919" y="30942"/>
                  <a:pt x="733566" y="30461"/>
                  <a:pt x="734327" y="30130"/>
                </a:cubicBezTo>
                <a:cubicBezTo>
                  <a:pt x="735090" y="29799"/>
                  <a:pt x="735936" y="29583"/>
                  <a:pt x="736863" y="29484"/>
                </a:cubicBezTo>
                <a:cubicBezTo>
                  <a:pt x="737792" y="29384"/>
                  <a:pt x="738654" y="29334"/>
                  <a:pt x="739450" y="29334"/>
                </a:cubicBezTo>
                <a:cubicBezTo>
                  <a:pt x="741969" y="29334"/>
                  <a:pt x="744157" y="29817"/>
                  <a:pt x="746014" y="30783"/>
                </a:cubicBezTo>
                <a:cubicBezTo>
                  <a:pt x="747870" y="31748"/>
                  <a:pt x="748898" y="33596"/>
                  <a:pt x="749097" y="36327"/>
                </a:cubicBezTo>
                <a:lnTo>
                  <a:pt x="762526" y="36327"/>
                </a:lnTo>
                <a:cubicBezTo>
                  <a:pt x="762261" y="33144"/>
                  <a:pt x="761448" y="30508"/>
                  <a:pt x="760088" y="28418"/>
                </a:cubicBezTo>
                <a:cubicBezTo>
                  <a:pt x="758730" y="26329"/>
                  <a:pt x="757022" y="24655"/>
                  <a:pt x="754966" y="23395"/>
                </a:cubicBezTo>
                <a:cubicBezTo>
                  <a:pt x="752911" y="22134"/>
                  <a:pt x="750574" y="21239"/>
                  <a:pt x="747955" y="20709"/>
                </a:cubicBezTo>
                <a:cubicBezTo>
                  <a:pt x="745335" y="20178"/>
                  <a:pt x="742633" y="19912"/>
                  <a:pt x="739849" y="19912"/>
                </a:cubicBezTo>
                <a:cubicBezTo>
                  <a:pt x="737063" y="19912"/>
                  <a:pt x="734344" y="20161"/>
                  <a:pt x="731691" y="20659"/>
                </a:cubicBezTo>
                <a:cubicBezTo>
                  <a:pt x="729039" y="21155"/>
                  <a:pt x="726653" y="22017"/>
                  <a:pt x="724531" y="23245"/>
                </a:cubicBezTo>
                <a:cubicBezTo>
                  <a:pt x="722409" y="24472"/>
                  <a:pt x="720702" y="26147"/>
                  <a:pt x="719409" y="28270"/>
                </a:cubicBezTo>
                <a:cubicBezTo>
                  <a:pt x="718116" y="30392"/>
                  <a:pt x="717469" y="33113"/>
                  <a:pt x="717469" y="36430"/>
                </a:cubicBezTo>
                <a:cubicBezTo>
                  <a:pt x="717469" y="38686"/>
                  <a:pt x="717933" y="40593"/>
                  <a:pt x="718861" y="42152"/>
                </a:cubicBezTo>
                <a:cubicBezTo>
                  <a:pt x="719790" y="43710"/>
                  <a:pt x="721016" y="45004"/>
                  <a:pt x="722541" y="46033"/>
                </a:cubicBezTo>
                <a:cubicBezTo>
                  <a:pt x="724067" y="47061"/>
                  <a:pt x="725808" y="47890"/>
                  <a:pt x="727763" y="48520"/>
                </a:cubicBezTo>
                <a:cubicBezTo>
                  <a:pt x="729719" y="49150"/>
                  <a:pt x="731725" y="49698"/>
                  <a:pt x="733781" y="50162"/>
                </a:cubicBezTo>
                <a:cubicBezTo>
                  <a:pt x="738820" y="51224"/>
                  <a:pt x="742748" y="52285"/>
                  <a:pt x="745566" y="53346"/>
                </a:cubicBezTo>
                <a:cubicBezTo>
                  <a:pt x="748385" y="54408"/>
                  <a:pt x="749794" y="56000"/>
                  <a:pt x="749794" y="58122"/>
                </a:cubicBezTo>
                <a:cubicBezTo>
                  <a:pt x="749794" y="59382"/>
                  <a:pt x="749496" y="60427"/>
                  <a:pt x="748899" y="61256"/>
                </a:cubicBezTo>
                <a:cubicBezTo>
                  <a:pt x="748302" y="62086"/>
                  <a:pt x="747556" y="62750"/>
                  <a:pt x="746660" y="63248"/>
                </a:cubicBezTo>
                <a:cubicBezTo>
                  <a:pt x="745766" y="63744"/>
                  <a:pt x="744771" y="64109"/>
                  <a:pt x="743676" y="64342"/>
                </a:cubicBezTo>
                <a:cubicBezTo>
                  <a:pt x="742583" y="64574"/>
                  <a:pt x="741538" y="64689"/>
                  <a:pt x="740544" y="64689"/>
                </a:cubicBezTo>
                <a:cubicBezTo>
                  <a:pt x="739152" y="64689"/>
                  <a:pt x="737809" y="64524"/>
                  <a:pt x="736516" y="64193"/>
                </a:cubicBezTo>
                <a:cubicBezTo>
                  <a:pt x="735223" y="63861"/>
                  <a:pt x="734079" y="63348"/>
                  <a:pt x="733084" y="62653"/>
                </a:cubicBezTo>
                <a:cubicBezTo>
                  <a:pt x="732090" y="61957"/>
                  <a:pt x="731277" y="61062"/>
                  <a:pt x="730647" y="59969"/>
                </a:cubicBezTo>
                <a:cubicBezTo>
                  <a:pt x="730018" y="58877"/>
                  <a:pt x="729703" y="57568"/>
                  <a:pt x="729703" y="56045"/>
                </a:cubicBezTo>
                <a:close/>
                <a:moveTo>
                  <a:pt x="814383" y="13404"/>
                </a:moveTo>
                <a:lnTo>
                  <a:pt x="814383" y="1748"/>
                </a:lnTo>
                <a:lnTo>
                  <a:pt x="800260" y="1748"/>
                </a:lnTo>
                <a:lnTo>
                  <a:pt x="800260" y="13404"/>
                </a:lnTo>
                <a:lnTo>
                  <a:pt x="814383" y="13404"/>
                </a:lnTo>
                <a:moveTo>
                  <a:pt x="800260" y="21329"/>
                </a:moveTo>
                <a:lnTo>
                  <a:pt x="800260" y="72751"/>
                </a:lnTo>
                <a:lnTo>
                  <a:pt x="814383" y="72751"/>
                </a:lnTo>
                <a:lnTo>
                  <a:pt x="814383" y="21329"/>
                </a:lnTo>
                <a:lnTo>
                  <a:pt x="800260" y="21329"/>
                </a:lnTo>
                <a:close/>
                <a:moveTo>
                  <a:pt x="825876" y="21328"/>
                </a:moveTo>
                <a:lnTo>
                  <a:pt x="825876" y="72751"/>
                </a:lnTo>
                <a:lnTo>
                  <a:pt x="839999" y="72751"/>
                </a:lnTo>
                <a:lnTo>
                  <a:pt x="839999" y="45800"/>
                </a:lnTo>
                <a:cubicBezTo>
                  <a:pt x="839999" y="40562"/>
                  <a:pt x="840861" y="36800"/>
                  <a:pt x="842585" y="34513"/>
                </a:cubicBezTo>
                <a:cubicBezTo>
                  <a:pt x="844309" y="32226"/>
                  <a:pt x="847094" y="31082"/>
                  <a:pt x="850940" y="31082"/>
                </a:cubicBezTo>
                <a:cubicBezTo>
                  <a:pt x="854322" y="31082"/>
                  <a:pt x="856676" y="32126"/>
                  <a:pt x="858002" y="34214"/>
                </a:cubicBezTo>
                <a:cubicBezTo>
                  <a:pt x="859328" y="36303"/>
                  <a:pt x="859991" y="39469"/>
                  <a:pt x="859991" y="43712"/>
                </a:cubicBezTo>
                <a:lnTo>
                  <a:pt x="859991" y="72751"/>
                </a:lnTo>
                <a:lnTo>
                  <a:pt x="874115" y="72751"/>
                </a:lnTo>
                <a:lnTo>
                  <a:pt x="874115" y="41108"/>
                </a:lnTo>
                <a:cubicBezTo>
                  <a:pt x="874115" y="37924"/>
                  <a:pt x="873833" y="35021"/>
                  <a:pt x="873270" y="32401"/>
                </a:cubicBezTo>
                <a:cubicBezTo>
                  <a:pt x="872706" y="29780"/>
                  <a:pt x="871728" y="27558"/>
                  <a:pt x="870334" y="25734"/>
                </a:cubicBezTo>
                <a:cubicBezTo>
                  <a:pt x="868942" y="23909"/>
                  <a:pt x="867036" y="22483"/>
                  <a:pt x="864616" y="21455"/>
                </a:cubicBezTo>
                <a:cubicBezTo>
                  <a:pt x="862196" y="20426"/>
                  <a:pt x="859096" y="19912"/>
                  <a:pt x="855316" y="19912"/>
                </a:cubicBezTo>
                <a:cubicBezTo>
                  <a:pt x="852332" y="19912"/>
                  <a:pt x="849414" y="20593"/>
                  <a:pt x="846563" y="21956"/>
                </a:cubicBezTo>
                <a:cubicBezTo>
                  <a:pt x="843712" y="23319"/>
                  <a:pt x="841391" y="25496"/>
                  <a:pt x="839601" y="28488"/>
                </a:cubicBezTo>
                <a:lnTo>
                  <a:pt x="839303" y="28488"/>
                </a:lnTo>
                <a:lnTo>
                  <a:pt x="839303" y="21328"/>
                </a:lnTo>
                <a:lnTo>
                  <a:pt x="825876" y="21328"/>
                </a:lnTo>
                <a:close/>
                <a:moveTo>
                  <a:pt x="923272" y="56045"/>
                </a:moveTo>
                <a:lnTo>
                  <a:pt x="909845" y="56045"/>
                </a:lnTo>
                <a:cubicBezTo>
                  <a:pt x="909978" y="59487"/>
                  <a:pt x="910757" y="62350"/>
                  <a:pt x="912183" y="64633"/>
                </a:cubicBezTo>
                <a:cubicBezTo>
                  <a:pt x="913608" y="66916"/>
                  <a:pt x="915431" y="68752"/>
                  <a:pt x="917652" y="70142"/>
                </a:cubicBezTo>
                <a:cubicBezTo>
                  <a:pt x="919874" y="71533"/>
                  <a:pt x="922411" y="72525"/>
                  <a:pt x="925262" y="73120"/>
                </a:cubicBezTo>
                <a:cubicBezTo>
                  <a:pt x="928113" y="73716"/>
                  <a:pt x="931031" y="74014"/>
                  <a:pt x="934014" y="74014"/>
                </a:cubicBezTo>
                <a:cubicBezTo>
                  <a:pt x="936931" y="74014"/>
                  <a:pt x="939799" y="73732"/>
                  <a:pt x="942617" y="73167"/>
                </a:cubicBezTo>
                <a:cubicBezTo>
                  <a:pt x="945435" y="72604"/>
                  <a:pt x="947938" y="71625"/>
                  <a:pt x="950126" y="70232"/>
                </a:cubicBezTo>
                <a:cubicBezTo>
                  <a:pt x="952314" y="68839"/>
                  <a:pt x="954088" y="66998"/>
                  <a:pt x="955447" y="64709"/>
                </a:cubicBezTo>
                <a:cubicBezTo>
                  <a:pt x="956807" y="62421"/>
                  <a:pt x="957487" y="59584"/>
                  <a:pt x="957487" y="56201"/>
                </a:cubicBezTo>
                <a:cubicBezTo>
                  <a:pt x="957487" y="53813"/>
                  <a:pt x="957022" y="51807"/>
                  <a:pt x="956093" y="50182"/>
                </a:cubicBezTo>
                <a:cubicBezTo>
                  <a:pt x="955166" y="48556"/>
                  <a:pt x="953939" y="47196"/>
                  <a:pt x="952413" y="46101"/>
                </a:cubicBezTo>
                <a:cubicBezTo>
                  <a:pt x="950888" y="45006"/>
                  <a:pt x="949148" y="44127"/>
                  <a:pt x="947192" y="43465"/>
                </a:cubicBezTo>
                <a:cubicBezTo>
                  <a:pt x="945237" y="42801"/>
                  <a:pt x="943231" y="42237"/>
                  <a:pt x="941175" y="41773"/>
                </a:cubicBezTo>
                <a:cubicBezTo>
                  <a:pt x="939186" y="41308"/>
                  <a:pt x="937229" y="40877"/>
                  <a:pt x="935306" y="40479"/>
                </a:cubicBezTo>
                <a:cubicBezTo>
                  <a:pt x="933383" y="40081"/>
                  <a:pt x="931676" y="39633"/>
                  <a:pt x="930184" y="39136"/>
                </a:cubicBezTo>
                <a:cubicBezTo>
                  <a:pt x="928692" y="38639"/>
                  <a:pt x="927482" y="37991"/>
                  <a:pt x="926553" y="37195"/>
                </a:cubicBezTo>
                <a:cubicBezTo>
                  <a:pt x="925626" y="36399"/>
                  <a:pt x="925162" y="35370"/>
                  <a:pt x="925162" y="34110"/>
                </a:cubicBezTo>
                <a:cubicBezTo>
                  <a:pt x="925162" y="33048"/>
                  <a:pt x="925427" y="32203"/>
                  <a:pt x="925957" y="31572"/>
                </a:cubicBezTo>
                <a:cubicBezTo>
                  <a:pt x="926488" y="30942"/>
                  <a:pt x="927135" y="30461"/>
                  <a:pt x="927897" y="30130"/>
                </a:cubicBezTo>
                <a:cubicBezTo>
                  <a:pt x="928659" y="29799"/>
                  <a:pt x="929505" y="29583"/>
                  <a:pt x="930433" y="29484"/>
                </a:cubicBezTo>
                <a:cubicBezTo>
                  <a:pt x="931361" y="29384"/>
                  <a:pt x="932223" y="29334"/>
                  <a:pt x="933019" y="29334"/>
                </a:cubicBezTo>
                <a:cubicBezTo>
                  <a:pt x="935538" y="29334"/>
                  <a:pt x="937726" y="29817"/>
                  <a:pt x="939583" y="30783"/>
                </a:cubicBezTo>
                <a:cubicBezTo>
                  <a:pt x="941439" y="31748"/>
                  <a:pt x="942467" y="33596"/>
                  <a:pt x="942667" y="36327"/>
                </a:cubicBezTo>
                <a:lnTo>
                  <a:pt x="956095" y="36327"/>
                </a:lnTo>
                <a:cubicBezTo>
                  <a:pt x="955830" y="33144"/>
                  <a:pt x="955017" y="30508"/>
                  <a:pt x="953658" y="28418"/>
                </a:cubicBezTo>
                <a:cubicBezTo>
                  <a:pt x="952299" y="26329"/>
                  <a:pt x="950591" y="24655"/>
                  <a:pt x="948535" y="23395"/>
                </a:cubicBezTo>
                <a:cubicBezTo>
                  <a:pt x="946481" y="22134"/>
                  <a:pt x="944143" y="21239"/>
                  <a:pt x="941524" y="20709"/>
                </a:cubicBezTo>
                <a:cubicBezTo>
                  <a:pt x="938904" y="20178"/>
                  <a:pt x="936202" y="19912"/>
                  <a:pt x="933418" y="19912"/>
                </a:cubicBezTo>
                <a:cubicBezTo>
                  <a:pt x="930632" y="19912"/>
                  <a:pt x="927913" y="20161"/>
                  <a:pt x="925260" y="20659"/>
                </a:cubicBezTo>
                <a:cubicBezTo>
                  <a:pt x="922608" y="21155"/>
                  <a:pt x="920222" y="22017"/>
                  <a:pt x="918100" y="23245"/>
                </a:cubicBezTo>
                <a:cubicBezTo>
                  <a:pt x="915978" y="24472"/>
                  <a:pt x="914271" y="26147"/>
                  <a:pt x="912978" y="28270"/>
                </a:cubicBezTo>
                <a:cubicBezTo>
                  <a:pt x="911685" y="30392"/>
                  <a:pt x="911038" y="33113"/>
                  <a:pt x="911038" y="36430"/>
                </a:cubicBezTo>
                <a:cubicBezTo>
                  <a:pt x="911038" y="38686"/>
                  <a:pt x="911502" y="40593"/>
                  <a:pt x="912430" y="42152"/>
                </a:cubicBezTo>
                <a:cubicBezTo>
                  <a:pt x="913359" y="43710"/>
                  <a:pt x="914586" y="45004"/>
                  <a:pt x="916110" y="46033"/>
                </a:cubicBezTo>
                <a:cubicBezTo>
                  <a:pt x="917636" y="47061"/>
                  <a:pt x="919377" y="47890"/>
                  <a:pt x="921333" y="48520"/>
                </a:cubicBezTo>
                <a:cubicBezTo>
                  <a:pt x="923288" y="49150"/>
                  <a:pt x="925294" y="49698"/>
                  <a:pt x="927350" y="50162"/>
                </a:cubicBezTo>
                <a:cubicBezTo>
                  <a:pt x="932389" y="51224"/>
                  <a:pt x="936317" y="52285"/>
                  <a:pt x="939135" y="53346"/>
                </a:cubicBezTo>
                <a:cubicBezTo>
                  <a:pt x="941954" y="54408"/>
                  <a:pt x="943363" y="56000"/>
                  <a:pt x="943363" y="58122"/>
                </a:cubicBezTo>
                <a:cubicBezTo>
                  <a:pt x="943363" y="59382"/>
                  <a:pt x="943065" y="60427"/>
                  <a:pt x="942468" y="61256"/>
                </a:cubicBezTo>
                <a:cubicBezTo>
                  <a:pt x="941871" y="62086"/>
                  <a:pt x="941125" y="62750"/>
                  <a:pt x="940229" y="63248"/>
                </a:cubicBezTo>
                <a:cubicBezTo>
                  <a:pt x="939335" y="63744"/>
                  <a:pt x="938340" y="64109"/>
                  <a:pt x="937245" y="64342"/>
                </a:cubicBezTo>
                <a:cubicBezTo>
                  <a:pt x="936152" y="64574"/>
                  <a:pt x="935108" y="64689"/>
                  <a:pt x="934113" y="64689"/>
                </a:cubicBezTo>
                <a:cubicBezTo>
                  <a:pt x="932721" y="64689"/>
                  <a:pt x="931378" y="64524"/>
                  <a:pt x="930085" y="64193"/>
                </a:cubicBezTo>
                <a:cubicBezTo>
                  <a:pt x="928792" y="63861"/>
                  <a:pt x="927648" y="63348"/>
                  <a:pt x="926654" y="62653"/>
                </a:cubicBezTo>
                <a:cubicBezTo>
                  <a:pt x="925659" y="61957"/>
                  <a:pt x="924847" y="61062"/>
                  <a:pt x="924216" y="59969"/>
                </a:cubicBezTo>
                <a:cubicBezTo>
                  <a:pt x="923587" y="58877"/>
                  <a:pt x="923272" y="57568"/>
                  <a:pt x="923272" y="56045"/>
                </a:cubicBezTo>
                <a:close/>
                <a:moveTo>
                  <a:pt x="980409" y="13404"/>
                </a:moveTo>
                <a:lnTo>
                  <a:pt x="980409" y="1748"/>
                </a:lnTo>
                <a:lnTo>
                  <a:pt x="966286" y="1748"/>
                </a:lnTo>
                <a:lnTo>
                  <a:pt x="966286" y="13404"/>
                </a:lnTo>
                <a:lnTo>
                  <a:pt x="980409" y="13404"/>
                </a:lnTo>
                <a:moveTo>
                  <a:pt x="966286" y="21329"/>
                </a:moveTo>
                <a:lnTo>
                  <a:pt x="966286" y="72751"/>
                </a:lnTo>
                <a:lnTo>
                  <a:pt x="980409" y="72751"/>
                </a:lnTo>
                <a:lnTo>
                  <a:pt x="980409" y="21329"/>
                </a:lnTo>
                <a:lnTo>
                  <a:pt x="966286" y="21329"/>
                </a:lnTo>
                <a:close/>
                <a:moveTo>
                  <a:pt x="991902" y="21328"/>
                </a:moveTo>
                <a:lnTo>
                  <a:pt x="991902" y="72751"/>
                </a:lnTo>
                <a:lnTo>
                  <a:pt x="1006025" y="72751"/>
                </a:lnTo>
                <a:lnTo>
                  <a:pt x="1006025" y="45800"/>
                </a:lnTo>
                <a:cubicBezTo>
                  <a:pt x="1006025" y="40562"/>
                  <a:pt x="1006887" y="36800"/>
                  <a:pt x="1008611" y="34513"/>
                </a:cubicBezTo>
                <a:cubicBezTo>
                  <a:pt x="1010335" y="32226"/>
                  <a:pt x="1013120" y="31082"/>
                  <a:pt x="1016966" y="31082"/>
                </a:cubicBezTo>
                <a:cubicBezTo>
                  <a:pt x="1020348" y="31082"/>
                  <a:pt x="1022702" y="32126"/>
                  <a:pt x="1024028" y="34214"/>
                </a:cubicBezTo>
                <a:cubicBezTo>
                  <a:pt x="1025354" y="36303"/>
                  <a:pt x="1026017" y="39469"/>
                  <a:pt x="1026017" y="43712"/>
                </a:cubicBezTo>
                <a:lnTo>
                  <a:pt x="1026017" y="72751"/>
                </a:lnTo>
                <a:lnTo>
                  <a:pt x="1040141" y="72751"/>
                </a:lnTo>
                <a:lnTo>
                  <a:pt x="1040141" y="41108"/>
                </a:lnTo>
                <a:cubicBezTo>
                  <a:pt x="1040141" y="37924"/>
                  <a:pt x="1039859" y="35021"/>
                  <a:pt x="1039296" y="32401"/>
                </a:cubicBezTo>
                <a:cubicBezTo>
                  <a:pt x="1038732" y="29780"/>
                  <a:pt x="1037754" y="27558"/>
                  <a:pt x="1036360" y="25734"/>
                </a:cubicBezTo>
                <a:cubicBezTo>
                  <a:pt x="1034968" y="23909"/>
                  <a:pt x="1033062" y="22483"/>
                  <a:pt x="1030642" y="21455"/>
                </a:cubicBezTo>
                <a:cubicBezTo>
                  <a:pt x="1028222" y="20426"/>
                  <a:pt x="1025121" y="19912"/>
                  <a:pt x="1021341" y="19912"/>
                </a:cubicBezTo>
                <a:cubicBezTo>
                  <a:pt x="1018358" y="19912"/>
                  <a:pt x="1015440" y="20593"/>
                  <a:pt x="1012589" y="21956"/>
                </a:cubicBezTo>
                <a:cubicBezTo>
                  <a:pt x="1009738" y="23319"/>
                  <a:pt x="1007417" y="25496"/>
                  <a:pt x="1005627" y="28488"/>
                </a:cubicBezTo>
                <a:lnTo>
                  <a:pt x="1005328" y="28488"/>
                </a:lnTo>
                <a:lnTo>
                  <a:pt x="1005328" y="21328"/>
                </a:lnTo>
                <a:lnTo>
                  <a:pt x="991902" y="21328"/>
                </a:lnTo>
                <a:close/>
                <a:moveTo>
                  <a:pt x="1072099" y="0"/>
                </a:moveTo>
                <a:lnTo>
                  <a:pt x="1044449" y="74305"/>
                </a:lnTo>
                <a:lnTo>
                  <a:pt x="1055687" y="74305"/>
                </a:lnTo>
                <a:lnTo>
                  <a:pt x="1083438" y="0"/>
                </a:lnTo>
                <a:lnTo>
                  <a:pt x="1072099" y="0"/>
                </a:lnTo>
                <a:close/>
                <a:moveTo>
                  <a:pt x="1086942" y="37144"/>
                </a:moveTo>
                <a:cubicBezTo>
                  <a:pt x="1087140" y="33828"/>
                  <a:pt x="1087969" y="31076"/>
                  <a:pt x="1089428" y="28889"/>
                </a:cubicBezTo>
                <a:cubicBezTo>
                  <a:pt x="1090887" y="26700"/>
                  <a:pt x="1092743" y="24943"/>
                  <a:pt x="1094997" y="23617"/>
                </a:cubicBezTo>
                <a:cubicBezTo>
                  <a:pt x="1097252" y="22290"/>
                  <a:pt x="1099788" y="21345"/>
                  <a:pt x="1102606" y="20782"/>
                </a:cubicBezTo>
                <a:cubicBezTo>
                  <a:pt x="1105424" y="20218"/>
                  <a:pt x="1108259" y="19936"/>
                  <a:pt x="1111111" y="19936"/>
                </a:cubicBezTo>
                <a:cubicBezTo>
                  <a:pt x="1113697" y="19936"/>
                  <a:pt x="1116316" y="20119"/>
                  <a:pt x="1118968" y="20484"/>
                </a:cubicBezTo>
                <a:cubicBezTo>
                  <a:pt x="1121620" y="20848"/>
                  <a:pt x="1124041" y="21561"/>
                  <a:pt x="1126228" y="22622"/>
                </a:cubicBezTo>
                <a:cubicBezTo>
                  <a:pt x="1128417" y="23683"/>
                  <a:pt x="1130207" y="25158"/>
                  <a:pt x="1131599" y="27048"/>
                </a:cubicBezTo>
                <a:cubicBezTo>
                  <a:pt x="1132992" y="28938"/>
                  <a:pt x="1133689" y="31441"/>
                  <a:pt x="1133689" y="34557"/>
                </a:cubicBezTo>
                <a:lnTo>
                  <a:pt x="1133689" y="61313"/>
                </a:lnTo>
                <a:cubicBezTo>
                  <a:pt x="1133689" y="63634"/>
                  <a:pt x="1133822" y="65855"/>
                  <a:pt x="1134087" y="67977"/>
                </a:cubicBezTo>
                <a:cubicBezTo>
                  <a:pt x="1134352" y="70098"/>
                  <a:pt x="1134816" y="71690"/>
                  <a:pt x="1135478" y="72751"/>
                </a:cubicBezTo>
                <a:lnTo>
                  <a:pt x="1121156" y="72751"/>
                </a:lnTo>
                <a:cubicBezTo>
                  <a:pt x="1120891" y="71956"/>
                  <a:pt x="1120675" y="71144"/>
                  <a:pt x="1120510" y="70315"/>
                </a:cubicBezTo>
                <a:cubicBezTo>
                  <a:pt x="1120344" y="69486"/>
                  <a:pt x="1120228" y="68640"/>
                  <a:pt x="1120162" y="67778"/>
                </a:cubicBezTo>
                <a:cubicBezTo>
                  <a:pt x="1117908" y="70099"/>
                  <a:pt x="1115255" y="71724"/>
                  <a:pt x="1112205" y="72653"/>
                </a:cubicBezTo>
                <a:cubicBezTo>
                  <a:pt x="1109154" y="73580"/>
                  <a:pt x="1106037" y="74044"/>
                  <a:pt x="1102854" y="74044"/>
                </a:cubicBezTo>
                <a:cubicBezTo>
                  <a:pt x="1100402" y="74044"/>
                  <a:pt x="1098114" y="73746"/>
                  <a:pt x="1095991" y="73149"/>
                </a:cubicBezTo>
                <a:cubicBezTo>
                  <a:pt x="1093870" y="72552"/>
                  <a:pt x="1092013" y="71624"/>
                  <a:pt x="1090422" y="70364"/>
                </a:cubicBezTo>
                <a:cubicBezTo>
                  <a:pt x="1088831" y="69104"/>
                  <a:pt x="1087588" y="67513"/>
                  <a:pt x="1086693" y="65591"/>
                </a:cubicBezTo>
                <a:cubicBezTo>
                  <a:pt x="1085797" y="63668"/>
                  <a:pt x="1085350" y="61379"/>
                  <a:pt x="1085350" y="58726"/>
                </a:cubicBezTo>
                <a:cubicBezTo>
                  <a:pt x="1085350" y="55810"/>
                  <a:pt x="1085864" y="53406"/>
                  <a:pt x="1086892" y="51516"/>
                </a:cubicBezTo>
                <a:cubicBezTo>
                  <a:pt x="1087919" y="49626"/>
                  <a:pt x="1089245" y="48117"/>
                  <a:pt x="1090869" y="46990"/>
                </a:cubicBezTo>
                <a:cubicBezTo>
                  <a:pt x="1092494" y="45863"/>
                  <a:pt x="1094351" y="45018"/>
                  <a:pt x="1096439" y="44454"/>
                </a:cubicBezTo>
                <a:cubicBezTo>
                  <a:pt x="1098529" y="43891"/>
                  <a:pt x="1100634" y="43443"/>
                  <a:pt x="1102756" y="43113"/>
                </a:cubicBezTo>
                <a:cubicBezTo>
                  <a:pt x="1104877" y="42781"/>
                  <a:pt x="1106966" y="42515"/>
                  <a:pt x="1109021" y="42316"/>
                </a:cubicBezTo>
                <a:cubicBezTo>
                  <a:pt x="1111077" y="42117"/>
                  <a:pt x="1112900" y="41818"/>
                  <a:pt x="1114492" y="41420"/>
                </a:cubicBezTo>
                <a:cubicBezTo>
                  <a:pt x="1116084" y="41023"/>
                  <a:pt x="1117343" y="40443"/>
                  <a:pt x="1118271" y="39681"/>
                </a:cubicBezTo>
                <a:cubicBezTo>
                  <a:pt x="1119200" y="38918"/>
                  <a:pt x="1119631" y="37807"/>
                  <a:pt x="1119566" y="36348"/>
                </a:cubicBezTo>
                <a:cubicBezTo>
                  <a:pt x="1119566" y="34823"/>
                  <a:pt x="1119317" y="33612"/>
                  <a:pt x="1118819" y="32718"/>
                </a:cubicBezTo>
                <a:cubicBezTo>
                  <a:pt x="1118321" y="31823"/>
                  <a:pt x="1117658" y="31127"/>
                  <a:pt x="1116829" y="30630"/>
                </a:cubicBezTo>
                <a:cubicBezTo>
                  <a:pt x="1116001" y="30132"/>
                  <a:pt x="1115039" y="29800"/>
                  <a:pt x="1113944" y="29634"/>
                </a:cubicBezTo>
                <a:cubicBezTo>
                  <a:pt x="1112850" y="29468"/>
                  <a:pt x="1111674" y="29385"/>
                  <a:pt x="1110414" y="29385"/>
                </a:cubicBezTo>
                <a:cubicBezTo>
                  <a:pt x="1107630" y="29385"/>
                  <a:pt x="1105442" y="29982"/>
                  <a:pt x="1103850" y="31176"/>
                </a:cubicBezTo>
                <a:cubicBezTo>
                  <a:pt x="1102258" y="32370"/>
                  <a:pt x="1101330" y="34359"/>
                  <a:pt x="1101065" y="37144"/>
                </a:cubicBezTo>
                <a:lnTo>
                  <a:pt x="1086942" y="37144"/>
                </a:lnTo>
                <a:moveTo>
                  <a:pt x="1119566" y="47587"/>
                </a:moveTo>
                <a:cubicBezTo>
                  <a:pt x="1118969" y="48118"/>
                  <a:pt x="1118222" y="48533"/>
                  <a:pt x="1117327" y="48831"/>
                </a:cubicBezTo>
                <a:cubicBezTo>
                  <a:pt x="1116432" y="49130"/>
                  <a:pt x="1115470" y="49379"/>
                  <a:pt x="1114442" y="49578"/>
                </a:cubicBezTo>
                <a:cubicBezTo>
                  <a:pt x="1113415" y="49776"/>
                  <a:pt x="1112337" y="49942"/>
                  <a:pt x="1111209" y="50074"/>
                </a:cubicBezTo>
                <a:cubicBezTo>
                  <a:pt x="1110082" y="50207"/>
                  <a:pt x="1108955" y="50372"/>
                  <a:pt x="1107828" y="50570"/>
                </a:cubicBezTo>
                <a:cubicBezTo>
                  <a:pt x="1106768" y="50770"/>
                  <a:pt x="1105723" y="51035"/>
                  <a:pt x="1104695" y="51367"/>
                </a:cubicBezTo>
                <a:cubicBezTo>
                  <a:pt x="1103667" y="51698"/>
                  <a:pt x="1102772" y="52146"/>
                  <a:pt x="1102009" y="52710"/>
                </a:cubicBezTo>
                <a:cubicBezTo>
                  <a:pt x="1101247" y="53274"/>
                  <a:pt x="1100634" y="53987"/>
                  <a:pt x="1100170" y="54849"/>
                </a:cubicBezTo>
                <a:cubicBezTo>
                  <a:pt x="1099705" y="55710"/>
                  <a:pt x="1099473" y="56804"/>
                  <a:pt x="1099473" y="58130"/>
                </a:cubicBezTo>
                <a:cubicBezTo>
                  <a:pt x="1099473" y="59390"/>
                  <a:pt x="1099705" y="60451"/>
                  <a:pt x="1100170" y="61313"/>
                </a:cubicBezTo>
                <a:cubicBezTo>
                  <a:pt x="1100634" y="62175"/>
                  <a:pt x="1101264" y="62855"/>
                  <a:pt x="1102059" y="63352"/>
                </a:cubicBezTo>
                <a:cubicBezTo>
                  <a:pt x="1102855" y="63849"/>
                  <a:pt x="1103784" y="64197"/>
                  <a:pt x="1104844" y="64397"/>
                </a:cubicBezTo>
                <a:cubicBezTo>
                  <a:pt x="1105905" y="64596"/>
                  <a:pt x="1107000" y="64696"/>
                  <a:pt x="1108127" y="64696"/>
                </a:cubicBezTo>
                <a:cubicBezTo>
                  <a:pt x="1110911" y="64696"/>
                  <a:pt x="1113066" y="64232"/>
                  <a:pt x="1114591" y="63304"/>
                </a:cubicBezTo>
                <a:cubicBezTo>
                  <a:pt x="1116116" y="62375"/>
                  <a:pt x="1117244" y="61264"/>
                  <a:pt x="1117974" y="59971"/>
                </a:cubicBezTo>
                <a:cubicBezTo>
                  <a:pt x="1118703" y="58678"/>
                  <a:pt x="1119151" y="57368"/>
                  <a:pt x="1119317" y="56042"/>
                </a:cubicBezTo>
                <a:cubicBezTo>
                  <a:pt x="1119483" y="54715"/>
                  <a:pt x="1119566" y="53654"/>
                  <a:pt x="1119566" y="52859"/>
                </a:cubicBezTo>
                <a:lnTo>
                  <a:pt x="1119566" y="47587"/>
                </a:lnTo>
                <a:close/>
                <a:moveTo>
                  <a:pt x="1144920" y="21291"/>
                </a:moveTo>
                <a:lnTo>
                  <a:pt x="1144920" y="72751"/>
                </a:lnTo>
                <a:lnTo>
                  <a:pt x="1159044" y="72751"/>
                </a:lnTo>
                <a:lnTo>
                  <a:pt x="1159044" y="49552"/>
                </a:lnTo>
                <a:cubicBezTo>
                  <a:pt x="1159044" y="47229"/>
                  <a:pt x="1159276" y="45072"/>
                  <a:pt x="1159740" y="43081"/>
                </a:cubicBezTo>
                <a:cubicBezTo>
                  <a:pt x="1160205" y="41090"/>
                  <a:pt x="1160984" y="39347"/>
                  <a:pt x="1162078" y="37854"/>
                </a:cubicBezTo>
                <a:cubicBezTo>
                  <a:pt x="1163171" y="36360"/>
                  <a:pt x="1164613" y="35182"/>
                  <a:pt x="1166403" y="34319"/>
                </a:cubicBezTo>
                <a:cubicBezTo>
                  <a:pt x="1168194" y="33456"/>
                  <a:pt x="1170382" y="33025"/>
                  <a:pt x="1172969" y="33025"/>
                </a:cubicBezTo>
                <a:cubicBezTo>
                  <a:pt x="1173831" y="33025"/>
                  <a:pt x="1174725" y="33075"/>
                  <a:pt x="1175653" y="33175"/>
                </a:cubicBezTo>
                <a:cubicBezTo>
                  <a:pt x="1176582" y="33274"/>
                  <a:pt x="1177378" y="33390"/>
                  <a:pt x="1178041" y="33522"/>
                </a:cubicBezTo>
                <a:lnTo>
                  <a:pt x="1178041" y="20408"/>
                </a:lnTo>
                <a:cubicBezTo>
                  <a:pt x="1176913" y="20077"/>
                  <a:pt x="1175886" y="19912"/>
                  <a:pt x="1174958" y="19912"/>
                </a:cubicBezTo>
                <a:cubicBezTo>
                  <a:pt x="1173167" y="19912"/>
                  <a:pt x="1171443" y="20177"/>
                  <a:pt x="1169786" y="20707"/>
                </a:cubicBezTo>
                <a:cubicBezTo>
                  <a:pt x="1168129" y="21236"/>
                  <a:pt x="1166571" y="21981"/>
                  <a:pt x="1165112" y="22941"/>
                </a:cubicBezTo>
                <a:cubicBezTo>
                  <a:pt x="1163653" y="23901"/>
                  <a:pt x="1162359" y="25060"/>
                  <a:pt x="1161232" y="26418"/>
                </a:cubicBezTo>
                <a:cubicBezTo>
                  <a:pt x="1160105" y="27776"/>
                  <a:pt x="1159210" y="29250"/>
                  <a:pt x="1158546" y="30839"/>
                </a:cubicBezTo>
                <a:lnTo>
                  <a:pt x="1158347" y="30839"/>
                </a:lnTo>
                <a:lnTo>
                  <a:pt x="1158347" y="21291"/>
                </a:lnTo>
                <a:lnTo>
                  <a:pt x="1144920" y="21291"/>
                </a:lnTo>
                <a:close/>
                <a:moveTo>
                  <a:pt x="1218952" y="39435"/>
                </a:moveTo>
                <a:lnTo>
                  <a:pt x="1232776" y="39435"/>
                </a:lnTo>
                <a:cubicBezTo>
                  <a:pt x="1232578" y="36115"/>
                  <a:pt x="1231782" y="33243"/>
                  <a:pt x="1230389" y="30819"/>
                </a:cubicBezTo>
                <a:cubicBezTo>
                  <a:pt x="1228997" y="28395"/>
                  <a:pt x="1227190" y="26370"/>
                  <a:pt x="1224968" y="24743"/>
                </a:cubicBezTo>
                <a:cubicBezTo>
                  <a:pt x="1222747" y="23116"/>
                  <a:pt x="1220228" y="21904"/>
                  <a:pt x="1217410" y="21108"/>
                </a:cubicBezTo>
                <a:cubicBezTo>
                  <a:pt x="1214592" y="20311"/>
                  <a:pt x="1211658" y="19912"/>
                  <a:pt x="1208607" y="19912"/>
                </a:cubicBezTo>
                <a:cubicBezTo>
                  <a:pt x="1204430" y="19912"/>
                  <a:pt x="1200716" y="20610"/>
                  <a:pt x="1197466" y="22005"/>
                </a:cubicBezTo>
                <a:cubicBezTo>
                  <a:pt x="1194217" y="23399"/>
                  <a:pt x="1191466" y="25342"/>
                  <a:pt x="1189211" y="27833"/>
                </a:cubicBezTo>
                <a:cubicBezTo>
                  <a:pt x="1186957" y="30324"/>
                  <a:pt x="1185250" y="33280"/>
                  <a:pt x="1184089" y="36700"/>
                </a:cubicBezTo>
                <a:cubicBezTo>
                  <a:pt x="1182929" y="40120"/>
                  <a:pt x="1182348" y="43823"/>
                  <a:pt x="1182348" y="47808"/>
                </a:cubicBezTo>
                <a:cubicBezTo>
                  <a:pt x="1182348" y="51661"/>
                  <a:pt x="1182978" y="55198"/>
                  <a:pt x="1184238" y="58420"/>
                </a:cubicBezTo>
                <a:cubicBezTo>
                  <a:pt x="1185498" y="61640"/>
                  <a:pt x="1187254" y="64413"/>
                  <a:pt x="1189509" y="66738"/>
                </a:cubicBezTo>
                <a:cubicBezTo>
                  <a:pt x="1191764" y="69063"/>
                  <a:pt x="1194499" y="70873"/>
                  <a:pt x="1197715" y="72169"/>
                </a:cubicBezTo>
                <a:cubicBezTo>
                  <a:pt x="1200931" y="73464"/>
                  <a:pt x="1204462" y="74111"/>
                  <a:pt x="1208308" y="74111"/>
                </a:cubicBezTo>
                <a:cubicBezTo>
                  <a:pt x="1215138" y="74111"/>
                  <a:pt x="1220740" y="72314"/>
                  <a:pt x="1225116" y="68719"/>
                </a:cubicBezTo>
                <a:cubicBezTo>
                  <a:pt x="1229493" y="65123"/>
                  <a:pt x="1232146" y="59910"/>
                  <a:pt x="1233075" y="53081"/>
                </a:cubicBezTo>
                <a:lnTo>
                  <a:pt x="1219448" y="53081"/>
                </a:lnTo>
                <a:cubicBezTo>
                  <a:pt x="1218985" y="56264"/>
                  <a:pt x="1217841" y="58800"/>
                  <a:pt x="1216016" y="60690"/>
                </a:cubicBezTo>
                <a:cubicBezTo>
                  <a:pt x="1214193" y="62579"/>
                  <a:pt x="1211591" y="63524"/>
                  <a:pt x="1208210" y="63524"/>
                </a:cubicBezTo>
                <a:cubicBezTo>
                  <a:pt x="1206021" y="63524"/>
                  <a:pt x="1204164" y="63027"/>
                  <a:pt x="1202638" y="62032"/>
                </a:cubicBezTo>
                <a:cubicBezTo>
                  <a:pt x="1201113" y="61037"/>
                  <a:pt x="1199903" y="59761"/>
                  <a:pt x="1199008" y="58203"/>
                </a:cubicBezTo>
                <a:cubicBezTo>
                  <a:pt x="1198113" y="56644"/>
                  <a:pt x="1197467" y="54902"/>
                  <a:pt x="1197068" y="52979"/>
                </a:cubicBezTo>
                <a:cubicBezTo>
                  <a:pt x="1196671" y="51056"/>
                  <a:pt x="1196472" y="49166"/>
                  <a:pt x="1196472" y="47309"/>
                </a:cubicBezTo>
                <a:cubicBezTo>
                  <a:pt x="1196472" y="45386"/>
                  <a:pt x="1196671" y="43446"/>
                  <a:pt x="1197068" y="41490"/>
                </a:cubicBezTo>
                <a:cubicBezTo>
                  <a:pt x="1197467" y="39533"/>
                  <a:pt x="1198147" y="37743"/>
                  <a:pt x="1199108" y="36118"/>
                </a:cubicBezTo>
                <a:cubicBezTo>
                  <a:pt x="1200069" y="34493"/>
                  <a:pt x="1201312" y="33166"/>
                  <a:pt x="1202837" y="32138"/>
                </a:cubicBezTo>
                <a:cubicBezTo>
                  <a:pt x="1204363" y="31110"/>
                  <a:pt x="1206253" y="30596"/>
                  <a:pt x="1208507" y="30596"/>
                </a:cubicBezTo>
                <a:cubicBezTo>
                  <a:pt x="1214541" y="30596"/>
                  <a:pt x="1218023" y="33543"/>
                  <a:pt x="1218952" y="39435"/>
                </a:cubicBezTo>
                <a:close/>
                <a:moveTo>
                  <a:pt x="1252264" y="56045"/>
                </a:moveTo>
                <a:lnTo>
                  <a:pt x="1238837" y="56045"/>
                </a:lnTo>
                <a:cubicBezTo>
                  <a:pt x="1238969" y="59487"/>
                  <a:pt x="1239748" y="62350"/>
                  <a:pt x="1241174" y="64633"/>
                </a:cubicBezTo>
                <a:cubicBezTo>
                  <a:pt x="1242600" y="66916"/>
                  <a:pt x="1244423" y="68752"/>
                  <a:pt x="1246644" y="70142"/>
                </a:cubicBezTo>
                <a:cubicBezTo>
                  <a:pt x="1248866" y="71533"/>
                  <a:pt x="1251402" y="72525"/>
                  <a:pt x="1254253" y="73120"/>
                </a:cubicBezTo>
                <a:cubicBezTo>
                  <a:pt x="1257104" y="73716"/>
                  <a:pt x="1260022" y="74014"/>
                  <a:pt x="1263006" y="74014"/>
                </a:cubicBezTo>
                <a:cubicBezTo>
                  <a:pt x="1265923" y="74014"/>
                  <a:pt x="1268790" y="73732"/>
                  <a:pt x="1271608" y="73167"/>
                </a:cubicBezTo>
                <a:cubicBezTo>
                  <a:pt x="1274427" y="72604"/>
                  <a:pt x="1276930" y="71625"/>
                  <a:pt x="1279117" y="70232"/>
                </a:cubicBezTo>
                <a:cubicBezTo>
                  <a:pt x="1281306" y="68839"/>
                  <a:pt x="1283080" y="66998"/>
                  <a:pt x="1284438" y="64709"/>
                </a:cubicBezTo>
                <a:cubicBezTo>
                  <a:pt x="1285798" y="62421"/>
                  <a:pt x="1286478" y="59584"/>
                  <a:pt x="1286478" y="56201"/>
                </a:cubicBezTo>
                <a:cubicBezTo>
                  <a:pt x="1286478" y="53813"/>
                  <a:pt x="1286014" y="51807"/>
                  <a:pt x="1285085" y="50182"/>
                </a:cubicBezTo>
                <a:cubicBezTo>
                  <a:pt x="1284157" y="48556"/>
                  <a:pt x="1282930" y="47196"/>
                  <a:pt x="1281405" y="46101"/>
                </a:cubicBezTo>
                <a:cubicBezTo>
                  <a:pt x="1279880" y="45006"/>
                  <a:pt x="1278139" y="44127"/>
                  <a:pt x="1276184" y="43465"/>
                </a:cubicBezTo>
                <a:cubicBezTo>
                  <a:pt x="1274228" y="42801"/>
                  <a:pt x="1272222" y="42237"/>
                  <a:pt x="1270166" y="41773"/>
                </a:cubicBezTo>
                <a:cubicBezTo>
                  <a:pt x="1268177" y="41308"/>
                  <a:pt x="1266221" y="40877"/>
                  <a:pt x="1264297" y="40479"/>
                </a:cubicBezTo>
                <a:cubicBezTo>
                  <a:pt x="1262375" y="40081"/>
                  <a:pt x="1260667" y="39633"/>
                  <a:pt x="1259175" y="39136"/>
                </a:cubicBezTo>
                <a:cubicBezTo>
                  <a:pt x="1257684" y="38639"/>
                  <a:pt x="1256474" y="37991"/>
                  <a:pt x="1255545" y="37195"/>
                </a:cubicBezTo>
                <a:cubicBezTo>
                  <a:pt x="1254617" y="36399"/>
                  <a:pt x="1254153" y="35370"/>
                  <a:pt x="1254153" y="34110"/>
                </a:cubicBezTo>
                <a:cubicBezTo>
                  <a:pt x="1254153" y="33048"/>
                  <a:pt x="1254418" y="32203"/>
                  <a:pt x="1254948" y="31572"/>
                </a:cubicBezTo>
                <a:cubicBezTo>
                  <a:pt x="1255480" y="30942"/>
                  <a:pt x="1256126" y="30461"/>
                  <a:pt x="1256888" y="30130"/>
                </a:cubicBezTo>
                <a:cubicBezTo>
                  <a:pt x="1257651" y="29799"/>
                  <a:pt x="1258496" y="29583"/>
                  <a:pt x="1259424" y="29484"/>
                </a:cubicBezTo>
                <a:cubicBezTo>
                  <a:pt x="1260353" y="29384"/>
                  <a:pt x="1261215" y="29334"/>
                  <a:pt x="1262010" y="29334"/>
                </a:cubicBezTo>
                <a:cubicBezTo>
                  <a:pt x="1264529" y="29334"/>
                  <a:pt x="1266717" y="29817"/>
                  <a:pt x="1268574" y="30783"/>
                </a:cubicBezTo>
                <a:cubicBezTo>
                  <a:pt x="1270431" y="31748"/>
                  <a:pt x="1271459" y="33596"/>
                  <a:pt x="1271658" y="36327"/>
                </a:cubicBezTo>
                <a:lnTo>
                  <a:pt x="1285086" y="36327"/>
                </a:lnTo>
                <a:cubicBezTo>
                  <a:pt x="1284821" y="33144"/>
                  <a:pt x="1284009" y="30508"/>
                  <a:pt x="1282649" y="28418"/>
                </a:cubicBezTo>
                <a:cubicBezTo>
                  <a:pt x="1281290" y="26329"/>
                  <a:pt x="1279583" y="24655"/>
                  <a:pt x="1277527" y="23395"/>
                </a:cubicBezTo>
                <a:cubicBezTo>
                  <a:pt x="1275472" y="22134"/>
                  <a:pt x="1273135" y="21239"/>
                  <a:pt x="1270515" y="20709"/>
                </a:cubicBezTo>
                <a:cubicBezTo>
                  <a:pt x="1267896" y="20178"/>
                  <a:pt x="1265194" y="19912"/>
                  <a:pt x="1262409" y="19912"/>
                </a:cubicBezTo>
                <a:cubicBezTo>
                  <a:pt x="1259624" y="19912"/>
                  <a:pt x="1256905" y="20161"/>
                  <a:pt x="1254252" y="20659"/>
                </a:cubicBezTo>
                <a:cubicBezTo>
                  <a:pt x="1251600" y="21155"/>
                  <a:pt x="1249213" y="22017"/>
                  <a:pt x="1247091" y="23245"/>
                </a:cubicBezTo>
                <a:cubicBezTo>
                  <a:pt x="1244970" y="24472"/>
                  <a:pt x="1243262" y="26147"/>
                  <a:pt x="1241969" y="28270"/>
                </a:cubicBezTo>
                <a:cubicBezTo>
                  <a:pt x="1240676" y="30392"/>
                  <a:pt x="1240030" y="33113"/>
                  <a:pt x="1240030" y="36430"/>
                </a:cubicBezTo>
                <a:cubicBezTo>
                  <a:pt x="1240030" y="38686"/>
                  <a:pt x="1240494" y="40593"/>
                  <a:pt x="1241421" y="42152"/>
                </a:cubicBezTo>
                <a:cubicBezTo>
                  <a:pt x="1242350" y="43710"/>
                  <a:pt x="1243577" y="45004"/>
                  <a:pt x="1245102" y="46033"/>
                </a:cubicBezTo>
                <a:cubicBezTo>
                  <a:pt x="1246627" y="47061"/>
                  <a:pt x="1248368" y="47890"/>
                  <a:pt x="1250324" y="48520"/>
                </a:cubicBezTo>
                <a:cubicBezTo>
                  <a:pt x="1252280" y="49150"/>
                  <a:pt x="1254286" y="49698"/>
                  <a:pt x="1256342" y="50162"/>
                </a:cubicBezTo>
                <a:cubicBezTo>
                  <a:pt x="1261380" y="51224"/>
                  <a:pt x="1265309" y="52285"/>
                  <a:pt x="1268126" y="53346"/>
                </a:cubicBezTo>
                <a:cubicBezTo>
                  <a:pt x="1270945" y="54408"/>
                  <a:pt x="1272355" y="56000"/>
                  <a:pt x="1272355" y="58122"/>
                </a:cubicBezTo>
                <a:cubicBezTo>
                  <a:pt x="1272355" y="59382"/>
                  <a:pt x="1272056" y="60427"/>
                  <a:pt x="1271459" y="61256"/>
                </a:cubicBezTo>
                <a:cubicBezTo>
                  <a:pt x="1270862" y="62086"/>
                  <a:pt x="1270116" y="62750"/>
                  <a:pt x="1269221" y="63248"/>
                </a:cubicBezTo>
                <a:cubicBezTo>
                  <a:pt x="1268326" y="63744"/>
                  <a:pt x="1267332" y="64109"/>
                  <a:pt x="1266237" y="64342"/>
                </a:cubicBezTo>
                <a:cubicBezTo>
                  <a:pt x="1265143" y="64574"/>
                  <a:pt x="1264099" y="64689"/>
                  <a:pt x="1263104" y="64689"/>
                </a:cubicBezTo>
                <a:cubicBezTo>
                  <a:pt x="1261712" y="64689"/>
                  <a:pt x="1260370" y="64524"/>
                  <a:pt x="1259076" y="64193"/>
                </a:cubicBezTo>
                <a:cubicBezTo>
                  <a:pt x="1257783" y="63861"/>
                  <a:pt x="1256640" y="63348"/>
                  <a:pt x="1255645" y="62653"/>
                </a:cubicBezTo>
                <a:cubicBezTo>
                  <a:pt x="1254650" y="61957"/>
                  <a:pt x="1253838" y="61062"/>
                  <a:pt x="1253208" y="59969"/>
                </a:cubicBezTo>
                <a:cubicBezTo>
                  <a:pt x="1252578" y="58877"/>
                  <a:pt x="1252264" y="57568"/>
                  <a:pt x="1252264" y="56045"/>
                </a:cubicBezTo>
                <a:close/>
                <a:moveTo>
                  <a:pt x="1309400" y="13404"/>
                </a:moveTo>
                <a:lnTo>
                  <a:pt x="1309400" y="1748"/>
                </a:lnTo>
                <a:lnTo>
                  <a:pt x="1295277" y="1748"/>
                </a:lnTo>
                <a:lnTo>
                  <a:pt x="1295277" y="13404"/>
                </a:lnTo>
                <a:lnTo>
                  <a:pt x="1309400" y="13404"/>
                </a:lnTo>
                <a:moveTo>
                  <a:pt x="1295277" y="21329"/>
                </a:moveTo>
                <a:lnTo>
                  <a:pt x="1295277" y="72751"/>
                </a:lnTo>
                <a:lnTo>
                  <a:pt x="1309400" y="72751"/>
                </a:lnTo>
                <a:lnTo>
                  <a:pt x="1309400" y="21329"/>
                </a:lnTo>
                <a:lnTo>
                  <a:pt x="1295277" y="21329"/>
                </a:lnTo>
                <a:close/>
                <a:moveTo>
                  <a:pt x="1320892" y="21328"/>
                </a:moveTo>
                <a:lnTo>
                  <a:pt x="1320892" y="72751"/>
                </a:lnTo>
                <a:lnTo>
                  <a:pt x="1335016" y="72751"/>
                </a:lnTo>
                <a:lnTo>
                  <a:pt x="1335016" y="45800"/>
                </a:lnTo>
                <a:cubicBezTo>
                  <a:pt x="1335016" y="40562"/>
                  <a:pt x="1335878" y="36800"/>
                  <a:pt x="1337602" y="34513"/>
                </a:cubicBezTo>
                <a:cubicBezTo>
                  <a:pt x="1339326" y="32226"/>
                  <a:pt x="1342111" y="31082"/>
                  <a:pt x="1345957" y="31082"/>
                </a:cubicBezTo>
                <a:cubicBezTo>
                  <a:pt x="1349339" y="31082"/>
                  <a:pt x="1351693" y="32126"/>
                  <a:pt x="1353019" y="34214"/>
                </a:cubicBezTo>
                <a:cubicBezTo>
                  <a:pt x="1354345" y="36303"/>
                  <a:pt x="1355008" y="39469"/>
                  <a:pt x="1355008" y="43712"/>
                </a:cubicBezTo>
                <a:lnTo>
                  <a:pt x="1355008" y="72751"/>
                </a:lnTo>
                <a:lnTo>
                  <a:pt x="1369132" y="72751"/>
                </a:lnTo>
                <a:lnTo>
                  <a:pt x="1369132" y="41108"/>
                </a:lnTo>
                <a:cubicBezTo>
                  <a:pt x="1369132" y="37924"/>
                  <a:pt x="1368850" y="35021"/>
                  <a:pt x="1368286" y="32401"/>
                </a:cubicBezTo>
                <a:cubicBezTo>
                  <a:pt x="1367723" y="29780"/>
                  <a:pt x="1366744" y="27558"/>
                  <a:pt x="1365351" y="25734"/>
                </a:cubicBezTo>
                <a:cubicBezTo>
                  <a:pt x="1363959" y="23909"/>
                  <a:pt x="1362053" y="22483"/>
                  <a:pt x="1359633" y="21455"/>
                </a:cubicBezTo>
                <a:cubicBezTo>
                  <a:pt x="1357212" y="20426"/>
                  <a:pt x="1354112" y="19912"/>
                  <a:pt x="1350332" y="19912"/>
                </a:cubicBezTo>
                <a:cubicBezTo>
                  <a:pt x="1347348" y="19912"/>
                  <a:pt x="1344431" y="20593"/>
                  <a:pt x="1341580" y="21956"/>
                </a:cubicBezTo>
                <a:cubicBezTo>
                  <a:pt x="1338729" y="23319"/>
                  <a:pt x="1336408" y="25496"/>
                  <a:pt x="1334618" y="28488"/>
                </a:cubicBezTo>
                <a:lnTo>
                  <a:pt x="1334319" y="28488"/>
                </a:lnTo>
                <a:lnTo>
                  <a:pt x="1334319" y="21328"/>
                </a:lnTo>
                <a:lnTo>
                  <a:pt x="1320892" y="21328"/>
                </a:lnTo>
                <a:close/>
                <a:moveTo>
                  <a:pt x="1401090" y="0"/>
                </a:moveTo>
                <a:lnTo>
                  <a:pt x="1373440" y="74305"/>
                </a:lnTo>
                <a:lnTo>
                  <a:pt x="1384678" y="74305"/>
                </a:lnTo>
                <a:lnTo>
                  <a:pt x="1412429" y="0"/>
                </a:lnTo>
                <a:lnTo>
                  <a:pt x="1401090" y="0"/>
                </a:lnTo>
                <a:close/>
                <a:moveTo>
                  <a:pt x="1415933" y="37144"/>
                </a:moveTo>
                <a:cubicBezTo>
                  <a:pt x="1416131" y="33828"/>
                  <a:pt x="1416960" y="31076"/>
                  <a:pt x="1418419" y="28889"/>
                </a:cubicBezTo>
                <a:cubicBezTo>
                  <a:pt x="1419878" y="26700"/>
                  <a:pt x="1421735" y="24943"/>
                  <a:pt x="1423989" y="23617"/>
                </a:cubicBezTo>
                <a:cubicBezTo>
                  <a:pt x="1426243" y="22290"/>
                  <a:pt x="1428779" y="21345"/>
                  <a:pt x="1431597" y="20782"/>
                </a:cubicBezTo>
                <a:cubicBezTo>
                  <a:pt x="1434416" y="20218"/>
                  <a:pt x="1437251" y="19936"/>
                  <a:pt x="1440102" y="19936"/>
                </a:cubicBezTo>
                <a:cubicBezTo>
                  <a:pt x="1442688" y="19936"/>
                  <a:pt x="1445307" y="20119"/>
                  <a:pt x="1447959" y="20484"/>
                </a:cubicBezTo>
                <a:cubicBezTo>
                  <a:pt x="1450612" y="20848"/>
                  <a:pt x="1453032" y="21561"/>
                  <a:pt x="1455220" y="22622"/>
                </a:cubicBezTo>
                <a:cubicBezTo>
                  <a:pt x="1457408" y="23683"/>
                  <a:pt x="1459198" y="25158"/>
                  <a:pt x="1460591" y="27048"/>
                </a:cubicBezTo>
                <a:cubicBezTo>
                  <a:pt x="1461984" y="28938"/>
                  <a:pt x="1462680" y="31441"/>
                  <a:pt x="1462680" y="34557"/>
                </a:cubicBezTo>
                <a:lnTo>
                  <a:pt x="1462680" y="61313"/>
                </a:lnTo>
                <a:cubicBezTo>
                  <a:pt x="1462680" y="63634"/>
                  <a:pt x="1462813" y="65855"/>
                  <a:pt x="1463078" y="67977"/>
                </a:cubicBezTo>
                <a:cubicBezTo>
                  <a:pt x="1463343" y="70098"/>
                  <a:pt x="1463807" y="71690"/>
                  <a:pt x="1464470" y="72751"/>
                </a:cubicBezTo>
                <a:lnTo>
                  <a:pt x="1450147" y="72751"/>
                </a:lnTo>
                <a:cubicBezTo>
                  <a:pt x="1449882" y="71956"/>
                  <a:pt x="1449667" y="71144"/>
                  <a:pt x="1449501" y="70315"/>
                </a:cubicBezTo>
                <a:cubicBezTo>
                  <a:pt x="1449335" y="69486"/>
                  <a:pt x="1449219" y="68640"/>
                  <a:pt x="1449153" y="67778"/>
                </a:cubicBezTo>
                <a:cubicBezTo>
                  <a:pt x="1446899" y="70099"/>
                  <a:pt x="1444247" y="71724"/>
                  <a:pt x="1441196" y="72653"/>
                </a:cubicBezTo>
                <a:cubicBezTo>
                  <a:pt x="1438146" y="73580"/>
                  <a:pt x="1435029" y="74044"/>
                  <a:pt x="1431846" y="74044"/>
                </a:cubicBezTo>
                <a:cubicBezTo>
                  <a:pt x="1429393" y="74044"/>
                  <a:pt x="1427106" y="73746"/>
                  <a:pt x="1424983" y="73149"/>
                </a:cubicBezTo>
                <a:cubicBezTo>
                  <a:pt x="1422861" y="72552"/>
                  <a:pt x="1421005" y="71624"/>
                  <a:pt x="1419413" y="70364"/>
                </a:cubicBezTo>
                <a:cubicBezTo>
                  <a:pt x="1417823" y="69104"/>
                  <a:pt x="1416580" y="67513"/>
                  <a:pt x="1415684" y="65591"/>
                </a:cubicBezTo>
                <a:cubicBezTo>
                  <a:pt x="1414789" y="63668"/>
                  <a:pt x="1414341" y="61379"/>
                  <a:pt x="1414341" y="58726"/>
                </a:cubicBezTo>
                <a:cubicBezTo>
                  <a:pt x="1414341" y="55810"/>
                  <a:pt x="1414855" y="53406"/>
                  <a:pt x="1415883" y="51516"/>
                </a:cubicBezTo>
                <a:cubicBezTo>
                  <a:pt x="1416911" y="49626"/>
                  <a:pt x="1418237" y="48117"/>
                  <a:pt x="1419861" y="46990"/>
                </a:cubicBezTo>
                <a:cubicBezTo>
                  <a:pt x="1421486" y="45863"/>
                  <a:pt x="1423342" y="45018"/>
                  <a:pt x="1425431" y="44454"/>
                </a:cubicBezTo>
                <a:cubicBezTo>
                  <a:pt x="1427520" y="43891"/>
                  <a:pt x="1429625" y="43443"/>
                  <a:pt x="1431747" y="43113"/>
                </a:cubicBezTo>
                <a:cubicBezTo>
                  <a:pt x="1433869" y="42781"/>
                  <a:pt x="1435957" y="42515"/>
                  <a:pt x="1438012" y="42316"/>
                </a:cubicBezTo>
                <a:cubicBezTo>
                  <a:pt x="1440068" y="42117"/>
                  <a:pt x="1441892" y="41818"/>
                  <a:pt x="1443483" y="41420"/>
                </a:cubicBezTo>
                <a:cubicBezTo>
                  <a:pt x="1445075" y="41023"/>
                  <a:pt x="1446335" y="40443"/>
                  <a:pt x="1447262" y="39681"/>
                </a:cubicBezTo>
                <a:cubicBezTo>
                  <a:pt x="1448191" y="38918"/>
                  <a:pt x="1448623" y="37807"/>
                  <a:pt x="1448557" y="36348"/>
                </a:cubicBezTo>
                <a:cubicBezTo>
                  <a:pt x="1448557" y="34823"/>
                  <a:pt x="1448308" y="33612"/>
                  <a:pt x="1447810" y="32718"/>
                </a:cubicBezTo>
                <a:cubicBezTo>
                  <a:pt x="1447312" y="31823"/>
                  <a:pt x="1446649" y="31127"/>
                  <a:pt x="1445821" y="30630"/>
                </a:cubicBezTo>
                <a:cubicBezTo>
                  <a:pt x="1444992" y="30132"/>
                  <a:pt x="1444030" y="29800"/>
                  <a:pt x="1442935" y="29634"/>
                </a:cubicBezTo>
                <a:cubicBezTo>
                  <a:pt x="1441842" y="29468"/>
                  <a:pt x="1440665" y="29385"/>
                  <a:pt x="1439405" y="29385"/>
                </a:cubicBezTo>
                <a:cubicBezTo>
                  <a:pt x="1436621" y="29385"/>
                  <a:pt x="1434433" y="29982"/>
                  <a:pt x="1432841" y="31176"/>
                </a:cubicBezTo>
                <a:cubicBezTo>
                  <a:pt x="1431250" y="32370"/>
                  <a:pt x="1430322" y="34359"/>
                  <a:pt x="1430056" y="37144"/>
                </a:cubicBezTo>
                <a:lnTo>
                  <a:pt x="1415933" y="37144"/>
                </a:lnTo>
                <a:moveTo>
                  <a:pt x="1448557" y="47587"/>
                </a:moveTo>
                <a:cubicBezTo>
                  <a:pt x="1447960" y="48118"/>
                  <a:pt x="1447214" y="48533"/>
                  <a:pt x="1446318" y="48831"/>
                </a:cubicBezTo>
                <a:cubicBezTo>
                  <a:pt x="1445423" y="49130"/>
                  <a:pt x="1444461" y="49379"/>
                  <a:pt x="1443433" y="49578"/>
                </a:cubicBezTo>
                <a:cubicBezTo>
                  <a:pt x="1442406" y="49776"/>
                  <a:pt x="1441329" y="49942"/>
                  <a:pt x="1440201" y="50074"/>
                </a:cubicBezTo>
                <a:cubicBezTo>
                  <a:pt x="1439074" y="50207"/>
                  <a:pt x="1437946" y="50372"/>
                  <a:pt x="1436819" y="50570"/>
                </a:cubicBezTo>
                <a:cubicBezTo>
                  <a:pt x="1435759" y="50770"/>
                  <a:pt x="1434715" y="51035"/>
                  <a:pt x="1433687" y="51367"/>
                </a:cubicBezTo>
                <a:cubicBezTo>
                  <a:pt x="1432659" y="51698"/>
                  <a:pt x="1431763" y="52146"/>
                  <a:pt x="1431000" y="52710"/>
                </a:cubicBezTo>
                <a:cubicBezTo>
                  <a:pt x="1430239" y="53274"/>
                  <a:pt x="1429625" y="53987"/>
                  <a:pt x="1429161" y="54849"/>
                </a:cubicBezTo>
                <a:cubicBezTo>
                  <a:pt x="1428697" y="55710"/>
                  <a:pt x="1428464" y="56804"/>
                  <a:pt x="1428464" y="58130"/>
                </a:cubicBezTo>
                <a:cubicBezTo>
                  <a:pt x="1428464" y="59390"/>
                  <a:pt x="1428697" y="60451"/>
                  <a:pt x="1429161" y="61313"/>
                </a:cubicBezTo>
                <a:cubicBezTo>
                  <a:pt x="1429625" y="62175"/>
                  <a:pt x="1430255" y="62855"/>
                  <a:pt x="1431051" y="63352"/>
                </a:cubicBezTo>
                <a:cubicBezTo>
                  <a:pt x="1431847" y="63849"/>
                  <a:pt x="1432775" y="64197"/>
                  <a:pt x="1433836" y="64397"/>
                </a:cubicBezTo>
                <a:cubicBezTo>
                  <a:pt x="1434897" y="64596"/>
                  <a:pt x="1435991" y="64696"/>
                  <a:pt x="1437118" y="64696"/>
                </a:cubicBezTo>
                <a:cubicBezTo>
                  <a:pt x="1439903" y="64696"/>
                  <a:pt x="1442057" y="64232"/>
                  <a:pt x="1443582" y="63304"/>
                </a:cubicBezTo>
                <a:cubicBezTo>
                  <a:pt x="1445108" y="62375"/>
                  <a:pt x="1446235" y="61264"/>
                  <a:pt x="1446965" y="59971"/>
                </a:cubicBezTo>
                <a:cubicBezTo>
                  <a:pt x="1447694" y="58678"/>
                  <a:pt x="1448142" y="57368"/>
                  <a:pt x="1448308" y="56042"/>
                </a:cubicBezTo>
                <a:cubicBezTo>
                  <a:pt x="1448474" y="54715"/>
                  <a:pt x="1448557" y="53654"/>
                  <a:pt x="1448557" y="52859"/>
                </a:cubicBezTo>
                <a:lnTo>
                  <a:pt x="1448557" y="47587"/>
                </a:lnTo>
                <a:close/>
                <a:moveTo>
                  <a:pt x="1473911" y="21291"/>
                </a:moveTo>
                <a:lnTo>
                  <a:pt x="1473911" y="72751"/>
                </a:lnTo>
                <a:lnTo>
                  <a:pt x="1488035" y="72751"/>
                </a:lnTo>
                <a:lnTo>
                  <a:pt x="1488035" y="49552"/>
                </a:lnTo>
                <a:cubicBezTo>
                  <a:pt x="1488035" y="47229"/>
                  <a:pt x="1488267" y="45072"/>
                  <a:pt x="1488732" y="43081"/>
                </a:cubicBezTo>
                <a:cubicBezTo>
                  <a:pt x="1489196" y="41090"/>
                  <a:pt x="1489975" y="39347"/>
                  <a:pt x="1491069" y="37854"/>
                </a:cubicBezTo>
                <a:cubicBezTo>
                  <a:pt x="1492163" y="36360"/>
                  <a:pt x="1493604" y="35182"/>
                  <a:pt x="1495394" y="34319"/>
                </a:cubicBezTo>
                <a:cubicBezTo>
                  <a:pt x="1497185" y="33456"/>
                  <a:pt x="1499374" y="33025"/>
                  <a:pt x="1501960" y="33025"/>
                </a:cubicBezTo>
                <a:cubicBezTo>
                  <a:pt x="1502822" y="33025"/>
                  <a:pt x="1503717" y="33075"/>
                  <a:pt x="1504644" y="33175"/>
                </a:cubicBezTo>
                <a:cubicBezTo>
                  <a:pt x="1505573" y="33274"/>
                  <a:pt x="1506369" y="33390"/>
                  <a:pt x="1507032" y="33522"/>
                </a:cubicBezTo>
                <a:lnTo>
                  <a:pt x="1507032" y="20408"/>
                </a:lnTo>
                <a:cubicBezTo>
                  <a:pt x="1505905" y="20077"/>
                  <a:pt x="1504877" y="19912"/>
                  <a:pt x="1503949" y="19912"/>
                </a:cubicBezTo>
                <a:cubicBezTo>
                  <a:pt x="1502158" y="19912"/>
                  <a:pt x="1500434" y="20177"/>
                  <a:pt x="1498777" y="20707"/>
                </a:cubicBezTo>
                <a:cubicBezTo>
                  <a:pt x="1497120" y="21236"/>
                  <a:pt x="1495562" y="21981"/>
                  <a:pt x="1494103" y="22941"/>
                </a:cubicBezTo>
                <a:cubicBezTo>
                  <a:pt x="1492644" y="23901"/>
                  <a:pt x="1491351" y="25060"/>
                  <a:pt x="1490223" y="26418"/>
                </a:cubicBezTo>
                <a:cubicBezTo>
                  <a:pt x="1489096" y="27776"/>
                  <a:pt x="1488201" y="29250"/>
                  <a:pt x="1487537" y="30839"/>
                </a:cubicBezTo>
                <a:lnTo>
                  <a:pt x="1487338" y="30839"/>
                </a:lnTo>
                <a:lnTo>
                  <a:pt x="1487338" y="21291"/>
                </a:lnTo>
                <a:lnTo>
                  <a:pt x="1473911" y="21291"/>
                </a:lnTo>
                <a:close/>
                <a:moveTo>
                  <a:pt x="1547942" y="39435"/>
                </a:moveTo>
                <a:lnTo>
                  <a:pt x="1561767" y="39435"/>
                </a:lnTo>
                <a:cubicBezTo>
                  <a:pt x="1561569" y="36115"/>
                  <a:pt x="1560773" y="33243"/>
                  <a:pt x="1559380" y="30819"/>
                </a:cubicBezTo>
                <a:cubicBezTo>
                  <a:pt x="1557987" y="28395"/>
                  <a:pt x="1556180" y="26370"/>
                  <a:pt x="1553959" y="24743"/>
                </a:cubicBezTo>
                <a:cubicBezTo>
                  <a:pt x="1551738" y="23116"/>
                  <a:pt x="1549218" y="21904"/>
                  <a:pt x="1546401" y="21108"/>
                </a:cubicBezTo>
                <a:cubicBezTo>
                  <a:pt x="1543583" y="20311"/>
                  <a:pt x="1540649" y="19912"/>
                  <a:pt x="1537598" y="19912"/>
                </a:cubicBezTo>
                <a:cubicBezTo>
                  <a:pt x="1533420" y="19912"/>
                  <a:pt x="1529707" y="20610"/>
                  <a:pt x="1526457" y="22005"/>
                </a:cubicBezTo>
                <a:cubicBezTo>
                  <a:pt x="1523208" y="23399"/>
                  <a:pt x="1520456" y="25342"/>
                  <a:pt x="1518202" y="27833"/>
                </a:cubicBezTo>
                <a:cubicBezTo>
                  <a:pt x="1515948" y="30324"/>
                  <a:pt x="1514240" y="33280"/>
                  <a:pt x="1513080" y="36700"/>
                </a:cubicBezTo>
                <a:cubicBezTo>
                  <a:pt x="1511919" y="40120"/>
                  <a:pt x="1511339" y="43823"/>
                  <a:pt x="1511339" y="47808"/>
                </a:cubicBezTo>
                <a:cubicBezTo>
                  <a:pt x="1511339" y="51661"/>
                  <a:pt x="1511969" y="55198"/>
                  <a:pt x="1513229" y="58420"/>
                </a:cubicBezTo>
                <a:cubicBezTo>
                  <a:pt x="1514488" y="61640"/>
                  <a:pt x="1516245" y="64413"/>
                  <a:pt x="1518500" y="66738"/>
                </a:cubicBezTo>
                <a:cubicBezTo>
                  <a:pt x="1520755" y="69063"/>
                  <a:pt x="1523490" y="70873"/>
                  <a:pt x="1526706" y="72169"/>
                </a:cubicBezTo>
                <a:cubicBezTo>
                  <a:pt x="1529922" y="73464"/>
                  <a:pt x="1533453" y="74111"/>
                  <a:pt x="1537299" y="74111"/>
                </a:cubicBezTo>
                <a:cubicBezTo>
                  <a:pt x="1544129" y="74111"/>
                  <a:pt x="1549731" y="72314"/>
                  <a:pt x="1554107" y="68719"/>
                </a:cubicBezTo>
                <a:cubicBezTo>
                  <a:pt x="1558484" y="65123"/>
                  <a:pt x="1561137" y="59910"/>
                  <a:pt x="1562066" y="53081"/>
                </a:cubicBezTo>
                <a:lnTo>
                  <a:pt x="1548439" y="53081"/>
                </a:lnTo>
                <a:cubicBezTo>
                  <a:pt x="1547975" y="56264"/>
                  <a:pt x="1546832" y="58800"/>
                  <a:pt x="1545007" y="60690"/>
                </a:cubicBezTo>
                <a:cubicBezTo>
                  <a:pt x="1543184" y="62579"/>
                  <a:pt x="1540582" y="63524"/>
                  <a:pt x="1537200" y="63524"/>
                </a:cubicBezTo>
                <a:cubicBezTo>
                  <a:pt x="1535012" y="63524"/>
                  <a:pt x="1533155" y="63027"/>
                  <a:pt x="1531629" y="62032"/>
                </a:cubicBezTo>
                <a:cubicBezTo>
                  <a:pt x="1530104" y="61037"/>
                  <a:pt x="1528894" y="59761"/>
                  <a:pt x="1527999" y="58203"/>
                </a:cubicBezTo>
                <a:cubicBezTo>
                  <a:pt x="1527104" y="56644"/>
                  <a:pt x="1526458" y="54902"/>
                  <a:pt x="1526059" y="52979"/>
                </a:cubicBezTo>
                <a:cubicBezTo>
                  <a:pt x="1525661" y="51056"/>
                  <a:pt x="1525463" y="49166"/>
                  <a:pt x="1525463" y="47309"/>
                </a:cubicBezTo>
                <a:cubicBezTo>
                  <a:pt x="1525463" y="45386"/>
                  <a:pt x="1525661" y="43446"/>
                  <a:pt x="1526059" y="41490"/>
                </a:cubicBezTo>
                <a:cubicBezTo>
                  <a:pt x="1526458" y="39533"/>
                  <a:pt x="1527138" y="37743"/>
                  <a:pt x="1528099" y="36118"/>
                </a:cubicBezTo>
                <a:cubicBezTo>
                  <a:pt x="1529060" y="34493"/>
                  <a:pt x="1530303" y="33166"/>
                  <a:pt x="1531828" y="32138"/>
                </a:cubicBezTo>
                <a:cubicBezTo>
                  <a:pt x="1533354" y="31110"/>
                  <a:pt x="1535244" y="30596"/>
                  <a:pt x="1537498" y="30596"/>
                </a:cubicBezTo>
                <a:cubicBezTo>
                  <a:pt x="1543532" y="30596"/>
                  <a:pt x="1547014" y="33543"/>
                  <a:pt x="1547942" y="39435"/>
                </a:cubicBezTo>
                <a:close/>
                <a:moveTo>
                  <a:pt x="1605325" y="39435"/>
                </a:moveTo>
                <a:lnTo>
                  <a:pt x="1619150" y="39435"/>
                </a:lnTo>
                <a:cubicBezTo>
                  <a:pt x="1618951" y="36115"/>
                  <a:pt x="1618155" y="33243"/>
                  <a:pt x="1616762" y="30819"/>
                </a:cubicBezTo>
                <a:cubicBezTo>
                  <a:pt x="1615370" y="28395"/>
                  <a:pt x="1613563" y="26370"/>
                  <a:pt x="1611341" y="24743"/>
                </a:cubicBezTo>
                <a:cubicBezTo>
                  <a:pt x="1609120" y="23116"/>
                  <a:pt x="1606601" y="21904"/>
                  <a:pt x="1603783" y="21108"/>
                </a:cubicBezTo>
                <a:cubicBezTo>
                  <a:pt x="1600965" y="20311"/>
                  <a:pt x="1598031" y="19912"/>
                  <a:pt x="1594981" y="19912"/>
                </a:cubicBezTo>
                <a:cubicBezTo>
                  <a:pt x="1590803" y="19912"/>
                  <a:pt x="1587089" y="20610"/>
                  <a:pt x="1583839" y="22005"/>
                </a:cubicBezTo>
                <a:cubicBezTo>
                  <a:pt x="1580590" y="23399"/>
                  <a:pt x="1577839" y="25342"/>
                  <a:pt x="1575585" y="27833"/>
                </a:cubicBezTo>
                <a:cubicBezTo>
                  <a:pt x="1573330" y="30324"/>
                  <a:pt x="1571623" y="33280"/>
                  <a:pt x="1570462" y="36700"/>
                </a:cubicBezTo>
                <a:cubicBezTo>
                  <a:pt x="1569302" y="40120"/>
                  <a:pt x="1568722" y="43823"/>
                  <a:pt x="1568722" y="47808"/>
                </a:cubicBezTo>
                <a:cubicBezTo>
                  <a:pt x="1568722" y="51661"/>
                  <a:pt x="1569352" y="55198"/>
                  <a:pt x="1570611" y="58420"/>
                </a:cubicBezTo>
                <a:cubicBezTo>
                  <a:pt x="1571871" y="61640"/>
                  <a:pt x="1573628" y="64413"/>
                  <a:pt x="1575882" y="66738"/>
                </a:cubicBezTo>
                <a:cubicBezTo>
                  <a:pt x="1578137" y="69063"/>
                  <a:pt x="1580873" y="70873"/>
                  <a:pt x="1584088" y="72169"/>
                </a:cubicBezTo>
                <a:cubicBezTo>
                  <a:pt x="1587305" y="73464"/>
                  <a:pt x="1590836" y="74111"/>
                  <a:pt x="1594682" y="74111"/>
                </a:cubicBezTo>
                <a:cubicBezTo>
                  <a:pt x="1601511" y="74111"/>
                  <a:pt x="1607114" y="72314"/>
                  <a:pt x="1611490" y="68719"/>
                </a:cubicBezTo>
                <a:cubicBezTo>
                  <a:pt x="1615867" y="65123"/>
                  <a:pt x="1618520" y="59910"/>
                  <a:pt x="1619449" y="53081"/>
                </a:cubicBezTo>
                <a:lnTo>
                  <a:pt x="1605821" y="53081"/>
                </a:lnTo>
                <a:cubicBezTo>
                  <a:pt x="1605358" y="56264"/>
                  <a:pt x="1604214" y="58800"/>
                  <a:pt x="1602390" y="60690"/>
                </a:cubicBezTo>
                <a:cubicBezTo>
                  <a:pt x="1600567" y="62579"/>
                  <a:pt x="1597964" y="63524"/>
                  <a:pt x="1594583" y="63524"/>
                </a:cubicBezTo>
                <a:cubicBezTo>
                  <a:pt x="1592394" y="63524"/>
                  <a:pt x="1590537" y="63027"/>
                  <a:pt x="1589012" y="62032"/>
                </a:cubicBezTo>
                <a:cubicBezTo>
                  <a:pt x="1587487" y="61037"/>
                  <a:pt x="1586277" y="59761"/>
                  <a:pt x="1585381" y="58203"/>
                </a:cubicBezTo>
                <a:cubicBezTo>
                  <a:pt x="1584487" y="56644"/>
                  <a:pt x="1583840" y="54902"/>
                  <a:pt x="1583442" y="52979"/>
                </a:cubicBezTo>
                <a:cubicBezTo>
                  <a:pt x="1583044" y="51056"/>
                  <a:pt x="1582845" y="49166"/>
                  <a:pt x="1582845" y="47309"/>
                </a:cubicBezTo>
                <a:cubicBezTo>
                  <a:pt x="1582845" y="45386"/>
                  <a:pt x="1583044" y="43446"/>
                  <a:pt x="1583442" y="41490"/>
                </a:cubicBezTo>
                <a:cubicBezTo>
                  <a:pt x="1583840" y="39533"/>
                  <a:pt x="1584520" y="37743"/>
                  <a:pt x="1585481" y="36118"/>
                </a:cubicBezTo>
                <a:cubicBezTo>
                  <a:pt x="1586443" y="34493"/>
                  <a:pt x="1587686" y="33166"/>
                  <a:pt x="1589210" y="32138"/>
                </a:cubicBezTo>
                <a:cubicBezTo>
                  <a:pt x="1590736" y="31110"/>
                  <a:pt x="1592626" y="30596"/>
                  <a:pt x="1594880" y="30596"/>
                </a:cubicBezTo>
                <a:cubicBezTo>
                  <a:pt x="1600915" y="30596"/>
                  <a:pt x="1604396" y="33543"/>
                  <a:pt x="1605325" y="39435"/>
                </a:cubicBezTo>
                <a:close/>
                <a:moveTo>
                  <a:pt x="1640227" y="47110"/>
                </a:moveTo>
                <a:cubicBezTo>
                  <a:pt x="1640227" y="45054"/>
                  <a:pt x="1640426" y="43032"/>
                  <a:pt x="1640823" y="41043"/>
                </a:cubicBezTo>
                <a:cubicBezTo>
                  <a:pt x="1641221" y="39052"/>
                  <a:pt x="1641900" y="37295"/>
                  <a:pt x="1642862" y="35770"/>
                </a:cubicBezTo>
                <a:cubicBezTo>
                  <a:pt x="1643824" y="34244"/>
                  <a:pt x="1645101" y="33001"/>
                  <a:pt x="1646692" y="32040"/>
                </a:cubicBezTo>
                <a:cubicBezTo>
                  <a:pt x="1648284" y="31077"/>
                  <a:pt x="1650273" y="30596"/>
                  <a:pt x="1652660" y="30596"/>
                </a:cubicBezTo>
                <a:cubicBezTo>
                  <a:pt x="1655048" y="30596"/>
                  <a:pt x="1657053" y="31077"/>
                  <a:pt x="1658677" y="32040"/>
                </a:cubicBezTo>
                <a:cubicBezTo>
                  <a:pt x="1660302" y="33001"/>
                  <a:pt x="1661595" y="34244"/>
                  <a:pt x="1662557" y="35770"/>
                </a:cubicBezTo>
                <a:cubicBezTo>
                  <a:pt x="1663519" y="37295"/>
                  <a:pt x="1664199" y="39052"/>
                  <a:pt x="1664596" y="41043"/>
                </a:cubicBezTo>
                <a:cubicBezTo>
                  <a:pt x="1664994" y="43032"/>
                  <a:pt x="1665193" y="45054"/>
                  <a:pt x="1665193" y="47110"/>
                </a:cubicBezTo>
                <a:cubicBezTo>
                  <a:pt x="1665193" y="49166"/>
                  <a:pt x="1664994" y="51172"/>
                  <a:pt x="1664596" y="53129"/>
                </a:cubicBezTo>
                <a:cubicBezTo>
                  <a:pt x="1664199" y="55085"/>
                  <a:pt x="1663519" y="56843"/>
                  <a:pt x="1662557" y="58402"/>
                </a:cubicBezTo>
                <a:cubicBezTo>
                  <a:pt x="1661595" y="59960"/>
                  <a:pt x="1660302" y="61203"/>
                  <a:pt x="1658677" y="62132"/>
                </a:cubicBezTo>
                <a:cubicBezTo>
                  <a:pt x="1657053" y="63060"/>
                  <a:pt x="1655048" y="63524"/>
                  <a:pt x="1652660" y="63524"/>
                </a:cubicBezTo>
                <a:cubicBezTo>
                  <a:pt x="1650273" y="63524"/>
                  <a:pt x="1648284" y="63060"/>
                  <a:pt x="1646692" y="62132"/>
                </a:cubicBezTo>
                <a:cubicBezTo>
                  <a:pt x="1645101" y="61203"/>
                  <a:pt x="1643824" y="59960"/>
                  <a:pt x="1642862" y="58402"/>
                </a:cubicBezTo>
                <a:cubicBezTo>
                  <a:pt x="1641900" y="56843"/>
                  <a:pt x="1641221" y="55085"/>
                  <a:pt x="1640823" y="53129"/>
                </a:cubicBezTo>
                <a:cubicBezTo>
                  <a:pt x="1640426" y="51172"/>
                  <a:pt x="1640227" y="49166"/>
                  <a:pt x="1640227" y="47110"/>
                </a:cubicBezTo>
                <a:moveTo>
                  <a:pt x="1626104" y="47112"/>
                </a:moveTo>
                <a:cubicBezTo>
                  <a:pt x="1626104" y="51230"/>
                  <a:pt x="1626733" y="54949"/>
                  <a:pt x="1627993" y="58270"/>
                </a:cubicBezTo>
                <a:cubicBezTo>
                  <a:pt x="1629253" y="61590"/>
                  <a:pt x="1631043" y="64430"/>
                  <a:pt x="1633364" y="66788"/>
                </a:cubicBezTo>
                <a:cubicBezTo>
                  <a:pt x="1635685" y="69146"/>
                  <a:pt x="1638470" y="70956"/>
                  <a:pt x="1641719" y="72219"/>
                </a:cubicBezTo>
                <a:cubicBezTo>
                  <a:pt x="1644969" y="73480"/>
                  <a:pt x="1648616" y="74111"/>
                  <a:pt x="1652660" y="74111"/>
                </a:cubicBezTo>
                <a:cubicBezTo>
                  <a:pt x="1656705" y="74111"/>
                  <a:pt x="1660369" y="73480"/>
                  <a:pt x="1663651" y="72219"/>
                </a:cubicBezTo>
                <a:cubicBezTo>
                  <a:pt x="1666933" y="70956"/>
                  <a:pt x="1669735" y="69146"/>
                  <a:pt x="1672056" y="66788"/>
                </a:cubicBezTo>
                <a:cubicBezTo>
                  <a:pt x="1674377" y="64430"/>
                  <a:pt x="1676167" y="61590"/>
                  <a:pt x="1677427" y="58270"/>
                </a:cubicBezTo>
                <a:cubicBezTo>
                  <a:pt x="1678686" y="54949"/>
                  <a:pt x="1679316" y="51230"/>
                  <a:pt x="1679316" y="47112"/>
                </a:cubicBezTo>
                <a:cubicBezTo>
                  <a:pt x="1679316" y="42994"/>
                  <a:pt x="1678686" y="39258"/>
                  <a:pt x="1677427" y="35904"/>
                </a:cubicBezTo>
                <a:cubicBezTo>
                  <a:pt x="1676167" y="32549"/>
                  <a:pt x="1674377" y="29692"/>
                  <a:pt x="1672056" y="27335"/>
                </a:cubicBezTo>
                <a:cubicBezTo>
                  <a:pt x="1669735" y="24976"/>
                  <a:pt x="1666933" y="23150"/>
                  <a:pt x="1663651" y="21855"/>
                </a:cubicBezTo>
                <a:cubicBezTo>
                  <a:pt x="1660369" y="20559"/>
                  <a:pt x="1656705" y="19912"/>
                  <a:pt x="1652660" y="19912"/>
                </a:cubicBezTo>
                <a:cubicBezTo>
                  <a:pt x="1648616" y="19912"/>
                  <a:pt x="1644969" y="20559"/>
                  <a:pt x="1641719" y="21855"/>
                </a:cubicBezTo>
                <a:cubicBezTo>
                  <a:pt x="1638470" y="23150"/>
                  <a:pt x="1635685" y="24976"/>
                  <a:pt x="1633364" y="27335"/>
                </a:cubicBezTo>
                <a:cubicBezTo>
                  <a:pt x="1631043" y="29692"/>
                  <a:pt x="1629253" y="32549"/>
                  <a:pt x="1627993" y="35904"/>
                </a:cubicBezTo>
                <a:cubicBezTo>
                  <a:pt x="1626733" y="39258"/>
                  <a:pt x="1626104" y="42994"/>
                  <a:pt x="1626104" y="47112"/>
                </a:cubicBezTo>
                <a:close/>
                <a:moveTo>
                  <a:pt x="1699079" y="56045"/>
                </a:moveTo>
                <a:lnTo>
                  <a:pt x="1685653" y="56045"/>
                </a:lnTo>
                <a:cubicBezTo>
                  <a:pt x="1685785" y="59487"/>
                  <a:pt x="1686564" y="62350"/>
                  <a:pt x="1687990" y="64633"/>
                </a:cubicBezTo>
                <a:cubicBezTo>
                  <a:pt x="1689415" y="66916"/>
                  <a:pt x="1691239" y="68752"/>
                  <a:pt x="1693460" y="70142"/>
                </a:cubicBezTo>
                <a:cubicBezTo>
                  <a:pt x="1695681" y="71533"/>
                  <a:pt x="1698218" y="72525"/>
                  <a:pt x="1701069" y="73120"/>
                </a:cubicBezTo>
                <a:cubicBezTo>
                  <a:pt x="1703920" y="73716"/>
                  <a:pt x="1706838" y="74014"/>
                  <a:pt x="1709822" y="74014"/>
                </a:cubicBezTo>
                <a:cubicBezTo>
                  <a:pt x="1712739" y="74014"/>
                  <a:pt x="1715606" y="73732"/>
                  <a:pt x="1718424" y="73167"/>
                </a:cubicBezTo>
                <a:cubicBezTo>
                  <a:pt x="1721243" y="72604"/>
                  <a:pt x="1723746" y="71625"/>
                  <a:pt x="1725933" y="70232"/>
                </a:cubicBezTo>
                <a:cubicBezTo>
                  <a:pt x="1728122" y="68839"/>
                  <a:pt x="1729895" y="66998"/>
                  <a:pt x="1731254" y="64709"/>
                </a:cubicBezTo>
                <a:cubicBezTo>
                  <a:pt x="1732614" y="62421"/>
                  <a:pt x="1733294" y="59584"/>
                  <a:pt x="1733294" y="56201"/>
                </a:cubicBezTo>
                <a:cubicBezTo>
                  <a:pt x="1733294" y="53813"/>
                  <a:pt x="1732830" y="51807"/>
                  <a:pt x="1731901" y="50182"/>
                </a:cubicBezTo>
                <a:cubicBezTo>
                  <a:pt x="1730973" y="48556"/>
                  <a:pt x="1729746" y="47196"/>
                  <a:pt x="1728220" y="46101"/>
                </a:cubicBezTo>
                <a:cubicBezTo>
                  <a:pt x="1726696" y="45006"/>
                  <a:pt x="1724955" y="44127"/>
                  <a:pt x="1723000" y="43465"/>
                </a:cubicBezTo>
                <a:cubicBezTo>
                  <a:pt x="1721044" y="42801"/>
                  <a:pt x="1719038" y="42237"/>
                  <a:pt x="1716982" y="41773"/>
                </a:cubicBezTo>
                <a:cubicBezTo>
                  <a:pt x="1714993" y="41308"/>
                  <a:pt x="1713037" y="40877"/>
                  <a:pt x="1711113" y="40479"/>
                </a:cubicBezTo>
                <a:cubicBezTo>
                  <a:pt x="1709191" y="40081"/>
                  <a:pt x="1707483" y="39633"/>
                  <a:pt x="1705991" y="39136"/>
                </a:cubicBezTo>
                <a:cubicBezTo>
                  <a:pt x="1704500" y="38639"/>
                  <a:pt x="1703289" y="37991"/>
                  <a:pt x="1702361" y="37195"/>
                </a:cubicBezTo>
                <a:cubicBezTo>
                  <a:pt x="1701433" y="36399"/>
                  <a:pt x="1700969" y="35370"/>
                  <a:pt x="1700969" y="34110"/>
                </a:cubicBezTo>
                <a:cubicBezTo>
                  <a:pt x="1700969" y="33048"/>
                  <a:pt x="1701234" y="32203"/>
                  <a:pt x="1701764" y="31572"/>
                </a:cubicBezTo>
                <a:cubicBezTo>
                  <a:pt x="1702295" y="30942"/>
                  <a:pt x="1702942" y="30461"/>
                  <a:pt x="1703704" y="30130"/>
                </a:cubicBezTo>
                <a:cubicBezTo>
                  <a:pt x="1704467" y="29799"/>
                  <a:pt x="1705312" y="29583"/>
                  <a:pt x="1706240" y="29484"/>
                </a:cubicBezTo>
                <a:cubicBezTo>
                  <a:pt x="1707169" y="29384"/>
                  <a:pt x="1708031" y="29334"/>
                  <a:pt x="1708826" y="29334"/>
                </a:cubicBezTo>
                <a:cubicBezTo>
                  <a:pt x="1711345" y="29334"/>
                  <a:pt x="1713533" y="29817"/>
                  <a:pt x="1715390" y="30783"/>
                </a:cubicBezTo>
                <a:cubicBezTo>
                  <a:pt x="1717247" y="31748"/>
                  <a:pt x="1718275" y="33596"/>
                  <a:pt x="1718474" y="36327"/>
                </a:cubicBezTo>
                <a:lnTo>
                  <a:pt x="1731902" y="36327"/>
                </a:lnTo>
                <a:cubicBezTo>
                  <a:pt x="1731637" y="33144"/>
                  <a:pt x="1730825" y="30508"/>
                  <a:pt x="1729465" y="28418"/>
                </a:cubicBezTo>
                <a:cubicBezTo>
                  <a:pt x="1728106" y="26329"/>
                  <a:pt x="1726399" y="24655"/>
                  <a:pt x="1724343" y="23395"/>
                </a:cubicBezTo>
                <a:cubicBezTo>
                  <a:pt x="1722288" y="22134"/>
                  <a:pt x="1719951" y="21239"/>
                  <a:pt x="1717331" y="20709"/>
                </a:cubicBezTo>
                <a:cubicBezTo>
                  <a:pt x="1714712" y="20178"/>
                  <a:pt x="1712010" y="19912"/>
                  <a:pt x="1709225" y="19912"/>
                </a:cubicBezTo>
                <a:cubicBezTo>
                  <a:pt x="1706440" y="19912"/>
                  <a:pt x="1703721" y="20161"/>
                  <a:pt x="1701068" y="20659"/>
                </a:cubicBezTo>
                <a:cubicBezTo>
                  <a:pt x="1698416" y="21155"/>
                  <a:pt x="1696029" y="22017"/>
                  <a:pt x="1693907" y="23245"/>
                </a:cubicBezTo>
                <a:cubicBezTo>
                  <a:pt x="1691786" y="24472"/>
                  <a:pt x="1690078" y="26147"/>
                  <a:pt x="1688785" y="28270"/>
                </a:cubicBezTo>
                <a:cubicBezTo>
                  <a:pt x="1687492" y="30392"/>
                  <a:pt x="1686845" y="33113"/>
                  <a:pt x="1686845" y="36430"/>
                </a:cubicBezTo>
                <a:cubicBezTo>
                  <a:pt x="1686845" y="38686"/>
                  <a:pt x="1687309" y="40593"/>
                  <a:pt x="1688237" y="42152"/>
                </a:cubicBezTo>
                <a:cubicBezTo>
                  <a:pt x="1689166" y="43710"/>
                  <a:pt x="1690393" y="45004"/>
                  <a:pt x="1691918" y="46033"/>
                </a:cubicBezTo>
                <a:cubicBezTo>
                  <a:pt x="1693443" y="47061"/>
                  <a:pt x="1695184" y="47890"/>
                  <a:pt x="1697140" y="48520"/>
                </a:cubicBezTo>
                <a:cubicBezTo>
                  <a:pt x="1699096" y="49150"/>
                  <a:pt x="1701102" y="49698"/>
                  <a:pt x="1703157" y="50162"/>
                </a:cubicBezTo>
                <a:cubicBezTo>
                  <a:pt x="1708196" y="51224"/>
                  <a:pt x="1712124" y="52285"/>
                  <a:pt x="1714942" y="53346"/>
                </a:cubicBezTo>
                <a:cubicBezTo>
                  <a:pt x="1717761" y="54408"/>
                  <a:pt x="1719170" y="56000"/>
                  <a:pt x="1719170" y="58122"/>
                </a:cubicBezTo>
                <a:cubicBezTo>
                  <a:pt x="1719170" y="59382"/>
                  <a:pt x="1718872" y="60427"/>
                  <a:pt x="1718275" y="61256"/>
                </a:cubicBezTo>
                <a:cubicBezTo>
                  <a:pt x="1717678" y="62086"/>
                  <a:pt x="1716932" y="62750"/>
                  <a:pt x="1716036" y="63248"/>
                </a:cubicBezTo>
                <a:cubicBezTo>
                  <a:pt x="1715142" y="63744"/>
                  <a:pt x="1714147" y="64109"/>
                  <a:pt x="1713053" y="64342"/>
                </a:cubicBezTo>
                <a:cubicBezTo>
                  <a:pt x="1711959" y="64574"/>
                  <a:pt x="1710915" y="64689"/>
                  <a:pt x="1709920" y="64689"/>
                </a:cubicBezTo>
                <a:cubicBezTo>
                  <a:pt x="1708528" y="64689"/>
                  <a:pt x="1707185" y="64524"/>
                  <a:pt x="1705892" y="64193"/>
                </a:cubicBezTo>
                <a:cubicBezTo>
                  <a:pt x="1704599" y="63861"/>
                  <a:pt x="1703455" y="63348"/>
                  <a:pt x="1702461" y="62653"/>
                </a:cubicBezTo>
                <a:cubicBezTo>
                  <a:pt x="1701466" y="61957"/>
                  <a:pt x="1700654" y="61062"/>
                  <a:pt x="1700023" y="59969"/>
                </a:cubicBezTo>
                <a:cubicBezTo>
                  <a:pt x="1699394" y="58877"/>
                  <a:pt x="1699079" y="57568"/>
                  <a:pt x="1699079" y="56045"/>
                </a:cubicBezTo>
                <a:close/>
                <a:moveTo>
                  <a:pt x="1804250" y="39435"/>
                </a:moveTo>
                <a:lnTo>
                  <a:pt x="1818074" y="39435"/>
                </a:lnTo>
                <a:cubicBezTo>
                  <a:pt x="1817876" y="36115"/>
                  <a:pt x="1817080" y="33243"/>
                  <a:pt x="1815687" y="30819"/>
                </a:cubicBezTo>
                <a:cubicBezTo>
                  <a:pt x="1814295" y="28395"/>
                  <a:pt x="1812488" y="26370"/>
                  <a:pt x="1810266" y="24743"/>
                </a:cubicBezTo>
                <a:cubicBezTo>
                  <a:pt x="1808045" y="23116"/>
                  <a:pt x="1805526" y="21904"/>
                  <a:pt x="1802708" y="21108"/>
                </a:cubicBezTo>
                <a:cubicBezTo>
                  <a:pt x="1799890" y="20311"/>
                  <a:pt x="1796956" y="19912"/>
                  <a:pt x="1793905" y="19912"/>
                </a:cubicBezTo>
                <a:cubicBezTo>
                  <a:pt x="1789728" y="19912"/>
                  <a:pt x="1786014" y="20610"/>
                  <a:pt x="1782764" y="22005"/>
                </a:cubicBezTo>
                <a:cubicBezTo>
                  <a:pt x="1779515" y="23399"/>
                  <a:pt x="1776764" y="25342"/>
                  <a:pt x="1774510" y="27833"/>
                </a:cubicBezTo>
                <a:cubicBezTo>
                  <a:pt x="1772255" y="30324"/>
                  <a:pt x="1770548" y="33280"/>
                  <a:pt x="1769387" y="36700"/>
                </a:cubicBezTo>
                <a:cubicBezTo>
                  <a:pt x="1768227" y="40120"/>
                  <a:pt x="1767647" y="43823"/>
                  <a:pt x="1767647" y="47808"/>
                </a:cubicBezTo>
                <a:cubicBezTo>
                  <a:pt x="1767647" y="51661"/>
                  <a:pt x="1768276" y="55198"/>
                  <a:pt x="1769536" y="58420"/>
                </a:cubicBezTo>
                <a:cubicBezTo>
                  <a:pt x="1770796" y="61640"/>
                  <a:pt x="1772553" y="64413"/>
                  <a:pt x="1774807" y="66738"/>
                </a:cubicBezTo>
                <a:cubicBezTo>
                  <a:pt x="1777062" y="69063"/>
                  <a:pt x="1779798" y="70873"/>
                  <a:pt x="1783013" y="72169"/>
                </a:cubicBezTo>
                <a:cubicBezTo>
                  <a:pt x="1786230" y="73464"/>
                  <a:pt x="1789761" y="74111"/>
                  <a:pt x="1793606" y="74111"/>
                </a:cubicBezTo>
                <a:cubicBezTo>
                  <a:pt x="1800436" y="74111"/>
                  <a:pt x="1806039" y="72314"/>
                  <a:pt x="1810415" y="68719"/>
                </a:cubicBezTo>
                <a:cubicBezTo>
                  <a:pt x="1814792" y="65123"/>
                  <a:pt x="1817445" y="59910"/>
                  <a:pt x="1818373" y="53081"/>
                </a:cubicBezTo>
                <a:lnTo>
                  <a:pt x="1804746" y="53081"/>
                </a:lnTo>
                <a:cubicBezTo>
                  <a:pt x="1804283" y="56264"/>
                  <a:pt x="1803139" y="58800"/>
                  <a:pt x="1801315" y="60690"/>
                </a:cubicBezTo>
                <a:cubicBezTo>
                  <a:pt x="1799492" y="62579"/>
                  <a:pt x="1796889" y="63524"/>
                  <a:pt x="1793508" y="63524"/>
                </a:cubicBezTo>
                <a:cubicBezTo>
                  <a:pt x="1791319" y="63524"/>
                  <a:pt x="1789462" y="63027"/>
                  <a:pt x="1787936" y="62032"/>
                </a:cubicBezTo>
                <a:cubicBezTo>
                  <a:pt x="1786412" y="61037"/>
                  <a:pt x="1785202" y="59761"/>
                  <a:pt x="1784306" y="58203"/>
                </a:cubicBezTo>
                <a:cubicBezTo>
                  <a:pt x="1783412" y="56644"/>
                  <a:pt x="1782765" y="54902"/>
                  <a:pt x="1782367" y="52979"/>
                </a:cubicBezTo>
                <a:cubicBezTo>
                  <a:pt x="1781969" y="51056"/>
                  <a:pt x="1781770" y="49166"/>
                  <a:pt x="1781770" y="47309"/>
                </a:cubicBezTo>
                <a:cubicBezTo>
                  <a:pt x="1781770" y="45386"/>
                  <a:pt x="1781969" y="43446"/>
                  <a:pt x="1782367" y="41490"/>
                </a:cubicBezTo>
                <a:cubicBezTo>
                  <a:pt x="1782765" y="39533"/>
                  <a:pt x="1783445" y="37743"/>
                  <a:pt x="1784406" y="36118"/>
                </a:cubicBezTo>
                <a:cubicBezTo>
                  <a:pt x="1785368" y="34493"/>
                  <a:pt x="1786610" y="33166"/>
                  <a:pt x="1788135" y="32138"/>
                </a:cubicBezTo>
                <a:cubicBezTo>
                  <a:pt x="1789661" y="31110"/>
                  <a:pt x="1791551" y="30596"/>
                  <a:pt x="1793805" y="30596"/>
                </a:cubicBezTo>
                <a:cubicBezTo>
                  <a:pt x="1799840" y="30596"/>
                  <a:pt x="1803321" y="33543"/>
                  <a:pt x="1804250" y="39435"/>
                </a:cubicBezTo>
                <a:close/>
                <a:moveTo>
                  <a:pt x="1826024" y="37144"/>
                </a:moveTo>
                <a:cubicBezTo>
                  <a:pt x="1826223" y="33828"/>
                  <a:pt x="1827051" y="31076"/>
                  <a:pt x="1828510" y="28889"/>
                </a:cubicBezTo>
                <a:cubicBezTo>
                  <a:pt x="1829969" y="26700"/>
                  <a:pt x="1831826" y="24943"/>
                  <a:pt x="1834080" y="23617"/>
                </a:cubicBezTo>
                <a:cubicBezTo>
                  <a:pt x="1836334" y="22290"/>
                  <a:pt x="1838870" y="21345"/>
                  <a:pt x="1841688" y="20782"/>
                </a:cubicBezTo>
                <a:cubicBezTo>
                  <a:pt x="1844507" y="20218"/>
                  <a:pt x="1847342" y="19936"/>
                  <a:pt x="1850193" y="19936"/>
                </a:cubicBezTo>
                <a:cubicBezTo>
                  <a:pt x="1852779" y="19936"/>
                  <a:pt x="1855398" y="20119"/>
                  <a:pt x="1858050" y="20484"/>
                </a:cubicBezTo>
                <a:cubicBezTo>
                  <a:pt x="1860703" y="20848"/>
                  <a:pt x="1863123" y="21561"/>
                  <a:pt x="1865311" y="22622"/>
                </a:cubicBezTo>
                <a:cubicBezTo>
                  <a:pt x="1867499" y="23683"/>
                  <a:pt x="1869290" y="25158"/>
                  <a:pt x="1870682" y="27048"/>
                </a:cubicBezTo>
                <a:cubicBezTo>
                  <a:pt x="1872075" y="28938"/>
                  <a:pt x="1872772" y="31441"/>
                  <a:pt x="1872772" y="34557"/>
                </a:cubicBezTo>
                <a:lnTo>
                  <a:pt x="1872772" y="61313"/>
                </a:lnTo>
                <a:cubicBezTo>
                  <a:pt x="1872772" y="63634"/>
                  <a:pt x="1872904" y="65855"/>
                  <a:pt x="1873169" y="67977"/>
                </a:cubicBezTo>
                <a:cubicBezTo>
                  <a:pt x="1873434" y="70098"/>
                  <a:pt x="1873898" y="71690"/>
                  <a:pt x="1874561" y="72751"/>
                </a:cubicBezTo>
                <a:lnTo>
                  <a:pt x="1860239" y="72751"/>
                </a:lnTo>
                <a:cubicBezTo>
                  <a:pt x="1859974" y="71956"/>
                  <a:pt x="1859758" y="71144"/>
                  <a:pt x="1859592" y="70315"/>
                </a:cubicBezTo>
                <a:cubicBezTo>
                  <a:pt x="1859426" y="69486"/>
                  <a:pt x="1859310" y="68640"/>
                  <a:pt x="1859245" y="67778"/>
                </a:cubicBezTo>
                <a:cubicBezTo>
                  <a:pt x="1856990" y="70099"/>
                  <a:pt x="1854338" y="71724"/>
                  <a:pt x="1851287" y="72653"/>
                </a:cubicBezTo>
                <a:cubicBezTo>
                  <a:pt x="1848237" y="73580"/>
                  <a:pt x="1845120" y="74044"/>
                  <a:pt x="1841937" y="74044"/>
                </a:cubicBezTo>
                <a:cubicBezTo>
                  <a:pt x="1839484" y="74044"/>
                  <a:pt x="1837197" y="73746"/>
                  <a:pt x="1835074" y="73149"/>
                </a:cubicBezTo>
                <a:cubicBezTo>
                  <a:pt x="1832952" y="72552"/>
                  <a:pt x="1831096" y="71624"/>
                  <a:pt x="1829504" y="70364"/>
                </a:cubicBezTo>
                <a:cubicBezTo>
                  <a:pt x="1827914" y="69104"/>
                  <a:pt x="1826671" y="67513"/>
                  <a:pt x="1825775" y="65591"/>
                </a:cubicBezTo>
                <a:cubicBezTo>
                  <a:pt x="1824880" y="63668"/>
                  <a:pt x="1824432" y="61379"/>
                  <a:pt x="1824432" y="58726"/>
                </a:cubicBezTo>
                <a:cubicBezTo>
                  <a:pt x="1824432" y="55810"/>
                  <a:pt x="1824946" y="53406"/>
                  <a:pt x="1825974" y="51516"/>
                </a:cubicBezTo>
                <a:cubicBezTo>
                  <a:pt x="1827002" y="49626"/>
                  <a:pt x="1828328" y="48117"/>
                  <a:pt x="1829952" y="46990"/>
                </a:cubicBezTo>
                <a:cubicBezTo>
                  <a:pt x="1831577" y="45863"/>
                  <a:pt x="1833433" y="45018"/>
                  <a:pt x="1835522" y="44454"/>
                </a:cubicBezTo>
                <a:cubicBezTo>
                  <a:pt x="1837611" y="43891"/>
                  <a:pt x="1839717" y="43443"/>
                  <a:pt x="1841838" y="43113"/>
                </a:cubicBezTo>
                <a:cubicBezTo>
                  <a:pt x="1843960" y="42781"/>
                  <a:pt x="1846048" y="42515"/>
                  <a:pt x="1848103" y="42316"/>
                </a:cubicBezTo>
                <a:cubicBezTo>
                  <a:pt x="1850159" y="42117"/>
                  <a:pt x="1851983" y="41818"/>
                  <a:pt x="1853575" y="41420"/>
                </a:cubicBezTo>
                <a:cubicBezTo>
                  <a:pt x="1855166" y="41023"/>
                  <a:pt x="1856426" y="40443"/>
                  <a:pt x="1857354" y="39681"/>
                </a:cubicBezTo>
                <a:cubicBezTo>
                  <a:pt x="1858282" y="38918"/>
                  <a:pt x="1858714" y="37807"/>
                  <a:pt x="1858648" y="36348"/>
                </a:cubicBezTo>
                <a:cubicBezTo>
                  <a:pt x="1858648" y="34823"/>
                  <a:pt x="1858399" y="33612"/>
                  <a:pt x="1857901" y="32718"/>
                </a:cubicBezTo>
                <a:cubicBezTo>
                  <a:pt x="1857404" y="31823"/>
                  <a:pt x="1856740" y="31127"/>
                  <a:pt x="1855912" y="30630"/>
                </a:cubicBezTo>
                <a:cubicBezTo>
                  <a:pt x="1855083" y="30132"/>
                  <a:pt x="1854121" y="29800"/>
                  <a:pt x="1853027" y="29634"/>
                </a:cubicBezTo>
                <a:cubicBezTo>
                  <a:pt x="1851933" y="29468"/>
                  <a:pt x="1850756" y="29385"/>
                  <a:pt x="1849497" y="29385"/>
                </a:cubicBezTo>
                <a:cubicBezTo>
                  <a:pt x="1846712" y="29385"/>
                  <a:pt x="1844524" y="29982"/>
                  <a:pt x="1842933" y="31176"/>
                </a:cubicBezTo>
                <a:cubicBezTo>
                  <a:pt x="1841341" y="32370"/>
                  <a:pt x="1840413" y="34359"/>
                  <a:pt x="1840148" y="37144"/>
                </a:cubicBezTo>
                <a:lnTo>
                  <a:pt x="1826024" y="37144"/>
                </a:lnTo>
                <a:moveTo>
                  <a:pt x="1858648" y="47587"/>
                </a:moveTo>
                <a:cubicBezTo>
                  <a:pt x="1858051" y="48118"/>
                  <a:pt x="1857305" y="48533"/>
                  <a:pt x="1856410" y="48831"/>
                </a:cubicBezTo>
                <a:cubicBezTo>
                  <a:pt x="1855514" y="49130"/>
                  <a:pt x="1854552" y="49379"/>
                  <a:pt x="1853524" y="49578"/>
                </a:cubicBezTo>
                <a:cubicBezTo>
                  <a:pt x="1852498" y="49776"/>
                  <a:pt x="1851420" y="49942"/>
                  <a:pt x="1850292" y="50074"/>
                </a:cubicBezTo>
                <a:cubicBezTo>
                  <a:pt x="1849165" y="50207"/>
                  <a:pt x="1848038" y="50372"/>
                  <a:pt x="1846910" y="50570"/>
                </a:cubicBezTo>
                <a:cubicBezTo>
                  <a:pt x="1845850" y="50770"/>
                  <a:pt x="1844806" y="51035"/>
                  <a:pt x="1843778" y="51367"/>
                </a:cubicBezTo>
                <a:cubicBezTo>
                  <a:pt x="1842750" y="51698"/>
                  <a:pt x="1841855" y="52146"/>
                  <a:pt x="1841092" y="52710"/>
                </a:cubicBezTo>
                <a:cubicBezTo>
                  <a:pt x="1840330" y="53274"/>
                  <a:pt x="1839717" y="53987"/>
                  <a:pt x="1839252" y="54849"/>
                </a:cubicBezTo>
                <a:cubicBezTo>
                  <a:pt x="1838788" y="55710"/>
                  <a:pt x="1838556" y="56804"/>
                  <a:pt x="1838556" y="58130"/>
                </a:cubicBezTo>
                <a:cubicBezTo>
                  <a:pt x="1838556" y="59390"/>
                  <a:pt x="1838788" y="60451"/>
                  <a:pt x="1839252" y="61313"/>
                </a:cubicBezTo>
                <a:cubicBezTo>
                  <a:pt x="1839717" y="62175"/>
                  <a:pt x="1840347" y="62855"/>
                  <a:pt x="1841142" y="63352"/>
                </a:cubicBezTo>
                <a:cubicBezTo>
                  <a:pt x="1841938" y="63849"/>
                  <a:pt x="1842866" y="64197"/>
                  <a:pt x="1843927" y="64397"/>
                </a:cubicBezTo>
                <a:cubicBezTo>
                  <a:pt x="1844988" y="64596"/>
                  <a:pt x="1846082" y="64696"/>
                  <a:pt x="1847209" y="64696"/>
                </a:cubicBezTo>
                <a:cubicBezTo>
                  <a:pt x="1849994" y="64696"/>
                  <a:pt x="1852148" y="64232"/>
                  <a:pt x="1853673" y="63304"/>
                </a:cubicBezTo>
                <a:cubicBezTo>
                  <a:pt x="1855199" y="62375"/>
                  <a:pt x="1856327" y="61264"/>
                  <a:pt x="1857056" y="59971"/>
                </a:cubicBezTo>
                <a:cubicBezTo>
                  <a:pt x="1857786" y="58678"/>
                  <a:pt x="1858233" y="57368"/>
                  <a:pt x="1858399" y="56042"/>
                </a:cubicBezTo>
                <a:cubicBezTo>
                  <a:pt x="1858565" y="54715"/>
                  <a:pt x="1858648" y="53654"/>
                  <a:pt x="1858648" y="52859"/>
                </a:cubicBezTo>
                <a:lnTo>
                  <a:pt x="1858648" y="47587"/>
                </a:lnTo>
                <a:close/>
                <a:moveTo>
                  <a:pt x="1884401" y="1748"/>
                </a:moveTo>
                <a:lnTo>
                  <a:pt x="1884401" y="72751"/>
                </a:lnTo>
                <a:lnTo>
                  <a:pt x="1898524" y="72751"/>
                </a:lnTo>
                <a:lnTo>
                  <a:pt x="1898524" y="1748"/>
                </a:lnTo>
                <a:lnTo>
                  <a:pt x="1884401" y="1748"/>
                </a:lnTo>
                <a:close/>
                <a:moveTo>
                  <a:pt x="1910414" y="1748"/>
                </a:moveTo>
                <a:lnTo>
                  <a:pt x="1910414" y="72751"/>
                </a:lnTo>
                <a:lnTo>
                  <a:pt x="1924537" y="72751"/>
                </a:lnTo>
                <a:lnTo>
                  <a:pt x="1924537" y="1748"/>
                </a:lnTo>
                <a:lnTo>
                  <a:pt x="1910414" y="1748"/>
                </a:lnTo>
                <a:close/>
                <a:moveTo>
                  <a:pt x="1946970" y="56045"/>
                </a:moveTo>
                <a:lnTo>
                  <a:pt x="1933543" y="56045"/>
                </a:lnTo>
                <a:cubicBezTo>
                  <a:pt x="1933676" y="59487"/>
                  <a:pt x="1934455" y="62350"/>
                  <a:pt x="1935880" y="64633"/>
                </a:cubicBezTo>
                <a:cubicBezTo>
                  <a:pt x="1937306" y="66916"/>
                  <a:pt x="1939129" y="68752"/>
                  <a:pt x="1941350" y="70142"/>
                </a:cubicBezTo>
                <a:cubicBezTo>
                  <a:pt x="1943572" y="71533"/>
                  <a:pt x="1946109" y="72525"/>
                  <a:pt x="1948960" y="73120"/>
                </a:cubicBezTo>
                <a:cubicBezTo>
                  <a:pt x="1951811" y="73716"/>
                  <a:pt x="1954729" y="74014"/>
                  <a:pt x="1957712" y="74014"/>
                </a:cubicBezTo>
                <a:cubicBezTo>
                  <a:pt x="1960629" y="74014"/>
                  <a:pt x="1963497" y="73732"/>
                  <a:pt x="1966314" y="73167"/>
                </a:cubicBezTo>
                <a:cubicBezTo>
                  <a:pt x="1969133" y="72604"/>
                  <a:pt x="1971636" y="71625"/>
                  <a:pt x="1973824" y="70232"/>
                </a:cubicBezTo>
                <a:cubicBezTo>
                  <a:pt x="1976012" y="68839"/>
                  <a:pt x="1977786" y="66998"/>
                  <a:pt x="1979145" y="64709"/>
                </a:cubicBezTo>
                <a:cubicBezTo>
                  <a:pt x="1980505" y="62421"/>
                  <a:pt x="1981185" y="59584"/>
                  <a:pt x="1981185" y="56201"/>
                </a:cubicBezTo>
                <a:cubicBezTo>
                  <a:pt x="1981185" y="53813"/>
                  <a:pt x="1980720" y="51807"/>
                  <a:pt x="1979791" y="50182"/>
                </a:cubicBezTo>
                <a:cubicBezTo>
                  <a:pt x="1978864" y="48556"/>
                  <a:pt x="1977637" y="47196"/>
                  <a:pt x="1976111" y="46101"/>
                </a:cubicBezTo>
                <a:cubicBezTo>
                  <a:pt x="1974586" y="45006"/>
                  <a:pt x="1972846" y="44127"/>
                  <a:pt x="1970890" y="43465"/>
                </a:cubicBezTo>
                <a:cubicBezTo>
                  <a:pt x="1968934" y="42801"/>
                  <a:pt x="1966929" y="42237"/>
                  <a:pt x="1964873" y="41773"/>
                </a:cubicBezTo>
                <a:cubicBezTo>
                  <a:pt x="1962883" y="41308"/>
                  <a:pt x="1960927" y="40877"/>
                  <a:pt x="1959004" y="40479"/>
                </a:cubicBezTo>
                <a:cubicBezTo>
                  <a:pt x="1957081" y="40081"/>
                  <a:pt x="1955374" y="39633"/>
                  <a:pt x="1953882" y="39136"/>
                </a:cubicBezTo>
                <a:cubicBezTo>
                  <a:pt x="1952390" y="38639"/>
                  <a:pt x="1951180" y="37991"/>
                  <a:pt x="1950251" y="37195"/>
                </a:cubicBezTo>
                <a:cubicBezTo>
                  <a:pt x="1949324" y="36399"/>
                  <a:pt x="1948860" y="35370"/>
                  <a:pt x="1948860" y="34110"/>
                </a:cubicBezTo>
                <a:cubicBezTo>
                  <a:pt x="1948860" y="33048"/>
                  <a:pt x="1949125" y="32203"/>
                  <a:pt x="1949655" y="31572"/>
                </a:cubicBezTo>
                <a:cubicBezTo>
                  <a:pt x="1950186" y="30942"/>
                  <a:pt x="1950833" y="30461"/>
                  <a:pt x="1951595" y="30130"/>
                </a:cubicBezTo>
                <a:cubicBezTo>
                  <a:pt x="1952357" y="29799"/>
                  <a:pt x="1953203" y="29583"/>
                  <a:pt x="1954131" y="29484"/>
                </a:cubicBezTo>
                <a:cubicBezTo>
                  <a:pt x="1955059" y="29384"/>
                  <a:pt x="1955921" y="29334"/>
                  <a:pt x="1956717" y="29334"/>
                </a:cubicBezTo>
                <a:cubicBezTo>
                  <a:pt x="1959236" y="29334"/>
                  <a:pt x="1961424" y="29817"/>
                  <a:pt x="1963281" y="30783"/>
                </a:cubicBezTo>
                <a:cubicBezTo>
                  <a:pt x="1965137" y="31748"/>
                  <a:pt x="1966165" y="33596"/>
                  <a:pt x="1966365" y="36327"/>
                </a:cubicBezTo>
                <a:lnTo>
                  <a:pt x="1979793" y="36327"/>
                </a:lnTo>
                <a:cubicBezTo>
                  <a:pt x="1979528" y="33144"/>
                  <a:pt x="1978715" y="30508"/>
                  <a:pt x="1977356" y="28418"/>
                </a:cubicBezTo>
                <a:cubicBezTo>
                  <a:pt x="1975997" y="26329"/>
                  <a:pt x="1974289" y="24655"/>
                  <a:pt x="1972233" y="23395"/>
                </a:cubicBezTo>
                <a:cubicBezTo>
                  <a:pt x="1970178" y="22134"/>
                  <a:pt x="1967841" y="21239"/>
                  <a:pt x="1965222" y="20709"/>
                </a:cubicBezTo>
                <a:cubicBezTo>
                  <a:pt x="1962602" y="20178"/>
                  <a:pt x="1959900" y="19912"/>
                  <a:pt x="1957116" y="19912"/>
                </a:cubicBezTo>
                <a:cubicBezTo>
                  <a:pt x="1954330" y="19912"/>
                  <a:pt x="1951611" y="20161"/>
                  <a:pt x="1948958" y="20659"/>
                </a:cubicBezTo>
                <a:cubicBezTo>
                  <a:pt x="1946306" y="21155"/>
                  <a:pt x="1943920" y="22017"/>
                  <a:pt x="1941798" y="23245"/>
                </a:cubicBezTo>
                <a:cubicBezTo>
                  <a:pt x="1939676" y="24472"/>
                  <a:pt x="1937969" y="26147"/>
                  <a:pt x="1936676" y="28270"/>
                </a:cubicBezTo>
                <a:cubicBezTo>
                  <a:pt x="1935383" y="30392"/>
                  <a:pt x="1934736" y="33113"/>
                  <a:pt x="1934736" y="36430"/>
                </a:cubicBezTo>
                <a:cubicBezTo>
                  <a:pt x="1934736" y="38686"/>
                  <a:pt x="1935200" y="40593"/>
                  <a:pt x="1936128" y="42152"/>
                </a:cubicBezTo>
                <a:cubicBezTo>
                  <a:pt x="1937057" y="43710"/>
                  <a:pt x="1938283" y="45004"/>
                  <a:pt x="1939808" y="46033"/>
                </a:cubicBezTo>
                <a:cubicBezTo>
                  <a:pt x="1941334" y="47061"/>
                  <a:pt x="1943075" y="47890"/>
                  <a:pt x="1945031" y="48520"/>
                </a:cubicBezTo>
                <a:cubicBezTo>
                  <a:pt x="1946986" y="49150"/>
                  <a:pt x="1948992" y="49698"/>
                  <a:pt x="1951048" y="50162"/>
                </a:cubicBezTo>
                <a:cubicBezTo>
                  <a:pt x="1956087" y="51224"/>
                  <a:pt x="1960015" y="52285"/>
                  <a:pt x="1962833" y="53346"/>
                </a:cubicBezTo>
                <a:cubicBezTo>
                  <a:pt x="1965652" y="54408"/>
                  <a:pt x="1967061" y="56000"/>
                  <a:pt x="1967061" y="58122"/>
                </a:cubicBezTo>
                <a:cubicBezTo>
                  <a:pt x="1967061" y="59382"/>
                  <a:pt x="1966763" y="60427"/>
                  <a:pt x="1966166" y="61256"/>
                </a:cubicBezTo>
                <a:cubicBezTo>
                  <a:pt x="1965569" y="62086"/>
                  <a:pt x="1964823" y="62750"/>
                  <a:pt x="1963927" y="63248"/>
                </a:cubicBezTo>
                <a:cubicBezTo>
                  <a:pt x="1963033" y="63744"/>
                  <a:pt x="1962038" y="64109"/>
                  <a:pt x="1960943" y="64342"/>
                </a:cubicBezTo>
                <a:cubicBezTo>
                  <a:pt x="1959850" y="64574"/>
                  <a:pt x="1958806" y="64689"/>
                  <a:pt x="1957811" y="64689"/>
                </a:cubicBezTo>
                <a:cubicBezTo>
                  <a:pt x="1956419" y="64689"/>
                  <a:pt x="1955076" y="64524"/>
                  <a:pt x="1953783" y="64193"/>
                </a:cubicBezTo>
                <a:cubicBezTo>
                  <a:pt x="1952490" y="63861"/>
                  <a:pt x="1951346" y="63348"/>
                  <a:pt x="1950352" y="62653"/>
                </a:cubicBezTo>
                <a:cubicBezTo>
                  <a:pt x="1949357" y="61957"/>
                  <a:pt x="1948544" y="61062"/>
                  <a:pt x="1947914" y="59969"/>
                </a:cubicBezTo>
                <a:cubicBezTo>
                  <a:pt x="1947285" y="58877"/>
                  <a:pt x="1946970" y="57568"/>
                  <a:pt x="1946970" y="56045"/>
                </a:cubicBezTo>
                <a:close/>
                <a:moveTo>
                  <a:pt x="2035927" y="31762"/>
                </a:moveTo>
                <a:lnTo>
                  <a:pt x="2045477" y="31762"/>
                </a:lnTo>
                <a:lnTo>
                  <a:pt x="2043786" y="44098"/>
                </a:lnTo>
                <a:lnTo>
                  <a:pt x="2034138" y="44098"/>
                </a:lnTo>
                <a:lnTo>
                  <a:pt x="2035927" y="31762"/>
                </a:lnTo>
                <a:moveTo>
                  <a:pt x="2023296" y="53034"/>
                </a:moveTo>
                <a:lnTo>
                  <a:pt x="2020511" y="72751"/>
                </a:lnTo>
                <a:lnTo>
                  <a:pt x="2030159" y="72751"/>
                </a:lnTo>
                <a:lnTo>
                  <a:pt x="2032944" y="53034"/>
                </a:lnTo>
                <a:lnTo>
                  <a:pt x="2042493" y="53034"/>
                </a:lnTo>
                <a:lnTo>
                  <a:pt x="2039806" y="72751"/>
                </a:lnTo>
                <a:lnTo>
                  <a:pt x="2049454" y="72751"/>
                </a:lnTo>
                <a:lnTo>
                  <a:pt x="2052141" y="53034"/>
                </a:lnTo>
                <a:lnTo>
                  <a:pt x="2060793" y="53034"/>
                </a:lnTo>
                <a:lnTo>
                  <a:pt x="2060793" y="44098"/>
                </a:lnTo>
                <a:lnTo>
                  <a:pt x="2053434" y="44098"/>
                </a:lnTo>
                <a:lnTo>
                  <a:pt x="2055124" y="31762"/>
                </a:lnTo>
                <a:lnTo>
                  <a:pt x="2063777" y="31762"/>
                </a:lnTo>
                <a:lnTo>
                  <a:pt x="2063777" y="22826"/>
                </a:lnTo>
                <a:lnTo>
                  <a:pt x="2056417" y="22826"/>
                </a:lnTo>
                <a:lnTo>
                  <a:pt x="2059102" y="3108"/>
                </a:lnTo>
                <a:lnTo>
                  <a:pt x="2049454" y="3108"/>
                </a:lnTo>
                <a:lnTo>
                  <a:pt x="2046770" y="22826"/>
                </a:lnTo>
                <a:lnTo>
                  <a:pt x="2037122" y="22826"/>
                </a:lnTo>
                <a:lnTo>
                  <a:pt x="2039907" y="3108"/>
                </a:lnTo>
                <a:lnTo>
                  <a:pt x="2030259" y="3108"/>
                </a:lnTo>
                <a:lnTo>
                  <a:pt x="2027474" y="22826"/>
                </a:lnTo>
                <a:lnTo>
                  <a:pt x="2018025" y="22826"/>
                </a:lnTo>
                <a:lnTo>
                  <a:pt x="2018025" y="31762"/>
                </a:lnTo>
                <a:lnTo>
                  <a:pt x="2026279" y="31762"/>
                </a:lnTo>
                <a:lnTo>
                  <a:pt x="2024490" y="44098"/>
                </a:lnTo>
                <a:lnTo>
                  <a:pt x="2015041" y="44098"/>
                </a:lnTo>
                <a:lnTo>
                  <a:pt x="2015041" y="53034"/>
                </a:lnTo>
                <a:lnTo>
                  <a:pt x="2023296" y="53034"/>
                </a:lnTo>
                <a:close/>
                <a:moveTo>
                  <a:pt x="2083952" y="22053"/>
                </a:moveTo>
                <a:cubicBezTo>
                  <a:pt x="2083952" y="20467"/>
                  <a:pt x="2084234" y="19079"/>
                  <a:pt x="2084798" y="17889"/>
                </a:cubicBezTo>
                <a:cubicBezTo>
                  <a:pt x="2085361" y="16698"/>
                  <a:pt x="2086140" y="15706"/>
                  <a:pt x="2087135" y="14913"/>
                </a:cubicBezTo>
                <a:cubicBezTo>
                  <a:pt x="2088130" y="14119"/>
                  <a:pt x="2089273" y="13508"/>
                  <a:pt x="2090566" y="13078"/>
                </a:cubicBezTo>
                <a:cubicBezTo>
                  <a:pt x="2091860" y="12648"/>
                  <a:pt x="2093203" y="12433"/>
                  <a:pt x="2094596" y="12433"/>
                </a:cubicBezTo>
                <a:cubicBezTo>
                  <a:pt x="2096783" y="12433"/>
                  <a:pt x="2098557" y="12764"/>
                  <a:pt x="2099915" y="13425"/>
                </a:cubicBezTo>
                <a:cubicBezTo>
                  <a:pt x="2101275" y="14086"/>
                  <a:pt x="2102337" y="14913"/>
                  <a:pt x="2103099" y="15905"/>
                </a:cubicBezTo>
                <a:cubicBezTo>
                  <a:pt x="2103862" y="16897"/>
                  <a:pt x="2104376" y="17938"/>
                  <a:pt x="2104641" y="19029"/>
                </a:cubicBezTo>
                <a:cubicBezTo>
                  <a:pt x="2104906" y="20119"/>
                  <a:pt x="2105039" y="21128"/>
                  <a:pt x="2105039" y="22053"/>
                </a:cubicBezTo>
                <a:cubicBezTo>
                  <a:pt x="2105039" y="25029"/>
                  <a:pt x="2104044" y="27294"/>
                  <a:pt x="2102055" y="28848"/>
                </a:cubicBezTo>
                <a:cubicBezTo>
                  <a:pt x="2100066" y="30402"/>
                  <a:pt x="2097580" y="31179"/>
                  <a:pt x="2094596" y="31179"/>
                </a:cubicBezTo>
                <a:cubicBezTo>
                  <a:pt x="2091744" y="31179"/>
                  <a:pt x="2089257" y="30402"/>
                  <a:pt x="2087135" y="28848"/>
                </a:cubicBezTo>
                <a:cubicBezTo>
                  <a:pt x="2085013" y="27294"/>
                  <a:pt x="2083952" y="25029"/>
                  <a:pt x="2083952" y="22053"/>
                </a:cubicBezTo>
                <a:moveTo>
                  <a:pt x="2071122" y="20733"/>
                </a:moveTo>
                <a:cubicBezTo>
                  <a:pt x="2071122" y="24179"/>
                  <a:pt x="2071984" y="27194"/>
                  <a:pt x="2073708" y="29778"/>
                </a:cubicBezTo>
                <a:cubicBezTo>
                  <a:pt x="2075432" y="32362"/>
                  <a:pt x="2077985" y="34118"/>
                  <a:pt x="2081366" y="35046"/>
                </a:cubicBezTo>
                <a:lnTo>
                  <a:pt x="2081366" y="35245"/>
                </a:lnTo>
                <a:cubicBezTo>
                  <a:pt x="2077190" y="36242"/>
                  <a:pt x="2073958" y="38235"/>
                  <a:pt x="2071670" y="41225"/>
                </a:cubicBezTo>
                <a:cubicBezTo>
                  <a:pt x="2069382" y="44214"/>
                  <a:pt x="2068238" y="47935"/>
                  <a:pt x="2068238" y="52386"/>
                </a:cubicBezTo>
                <a:cubicBezTo>
                  <a:pt x="2068238" y="56173"/>
                  <a:pt x="2068984" y="59429"/>
                  <a:pt x="2070475" y="62153"/>
                </a:cubicBezTo>
                <a:cubicBezTo>
                  <a:pt x="2071968" y="64877"/>
                  <a:pt x="2073957" y="67136"/>
                  <a:pt x="2076443" y="68930"/>
                </a:cubicBezTo>
                <a:cubicBezTo>
                  <a:pt x="2078930" y="70723"/>
                  <a:pt x="2081748" y="72034"/>
                  <a:pt x="2084898" y="72865"/>
                </a:cubicBezTo>
                <a:cubicBezTo>
                  <a:pt x="2088048" y="73696"/>
                  <a:pt x="2091314" y="74111"/>
                  <a:pt x="2094696" y="74111"/>
                </a:cubicBezTo>
                <a:cubicBezTo>
                  <a:pt x="2097945" y="74111"/>
                  <a:pt x="2101127" y="73662"/>
                  <a:pt x="2104244" y="72765"/>
                </a:cubicBezTo>
                <a:cubicBezTo>
                  <a:pt x="2107360" y="71869"/>
                  <a:pt x="2110145" y="70523"/>
                  <a:pt x="2112599" y="68729"/>
                </a:cubicBezTo>
                <a:cubicBezTo>
                  <a:pt x="2115052" y="66936"/>
                  <a:pt x="2117025" y="64677"/>
                  <a:pt x="2118516" y="61953"/>
                </a:cubicBezTo>
                <a:cubicBezTo>
                  <a:pt x="2120008" y="59229"/>
                  <a:pt x="2120755" y="56007"/>
                  <a:pt x="2120755" y="52287"/>
                </a:cubicBezTo>
                <a:cubicBezTo>
                  <a:pt x="2120755" y="47903"/>
                  <a:pt x="2119627" y="44200"/>
                  <a:pt x="2117372" y="41178"/>
                </a:cubicBezTo>
                <a:cubicBezTo>
                  <a:pt x="2115117" y="38154"/>
                  <a:pt x="2111901" y="36177"/>
                  <a:pt x="2107724" y="35247"/>
                </a:cubicBezTo>
                <a:lnTo>
                  <a:pt x="2107724" y="35048"/>
                </a:lnTo>
                <a:cubicBezTo>
                  <a:pt x="2111105" y="33922"/>
                  <a:pt x="2113641" y="32066"/>
                  <a:pt x="2115332" y="29482"/>
                </a:cubicBezTo>
                <a:cubicBezTo>
                  <a:pt x="2117024" y="26897"/>
                  <a:pt x="2117869" y="23882"/>
                  <a:pt x="2117869" y="20436"/>
                </a:cubicBezTo>
                <a:cubicBezTo>
                  <a:pt x="2117869" y="18712"/>
                  <a:pt x="2117471" y="16774"/>
                  <a:pt x="2116675" y="14621"/>
                </a:cubicBezTo>
                <a:cubicBezTo>
                  <a:pt x="2115880" y="12467"/>
                  <a:pt x="2114571" y="10446"/>
                  <a:pt x="2112747" y="8558"/>
                </a:cubicBezTo>
                <a:cubicBezTo>
                  <a:pt x="2110924" y="6669"/>
                  <a:pt x="2108520" y="5062"/>
                  <a:pt x="2105535" y="3737"/>
                </a:cubicBezTo>
                <a:cubicBezTo>
                  <a:pt x="2102552" y="2411"/>
                  <a:pt x="2098905" y="1748"/>
                  <a:pt x="2094596" y="1748"/>
                </a:cubicBezTo>
                <a:cubicBezTo>
                  <a:pt x="2091744" y="1748"/>
                  <a:pt x="2088925" y="2146"/>
                  <a:pt x="2086139" y="2941"/>
                </a:cubicBezTo>
                <a:cubicBezTo>
                  <a:pt x="2083355" y="3737"/>
                  <a:pt x="2080852" y="4929"/>
                  <a:pt x="2078631" y="6520"/>
                </a:cubicBezTo>
                <a:cubicBezTo>
                  <a:pt x="2076411" y="8109"/>
                  <a:pt x="2074604" y="10097"/>
                  <a:pt x="2073210" y="12483"/>
                </a:cubicBezTo>
                <a:cubicBezTo>
                  <a:pt x="2071818" y="14869"/>
                  <a:pt x="2071122" y="17619"/>
                  <a:pt x="2071122" y="20733"/>
                </a:cubicBezTo>
                <a:moveTo>
                  <a:pt x="2082362" y="51663"/>
                </a:moveTo>
                <a:cubicBezTo>
                  <a:pt x="2082362" y="48075"/>
                  <a:pt x="2083555" y="45335"/>
                  <a:pt x="2085942" y="43442"/>
                </a:cubicBezTo>
                <a:cubicBezTo>
                  <a:pt x="2088329" y="41548"/>
                  <a:pt x="2091246" y="40601"/>
                  <a:pt x="2094695" y="40601"/>
                </a:cubicBezTo>
                <a:cubicBezTo>
                  <a:pt x="2096352" y="40601"/>
                  <a:pt x="2097893" y="40867"/>
                  <a:pt x="2099319" y="41399"/>
                </a:cubicBezTo>
                <a:cubicBezTo>
                  <a:pt x="2100745" y="41930"/>
                  <a:pt x="2102004" y="42694"/>
                  <a:pt x="2103098" y="43691"/>
                </a:cubicBezTo>
                <a:cubicBezTo>
                  <a:pt x="2104193" y="44687"/>
                  <a:pt x="2105055" y="45867"/>
                  <a:pt x="2105684" y="47229"/>
                </a:cubicBezTo>
                <a:cubicBezTo>
                  <a:pt x="2106314" y="48590"/>
                  <a:pt x="2106630" y="50102"/>
                  <a:pt x="2106630" y="51763"/>
                </a:cubicBezTo>
                <a:cubicBezTo>
                  <a:pt x="2106630" y="53490"/>
                  <a:pt x="2106331" y="55085"/>
                  <a:pt x="2105734" y="56547"/>
                </a:cubicBezTo>
                <a:cubicBezTo>
                  <a:pt x="2105137" y="58009"/>
                  <a:pt x="2104292" y="59255"/>
                  <a:pt x="2103198" y="60285"/>
                </a:cubicBezTo>
                <a:cubicBezTo>
                  <a:pt x="2102104" y="61315"/>
                  <a:pt x="2100845" y="62112"/>
                  <a:pt x="2099419" y="62677"/>
                </a:cubicBezTo>
                <a:cubicBezTo>
                  <a:pt x="2097993" y="63242"/>
                  <a:pt x="2096419" y="63524"/>
                  <a:pt x="2094695" y="63524"/>
                </a:cubicBezTo>
                <a:cubicBezTo>
                  <a:pt x="2093037" y="63524"/>
                  <a:pt x="2091446" y="63242"/>
                  <a:pt x="2089920" y="62677"/>
                </a:cubicBezTo>
                <a:cubicBezTo>
                  <a:pt x="2088395" y="62112"/>
                  <a:pt x="2087086" y="61315"/>
                  <a:pt x="2085992" y="60285"/>
                </a:cubicBezTo>
                <a:cubicBezTo>
                  <a:pt x="2084898" y="59255"/>
                  <a:pt x="2084020" y="58009"/>
                  <a:pt x="2083356" y="56547"/>
                </a:cubicBezTo>
                <a:cubicBezTo>
                  <a:pt x="2082693" y="55085"/>
                  <a:pt x="2082362" y="53457"/>
                  <a:pt x="2082362" y="51663"/>
                </a:cubicBezTo>
                <a:close/>
                <a:moveTo>
                  <a:pt x="2173354" y="15247"/>
                </a:moveTo>
                <a:lnTo>
                  <a:pt x="2173354" y="3108"/>
                </a:lnTo>
                <a:lnTo>
                  <a:pt x="2125812" y="3108"/>
                </a:lnTo>
                <a:lnTo>
                  <a:pt x="2125812" y="16221"/>
                </a:lnTo>
                <a:lnTo>
                  <a:pt x="2158833" y="16221"/>
                </a:lnTo>
                <a:cubicBezTo>
                  <a:pt x="2152202" y="24249"/>
                  <a:pt x="2146847" y="33074"/>
                  <a:pt x="2142769" y="42695"/>
                </a:cubicBezTo>
                <a:cubicBezTo>
                  <a:pt x="2138691" y="52315"/>
                  <a:pt x="2136255" y="62334"/>
                  <a:pt x="2135459" y="72751"/>
                </a:cubicBezTo>
                <a:lnTo>
                  <a:pt x="2150577" y="72751"/>
                </a:lnTo>
                <a:cubicBezTo>
                  <a:pt x="2150644" y="68108"/>
                  <a:pt x="2151191" y="63100"/>
                  <a:pt x="2152219" y="57728"/>
                </a:cubicBezTo>
                <a:cubicBezTo>
                  <a:pt x="2153247" y="52355"/>
                  <a:pt x="2154706" y="47049"/>
                  <a:pt x="2156595" y="41810"/>
                </a:cubicBezTo>
                <a:cubicBezTo>
                  <a:pt x="2158485" y="36570"/>
                  <a:pt x="2160839" y="31629"/>
                  <a:pt x="2163656" y="26986"/>
                </a:cubicBezTo>
                <a:cubicBezTo>
                  <a:pt x="2166475" y="22343"/>
                  <a:pt x="2169708" y="18430"/>
                  <a:pt x="2173354" y="15247"/>
                </a:cubicBezTo>
                <a:close/>
                <a:moveTo>
                  <a:pt x="2216008" y="72751"/>
                </a:moveTo>
                <a:lnTo>
                  <a:pt x="2216008" y="3108"/>
                </a:lnTo>
                <a:lnTo>
                  <a:pt x="2204770" y="3108"/>
                </a:lnTo>
                <a:cubicBezTo>
                  <a:pt x="2204371" y="5754"/>
                  <a:pt x="2203542" y="7970"/>
                  <a:pt x="2202282" y="9757"/>
                </a:cubicBezTo>
                <a:cubicBezTo>
                  <a:pt x="2201023" y="11543"/>
                  <a:pt x="2199481" y="12982"/>
                  <a:pt x="2197656" y="14073"/>
                </a:cubicBezTo>
                <a:cubicBezTo>
                  <a:pt x="2195833" y="15164"/>
                  <a:pt x="2193778" y="15925"/>
                  <a:pt x="2191490" y="16356"/>
                </a:cubicBezTo>
                <a:cubicBezTo>
                  <a:pt x="2189202" y="16786"/>
                  <a:pt x="2186832" y="16968"/>
                  <a:pt x="2184380" y="16901"/>
                </a:cubicBezTo>
                <a:lnTo>
                  <a:pt x="2184380" y="27585"/>
                </a:lnTo>
                <a:lnTo>
                  <a:pt x="2201885" y="27585"/>
                </a:lnTo>
                <a:lnTo>
                  <a:pt x="2201885" y="72751"/>
                </a:lnTo>
                <a:lnTo>
                  <a:pt x="2216008" y="72751"/>
                </a:lnTo>
                <a:close/>
                <a:moveTo>
                  <a:pt x="2283528" y="15247"/>
                </a:moveTo>
                <a:lnTo>
                  <a:pt x="2283528" y="3108"/>
                </a:lnTo>
                <a:lnTo>
                  <a:pt x="2235985" y="3108"/>
                </a:lnTo>
                <a:lnTo>
                  <a:pt x="2235985" y="16221"/>
                </a:lnTo>
                <a:lnTo>
                  <a:pt x="2269007" y="16221"/>
                </a:lnTo>
                <a:cubicBezTo>
                  <a:pt x="2262376" y="24249"/>
                  <a:pt x="2257021" y="33074"/>
                  <a:pt x="2252942" y="42695"/>
                </a:cubicBezTo>
                <a:cubicBezTo>
                  <a:pt x="2248865" y="52315"/>
                  <a:pt x="2246428" y="62334"/>
                  <a:pt x="2245633" y="72751"/>
                </a:cubicBezTo>
                <a:lnTo>
                  <a:pt x="2260751" y="72751"/>
                </a:lnTo>
                <a:cubicBezTo>
                  <a:pt x="2260818" y="68108"/>
                  <a:pt x="2261365" y="63100"/>
                  <a:pt x="2262393" y="57728"/>
                </a:cubicBezTo>
                <a:cubicBezTo>
                  <a:pt x="2263421" y="52355"/>
                  <a:pt x="2264879" y="47049"/>
                  <a:pt x="2266768" y="41810"/>
                </a:cubicBezTo>
                <a:cubicBezTo>
                  <a:pt x="2268658" y="36570"/>
                  <a:pt x="2271012" y="31629"/>
                  <a:pt x="2273830" y="26986"/>
                </a:cubicBezTo>
                <a:cubicBezTo>
                  <a:pt x="2276649" y="22343"/>
                  <a:pt x="2279882" y="18430"/>
                  <a:pt x="2283528" y="15247"/>
                </a:cubicBezTo>
                <a:close/>
                <a:moveTo>
                  <a:pt x="2290874" y="29903"/>
                </a:moveTo>
                <a:lnTo>
                  <a:pt x="2304401" y="29903"/>
                </a:lnTo>
                <a:cubicBezTo>
                  <a:pt x="2304401" y="28046"/>
                  <a:pt x="2304583" y="26173"/>
                  <a:pt x="2304947" y="24283"/>
                </a:cubicBezTo>
                <a:cubicBezTo>
                  <a:pt x="2305313" y="22393"/>
                  <a:pt x="2305926" y="20669"/>
                  <a:pt x="2306788" y="19111"/>
                </a:cubicBezTo>
                <a:cubicBezTo>
                  <a:pt x="2307650" y="17552"/>
                  <a:pt x="2308794" y="16293"/>
                  <a:pt x="2310220" y="15332"/>
                </a:cubicBezTo>
                <a:cubicBezTo>
                  <a:pt x="2311645" y="14370"/>
                  <a:pt x="2313386" y="13890"/>
                  <a:pt x="2315442" y="13890"/>
                </a:cubicBezTo>
                <a:cubicBezTo>
                  <a:pt x="2318492" y="13890"/>
                  <a:pt x="2320994" y="14834"/>
                  <a:pt x="2322950" y="16723"/>
                </a:cubicBezTo>
                <a:cubicBezTo>
                  <a:pt x="2324907" y="18612"/>
                  <a:pt x="2325885" y="21247"/>
                  <a:pt x="2325885" y="24627"/>
                </a:cubicBezTo>
                <a:cubicBezTo>
                  <a:pt x="2325885" y="26749"/>
                  <a:pt x="2325404" y="28639"/>
                  <a:pt x="2324442" y="30296"/>
                </a:cubicBezTo>
                <a:cubicBezTo>
                  <a:pt x="2323481" y="31953"/>
                  <a:pt x="2322287" y="33445"/>
                  <a:pt x="2320862" y="34770"/>
                </a:cubicBezTo>
                <a:cubicBezTo>
                  <a:pt x="2319436" y="36095"/>
                  <a:pt x="2317861" y="37305"/>
                  <a:pt x="2316137" y="38399"/>
                </a:cubicBezTo>
                <a:cubicBezTo>
                  <a:pt x="2314413" y="39492"/>
                  <a:pt x="2312789" y="40570"/>
                  <a:pt x="2311264" y="41630"/>
                </a:cubicBezTo>
                <a:cubicBezTo>
                  <a:pt x="2308280" y="43685"/>
                  <a:pt x="2305445" y="45707"/>
                  <a:pt x="2302759" y="47696"/>
                </a:cubicBezTo>
                <a:cubicBezTo>
                  <a:pt x="2300074" y="49684"/>
                  <a:pt x="2297736" y="51855"/>
                  <a:pt x="2295747" y="54208"/>
                </a:cubicBezTo>
                <a:cubicBezTo>
                  <a:pt x="2293758" y="56561"/>
                  <a:pt x="2292183" y="59229"/>
                  <a:pt x="2291023" y="62213"/>
                </a:cubicBezTo>
                <a:cubicBezTo>
                  <a:pt x="2289862" y="65195"/>
                  <a:pt x="2289282" y="68708"/>
                  <a:pt x="2289282" y="72751"/>
                </a:cubicBezTo>
                <a:lnTo>
                  <a:pt x="2340406" y="72751"/>
                </a:lnTo>
                <a:lnTo>
                  <a:pt x="2340406" y="60610"/>
                </a:lnTo>
                <a:lnTo>
                  <a:pt x="2307483" y="60610"/>
                </a:lnTo>
                <a:cubicBezTo>
                  <a:pt x="2309207" y="58224"/>
                  <a:pt x="2311197" y="56136"/>
                  <a:pt x="2313451" y="54346"/>
                </a:cubicBezTo>
                <a:cubicBezTo>
                  <a:pt x="2315706" y="52557"/>
                  <a:pt x="2318027" y="50883"/>
                  <a:pt x="2320414" y="49326"/>
                </a:cubicBezTo>
                <a:cubicBezTo>
                  <a:pt x="2322801" y="47768"/>
                  <a:pt x="2325171" y="46194"/>
                  <a:pt x="2327526" y="44603"/>
                </a:cubicBezTo>
                <a:cubicBezTo>
                  <a:pt x="2329880" y="43011"/>
                  <a:pt x="2331986" y="41238"/>
                  <a:pt x="2333842" y="39284"/>
                </a:cubicBezTo>
                <a:cubicBezTo>
                  <a:pt x="2335699" y="37328"/>
                  <a:pt x="2337191" y="35091"/>
                  <a:pt x="2338318" y="32572"/>
                </a:cubicBezTo>
                <a:cubicBezTo>
                  <a:pt x="2339445" y="30053"/>
                  <a:pt x="2340009" y="27036"/>
                  <a:pt x="2340009" y="23522"/>
                </a:cubicBezTo>
                <a:cubicBezTo>
                  <a:pt x="2340009" y="20142"/>
                  <a:pt x="2339362" y="17093"/>
                  <a:pt x="2338069" y="14375"/>
                </a:cubicBezTo>
                <a:cubicBezTo>
                  <a:pt x="2336776" y="11658"/>
                  <a:pt x="2335035" y="9371"/>
                  <a:pt x="2332847" y="7516"/>
                </a:cubicBezTo>
                <a:cubicBezTo>
                  <a:pt x="2330659" y="5659"/>
                  <a:pt x="2328123" y="4234"/>
                  <a:pt x="2325239" y="3240"/>
                </a:cubicBezTo>
                <a:cubicBezTo>
                  <a:pt x="2322354" y="2246"/>
                  <a:pt x="2319320" y="1748"/>
                  <a:pt x="2316137" y="1748"/>
                </a:cubicBezTo>
                <a:cubicBezTo>
                  <a:pt x="2311959" y="1748"/>
                  <a:pt x="2308262" y="2462"/>
                  <a:pt x="2305046" y="3888"/>
                </a:cubicBezTo>
                <a:cubicBezTo>
                  <a:pt x="2301830" y="5315"/>
                  <a:pt x="2299162" y="7306"/>
                  <a:pt x="2297040" y="9860"/>
                </a:cubicBezTo>
                <a:cubicBezTo>
                  <a:pt x="2294918" y="12414"/>
                  <a:pt x="2293327" y="15398"/>
                  <a:pt x="2292266" y="18813"/>
                </a:cubicBezTo>
                <a:cubicBezTo>
                  <a:pt x="2291205" y="22228"/>
                  <a:pt x="2290741" y="25924"/>
                  <a:pt x="2290874" y="299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Describethebug">
            <a:extLst xmlns:a="http://schemas.openxmlformats.org/drawingml/2006/main">
              <a:ext uri="{FF2B5EF4-FFF2-40B4-BE49-F238E27FC236}">
                <a16:creationId xmlns:a16="http://schemas.microsoft.com/office/drawing/2014/main" id="{2759E846-78DC-4EBF-935C-DEDD213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08" y="1868626"/>
            <a:ext cx="735134" cy="83473"/>
          </a:xfrm>
          <a:custGeom xmlns:a="http://schemas.openxmlformats.org/drawingml/2006/main">
            <a:pathLst>
              <a:path w="735134" h="83473">
                <a:moveTo>
                  <a:pt x="14414" y="53437"/>
                </a:moveTo>
                <a:lnTo>
                  <a:pt x="14414" y="12104"/>
                </a:lnTo>
                <a:lnTo>
                  <a:pt x="24697" y="12104"/>
                </a:lnTo>
                <a:cubicBezTo>
                  <a:pt x="28247" y="12104"/>
                  <a:pt x="31231" y="12609"/>
                  <a:pt x="33649" y="13620"/>
                </a:cubicBezTo>
                <a:cubicBezTo>
                  <a:pt x="36067" y="14630"/>
                  <a:pt x="38011" y="16085"/>
                  <a:pt x="39480" y="17984"/>
                </a:cubicBezTo>
                <a:cubicBezTo>
                  <a:pt x="40949" y="19882"/>
                  <a:pt x="42005" y="22162"/>
                  <a:pt x="42647" y="24826"/>
                </a:cubicBezTo>
                <a:cubicBezTo>
                  <a:pt x="43290" y="27490"/>
                  <a:pt x="43611" y="30474"/>
                  <a:pt x="43611" y="33781"/>
                </a:cubicBezTo>
                <a:cubicBezTo>
                  <a:pt x="43611" y="37394"/>
                  <a:pt x="43152" y="40456"/>
                  <a:pt x="42234" y="42967"/>
                </a:cubicBezTo>
                <a:cubicBezTo>
                  <a:pt x="41316" y="45477"/>
                  <a:pt x="40091" y="47513"/>
                  <a:pt x="38561" y="49075"/>
                </a:cubicBezTo>
                <a:cubicBezTo>
                  <a:pt x="37031" y="50636"/>
                  <a:pt x="35287" y="51754"/>
                  <a:pt x="33328" y="52427"/>
                </a:cubicBezTo>
                <a:cubicBezTo>
                  <a:pt x="31370" y="53100"/>
                  <a:pt x="29350" y="53437"/>
                  <a:pt x="27268" y="53437"/>
                </a:cubicBezTo>
                <a:lnTo>
                  <a:pt x="14414" y="53437"/>
                </a:lnTo>
                <a:moveTo>
                  <a:pt x="0" y="0"/>
                </a:moveTo>
                <a:lnTo>
                  <a:pt x="0" y="65541"/>
                </a:lnTo>
                <a:lnTo>
                  <a:pt x="28278" y="65541"/>
                </a:lnTo>
                <a:cubicBezTo>
                  <a:pt x="33297" y="65541"/>
                  <a:pt x="37658" y="64700"/>
                  <a:pt x="41361" y="63017"/>
                </a:cubicBezTo>
                <a:cubicBezTo>
                  <a:pt x="45064" y="61334"/>
                  <a:pt x="48155" y="59024"/>
                  <a:pt x="50634" y="56086"/>
                </a:cubicBezTo>
                <a:cubicBezTo>
                  <a:pt x="53114" y="53149"/>
                  <a:pt x="54965" y="49661"/>
                  <a:pt x="56189" y="45623"/>
                </a:cubicBezTo>
                <a:cubicBezTo>
                  <a:pt x="57413" y="41583"/>
                  <a:pt x="58025" y="37177"/>
                  <a:pt x="58025" y="32404"/>
                </a:cubicBezTo>
                <a:cubicBezTo>
                  <a:pt x="58025" y="26957"/>
                  <a:pt x="57275" y="22214"/>
                  <a:pt x="55775" y="18176"/>
                </a:cubicBezTo>
                <a:cubicBezTo>
                  <a:pt x="54276" y="14136"/>
                  <a:pt x="52195" y="10770"/>
                  <a:pt x="49533" y="8078"/>
                </a:cubicBezTo>
                <a:cubicBezTo>
                  <a:pt x="46870" y="5385"/>
                  <a:pt x="43717" y="3366"/>
                  <a:pt x="40075" y="2020"/>
                </a:cubicBezTo>
                <a:cubicBezTo>
                  <a:pt x="36434" y="673"/>
                  <a:pt x="32501" y="0"/>
                  <a:pt x="28278" y="0"/>
                </a:cubicBezTo>
                <a:lnTo>
                  <a:pt x="0" y="0"/>
                </a:lnTo>
                <a:close/>
                <a:moveTo>
                  <a:pt x="98666" y="36760"/>
                </a:moveTo>
                <a:lnTo>
                  <a:pt x="77459" y="36760"/>
                </a:lnTo>
                <a:cubicBezTo>
                  <a:pt x="77519" y="35840"/>
                  <a:pt x="77718" y="34796"/>
                  <a:pt x="78054" y="33629"/>
                </a:cubicBezTo>
                <a:cubicBezTo>
                  <a:pt x="78391" y="32462"/>
                  <a:pt x="78973" y="31357"/>
                  <a:pt x="79800" y="30313"/>
                </a:cubicBezTo>
                <a:cubicBezTo>
                  <a:pt x="80626" y="29269"/>
                  <a:pt x="81728" y="28394"/>
                  <a:pt x="83104" y="27688"/>
                </a:cubicBezTo>
                <a:cubicBezTo>
                  <a:pt x="84482" y="26982"/>
                  <a:pt x="86211" y="26629"/>
                  <a:pt x="88292" y="26629"/>
                </a:cubicBezTo>
                <a:cubicBezTo>
                  <a:pt x="91475" y="26629"/>
                  <a:pt x="93847" y="27489"/>
                  <a:pt x="95407" y="29208"/>
                </a:cubicBezTo>
                <a:cubicBezTo>
                  <a:pt x="96968" y="30927"/>
                  <a:pt x="98054" y="33445"/>
                  <a:pt x="98666" y="36760"/>
                </a:cubicBezTo>
                <a:moveTo>
                  <a:pt x="77459" y="45009"/>
                </a:moveTo>
                <a:lnTo>
                  <a:pt x="111705" y="45009"/>
                </a:lnTo>
                <a:cubicBezTo>
                  <a:pt x="111949" y="41329"/>
                  <a:pt x="111643" y="37803"/>
                  <a:pt x="110786" y="34429"/>
                </a:cubicBezTo>
                <a:cubicBezTo>
                  <a:pt x="109929" y="31056"/>
                  <a:pt x="108537" y="28051"/>
                  <a:pt x="106608" y="25414"/>
                </a:cubicBezTo>
                <a:cubicBezTo>
                  <a:pt x="104680" y="22777"/>
                  <a:pt x="102216" y="20676"/>
                  <a:pt x="99217" y="19113"/>
                </a:cubicBezTo>
                <a:cubicBezTo>
                  <a:pt x="96218" y="17549"/>
                  <a:pt x="92699" y="16766"/>
                  <a:pt x="88659" y="16766"/>
                </a:cubicBezTo>
                <a:cubicBezTo>
                  <a:pt x="85048" y="16766"/>
                  <a:pt x="81758" y="17410"/>
                  <a:pt x="78790" y="18698"/>
                </a:cubicBezTo>
                <a:cubicBezTo>
                  <a:pt x="75822" y="19985"/>
                  <a:pt x="73266" y="21748"/>
                  <a:pt x="71124" y="23985"/>
                </a:cubicBezTo>
                <a:cubicBezTo>
                  <a:pt x="68981" y="26223"/>
                  <a:pt x="67329" y="28875"/>
                  <a:pt x="66166" y="31941"/>
                </a:cubicBezTo>
                <a:cubicBezTo>
                  <a:pt x="65003" y="35006"/>
                  <a:pt x="64422" y="38317"/>
                  <a:pt x="64422" y="41874"/>
                </a:cubicBezTo>
                <a:cubicBezTo>
                  <a:pt x="64422" y="45552"/>
                  <a:pt x="64988" y="48924"/>
                  <a:pt x="66120" y="51990"/>
                </a:cubicBezTo>
                <a:cubicBezTo>
                  <a:pt x="67252" y="55055"/>
                  <a:pt x="68859" y="57692"/>
                  <a:pt x="70940" y="59900"/>
                </a:cubicBezTo>
                <a:cubicBezTo>
                  <a:pt x="73021" y="62107"/>
                  <a:pt x="75561" y="63808"/>
                  <a:pt x="78560" y="65003"/>
                </a:cubicBezTo>
                <a:cubicBezTo>
                  <a:pt x="81559" y="66199"/>
                  <a:pt x="84925" y="66796"/>
                  <a:pt x="88659" y="66796"/>
                </a:cubicBezTo>
                <a:cubicBezTo>
                  <a:pt x="94045" y="66796"/>
                  <a:pt x="98636" y="65573"/>
                  <a:pt x="102430" y="63127"/>
                </a:cubicBezTo>
                <a:cubicBezTo>
                  <a:pt x="106226" y="60681"/>
                  <a:pt x="109042" y="56614"/>
                  <a:pt x="110878" y="50927"/>
                </a:cubicBezTo>
                <a:lnTo>
                  <a:pt x="99402" y="50927"/>
                </a:lnTo>
                <a:cubicBezTo>
                  <a:pt x="98973" y="52383"/>
                  <a:pt x="97810" y="53763"/>
                  <a:pt x="95912" y="55068"/>
                </a:cubicBezTo>
                <a:cubicBezTo>
                  <a:pt x="94015" y="56372"/>
                  <a:pt x="91751" y="57024"/>
                  <a:pt x="89119" y="57024"/>
                </a:cubicBezTo>
                <a:cubicBezTo>
                  <a:pt x="85446" y="57024"/>
                  <a:pt x="82631" y="56076"/>
                  <a:pt x="80671" y="54181"/>
                </a:cubicBezTo>
                <a:cubicBezTo>
                  <a:pt x="78713" y="52285"/>
                  <a:pt x="77642" y="49228"/>
                  <a:pt x="77459" y="45009"/>
                </a:cubicBezTo>
                <a:close/>
                <a:moveTo>
                  <a:pt x="129607" y="50120"/>
                </a:moveTo>
                <a:lnTo>
                  <a:pt x="117213" y="50120"/>
                </a:lnTo>
                <a:cubicBezTo>
                  <a:pt x="117336" y="53297"/>
                  <a:pt x="118055" y="55940"/>
                  <a:pt x="119371" y="58048"/>
                </a:cubicBezTo>
                <a:cubicBezTo>
                  <a:pt x="120687" y="60155"/>
                  <a:pt x="122370" y="61850"/>
                  <a:pt x="124420" y="63133"/>
                </a:cubicBezTo>
                <a:cubicBezTo>
                  <a:pt x="126471" y="64416"/>
                  <a:pt x="128812" y="65332"/>
                  <a:pt x="131444" y="65882"/>
                </a:cubicBezTo>
                <a:cubicBezTo>
                  <a:pt x="134076" y="66432"/>
                  <a:pt x="136769" y="66707"/>
                  <a:pt x="139523" y="66707"/>
                </a:cubicBezTo>
                <a:cubicBezTo>
                  <a:pt x="142216" y="66707"/>
                  <a:pt x="144862" y="66446"/>
                  <a:pt x="147464" y="65925"/>
                </a:cubicBezTo>
                <a:cubicBezTo>
                  <a:pt x="150066" y="65405"/>
                  <a:pt x="152376" y="64502"/>
                  <a:pt x="154395" y="63216"/>
                </a:cubicBezTo>
                <a:cubicBezTo>
                  <a:pt x="156415" y="61930"/>
                  <a:pt x="158053" y="60230"/>
                  <a:pt x="159307" y="58118"/>
                </a:cubicBezTo>
                <a:cubicBezTo>
                  <a:pt x="160562" y="56005"/>
                  <a:pt x="161190" y="53387"/>
                  <a:pt x="161190" y="50264"/>
                </a:cubicBezTo>
                <a:cubicBezTo>
                  <a:pt x="161190" y="48060"/>
                  <a:pt x="160761" y="46208"/>
                  <a:pt x="159904" y="44708"/>
                </a:cubicBezTo>
                <a:cubicBezTo>
                  <a:pt x="159047" y="43207"/>
                  <a:pt x="157915" y="41951"/>
                  <a:pt x="156507" y="40941"/>
                </a:cubicBezTo>
                <a:cubicBezTo>
                  <a:pt x="155099" y="39930"/>
                  <a:pt x="153493" y="39119"/>
                  <a:pt x="151687" y="38507"/>
                </a:cubicBezTo>
                <a:cubicBezTo>
                  <a:pt x="149882" y="37895"/>
                  <a:pt x="148030" y="37374"/>
                  <a:pt x="146133" y="36945"/>
                </a:cubicBezTo>
                <a:cubicBezTo>
                  <a:pt x="144296" y="36517"/>
                  <a:pt x="142491" y="36119"/>
                  <a:pt x="140715" y="35752"/>
                </a:cubicBezTo>
                <a:cubicBezTo>
                  <a:pt x="138941" y="35384"/>
                  <a:pt x="137365" y="34971"/>
                  <a:pt x="135987" y="34512"/>
                </a:cubicBezTo>
                <a:cubicBezTo>
                  <a:pt x="134610" y="34052"/>
                  <a:pt x="133493" y="33455"/>
                  <a:pt x="132636" y="32720"/>
                </a:cubicBezTo>
                <a:cubicBezTo>
                  <a:pt x="131780" y="31985"/>
                  <a:pt x="131351" y="31036"/>
                  <a:pt x="131351" y="29872"/>
                </a:cubicBezTo>
                <a:cubicBezTo>
                  <a:pt x="131351" y="28892"/>
                  <a:pt x="131596" y="28112"/>
                  <a:pt x="132086" y="27530"/>
                </a:cubicBezTo>
                <a:cubicBezTo>
                  <a:pt x="132576" y="26948"/>
                  <a:pt x="133173" y="26504"/>
                  <a:pt x="133876" y="26199"/>
                </a:cubicBezTo>
                <a:cubicBezTo>
                  <a:pt x="134580" y="25892"/>
                  <a:pt x="135360" y="25694"/>
                  <a:pt x="136217" y="25602"/>
                </a:cubicBezTo>
                <a:cubicBezTo>
                  <a:pt x="137074" y="25510"/>
                  <a:pt x="137870" y="25463"/>
                  <a:pt x="138604" y="25463"/>
                </a:cubicBezTo>
                <a:cubicBezTo>
                  <a:pt x="140930" y="25463"/>
                  <a:pt x="142949" y="25909"/>
                  <a:pt x="144663" y="26801"/>
                </a:cubicBezTo>
                <a:cubicBezTo>
                  <a:pt x="146377" y="27692"/>
                  <a:pt x="147326" y="29398"/>
                  <a:pt x="147510" y="31919"/>
                </a:cubicBezTo>
                <a:lnTo>
                  <a:pt x="159905" y="31919"/>
                </a:lnTo>
                <a:cubicBezTo>
                  <a:pt x="159661" y="28981"/>
                  <a:pt x="158911" y="26547"/>
                  <a:pt x="157655" y="24619"/>
                </a:cubicBezTo>
                <a:cubicBezTo>
                  <a:pt x="156401" y="22690"/>
                  <a:pt x="154825" y="21144"/>
                  <a:pt x="152927" y="19981"/>
                </a:cubicBezTo>
                <a:cubicBezTo>
                  <a:pt x="151030" y="18818"/>
                  <a:pt x="148873" y="17991"/>
                  <a:pt x="146455" y="17502"/>
                </a:cubicBezTo>
                <a:cubicBezTo>
                  <a:pt x="144037" y="17012"/>
                  <a:pt x="141543" y="16766"/>
                  <a:pt x="138972" y="16766"/>
                </a:cubicBezTo>
                <a:cubicBezTo>
                  <a:pt x="136401" y="16766"/>
                  <a:pt x="133891" y="16996"/>
                  <a:pt x="131442" y="17456"/>
                </a:cubicBezTo>
                <a:cubicBezTo>
                  <a:pt x="128995" y="17914"/>
                  <a:pt x="126791" y="18710"/>
                  <a:pt x="124833" y="19843"/>
                </a:cubicBezTo>
                <a:cubicBezTo>
                  <a:pt x="122874" y="20976"/>
                  <a:pt x="121298" y="22522"/>
                  <a:pt x="120105" y="24481"/>
                </a:cubicBezTo>
                <a:cubicBezTo>
                  <a:pt x="118911" y="26441"/>
                  <a:pt x="118314" y="28952"/>
                  <a:pt x="118314" y="32014"/>
                </a:cubicBezTo>
                <a:cubicBezTo>
                  <a:pt x="118314" y="34096"/>
                  <a:pt x="118743" y="35856"/>
                  <a:pt x="119599" y="37296"/>
                </a:cubicBezTo>
                <a:cubicBezTo>
                  <a:pt x="120456" y="38734"/>
                  <a:pt x="121589" y="39928"/>
                  <a:pt x="122996" y="40878"/>
                </a:cubicBezTo>
                <a:cubicBezTo>
                  <a:pt x="124405" y="41827"/>
                  <a:pt x="126012" y="42592"/>
                  <a:pt x="127817" y="43174"/>
                </a:cubicBezTo>
                <a:cubicBezTo>
                  <a:pt x="129622" y="43756"/>
                  <a:pt x="131474" y="44261"/>
                  <a:pt x="133372" y="44690"/>
                </a:cubicBezTo>
                <a:cubicBezTo>
                  <a:pt x="138023" y="45669"/>
                  <a:pt x="141649" y="46649"/>
                  <a:pt x="144250" y="47629"/>
                </a:cubicBezTo>
                <a:cubicBezTo>
                  <a:pt x="146852" y="48609"/>
                  <a:pt x="148153" y="50078"/>
                  <a:pt x="148153" y="52038"/>
                </a:cubicBezTo>
                <a:cubicBezTo>
                  <a:pt x="148153" y="53200"/>
                  <a:pt x="147877" y="54165"/>
                  <a:pt x="147326" y="54931"/>
                </a:cubicBezTo>
                <a:cubicBezTo>
                  <a:pt x="146775" y="55696"/>
                  <a:pt x="146086" y="56309"/>
                  <a:pt x="145260" y="56769"/>
                </a:cubicBezTo>
                <a:cubicBezTo>
                  <a:pt x="144434" y="57227"/>
                  <a:pt x="143516" y="57564"/>
                  <a:pt x="142506" y="57779"/>
                </a:cubicBezTo>
                <a:cubicBezTo>
                  <a:pt x="141496" y="57993"/>
                  <a:pt x="140532" y="58099"/>
                  <a:pt x="139614" y="58099"/>
                </a:cubicBezTo>
                <a:cubicBezTo>
                  <a:pt x="138329" y="58099"/>
                  <a:pt x="137090" y="57947"/>
                  <a:pt x="135896" y="57641"/>
                </a:cubicBezTo>
                <a:cubicBezTo>
                  <a:pt x="134702" y="57335"/>
                  <a:pt x="133647" y="56861"/>
                  <a:pt x="132729" y="56219"/>
                </a:cubicBezTo>
                <a:cubicBezTo>
                  <a:pt x="131810" y="55577"/>
                  <a:pt x="131060" y="54751"/>
                  <a:pt x="130479" y="53743"/>
                </a:cubicBezTo>
                <a:cubicBezTo>
                  <a:pt x="129898" y="52734"/>
                  <a:pt x="129607" y="51526"/>
                  <a:pt x="129607" y="50120"/>
                </a:cubicBezTo>
                <a:close/>
                <a:moveTo>
                  <a:pt x="200792" y="34788"/>
                </a:moveTo>
                <a:lnTo>
                  <a:pt x="213553" y="34788"/>
                </a:lnTo>
                <a:cubicBezTo>
                  <a:pt x="213370" y="31723"/>
                  <a:pt x="212636" y="29072"/>
                  <a:pt x="211350" y="26835"/>
                </a:cubicBezTo>
                <a:cubicBezTo>
                  <a:pt x="210064" y="24597"/>
                  <a:pt x="208396" y="22727"/>
                  <a:pt x="206345" y="21226"/>
                </a:cubicBezTo>
                <a:cubicBezTo>
                  <a:pt x="204295" y="19724"/>
                  <a:pt x="201970" y="18605"/>
                  <a:pt x="199369" y="17870"/>
                </a:cubicBezTo>
                <a:cubicBezTo>
                  <a:pt x="196768" y="17134"/>
                  <a:pt x="194059" y="16766"/>
                  <a:pt x="191243" y="16766"/>
                </a:cubicBezTo>
                <a:cubicBezTo>
                  <a:pt x="187387" y="16766"/>
                  <a:pt x="183959" y="17410"/>
                  <a:pt x="180959" y="18698"/>
                </a:cubicBezTo>
                <a:cubicBezTo>
                  <a:pt x="177960" y="19985"/>
                  <a:pt x="175420" y="21778"/>
                  <a:pt x="173339" y="24078"/>
                </a:cubicBezTo>
                <a:cubicBezTo>
                  <a:pt x="171259" y="26377"/>
                  <a:pt x="169683" y="29106"/>
                  <a:pt x="168611" y="32263"/>
                </a:cubicBezTo>
                <a:cubicBezTo>
                  <a:pt x="167540" y="35420"/>
                  <a:pt x="167004" y="38838"/>
                  <a:pt x="167004" y="42517"/>
                </a:cubicBezTo>
                <a:cubicBezTo>
                  <a:pt x="167004" y="46073"/>
                  <a:pt x="167586" y="49338"/>
                  <a:pt x="168749" y="52312"/>
                </a:cubicBezTo>
                <a:cubicBezTo>
                  <a:pt x="169911" y="55285"/>
                  <a:pt x="171533" y="57844"/>
                  <a:pt x="173614" y="59991"/>
                </a:cubicBezTo>
                <a:cubicBezTo>
                  <a:pt x="175696" y="62137"/>
                  <a:pt x="178221" y="63808"/>
                  <a:pt x="181189" y="65003"/>
                </a:cubicBezTo>
                <a:cubicBezTo>
                  <a:pt x="184158" y="66199"/>
                  <a:pt x="187417" y="66796"/>
                  <a:pt x="190967" y="66796"/>
                </a:cubicBezTo>
                <a:cubicBezTo>
                  <a:pt x="197272" y="66796"/>
                  <a:pt x="202443" y="65137"/>
                  <a:pt x="206483" y="61819"/>
                </a:cubicBezTo>
                <a:cubicBezTo>
                  <a:pt x="210523" y="58500"/>
                  <a:pt x="212972" y="53688"/>
                  <a:pt x="213829" y="47384"/>
                </a:cubicBezTo>
                <a:lnTo>
                  <a:pt x="201250" y="47384"/>
                </a:lnTo>
                <a:cubicBezTo>
                  <a:pt x="200823" y="50322"/>
                  <a:pt x="199767" y="52663"/>
                  <a:pt x="198083" y="54408"/>
                </a:cubicBezTo>
                <a:cubicBezTo>
                  <a:pt x="196400" y="56152"/>
                  <a:pt x="193998" y="57024"/>
                  <a:pt x="190876" y="57024"/>
                </a:cubicBezTo>
                <a:cubicBezTo>
                  <a:pt x="188856" y="57024"/>
                  <a:pt x="187142" y="56564"/>
                  <a:pt x="185734" y="55646"/>
                </a:cubicBezTo>
                <a:cubicBezTo>
                  <a:pt x="184326" y="54728"/>
                  <a:pt x="183209" y="53550"/>
                  <a:pt x="182383" y="52112"/>
                </a:cubicBezTo>
                <a:cubicBezTo>
                  <a:pt x="181557" y="50673"/>
                  <a:pt x="180960" y="49065"/>
                  <a:pt x="180592" y="47290"/>
                </a:cubicBezTo>
                <a:cubicBezTo>
                  <a:pt x="180225" y="45514"/>
                  <a:pt x="180042" y="43770"/>
                  <a:pt x="180042" y="42056"/>
                </a:cubicBezTo>
                <a:cubicBezTo>
                  <a:pt x="180042" y="40281"/>
                  <a:pt x="180225" y="38490"/>
                  <a:pt x="180592" y="36685"/>
                </a:cubicBezTo>
                <a:cubicBezTo>
                  <a:pt x="180960" y="34879"/>
                  <a:pt x="181588" y="33225"/>
                  <a:pt x="182475" y="31726"/>
                </a:cubicBezTo>
                <a:cubicBezTo>
                  <a:pt x="183362" y="30226"/>
                  <a:pt x="184510" y="29001"/>
                  <a:pt x="185917" y="28052"/>
                </a:cubicBezTo>
                <a:cubicBezTo>
                  <a:pt x="187325" y="27103"/>
                  <a:pt x="189070" y="26629"/>
                  <a:pt x="191151" y="26629"/>
                </a:cubicBezTo>
                <a:cubicBezTo>
                  <a:pt x="196721" y="26629"/>
                  <a:pt x="199935" y="29349"/>
                  <a:pt x="200792" y="34788"/>
                </a:cubicBezTo>
                <a:close/>
                <a:moveTo>
                  <a:pt x="221266" y="18040"/>
                </a:moveTo>
                <a:lnTo>
                  <a:pt x="221266" y="65541"/>
                </a:lnTo>
                <a:lnTo>
                  <a:pt x="234303" y="65541"/>
                </a:lnTo>
                <a:lnTo>
                  <a:pt x="234303" y="44127"/>
                </a:lnTo>
                <a:cubicBezTo>
                  <a:pt x="234303" y="41982"/>
                  <a:pt x="234517" y="39991"/>
                  <a:pt x="234946" y="38153"/>
                </a:cubicBezTo>
                <a:cubicBezTo>
                  <a:pt x="235374" y="36315"/>
                  <a:pt x="236093" y="34707"/>
                  <a:pt x="237103" y="33328"/>
                </a:cubicBezTo>
                <a:cubicBezTo>
                  <a:pt x="238113" y="31950"/>
                  <a:pt x="239444" y="30862"/>
                  <a:pt x="241096" y="30065"/>
                </a:cubicBezTo>
                <a:cubicBezTo>
                  <a:pt x="242749" y="29269"/>
                  <a:pt x="244769" y="28870"/>
                  <a:pt x="247156" y="28870"/>
                </a:cubicBezTo>
                <a:cubicBezTo>
                  <a:pt x="247952" y="28870"/>
                  <a:pt x="248778" y="28917"/>
                  <a:pt x="249634" y="29009"/>
                </a:cubicBezTo>
                <a:cubicBezTo>
                  <a:pt x="250492" y="29101"/>
                  <a:pt x="251226" y="29208"/>
                  <a:pt x="251838" y="29330"/>
                </a:cubicBezTo>
                <a:lnTo>
                  <a:pt x="251838" y="17224"/>
                </a:lnTo>
                <a:cubicBezTo>
                  <a:pt x="250798" y="16919"/>
                  <a:pt x="249849" y="16766"/>
                  <a:pt x="248993" y="16766"/>
                </a:cubicBezTo>
                <a:cubicBezTo>
                  <a:pt x="247340" y="16766"/>
                  <a:pt x="245748" y="17011"/>
                  <a:pt x="244218" y="17500"/>
                </a:cubicBezTo>
                <a:cubicBezTo>
                  <a:pt x="242689" y="17989"/>
                  <a:pt x="241250" y="18676"/>
                  <a:pt x="239904" y="19563"/>
                </a:cubicBezTo>
                <a:cubicBezTo>
                  <a:pt x="238557" y="20449"/>
                  <a:pt x="237363" y="21519"/>
                  <a:pt x="236323" y="22772"/>
                </a:cubicBezTo>
                <a:cubicBezTo>
                  <a:pt x="235282" y="24026"/>
                  <a:pt x="234456" y="25386"/>
                  <a:pt x="233843" y="26853"/>
                </a:cubicBezTo>
                <a:lnTo>
                  <a:pt x="233660" y="26853"/>
                </a:lnTo>
                <a:lnTo>
                  <a:pt x="233660" y="18040"/>
                </a:lnTo>
                <a:lnTo>
                  <a:pt x="221266" y="18040"/>
                </a:lnTo>
                <a:close/>
                <a:moveTo>
                  <a:pt x="270629" y="10759"/>
                </a:moveTo>
                <a:lnTo>
                  <a:pt x="270629" y="0"/>
                </a:lnTo>
                <a:lnTo>
                  <a:pt x="257592" y="0"/>
                </a:lnTo>
                <a:lnTo>
                  <a:pt x="257592" y="10759"/>
                </a:lnTo>
                <a:lnTo>
                  <a:pt x="270629" y="10759"/>
                </a:lnTo>
                <a:moveTo>
                  <a:pt x="257592" y="18075"/>
                </a:moveTo>
                <a:lnTo>
                  <a:pt x="257592" y="65541"/>
                </a:lnTo>
                <a:lnTo>
                  <a:pt x="270629" y="65541"/>
                </a:lnTo>
                <a:lnTo>
                  <a:pt x="270629" y="18075"/>
                </a:lnTo>
                <a:lnTo>
                  <a:pt x="257592" y="18075"/>
                </a:lnTo>
                <a:close/>
                <a:moveTo>
                  <a:pt x="315739" y="41872"/>
                </a:moveTo>
                <a:cubicBezTo>
                  <a:pt x="315739" y="43831"/>
                  <a:pt x="315525" y="45729"/>
                  <a:pt x="315096" y="47566"/>
                </a:cubicBezTo>
                <a:cubicBezTo>
                  <a:pt x="314668" y="49402"/>
                  <a:pt x="313994" y="51024"/>
                  <a:pt x="313076" y="52433"/>
                </a:cubicBezTo>
                <a:cubicBezTo>
                  <a:pt x="312158" y="53840"/>
                  <a:pt x="311010" y="54957"/>
                  <a:pt x="309633" y="55784"/>
                </a:cubicBezTo>
                <a:cubicBezTo>
                  <a:pt x="308256" y="56610"/>
                  <a:pt x="306588" y="57024"/>
                  <a:pt x="304630" y="57024"/>
                </a:cubicBezTo>
                <a:cubicBezTo>
                  <a:pt x="302732" y="57024"/>
                  <a:pt x="301080" y="56610"/>
                  <a:pt x="299672" y="55784"/>
                </a:cubicBezTo>
                <a:cubicBezTo>
                  <a:pt x="298265" y="54957"/>
                  <a:pt x="297102" y="53840"/>
                  <a:pt x="296184" y="52433"/>
                </a:cubicBezTo>
                <a:cubicBezTo>
                  <a:pt x="295266" y="51024"/>
                  <a:pt x="294592" y="49402"/>
                  <a:pt x="294164" y="47566"/>
                </a:cubicBezTo>
                <a:cubicBezTo>
                  <a:pt x="293735" y="45729"/>
                  <a:pt x="293521" y="43831"/>
                  <a:pt x="293521" y="41872"/>
                </a:cubicBezTo>
                <a:cubicBezTo>
                  <a:pt x="293521" y="39852"/>
                  <a:pt x="293735" y="37924"/>
                  <a:pt x="294164" y="36088"/>
                </a:cubicBezTo>
                <a:cubicBezTo>
                  <a:pt x="294592" y="34251"/>
                  <a:pt x="295266" y="32629"/>
                  <a:pt x="296184" y="31221"/>
                </a:cubicBezTo>
                <a:cubicBezTo>
                  <a:pt x="297102" y="29813"/>
                  <a:pt x="298265" y="28695"/>
                  <a:pt x="299672" y="27869"/>
                </a:cubicBezTo>
                <a:cubicBezTo>
                  <a:pt x="301080" y="27042"/>
                  <a:pt x="302732" y="26629"/>
                  <a:pt x="304630" y="26629"/>
                </a:cubicBezTo>
                <a:cubicBezTo>
                  <a:pt x="306588" y="26629"/>
                  <a:pt x="308256" y="27042"/>
                  <a:pt x="309633" y="27869"/>
                </a:cubicBezTo>
                <a:cubicBezTo>
                  <a:pt x="311010" y="28695"/>
                  <a:pt x="312158" y="29813"/>
                  <a:pt x="313076" y="31221"/>
                </a:cubicBezTo>
                <a:cubicBezTo>
                  <a:pt x="313994" y="32629"/>
                  <a:pt x="314668" y="34251"/>
                  <a:pt x="315096" y="36088"/>
                </a:cubicBezTo>
                <a:cubicBezTo>
                  <a:pt x="315525" y="37924"/>
                  <a:pt x="315739" y="39852"/>
                  <a:pt x="315739" y="41872"/>
                </a:cubicBezTo>
                <a:moveTo>
                  <a:pt x="280943" y="0"/>
                </a:moveTo>
                <a:lnTo>
                  <a:pt x="280943" y="65572"/>
                </a:lnTo>
                <a:lnTo>
                  <a:pt x="293337" y="65572"/>
                </a:lnTo>
                <a:lnTo>
                  <a:pt x="293337" y="59513"/>
                </a:lnTo>
                <a:lnTo>
                  <a:pt x="293521" y="59513"/>
                </a:lnTo>
                <a:cubicBezTo>
                  <a:pt x="294928" y="62156"/>
                  <a:pt x="297009" y="64031"/>
                  <a:pt x="299763" y="65138"/>
                </a:cubicBezTo>
                <a:cubicBezTo>
                  <a:pt x="302518" y="66244"/>
                  <a:pt x="305640" y="66796"/>
                  <a:pt x="309128" y="66796"/>
                </a:cubicBezTo>
                <a:cubicBezTo>
                  <a:pt x="311516" y="66796"/>
                  <a:pt x="313872" y="66306"/>
                  <a:pt x="316197" y="65325"/>
                </a:cubicBezTo>
                <a:cubicBezTo>
                  <a:pt x="318524" y="64344"/>
                  <a:pt x="320621" y="62842"/>
                  <a:pt x="322488" y="60819"/>
                </a:cubicBezTo>
                <a:cubicBezTo>
                  <a:pt x="324355" y="58796"/>
                  <a:pt x="325870" y="56205"/>
                  <a:pt x="327032" y="53048"/>
                </a:cubicBezTo>
                <a:cubicBezTo>
                  <a:pt x="328195" y="49890"/>
                  <a:pt x="328776" y="46135"/>
                  <a:pt x="328776" y="41781"/>
                </a:cubicBezTo>
                <a:cubicBezTo>
                  <a:pt x="328776" y="37428"/>
                  <a:pt x="328195" y="33673"/>
                  <a:pt x="327032" y="30515"/>
                </a:cubicBezTo>
                <a:cubicBezTo>
                  <a:pt x="325870" y="27357"/>
                  <a:pt x="324355" y="24767"/>
                  <a:pt x="322488" y="22744"/>
                </a:cubicBezTo>
                <a:cubicBezTo>
                  <a:pt x="320621" y="20721"/>
                  <a:pt x="318524" y="19219"/>
                  <a:pt x="316197" y="18239"/>
                </a:cubicBezTo>
                <a:cubicBezTo>
                  <a:pt x="313872" y="17257"/>
                  <a:pt x="311516" y="16766"/>
                  <a:pt x="309128" y="16766"/>
                </a:cubicBezTo>
                <a:cubicBezTo>
                  <a:pt x="306191" y="16766"/>
                  <a:pt x="303360" y="17335"/>
                  <a:pt x="300636" y="18471"/>
                </a:cubicBezTo>
                <a:cubicBezTo>
                  <a:pt x="297913" y="19608"/>
                  <a:pt x="295755" y="21405"/>
                  <a:pt x="294164" y="23863"/>
                </a:cubicBezTo>
                <a:lnTo>
                  <a:pt x="293980" y="23863"/>
                </a:lnTo>
                <a:lnTo>
                  <a:pt x="293980" y="0"/>
                </a:lnTo>
                <a:lnTo>
                  <a:pt x="280943" y="0"/>
                </a:lnTo>
                <a:close/>
                <a:moveTo>
                  <a:pt x="368745" y="36760"/>
                </a:moveTo>
                <a:lnTo>
                  <a:pt x="347537" y="36760"/>
                </a:lnTo>
                <a:cubicBezTo>
                  <a:pt x="347598" y="35840"/>
                  <a:pt x="347797" y="34796"/>
                  <a:pt x="348133" y="33629"/>
                </a:cubicBezTo>
                <a:cubicBezTo>
                  <a:pt x="348470" y="32462"/>
                  <a:pt x="349052" y="31357"/>
                  <a:pt x="349878" y="30313"/>
                </a:cubicBezTo>
                <a:cubicBezTo>
                  <a:pt x="350705" y="29269"/>
                  <a:pt x="351807" y="28394"/>
                  <a:pt x="353183" y="27688"/>
                </a:cubicBezTo>
                <a:cubicBezTo>
                  <a:pt x="354561" y="26982"/>
                  <a:pt x="356290" y="26629"/>
                  <a:pt x="358371" y="26629"/>
                </a:cubicBezTo>
                <a:cubicBezTo>
                  <a:pt x="361554" y="26629"/>
                  <a:pt x="363926" y="27489"/>
                  <a:pt x="365486" y="29208"/>
                </a:cubicBezTo>
                <a:cubicBezTo>
                  <a:pt x="367047" y="30927"/>
                  <a:pt x="368133" y="33445"/>
                  <a:pt x="368745" y="36760"/>
                </a:cubicBezTo>
                <a:moveTo>
                  <a:pt x="347537" y="45009"/>
                </a:moveTo>
                <a:lnTo>
                  <a:pt x="381783" y="45009"/>
                </a:lnTo>
                <a:cubicBezTo>
                  <a:pt x="382028" y="41329"/>
                  <a:pt x="381722" y="37803"/>
                  <a:pt x="380864" y="34429"/>
                </a:cubicBezTo>
                <a:cubicBezTo>
                  <a:pt x="380008" y="31056"/>
                  <a:pt x="378615" y="28051"/>
                  <a:pt x="376687" y="25414"/>
                </a:cubicBezTo>
                <a:cubicBezTo>
                  <a:pt x="374759" y="22777"/>
                  <a:pt x="372295" y="20676"/>
                  <a:pt x="369295" y="19113"/>
                </a:cubicBezTo>
                <a:cubicBezTo>
                  <a:pt x="366296" y="17549"/>
                  <a:pt x="362777" y="16766"/>
                  <a:pt x="358738" y="16766"/>
                </a:cubicBezTo>
                <a:cubicBezTo>
                  <a:pt x="355126" y="16766"/>
                  <a:pt x="351836" y="17410"/>
                  <a:pt x="348868" y="18698"/>
                </a:cubicBezTo>
                <a:cubicBezTo>
                  <a:pt x="345900" y="19985"/>
                  <a:pt x="343345" y="21748"/>
                  <a:pt x="341202" y="23985"/>
                </a:cubicBezTo>
                <a:cubicBezTo>
                  <a:pt x="339060" y="26223"/>
                  <a:pt x="337407" y="28875"/>
                  <a:pt x="336245" y="31941"/>
                </a:cubicBezTo>
                <a:cubicBezTo>
                  <a:pt x="335082" y="35006"/>
                  <a:pt x="334500" y="38317"/>
                  <a:pt x="334500" y="41874"/>
                </a:cubicBezTo>
                <a:cubicBezTo>
                  <a:pt x="334500" y="45552"/>
                  <a:pt x="335066" y="48924"/>
                  <a:pt x="336198" y="51990"/>
                </a:cubicBezTo>
                <a:cubicBezTo>
                  <a:pt x="337331" y="55055"/>
                  <a:pt x="338938" y="57692"/>
                  <a:pt x="341019" y="59900"/>
                </a:cubicBezTo>
                <a:cubicBezTo>
                  <a:pt x="343100" y="62107"/>
                  <a:pt x="345640" y="63808"/>
                  <a:pt x="348639" y="65003"/>
                </a:cubicBezTo>
                <a:cubicBezTo>
                  <a:pt x="351638" y="66199"/>
                  <a:pt x="355004" y="66796"/>
                  <a:pt x="358738" y="66796"/>
                </a:cubicBezTo>
                <a:cubicBezTo>
                  <a:pt x="364124" y="66796"/>
                  <a:pt x="368714" y="65573"/>
                  <a:pt x="372509" y="63127"/>
                </a:cubicBezTo>
                <a:cubicBezTo>
                  <a:pt x="376305" y="60681"/>
                  <a:pt x="379121" y="56614"/>
                  <a:pt x="380957" y="50927"/>
                </a:cubicBezTo>
                <a:lnTo>
                  <a:pt x="369480" y="50927"/>
                </a:lnTo>
                <a:cubicBezTo>
                  <a:pt x="369052" y="52383"/>
                  <a:pt x="367888" y="53763"/>
                  <a:pt x="365991" y="55068"/>
                </a:cubicBezTo>
                <a:cubicBezTo>
                  <a:pt x="364094" y="56372"/>
                  <a:pt x="361829" y="57024"/>
                  <a:pt x="359197" y="57024"/>
                </a:cubicBezTo>
                <a:cubicBezTo>
                  <a:pt x="355525" y="57024"/>
                  <a:pt x="352709" y="56076"/>
                  <a:pt x="350750" y="54181"/>
                </a:cubicBezTo>
                <a:cubicBezTo>
                  <a:pt x="348791" y="52285"/>
                  <a:pt x="347720" y="49228"/>
                  <a:pt x="347537" y="45009"/>
                </a:cubicBezTo>
                <a:close/>
                <a:moveTo>
                  <a:pt x="431360" y="18111"/>
                </a:moveTo>
                <a:lnTo>
                  <a:pt x="431360" y="3855"/>
                </a:lnTo>
                <a:lnTo>
                  <a:pt x="418323" y="3855"/>
                </a:lnTo>
                <a:lnTo>
                  <a:pt x="418323" y="18111"/>
                </a:lnTo>
                <a:lnTo>
                  <a:pt x="410427" y="18111"/>
                </a:lnTo>
                <a:lnTo>
                  <a:pt x="410427" y="26808"/>
                </a:lnTo>
                <a:lnTo>
                  <a:pt x="418323" y="26808"/>
                </a:lnTo>
                <a:lnTo>
                  <a:pt x="418323" y="54795"/>
                </a:lnTo>
                <a:cubicBezTo>
                  <a:pt x="418323" y="57181"/>
                  <a:pt x="418721" y="59108"/>
                  <a:pt x="419517" y="60576"/>
                </a:cubicBezTo>
                <a:cubicBezTo>
                  <a:pt x="420312" y="62044"/>
                  <a:pt x="421399" y="63176"/>
                  <a:pt x="422775" y="63972"/>
                </a:cubicBezTo>
                <a:cubicBezTo>
                  <a:pt x="424153" y="64767"/>
                  <a:pt x="425744" y="65302"/>
                  <a:pt x="427550" y="65576"/>
                </a:cubicBezTo>
                <a:cubicBezTo>
                  <a:pt x="429356" y="65852"/>
                  <a:pt x="431269" y="65989"/>
                  <a:pt x="433289" y="65989"/>
                </a:cubicBezTo>
                <a:cubicBezTo>
                  <a:pt x="434574" y="65989"/>
                  <a:pt x="435890" y="65960"/>
                  <a:pt x="437237" y="65900"/>
                </a:cubicBezTo>
                <a:cubicBezTo>
                  <a:pt x="438584" y="65840"/>
                  <a:pt x="439808" y="65721"/>
                  <a:pt x="440909" y="65541"/>
                </a:cubicBezTo>
                <a:lnTo>
                  <a:pt x="440909" y="55401"/>
                </a:lnTo>
                <a:cubicBezTo>
                  <a:pt x="440297" y="55524"/>
                  <a:pt x="439655" y="55616"/>
                  <a:pt x="438981" y="55677"/>
                </a:cubicBezTo>
                <a:cubicBezTo>
                  <a:pt x="438308" y="55738"/>
                  <a:pt x="437604" y="55768"/>
                  <a:pt x="436870" y="55768"/>
                </a:cubicBezTo>
                <a:cubicBezTo>
                  <a:pt x="434666" y="55768"/>
                  <a:pt x="433196" y="55402"/>
                  <a:pt x="432461" y="54669"/>
                </a:cubicBezTo>
                <a:cubicBezTo>
                  <a:pt x="431727" y="53935"/>
                  <a:pt x="431360" y="52469"/>
                  <a:pt x="431360" y="50270"/>
                </a:cubicBezTo>
                <a:lnTo>
                  <a:pt x="431360" y="26808"/>
                </a:lnTo>
                <a:lnTo>
                  <a:pt x="440909" y="26808"/>
                </a:lnTo>
                <a:lnTo>
                  <a:pt x="440909" y="18111"/>
                </a:lnTo>
                <a:lnTo>
                  <a:pt x="431360" y="18111"/>
                </a:lnTo>
                <a:close/>
                <a:moveTo>
                  <a:pt x="446969" y="0"/>
                </a:moveTo>
                <a:lnTo>
                  <a:pt x="446969" y="65541"/>
                </a:lnTo>
                <a:lnTo>
                  <a:pt x="460006" y="65541"/>
                </a:lnTo>
                <a:lnTo>
                  <a:pt x="460006" y="40663"/>
                </a:lnTo>
                <a:cubicBezTo>
                  <a:pt x="460006" y="35828"/>
                  <a:pt x="460802" y="32355"/>
                  <a:pt x="462393" y="30245"/>
                </a:cubicBezTo>
                <a:cubicBezTo>
                  <a:pt x="463985" y="28133"/>
                  <a:pt x="466555" y="27077"/>
                  <a:pt x="470105" y="27077"/>
                </a:cubicBezTo>
                <a:cubicBezTo>
                  <a:pt x="473227" y="27077"/>
                  <a:pt x="475400" y="28041"/>
                  <a:pt x="476624" y="29969"/>
                </a:cubicBezTo>
                <a:cubicBezTo>
                  <a:pt x="477848" y="31896"/>
                  <a:pt x="478460" y="34819"/>
                  <a:pt x="478460" y="38736"/>
                </a:cubicBezTo>
                <a:lnTo>
                  <a:pt x="478460" y="65541"/>
                </a:lnTo>
                <a:lnTo>
                  <a:pt x="491497" y="65541"/>
                </a:lnTo>
                <a:lnTo>
                  <a:pt x="491497" y="36332"/>
                </a:lnTo>
                <a:cubicBezTo>
                  <a:pt x="491497" y="33393"/>
                  <a:pt x="491237" y="30714"/>
                  <a:pt x="490717" y="28295"/>
                </a:cubicBezTo>
                <a:cubicBezTo>
                  <a:pt x="490197" y="25876"/>
                  <a:pt x="489294" y="23824"/>
                  <a:pt x="488008" y="22140"/>
                </a:cubicBezTo>
                <a:cubicBezTo>
                  <a:pt x="486723" y="20456"/>
                  <a:pt x="484963" y="19140"/>
                  <a:pt x="482729" y="18191"/>
                </a:cubicBezTo>
                <a:cubicBezTo>
                  <a:pt x="480495" y="17241"/>
                  <a:pt x="477634" y="16766"/>
                  <a:pt x="474145" y="16766"/>
                </a:cubicBezTo>
                <a:cubicBezTo>
                  <a:pt x="471697" y="16766"/>
                  <a:pt x="469187" y="17395"/>
                  <a:pt x="466615" y="18653"/>
                </a:cubicBezTo>
                <a:cubicBezTo>
                  <a:pt x="464045" y="19911"/>
                  <a:pt x="461934" y="21921"/>
                  <a:pt x="460282" y="24683"/>
                </a:cubicBezTo>
                <a:lnTo>
                  <a:pt x="460006" y="24683"/>
                </a:lnTo>
                <a:lnTo>
                  <a:pt x="460006" y="0"/>
                </a:lnTo>
                <a:lnTo>
                  <a:pt x="446969" y="0"/>
                </a:lnTo>
                <a:close/>
                <a:moveTo>
                  <a:pt x="533240" y="36760"/>
                </a:moveTo>
                <a:lnTo>
                  <a:pt x="512033" y="36760"/>
                </a:lnTo>
                <a:cubicBezTo>
                  <a:pt x="512094" y="35840"/>
                  <a:pt x="512292" y="34796"/>
                  <a:pt x="512628" y="33629"/>
                </a:cubicBezTo>
                <a:cubicBezTo>
                  <a:pt x="512966" y="32462"/>
                  <a:pt x="513547" y="31357"/>
                  <a:pt x="514374" y="30313"/>
                </a:cubicBezTo>
                <a:cubicBezTo>
                  <a:pt x="515201" y="29269"/>
                  <a:pt x="516302" y="28394"/>
                  <a:pt x="517679" y="27688"/>
                </a:cubicBezTo>
                <a:cubicBezTo>
                  <a:pt x="519056" y="26982"/>
                  <a:pt x="520786" y="26629"/>
                  <a:pt x="522866" y="26629"/>
                </a:cubicBezTo>
                <a:cubicBezTo>
                  <a:pt x="526049" y="26629"/>
                  <a:pt x="528421" y="27489"/>
                  <a:pt x="529982" y="29208"/>
                </a:cubicBezTo>
                <a:cubicBezTo>
                  <a:pt x="531542" y="30927"/>
                  <a:pt x="532629" y="33445"/>
                  <a:pt x="533240" y="36760"/>
                </a:cubicBezTo>
                <a:moveTo>
                  <a:pt x="512033" y="45009"/>
                </a:moveTo>
                <a:lnTo>
                  <a:pt x="546279" y="45009"/>
                </a:lnTo>
                <a:cubicBezTo>
                  <a:pt x="546524" y="41329"/>
                  <a:pt x="546217" y="37803"/>
                  <a:pt x="545360" y="34429"/>
                </a:cubicBezTo>
                <a:cubicBezTo>
                  <a:pt x="544503" y="31056"/>
                  <a:pt x="543111" y="28051"/>
                  <a:pt x="541182" y="25414"/>
                </a:cubicBezTo>
                <a:cubicBezTo>
                  <a:pt x="539255" y="22777"/>
                  <a:pt x="536791" y="20676"/>
                  <a:pt x="533791" y="19113"/>
                </a:cubicBezTo>
                <a:cubicBezTo>
                  <a:pt x="530792" y="17549"/>
                  <a:pt x="527273" y="16766"/>
                  <a:pt x="523233" y="16766"/>
                </a:cubicBezTo>
                <a:cubicBezTo>
                  <a:pt x="519622" y="16766"/>
                  <a:pt x="516332" y="17410"/>
                  <a:pt x="513364" y="18698"/>
                </a:cubicBezTo>
                <a:cubicBezTo>
                  <a:pt x="510396" y="19985"/>
                  <a:pt x="507841" y="21748"/>
                  <a:pt x="505698" y="23985"/>
                </a:cubicBezTo>
                <a:cubicBezTo>
                  <a:pt x="503556" y="26223"/>
                  <a:pt x="501903" y="28875"/>
                  <a:pt x="500740" y="31941"/>
                </a:cubicBezTo>
                <a:cubicBezTo>
                  <a:pt x="499577" y="35006"/>
                  <a:pt x="498996" y="38317"/>
                  <a:pt x="498996" y="41874"/>
                </a:cubicBezTo>
                <a:cubicBezTo>
                  <a:pt x="498996" y="45552"/>
                  <a:pt x="499562" y="48924"/>
                  <a:pt x="500694" y="51990"/>
                </a:cubicBezTo>
                <a:cubicBezTo>
                  <a:pt x="501827" y="55055"/>
                  <a:pt x="503434" y="57692"/>
                  <a:pt x="505514" y="59900"/>
                </a:cubicBezTo>
                <a:cubicBezTo>
                  <a:pt x="507595" y="62107"/>
                  <a:pt x="510135" y="63808"/>
                  <a:pt x="513134" y="65003"/>
                </a:cubicBezTo>
                <a:cubicBezTo>
                  <a:pt x="516133" y="66199"/>
                  <a:pt x="519500" y="66796"/>
                  <a:pt x="523233" y="66796"/>
                </a:cubicBezTo>
                <a:cubicBezTo>
                  <a:pt x="528620" y="66796"/>
                  <a:pt x="533210" y="65573"/>
                  <a:pt x="537005" y="63127"/>
                </a:cubicBezTo>
                <a:cubicBezTo>
                  <a:pt x="540800" y="60681"/>
                  <a:pt x="543616" y="56614"/>
                  <a:pt x="545452" y="50927"/>
                </a:cubicBezTo>
                <a:lnTo>
                  <a:pt x="533976" y="50927"/>
                </a:lnTo>
                <a:cubicBezTo>
                  <a:pt x="533547" y="52383"/>
                  <a:pt x="532384" y="53763"/>
                  <a:pt x="530486" y="55068"/>
                </a:cubicBezTo>
                <a:cubicBezTo>
                  <a:pt x="528589" y="56372"/>
                  <a:pt x="526325" y="57024"/>
                  <a:pt x="523693" y="57024"/>
                </a:cubicBezTo>
                <a:cubicBezTo>
                  <a:pt x="520021" y="57024"/>
                  <a:pt x="517205" y="56076"/>
                  <a:pt x="515245" y="54181"/>
                </a:cubicBezTo>
                <a:cubicBezTo>
                  <a:pt x="513287" y="52285"/>
                  <a:pt x="512216" y="49228"/>
                  <a:pt x="512033" y="45009"/>
                </a:cubicBezTo>
                <a:close/>
                <a:moveTo>
                  <a:pt x="614127" y="41872"/>
                </a:moveTo>
                <a:cubicBezTo>
                  <a:pt x="614127" y="43831"/>
                  <a:pt x="613912" y="45729"/>
                  <a:pt x="613484" y="47566"/>
                </a:cubicBezTo>
                <a:cubicBezTo>
                  <a:pt x="613055" y="49402"/>
                  <a:pt x="612382" y="51024"/>
                  <a:pt x="611463" y="52433"/>
                </a:cubicBezTo>
                <a:cubicBezTo>
                  <a:pt x="610545" y="53840"/>
                  <a:pt x="609398" y="54957"/>
                  <a:pt x="608020" y="55784"/>
                </a:cubicBezTo>
                <a:cubicBezTo>
                  <a:pt x="606643" y="56610"/>
                  <a:pt x="604976" y="57024"/>
                  <a:pt x="603017" y="57024"/>
                </a:cubicBezTo>
                <a:cubicBezTo>
                  <a:pt x="601119" y="57024"/>
                  <a:pt x="599467" y="56610"/>
                  <a:pt x="598059" y="55784"/>
                </a:cubicBezTo>
                <a:cubicBezTo>
                  <a:pt x="596652" y="54957"/>
                  <a:pt x="595489" y="53840"/>
                  <a:pt x="594571" y="52433"/>
                </a:cubicBezTo>
                <a:cubicBezTo>
                  <a:pt x="593653" y="51024"/>
                  <a:pt x="592980" y="49402"/>
                  <a:pt x="592551" y="47566"/>
                </a:cubicBezTo>
                <a:cubicBezTo>
                  <a:pt x="592122" y="45729"/>
                  <a:pt x="591908" y="43831"/>
                  <a:pt x="591908" y="41872"/>
                </a:cubicBezTo>
                <a:cubicBezTo>
                  <a:pt x="591908" y="39852"/>
                  <a:pt x="592122" y="37924"/>
                  <a:pt x="592551" y="36088"/>
                </a:cubicBezTo>
                <a:cubicBezTo>
                  <a:pt x="592980" y="34251"/>
                  <a:pt x="593653" y="32629"/>
                  <a:pt x="594571" y="31221"/>
                </a:cubicBezTo>
                <a:cubicBezTo>
                  <a:pt x="595489" y="29813"/>
                  <a:pt x="596652" y="28695"/>
                  <a:pt x="598059" y="27869"/>
                </a:cubicBezTo>
                <a:cubicBezTo>
                  <a:pt x="599467" y="27042"/>
                  <a:pt x="601119" y="26629"/>
                  <a:pt x="603017" y="26629"/>
                </a:cubicBezTo>
                <a:cubicBezTo>
                  <a:pt x="604976" y="26629"/>
                  <a:pt x="606643" y="27042"/>
                  <a:pt x="608020" y="27869"/>
                </a:cubicBezTo>
                <a:cubicBezTo>
                  <a:pt x="609398" y="28695"/>
                  <a:pt x="610545" y="29813"/>
                  <a:pt x="611463" y="31221"/>
                </a:cubicBezTo>
                <a:cubicBezTo>
                  <a:pt x="612382" y="32629"/>
                  <a:pt x="613055" y="34251"/>
                  <a:pt x="613484" y="36088"/>
                </a:cubicBezTo>
                <a:cubicBezTo>
                  <a:pt x="613912" y="37924"/>
                  <a:pt x="614127" y="39852"/>
                  <a:pt x="614127" y="41872"/>
                </a:cubicBezTo>
                <a:moveTo>
                  <a:pt x="579330" y="0"/>
                </a:moveTo>
                <a:lnTo>
                  <a:pt x="579330" y="65572"/>
                </a:lnTo>
                <a:lnTo>
                  <a:pt x="591724" y="65572"/>
                </a:lnTo>
                <a:lnTo>
                  <a:pt x="591724" y="59513"/>
                </a:lnTo>
                <a:lnTo>
                  <a:pt x="591908" y="59513"/>
                </a:lnTo>
                <a:cubicBezTo>
                  <a:pt x="593315" y="62156"/>
                  <a:pt x="595396" y="64031"/>
                  <a:pt x="598150" y="65138"/>
                </a:cubicBezTo>
                <a:cubicBezTo>
                  <a:pt x="600906" y="66244"/>
                  <a:pt x="604027" y="66796"/>
                  <a:pt x="607516" y="66796"/>
                </a:cubicBezTo>
                <a:cubicBezTo>
                  <a:pt x="609903" y="66796"/>
                  <a:pt x="612259" y="66306"/>
                  <a:pt x="614585" y="65325"/>
                </a:cubicBezTo>
                <a:cubicBezTo>
                  <a:pt x="616911" y="64344"/>
                  <a:pt x="619008" y="62842"/>
                  <a:pt x="620875" y="60819"/>
                </a:cubicBezTo>
                <a:cubicBezTo>
                  <a:pt x="622742" y="58796"/>
                  <a:pt x="624257" y="56205"/>
                  <a:pt x="625420" y="53048"/>
                </a:cubicBezTo>
                <a:cubicBezTo>
                  <a:pt x="626582" y="49890"/>
                  <a:pt x="627164" y="46135"/>
                  <a:pt x="627164" y="41781"/>
                </a:cubicBezTo>
                <a:cubicBezTo>
                  <a:pt x="627164" y="37428"/>
                  <a:pt x="626582" y="33673"/>
                  <a:pt x="625420" y="30515"/>
                </a:cubicBezTo>
                <a:cubicBezTo>
                  <a:pt x="624257" y="27357"/>
                  <a:pt x="622742" y="24767"/>
                  <a:pt x="620875" y="22744"/>
                </a:cubicBezTo>
                <a:cubicBezTo>
                  <a:pt x="619008" y="20721"/>
                  <a:pt x="616911" y="19219"/>
                  <a:pt x="614585" y="18239"/>
                </a:cubicBezTo>
                <a:cubicBezTo>
                  <a:pt x="612259" y="17257"/>
                  <a:pt x="609903" y="16766"/>
                  <a:pt x="607516" y="16766"/>
                </a:cubicBezTo>
                <a:cubicBezTo>
                  <a:pt x="604578" y="16766"/>
                  <a:pt x="601748" y="17335"/>
                  <a:pt x="599023" y="18471"/>
                </a:cubicBezTo>
                <a:cubicBezTo>
                  <a:pt x="596300" y="19608"/>
                  <a:pt x="594142" y="21405"/>
                  <a:pt x="592551" y="23863"/>
                </a:cubicBezTo>
                <a:lnTo>
                  <a:pt x="592367" y="23863"/>
                </a:lnTo>
                <a:lnTo>
                  <a:pt x="592367" y="0"/>
                </a:lnTo>
                <a:lnTo>
                  <a:pt x="579330" y="0"/>
                </a:lnTo>
                <a:close/>
                <a:moveTo>
                  <a:pt x="679711" y="65491"/>
                </a:moveTo>
                <a:lnTo>
                  <a:pt x="679711" y="18111"/>
                </a:lnTo>
                <a:lnTo>
                  <a:pt x="666674" y="18111"/>
                </a:lnTo>
                <a:lnTo>
                  <a:pt x="666674" y="42932"/>
                </a:lnTo>
                <a:cubicBezTo>
                  <a:pt x="666674" y="47755"/>
                  <a:pt x="665878" y="51219"/>
                  <a:pt x="664287" y="53326"/>
                </a:cubicBezTo>
                <a:cubicBezTo>
                  <a:pt x="662695" y="55433"/>
                  <a:pt x="660125" y="56486"/>
                  <a:pt x="656575" y="56486"/>
                </a:cubicBezTo>
                <a:cubicBezTo>
                  <a:pt x="653452" y="56486"/>
                  <a:pt x="651279" y="55524"/>
                  <a:pt x="650055" y="53601"/>
                </a:cubicBezTo>
                <a:cubicBezTo>
                  <a:pt x="648831" y="51677"/>
                  <a:pt x="648219" y="48761"/>
                  <a:pt x="648219" y="44854"/>
                </a:cubicBezTo>
                <a:lnTo>
                  <a:pt x="648219" y="18111"/>
                </a:lnTo>
                <a:lnTo>
                  <a:pt x="635182" y="18111"/>
                </a:lnTo>
                <a:lnTo>
                  <a:pt x="635182" y="47269"/>
                </a:lnTo>
                <a:cubicBezTo>
                  <a:pt x="635182" y="50202"/>
                  <a:pt x="635442" y="52877"/>
                  <a:pt x="635963" y="55292"/>
                </a:cubicBezTo>
                <a:cubicBezTo>
                  <a:pt x="636483" y="57706"/>
                  <a:pt x="637386" y="59754"/>
                  <a:pt x="638671" y="61435"/>
                </a:cubicBezTo>
                <a:cubicBezTo>
                  <a:pt x="639957" y="63116"/>
                  <a:pt x="641717" y="64415"/>
                  <a:pt x="643951" y="65332"/>
                </a:cubicBezTo>
                <a:cubicBezTo>
                  <a:pt x="646185" y="66249"/>
                  <a:pt x="649046" y="66707"/>
                  <a:pt x="652536" y="66707"/>
                </a:cubicBezTo>
                <a:cubicBezTo>
                  <a:pt x="655290" y="66707"/>
                  <a:pt x="657983" y="66093"/>
                  <a:pt x="660615" y="64866"/>
                </a:cubicBezTo>
                <a:cubicBezTo>
                  <a:pt x="663247" y="63638"/>
                  <a:pt x="665389" y="61642"/>
                  <a:pt x="667041" y="58880"/>
                </a:cubicBezTo>
                <a:lnTo>
                  <a:pt x="667317" y="58880"/>
                </a:lnTo>
                <a:lnTo>
                  <a:pt x="667317" y="65491"/>
                </a:lnTo>
                <a:lnTo>
                  <a:pt x="679711" y="65491"/>
                </a:lnTo>
                <a:close/>
                <a:moveTo>
                  <a:pt x="711631" y="54334"/>
                </a:moveTo>
                <a:cubicBezTo>
                  <a:pt x="709610" y="54334"/>
                  <a:pt x="707927" y="53906"/>
                  <a:pt x="706580" y="53049"/>
                </a:cubicBezTo>
                <a:cubicBezTo>
                  <a:pt x="705233" y="52193"/>
                  <a:pt x="704147" y="51092"/>
                  <a:pt x="703320" y="49747"/>
                </a:cubicBezTo>
                <a:cubicBezTo>
                  <a:pt x="702495" y="48401"/>
                  <a:pt x="701913" y="46888"/>
                  <a:pt x="701576" y="45207"/>
                </a:cubicBezTo>
                <a:cubicBezTo>
                  <a:pt x="701240" y="43525"/>
                  <a:pt x="701072" y="41827"/>
                  <a:pt x="701072" y="40114"/>
                </a:cubicBezTo>
                <a:cubicBezTo>
                  <a:pt x="701072" y="38341"/>
                  <a:pt x="701271" y="36644"/>
                  <a:pt x="701669" y="35023"/>
                </a:cubicBezTo>
                <a:cubicBezTo>
                  <a:pt x="702066" y="33402"/>
                  <a:pt x="702709" y="31965"/>
                  <a:pt x="703596" y="30711"/>
                </a:cubicBezTo>
                <a:cubicBezTo>
                  <a:pt x="704484" y="29458"/>
                  <a:pt x="705586" y="28464"/>
                  <a:pt x="706902" y="27730"/>
                </a:cubicBezTo>
                <a:cubicBezTo>
                  <a:pt x="708218" y="26996"/>
                  <a:pt x="709794" y="26629"/>
                  <a:pt x="711631" y="26629"/>
                </a:cubicBezTo>
                <a:cubicBezTo>
                  <a:pt x="713773" y="26629"/>
                  <a:pt x="715548" y="27027"/>
                  <a:pt x="716955" y="27823"/>
                </a:cubicBezTo>
                <a:cubicBezTo>
                  <a:pt x="718363" y="28617"/>
                  <a:pt x="719495" y="29688"/>
                  <a:pt x="720353" y="31033"/>
                </a:cubicBezTo>
                <a:cubicBezTo>
                  <a:pt x="721210" y="32378"/>
                  <a:pt x="721822" y="33922"/>
                  <a:pt x="722189" y="35665"/>
                </a:cubicBezTo>
                <a:cubicBezTo>
                  <a:pt x="722556" y="37408"/>
                  <a:pt x="722740" y="39258"/>
                  <a:pt x="722740" y="41215"/>
                </a:cubicBezTo>
                <a:cubicBezTo>
                  <a:pt x="722740" y="42927"/>
                  <a:pt x="722510" y="44563"/>
                  <a:pt x="722051" y="46123"/>
                </a:cubicBezTo>
                <a:cubicBezTo>
                  <a:pt x="721592" y="47683"/>
                  <a:pt x="720904" y="49074"/>
                  <a:pt x="719986" y="50298"/>
                </a:cubicBezTo>
                <a:cubicBezTo>
                  <a:pt x="719068" y="51520"/>
                  <a:pt x="717904" y="52499"/>
                  <a:pt x="716496" y="53233"/>
                </a:cubicBezTo>
                <a:cubicBezTo>
                  <a:pt x="715089" y="53967"/>
                  <a:pt x="713467" y="54334"/>
                  <a:pt x="711631" y="54334"/>
                </a:cubicBezTo>
                <a:moveTo>
                  <a:pt x="735134" y="62532"/>
                </a:moveTo>
                <a:lnTo>
                  <a:pt x="735134" y="18082"/>
                </a:lnTo>
                <a:lnTo>
                  <a:pt x="722740" y="18082"/>
                </a:lnTo>
                <a:lnTo>
                  <a:pt x="722740" y="24417"/>
                </a:lnTo>
                <a:lnTo>
                  <a:pt x="722556" y="24417"/>
                </a:lnTo>
                <a:cubicBezTo>
                  <a:pt x="720965" y="21651"/>
                  <a:pt x="718991" y="19685"/>
                  <a:pt x="716635" y="18518"/>
                </a:cubicBezTo>
                <a:cubicBezTo>
                  <a:pt x="714278" y="17350"/>
                  <a:pt x="711539" y="16766"/>
                  <a:pt x="708417" y="16766"/>
                </a:cubicBezTo>
                <a:cubicBezTo>
                  <a:pt x="705112" y="16766"/>
                  <a:pt x="702189" y="17410"/>
                  <a:pt x="699648" y="18697"/>
                </a:cubicBezTo>
                <a:cubicBezTo>
                  <a:pt x="697109" y="19984"/>
                  <a:pt x="694982" y="21715"/>
                  <a:pt x="693269" y="23890"/>
                </a:cubicBezTo>
                <a:cubicBezTo>
                  <a:pt x="691555" y="26065"/>
                  <a:pt x="690254" y="28578"/>
                  <a:pt x="689366" y="31427"/>
                </a:cubicBezTo>
                <a:cubicBezTo>
                  <a:pt x="688478" y="34277"/>
                  <a:pt x="688035" y="37233"/>
                  <a:pt x="688035" y="40298"/>
                </a:cubicBezTo>
                <a:cubicBezTo>
                  <a:pt x="688035" y="43545"/>
                  <a:pt x="688417" y="46624"/>
                  <a:pt x="689182" y="49536"/>
                </a:cubicBezTo>
                <a:cubicBezTo>
                  <a:pt x="689947" y="52446"/>
                  <a:pt x="691155" y="54989"/>
                  <a:pt x="692808" y="57165"/>
                </a:cubicBezTo>
                <a:cubicBezTo>
                  <a:pt x="694461" y="59340"/>
                  <a:pt x="696573" y="61056"/>
                  <a:pt x="699144" y="62312"/>
                </a:cubicBezTo>
                <a:cubicBezTo>
                  <a:pt x="701715" y="63568"/>
                  <a:pt x="704776" y="64196"/>
                  <a:pt x="708326" y="64196"/>
                </a:cubicBezTo>
                <a:cubicBezTo>
                  <a:pt x="711202" y="64196"/>
                  <a:pt x="713941" y="63597"/>
                  <a:pt x="716542" y="62399"/>
                </a:cubicBezTo>
                <a:cubicBezTo>
                  <a:pt x="719144" y="61201"/>
                  <a:pt x="721149" y="59342"/>
                  <a:pt x="722556" y="56822"/>
                </a:cubicBezTo>
                <a:lnTo>
                  <a:pt x="722740" y="56822"/>
                </a:lnTo>
                <a:lnTo>
                  <a:pt x="722740" y="63083"/>
                </a:lnTo>
                <a:cubicBezTo>
                  <a:pt x="722802" y="66459"/>
                  <a:pt x="721990" y="69252"/>
                  <a:pt x="720307" y="71462"/>
                </a:cubicBezTo>
                <a:cubicBezTo>
                  <a:pt x="718624" y="73671"/>
                  <a:pt x="715946" y="74776"/>
                  <a:pt x="712274" y="74776"/>
                </a:cubicBezTo>
                <a:cubicBezTo>
                  <a:pt x="709948" y="74776"/>
                  <a:pt x="707898" y="74300"/>
                  <a:pt x="706122" y="73347"/>
                </a:cubicBezTo>
                <a:cubicBezTo>
                  <a:pt x="704347" y="72395"/>
                  <a:pt x="703153" y="70689"/>
                  <a:pt x="702541" y="68231"/>
                </a:cubicBezTo>
                <a:lnTo>
                  <a:pt x="689595" y="68231"/>
                </a:lnTo>
                <a:cubicBezTo>
                  <a:pt x="689779" y="70925"/>
                  <a:pt x="690529" y="73235"/>
                  <a:pt x="691845" y="75163"/>
                </a:cubicBezTo>
                <a:cubicBezTo>
                  <a:pt x="693161" y="77091"/>
                  <a:pt x="694814" y="78668"/>
                  <a:pt x="696803" y="79892"/>
                </a:cubicBezTo>
                <a:cubicBezTo>
                  <a:pt x="698792" y="81117"/>
                  <a:pt x="700996" y="82019"/>
                  <a:pt x="703413" y="82600"/>
                </a:cubicBezTo>
                <a:cubicBezTo>
                  <a:pt x="705831" y="83182"/>
                  <a:pt x="708203" y="83473"/>
                  <a:pt x="710529" y="83473"/>
                </a:cubicBezTo>
                <a:cubicBezTo>
                  <a:pt x="715976" y="83473"/>
                  <a:pt x="720321" y="82738"/>
                  <a:pt x="723565" y="81268"/>
                </a:cubicBezTo>
                <a:cubicBezTo>
                  <a:pt x="726810" y="79799"/>
                  <a:pt x="729289" y="78008"/>
                  <a:pt x="731003" y="75895"/>
                </a:cubicBezTo>
                <a:cubicBezTo>
                  <a:pt x="732716" y="73783"/>
                  <a:pt x="733833" y="71502"/>
                  <a:pt x="734354" y="69053"/>
                </a:cubicBezTo>
                <a:cubicBezTo>
                  <a:pt x="734874" y="66605"/>
                  <a:pt x="735134" y="64431"/>
                  <a:pt x="735134" y="625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importtorch">
            <a:extLst xmlns:a="http://schemas.openxmlformats.org/drawingml/2006/main">
              <a:ext uri="{FF2B5EF4-FFF2-40B4-BE49-F238E27FC236}">
                <a16:creationId xmlns:a16="http://schemas.microsoft.com/office/drawing/2014/main" id="{EC2DB2CB-FF0A-4693-B85E-02CEDA08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598" y="2088973"/>
            <a:ext cx="533058" cy="82128"/>
          </a:xfrm>
          <a:custGeom xmlns:a="http://schemas.openxmlformats.org/drawingml/2006/main">
            <a:pathLst>
              <a:path w="533058" h="82128">
                <a:moveTo>
                  <a:pt x="13037" y="10759"/>
                </a:moveTo>
                <a:lnTo>
                  <a:pt x="13037" y="0"/>
                </a:lnTo>
                <a:lnTo>
                  <a:pt x="0" y="0"/>
                </a:lnTo>
                <a:lnTo>
                  <a:pt x="0" y="10759"/>
                </a:lnTo>
                <a:lnTo>
                  <a:pt x="13037" y="10759"/>
                </a:lnTo>
                <a:moveTo>
                  <a:pt x="0" y="18075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18075"/>
                </a:lnTo>
                <a:lnTo>
                  <a:pt x="0" y="18075"/>
                </a:lnTo>
                <a:close/>
                <a:moveTo>
                  <a:pt x="23718" y="18073"/>
                </a:moveTo>
                <a:lnTo>
                  <a:pt x="23718" y="65541"/>
                </a:lnTo>
                <a:lnTo>
                  <a:pt x="36755" y="65541"/>
                </a:lnTo>
                <a:lnTo>
                  <a:pt x="36755" y="38002"/>
                </a:lnTo>
                <a:cubicBezTo>
                  <a:pt x="36755" y="35676"/>
                  <a:pt x="37092" y="33794"/>
                  <a:pt x="37765" y="32356"/>
                </a:cubicBezTo>
                <a:cubicBezTo>
                  <a:pt x="38439" y="30918"/>
                  <a:pt x="39250" y="29816"/>
                  <a:pt x="40199" y="29051"/>
                </a:cubicBezTo>
                <a:cubicBezTo>
                  <a:pt x="41147" y="28286"/>
                  <a:pt x="42127" y="27766"/>
                  <a:pt x="43136" y="27490"/>
                </a:cubicBezTo>
                <a:cubicBezTo>
                  <a:pt x="44146" y="27215"/>
                  <a:pt x="44957" y="27077"/>
                  <a:pt x="45570" y="27077"/>
                </a:cubicBezTo>
                <a:cubicBezTo>
                  <a:pt x="47651" y="27077"/>
                  <a:pt x="49227" y="27429"/>
                  <a:pt x="50298" y="28134"/>
                </a:cubicBezTo>
                <a:cubicBezTo>
                  <a:pt x="51369" y="28837"/>
                  <a:pt x="52134" y="29770"/>
                  <a:pt x="52593" y="30933"/>
                </a:cubicBezTo>
                <a:cubicBezTo>
                  <a:pt x="53052" y="32095"/>
                  <a:pt x="53312" y="33366"/>
                  <a:pt x="53373" y="34743"/>
                </a:cubicBezTo>
                <a:cubicBezTo>
                  <a:pt x="53435" y="36120"/>
                  <a:pt x="53465" y="37512"/>
                  <a:pt x="53465" y="38919"/>
                </a:cubicBezTo>
                <a:lnTo>
                  <a:pt x="53465" y="65541"/>
                </a:lnTo>
                <a:lnTo>
                  <a:pt x="66502" y="65541"/>
                </a:lnTo>
                <a:lnTo>
                  <a:pt x="66502" y="39103"/>
                </a:lnTo>
                <a:cubicBezTo>
                  <a:pt x="66502" y="37634"/>
                  <a:pt x="66609" y="36180"/>
                  <a:pt x="66823" y="34743"/>
                </a:cubicBezTo>
                <a:cubicBezTo>
                  <a:pt x="67038" y="33305"/>
                  <a:pt x="67467" y="32020"/>
                  <a:pt x="68109" y="30888"/>
                </a:cubicBezTo>
                <a:cubicBezTo>
                  <a:pt x="68752" y="29755"/>
                  <a:pt x="69639" y="28837"/>
                  <a:pt x="70771" y="28134"/>
                </a:cubicBezTo>
                <a:cubicBezTo>
                  <a:pt x="71904" y="27429"/>
                  <a:pt x="73389" y="27077"/>
                  <a:pt x="75225" y="27077"/>
                </a:cubicBezTo>
                <a:cubicBezTo>
                  <a:pt x="77061" y="27077"/>
                  <a:pt x="78514" y="27384"/>
                  <a:pt x="79584" y="27996"/>
                </a:cubicBezTo>
                <a:cubicBezTo>
                  <a:pt x="80656" y="28608"/>
                  <a:pt x="81467" y="29434"/>
                  <a:pt x="82018" y="30474"/>
                </a:cubicBezTo>
                <a:cubicBezTo>
                  <a:pt x="82569" y="31514"/>
                  <a:pt x="82906" y="32738"/>
                  <a:pt x="83028" y="34146"/>
                </a:cubicBezTo>
                <a:cubicBezTo>
                  <a:pt x="83150" y="35554"/>
                  <a:pt x="83211" y="37053"/>
                  <a:pt x="83211" y="38643"/>
                </a:cubicBezTo>
                <a:lnTo>
                  <a:pt x="83211" y="65541"/>
                </a:lnTo>
                <a:lnTo>
                  <a:pt x="96250" y="65541"/>
                </a:lnTo>
                <a:lnTo>
                  <a:pt x="96250" y="33760"/>
                </a:lnTo>
                <a:cubicBezTo>
                  <a:pt x="96250" y="30698"/>
                  <a:pt x="95821" y="28080"/>
                  <a:pt x="94964" y="25906"/>
                </a:cubicBezTo>
                <a:cubicBezTo>
                  <a:pt x="94107" y="23732"/>
                  <a:pt x="92914" y="21971"/>
                  <a:pt x="91383" y="20625"/>
                </a:cubicBezTo>
                <a:cubicBezTo>
                  <a:pt x="89853" y="19277"/>
                  <a:pt x="88017" y="18297"/>
                  <a:pt x="85875" y="17685"/>
                </a:cubicBezTo>
                <a:cubicBezTo>
                  <a:pt x="83733" y="17073"/>
                  <a:pt x="81407" y="16766"/>
                  <a:pt x="78898" y="16766"/>
                </a:cubicBezTo>
                <a:cubicBezTo>
                  <a:pt x="75593" y="16766"/>
                  <a:pt x="72731" y="17564"/>
                  <a:pt x="70313" y="19161"/>
                </a:cubicBezTo>
                <a:cubicBezTo>
                  <a:pt x="67895" y="20756"/>
                  <a:pt x="65982" y="22597"/>
                  <a:pt x="64575" y="24683"/>
                </a:cubicBezTo>
                <a:cubicBezTo>
                  <a:pt x="63290" y="21737"/>
                  <a:pt x="61407" y="19682"/>
                  <a:pt x="58928" y="18516"/>
                </a:cubicBezTo>
                <a:cubicBezTo>
                  <a:pt x="56449" y="17350"/>
                  <a:pt x="53710" y="16766"/>
                  <a:pt x="50711" y="16766"/>
                </a:cubicBezTo>
                <a:cubicBezTo>
                  <a:pt x="47590" y="16766"/>
                  <a:pt x="44820" y="17442"/>
                  <a:pt x="42402" y="18792"/>
                </a:cubicBezTo>
                <a:cubicBezTo>
                  <a:pt x="39984" y="20142"/>
                  <a:pt x="37918" y="22044"/>
                  <a:pt x="36205" y="24499"/>
                </a:cubicBezTo>
                <a:lnTo>
                  <a:pt x="36021" y="24499"/>
                </a:lnTo>
                <a:lnTo>
                  <a:pt x="36021" y="18073"/>
                </a:lnTo>
                <a:lnTo>
                  <a:pt x="23718" y="18073"/>
                </a:lnTo>
                <a:close/>
                <a:moveTo>
                  <a:pt x="130709" y="57024"/>
                </a:moveTo>
                <a:cubicBezTo>
                  <a:pt x="128627" y="57024"/>
                  <a:pt x="126852" y="56595"/>
                  <a:pt x="125383" y="55739"/>
                </a:cubicBezTo>
                <a:cubicBezTo>
                  <a:pt x="123915" y="54882"/>
                  <a:pt x="122737" y="53764"/>
                  <a:pt x="121848" y="52386"/>
                </a:cubicBezTo>
                <a:cubicBezTo>
                  <a:pt x="120961" y="51009"/>
                  <a:pt x="120319" y="49402"/>
                  <a:pt x="119921" y="47566"/>
                </a:cubicBezTo>
                <a:cubicBezTo>
                  <a:pt x="119523" y="45729"/>
                  <a:pt x="119324" y="43861"/>
                  <a:pt x="119324" y="41964"/>
                </a:cubicBezTo>
                <a:cubicBezTo>
                  <a:pt x="119324" y="40005"/>
                  <a:pt x="119507" y="38108"/>
                  <a:pt x="119874" y="36272"/>
                </a:cubicBezTo>
                <a:cubicBezTo>
                  <a:pt x="120242" y="34434"/>
                  <a:pt x="120869" y="32812"/>
                  <a:pt x="121756" y="31405"/>
                </a:cubicBezTo>
                <a:cubicBezTo>
                  <a:pt x="122644" y="29996"/>
                  <a:pt x="123807" y="28848"/>
                  <a:pt x="125246" y="27961"/>
                </a:cubicBezTo>
                <a:cubicBezTo>
                  <a:pt x="126684" y="27073"/>
                  <a:pt x="128474" y="26629"/>
                  <a:pt x="130617" y="26629"/>
                </a:cubicBezTo>
                <a:cubicBezTo>
                  <a:pt x="132699" y="26629"/>
                  <a:pt x="134459" y="27073"/>
                  <a:pt x="135897" y="27961"/>
                </a:cubicBezTo>
                <a:cubicBezTo>
                  <a:pt x="137335" y="28848"/>
                  <a:pt x="138513" y="30012"/>
                  <a:pt x="139431" y="31451"/>
                </a:cubicBezTo>
                <a:cubicBezTo>
                  <a:pt x="140350" y="32889"/>
                  <a:pt x="141008" y="34526"/>
                  <a:pt x="141405" y="36363"/>
                </a:cubicBezTo>
                <a:cubicBezTo>
                  <a:pt x="141803" y="38199"/>
                  <a:pt x="142002" y="40066"/>
                  <a:pt x="142002" y="41964"/>
                </a:cubicBezTo>
                <a:cubicBezTo>
                  <a:pt x="142002" y="43861"/>
                  <a:pt x="141819" y="45729"/>
                  <a:pt x="141452" y="47566"/>
                </a:cubicBezTo>
                <a:cubicBezTo>
                  <a:pt x="141085" y="49402"/>
                  <a:pt x="140457" y="51009"/>
                  <a:pt x="139569" y="52386"/>
                </a:cubicBezTo>
                <a:cubicBezTo>
                  <a:pt x="138682" y="53764"/>
                  <a:pt x="137519" y="54882"/>
                  <a:pt x="136080" y="55739"/>
                </a:cubicBezTo>
                <a:cubicBezTo>
                  <a:pt x="134642" y="56595"/>
                  <a:pt x="132852" y="57024"/>
                  <a:pt x="130709" y="57024"/>
                </a:cubicBezTo>
                <a:moveTo>
                  <a:pt x="106746" y="18082"/>
                </a:moveTo>
                <a:lnTo>
                  <a:pt x="106746" y="82128"/>
                </a:lnTo>
                <a:lnTo>
                  <a:pt x="119783" y="82128"/>
                </a:lnTo>
                <a:lnTo>
                  <a:pt x="119783" y="59698"/>
                </a:lnTo>
                <a:lnTo>
                  <a:pt x="119967" y="59698"/>
                </a:lnTo>
                <a:cubicBezTo>
                  <a:pt x="121558" y="62034"/>
                  <a:pt x="123593" y="63801"/>
                  <a:pt x="126072" y="64999"/>
                </a:cubicBezTo>
                <a:cubicBezTo>
                  <a:pt x="128551" y="66197"/>
                  <a:pt x="131259" y="66796"/>
                  <a:pt x="134198" y="66796"/>
                </a:cubicBezTo>
                <a:cubicBezTo>
                  <a:pt x="137687" y="66796"/>
                  <a:pt x="140732" y="66122"/>
                  <a:pt x="143333" y="64773"/>
                </a:cubicBezTo>
                <a:cubicBezTo>
                  <a:pt x="145934" y="63425"/>
                  <a:pt x="148107" y="61616"/>
                  <a:pt x="149852" y="59348"/>
                </a:cubicBezTo>
                <a:cubicBezTo>
                  <a:pt x="151596" y="57079"/>
                  <a:pt x="152897" y="54473"/>
                  <a:pt x="153753" y="51530"/>
                </a:cubicBezTo>
                <a:cubicBezTo>
                  <a:pt x="154611" y="48588"/>
                  <a:pt x="155039" y="45522"/>
                  <a:pt x="155039" y="42333"/>
                </a:cubicBezTo>
                <a:cubicBezTo>
                  <a:pt x="155039" y="38961"/>
                  <a:pt x="154611" y="35727"/>
                  <a:pt x="153753" y="32631"/>
                </a:cubicBezTo>
                <a:cubicBezTo>
                  <a:pt x="152897" y="29534"/>
                  <a:pt x="151581" y="26822"/>
                  <a:pt x="149805" y="24492"/>
                </a:cubicBezTo>
                <a:cubicBezTo>
                  <a:pt x="148031" y="22162"/>
                  <a:pt x="145797" y="20292"/>
                  <a:pt x="143103" y="18882"/>
                </a:cubicBezTo>
                <a:cubicBezTo>
                  <a:pt x="140411" y="17471"/>
                  <a:pt x="137197" y="16766"/>
                  <a:pt x="133464" y="16766"/>
                </a:cubicBezTo>
                <a:cubicBezTo>
                  <a:pt x="130525" y="16766"/>
                  <a:pt x="127832" y="17350"/>
                  <a:pt x="125383" y="18518"/>
                </a:cubicBezTo>
                <a:cubicBezTo>
                  <a:pt x="122935" y="19685"/>
                  <a:pt x="120915" y="21559"/>
                  <a:pt x="119324" y="24141"/>
                </a:cubicBezTo>
                <a:lnTo>
                  <a:pt x="119140" y="24141"/>
                </a:lnTo>
                <a:lnTo>
                  <a:pt x="119140" y="18082"/>
                </a:lnTo>
                <a:lnTo>
                  <a:pt x="106746" y="18082"/>
                </a:lnTo>
                <a:close/>
                <a:moveTo>
                  <a:pt x="174166" y="41872"/>
                </a:moveTo>
                <a:cubicBezTo>
                  <a:pt x="174166" y="39975"/>
                  <a:pt x="174349" y="38108"/>
                  <a:pt x="174716" y="36272"/>
                </a:cubicBezTo>
                <a:cubicBezTo>
                  <a:pt x="175084" y="34434"/>
                  <a:pt x="175711" y="32812"/>
                  <a:pt x="176598" y="31405"/>
                </a:cubicBezTo>
                <a:cubicBezTo>
                  <a:pt x="177486" y="29996"/>
                  <a:pt x="178665" y="28848"/>
                  <a:pt x="180134" y="27961"/>
                </a:cubicBezTo>
                <a:cubicBezTo>
                  <a:pt x="181603" y="27073"/>
                  <a:pt x="183439" y="26629"/>
                  <a:pt x="185642" y="26629"/>
                </a:cubicBezTo>
                <a:cubicBezTo>
                  <a:pt x="187846" y="26629"/>
                  <a:pt x="189698" y="27073"/>
                  <a:pt x="191197" y="27961"/>
                </a:cubicBezTo>
                <a:cubicBezTo>
                  <a:pt x="192697" y="28848"/>
                  <a:pt x="193891" y="29996"/>
                  <a:pt x="194778" y="31405"/>
                </a:cubicBezTo>
                <a:cubicBezTo>
                  <a:pt x="195666" y="32812"/>
                  <a:pt x="196294" y="34434"/>
                  <a:pt x="196661" y="36272"/>
                </a:cubicBezTo>
                <a:cubicBezTo>
                  <a:pt x="197028" y="38108"/>
                  <a:pt x="197211" y="39975"/>
                  <a:pt x="197211" y="41872"/>
                </a:cubicBezTo>
                <a:cubicBezTo>
                  <a:pt x="197211" y="43770"/>
                  <a:pt x="197028" y="45622"/>
                  <a:pt x="196661" y="47429"/>
                </a:cubicBezTo>
                <a:cubicBezTo>
                  <a:pt x="196294" y="49234"/>
                  <a:pt x="195666" y="50856"/>
                  <a:pt x="194778" y="52295"/>
                </a:cubicBezTo>
                <a:cubicBezTo>
                  <a:pt x="193891" y="53734"/>
                  <a:pt x="192697" y="54882"/>
                  <a:pt x="191197" y="55739"/>
                </a:cubicBezTo>
                <a:cubicBezTo>
                  <a:pt x="189698" y="56595"/>
                  <a:pt x="187846" y="57024"/>
                  <a:pt x="185642" y="57024"/>
                </a:cubicBezTo>
                <a:cubicBezTo>
                  <a:pt x="183439" y="57024"/>
                  <a:pt x="181603" y="56595"/>
                  <a:pt x="180134" y="55739"/>
                </a:cubicBezTo>
                <a:cubicBezTo>
                  <a:pt x="178665" y="54882"/>
                  <a:pt x="177486" y="53734"/>
                  <a:pt x="176598" y="52295"/>
                </a:cubicBezTo>
                <a:cubicBezTo>
                  <a:pt x="175711" y="50856"/>
                  <a:pt x="175084" y="49234"/>
                  <a:pt x="174716" y="47429"/>
                </a:cubicBezTo>
                <a:cubicBezTo>
                  <a:pt x="174349" y="45622"/>
                  <a:pt x="174166" y="43770"/>
                  <a:pt x="174166" y="41872"/>
                </a:cubicBezTo>
                <a:moveTo>
                  <a:pt x="161129" y="41874"/>
                </a:moveTo>
                <a:cubicBezTo>
                  <a:pt x="161129" y="45675"/>
                  <a:pt x="161710" y="49108"/>
                  <a:pt x="162873" y="52174"/>
                </a:cubicBezTo>
                <a:cubicBezTo>
                  <a:pt x="164036" y="55239"/>
                  <a:pt x="165688" y="57860"/>
                  <a:pt x="167831" y="60037"/>
                </a:cubicBezTo>
                <a:cubicBezTo>
                  <a:pt x="169973" y="62213"/>
                  <a:pt x="172544" y="63884"/>
                  <a:pt x="175543" y="65049"/>
                </a:cubicBezTo>
                <a:cubicBezTo>
                  <a:pt x="178543" y="66214"/>
                  <a:pt x="181909" y="66796"/>
                  <a:pt x="185642" y="66796"/>
                </a:cubicBezTo>
                <a:cubicBezTo>
                  <a:pt x="189376" y="66796"/>
                  <a:pt x="192758" y="66214"/>
                  <a:pt x="195788" y="65049"/>
                </a:cubicBezTo>
                <a:cubicBezTo>
                  <a:pt x="198818" y="63884"/>
                  <a:pt x="201404" y="62213"/>
                  <a:pt x="203546" y="60037"/>
                </a:cubicBezTo>
                <a:cubicBezTo>
                  <a:pt x="205689" y="57860"/>
                  <a:pt x="207341" y="55239"/>
                  <a:pt x="208504" y="52174"/>
                </a:cubicBezTo>
                <a:cubicBezTo>
                  <a:pt x="209667" y="49108"/>
                  <a:pt x="210248" y="45675"/>
                  <a:pt x="210248" y="41874"/>
                </a:cubicBezTo>
                <a:cubicBezTo>
                  <a:pt x="210248" y="38073"/>
                  <a:pt x="209667" y="34624"/>
                  <a:pt x="208504" y="31528"/>
                </a:cubicBezTo>
                <a:cubicBezTo>
                  <a:pt x="207341" y="28431"/>
                  <a:pt x="205689" y="25794"/>
                  <a:pt x="203546" y="23618"/>
                </a:cubicBezTo>
                <a:cubicBezTo>
                  <a:pt x="201404" y="21441"/>
                  <a:pt x="198818" y="19755"/>
                  <a:pt x="195788" y="18560"/>
                </a:cubicBezTo>
                <a:cubicBezTo>
                  <a:pt x="192758" y="17364"/>
                  <a:pt x="189376" y="16766"/>
                  <a:pt x="185642" y="16766"/>
                </a:cubicBezTo>
                <a:cubicBezTo>
                  <a:pt x="181909" y="16766"/>
                  <a:pt x="178543" y="17364"/>
                  <a:pt x="175543" y="18560"/>
                </a:cubicBezTo>
                <a:cubicBezTo>
                  <a:pt x="172544" y="19755"/>
                  <a:pt x="169973" y="21441"/>
                  <a:pt x="167831" y="23618"/>
                </a:cubicBezTo>
                <a:cubicBezTo>
                  <a:pt x="165688" y="25794"/>
                  <a:pt x="164036" y="28431"/>
                  <a:pt x="162873" y="31528"/>
                </a:cubicBezTo>
                <a:cubicBezTo>
                  <a:pt x="161710" y="34624"/>
                  <a:pt x="161129" y="38073"/>
                  <a:pt x="161129" y="41874"/>
                </a:cubicBezTo>
                <a:close/>
                <a:moveTo>
                  <a:pt x="218450" y="18040"/>
                </a:moveTo>
                <a:lnTo>
                  <a:pt x="218450" y="65541"/>
                </a:lnTo>
                <a:lnTo>
                  <a:pt x="231487" y="65541"/>
                </a:lnTo>
                <a:lnTo>
                  <a:pt x="231487" y="44127"/>
                </a:lnTo>
                <a:cubicBezTo>
                  <a:pt x="231487" y="41982"/>
                  <a:pt x="231702" y="39991"/>
                  <a:pt x="232130" y="38153"/>
                </a:cubicBezTo>
                <a:cubicBezTo>
                  <a:pt x="232559" y="36315"/>
                  <a:pt x="233278" y="34707"/>
                  <a:pt x="234288" y="33328"/>
                </a:cubicBezTo>
                <a:cubicBezTo>
                  <a:pt x="235297" y="31950"/>
                  <a:pt x="236628" y="30862"/>
                  <a:pt x="238280" y="30065"/>
                </a:cubicBezTo>
                <a:cubicBezTo>
                  <a:pt x="239934" y="29269"/>
                  <a:pt x="241954" y="28870"/>
                  <a:pt x="244341" y="28870"/>
                </a:cubicBezTo>
                <a:cubicBezTo>
                  <a:pt x="245137" y="28870"/>
                  <a:pt x="245963" y="28917"/>
                  <a:pt x="246819" y="29009"/>
                </a:cubicBezTo>
                <a:cubicBezTo>
                  <a:pt x="247677" y="29101"/>
                  <a:pt x="248411" y="29208"/>
                  <a:pt x="249023" y="29330"/>
                </a:cubicBezTo>
                <a:lnTo>
                  <a:pt x="249023" y="17224"/>
                </a:lnTo>
                <a:cubicBezTo>
                  <a:pt x="247982" y="16919"/>
                  <a:pt x="247034" y="16766"/>
                  <a:pt x="246178" y="16766"/>
                </a:cubicBezTo>
                <a:cubicBezTo>
                  <a:pt x="244524" y="16766"/>
                  <a:pt x="242933" y="17011"/>
                  <a:pt x="241403" y="17500"/>
                </a:cubicBezTo>
                <a:cubicBezTo>
                  <a:pt x="239873" y="17989"/>
                  <a:pt x="238435" y="18676"/>
                  <a:pt x="237088" y="19563"/>
                </a:cubicBezTo>
                <a:cubicBezTo>
                  <a:pt x="235742" y="20449"/>
                  <a:pt x="234548" y="21519"/>
                  <a:pt x="233508" y="22772"/>
                </a:cubicBezTo>
                <a:cubicBezTo>
                  <a:pt x="232467" y="24026"/>
                  <a:pt x="231641" y="25386"/>
                  <a:pt x="231028" y="26853"/>
                </a:cubicBezTo>
                <a:lnTo>
                  <a:pt x="230844" y="26853"/>
                </a:lnTo>
                <a:lnTo>
                  <a:pt x="230844" y="18040"/>
                </a:lnTo>
                <a:lnTo>
                  <a:pt x="218450" y="18040"/>
                </a:lnTo>
                <a:close/>
                <a:moveTo>
                  <a:pt x="270935" y="18111"/>
                </a:moveTo>
                <a:lnTo>
                  <a:pt x="270935" y="3855"/>
                </a:lnTo>
                <a:lnTo>
                  <a:pt x="257898" y="3855"/>
                </a:lnTo>
                <a:lnTo>
                  <a:pt x="257898" y="18111"/>
                </a:lnTo>
                <a:lnTo>
                  <a:pt x="250003" y="18111"/>
                </a:lnTo>
                <a:lnTo>
                  <a:pt x="250003" y="26808"/>
                </a:lnTo>
                <a:lnTo>
                  <a:pt x="257898" y="26808"/>
                </a:lnTo>
                <a:lnTo>
                  <a:pt x="257898" y="54795"/>
                </a:lnTo>
                <a:cubicBezTo>
                  <a:pt x="257898" y="57181"/>
                  <a:pt x="258296" y="59108"/>
                  <a:pt x="259092" y="60576"/>
                </a:cubicBezTo>
                <a:cubicBezTo>
                  <a:pt x="259888" y="62044"/>
                  <a:pt x="260974" y="63176"/>
                  <a:pt x="262350" y="63972"/>
                </a:cubicBezTo>
                <a:cubicBezTo>
                  <a:pt x="263728" y="64767"/>
                  <a:pt x="265319" y="65302"/>
                  <a:pt x="267125" y="65576"/>
                </a:cubicBezTo>
                <a:cubicBezTo>
                  <a:pt x="268931" y="65852"/>
                  <a:pt x="270844" y="65989"/>
                  <a:pt x="272864" y="65989"/>
                </a:cubicBezTo>
                <a:cubicBezTo>
                  <a:pt x="274150" y="65989"/>
                  <a:pt x="275465" y="65960"/>
                  <a:pt x="276812" y="65900"/>
                </a:cubicBezTo>
                <a:cubicBezTo>
                  <a:pt x="278159" y="65840"/>
                  <a:pt x="279383" y="65721"/>
                  <a:pt x="280484" y="65541"/>
                </a:cubicBezTo>
                <a:lnTo>
                  <a:pt x="280484" y="55401"/>
                </a:lnTo>
                <a:cubicBezTo>
                  <a:pt x="279872" y="55524"/>
                  <a:pt x="279230" y="55616"/>
                  <a:pt x="278556" y="55677"/>
                </a:cubicBezTo>
                <a:cubicBezTo>
                  <a:pt x="277883" y="55738"/>
                  <a:pt x="277179" y="55768"/>
                  <a:pt x="276445" y="55768"/>
                </a:cubicBezTo>
                <a:cubicBezTo>
                  <a:pt x="274241" y="55768"/>
                  <a:pt x="272771" y="55402"/>
                  <a:pt x="272036" y="54669"/>
                </a:cubicBezTo>
                <a:cubicBezTo>
                  <a:pt x="271302" y="53935"/>
                  <a:pt x="270935" y="52469"/>
                  <a:pt x="270935" y="50270"/>
                </a:cubicBezTo>
                <a:lnTo>
                  <a:pt x="270935" y="26808"/>
                </a:lnTo>
                <a:lnTo>
                  <a:pt x="280484" y="26808"/>
                </a:lnTo>
                <a:lnTo>
                  <a:pt x="280484" y="18111"/>
                </a:lnTo>
                <a:lnTo>
                  <a:pt x="270935" y="18111"/>
                </a:lnTo>
                <a:close/>
                <a:moveTo>
                  <a:pt x="328317" y="18111"/>
                </a:moveTo>
                <a:lnTo>
                  <a:pt x="328317" y="3855"/>
                </a:lnTo>
                <a:lnTo>
                  <a:pt x="315280" y="3855"/>
                </a:lnTo>
                <a:lnTo>
                  <a:pt x="315280" y="18111"/>
                </a:lnTo>
                <a:lnTo>
                  <a:pt x="307385" y="18111"/>
                </a:lnTo>
                <a:lnTo>
                  <a:pt x="307385" y="26808"/>
                </a:lnTo>
                <a:lnTo>
                  <a:pt x="315280" y="26808"/>
                </a:lnTo>
                <a:lnTo>
                  <a:pt x="315280" y="54795"/>
                </a:lnTo>
                <a:cubicBezTo>
                  <a:pt x="315280" y="57181"/>
                  <a:pt x="315678" y="59108"/>
                  <a:pt x="316474" y="60576"/>
                </a:cubicBezTo>
                <a:cubicBezTo>
                  <a:pt x="317270" y="62044"/>
                  <a:pt x="318356" y="63176"/>
                  <a:pt x="319733" y="63972"/>
                </a:cubicBezTo>
                <a:cubicBezTo>
                  <a:pt x="321110" y="64767"/>
                  <a:pt x="322702" y="65302"/>
                  <a:pt x="324507" y="65576"/>
                </a:cubicBezTo>
                <a:cubicBezTo>
                  <a:pt x="326313" y="65852"/>
                  <a:pt x="328226" y="65989"/>
                  <a:pt x="330247" y="65989"/>
                </a:cubicBezTo>
                <a:cubicBezTo>
                  <a:pt x="331532" y="65989"/>
                  <a:pt x="332848" y="65960"/>
                  <a:pt x="334194" y="65900"/>
                </a:cubicBezTo>
                <a:cubicBezTo>
                  <a:pt x="335541" y="65840"/>
                  <a:pt x="336765" y="65721"/>
                  <a:pt x="337866" y="65541"/>
                </a:cubicBezTo>
                <a:lnTo>
                  <a:pt x="337866" y="55401"/>
                </a:lnTo>
                <a:cubicBezTo>
                  <a:pt x="337254" y="55524"/>
                  <a:pt x="336612" y="55616"/>
                  <a:pt x="335939" y="55677"/>
                </a:cubicBezTo>
                <a:cubicBezTo>
                  <a:pt x="335265" y="55738"/>
                  <a:pt x="334561" y="55768"/>
                  <a:pt x="333827" y="55768"/>
                </a:cubicBezTo>
                <a:cubicBezTo>
                  <a:pt x="331623" y="55768"/>
                  <a:pt x="330154" y="55402"/>
                  <a:pt x="329419" y="54669"/>
                </a:cubicBezTo>
                <a:cubicBezTo>
                  <a:pt x="328685" y="53935"/>
                  <a:pt x="328317" y="52469"/>
                  <a:pt x="328317" y="50270"/>
                </a:cubicBezTo>
                <a:lnTo>
                  <a:pt x="328317" y="26808"/>
                </a:lnTo>
                <a:lnTo>
                  <a:pt x="337866" y="26808"/>
                </a:lnTo>
                <a:lnTo>
                  <a:pt x="337866" y="18111"/>
                </a:lnTo>
                <a:lnTo>
                  <a:pt x="328317" y="18111"/>
                </a:lnTo>
                <a:close/>
                <a:moveTo>
                  <a:pt x="355493" y="41872"/>
                </a:moveTo>
                <a:cubicBezTo>
                  <a:pt x="355493" y="39975"/>
                  <a:pt x="355677" y="38108"/>
                  <a:pt x="356044" y="36272"/>
                </a:cubicBezTo>
                <a:cubicBezTo>
                  <a:pt x="356411" y="34434"/>
                  <a:pt x="357038" y="32812"/>
                  <a:pt x="357925" y="31405"/>
                </a:cubicBezTo>
                <a:cubicBezTo>
                  <a:pt x="358814" y="29996"/>
                  <a:pt x="359992" y="28848"/>
                  <a:pt x="361461" y="27961"/>
                </a:cubicBezTo>
                <a:cubicBezTo>
                  <a:pt x="362931" y="27073"/>
                  <a:pt x="364767" y="26629"/>
                  <a:pt x="366970" y="26629"/>
                </a:cubicBezTo>
                <a:cubicBezTo>
                  <a:pt x="369174" y="26629"/>
                  <a:pt x="371026" y="27073"/>
                  <a:pt x="372525" y="27961"/>
                </a:cubicBezTo>
                <a:cubicBezTo>
                  <a:pt x="374025" y="28848"/>
                  <a:pt x="375218" y="29996"/>
                  <a:pt x="376105" y="31405"/>
                </a:cubicBezTo>
                <a:cubicBezTo>
                  <a:pt x="376994" y="32812"/>
                  <a:pt x="377621" y="34434"/>
                  <a:pt x="377988" y="36272"/>
                </a:cubicBezTo>
                <a:cubicBezTo>
                  <a:pt x="378355" y="38108"/>
                  <a:pt x="378539" y="39975"/>
                  <a:pt x="378539" y="41872"/>
                </a:cubicBezTo>
                <a:cubicBezTo>
                  <a:pt x="378539" y="43770"/>
                  <a:pt x="378355" y="45622"/>
                  <a:pt x="377988" y="47429"/>
                </a:cubicBezTo>
                <a:cubicBezTo>
                  <a:pt x="377621" y="49234"/>
                  <a:pt x="376994" y="50856"/>
                  <a:pt x="376105" y="52295"/>
                </a:cubicBezTo>
                <a:cubicBezTo>
                  <a:pt x="375218" y="53734"/>
                  <a:pt x="374025" y="54882"/>
                  <a:pt x="372525" y="55739"/>
                </a:cubicBezTo>
                <a:cubicBezTo>
                  <a:pt x="371026" y="56595"/>
                  <a:pt x="369174" y="57024"/>
                  <a:pt x="366970" y="57024"/>
                </a:cubicBezTo>
                <a:cubicBezTo>
                  <a:pt x="364767" y="57024"/>
                  <a:pt x="362931" y="56595"/>
                  <a:pt x="361461" y="55739"/>
                </a:cubicBezTo>
                <a:cubicBezTo>
                  <a:pt x="359992" y="54882"/>
                  <a:pt x="358814" y="53734"/>
                  <a:pt x="357925" y="52295"/>
                </a:cubicBezTo>
                <a:cubicBezTo>
                  <a:pt x="357038" y="50856"/>
                  <a:pt x="356411" y="49234"/>
                  <a:pt x="356044" y="47429"/>
                </a:cubicBezTo>
                <a:cubicBezTo>
                  <a:pt x="355677" y="45622"/>
                  <a:pt x="355493" y="43770"/>
                  <a:pt x="355493" y="41872"/>
                </a:cubicBezTo>
                <a:moveTo>
                  <a:pt x="342456" y="41874"/>
                </a:moveTo>
                <a:cubicBezTo>
                  <a:pt x="342456" y="45675"/>
                  <a:pt x="343038" y="49108"/>
                  <a:pt x="344201" y="52174"/>
                </a:cubicBezTo>
                <a:cubicBezTo>
                  <a:pt x="345363" y="55239"/>
                  <a:pt x="347016" y="57860"/>
                  <a:pt x="349158" y="60037"/>
                </a:cubicBezTo>
                <a:cubicBezTo>
                  <a:pt x="351301" y="62213"/>
                  <a:pt x="353872" y="63884"/>
                  <a:pt x="356871" y="65049"/>
                </a:cubicBezTo>
                <a:cubicBezTo>
                  <a:pt x="359870" y="66214"/>
                  <a:pt x="363237" y="66796"/>
                  <a:pt x="366970" y="66796"/>
                </a:cubicBezTo>
                <a:cubicBezTo>
                  <a:pt x="370704" y="66796"/>
                  <a:pt x="374086" y="66214"/>
                  <a:pt x="377115" y="65049"/>
                </a:cubicBezTo>
                <a:cubicBezTo>
                  <a:pt x="380145" y="63884"/>
                  <a:pt x="382731" y="62213"/>
                  <a:pt x="384874" y="60037"/>
                </a:cubicBezTo>
                <a:cubicBezTo>
                  <a:pt x="387016" y="57860"/>
                  <a:pt x="388669" y="55239"/>
                  <a:pt x="389832" y="52174"/>
                </a:cubicBezTo>
                <a:cubicBezTo>
                  <a:pt x="390994" y="49108"/>
                  <a:pt x="391576" y="45675"/>
                  <a:pt x="391576" y="41874"/>
                </a:cubicBezTo>
                <a:cubicBezTo>
                  <a:pt x="391576" y="38073"/>
                  <a:pt x="390994" y="34624"/>
                  <a:pt x="389832" y="31528"/>
                </a:cubicBezTo>
                <a:cubicBezTo>
                  <a:pt x="388669" y="28431"/>
                  <a:pt x="387016" y="25794"/>
                  <a:pt x="384874" y="23618"/>
                </a:cubicBezTo>
                <a:cubicBezTo>
                  <a:pt x="382731" y="21441"/>
                  <a:pt x="380145" y="19755"/>
                  <a:pt x="377115" y="18560"/>
                </a:cubicBezTo>
                <a:cubicBezTo>
                  <a:pt x="374086" y="17364"/>
                  <a:pt x="370704" y="16766"/>
                  <a:pt x="366970" y="16766"/>
                </a:cubicBezTo>
                <a:cubicBezTo>
                  <a:pt x="363237" y="16766"/>
                  <a:pt x="359870" y="17364"/>
                  <a:pt x="356871" y="18560"/>
                </a:cubicBezTo>
                <a:cubicBezTo>
                  <a:pt x="353872" y="19755"/>
                  <a:pt x="351301" y="21441"/>
                  <a:pt x="349158" y="23618"/>
                </a:cubicBezTo>
                <a:cubicBezTo>
                  <a:pt x="347016" y="25794"/>
                  <a:pt x="345363" y="28431"/>
                  <a:pt x="344201" y="31528"/>
                </a:cubicBezTo>
                <a:cubicBezTo>
                  <a:pt x="343038" y="34624"/>
                  <a:pt x="342456" y="38073"/>
                  <a:pt x="342456" y="41874"/>
                </a:cubicBezTo>
                <a:close/>
                <a:moveTo>
                  <a:pt x="399778" y="18040"/>
                </a:moveTo>
                <a:lnTo>
                  <a:pt x="399778" y="65541"/>
                </a:lnTo>
                <a:lnTo>
                  <a:pt x="412815" y="65541"/>
                </a:lnTo>
                <a:lnTo>
                  <a:pt x="412815" y="44127"/>
                </a:lnTo>
                <a:cubicBezTo>
                  <a:pt x="412815" y="41982"/>
                  <a:pt x="413029" y="39991"/>
                  <a:pt x="413458" y="38153"/>
                </a:cubicBezTo>
                <a:cubicBezTo>
                  <a:pt x="413887" y="36315"/>
                  <a:pt x="414606" y="34707"/>
                  <a:pt x="415616" y="33328"/>
                </a:cubicBezTo>
                <a:cubicBezTo>
                  <a:pt x="416625" y="31950"/>
                  <a:pt x="417956" y="30862"/>
                  <a:pt x="419608" y="30065"/>
                </a:cubicBezTo>
                <a:cubicBezTo>
                  <a:pt x="421261" y="29269"/>
                  <a:pt x="423282" y="28870"/>
                  <a:pt x="425669" y="28870"/>
                </a:cubicBezTo>
                <a:cubicBezTo>
                  <a:pt x="426464" y="28870"/>
                  <a:pt x="427291" y="28917"/>
                  <a:pt x="428147" y="29009"/>
                </a:cubicBezTo>
                <a:cubicBezTo>
                  <a:pt x="429004" y="29101"/>
                  <a:pt x="429739" y="29208"/>
                  <a:pt x="430351" y="29330"/>
                </a:cubicBezTo>
                <a:lnTo>
                  <a:pt x="430351" y="17224"/>
                </a:lnTo>
                <a:cubicBezTo>
                  <a:pt x="429310" y="16919"/>
                  <a:pt x="428362" y="16766"/>
                  <a:pt x="427505" y="16766"/>
                </a:cubicBezTo>
                <a:cubicBezTo>
                  <a:pt x="425852" y="16766"/>
                  <a:pt x="424261" y="17011"/>
                  <a:pt x="422731" y="17500"/>
                </a:cubicBezTo>
                <a:cubicBezTo>
                  <a:pt x="421201" y="17989"/>
                  <a:pt x="419763" y="18676"/>
                  <a:pt x="418416" y="19563"/>
                </a:cubicBezTo>
                <a:cubicBezTo>
                  <a:pt x="417069" y="20449"/>
                  <a:pt x="415876" y="21519"/>
                  <a:pt x="414835" y="22772"/>
                </a:cubicBezTo>
                <a:cubicBezTo>
                  <a:pt x="413795" y="24026"/>
                  <a:pt x="412968" y="25386"/>
                  <a:pt x="412356" y="26853"/>
                </a:cubicBezTo>
                <a:lnTo>
                  <a:pt x="412172" y="26853"/>
                </a:lnTo>
                <a:lnTo>
                  <a:pt x="412172" y="18040"/>
                </a:lnTo>
                <a:lnTo>
                  <a:pt x="399778" y="18040"/>
                </a:lnTo>
                <a:close/>
                <a:moveTo>
                  <a:pt x="468056" y="34788"/>
                </a:moveTo>
                <a:lnTo>
                  <a:pt x="480817" y="34788"/>
                </a:lnTo>
                <a:cubicBezTo>
                  <a:pt x="480634" y="31723"/>
                  <a:pt x="479899" y="29072"/>
                  <a:pt x="478613" y="26835"/>
                </a:cubicBezTo>
                <a:cubicBezTo>
                  <a:pt x="477328" y="24597"/>
                  <a:pt x="475660" y="22727"/>
                  <a:pt x="473609" y="21226"/>
                </a:cubicBezTo>
                <a:cubicBezTo>
                  <a:pt x="471559" y="19724"/>
                  <a:pt x="469233" y="18605"/>
                  <a:pt x="466632" y="17870"/>
                </a:cubicBezTo>
                <a:cubicBezTo>
                  <a:pt x="464031" y="17134"/>
                  <a:pt x="461323" y="16766"/>
                  <a:pt x="458507" y="16766"/>
                </a:cubicBezTo>
                <a:cubicBezTo>
                  <a:pt x="454651" y="16766"/>
                  <a:pt x="451222" y="17410"/>
                  <a:pt x="448223" y="18698"/>
                </a:cubicBezTo>
                <a:cubicBezTo>
                  <a:pt x="445224" y="19985"/>
                  <a:pt x="442684" y="21778"/>
                  <a:pt x="440603" y="24078"/>
                </a:cubicBezTo>
                <a:cubicBezTo>
                  <a:pt x="438522" y="26377"/>
                  <a:pt x="436946" y="29106"/>
                  <a:pt x="435875" y="32263"/>
                </a:cubicBezTo>
                <a:cubicBezTo>
                  <a:pt x="434804" y="35420"/>
                  <a:pt x="434268" y="38838"/>
                  <a:pt x="434268" y="42517"/>
                </a:cubicBezTo>
                <a:cubicBezTo>
                  <a:pt x="434268" y="46073"/>
                  <a:pt x="434849" y="49338"/>
                  <a:pt x="436012" y="52312"/>
                </a:cubicBezTo>
                <a:cubicBezTo>
                  <a:pt x="437175" y="55285"/>
                  <a:pt x="438797" y="57844"/>
                  <a:pt x="440877" y="59991"/>
                </a:cubicBezTo>
                <a:cubicBezTo>
                  <a:pt x="442959" y="62137"/>
                  <a:pt x="445484" y="63808"/>
                  <a:pt x="448452" y="65003"/>
                </a:cubicBezTo>
                <a:cubicBezTo>
                  <a:pt x="451421" y="66199"/>
                  <a:pt x="454681" y="66796"/>
                  <a:pt x="458231" y="66796"/>
                </a:cubicBezTo>
                <a:cubicBezTo>
                  <a:pt x="464535" y="66796"/>
                  <a:pt x="469707" y="65137"/>
                  <a:pt x="473746" y="61819"/>
                </a:cubicBezTo>
                <a:cubicBezTo>
                  <a:pt x="477786" y="58500"/>
                  <a:pt x="480235" y="53688"/>
                  <a:pt x="481093" y="47384"/>
                </a:cubicBezTo>
                <a:lnTo>
                  <a:pt x="468514" y="47384"/>
                </a:lnTo>
                <a:cubicBezTo>
                  <a:pt x="468086" y="50322"/>
                  <a:pt x="467030" y="52663"/>
                  <a:pt x="465346" y="54408"/>
                </a:cubicBezTo>
                <a:cubicBezTo>
                  <a:pt x="463663" y="56152"/>
                  <a:pt x="461261" y="57024"/>
                  <a:pt x="458140" y="57024"/>
                </a:cubicBezTo>
                <a:cubicBezTo>
                  <a:pt x="456120" y="57024"/>
                  <a:pt x="454405" y="56564"/>
                  <a:pt x="452997" y="55646"/>
                </a:cubicBezTo>
                <a:cubicBezTo>
                  <a:pt x="451589" y="54728"/>
                  <a:pt x="450472" y="53550"/>
                  <a:pt x="449646" y="52112"/>
                </a:cubicBezTo>
                <a:cubicBezTo>
                  <a:pt x="448820" y="50673"/>
                  <a:pt x="448224" y="49065"/>
                  <a:pt x="447856" y="47290"/>
                </a:cubicBezTo>
                <a:cubicBezTo>
                  <a:pt x="447488" y="45514"/>
                  <a:pt x="447305" y="43770"/>
                  <a:pt x="447305" y="42056"/>
                </a:cubicBezTo>
                <a:cubicBezTo>
                  <a:pt x="447305" y="40281"/>
                  <a:pt x="447488" y="38490"/>
                  <a:pt x="447856" y="36685"/>
                </a:cubicBezTo>
                <a:cubicBezTo>
                  <a:pt x="448224" y="34879"/>
                  <a:pt x="448851" y="33225"/>
                  <a:pt x="449738" y="31726"/>
                </a:cubicBezTo>
                <a:cubicBezTo>
                  <a:pt x="450626" y="30226"/>
                  <a:pt x="451773" y="29001"/>
                  <a:pt x="453180" y="28052"/>
                </a:cubicBezTo>
                <a:cubicBezTo>
                  <a:pt x="454589" y="27103"/>
                  <a:pt x="456333" y="26629"/>
                  <a:pt x="458414" y="26629"/>
                </a:cubicBezTo>
                <a:cubicBezTo>
                  <a:pt x="463984" y="26629"/>
                  <a:pt x="467198" y="29349"/>
                  <a:pt x="468056" y="34788"/>
                </a:cubicBezTo>
                <a:close/>
                <a:moveTo>
                  <a:pt x="488529" y="0"/>
                </a:moveTo>
                <a:lnTo>
                  <a:pt x="488529" y="65541"/>
                </a:lnTo>
                <a:lnTo>
                  <a:pt x="501566" y="65541"/>
                </a:lnTo>
                <a:lnTo>
                  <a:pt x="501566" y="40663"/>
                </a:lnTo>
                <a:cubicBezTo>
                  <a:pt x="501566" y="35828"/>
                  <a:pt x="502362" y="32355"/>
                  <a:pt x="503953" y="30245"/>
                </a:cubicBezTo>
                <a:cubicBezTo>
                  <a:pt x="505545" y="28133"/>
                  <a:pt x="508115" y="27077"/>
                  <a:pt x="511665" y="27077"/>
                </a:cubicBezTo>
                <a:cubicBezTo>
                  <a:pt x="514788" y="27077"/>
                  <a:pt x="516961" y="28041"/>
                  <a:pt x="518184" y="29969"/>
                </a:cubicBezTo>
                <a:cubicBezTo>
                  <a:pt x="519408" y="31896"/>
                  <a:pt x="520021" y="34819"/>
                  <a:pt x="520021" y="38736"/>
                </a:cubicBezTo>
                <a:lnTo>
                  <a:pt x="520021" y="65541"/>
                </a:lnTo>
                <a:lnTo>
                  <a:pt x="533058" y="65541"/>
                </a:lnTo>
                <a:lnTo>
                  <a:pt x="533058" y="36332"/>
                </a:lnTo>
                <a:cubicBezTo>
                  <a:pt x="533058" y="33393"/>
                  <a:pt x="532798" y="30714"/>
                  <a:pt x="532277" y="28295"/>
                </a:cubicBezTo>
                <a:cubicBezTo>
                  <a:pt x="531757" y="25876"/>
                  <a:pt x="530854" y="23824"/>
                  <a:pt x="529568" y="22140"/>
                </a:cubicBezTo>
                <a:cubicBezTo>
                  <a:pt x="528283" y="20456"/>
                  <a:pt x="526523" y="19140"/>
                  <a:pt x="524289" y="18191"/>
                </a:cubicBezTo>
                <a:cubicBezTo>
                  <a:pt x="522055" y="17241"/>
                  <a:pt x="519194" y="16766"/>
                  <a:pt x="515706" y="16766"/>
                </a:cubicBezTo>
                <a:cubicBezTo>
                  <a:pt x="513257" y="16766"/>
                  <a:pt x="510747" y="17395"/>
                  <a:pt x="508176" y="18653"/>
                </a:cubicBezTo>
                <a:cubicBezTo>
                  <a:pt x="505605" y="19911"/>
                  <a:pt x="503494" y="21921"/>
                  <a:pt x="501842" y="24683"/>
                </a:cubicBezTo>
                <a:lnTo>
                  <a:pt x="501566" y="24683"/>
                </a:lnTo>
                <a:lnTo>
                  <a:pt x="501566" y="0"/>
                </a:lnTo>
                <a:lnTo>
                  <a:pt x="4885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x=torch.ones(2)">
            <a:extLst xmlns:a="http://schemas.openxmlformats.org/drawingml/2006/main">
              <a:ext uri="{FF2B5EF4-FFF2-40B4-BE49-F238E27FC236}">
                <a16:creationId xmlns:a16="http://schemas.microsoft.com/office/drawing/2014/main" id="{6C5E4385-38C0-4296-B6AA-D73625FF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73" y="2197533"/>
            <a:ext cx="723995" cy="83742"/>
          </a:xfrm>
          <a:custGeom xmlns:a="http://schemas.openxmlformats.org/drawingml/2006/main">
            <a:pathLst>
              <a:path w="723995" h="83742">
                <a:moveTo>
                  <a:pt x="17077" y="42202"/>
                </a:moveTo>
                <a:lnTo>
                  <a:pt x="0" y="67155"/>
                </a:lnTo>
                <a:lnTo>
                  <a:pt x="14598" y="67155"/>
                </a:lnTo>
                <a:lnTo>
                  <a:pt x="24514" y="52202"/>
                </a:lnTo>
                <a:lnTo>
                  <a:pt x="34429" y="67155"/>
                </a:lnTo>
                <a:lnTo>
                  <a:pt x="49303" y="67155"/>
                </a:lnTo>
                <a:lnTo>
                  <a:pt x="31766" y="41926"/>
                </a:lnTo>
                <a:lnTo>
                  <a:pt x="47375" y="19725"/>
                </a:lnTo>
                <a:lnTo>
                  <a:pt x="32960" y="19725"/>
                </a:lnTo>
                <a:lnTo>
                  <a:pt x="24697" y="32111"/>
                </a:lnTo>
                <a:lnTo>
                  <a:pt x="16342" y="19725"/>
                </a:lnTo>
                <a:lnTo>
                  <a:pt x="1470" y="19725"/>
                </a:lnTo>
                <a:lnTo>
                  <a:pt x="17077" y="42202"/>
                </a:lnTo>
                <a:close/>
                <a:moveTo>
                  <a:pt x="124986" y="58727"/>
                </a:moveTo>
                <a:lnTo>
                  <a:pt x="124986" y="48865"/>
                </a:lnTo>
                <a:lnTo>
                  <a:pt x="78622" y="48865"/>
                </a:lnTo>
                <a:lnTo>
                  <a:pt x="78622" y="58727"/>
                </a:lnTo>
                <a:lnTo>
                  <a:pt x="124986" y="58727"/>
                </a:lnTo>
                <a:moveTo>
                  <a:pt x="124986" y="39092"/>
                </a:moveTo>
                <a:lnTo>
                  <a:pt x="124986" y="29229"/>
                </a:lnTo>
                <a:lnTo>
                  <a:pt x="78622" y="29229"/>
                </a:lnTo>
                <a:lnTo>
                  <a:pt x="78622" y="39092"/>
                </a:lnTo>
                <a:lnTo>
                  <a:pt x="124986" y="39092"/>
                </a:lnTo>
                <a:close/>
                <a:moveTo>
                  <a:pt x="176033" y="19725"/>
                </a:moveTo>
                <a:lnTo>
                  <a:pt x="176033" y="5469"/>
                </a:lnTo>
                <a:lnTo>
                  <a:pt x="162996" y="5469"/>
                </a:lnTo>
                <a:lnTo>
                  <a:pt x="162996" y="19725"/>
                </a:lnTo>
                <a:lnTo>
                  <a:pt x="155100" y="19725"/>
                </a:lnTo>
                <a:lnTo>
                  <a:pt x="155100" y="28422"/>
                </a:lnTo>
                <a:lnTo>
                  <a:pt x="162996" y="28422"/>
                </a:lnTo>
                <a:lnTo>
                  <a:pt x="162996" y="56409"/>
                </a:lnTo>
                <a:cubicBezTo>
                  <a:pt x="162996" y="58795"/>
                  <a:pt x="163393" y="60722"/>
                  <a:pt x="164189" y="62190"/>
                </a:cubicBezTo>
                <a:cubicBezTo>
                  <a:pt x="164985" y="63658"/>
                  <a:pt x="166071" y="64790"/>
                  <a:pt x="167448" y="65586"/>
                </a:cubicBezTo>
                <a:cubicBezTo>
                  <a:pt x="168825" y="66381"/>
                  <a:pt x="170417" y="66916"/>
                  <a:pt x="172222" y="67190"/>
                </a:cubicBezTo>
                <a:cubicBezTo>
                  <a:pt x="174028" y="67466"/>
                  <a:pt x="175942" y="67603"/>
                  <a:pt x="177962" y="67603"/>
                </a:cubicBezTo>
                <a:cubicBezTo>
                  <a:pt x="179247" y="67603"/>
                  <a:pt x="180563" y="67573"/>
                  <a:pt x="181910" y="67514"/>
                </a:cubicBezTo>
                <a:cubicBezTo>
                  <a:pt x="183256" y="67454"/>
                  <a:pt x="184480" y="67334"/>
                  <a:pt x="185581" y="67155"/>
                </a:cubicBezTo>
                <a:lnTo>
                  <a:pt x="185581" y="57015"/>
                </a:lnTo>
                <a:cubicBezTo>
                  <a:pt x="184970" y="57137"/>
                  <a:pt x="184327" y="57229"/>
                  <a:pt x="183654" y="57291"/>
                </a:cubicBezTo>
                <a:cubicBezTo>
                  <a:pt x="182980" y="57352"/>
                  <a:pt x="182277" y="57382"/>
                  <a:pt x="181542" y="57382"/>
                </a:cubicBezTo>
                <a:cubicBezTo>
                  <a:pt x="179338" y="57382"/>
                  <a:pt x="177869" y="57016"/>
                  <a:pt x="177134" y="56282"/>
                </a:cubicBezTo>
                <a:cubicBezTo>
                  <a:pt x="176400" y="55549"/>
                  <a:pt x="176033" y="54083"/>
                  <a:pt x="176033" y="51884"/>
                </a:cubicBezTo>
                <a:lnTo>
                  <a:pt x="176033" y="28422"/>
                </a:lnTo>
                <a:lnTo>
                  <a:pt x="185581" y="28422"/>
                </a:lnTo>
                <a:lnTo>
                  <a:pt x="185581" y="19725"/>
                </a:lnTo>
                <a:lnTo>
                  <a:pt x="176033" y="19725"/>
                </a:lnTo>
                <a:close/>
                <a:moveTo>
                  <a:pt x="203209" y="43486"/>
                </a:moveTo>
                <a:cubicBezTo>
                  <a:pt x="203209" y="41589"/>
                  <a:pt x="203392" y="39722"/>
                  <a:pt x="203759" y="37885"/>
                </a:cubicBezTo>
                <a:cubicBezTo>
                  <a:pt x="204126" y="36048"/>
                  <a:pt x="204753" y="34426"/>
                  <a:pt x="205641" y="33019"/>
                </a:cubicBezTo>
                <a:cubicBezTo>
                  <a:pt x="206529" y="31610"/>
                  <a:pt x="207708" y="30462"/>
                  <a:pt x="209177" y="29575"/>
                </a:cubicBezTo>
                <a:cubicBezTo>
                  <a:pt x="210646" y="28687"/>
                  <a:pt x="212482" y="28243"/>
                  <a:pt x="214685" y="28243"/>
                </a:cubicBezTo>
                <a:cubicBezTo>
                  <a:pt x="216889" y="28243"/>
                  <a:pt x="218741" y="28687"/>
                  <a:pt x="220240" y="29575"/>
                </a:cubicBezTo>
                <a:cubicBezTo>
                  <a:pt x="221740" y="30462"/>
                  <a:pt x="222933" y="31610"/>
                  <a:pt x="223821" y="33019"/>
                </a:cubicBezTo>
                <a:cubicBezTo>
                  <a:pt x="224709" y="34426"/>
                  <a:pt x="225336" y="36048"/>
                  <a:pt x="225703" y="37885"/>
                </a:cubicBezTo>
                <a:cubicBezTo>
                  <a:pt x="226071" y="39722"/>
                  <a:pt x="226254" y="41589"/>
                  <a:pt x="226254" y="43486"/>
                </a:cubicBezTo>
                <a:cubicBezTo>
                  <a:pt x="226254" y="45384"/>
                  <a:pt x="226071" y="47236"/>
                  <a:pt x="225703" y="49042"/>
                </a:cubicBezTo>
                <a:cubicBezTo>
                  <a:pt x="225336" y="50848"/>
                  <a:pt x="224709" y="52470"/>
                  <a:pt x="223821" y="53909"/>
                </a:cubicBezTo>
                <a:cubicBezTo>
                  <a:pt x="222933" y="55348"/>
                  <a:pt x="221740" y="56495"/>
                  <a:pt x="220240" y="57353"/>
                </a:cubicBezTo>
                <a:cubicBezTo>
                  <a:pt x="218741" y="58209"/>
                  <a:pt x="216889" y="58637"/>
                  <a:pt x="214685" y="58637"/>
                </a:cubicBezTo>
                <a:cubicBezTo>
                  <a:pt x="212482" y="58637"/>
                  <a:pt x="210646" y="58209"/>
                  <a:pt x="209177" y="57353"/>
                </a:cubicBezTo>
                <a:cubicBezTo>
                  <a:pt x="207708" y="56495"/>
                  <a:pt x="206529" y="55348"/>
                  <a:pt x="205641" y="53909"/>
                </a:cubicBezTo>
                <a:cubicBezTo>
                  <a:pt x="204753" y="52470"/>
                  <a:pt x="204126" y="50848"/>
                  <a:pt x="203759" y="49042"/>
                </a:cubicBezTo>
                <a:cubicBezTo>
                  <a:pt x="203392" y="47236"/>
                  <a:pt x="203209" y="45384"/>
                  <a:pt x="203209" y="43486"/>
                </a:cubicBezTo>
                <a:moveTo>
                  <a:pt x="190172" y="43488"/>
                </a:moveTo>
                <a:cubicBezTo>
                  <a:pt x="190172" y="47289"/>
                  <a:pt x="190753" y="50722"/>
                  <a:pt x="191916" y="53787"/>
                </a:cubicBezTo>
                <a:cubicBezTo>
                  <a:pt x="193079" y="56853"/>
                  <a:pt x="194731" y="59474"/>
                  <a:pt x="196874" y="61651"/>
                </a:cubicBezTo>
                <a:cubicBezTo>
                  <a:pt x="199016" y="63827"/>
                  <a:pt x="201587" y="65498"/>
                  <a:pt x="204586" y="66663"/>
                </a:cubicBezTo>
                <a:cubicBezTo>
                  <a:pt x="207586" y="67828"/>
                  <a:pt x="210952" y="68410"/>
                  <a:pt x="214685" y="68410"/>
                </a:cubicBezTo>
                <a:cubicBezTo>
                  <a:pt x="218419" y="68410"/>
                  <a:pt x="221801" y="67828"/>
                  <a:pt x="224831" y="66663"/>
                </a:cubicBezTo>
                <a:cubicBezTo>
                  <a:pt x="227860" y="65498"/>
                  <a:pt x="230447" y="63827"/>
                  <a:pt x="232589" y="61651"/>
                </a:cubicBezTo>
                <a:cubicBezTo>
                  <a:pt x="234732" y="59474"/>
                  <a:pt x="236384" y="56853"/>
                  <a:pt x="237547" y="53787"/>
                </a:cubicBezTo>
                <a:cubicBezTo>
                  <a:pt x="238710" y="50722"/>
                  <a:pt x="239291" y="47289"/>
                  <a:pt x="239291" y="43488"/>
                </a:cubicBezTo>
                <a:cubicBezTo>
                  <a:pt x="239291" y="39687"/>
                  <a:pt x="238710" y="36238"/>
                  <a:pt x="237547" y="33142"/>
                </a:cubicBezTo>
                <a:cubicBezTo>
                  <a:pt x="236384" y="30045"/>
                  <a:pt x="234732" y="27408"/>
                  <a:pt x="232589" y="25232"/>
                </a:cubicBezTo>
                <a:cubicBezTo>
                  <a:pt x="230447" y="23055"/>
                  <a:pt x="227860" y="21369"/>
                  <a:pt x="224831" y="20173"/>
                </a:cubicBezTo>
                <a:cubicBezTo>
                  <a:pt x="221801" y="18978"/>
                  <a:pt x="218419" y="18380"/>
                  <a:pt x="214685" y="18380"/>
                </a:cubicBezTo>
                <a:cubicBezTo>
                  <a:pt x="210952" y="18380"/>
                  <a:pt x="207586" y="18978"/>
                  <a:pt x="204586" y="20173"/>
                </a:cubicBezTo>
                <a:cubicBezTo>
                  <a:pt x="201587" y="21369"/>
                  <a:pt x="199016" y="23055"/>
                  <a:pt x="196874" y="25232"/>
                </a:cubicBezTo>
                <a:cubicBezTo>
                  <a:pt x="194731" y="27408"/>
                  <a:pt x="193079" y="30045"/>
                  <a:pt x="191916" y="33142"/>
                </a:cubicBezTo>
                <a:cubicBezTo>
                  <a:pt x="190753" y="36238"/>
                  <a:pt x="190172" y="39687"/>
                  <a:pt x="190172" y="43488"/>
                </a:cubicBezTo>
                <a:close/>
                <a:moveTo>
                  <a:pt x="247493" y="19654"/>
                </a:moveTo>
                <a:lnTo>
                  <a:pt x="247493" y="67155"/>
                </a:lnTo>
                <a:lnTo>
                  <a:pt x="260530" y="67155"/>
                </a:lnTo>
                <a:lnTo>
                  <a:pt x="260530" y="45740"/>
                </a:lnTo>
                <a:cubicBezTo>
                  <a:pt x="260530" y="43596"/>
                  <a:pt x="260745" y="41605"/>
                  <a:pt x="261173" y="39767"/>
                </a:cubicBezTo>
                <a:cubicBezTo>
                  <a:pt x="261602" y="37929"/>
                  <a:pt x="262321" y="36321"/>
                  <a:pt x="263331" y="34942"/>
                </a:cubicBezTo>
                <a:cubicBezTo>
                  <a:pt x="264340" y="33564"/>
                  <a:pt x="265671" y="32476"/>
                  <a:pt x="267323" y="31679"/>
                </a:cubicBezTo>
                <a:cubicBezTo>
                  <a:pt x="268977" y="30883"/>
                  <a:pt x="270997" y="30484"/>
                  <a:pt x="273384" y="30484"/>
                </a:cubicBezTo>
                <a:cubicBezTo>
                  <a:pt x="274180" y="30484"/>
                  <a:pt x="275006" y="30531"/>
                  <a:pt x="275862" y="30623"/>
                </a:cubicBezTo>
                <a:cubicBezTo>
                  <a:pt x="276720" y="30714"/>
                  <a:pt x="277454" y="30821"/>
                  <a:pt x="278066" y="30944"/>
                </a:cubicBezTo>
                <a:lnTo>
                  <a:pt x="278066" y="18838"/>
                </a:lnTo>
                <a:cubicBezTo>
                  <a:pt x="277025" y="18533"/>
                  <a:pt x="276077" y="18380"/>
                  <a:pt x="275221" y="18380"/>
                </a:cubicBezTo>
                <a:cubicBezTo>
                  <a:pt x="273567" y="18380"/>
                  <a:pt x="271976" y="18625"/>
                  <a:pt x="270446" y="19114"/>
                </a:cubicBezTo>
                <a:cubicBezTo>
                  <a:pt x="268916" y="19603"/>
                  <a:pt x="267478" y="20290"/>
                  <a:pt x="266131" y="21176"/>
                </a:cubicBezTo>
                <a:cubicBezTo>
                  <a:pt x="264785" y="22063"/>
                  <a:pt x="263591" y="23133"/>
                  <a:pt x="262550" y="24386"/>
                </a:cubicBezTo>
                <a:cubicBezTo>
                  <a:pt x="261510" y="25639"/>
                  <a:pt x="260684" y="27000"/>
                  <a:pt x="260071" y="28467"/>
                </a:cubicBezTo>
                <a:lnTo>
                  <a:pt x="259887" y="28467"/>
                </a:lnTo>
                <a:lnTo>
                  <a:pt x="259887" y="19654"/>
                </a:lnTo>
                <a:lnTo>
                  <a:pt x="247493" y="19654"/>
                </a:lnTo>
                <a:close/>
                <a:moveTo>
                  <a:pt x="315771" y="36402"/>
                </a:moveTo>
                <a:lnTo>
                  <a:pt x="328532" y="36402"/>
                </a:lnTo>
                <a:cubicBezTo>
                  <a:pt x="328349" y="33337"/>
                  <a:pt x="327614" y="30686"/>
                  <a:pt x="326328" y="28449"/>
                </a:cubicBezTo>
                <a:cubicBezTo>
                  <a:pt x="325043" y="26211"/>
                  <a:pt x="323375" y="24341"/>
                  <a:pt x="321324" y="22839"/>
                </a:cubicBezTo>
                <a:cubicBezTo>
                  <a:pt x="319274" y="21338"/>
                  <a:pt x="316949" y="20219"/>
                  <a:pt x="314347" y="19484"/>
                </a:cubicBezTo>
                <a:cubicBezTo>
                  <a:pt x="311746" y="18748"/>
                  <a:pt x="309038" y="18380"/>
                  <a:pt x="306222" y="18380"/>
                </a:cubicBezTo>
                <a:cubicBezTo>
                  <a:pt x="302366" y="18380"/>
                  <a:pt x="298938" y="19024"/>
                  <a:pt x="295938" y="20312"/>
                </a:cubicBezTo>
                <a:cubicBezTo>
                  <a:pt x="292939" y="21599"/>
                  <a:pt x="290399" y="23392"/>
                  <a:pt x="288318" y="25692"/>
                </a:cubicBezTo>
                <a:cubicBezTo>
                  <a:pt x="286237" y="27991"/>
                  <a:pt x="284661" y="30720"/>
                  <a:pt x="283590" y="33877"/>
                </a:cubicBezTo>
                <a:cubicBezTo>
                  <a:pt x="282519" y="37034"/>
                  <a:pt x="281983" y="40452"/>
                  <a:pt x="281983" y="44131"/>
                </a:cubicBezTo>
                <a:cubicBezTo>
                  <a:pt x="281983" y="47687"/>
                  <a:pt x="282565" y="50952"/>
                  <a:pt x="283727" y="53926"/>
                </a:cubicBezTo>
                <a:cubicBezTo>
                  <a:pt x="284890" y="56899"/>
                  <a:pt x="286512" y="59458"/>
                  <a:pt x="288593" y="61605"/>
                </a:cubicBezTo>
                <a:cubicBezTo>
                  <a:pt x="290675" y="63751"/>
                  <a:pt x="293199" y="65422"/>
                  <a:pt x="296168" y="66617"/>
                </a:cubicBezTo>
                <a:cubicBezTo>
                  <a:pt x="299137" y="67813"/>
                  <a:pt x="302396" y="68410"/>
                  <a:pt x="305946" y="68410"/>
                </a:cubicBezTo>
                <a:cubicBezTo>
                  <a:pt x="312250" y="68410"/>
                  <a:pt x="317422" y="66751"/>
                  <a:pt x="321461" y="63433"/>
                </a:cubicBezTo>
                <a:cubicBezTo>
                  <a:pt x="325502" y="60114"/>
                  <a:pt x="327951" y="55302"/>
                  <a:pt x="328808" y="48998"/>
                </a:cubicBezTo>
                <a:lnTo>
                  <a:pt x="316229" y="48998"/>
                </a:lnTo>
                <a:cubicBezTo>
                  <a:pt x="315801" y="51936"/>
                  <a:pt x="314745" y="54277"/>
                  <a:pt x="313061" y="56022"/>
                </a:cubicBezTo>
                <a:cubicBezTo>
                  <a:pt x="311378" y="57766"/>
                  <a:pt x="308976" y="58637"/>
                  <a:pt x="305855" y="58637"/>
                </a:cubicBezTo>
                <a:cubicBezTo>
                  <a:pt x="303835" y="58637"/>
                  <a:pt x="302121" y="58178"/>
                  <a:pt x="300712" y="57260"/>
                </a:cubicBezTo>
                <a:cubicBezTo>
                  <a:pt x="299305" y="56342"/>
                  <a:pt x="298188" y="55164"/>
                  <a:pt x="297361" y="53726"/>
                </a:cubicBezTo>
                <a:cubicBezTo>
                  <a:pt x="296536" y="52287"/>
                  <a:pt x="295939" y="50679"/>
                  <a:pt x="295571" y="48904"/>
                </a:cubicBezTo>
                <a:cubicBezTo>
                  <a:pt x="295204" y="47128"/>
                  <a:pt x="295020" y="45384"/>
                  <a:pt x="295020" y="43670"/>
                </a:cubicBezTo>
                <a:cubicBezTo>
                  <a:pt x="295020" y="41894"/>
                  <a:pt x="295204" y="40104"/>
                  <a:pt x="295571" y="38299"/>
                </a:cubicBezTo>
                <a:cubicBezTo>
                  <a:pt x="295939" y="36492"/>
                  <a:pt x="296566" y="34839"/>
                  <a:pt x="297454" y="33339"/>
                </a:cubicBezTo>
                <a:cubicBezTo>
                  <a:pt x="298341" y="31839"/>
                  <a:pt x="299488" y="30615"/>
                  <a:pt x="300896" y="29666"/>
                </a:cubicBezTo>
                <a:cubicBezTo>
                  <a:pt x="302304" y="28717"/>
                  <a:pt x="304049" y="28243"/>
                  <a:pt x="306130" y="28243"/>
                </a:cubicBezTo>
                <a:cubicBezTo>
                  <a:pt x="311700" y="28243"/>
                  <a:pt x="314913" y="30962"/>
                  <a:pt x="315771" y="36402"/>
                </a:cubicBezTo>
                <a:close/>
                <a:moveTo>
                  <a:pt x="336244" y="1614"/>
                </a:moveTo>
                <a:lnTo>
                  <a:pt x="336244" y="67155"/>
                </a:lnTo>
                <a:lnTo>
                  <a:pt x="349281" y="67155"/>
                </a:lnTo>
                <a:lnTo>
                  <a:pt x="349281" y="42277"/>
                </a:lnTo>
                <a:cubicBezTo>
                  <a:pt x="349281" y="37442"/>
                  <a:pt x="350077" y="33969"/>
                  <a:pt x="351668" y="31859"/>
                </a:cubicBezTo>
                <a:cubicBezTo>
                  <a:pt x="353260" y="29747"/>
                  <a:pt x="355831" y="28691"/>
                  <a:pt x="359381" y="28691"/>
                </a:cubicBezTo>
                <a:cubicBezTo>
                  <a:pt x="362503" y="28691"/>
                  <a:pt x="364676" y="29655"/>
                  <a:pt x="365899" y="31583"/>
                </a:cubicBezTo>
                <a:cubicBezTo>
                  <a:pt x="367124" y="33510"/>
                  <a:pt x="367736" y="36433"/>
                  <a:pt x="367736" y="40350"/>
                </a:cubicBezTo>
                <a:lnTo>
                  <a:pt x="367736" y="67155"/>
                </a:lnTo>
                <a:lnTo>
                  <a:pt x="380773" y="67155"/>
                </a:lnTo>
                <a:lnTo>
                  <a:pt x="380773" y="37946"/>
                </a:lnTo>
                <a:cubicBezTo>
                  <a:pt x="380773" y="35006"/>
                  <a:pt x="380513" y="32327"/>
                  <a:pt x="379992" y="29908"/>
                </a:cubicBezTo>
                <a:cubicBezTo>
                  <a:pt x="379472" y="27490"/>
                  <a:pt x="378569" y="25438"/>
                  <a:pt x="377283" y="23754"/>
                </a:cubicBezTo>
                <a:cubicBezTo>
                  <a:pt x="375998" y="22070"/>
                  <a:pt x="374238" y="20754"/>
                  <a:pt x="372004" y="19805"/>
                </a:cubicBezTo>
                <a:cubicBezTo>
                  <a:pt x="369770" y="18855"/>
                  <a:pt x="366909" y="18380"/>
                  <a:pt x="363421" y="18380"/>
                </a:cubicBezTo>
                <a:cubicBezTo>
                  <a:pt x="360972" y="18380"/>
                  <a:pt x="358462" y="19009"/>
                  <a:pt x="355891" y="20267"/>
                </a:cubicBezTo>
                <a:cubicBezTo>
                  <a:pt x="353321" y="21525"/>
                  <a:pt x="351209" y="23535"/>
                  <a:pt x="349557" y="26297"/>
                </a:cubicBezTo>
                <a:lnTo>
                  <a:pt x="349281" y="26297"/>
                </a:lnTo>
                <a:lnTo>
                  <a:pt x="349281" y="1614"/>
                </a:lnTo>
                <a:lnTo>
                  <a:pt x="336244" y="1614"/>
                </a:lnTo>
                <a:close/>
                <a:moveTo>
                  <a:pt x="391117" y="52989"/>
                </a:moveTo>
                <a:lnTo>
                  <a:pt x="391117" y="67155"/>
                </a:lnTo>
                <a:lnTo>
                  <a:pt x="405531" y="67155"/>
                </a:lnTo>
                <a:lnTo>
                  <a:pt x="405531" y="52989"/>
                </a:lnTo>
                <a:lnTo>
                  <a:pt x="391117" y="52989"/>
                </a:lnTo>
                <a:close/>
                <a:moveTo>
                  <a:pt x="427382" y="43486"/>
                </a:moveTo>
                <a:cubicBezTo>
                  <a:pt x="427382" y="41589"/>
                  <a:pt x="427565" y="39722"/>
                  <a:pt x="427932" y="37885"/>
                </a:cubicBezTo>
                <a:cubicBezTo>
                  <a:pt x="428299" y="36048"/>
                  <a:pt x="428927" y="34426"/>
                  <a:pt x="429814" y="33019"/>
                </a:cubicBezTo>
                <a:cubicBezTo>
                  <a:pt x="430702" y="31610"/>
                  <a:pt x="431881" y="30462"/>
                  <a:pt x="433350" y="29575"/>
                </a:cubicBezTo>
                <a:cubicBezTo>
                  <a:pt x="434819" y="28687"/>
                  <a:pt x="436655" y="28243"/>
                  <a:pt x="438858" y="28243"/>
                </a:cubicBezTo>
                <a:cubicBezTo>
                  <a:pt x="441062" y="28243"/>
                  <a:pt x="442914" y="28687"/>
                  <a:pt x="444413" y="29575"/>
                </a:cubicBezTo>
                <a:cubicBezTo>
                  <a:pt x="445913" y="30462"/>
                  <a:pt x="447106" y="31610"/>
                  <a:pt x="447994" y="33019"/>
                </a:cubicBezTo>
                <a:cubicBezTo>
                  <a:pt x="448882" y="34426"/>
                  <a:pt x="449509" y="36048"/>
                  <a:pt x="449877" y="37885"/>
                </a:cubicBezTo>
                <a:cubicBezTo>
                  <a:pt x="450244" y="39722"/>
                  <a:pt x="450427" y="41589"/>
                  <a:pt x="450427" y="43486"/>
                </a:cubicBezTo>
                <a:cubicBezTo>
                  <a:pt x="450427" y="45384"/>
                  <a:pt x="450244" y="47236"/>
                  <a:pt x="449877" y="49042"/>
                </a:cubicBezTo>
                <a:cubicBezTo>
                  <a:pt x="449509" y="50848"/>
                  <a:pt x="448882" y="52470"/>
                  <a:pt x="447994" y="53909"/>
                </a:cubicBezTo>
                <a:cubicBezTo>
                  <a:pt x="447106" y="55348"/>
                  <a:pt x="445913" y="56495"/>
                  <a:pt x="444413" y="57353"/>
                </a:cubicBezTo>
                <a:cubicBezTo>
                  <a:pt x="442914" y="58209"/>
                  <a:pt x="441062" y="58637"/>
                  <a:pt x="438858" y="58637"/>
                </a:cubicBezTo>
                <a:cubicBezTo>
                  <a:pt x="436655" y="58637"/>
                  <a:pt x="434819" y="58209"/>
                  <a:pt x="433350" y="57353"/>
                </a:cubicBezTo>
                <a:cubicBezTo>
                  <a:pt x="431881" y="56495"/>
                  <a:pt x="430702" y="55348"/>
                  <a:pt x="429814" y="53909"/>
                </a:cubicBezTo>
                <a:cubicBezTo>
                  <a:pt x="428927" y="52470"/>
                  <a:pt x="428299" y="50848"/>
                  <a:pt x="427932" y="49042"/>
                </a:cubicBezTo>
                <a:cubicBezTo>
                  <a:pt x="427565" y="47236"/>
                  <a:pt x="427382" y="45384"/>
                  <a:pt x="427382" y="43486"/>
                </a:cubicBezTo>
                <a:moveTo>
                  <a:pt x="414345" y="43488"/>
                </a:moveTo>
                <a:cubicBezTo>
                  <a:pt x="414345" y="47289"/>
                  <a:pt x="414926" y="50722"/>
                  <a:pt x="416089" y="53787"/>
                </a:cubicBezTo>
                <a:cubicBezTo>
                  <a:pt x="417252" y="56853"/>
                  <a:pt x="418904" y="59474"/>
                  <a:pt x="421047" y="61651"/>
                </a:cubicBezTo>
                <a:cubicBezTo>
                  <a:pt x="423189" y="63827"/>
                  <a:pt x="425760" y="65498"/>
                  <a:pt x="428759" y="66663"/>
                </a:cubicBezTo>
                <a:cubicBezTo>
                  <a:pt x="431759" y="67828"/>
                  <a:pt x="435125" y="68410"/>
                  <a:pt x="438858" y="68410"/>
                </a:cubicBezTo>
                <a:cubicBezTo>
                  <a:pt x="442592" y="68410"/>
                  <a:pt x="445974" y="67828"/>
                  <a:pt x="449004" y="66663"/>
                </a:cubicBezTo>
                <a:cubicBezTo>
                  <a:pt x="452034" y="65498"/>
                  <a:pt x="454620" y="63827"/>
                  <a:pt x="456762" y="61651"/>
                </a:cubicBezTo>
                <a:cubicBezTo>
                  <a:pt x="458905" y="59474"/>
                  <a:pt x="460557" y="56853"/>
                  <a:pt x="461720" y="53787"/>
                </a:cubicBezTo>
                <a:cubicBezTo>
                  <a:pt x="462883" y="50722"/>
                  <a:pt x="463464" y="47289"/>
                  <a:pt x="463464" y="43488"/>
                </a:cubicBezTo>
                <a:cubicBezTo>
                  <a:pt x="463464" y="39687"/>
                  <a:pt x="462883" y="36238"/>
                  <a:pt x="461720" y="33142"/>
                </a:cubicBezTo>
                <a:cubicBezTo>
                  <a:pt x="460557" y="30045"/>
                  <a:pt x="458905" y="27408"/>
                  <a:pt x="456762" y="25232"/>
                </a:cubicBezTo>
                <a:cubicBezTo>
                  <a:pt x="454620" y="23055"/>
                  <a:pt x="452034" y="21369"/>
                  <a:pt x="449004" y="20173"/>
                </a:cubicBezTo>
                <a:cubicBezTo>
                  <a:pt x="445974" y="18978"/>
                  <a:pt x="442592" y="18380"/>
                  <a:pt x="438858" y="18380"/>
                </a:cubicBezTo>
                <a:cubicBezTo>
                  <a:pt x="435125" y="18380"/>
                  <a:pt x="431759" y="18978"/>
                  <a:pt x="428759" y="20173"/>
                </a:cubicBezTo>
                <a:cubicBezTo>
                  <a:pt x="425760" y="21369"/>
                  <a:pt x="423189" y="23055"/>
                  <a:pt x="421047" y="25232"/>
                </a:cubicBezTo>
                <a:cubicBezTo>
                  <a:pt x="418904" y="27408"/>
                  <a:pt x="417252" y="30045"/>
                  <a:pt x="416089" y="33142"/>
                </a:cubicBezTo>
                <a:cubicBezTo>
                  <a:pt x="414926" y="36238"/>
                  <a:pt x="414345" y="39687"/>
                  <a:pt x="414345" y="43488"/>
                </a:cubicBezTo>
                <a:close/>
                <a:moveTo>
                  <a:pt x="471666" y="19687"/>
                </a:moveTo>
                <a:lnTo>
                  <a:pt x="471666" y="67155"/>
                </a:lnTo>
                <a:lnTo>
                  <a:pt x="484703" y="67155"/>
                </a:lnTo>
                <a:lnTo>
                  <a:pt x="484703" y="42277"/>
                </a:lnTo>
                <a:cubicBezTo>
                  <a:pt x="484703" y="37442"/>
                  <a:pt x="485499" y="33969"/>
                  <a:pt x="487090" y="31859"/>
                </a:cubicBezTo>
                <a:cubicBezTo>
                  <a:pt x="488682" y="29747"/>
                  <a:pt x="491253" y="28691"/>
                  <a:pt x="494803" y="28691"/>
                </a:cubicBezTo>
                <a:cubicBezTo>
                  <a:pt x="497925" y="28691"/>
                  <a:pt x="500098" y="29655"/>
                  <a:pt x="501321" y="31583"/>
                </a:cubicBezTo>
                <a:cubicBezTo>
                  <a:pt x="502546" y="33510"/>
                  <a:pt x="503158" y="36433"/>
                  <a:pt x="503158" y="40350"/>
                </a:cubicBezTo>
                <a:lnTo>
                  <a:pt x="503158" y="67155"/>
                </a:lnTo>
                <a:lnTo>
                  <a:pt x="516195" y="67155"/>
                </a:lnTo>
                <a:lnTo>
                  <a:pt x="516195" y="37946"/>
                </a:lnTo>
                <a:cubicBezTo>
                  <a:pt x="516195" y="35006"/>
                  <a:pt x="515935" y="32327"/>
                  <a:pt x="515415" y="29908"/>
                </a:cubicBezTo>
                <a:cubicBezTo>
                  <a:pt x="514894" y="27490"/>
                  <a:pt x="513991" y="25438"/>
                  <a:pt x="512705" y="23754"/>
                </a:cubicBezTo>
                <a:cubicBezTo>
                  <a:pt x="511420" y="22070"/>
                  <a:pt x="509660" y="20754"/>
                  <a:pt x="507426" y="19805"/>
                </a:cubicBezTo>
                <a:cubicBezTo>
                  <a:pt x="505192" y="18855"/>
                  <a:pt x="502331" y="18380"/>
                  <a:pt x="498842" y="18380"/>
                </a:cubicBezTo>
                <a:cubicBezTo>
                  <a:pt x="496087" y="18380"/>
                  <a:pt x="493394" y="19009"/>
                  <a:pt x="490762" y="20267"/>
                </a:cubicBezTo>
                <a:cubicBezTo>
                  <a:pt x="488130" y="21525"/>
                  <a:pt x="485988" y="23535"/>
                  <a:pt x="484336" y="26297"/>
                </a:cubicBezTo>
                <a:lnTo>
                  <a:pt x="484060" y="26297"/>
                </a:lnTo>
                <a:lnTo>
                  <a:pt x="484060" y="19687"/>
                </a:lnTo>
                <a:lnTo>
                  <a:pt x="471666" y="19687"/>
                </a:lnTo>
                <a:close/>
                <a:moveTo>
                  <a:pt x="557938" y="38374"/>
                </a:moveTo>
                <a:lnTo>
                  <a:pt x="536730" y="38374"/>
                </a:lnTo>
                <a:cubicBezTo>
                  <a:pt x="536791" y="37453"/>
                  <a:pt x="536990" y="36410"/>
                  <a:pt x="537326" y="35243"/>
                </a:cubicBezTo>
                <a:cubicBezTo>
                  <a:pt x="537663" y="34076"/>
                  <a:pt x="538245" y="32970"/>
                  <a:pt x="539071" y="31927"/>
                </a:cubicBezTo>
                <a:cubicBezTo>
                  <a:pt x="539898" y="30883"/>
                  <a:pt x="541000" y="30008"/>
                  <a:pt x="542376" y="29302"/>
                </a:cubicBezTo>
                <a:cubicBezTo>
                  <a:pt x="543754" y="28596"/>
                  <a:pt x="545483" y="28243"/>
                  <a:pt x="547564" y="28243"/>
                </a:cubicBezTo>
                <a:cubicBezTo>
                  <a:pt x="550747" y="28243"/>
                  <a:pt x="553119" y="29102"/>
                  <a:pt x="554679" y="30822"/>
                </a:cubicBezTo>
                <a:cubicBezTo>
                  <a:pt x="556240" y="32541"/>
                  <a:pt x="557326" y="35059"/>
                  <a:pt x="557938" y="38374"/>
                </a:cubicBezTo>
                <a:moveTo>
                  <a:pt x="536730" y="46623"/>
                </a:moveTo>
                <a:lnTo>
                  <a:pt x="570976" y="46623"/>
                </a:lnTo>
                <a:cubicBezTo>
                  <a:pt x="571221" y="42943"/>
                  <a:pt x="570915" y="39417"/>
                  <a:pt x="570057" y="36043"/>
                </a:cubicBezTo>
                <a:cubicBezTo>
                  <a:pt x="569201" y="32670"/>
                  <a:pt x="567808" y="29665"/>
                  <a:pt x="565880" y="27028"/>
                </a:cubicBezTo>
                <a:cubicBezTo>
                  <a:pt x="563952" y="24391"/>
                  <a:pt x="561488" y="22290"/>
                  <a:pt x="558488" y="20727"/>
                </a:cubicBezTo>
                <a:cubicBezTo>
                  <a:pt x="555489" y="19162"/>
                  <a:pt x="551970" y="18380"/>
                  <a:pt x="547931" y="18380"/>
                </a:cubicBezTo>
                <a:cubicBezTo>
                  <a:pt x="544319" y="18380"/>
                  <a:pt x="541029" y="19024"/>
                  <a:pt x="538061" y="20312"/>
                </a:cubicBezTo>
                <a:cubicBezTo>
                  <a:pt x="535093" y="21599"/>
                  <a:pt x="532538" y="23361"/>
                  <a:pt x="530395" y="25599"/>
                </a:cubicBezTo>
                <a:cubicBezTo>
                  <a:pt x="528253" y="27837"/>
                  <a:pt x="526600" y="30489"/>
                  <a:pt x="525438" y="33555"/>
                </a:cubicBezTo>
                <a:cubicBezTo>
                  <a:pt x="524275" y="36620"/>
                  <a:pt x="523693" y="39931"/>
                  <a:pt x="523693" y="43488"/>
                </a:cubicBezTo>
                <a:cubicBezTo>
                  <a:pt x="523693" y="47166"/>
                  <a:pt x="524259" y="50538"/>
                  <a:pt x="525391" y="53604"/>
                </a:cubicBezTo>
                <a:cubicBezTo>
                  <a:pt x="526524" y="56669"/>
                  <a:pt x="528131" y="59306"/>
                  <a:pt x="530212" y="61514"/>
                </a:cubicBezTo>
                <a:cubicBezTo>
                  <a:pt x="532293" y="63720"/>
                  <a:pt x="534833" y="65422"/>
                  <a:pt x="537832" y="66617"/>
                </a:cubicBezTo>
                <a:cubicBezTo>
                  <a:pt x="540831" y="67813"/>
                  <a:pt x="544197" y="68410"/>
                  <a:pt x="547931" y="68410"/>
                </a:cubicBezTo>
                <a:cubicBezTo>
                  <a:pt x="553317" y="68410"/>
                  <a:pt x="557907" y="67187"/>
                  <a:pt x="561702" y="64741"/>
                </a:cubicBezTo>
                <a:cubicBezTo>
                  <a:pt x="565498" y="62295"/>
                  <a:pt x="568314" y="58228"/>
                  <a:pt x="570150" y="52541"/>
                </a:cubicBezTo>
                <a:lnTo>
                  <a:pt x="558673" y="52541"/>
                </a:lnTo>
                <a:cubicBezTo>
                  <a:pt x="558245" y="53997"/>
                  <a:pt x="557081" y="55377"/>
                  <a:pt x="555184" y="56682"/>
                </a:cubicBezTo>
                <a:cubicBezTo>
                  <a:pt x="553287" y="57986"/>
                  <a:pt x="551022" y="58637"/>
                  <a:pt x="548390" y="58637"/>
                </a:cubicBezTo>
                <a:cubicBezTo>
                  <a:pt x="544718" y="58637"/>
                  <a:pt x="541902" y="57690"/>
                  <a:pt x="539943" y="55795"/>
                </a:cubicBezTo>
                <a:cubicBezTo>
                  <a:pt x="537984" y="53899"/>
                  <a:pt x="536914" y="50842"/>
                  <a:pt x="536730" y="46623"/>
                </a:cubicBezTo>
                <a:close/>
                <a:moveTo>
                  <a:pt x="588879" y="51734"/>
                </a:moveTo>
                <a:lnTo>
                  <a:pt x="576485" y="51734"/>
                </a:lnTo>
                <a:cubicBezTo>
                  <a:pt x="576607" y="54911"/>
                  <a:pt x="577326" y="57554"/>
                  <a:pt x="578642" y="59661"/>
                </a:cubicBezTo>
                <a:cubicBezTo>
                  <a:pt x="579958" y="61768"/>
                  <a:pt x="581641" y="63464"/>
                  <a:pt x="583691" y="64747"/>
                </a:cubicBezTo>
                <a:cubicBezTo>
                  <a:pt x="585742" y="66030"/>
                  <a:pt x="588084" y="66946"/>
                  <a:pt x="590716" y="67495"/>
                </a:cubicBezTo>
                <a:cubicBezTo>
                  <a:pt x="593347" y="68046"/>
                  <a:pt x="596040" y="68321"/>
                  <a:pt x="598795" y="68321"/>
                </a:cubicBezTo>
                <a:cubicBezTo>
                  <a:pt x="601487" y="68321"/>
                  <a:pt x="604134" y="68060"/>
                  <a:pt x="606735" y="67539"/>
                </a:cubicBezTo>
                <a:cubicBezTo>
                  <a:pt x="609337" y="67019"/>
                  <a:pt x="611648" y="66116"/>
                  <a:pt x="613667" y="64830"/>
                </a:cubicBezTo>
                <a:cubicBezTo>
                  <a:pt x="615687" y="63543"/>
                  <a:pt x="617324" y="61844"/>
                  <a:pt x="618579" y="59732"/>
                </a:cubicBezTo>
                <a:cubicBezTo>
                  <a:pt x="619834" y="57619"/>
                  <a:pt x="620462" y="55001"/>
                  <a:pt x="620462" y="51878"/>
                </a:cubicBezTo>
                <a:cubicBezTo>
                  <a:pt x="620462" y="49674"/>
                  <a:pt x="620033" y="47822"/>
                  <a:pt x="619175" y="46322"/>
                </a:cubicBezTo>
                <a:cubicBezTo>
                  <a:pt x="618319" y="44821"/>
                  <a:pt x="617187" y="43565"/>
                  <a:pt x="615778" y="42555"/>
                </a:cubicBezTo>
                <a:cubicBezTo>
                  <a:pt x="614371" y="41544"/>
                  <a:pt x="612764" y="40733"/>
                  <a:pt x="610959" y="40121"/>
                </a:cubicBezTo>
                <a:cubicBezTo>
                  <a:pt x="609154" y="39509"/>
                  <a:pt x="607302" y="38988"/>
                  <a:pt x="605404" y="38559"/>
                </a:cubicBezTo>
                <a:cubicBezTo>
                  <a:pt x="603568" y="38131"/>
                  <a:pt x="601762" y="37733"/>
                  <a:pt x="599987" y="37366"/>
                </a:cubicBezTo>
                <a:cubicBezTo>
                  <a:pt x="598212" y="36998"/>
                  <a:pt x="596636" y="36584"/>
                  <a:pt x="595259" y="36126"/>
                </a:cubicBezTo>
                <a:cubicBezTo>
                  <a:pt x="593882" y="35666"/>
                  <a:pt x="592765" y="35069"/>
                  <a:pt x="591908" y="34334"/>
                </a:cubicBezTo>
                <a:cubicBezTo>
                  <a:pt x="591051" y="33599"/>
                  <a:pt x="590623" y="32650"/>
                  <a:pt x="590623" y="31486"/>
                </a:cubicBezTo>
                <a:cubicBezTo>
                  <a:pt x="590623" y="30506"/>
                  <a:pt x="590868" y="29725"/>
                  <a:pt x="591357" y="29144"/>
                </a:cubicBezTo>
                <a:cubicBezTo>
                  <a:pt x="591848" y="28562"/>
                  <a:pt x="592444" y="28118"/>
                  <a:pt x="593148" y="27813"/>
                </a:cubicBezTo>
                <a:cubicBezTo>
                  <a:pt x="593852" y="27506"/>
                  <a:pt x="594632" y="27307"/>
                  <a:pt x="595489" y="27216"/>
                </a:cubicBezTo>
                <a:cubicBezTo>
                  <a:pt x="596346" y="27123"/>
                  <a:pt x="597142" y="27077"/>
                  <a:pt x="597876" y="27077"/>
                </a:cubicBezTo>
                <a:cubicBezTo>
                  <a:pt x="600201" y="27077"/>
                  <a:pt x="602221" y="27523"/>
                  <a:pt x="603935" y="28415"/>
                </a:cubicBezTo>
                <a:cubicBezTo>
                  <a:pt x="605649" y="29306"/>
                  <a:pt x="606597" y="31012"/>
                  <a:pt x="606781" y="33533"/>
                </a:cubicBezTo>
                <a:lnTo>
                  <a:pt x="619177" y="33533"/>
                </a:lnTo>
                <a:cubicBezTo>
                  <a:pt x="618932" y="30594"/>
                  <a:pt x="618182" y="28161"/>
                  <a:pt x="616927" y="26232"/>
                </a:cubicBezTo>
                <a:cubicBezTo>
                  <a:pt x="615673" y="24304"/>
                  <a:pt x="614097" y="22758"/>
                  <a:pt x="612199" y="21595"/>
                </a:cubicBezTo>
                <a:cubicBezTo>
                  <a:pt x="610302" y="20432"/>
                  <a:pt x="608145" y="19605"/>
                  <a:pt x="605727" y="19116"/>
                </a:cubicBezTo>
                <a:cubicBezTo>
                  <a:pt x="603309" y="18625"/>
                  <a:pt x="600814" y="18380"/>
                  <a:pt x="598244" y="18380"/>
                </a:cubicBezTo>
                <a:cubicBezTo>
                  <a:pt x="595673" y="18380"/>
                  <a:pt x="593163" y="18610"/>
                  <a:pt x="590714" y="19069"/>
                </a:cubicBezTo>
                <a:cubicBezTo>
                  <a:pt x="588266" y="19528"/>
                  <a:pt x="586063" y="20324"/>
                  <a:pt x="584105" y="21457"/>
                </a:cubicBezTo>
                <a:cubicBezTo>
                  <a:pt x="582146" y="22590"/>
                  <a:pt x="580570" y="24136"/>
                  <a:pt x="579376" y="26095"/>
                </a:cubicBezTo>
                <a:cubicBezTo>
                  <a:pt x="578183" y="28055"/>
                  <a:pt x="577586" y="30566"/>
                  <a:pt x="577586" y="33628"/>
                </a:cubicBezTo>
                <a:cubicBezTo>
                  <a:pt x="577586" y="35710"/>
                  <a:pt x="578014" y="37470"/>
                  <a:pt x="578871" y="38909"/>
                </a:cubicBezTo>
                <a:cubicBezTo>
                  <a:pt x="579728" y="40348"/>
                  <a:pt x="580860" y="41542"/>
                  <a:pt x="582268" y="42492"/>
                </a:cubicBezTo>
                <a:cubicBezTo>
                  <a:pt x="583676" y="43441"/>
                  <a:pt x="585283" y="44206"/>
                  <a:pt x="587089" y="44788"/>
                </a:cubicBezTo>
                <a:cubicBezTo>
                  <a:pt x="588894" y="45370"/>
                  <a:pt x="590745" y="45875"/>
                  <a:pt x="592643" y="46304"/>
                </a:cubicBezTo>
                <a:cubicBezTo>
                  <a:pt x="597294" y="47283"/>
                  <a:pt x="600920" y="48263"/>
                  <a:pt x="603521" y="49243"/>
                </a:cubicBezTo>
                <a:cubicBezTo>
                  <a:pt x="606123" y="50222"/>
                  <a:pt x="607424" y="51692"/>
                  <a:pt x="607424" y="53651"/>
                </a:cubicBezTo>
                <a:cubicBezTo>
                  <a:pt x="607424" y="54814"/>
                  <a:pt x="607149" y="55779"/>
                  <a:pt x="606598" y="56544"/>
                </a:cubicBezTo>
                <a:cubicBezTo>
                  <a:pt x="606047" y="57310"/>
                  <a:pt x="605358" y="57923"/>
                  <a:pt x="604532" y="58382"/>
                </a:cubicBezTo>
                <a:cubicBezTo>
                  <a:pt x="603706" y="58841"/>
                  <a:pt x="602788" y="59178"/>
                  <a:pt x="601777" y="59393"/>
                </a:cubicBezTo>
                <a:cubicBezTo>
                  <a:pt x="600768" y="59606"/>
                  <a:pt x="599804" y="59713"/>
                  <a:pt x="598886" y="59713"/>
                </a:cubicBezTo>
                <a:cubicBezTo>
                  <a:pt x="597601" y="59713"/>
                  <a:pt x="596361" y="59561"/>
                  <a:pt x="595168" y="59255"/>
                </a:cubicBezTo>
                <a:cubicBezTo>
                  <a:pt x="593974" y="58949"/>
                  <a:pt x="592918" y="58475"/>
                  <a:pt x="592000" y="57833"/>
                </a:cubicBezTo>
                <a:cubicBezTo>
                  <a:pt x="591082" y="57191"/>
                  <a:pt x="590332" y="56365"/>
                  <a:pt x="589750" y="55356"/>
                </a:cubicBezTo>
                <a:cubicBezTo>
                  <a:pt x="589169" y="54348"/>
                  <a:pt x="588879" y="53140"/>
                  <a:pt x="588879" y="51734"/>
                </a:cubicBezTo>
                <a:close/>
                <a:moveTo>
                  <a:pt x="650606" y="0"/>
                </a:moveTo>
                <a:lnTo>
                  <a:pt x="639682" y="0"/>
                </a:lnTo>
                <a:cubicBezTo>
                  <a:pt x="637662" y="2938"/>
                  <a:pt x="635901" y="6152"/>
                  <a:pt x="634402" y="9641"/>
                </a:cubicBezTo>
                <a:cubicBezTo>
                  <a:pt x="632903" y="13130"/>
                  <a:pt x="631648" y="16742"/>
                  <a:pt x="630637" y="20476"/>
                </a:cubicBezTo>
                <a:cubicBezTo>
                  <a:pt x="629628" y="24210"/>
                  <a:pt x="628863" y="27959"/>
                  <a:pt x="628343" y="31724"/>
                </a:cubicBezTo>
                <a:cubicBezTo>
                  <a:pt x="627822" y="35489"/>
                  <a:pt x="627562" y="39086"/>
                  <a:pt x="627562" y="42514"/>
                </a:cubicBezTo>
                <a:cubicBezTo>
                  <a:pt x="627562" y="49737"/>
                  <a:pt x="628618" y="56838"/>
                  <a:pt x="630730" y="63817"/>
                </a:cubicBezTo>
                <a:cubicBezTo>
                  <a:pt x="632841" y="70795"/>
                  <a:pt x="635825" y="77437"/>
                  <a:pt x="639682" y="83742"/>
                </a:cubicBezTo>
                <a:lnTo>
                  <a:pt x="650515" y="83742"/>
                </a:lnTo>
                <a:cubicBezTo>
                  <a:pt x="647026" y="77070"/>
                  <a:pt x="644501" y="70214"/>
                  <a:pt x="642940" y="63175"/>
                </a:cubicBezTo>
                <a:cubicBezTo>
                  <a:pt x="641380" y="56135"/>
                  <a:pt x="640599" y="48942"/>
                  <a:pt x="640599" y="41595"/>
                </a:cubicBezTo>
                <a:cubicBezTo>
                  <a:pt x="640599" y="34372"/>
                  <a:pt x="641395" y="27256"/>
                  <a:pt x="642986" y="20248"/>
                </a:cubicBezTo>
                <a:cubicBezTo>
                  <a:pt x="644578" y="13238"/>
                  <a:pt x="647118" y="6489"/>
                  <a:pt x="650606" y="0"/>
                </a:cubicBezTo>
                <a:close/>
                <a:moveTo>
                  <a:pt x="653729" y="27603"/>
                </a:moveTo>
                <a:lnTo>
                  <a:pt x="666215" y="27603"/>
                </a:lnTo>
                <a:cubicBezTo>
                  <a:pt x="666215" y="25889"/>
                  <a:pt x="666383" y="24160"/>
                  <a:pt x="666719" y="22415"/>
                </a:cubicBezTo>
                <a:cubicBezTo>
                  <a:pt x="667057" y="20670"/>
                  <a:pt x="667623" y="19079"/>
                  <a:pt x="668419" y="17641"/>
                </a:cubicBezTo>
                <a:cubicBezTo>
                  <a:pt x="669215" y="16202"/>
                  <a:pt x="670270" y="15039"/>
                  <a:pt x="671586" y="14152"/>
                </a:cubicBezTo>
                <a:cubicBezTo>
                  <a:pt x="672902" y="13265"/>
                  <a:pt x="674509" y="12821"/>
                  <a:pt x="676407" y="12821"/>
                </a:cubicBezTo>
                <a:cubicBezTo>
                  <a:pt x="679222" y="12821"/>
                  <a:pt x="681532" y="13693"/>
                  <a:pt x="683337" y="15437"/>
                </a:cubicBezTo>
                <a:cubicBezTo>
                  <a:pt x="685144" y="17181"/>
                  <a:pt x="686047" y="19613"/>
                  <a:pt x="686047" y="22733"/>
                </a:cubicBezTo>
                <a:cubicBezTo>
                  <a:pt x="686047" y="24691"/>
                  <a:pt x="685603" y="26436"/>
                  <a:pt x="684714" y="27965"/>
                </a:cubicBezTo>
                <a:cubicBezTo>
                  <a:pt x="683827" y="29495"/>
                  <a:pt x="682726" y="30872"/>
                  <a:pt x="681410" y="32095"/>
                </a:cubicBezTo>
                <a:cubicBezTo>
                  <a:pt x="680094" y="33319"/>
                  <a:pt x="678640" y="34435"/>
                  <a:pt x="677049" y="35445"/>
                </a:cubicBezTo>
                <a:cubicBezTo>
                  <a:pt x="675457" y="36455"/>
                  <a:pt x="673958" y="37449"/>
                  <a:pt x="672550" y="38428"/>
                </a:cubicBezTo>
                <a:cubicBezTo>
                  <a:pt x="669796" y="40324"/>
                  <a:pt x="667179" y="42191"/>
                  <a:pt x="664699" y="44027"/>
                </a:cubicBezTo>
                <a:cubicBezTo>
                  <a:pt x="662221" y="45862"/>
                  <a:pt x="660063" y="47866"/>
                  <a:pt x="658227" y="50038"/>
                </a:cubicBezTo>
                <a:cubicBezTo>
                  <a:pt x="656391" y="52210"/>
                  <a:pt x="654937" y="54673"/>
                  <a:pt x="653866" y="57427"/>
                </a:cubicBezTo>
                <a:cubicBezTo>
                  <a:pt x="652795" y="60180"/>
                  <a:pt x="652259" y="63423"/>
                  <a:pt x="652259" y="67155"/>
                </a:cubicBezTo>
                <a:lnTo>
                  <a:pt x="699451" y="67155"/>
                </a:lnTo>
                <a:lnTo>
                  <a:pt x="699451" y="55948"/>
                </a:lnTo>
                <a:lnTo>
                  <a:pt x="669060" y="55948"/>
                </a:lnTo>
                <a:cubicBezTo>
                  <a:pt x="670652" y="53745"/>
                  <a:pt x="672488" y="51818"/>
                  <a:pt x="674569" y="50166"/>
                </a:cubicBezTo>
                <a:cubicBezTo>
                  <a:pt x="676651" y="48514"/>
                  <a:pt x="678793" y="46969"/>
                  <a:pt x="680996" y="45532"/>
                </a:cubicBezTo>
                <a:cubicBezTo>
                  <a:pt x="683200" y="44093"/>
                  <a:pt x="685388" y="42640"/>
                  <a:pt x="687561" y="41172"/>
                </a:cubicBezTo>
                <a:cubicBezTo>
                  <a:pt x="689734" y="39703"/>
                  <a:pt x="691678" y="38066"/>
                  <a:pt x="693392" y="36262"/>
                </a:cubicBezTo>
                <a:cubicBezTo>
                  <a:pt x="695106" y="34456"/>
                  <a:pt x="696483" y="32391"/>
                  <a:pt x="697523" y="30067"/>
                </a:cubicBezTo>
                <a:cubicBezTo>
                  <a:pt x="698564" y="27741"/>
                  <a:pt x="699084" y="24957"/>
                  <a:pt x="699084" y="21713"/>
                </a:cubicBezTo>
                <a:cubicBezTo>
                  <a:pt x="699084" y="18593"/>
                  <a:pt x="698487" y="15778"/>
                  <a:pt x="697293" y="13270"/>
                </a:cubicBezTo>
                <a:cubicBezTo>
                  <a:pt x="696100" y="10761"/>
                  <a:pt x="694493" y="8650"/>
                  <a:pt x="692473" y="6937"/>
                </a:cubicBezTo>
                <a:cubicBezTo>
                  <a:pt x="690454" y="5224"/>
                  <a:pt x="688113" y="3908"/>
                  <a:pt x="685450" y="2991"/>
                </a:cubicBezTo>
                <a:cubicBezTo>
                  <a:pt x="682787" y="2073"/>
                  <a:pt x="679987" y="1614"/>
                  <a:pt x="677049" y="1614"/>
                </a:cubicBezTo>
                <a:cubicBezTo>
                  <a:pt x="673192" y="1614"/>
                  <a:pt x="669780" y="2272"/>
                  <a:pt x="666811" y="3589"/>
                </a:cubicBezTo>
                <a:cubicBezTo>
                  <a:pt x="663842" y="4906"/>
                  <a:pt x="661379" y="6744"/>
                  <a:pt x="659421" y="9102"/>
                </a:cubicBezTo>
                <a:cubicBezTo>
                  <a:pt x="657462" y="11459"/>
                  <a:pt x="655993" y="14214"/>
                  <a:pt x="655013" y="17366"/>
                </a:cubicBezTo>
                <a:cubicBezTo>
                  <a:pt x="654034" y="20518"/>
                  <a:pt x="653606" y="23930"/>
                  <a:pt x="653729" y="27603"/>
                </a:cubicBezTo>
                <a:close/>
                <a:moveTo>
                  <a:pt x="701042" y="83742"/>
                </a:moveTo>
                <a:lnTo>
                  <a:pt x="711876" y="83742"/>
                </a:lnTo>
                <a:cubicBezTo>
                  <a:pt x="713896" y="80865"/>
                  <a:pt x="715671" y="77681"/>
                  <a:pt x="717200" y="74192"/>
                </a:cubicBezTo>
                <a:cubicBezTo>
                  <a:pt x="718731" y="70703"/>
                  <a:pt x="720001" y="67107"/>
                  <a:pt x="721011" y="63403"/>
                </a:cubicBezTo>
                <a:cubicBezTo>
                  <a:pt x="722021" y="59700"/>
                  <a:pt x="722770" y="55966"/>
                  <a:pt x="723260" y="52202"/>
                </a:cubicBezTo>
                <a:cubicBezTo>
                  <a:pt x="723750" y="48437"/>
                  <a:pt x="723995" y="44840"/>
                  <a:pt x="723995" y="41412"/>
                </a:cubicBezTo>
                <a:cubicBezTo>
                  <a:pt x="723995" y="34188"/>
                  <a:pt x="722939" y="27057"/>
                  <a:pt x="720828" y="20018"/>
                </a:cubicBezTo>
                <a:cubicBezTo>
                  <a:pt x="718716" y="12978"/>
                  <a:pt x="715732" y="6305"/>
                  <a:pt x="711876" y="0"/>
                </a:cubicBezTo>
                <a:lnTo>
                  <a:pt x="701133" y="0"/>
                </a:lnTo>
                <a:cubicBezTo>
                  <a:pt x="704500" y="6672"/>
                  <a:pt x="706979" y="13559"/>
                  <a:pt x="708571" y="20660"/>
                </a:cubicBezTo>
                <a:cubicBezTo>
                  <a:pt x="710162" y="27760"/>
                  <a:pt x="710958" y="34984"/>
                  <a:pt x="710958" y="42331"/>
                </a:cubicBezTo>
                <a:cubicBezTo>
                  <a:pt x="710958" y="49554"/>
                  <a:pt x="710147" y="56639"/>
                  <a:pt x="708525" y="63587"/>
                </a:cubicBezTo>
                <a:cubicBezTo>
                  <a:pt x="706902" y="70535"/>
                  <a:pt x="704408" y="77253"/>
                  <a:pt x="701042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y=torch.sin(x)">
            <a:extLst xmlns:a="http://schemas.openxmlformats.org/drawingml/2006/main">
              <a:ext uri="{FF2B5EF4-FFF2-40B4-BE49-F238E27FC236}">
                <a16:creationId xmlns:a16="http://schemas.microsoft.com/office/drawing/2014/main" id="{0332F524-C555-4C00-AB92-566781D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14" y="2307707"/>
            <a:ext cx="635704" cy="83742"/>
          </a:xfrm>
          <a:custGeom xmlns:a="http://schemas.openxmlformats.org/drawingml/2006/main">
            <a:pathLst>
              <a:path w="635704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74962" y="19725"/>
                </a:moveTo>
                <a:lnTo>
                  <a:pt x="174962" y="5469"/>
                </a:lnTo>
                <a:lnTo>
                  <a:pt x="161925" y="5469"/>
                </a:lnTo>
                <a:lnTo>
                  <a:pt x="161925" y="19725"/>
                </a:lnTo>
                <a:lnTo>
                  <a:pt x="154029" y="19725"/>
                </a:lnTo>
                <a:lnTo>
                  <a:pt x="154029" y="28422"/>
                </a:lnTo>
                <a:lnTo>
                  <a:pt x="161925" y="28422"/>
                </a:lnTo>
                <a:lnTo>
                  <a:pt x="161925" y="56409"/>
                </a:lnTo>
                <a:cubicBezTo>
                  <a:pt x="161925" y="58795"/>
                  <a:pt x="162323" y="60722"/>
                  <a:pt x="163118" y="62190"/>
                </a:cubicBezTo>
                <a:cubicBezTo>
                  <a:pt x="163914" y="63658"/>
                  <a:pt x="165000" y="64790"/>
                  <a:pt x="166377" y="65586"/>
                </a:cubicBezTo>
                <a:cubicBezTo>
                  <a:pt x="167755" y="66381"/>
                  <a:pt x="169346" y="66916"/>
                  <a:pt x="171151" y="67190"/>
                </a:cubicBezTo>
                <a:cubicBezTo>
                  <a:pt x="172958" y="67466"/>
                  <a:pt x="174871" y="67603"/>
                  <a:pt x="176891" y="67603"/>
                </a:cubicBezTo>
                <a:cubicBezTo>
                  <a:pt x="178176" y="67603"/>
                  <a:pt x="179492" y="67573"/>
                  <a:pt x="180839" y="67514"/>
                </a:cubicBezTo>
                <a:cubicBezTo>
                  <a:pt x="182186" y="67454"/>
                  <a:pt x="183410" y="67334"/>
                  <a:pt x="184511" y="67155"/>
                </a:cubicBezTo>
                <a:lnTo>
                  <a:pt x="184511" y="57015"/>
                </a:lnTo>
                <a:cubicBezTo>
                  <a:pt x="183899" y="57137"/>
                  <a:pt x="183256" y="57229"/>
                  <a:pt x="182583" y="57291"/>
                </a:cubicBezTo>
                <a:cubicBezTo>
                  <a:pt x="181910" y="57352"/>
                  <a:pt x="181206" y="57382"/>
                  <a:pt x="180472" y="57382"/>
                </a:cubicBezTo>
                <a:cubicBezTo>
                  <a:pt x="178268" y="57382"/>
                  <a:pt x="176798" y="57016"/>
                  <a:pt x="176063" y="56282"/>
                </a:cubicBezTo>
                <a:cubicBezTo>
                  <a:pt x="175329" y="55549"/>
                  <a:pt x="174962" y="54083"/>
                  <a:pt x="174962" y="51884"/>
                </a:cubicBezTo>
                <a:lnTo>
                  <a:pt x="174962" y="28422"/>
                </a:lnTo>
                <a:lnTo>
                  <a:pt x="184511" y="28422"/>
                </a:lnTo>
                <a:lnTo>
                  <a:pt x="184511" y="19725"/>
                </a:lnTo>
                <a:lnTo>
                  <a:pt x="174962" y="19725"/>
                </a:lnTo>
                <a:close/>
                <a:moveTo>
                  <a:pt x="202138" y="43486"/>
                </a:moveTo>
                <a:cubicBezTo>
                  <a:pt x="202138" y="41589"/>
                  <a:pt x="202322" y="39722"/>
                  <a:pt x="202689" y="37885"/>
                </a:cubicBezTo>
                <a:cubicBezTo>
                  <a:pt x="203056" y="36048"/>
                  <a:pt x="203683" y="34426"/>
                  <a:pt x="204570" y="33019"/>
                </a:cubicBezTo>
                <a:cubicBezTo>
                  <a:pt x="205458" y="31610"/>
                  <a:pt x="206637" y="30462"/>
                  <a:pt x="208106" y="29575"/>
                </a:cubicBezTo>
                <a:cubicBezTo>
                  <a:pt x="209575" y="28687"/>
                  <a:pt x="211411" y="28243"/>
                  <a:pt x="213614" y="28243"/>
                </a:cubicBezTo>
                <a:cubicBezTo>
                  <a:pt x="215819" y="28243"/>
                  <a:pt x="217670" y="28687"/>
                  <a:pt x="219169" y="29575"/>
                </a:cubicBezTo>
                <a:cubicBezTo>
                  <a:pt x="220669" y="30462"/>
                  <a:pt x="221863" y="31610"/>
                  <a:pt x="222750" y="33019"/>
                </a:cubicBezTo>
                <a:cubicBezTo>
                  <a:pt x="223638" y="34426"/>
                  <a:pt x="224266" y="36048"/>
                  <a:pt x="224633" y="37885"/>
                </a:cubicBezTo>
                <a:cubicBezTo>
                  <a:pt x="225000" y="39722"/>
                  <a:pt x="225183" y="41589"/>
                  <a:pt x="225183" y="43486"/>
                </a:cubicBezTo>
                <a:cubicBezTo>
                  <a:pt x="225183" y="45384"/>
                  <a:pt x="225000" y="47236"/>
                  <a:pt x="224633" y="49042"/>
                </a:cubicBezTo>
                <a:cubicBezTo>
                  <a:pt x="224266" y="50848"/>
                  <a:pt x="223638" y="52470"/>
                  <a:pt x="222750" y="53909"/>
                </a:cubicBezTo>
                <a:cubicBezTo>
                  <a:pt x="221863" y="55348"/>
                  <a:pt x="220669" y="56495"/>
                  <a:pt x="219169" y="57353"/>
                </a:cubicBezTo>
                <a:cubicBezTo>
                  <a:pt x="217670" y="58209"/>
                  <a:pt x="215819" y="58637"/>
                  <a:pt x="213614" y="58637"/>
                </a:cubicBezTo>
                <a:cubicBezTo>
                  <a:pt x="211411" y="58637"/>
                  <a:pt x="209575" y="58209"/>
                  <a:pt x="208106" y="57353"/>
                </a:cubicBezTo>
                <a:cubicBezTo>
                  <a:pt x="206637" y="56495"/>
                  <a:pt x="205458" y="55348"/>
                  <a:pt x="204570" y="53909"/>
                </a:cubicBezTo>
                <a:cubicBezTo>
                  <a:pt x="203683" y="52470"/>
                  <a:pt x="203056" y="50848"/>
                  <a:pt x="202689" y="49042"/>
                </a:cubicBezTo>
                <a:cubicBezTo>
                  <a:pt x="202322" y="47236"/>
                  <a:pt x="202138" y="45384"/>
                  <a:pt x="202138" y="43486"/>
                </a:cubicBezTo>
                <a:moveTo>
                  <a:pt x="189101" y="43488"/>
                </a:moveTo>
                <a:cubicBezTo>
                  <a:pt x="189101" y="47289"/>
                  <a:pt x="189682" y="50722"/>
                  <a:pt x="190845" y="53787"/>
                </a:cubicBezTo>
                <a:cubicBezTo>
                  <a:pt x="192008" y="56853"/>
                  <a:pt x="193661" y="59474"/>
                  <a:pt x="195803" y="61651"/>
                </a:cubicBezTo>
                <a:cubicBezTo>
                  <a:pt x="197946" y="63827"/>
                  <a:pt x="200516" y="65498"/>
                  <a:pt x="203515" y="66663"/>
                </a:cubicBezTo>
                <a:cubicBezTo>
                  <a:pt x="206515" y="67828"/>
                  <a:pt x="209881" y="68410"/>
                  <a:pt x="213614" y="68410"/>
                </a:cubicBezTo>
                <a:cubicBezTo>
                  <a:pt x="217348" y="68410"/>
                  <a:pt x="220730" y="67828"/>
                  <a:pt x="223760" y="66663"/>
                </a:cubicBezTo>
                <a:cubicBezTo>
                  <a:pt x="226790" y="65498"/>
                  <a:pt x="229376" y="63827"/>
                  <a:pt x="231518" y="61651"/>
                </a:cubicBezTo>
                <a:cubicBezTo>
                  <a:pt x="233661" y="59474"/>
                  <a:pt x="235314" y="56853"/>
                  <a:pt x="236476" y="53787"/>
                </a:cubicBezTo>
                <a:cubicBezTo>
                  <a:pt x="237639" y="50722"/>
                  <a:pt x="238220" y="47289"/>
                  <a:pt x="238220" y="43488"/>
                </a:cubicBezTo>
                <a:cubicBezTo>
                  <a:pt x="238220" y="39687"/>
                  <a:pt x="237639" y="36238"/>
                  <a:pt x="236476" y="33142"/>
                </a:cubicBezTo>
                <a:cubicBezTo>
                  <a:pt x="235314" y="30045"/>
                  <a:pt x="233661" y="27408"/>
                  <a:pt x="231518" y="25232"/>
                </a:cubicBezTo>
                <a:cubicBezTo>
                  <a:pt x="229376" y="23055"/>
                  <a:pt x="226790" y="21369"/>
                  <a:pt x="223760" y="20173"/>
                </a:cubicBezTo>
                <a:cubicBezTo>
                  <a:pt x="220730" y="18978"/>
                  <a:pt x="217348" y="18380"/>
                  <a:pt x="213614" y="18380"/>
                </a:cubicBezTo>
                <a:cubicBezTo>
                  <a:pt x="209881" y="18380"/>
                  <a:pt x="206515" y="18978"/>
                  <a:pt x="203515" y="20173"/>
                </a:cubicBezTo>
                <a:cubicBezTo>
                  <a:pt x="200516" y="21369"/>
                  <a:pt x="197946" y="23055"/>
                  <a:pt x="195803" y="25232"/>
                </a:cubicBezTo>
                <a:cubicBezTo>
                  <a:pt x="193661" y="27408"/>
                  <a:pt x="192008" y="30045"/>
                  <a:pt x="190845" y="33142"/>
                </a:cubicBezTo>
                <a:cubicBezTo>
                  <a:pt x="189682" y="36238"/>
                  <a:pt x="189101" y="39687"/>
                  <a:pt x="189101" y="43488"/>
                </a:cubicBezTo>
                <a:close/>
                <a:moveTo>
                  <a:pt x="246423" y="19654"/>
                </a:moveTo>
                <a:lnTo>
                  <a:pt x="246423" y="67155"/>
                </a:lnTo>
                <a:lnTo>
                  <a:pt x="259460" y="67155"/>
                </a:lnTo>
                <a:lnTo>
                  <a:pt x="259460" y="45740"/>
                </a:lnTo>
                <a:cubicBezTo>
                  <a:pt x="259460" y="43596"/>
                  <a:pt x="259674" y="41605"/>
                  <a:pt x="260103" y="39767"/>
                </a:cubicBezTo>
                <a:cubicBezTo>
                  <a:pt x="260531" y="37929"/>
                  <a:pt x="261250" y="36321"/>
                  <a:pt x="262260" y="34942"/>
                </a:cubicBezTo>
                <a:cubicBezTo>
                  <a:pt x="263270" y="33564"/>
                  <a:pt x="264601" y="32476"/>
                  <a:pt x="266253" y="31679"/>
                </a:cubicBezTo>
                <a:cubicBezTo>
                  <a:pt x="267906" y="30883"/>
                  <a:pt x="269926" y="30484"/>
                  <a:pt x="272313" y="30484"/>
                </a:cubicBezTo>
                <a:cubicBezTo>
                  <a:pt x="273109" y="30484"/>
                  <a:pt x="273935" y="30531"/>
                  <a:pt x="274791" y="30623"/>
                </a:cubicBezTo>
                <a:cubicBezTo>
                  <a:pt x="275649" y="30714"/>
                  <a:pt x="276383" y="30821"/>
                  <a:pt x="276995" y="30944"/>
                </a:cubicBezTo>
                <a:lnTo>
                  <a:pt x="276995" y="18838"/>
                </a:lnTo>
                <a:cubicBezTo>
                  <a:pt x="275955" y="18533"/>
                  <a:pt x="275006" y="18380"/>
                  <a:pt x="274150" y="18380"/>
                </a:cubicBezTo>
                <a:cubicBezTo>
                  <a:pt x="272497" y="18380"/>
                  <a:pt x="270905" y="18625"/>
                  <a:pt x="269375" y="19114"/>
                </a:cubicBezTo>
                <a:cubicBezTo>
                  <a:pt x="267846" y="19603"/>
                  <a:pt x="266407" y="20290"/>
                  <a:pt x="265061" y="21176"/>
                </a:cubicBezTo>
                <a:cubicBezTo>
                  <a:pt x="263714" y="22063"/>
                  <a:pt x="262520" y="23133"/>
                  <a:pt x="261480" y="24386"/>
                </a:cubicBezTo>
                <a:cubicBezTo>
                  <a:pt x="260439" y="25639"/>
                  <a:pt x="259613" y="27000"/>
                  <a:pt x="259000" y="28467"/>
                </a:cubicBezTo>
                <a:lnTo>
                  <a:pt x="258817" y="28467"/>
                </a:lnTo>
                <a:lnTo>
                  <a:pt x="258817" y="19654"/>
                </a:lnTo>
                <a:lnTo>
                  <a:pt x="246423" y="19654"/>
                </a:lnTo>
                <a:close/>
                <a:moveTo>
                  <a:pt x="314700" y="36402"/>
                </a:moveTo>
                <a:lnTo>
                  <a:pt x="327461" y="36402"/>
                </a:lnTo>
                <a:cubicBezTo>
                  <a:pt x="327278" y="33337"/>
                  <a:pt x="326544" y="30686"/>
                  <a:pt x="325258" y="28449"/>
                </a:cubicBezTo>
                <a:cubicBezTo>
                  <a:pt x="323972" y="26211"/>
                  <a:pt x="322304" y="24341"/>
                  <a:pt x="320253" y="22839"/>
                </a:cubicBezTo>
                <a:cubicBezTo>
                  <a:pt x="318203" y="21338"/>
                  <a:pt x="315878" y="20219"/>
                  <a:pt x="313277" y="19484"/>
                </a:cubicBezTo>
                <a:cubicBezTo>
                  <a:pt x="310676" y="18748"/>
                  <a:pt x="307967" y="18380"/>
                  <a:pt x="305151" y="18380"/>
                </a:cubicBezTo>
                <a:cubicBezTo>
                  <a:pt x="301295" y="18380"/>
                  <a:pt x="297867" y="19024"/>
                  <a:pt x="294867" y="20312"/>
                </a:cubicBezTo>
                <a:cubicBezTo>
                  <a:pt x="291868" y="21599"/>
                  <a:pt x="289328" y="23392"/>
                  <a:pt x="287247" y="25692"/>
                </a:cubicBezTo>
                <a:cubicBezTo>
                  <a:pt x="285167" y="27991"/>
                  <a:pt x="283591" y="30720"/>
                  <a:pt x="282519" y="33877"/>
                </a:cubicBezTo>
                <a:cubicBezTo>
                  <a:pt x="281448" y="37034"/>
                  <a:pt x="280912" y="40452"/>
                  <a:pt x="280912" y="44131"/>
                </a:cubicBezTo>
                <a:cubicBezTo>
                  <a:pt x="280912" y="47687"/>
                  <a:pt x="281494" y="50952"/>
                  <a:pt x="282657" y="53926"/>
                </a:cubicBezTo>
                <a:cubicBezTo>
                  <a:pt x="283819" y="56899"/>
                  <a:pt x="285441" y="59458"/>
                  <a:pt x="287522" y="61605"/>
                </a:cubicBezTo>
                <a:cubicBezTo>
                  <a:pt x="289604" y="63751"/>
                  <a:pt x="292129" y="65422"/>
                  <a:pt x="295097" y="66617"/>
                </a:cubicBezTo>
                <a:cubicBezTo>
                  <a:pt x="298066" y="67813"/>
                  <a:pt x="301325" y="68410"/>
                  <a:pt x="304875" y="68410"/>
                </a:cubicBezTo>
                <a:cubicBezTo>
                  <a:pt x="311180" y="68410"/>
                  <a:pt x="316351" y="66751"/>
                  <a:pt x="320391" y="63433"/>
                </a:cubicBezTo>
                <a:cubicBezTo>
                  <a:pt x="324431" y="60114"/>
                  <a:pt x="326880" y="55302"/>
                  <a:pt x="327737" y="48998"/>
                </a:cubicBezTo>
                <a:lnTo>
                  <a:pt x="315158" y="48998"/>
                </a:lnTo>
                <a:cubicBezTo>
                  <a:pt x="314730" y="51936"/>
                  <a:pt x="313675" y="54277"/>
                  <a:pt x="311991" y="56022"/>
                </a:cubicBezTo>
                <a:cubicBezTo>
                  <a:pt x="310308" y="57766"/>
                  <a:pt x="307906" y="58637"/>
                  <a:pt x="304784" y="58637"/>
                </a:cubicBezTo>
                <a:cubicBezTo>
                  <a:pt x="302764" y="58637"/>
                  <a:pt x="301050" y="58178"/>
                  <a:pt x="299642" y="57260"/>
                </a:cubicBezTo>
                <a:cubicBezTo>
                  <a:pt x="298234" y="56342"/>
                  <a:pt x="297117" y="55164"/>
                  <a:pt x="296290" y="53726"/>
                </a:cubicBezTo>
                <a:cubicBezTo>
                  <a:pt x="295465" y="52287"/>
                  <a:pt x="294868" y="50679"/>
                  <a:pt x="294500" y="48904"/>
                </a:cubicBezTo>
                <a:cubicBezTo>
                  <a:pt x="294133" y="47128"/>
                  <a:pt x="293950" y="45384"/>
                  <a:pt x="293950" y="43670"/>
                </a:cubicBezTo>
                <a:cubicBezTo>
                  <a:pt x="293950" y="41894"/>
                  <a:pt x="294133" y="40104"/>
                  <a:pt x="294500" y="38299"/>
                </a:cubicBezTo>
                <a:cubicBezTo>
                  <a:pt x="294868" y="36492"/>
                  <a:pt x="295496" y="34839"/>
                  <a:pt x="296383" y="33339"/>
                </a:cubicBezTo>
                <a:cubicBezTo>
                  <a:pt x="297270" y="31839"/>
                  <a:pt x="298418" y="30615"/>
                  <a:pt x="299825" y="29666"/>
                </a:cubicBezTo>
                <a:cubicBezTo>
                  <a:pt x="301233" y="28717"/>
                  <a:pt x="302978" y="28243"/>
                  <a:pt x="305059" y="28243"/>
                </a:cubicBezTo>
                <a:cubicBezTo>
                  <a:pt x="310629" y="28243"/>
                  <a:pt x="313843" y="30962"/>
                  <a:pt x="314700" y="36402"/>
                </a:cubicBezTo>
                <a:close/>
                <a:moveTo>
                  <a:pt x="335174" y="1614"/>
                </a:moveTo>
                <a:lnTo>
                  <a:pt x="335174" y="67155"/>
                </a:lnTo>
                <a:lnTo>
                  <a:pt x="348211" y="67155"/>
                </a:lnTo>
                <a:lnTo>
                  <a:pt x="348211" y="42277"/>
                </a:lnTo>
                <a:cubicBezTo>
                  <a:pt x="348211" y="37442"/>
                  <a:pt x="349006" y="33969"/>
                  <a:pt x="350598" y="31859"/>
                </a:cubicBezTo>
                <a:cubicBezTo>
                  <a:pt x="352189" y="29747"/>
                  <a:pt x="354760" y="28691"/>
                  <a:pt x="358310" y="28691"/>
                </a:cubicBezTo>
                <a:cubicBezTo>
                  <a:pt x="361432" y="28691"/>
                  <a:pt x="363605" y="29655"/>
                  <a:pt x="364829" y="31583"/>
                </a:cubicBezTo>
                <a:cubicBezTo>
                  <a:pt x="366053" y="33510"/>
                  <a:pt x="366665" y="36433"/>
                  <a:pt x="366665" y="40350"/>
                </a:cubicBezTo>
                <a:lnTo>
                  <a:pt x="366665" y="67155"/>
                </a:lnTo>
                <a:lnTo>
                  <a:pt x="379702" y="67155"/>
                </a:lnTo>
                <a:lnTo>
                  <a:pt x="379702" y="37946"/>
                </a:lnTo>
                <a:cubicBezTo>
                  <a:pt x="379702" y="35006"/>
                  <a:pt x="379442" y="32327"/>
                  <a:pt x="378922" y="29908"/>
                </a:cubicBezTo>
                <a:cubicBezTo>
                  <a:pt x="378402" y="27490"/>
                  <a:pt x="377499" y="25438"/>
                  <a:pt x="376213" y="23754"/>
                </a:cubicBezTo>
                <a:cubicBezTo>
                  <a:pt x="374927" y="22070"/>
                  <a:pt x="373168" y="20754"/>
                  <a:pt x="370934" y="19805"/>
                </a:cubicBezTo>
                <a:cubicBezTo>
                  <a:pt x="368700" y="18855"/>
                  <a:pt x="365839" y="18380"/>
                  <a:pt x="362350" y="18380"/>
                </a:cubicBezTo>
                <a:cubicBezTo>
                  <a:pt x="359901" y="18380"/>
                  <a:pt x="357391" y="19009"/>
                  <a:pt x="354820" y="20267"/>
                </a:cubicBezTo>
                <a:cubicBezTo>
                  <a:pt x="352250" y="21525"/>
                  <a:pt x="350139" y="23535"/>
                  <a:pt x="348487" y="26297"/>
                </a:cubicBezTo>
                <a:lnTo>
                  <a:pt x="348211" y="26297"/>
                </a:lnTo>
                <a:lnTo>
                  <a:pt x="348211" y="1614"/>
                </a:lnTo>
                <a:lnTo>
                  <a:pt x="335174" y="1614"/>
                </a:lnTo>
                <a:close/>
                <a:moveTo>
                  <a:pt x="390046" y="52989"/>
                </a:moveTo>
                <a:lnTo>
                  <a:pt x="390046" y="67155"/>
                </a:lnTo>
                <a:lnTo>
                  <a:pt x="404460" y="67155"/>
                </a:lnTo>
                <a:lnTo>
                  <a:pt x="404460" y="52989"/>
                </a:lnTo>
                <a:lnTo>
                  <a:pt x="390046" y="52989"/>
                </a:lnTo>
                <a:close/>
                <a:moveTo>
                  <a:pt x="424843" y="51734"/>
                </a:moveTo>
                <a:lnTo>
                  <a:pt x="412449" y="51734"/>
                </a:lnTo>
                <a:cubicBezTo>
                  <a:pt x="412571" y="54911"/>
                  <a:pt x="413290" y="57554"/>
                  <a:pt x="414606" y="59661"/>
                </a:cubicBezTo>
                <a:cubicBezTo>
                  <a:pt x="415922" y="61768"/>
                  <a:pt x="417605" y="63464"/>
                  <a:pt x="419655" y="64747"/>
                </a:cubicBezTo>
                <a:cubicBezTo>
                  <a:pt x="421706" y="66030"/>
                  <a:pt x="424048" y="66946"/>
                  <a:pt x="426680" y="67495"/>
                </a:cubicBezTo>
                <a:cubicBezTo>
                  <a:pt x="429311" y="68046"/>
                  <a:pt x="432004" y="68321"/>
                  <a:pt x="434759" y="68321"/>
                </a:cubicBezTo>
                <a:cubicBezTo>
                  <a:pt x="437451" y="68321"/>
                  <a:pt x="440098" y="68060"/>
                  <a:pt x="442699" y="67539"/>
                </a:cubicBezTo>
                <a:cubicBezTo>
                  <a:pt x="445301" y="67019"/>
                  <a:pt x="447612" y="66116"/>
                  <a:pt x="449631" y="64830"/>
                </a:cubicBezTo>
                <a:cubicBezTo>
                  <a:pt x="451651" y="63543"/>
                  <a:pt x="453288" y="61844"/>
                  <a:pt x="454543" y="59732"/>
                </a:cubicBezTo>
                <a:cubicBezTo>
                  <a:pt x="455798" y="57619"/>
                  <a:pt x="456426" y="55001"/>
                  <a:pt x="456426" y="51878"/>
                </a:cubicBezTo>
                <a:cubicBezTo>
                  <a:pt x="456426" y="49674"/>
                  <a:pt x="455997" y="47822"/>
                  <a:pt x="455139" y="46322"/>
                </a:cubicBezTo>
                <a:cubicBezTo>
                  <a:pt x="454283" y="44821"/>
                  <a:pt x="453151" y="43565"/>
                  <a:pt x="451742" y="42555"/>
                </a:cubicBezTo>
                <a:cubicBezTo>
                  <a:pt x="450335" y="41544"/>
                  <a:pt x="448728" y="40733"/>
                  <a:pt x="446923" y="40121"/>
                </a:cubicBezTo>
                <a:cubicBezTo>
                  <a:pt x="445118" y="39509"/>
                  <a:pt x="443266" y="38988"/>
                  <a:pt x="441368" y="38559"/>
                </a:cubicBezTo>
                <a:cubicBezTo>
                  <a:pt x="439532" y="38131"/>
                  <a:pt x="437726" y="37733"/>
                  <a:pt x="435951" y="37366"/>
                </a:cubicBezTo>
                <a:cubicBezTo>
                  <a:pt x="434176" y="36998"/>
                  <a:pt x="432600" y="36584"/>
                  <a:pt x="431223" y="36126"/>
                </a:cubicBezTo>
                <a:cubicBezTo>
                  <a:pt x="429846" y="35666"/>
                  <a:pt x="428729" y="35069"/>
                  <a:pt x="427872" y="34334"/>
                </a:cubicBezTo>
                <a:cubicBezTo>
                  <a:pt x="427015" y="33599"/>
                  <a:pt x="426587" y="32650"/>
                  <a:pt x="426587" y="31486"/>
                </a:cubicBezTo>
                <a:cubicBezTo>
                  <a:pt x="426587" y="30506"/>
                  <a:pt x="426832" y="29725"/>
                  <a:pt x="427321" y="29144"/>
                </a:cubicBezTo>
                <a:cubicBezTo>
                  <a:pt x="427811" y="28562"/>
                  <a:pt x="428408" y="28118"/>
                  <a:pt x="429112" y="27813"/>
                </a:cubicBezTo>
                <a:cubicBezTo>
                  <a:pt x="429816" y="27506"/>
                  <a:pt x="430596" y="27307"/>
                  <a:pt x="431453" y="27216"/>
                </a:cubicBezTo>
                <a:cubicBezTo>
                  <a:pt x="432310" y="27123"/>
                  <a:pt x="433106" y="27077"/>
                  <a:pt x="433840" y="27077"/>
                </a:cubicBezTo>
                <a:cubicBezTo>
                  <a:pt x="436165" y="27077"/>
                  <a:pt x="438185" y="27523"/>
                  <a:pt x="439899" y="28415"/>
                </a:cubicBezTo>
                <a:cubicBezTo>
                  <a:pt x="441613" y="29306"/>
                  <a:pt x="442561" y="31012"/>
                  <a:pt x="442745" y="33533"/>
                </a:cubicBezTo>
                <a:lnTo>
                  <a:pt x="455141" y="33533"/>
                </a:lnTo>
                <a:cubicBezTo>
                  <a:pt x="454896" y="30594"/>
                  <a:pt x="454146" y="28161"/>
                  <a:pt x="452891" y="26232"/>
                </a:cubicBezTo>
                <a:cubicBezTo>
                  <a:pt x="451637" y="24304"/>
                  <a:pt x="450061" y="22758"/>
                  <a:pt x="448163" y="21595"/>
                </a:cubicBezTo>
                <a:cubicBezTo>
                  <a:pt x="446266" y="20432"/>
                  <a:pt x="444109" y="19605"/>
                  <a:pt x="441691" y="19116"/>
                </a:cubicBezTo>
                <a:cubicBezTo>
                  <a:pt x="439273" y="18625"/>
                  <a:pt x="436778" y="18380"/>
                  <a:pt x="434208" y="18380"/>
                </a:cubicBezTo>
                <a:cubicBezTo>
                  <a:pt x="431637" y="18380"/>
                  <a:pt x="429127" y="18610"/>
                  <a:pt x="426678" y="19069"/>
                </a:cubicBezTo>
                <a:cubicBezTo>
                  <a:pt x="424230" y="19528"/>
                  <a:pt x="422027" y="20324"/>
                  <a:pt x="420069" y="21457"/>
                </a:cubicBezTo>
                <a:cubicBezTo>
                  <a:pt x="418110" y="22590"/>
                  <a:pt x="416534" y="24136"/>
                  <a:pt x="415340" y="26095"/>
                </a:cubicBezTo>
                <a:cubicBezTo>
                  <a:pt x="414147" y="28055"/>
                  <a:pt x="413550" y="30566"/>
                  <a:pt x="413550" y="33628"/>
                </a:cubicBezTo>
                <a:cubicBezTo>
                  <a:pt x="413550" y="35710"/>
                  <a:pt x="413978" y="37470"/>
                  <a:pt x="414835" y="38909"/>
                </a:cubicBezTo>
                <a:cubicBezTo>
                  <a:pt x="415692" y="40348"/>
                  <a:pt x="416824" y="41542"/>
                  <a:pt x="418232" y="42492"/>
                </a:cubicBezTo>
                <a:cubicBezTo>
                  <a:pt x="419640" y="43441"/>
                  <a:pt x="421247" y="44206"/>
                  <a:pt x="423053" y="44788"/>
                </a:cubicBezTo>
                <a:cubicBezTo>
                  <a:pt x="424858" y="45370"/>
                  <a:pt x="426709" y="45875"/>
                  <a:pt x="428607" y="46304"/>
                </a:cubicBezTo>
                <a:cubicBezTo>
                  <a:pt x="433258" y="47283"/>
                  <a:pt x="436884" y="48263"/>
                  <a:pt x="439485" y="49243"/>
                </a:cubicBezTo>
                <a:cubicBezTo>
                  <a:pt x="442087" y="50222"/>
                  <a:pt x="443388" y="51692"/>
                  <a:pt x="443388" y="53651"/>
                </a:cubicBezTo>
                <a:cubicBezTo>
                  <a:pt x="443388" y="54814"/>
                  <a:pt x="443113" y="55779"/>
                  <a:pt x="442562" y="56544"/>
                </a:cubicBezTo>
                <a:cubicBezTo>
                  <a:pt x="442011" y="57310"/>
                  <a:pt x="441322" y="57923"/>
                  <a:pt x="440496" y="58382"/>
                </a:cubicBezTo>
                <a:cubicBezTo>
                  <a:pt x="439670" y="58841"/>
                  <a:pt x="438752" y="59178"/>
                  <a:pt x="437741" y="59393"/>
                </a:cubicBezTo>
                <a:cubicBezTo>
                  <a:pt x="436732" y="59606"/>
                  <a:pt x="435768" y="59713"/>
                  <a:pt x="434850" y="59713"/>
                </a:cubicBezTo>
                <a:cubicBezTo>
                  <a:pt x="433565" y="59713"/>
                  <a:pt x="432325" y="59561"/>
                  <a:pt x="431132" y="59255"/>
                </a:cubicBezTo>
                <a:cubicBezTo>
                  <a:pt x="429938" y="58949"/>
                  <a:pt x="428882" y="58475"/>
                  <a:pt x="427964" y="57833"/>
                </a:cubicBezTo>
                <a:cubicBezTo>
                  <a:pt x="427046" y="57191"/>
                  <a:pt x="426296" y="56365"/>
                  <a:pt x="425714" y="55356"/>
                </a:cubicBezTo>
                <a:cubicBezTo>
                  <a:pt x="425133" y="54348"/>
                  <a:pt x="424843" y="53140"/>
                  <a:pt x="424843" y="51734"/>
                </a:cubicBezTo>
                <a:close/>
                <a:moveTo>
                  <a:pt x="477114" y="12373"/>
                </a:moveTo>
                <a:lnTo>
                  <a:pt x="477114" y="1614"/>
                </a:lnTo>
                <a:lnTo>
                  <a:pt x="464077" y="1614"/>
                </a:lnTo>
                <a:lnTo>
                  <a:pt x="464077" y="12373"/>
                </a:lnTo>
                <a:lnTo>
                  <a:pt x="477114" y="12373"/>
                </a:lnTo>
                <a:moveTo>
                  <a:pt x="464077" y="19689"/>
                </a:moveTo>
                <a:lnTo>
                  <a:pt x="464077" y="67155"/>
                </a:lnTo>
                <a:lnTo>
                  <a:pt x="477114" y="67155"/>
                </a:lnTo>
                <a:lnTo>
                  <a:pt x="477114" y="19689"/>
                </a:lnTo>
                <a:lnTo>
                  <a:pt x="464077" y="19689"/>
                </a:lnTo>
                <a:close/>
                <a:moveTo>
                  <a:pt x="487428" y="19687"/>
                </a:moveTo>
                <a:lnTo>
                  <a:pt x="487428" y="67155"/>
                </a:lnTo>
                <a:lnTo>
                  <a:pt x="500465" y="67155"/>
                </a:lnTo>
                <a:lnTo>
                  <a:pt x="500465" y="42277"/>
                </a:lnTo>
                <a:cubicBezTo>
                  <a:pt x="500465" y="37442"/>
                  <a:pt x="501260" y="33969"/>
                  <a:pt x="502852" y="31859"/>
                </a:cubicBezTo>
                <a:cubicBezTo>
                  <a:pt x="504443" y="29747"/>
                  <a:pt x="507014" y="28691"/>
                  <a:pt x="510564" y="28691"/>
                </a:cubicBezTo>
                <a:cubicBezTo>
                  <a:pt x="513686" y="28691"/>
                  <a:pt x="515859" y="29655"/>
                  <a:pt x="517083" y="31583"/>
                </a:cubicBezTo>
                <a:cubicBezTo>
                  <a:pt x="518307" y="33510"/>
                  <a:pt x="518919" y="36433"/>
                  <a:pt x="518919" y="40350"/>
                </a:cubicBezTo>
                <a:lnTo>
                  <a:pt x="518919" y="67155"/>
                </a:lnTo>
                <a:lnTo>
                  <a:pt x="531956" y="67155"/>
                </a:lnTo>
                <a:lnTo>
                  <a:pt x="531956" y="37946"/>
                </a:lnTo>
                <a:cubicBezTo>
                  <a:pt x="531956" y="35006"/>
                  <a:pt x="531696" y="32327"/>
                  <a:pt x="531176" y="29908"/>
                </a:cubicBezTo>
                <a:cubicBezTo>
                  <a:pt x="530656" y="27490"/>
                  <a:pt x="529753" y="25438"/>
                  <a:pt x="528467" y="23754"/>
                </a:cubicBezTo>
                <a:cubicBezTo>
                  <a:pt x="527181" y="22070"/>
                  <a:pt x="525422" y="20754"/>
                  <a:pt x="523188" y="19805"/>
                </a:cubicBezTo>
                <a:cubicBezTo>
                  <a:pt x="520954" y="18855"/>
                  <a:pt x="518092" y="18380"/>
                  <a:pt x="514603" y="18380"/>
                </a:cubicBezTo>
                <a:cubicBezTo>
                  <a:pt x="511849" y="18380"/>
                  <a:pt x="509156" y="19009"/>
                  <a:pt x="506524" y="20267"/>
                </a:cubicBezTo>
                <a:cubicBezTo>
                  <a:pt x="503892" y="21525"/>
                  <a:pt x="501750" y="23535"/>
                  <a:pt x="500098" y="26297"/>
                </a:cubicBezTo>
                <a:lnTo>
                  <a:pt x="499822" y="26297"/>
                </a:lnTo>
                <a:lnTo>
                  <a:pt x="499822" y="19687"/>
                </a:lnTo>
                <a:lnTo>
                  <a:pt x="487428" y="19687"/>
                </a:lnTo>
                <a:close/>
                <a:moveTo>
                  <a:pt x="564610" y="0"/>
                </a:moveTo>
                <a:lnTo>
                  <a:pt x="553685" y="0"/>
                </a:lnTo>
                <a:cubicBezTo>
                  <a:pt x="551665" y="2938"/>
                  <a:pt x="549905" y="6152"/>
                  <a:pt x="548405" y="9641"/>
                </a:cubicBezTo>
                <a:cubicBezTo>
                  <a:pt x="546906" y="13130"/>
                  <a:pt x="545652" y="16742"/>
                  <a:pt x="544641" y="20476"/>
                </a:cubicBezTo>
                <a:cubicBezTo>
                  <a:pt x="543631" y="24210"/>
                  <a:pt x="542867" y="27959"/>
                  <a:pt x="542346" y="31724"/>
                </a:cubicBezTo>
                <a:cubicBezTo>
                  <a:pt x="541826" y="35489"/>
                  <a:pt x="541566" y="39086"/>
                  <a:pt x="541566" y="42514"/>
                </a:cubicBezTo>
                <a:cubicBezTo>
                  <a:pt x="541566" y="49737"/>
                  <a:pt x="542622" y="56838"/>
                  <a:pt x="544734" y="63817"/>
                </a:cubicBezTo>
                <a:cubicBezTo>
                  <a:pt x="546845" y="70795"/>
                  <a:pt x="549829" y="77437"/>
                  <a:pt x="553685" y="83742"/>
                </a:cubicBezTo>
                <a:lnTo>
                  <a:pt x="564519" y="83742"/>
                </a:lnTo>
                <a:cubicBezTo>
                  <a:pt x="561030" y="77070"/>
                  <a:pt x="558505" y="70214"/>
                  <a:pt x="556944" y="63175"/>
                </a:cubicBezTo>
                <a:cubicBezTo>
                  <a:pt x="555383" y="56135"/>
                  <a:pt x="554603" y="48942"/>
                  <a:pt x="554603" y="41595"/>
                </a:cubicBezTo>
                <a:cubicBezTo>
                  <a:pt x="554603" y="34372"/>
                  <a:pt x="555399" y="27256"/>
                  <a:pt x="556990" y="20248"/>
                </a:cubicBezTo>
                <a:cubicBezTo>
                  <a:pt x="558582" y="13238"/>
                  <a:pt x="561122" y="6489"/>
                  <a:pt x="564610" y="0"/>
                </a:cubicBezTo>
                <a:close/>
                <a:moveTo>
                  <a:pt x="581412" y="42202"/>
                </a:moveTo>
                <a:lnTo>
                  <a:pt x="564335" y="67155"/>
                </a:lnTo>
                <a:lnTo>
                  <a:pt x="578933" y="67155"/>
                </a:lnTo>
                <a:lnTo>
                  <a:pt x="588849" y="52202"/>
                </a:lnTo>
                <a:lnTo>
                  <a:pt x="598764" y="67155"/>
                </a:lnTo>
                <a:lnTo>
                  <a:pt x="613638" y="67155"/>
                </a:lnTo>
                <a:lnTo>
                  <a:pt x="596101" y="41926"/>
                </a:lnTo>
                <a:lnTo>
                  <a:pt x="611710" y="19725"/>
                </a:lnTo>
                <a:lnTo>
                  <a:pt x="597295" y="19725"/>
                </a:lnTo>
                <a:lnTo>
                  <a:pt x="589032" y="32111"/>
                </a:lnTo>
                <a:lnTo>
                  <a:pt x="580677" y="19725"/>
                </a:lnTo>
                <a:lnTo>
                  <a:pt x="565805" y="19725"/>
                </a:lnTo>
                <a:lnTo>
                  <a:pt x="581412" y="42202"/>
                </a:lnTo>
                <a:close/>
                <a:moveTo>
                  <a:pt x="612751" y="83742"/>
                </a:moveTo>
                <a:lnTo>
                  <a:pt x="623584" y="83742"/>
                </a:lnTo>
                <a:cubicBezTo>
                  <a:pt x="625604" y="80865"/>
                  <a:pt x="627379" y="77681"/>
                  <a:pt x="628909" y="74192"/>
                </a:cubicBezTo>
                <a:cubicBezTo>
                  <a:pt x="630440" y="70703"/>
                  <a:pt x="631710" y="67107"/>
                  <a:pt x="632720" y="63403"/>
                </a:cubicBezTo>
                <a:cubicBezTo>
                  <a:pt x="633729" y="59700"/>
                  <a:pt x="634479" y="55966"/>
                  <a:pt x="634968" y="52202"/>
                </a:cubicBezTo>
                <a:cubicBezTo>
                  <a:pt x="635458" y="48437"/>
                  <a:pt x="635704" y="44840"/>
                  <a:pt x="635704" y="41412"/>
                </a:cubicBezTo>
                <a:cubicBezTo>
                  <a:pt x="635704" y="34188"/>
                  <a:pt x="634648" y="27057"/>
                  <a:pt x="632536" y="20018"/>
                </a:cubicBezTo>
                <a:cubicBezTo>
                  <a:pt x="630424" y="12978"/>
                  <a:pt x="627440" y="6305"/>
                  <a:pt x="623584" y="0"/>
                </a:cubicBezTo>
                <a:lnTo>
                  <a:pt x="612842" y="0"/>
                </a:lnTo>
                <a:cubicBezTo>
                  <a:pt x="616209" y="6672"/>
                  <a:pt x="618688" y="13559"/>
                  <a:pt x="620279" y="20660"/>
                </a:cubicBezTo>
                <a:cubicBezTo>
                  <a:pt x="621871" y="27760"/>
                  <a:pt x="622666" y="34984"/>
                  <a:pt x="622666" y="42331"/>
                </a:cubicBezTo>
                <a:cubicBezTo>
                  <a:pt x="622666" y="49554"/>
                  <a:pt x="621855" y="56639"/>
                  <a:pt x="620233" y="63587"/>
                </a:cubicBezTo>
                <a:cubicBezTo>
                  <a:pt x="618611" y="70535"/>
                  <a:pt x="616117" y="77253"/>
                  <a:pt x="612751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y=torch.arcsin(y)">
            <a:extLst xmlns:a="http://schemas.openxmlformats.org/drawingml/2006/main">
              <a:ext uri="{FF2B5EF4-FFF2-40B4-BE49-F238E27FC236}">
                <a16:creationId xmlns:a16="http://schemas.microsoft.com/office/drawing/2014/main" id="{B05D93AB-14C2-4CE1-B080-1F2D56E0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14" y="2417881"/>
            <a:ext cx="775716" cy="83742"/>
          </a:xfrm>
          <a:custGeom xmlns:a="http://schemas.openxmlformats.org/drawingml/2006/main">
            <a:pathLst>
              <a:path w="775716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74962" y="19725"/>
                </a:moveTo>
                <a:lnTo>
                  <a:pt x="174962" y="5469"/>
                </a:lnTo>
                <a:lnTo>
                  <a:pt x="161925" y="5469"/>
                </a:lnTo>
                <a:lnTo>
                  <a:pt x="161925" y="19725"/>
                </a:lnTo>
                <a:lnTo>
                  <a:pt x="154029" y="19725"/>
                </a:lnTo>
                <a:lnTo>
                  <a:pt x="154029" y="28422"/>
                </a:lnTo>
                <a:lnTo>
                  <a:pt x="161925" y="28422"/>
                </a:lnTo>
                <a:lnTo>
                  <a:pt x="161925" y="56409"/>
                </a:lnTo>
                <a:cubicBezTo>
                  <a:pt x="161925" y="58795"/>
                  <a:pt x="162323" y="60722"/>
                  <a:pt x="163118" y="62190"/>
                </a:cubicBezTo>
                <a:cubicBezTo>
                  <a:pt x="163914" y="63658"/>
                  <a:pt x="165000" y="64790"/>
                  <a:pt x="166377" y="65586"/>
                </a:cubicBezTo>
                <a:cubicBezTo>
                  <a:pt x="167755" y="66381"/>
                  <a:pt x="169346" y="66916"/>
                  <a:pt x="171151" y="67190"/>
                </a:cubicBezTo>
                <a:cubicBezTo>
                  <a:pt x="172958" y="67466"/>
                  <a:pt x="174871" y="67603"/>
                  <a:pt x="176891" y="67603"/>
                </a:cubicBezTo>
                <a:cubicBezTo>
                  <a:pt x="178176" y="67603"/>
                  <a:pt x="179492" y="67573"/>
                  <a:pt x="180839" y="67514"/>
                </a:cubicBezTo>
                <a:cubicBezTo>
                  <a:pt x="182186" y="67454"/>
                  <a:pt x="183410" y="67334"/>
                  <a:pt x="184511" y="67155"/>
                </a:cubicBezTo>
                <a:lnTo>
                  <a:pt x="184511" y="57015"/>
                </a:lnTo>
                <a:cubicBezTo>
                  <a:pt x="183899" y="57137"/>
                  <a:pt x="183256" y="57229"/>
                  <a:pt x="182583" y="57291"/>
                </a:cubicBezTo>
                <a:cubicBezTo>
                  <a:pt x="181910" y="57352"/>
                  <a:pt x="181206" y="57382"/>
                  <a:pt x="180472" y="57382"/>
                </a:cubicBezTo>
                <a:cubicBezTo>
                  <a:pt x="178268" y="57382"/>
                  <a:pt x="176798" y="57016"/>
                  <a:pt x="176063" y="56282"/>
                </a:cubicBezTo>
                <a:cubicBezTo>
                  <a:pt x="175329" y="55549"/>
                  <a:pt x="174962" y="54083"/>
                  <a:pt x="174962" y="51884"/>
                </a:cubicBezTo>
                <a:lnTo>
                  <a:pt x="174962" y="28422"/>
                </a:lnTo>
                <a:lnTo>
                  <a:pt x="184511" y="28422"/>
                </a:lnTo>
                <a:lnTo>
                  <a:pt x="184511" y="19725"/>
                </a:lnTo>
                <a:lnTo>
                  <a:pt x="174962" y="19725"/>
                </a:lnTo>
                <a:close/>
                <a:moveTo>
                  <a:pt x="202138" y="43486"/>
                </a:moveTo>
                <a:cubicBezTo>
                  <a:pt x="202138" y="41589"/>
                  <a:pt x="202322" y="39722"/>
                  <a:pt x="202689" y="37885"/>
                </a:cubicBezTo>
                <a:cubicBezTo>
                  <a:pt x="203056" y="36048"/>
                  <a:pt x="203683" y="34426"/>
                  <a:pt x="204570" y="33019"/>
                </a:cubicBezTo>
                <a:cubicBezTo>
                  <a:pt x="205458" y="31610"/>
                  <a:pt x="206637" y="30462"/>
                  <a:pt x="208106" y="29575"/>
                </a:cubicBezTo>
                <a:cubicBezTo>
                  <a:pt x="209575" y="28687"/>
                  <a:pt x="211411" y="28243"/>
                  <a:pt x="213614" y="28243"/>
                </a:cubicBezTo>
                <a:cubicBezTo>
                  <a:pt x="215819" y="28243"/>
                  <a:pt x="217670" y="28687"/>
                  <a:pt x="219169" y="29575"/>
                </a:cubicBezTo>
                <a:cubicBezTo>
                  <a:pt x="220669" y="30462"/>
                  <a:pt x="221863" y="31610"/>
                  <a:pt x="222750" y="33019"/>
                </a:cubicBezTo>
                <a:cubicBezTo>
                  <a:pt x="223638" y="34426"/>
                  <a:pt x="224266" y="36048"/>
                  <a:pt x="224633" y="37885"/>
                </a:cubicBezTo>
                <a:cubicBezTo>
                  <a:pt x="225000" y="39722"/>
                  <a:pt x="225183" y="41589"/>
                  <a:pt x="225183" y="43486"/>
                </a:cubicBezTo>
                <a:cubicBezTo>
                  <a:pt x="225183" y="45384"/>
                  <a:pt x="225000" y="47236"/>
                  <a:pt x="224633" y="49042"/>
                </a:cubicBezTo>
                <a:cubicBezTo>
                  <a:pt x="224266" y="50848"/>
                  <a:pt x="223638" y="52470"/>
                  <a:pt x="222750" y="53909"/>
                </a:cubicBezTo>
                <a:cubicBezTo>
                  <a:pt x="221863" y="55348"/>
                  <a:pt x="220669" y="56495"/>
                  <a:pt x="219169" y="57353"/>
                </a:cubicBezTo>
                <a:cubicBezTo>
                  <a:pt x="217670" y="58209"/>
                  <a:pt x="215819" y="58637"/>
                  <a:pt x="213614" y="58637"/>
                </a:cubicBezTo>
                <a:cubicBezTo>
                  <a:pt x="211411" y="58637"/>
                  <a:pt x="209575" y="58209"/>
                  <a:pt x="208106" y="57353"/>
                </a:cubicBezTo>
                <a:cubicBezTo>
                  <a:pt x="206637" y="56495"/>
                  <a:pt x="205458" y="55348"/>
                  <a:pt x="204570" y="53909"/>
                </a:cubicBezTo>
                <a:cubicBezTo>
                  <a:pt x="203683" y="52470"/>
                  <a:pt x="203056" y="50848"/>
                  <a:pt x="202689" y="49042"/>
                </a:cubicBezTo>
                <a:cubicBezTo>
                  <a:pt x="202322" y="47236"/>
                  <a:pt x="202138" y="45384"/>
                  <a:pt x="202138" y="43486"/>
                </a:cubicBezTo>
                <a:moveTo>
                  <a:pt x="189101" y="43488"/>
                </a:moveTo>
                <a:cubicBezTo>
                  <a:pt x="189101" y="47289"/>
                  <a:pt x="189682" y="50722"/>
                  <a:pt x="190845" y="53787"/>
                </a:cubicBezTo>
                <a:cubicBezTo>
                  <a:pt x="192008" y="56853"/>
                  <a:pt x="193661" y="59474"/>
                  <a:pt x="195803" y="61651"/>
                </a:cubicBezTo>
                <a:cubicBezTo>
                  <a:pt x="197946" y="63827"/>
                  <a:pt x="200516" y="65498"/>
                  <a:pt x="203515" y="66663"/>
                </a:cubicBezTo>
                <a:cubicBezTo>
                  <a:pt x="206515" y="67828"/>
                  <a:pt x="209881" y="68410"/>
                  <a:pt x="213614" y="68410"/>
                </a:cubicBezTo>
                <a:cubicBezTo>
                  <a:pt x="217348" y="68410"/>
                  <a:pt x="220730" y="67828"/>
                  <a:pt x="223760" y="66663"/>
                </a:cubicBezTo>
                <a:cubicBezTo>
                  <a:pt x="226790" y="65498"/>
                  <a:pt x="229376" y="63827"/>
                  <a:pt x="231518" y="61651"/>
                </a:cubicBezTo>
                <a:cubicBezTo>
                  <a:pt x="233661" y="59474"/>
                  <a:pt x="235314" y="56853"/>
                  <a:pt x="236476" y="53787"/>
                </a:cubicBezTo>
                <a:cubicBezTo>
                  <a:pt x="237639" y="50722"/>
                  <a:pt x="238220" y="47289"/>
                  <a:pt x="238220" y="43488"/>
                </a:cubicBezTo>
                <a:cubicBezTo>
                  <a:pt x="238220" y="39687"/>
                  <a:pt x="237639" y="36238"/>
                  <a:pt x="236476" y="33142"/>
                </a:cubicBezTo>
                <a:cubicBezTo>
                  <a:pt x="235314" y="30045"/>
                  <a:pt x="233661" y="27408"/>
                  <a:pt x="231518" y="25232"/>
                </a:cubicBezTo>
                <a:cubicBezTo>
                  <a:pt x="229376" y="23055"/>
                  <a:pt x="226790" y="21369"/>
                  <a:pt x="223760" y="20173"/>
                </a:cubicBezTo>
                <a:cubicBezTo>
                  <a:pt x="220730" y="18978"/>
                  <a:pt x="217348" y="18380"/>
                  <a:pt x="213614" y="18380"/>
                </a:cubicBezTo>
                <a:cubicBezTo>
                  <a:pt x="209881" y="18380"/>
                  <a:pt x="206515" y="18978"/>
                  <a:pt x="203515" y="20173"/>
                </a:cubicBezTo>
                <a:cubicBezTo>
                  <a:pt x="200516" y="21369"/>
                  <a:pt x="197946" y="23055"/>
                  <a:pt x="195803" y="25232"/>
                </a:cubicBezTo>
                <a:cubicBezTo>
                  <a:pt x="193661" y="27408"/>
                  <a:pt x="192008" y="30045"/>
                  <a:pt x="190845" y="33142"/>
                </a:cubicBezTo>
                <a:cubicBezTo>
                  <a:pt x="189682" y="36238"/>
                  <a:pt x="189101" y="39687"/>
                  <a:pt x="189101" y="43488"/>
                </a:cubicBezTo>
                <a:close/>
                <a:moveTo>
                  <a:pt x="246423" y="19654"/>
                </a:moveTo>
                <a:lnTo>
                  <a:pt x="246423" y="67155"/>
                </a:lnTo>
                <a:lnTo>
                  <a:pt x="259460" y="67155"/>
                </a:lnTo>
                <a:lnTo>
                  <a:pt x="259460" y="45740"/>
                </a:lnTo>
                <a:cubicBezTo>
                  <a:pt x="259460" y="43596"/>
                  <a:pt x="259674" y="41605"/>
                  <a:pt x="260103" y="39767"/>
                </a:cubicBezTo>
                <a:cubicBezTo>
                  <a:pt x="260531" y="37929"/>
                  <a:pt x="261250" y="36321"/>
                  <a:pt x="262260" y="34942"/>
                </a:cubicBezTo>
                <a:cubicBezTo>
                  <a:pt x="263270" y="33564"/>
                  <a:pt x="264601" y="32476"/>
                  <a:pt x="266253" y="31679"/>
                </a:cubicBezTo>
                <a:cubicBezTo>
                  <a:pt x="267906" y="30883"/>
                  <a:pt x="269926" y="30484"/>
                  <a:pt x="272313" y="30484"/>
                </a:cubicBezTo>
                <a:cubicBezTo>
                  <a:pt x="273109" y="30484"/>
                  <a:pt x="273935" y="30531"/>
                  <a:pt x="274791" y="30623"/>
                </a:cubicBezTo>
                <a:cubicBezTo>
                  <a:pt x="275649" y="30714"/>
                  <a:pt x="276383" y="30821"/>
                  <a:pt x="276995" y="30944"/>
                </a:cubicBezTo>
                <a:lnTo>
                  <a:pt x="276995" y="18838"/>
                </a:lnTo>
                <a:cubicBezTo>
                  <a:pt x="275955" y="18533"/>
                  <a:pt x="275006" y="18380"/>
                  <a:pt x="274150" y="18380"/>
                </a:cubicBezTo>
                <a:cubicBezTo>
                  <a:pt x="272497" y="18380"/>
                  <a:pt x="270905" y="18625"/>
                  <a:pt x="269375" y="19114"/>
                </a:cubicBezTo>
                <a:cubicBezTo>
                  <a:pt x="267846" y="19603"/>
                  <a:pt x="266407" y="20290"/>
                  <a:pt x="265061" y="21176"/>
                </a:cubicBezTo>
                <a:cubicBezTo>
                  <a:pt x="263714" y="22063"/>
                  <a:pt x="262520" y="23133"/>
                  <a:pt x="261480" y="24386"/>
                </a:cubicBezTo>
                <a:cubicBezTo>
                  <a:pt x="260439" y="25639"/>
                  <a:pt x="259613" y="27000"/>
                  <a:pt x="259000" y="28467"/>
                </a:cubicBezTo>
                <a:lnTo>
                  <a:pt x="258817" y="28467"/>
                </a:lnTo>
                <a:lnTo>
                  <a:pt x="258817" y="19654"/>
                </a:lnTo>
                <a:lnTo>
                  <a:pt x="246423" y="19654"/>
                </a:lnTo>
                <a:close/>
                <a:moveTo>
                  <a:pt x="314700" y="36402"/>
                </a:moveTo>
                <a:lnTo>
                  <a:pt x="327461" y="36402"/>
                </a:lnTo>
                <a:cubicBezTo>
                  <a:pt x="327278" y="33337"/>
                  <a:pt x="326544" y="30686"/>
                  <a:pt x="325258" y="28449"/>
                </a:cubicBezTo>
                <a:cubicBezTo>
                  <a:pt x="323972" y="26211"/>
                  <a:pt x="322304" y="24341"/>
                  <a:pt x="320253" y="22839"/>
                </a:cubicBezTo>
                <a:cubicBezTo>
                  <a:pt x="318203" y="21338"/>
                  <a:pt x="315878" y="20219"/>
                  <a:pt x="313277" y="19484"/>
                </a:cubicBezTo>
                <a:cubicBezTo>
                  <a:pt x="310676" y="18748"/>
                  <a:pt x="307967" y="18380"/>
                  <a:pt x="305151" y="18380"/>
                </a:cubicBezTo>
                <a:cubicBezTo>
                  <a:pt x="301295" y="18380"/>
                  <a:pt x="297867" y="19024"/>
                  <a:pt x="294867" y="20312"/>
                </a:cubicBezTo>
                <a:cubicBezTo>
                  <a:pt x="291868" y="21599"/>
                  <a:pt x="289328" y="23392"/>
                  <a:pt x="287247" y="25692"/>
                </a:cubicBezTo>
                <a:cubicBezTo>
                  <a:pt x="285167" y="27991"/>
                  <a:pt x="283591" y="30720"/>
                  <a:pt x="282519" y="33877"/>
                </a:cubicBezTo>
                <a:cubicBezTo>
                  <a:pt x="281448" y="37034"/>
                  <a:pt x="280912" y="40452"/>
                  <a:pt x="280912" y="44131"/>
                </a:cubicBezTo>
                <a:cubicBezTo>
                  <a:pt x="280912" y="47687"/>
                  <a:pt x="281494" y="50952"/>
                  <a:pt x="282657" y="53926"/>
                </a:cubicBezTo>
                <a:cubicBezTo>
                  <a:pt x="283819" y="56899"/>
                  <a:pt x="285441" y="59458"/>
                  <a:pt x="287522" y="61605"/>
                </a:cubicBezTo>
                <a:cubicBezTo>
                  <a:pt x="289604" y="63751"/>
                  <a:pt x="292129" y="65422"/>
                  <a:pt x="295097" y="66617"/>
                </a:cubicBezTo>
                <a:cubicBezTo>
                  <a:pt x="298066" y="67813"/>
                  <a:pt x="301325" y="68410"/>
                  <a:pt x="304875" y="68410"/>
                </a:cubicBezTo>
                <a:cubicBezTo>
                  <a:pt x="311180" y="68410"/>
                  <a:pt x="316351" y="66751"/>
                  <a:pt x="320391" y="63433"/>
                </a:cubicBezTo>
                <a:cubicBezTo>
                  <a:pt x="324431" y="60114"/>
                  <a:pt x="326880" y="55302"/>
                  <a:pt x="327737" y="48998"/>
                </a:cubicBezTo>
                <a:lnTo>
                  <a:pt x="315158" y="48998"/>
                </a:lnTo>
                <a:cubicBezTo>
                  <a:pt x="314730" y="51936"/>
                  <a:pt x="313675" y="54277"/>
                  <a:pt x="311991" y="56022"/>
                </a:cubicBezTo>
                <a:cubicBezTo>
                  <a:pt x="310308" y="57766"/>
                  <a:pt x="307906" y="58637"/>
                  <a:pt x="304784" y="58637"/>
                </a:cubicBezTo>
                <a:cubicBezTo>
                  <a:pt x="302764" y="58637"/>
                  <a:pt x="301050" y="58178"/>
                  <a:pt x="299642" y="57260"/>
                </a:cubicBezTo>
                <a:cubicBezTo>
                  <a:pt x="298234" y="56342"/>
                  <a:pt x="297117" y="55164"/>
                  <a:pt x="296290" y="53726"/>
                </a:cubicBezTo>
                <a:cubicBezTo>
                  <a:pt x="295465" y="52287"/>
                  <a:pt x="294868" y="50679"/>
                  <a:pt x="294500" y="48904"/>
                </a:cubicBezTo>
                <a:cubicBezTo>
                  <a:pt x="294133" y="47128"/>
                  <a:pt x="293950" y="45384"/>
                  <a:pt x="293950" y="43670"/>
                </a:cubicBezTo>
                <a:cubicBezTo>
                  <a:pt x="293950" y="41894"/>
                  <a:pt x="294133" y="40104"/>
                  <a:pt x="294500" y="38299"/>
                </a:cubicBezTo>
                <a:cubicBezTo>
                  <a:pt x="294868" y="36492"/>
                  <a:pt x="295496" y="34839"/>
                  <a:pt x="296383" y="33339"/>
                </a:cubicBezTo>
                <a:cubicBezTo>
                  <a:pt x="297270" y="31839"/>
                  <a:pt x="298418" y="30615"/>
                  <a:pt x="299825" y="29666"/>
                </a:cubicBezTo>
                <a:cubicBezTo>
                  <a:pt x="301233" y="28717"/>
                  <a:pt x="302978" y="28243"/>
                  <a:pt x="305059" y="28243"/>
                </a:cubicBezTo>
                <a:cubicBezTo>
                  <a:pt x="310629" y="28243"/>
                  <a:pt x="313843" y="30962"/>
                  <a:pt x="314700" y="36402"/>
                </a:cubicBezTo>
                <a:close/>
                <a:moveTo>
                  <a:pt x="335174" y="1614"/>
                </a:moveTo>
                <a:lnTo>
                  <a:pt x="335174" y="67155"/>
                </a:lnTo>
                <a:lnTo>
                  <a:pt x="348211" y="67155"/>
                </a:lnTo>
                <a:lnTo>
                  <a:pt x="348211" y="42277"/>
                </a:lnTo>
                <a:cubicBezTo>
                  <a:pt x="348211" y="37442"/>
                  <a:pt x="349006" y="33969"/>
                  <a:pt x="350598" y="31859"/>
                </a:cubicBezTo>
                <a:cubicBezTo>
                  <a:pt x="352189" y="29747"/>
                  <a:pt x="354760" y="28691"/>
                  <a:pt x="358310" y="28691"/>
                </a:cubicBezTo>
                <a:cubicBezTo>
                  <a:pt x="361432" y="28691"/>
                  <a:pt x="363605" y="29655"/>
                  <a:pt x="364829" y="31583"/>
                </a:cubicBezTo>
                <a:cubicBezTo>
                  <a:pt x="366053" y="33510"/>
                  <a:pt x="366665" y="36433"/>
                  <a:pt x="366665" y="40350"/>
                </a:cubicBezTo>
                <a:lnTo>
                  <a:pt x="366665" y="67155"/>
                </a:lnTo>
                <a:lnTo>
                  <a:pt x="379702" y="67155"/>
                </a:lnTo>
                <a:lnTo>
                  <a:pt x="379702" y="37946"/>
                </a:lnTo>
                <a:cubicBezTo>
                  <a:pt x="379702" y="35006"/>
                  <a:pt x="379442" y="32327"/>
                  <a:pt x="378922" y="29908"/>
                </a:cubicBezTo>
                <a:cubicBezTo>
                  <a:pt x="378402" y="27490"/>
                  <a:pt x="377499" y="25438"/>
                  <a:pt x="376213" y="23754"/>
                </a:cubicBezTo>
                <a:cubicBezTo>
                  <a:pt x="374927" y="22070"/>
                  <a:pt x="373168" y="20754"/>
                  <a:pt x="370934" y="19805"/>
                </a:cubicBezTo>
                <a:cubicBezTo>
                  <a:pt x="368700" y="18855"/>
                  <a:pt x="365839" y="18380"/>
                  <a:pt x="362350" y="18380"/>
                </a:cubicBezTo>
                <a:cubicBezTo>
                  <a:pt x="359901" y="18380"/>
                  <a:pt x="357391" y="19009"/>
                  <a:pt x="354820" y="20267"/>
                </a:cubicBezTo>
                <a:cubicBezTo>
                  <a:pt x="352250" y="21525"/>
                  <a:pt x="350139" y="23535"/>
                  <a:pt x="348487" y="26297"/>
                </a:cubicBezTo>
                <a:lnTo>
                  <a:pt x="348211" y="26297"/>
                </a:lnTo>
                <a:lnTo>
                  <a:pt x="348211" y="1614"/>
                </a:lnTo>
                <a:lnTo>
                  <a:pt x="335174" y="1614"/>
                </a:lnTo>
                <a:close/>
                <a:moveTo>
                  <a:pt x="390046" y="52989"/>
                </a:moveTo>
                <a:lnTo>
                  <a:pt x="390046" y="67155"/>
                </a:lnTo>
                <a:lnTo>
                  <a:pt x="404460" y="67155"/>
                </a:lnTo>
                <a:lnTo>
                  <a:pt x="404460" y="52989"/>
                </a:lnTo>
                <a:lnTo>
                  <a:pt x="390046" y="52989"/>
                </a:lnTo>
                <a:close/>
                <a:moveTo>
                  <a:pt x="414193" y="34286"/>
                </a:moveTo>
                <a:cubicBezTo>
                  <a:pt x="414376" y="31226"/>
                  <a:pt x="415141" y="28686"/>
                  <a:pt x="416488" y="26667"/>
                </a:cubicBezTo>
                <a:cubicBezTo>
                  <a:pt x="417835" y="24647"/>
                  <a:pt x="419548" y="23024"/>
                  <a:pt x="421629" y="21800"/>
                </a:cubicBezTo>
                <a:cubicBezTo>
                  <a:pt x="423710" y="20575"/>
                  <a:pt x="426051" y="19703"/>
                  <a:pt x="428652" y="19183"/>
                </a:cubicBezTo>
                <a:cubicBezTo>
                  <a:pt x="431254" y="18663"/>
                  <a:pt x="433871" y="18403"/>
                  <a:pt x="436503" y="18403"/>
                </a:cubicBezTo>
                <a:cubicBezTo>
                  <a:pt x="438890" y="18403"/>
                  <a:pt x="441308" y="18571"/>
                  <a:pt x="443755" y="18908"/>
                </a:cubicBezTo>
                <a:cubicBezTo>
                  <a:pt x="446204" y="19245"/>
                  <a:pt x="448438" y="19903"/>
                  <a:pt x="450458" y="20882"/>
                </a:cubicBezTo>
                <a:cubicBezTo>
                  <a:pt x="452478" y="21861"/>
                  <a:pt x="454130" y="23223"/>
                  <a:pt x="455415" y="24967"/>
                </a:cubicBezTo>
                <a:cubicBezTo>
                  <a:pt x="456702" y="26712"/>
                  <a:pt x="457345" y="29023"/>
                  <a:pt x="457345" y="31899"/>
                </a:cubicBezTo>
                <a:lnTo>
                  <a:pt x="457345" y="56596"/>
                </a:lnTo>
                <a:cubicBezTo>
                  <a:pt x="457345" y="58739"/>
                  <a:pt x="457467" y="60789"/>
                  <a:pt x="457712" y="62748"/>
                </a:cubicBezTo>
                <a:cubicBezTo>
                  <a:pt x="457956" y="64706"/>
                  <a:pt x="458384" y="66175"/>
                  <a:pt x="458996" y="67155"/>
                </a:cubicBezTo>
                <a:lnTo>
                  <a:pt x="445776" y="67155"/>
                </a:lnTo>
                <a:cubicBezTo>
                  <a:pt x="445531" y="66421"/>
                  <a:pt x="445332" y="65671"/>
                  <a:pt x="445179" y="64907"/>
                </a:cubicBezTo>
                <a:cubicBezTo>
                  <a:pt x="445026" y="64141"/>
                  <a:pt x="444919" y="63360"/>
                  <a:pt x="444858" y="62564"/>
                </a:cubicBezTo>
                <a:cubicBezTo>
                  <a:pt x="442777" y="64707"/>
                  <a:pt x="440329" y="66207"/>
                  <a:pt x="437513" y="67064"/>
                </a:cubicBezTo>
                <a:cubicBezTo>
                  <a:pt x="434697" y="67920"/>
                  <a:pt x="431820" y="68349"/>
                  <a:pt x="428882" y="68349"/>
                </a:cubicBezTo>
                <a:cubicBezTo>
                  <a:pt x="426618" y="68349"/>
                  <a:pt x="424506" y="68073"/>
                  <a:pt x="422547" y="67522"/>
                </a:cubicBezTo>
                <a:cubicBezTo>
                  <a:pt x="420588" y="66971"/>
                  <a:pt x="418874" y="66114"/>
                  <a:pt x="417405" y="64951"/>
                </a:cubicBezTo>
                <a:cubicBezTo>
                  <a:pt x="415937" y="63789"/>
                  <a:pt x="414790" y="62320"/>
                  <a:pt x="413963" y="60545"/>
                </a:cubicBezTo>
                <a:cubicBezTo>
                  <a:pt x="413137" y="58770"/>
                  <a:pt x="412723" y="56658"/>
                  <a:pt x="412723" y="54209"/>
                </a:cubicBezTo>
                <a:cubicBezTo>
                  <a:pt x="412723" y="51516"/>
                  <a:pt x="413198" y="49298"/>
                  <a:pt x="414147" y="47553"/>
                </a:cubicBezTo>
                <a:cubicBezTo>
                  <a:pt x="415096" y="45809"/>
                  <a:pt x="416320" y="44416"/>
                  <a:pt x="417819" y="43376"/>
                </a:cubicBezTo>
                <a:cubicBezTo>
                  <a:pt x="419319" y="42335"/>
                  <a:pt x="421032" y="41555"/>
                  <a:pt x="422960" y="41035"/>
                </a:cubicBezTo>
                <a:cubicBezTo>
                  <a:pt x="424889" y="40514"/>
                  <a:pt x="426832" y="40102"/>
                  <a:pt x="428791" y="39796"/>
                </a:cubicBezTo>
                <a:cubicBezTo>
                  <a:pt x="430749" y="39490"/>
                  <a:pt x="432677" y="39245"/>
                  <a:pt x="434574" y="39061"/>
                </a:cubicBezTo>
                <a:cubicBezTo>
                  <a:pt x="436472" y="38877"/>
                  <a:pt x="438155" y="38601"/>
                  <a:pt x="439624" y="38234"/>
                </a:cubicBezTo>
                <a:cubicBezTo>
                  <a:pt x="441093" y="37867"/>
                  <a:pt x="442256" y="37332"/>
                  <a:pt x="443112" y="36629"/>
                </a:cubicBezTo>
                <a:cubicBezTo>
                  <a:pt x="443970" y="35925"/>
                  <a:pt x="444368" y="34899"/>
                  <a:pt x="444307" y="33552"/>
                </a:cubicBezTo>
                <a:cubicBezTo>
                  <a:pt x="444307" y="32144"/>
                  <a:pt x="444078" y="31027"/>
                  <a:pt x="443618" y="30201"/>
                </a:cubicBezTo>
                <a:cubicBezTo>
                  <a:pt x="443159" y="29375"/>
                  <a:pt x="442546" y="28732"/>
                  <a:pt x="441782" y="28274"/>
                </a:cubicBezTo>
                <a:cubicBezTo>
                  <a:pt x="441017" y="27814"/>
                  <a:pt x="440129" y="27508"/>
                  <a:pt x="439118" y="27355"/>
                </a:cubicBezTo>
                <a:cubicBezTo>
                  <a:pt x="438109" y="27201"/>
                  <a:pt x="437023" y="27125"/>
                  <a:pt x="435860" y="27125"/>
                </a:cubicBezTo>
                <a:cubicBezTo>
                  <a:pt x="433290" y="27125"/>
                  <a:pt x="431270" y="27676"/>
                  <a:pt x="429801" y="28778"/>
                </a:cubicBezTo>
                <a:cubicBezTo>
                  <a:pt x="428332" y="29880"/>
                  <a:pt x="427475" y="31716"/>
                  <a:pt x="427230" y="34286"/>
                </a:cubicBezTo>
                <a:lnTo>
                  <a:pt x="414193" y="34286"/>
                </a:lnTo>
                <a:moveTo>
                  <a:pt x="444307" y="43926"/>
                </a:moveTo>
                <a:cubicBezTo>
                  <a:pt x="443756" y="44417"/>
                  <a:pt x="443068" y="44799"/>
                  <a:pt x="442241" y="45075"/>
                </a:cubicBezTo>
                <a:cubicBezTo>
                  <a:pt x="441415" y="45350"/>
                  <a:pt x="440527" y="45580"/>
                  <a:pt x="439578" y="45764"/>
                </a:cubicBezTo>
                <a:cubicBezTo>
                  <a:pt x="438630" y="45947"/>
                  <a:pt x="437635" y="46100"/>
                  <a:pt x="436594" y="46222"/>
                </a:cubicBezTo>
                <a:cubicBezTo>
                  <a:pt x="435554" y="46345"/>
                  <a:pt x="434513" y="46497"/>
                  <a:pt x="433473" y="46680"/>
                </a:cubicBezTo>
                <a:cubicBezTo>
                  <a:pt x="432494" y="46864"/>
                  <a:pt x="431530" y="47110"/>
                  <a:pt x="430581" y="47416"/>
                </a:cubicBezTo>
                <a:cubicBezTo>
                  <a:pt x="429632" y="47721"/>
                  <a:pt x="428806" y="48135"/>
                  <a:pt x="428101" y="48656"/>
                </a:cubicBezTo>
                <a:cubicBezTo>
                  <a:pt x="427398" y="49176"/>
                  <a:pt x="426832" y="49834"/>
                  <a:pt x="426404" y="50630"/>
                </a:cubicBezTo>
                <a:cubicBezTo>
                  <a:pt x="425975" y="51424"/>
                  <a:pt x="425761" y="52434"/>
                  <a:pt x="425761" y="53658"/>
                </a:cubicBezTo>
                <a:cubicBezTo>
                  <a:pt x="425761" y="54821"/>
                  <a:pt x="425975" y="55801"/>
                  <a:pt x="426404" y="56596"/>
                </a:cubicBezTo>
                <a:cubicBezTo>
                  <a:pt x="426832" y="57392"/>
                  <a:pt x="427414" y="58020"/>
                  <a:pt x="428148" y="58479"/>
                </a:cubicBezTo>
                <a:cubicBezTo>
                  <a:pt x="428883" y="58938"/>
                  <a:pt x="429740" y="59259"/>
                  <a:pt x="430718" y="59443"/>
                </a:cubicBezTo>
                <a:cubicBezTo>
                  <a:pt x="431698" y="59627"/>
                  <a:pt x="432708" y="59719"/>
                  <a:pt x="433749" y="59719"/>
                </a:cubicBezTo>
                <a:cubicBezTo>
                  <a:pt x="436319" y="59719"/>
                  <a:pt x="438308" y="59291"/>
                  <a:pt x="439715" y="58434"/>
                </a:cubicBezTo>
                <a:cubicBezTo>
                  <a:pt x="441124" y="57577"/>
                  <a:pt x="442165" y="56551"/>
                  <a:pt x="442838" y="55358"/>
                </a:cubicBezTo>
                <a:cubicBezTo>
                  <a:pt x="443511" y="54164"/>
                  <a:pt x="443925" y="52955"/>
                  <a:pt x="444078" y="51731"/>
                </a:cubicBezTo>
                <a:cubicBezTo>
                  <a:pt x="444231" y="50506"/>
                  <a:pt x="444307" y="49527"/>
                  <a:pt x="444307" y="48793"/>
                </a:cubicBezTo>
                <a:lnTo>
                  <a:pt x="444307" y="43926"/>
                </a:lnTo>
                <a:close/>
                <a:moveTo>
                  <a:pt x="467535" y="19654"/>
                </a:moveTo>
                <a:lnTo>
                  <a:pt x="467535" y="67155"/>
                </a:lnTo>
                <a:lnTo>
                  <a:pt x="480572" y="67155"/>
                </a:lnTo>
                <a:lnTo>
                  <a:pt x="480572" y="45740"/>
                </a:lnTo>
                <a:cubicBezTo>
                  <a:pt x="480572" y="43596"/>
                  <a:pt x="480787" y="41605"/>
                  <a:pt x="481215" y="39767"/>
                </a:cubicBezTo>
                <a:cubicBezTo>
                  <a:pt x="481644" y="37929"/>
                  <a:pt x="482363" y="36321"/>
                  <a:pt x="483373" y="34942"/>
                </a:cubicBezTo>
                <a:cubicBezTo>
                  <a:pt x="484382" y="33564"/>
                  <a:pt x="485713" y="32476"/>
                  <a:pt x="487365" y="31679"/>
                </a:cubicBezTo>
                <a:cubicBezTo>
                  <a:pt x="489018" y="30883"/>
                  <a:pt x="491039" y="30484"/>
                  <a:pt x="493426" y="30484"/>
                </a:cubicBezTo>
                <a:cubicBezTo>
                  <a:pt x="494221" y="30484"/>
                  <a:pt x="495048" y="30531"/>
                  <a:pt x="495904" y="30623"/>
                </a:cubicBezTo>
                <a:cubicBezTo>
                  <a:pt x="496761" y="30714"/>
                  <a:pt x="497496" y="30821"/>
                  <a:pt x="498108" y="30944"/>
                </a:cubicBezTo>
                <a:lnTo>
                  <a:pt x="498108" y="18838"/>
                </a:lnTo>
                <a:cubicBezTo>
                  <a:pt x="497067" y="18533"/>
                  <a:pt x="496119" y="18380"/>
                  <a:pt x="495262" y="18380"/>
                </a:cubicBezTo>
                <a:cubicBezTo>
                  <a:pt x="493609" y="18380"/>
                  <a:pt x="492018" y="18625"/>
                  <a:pt x="490488" y="19114"/>
                </a:cubicBezTo>
                <a:cubicBezTo>
                  <a:pt x="488958" y="19603"/>
                  <a:pt x="487520" y="20290"/>
                  <a:pt x="486173" y="21176"/>
                </a:cubicBezTo>
                <a:cubicBezTo>
                  <a:pt x="484826" y="22063"/>
                  <a:pt x="483633" y="23133"/>
                  <a:pt x="482592" y="24386"/>
                </a:cubicBezTo>
                <a:cubicBezTo>
                  <a:pt x="481552" y="25639"/>
                  <a:pt x="480725" y="27000"/>
                  <a:pt x="480113" y="28467"/>
                </a:cubicBezTo>
                <a:lnTo>
                  <a:pt x="479929" y="28467"/>
                </a:lnTo>
                <a:lnTo>
                  <a:pt x="479929" y="19654"/>
                </a:lnTo>
                <a:lnTo>
                  <a:pt x="467535" y="19654"/>
                </a:lnTo>
                <a:close/>
                <a:moveTo>
                  <a:pt x="535813" y="36402"/>
                </a:moveTo>
                <a:lnTo>
                  <a:pt x="548574" y="36402"/>
                </a:lnTo>
                <a:cubicBezTo>
                  <a:pt x="548391" y="33337"/>
                  <a:pt x="547656" y="30686"/>
                  <a:pt x="546370" y="28449"/>
                </a:cubicBezTo>
                <a:cubicBezTo>
                  <a:pt x="545085" y="26211"/>
                  <a:pt x="543417" y="24341"/>
                  <a:pt x="541366" y="22839"/>
                </a:cubicBezTo>
                <a:cubicBezTo>
                  <a:pt x="539316" y="21338"/>
                  <a:pt x="536990" y="20219"/>
                  <a:pt x="534389" y="19484"/>
                </a:cubicBezTo>
                <a:cubicBezTo>
                  <a:pt x="531788" y="18748"/>
                  <a:pt x="529080" y="18380"/>
                  <a:pt x="526264" y="18380"/>
                </a:cubicBezTo>
                <a:cubicBezTo>
                  <a:pt x="522408" y="18380"/>
                  <a:pt x="518980" y="19024"/>
                  <a:pt x="515980" y="20312"/>
                </a:cubicBezTo>
                <a:cubicBezTo>
                  <a:pt x="512981" y="21599"/>
                  <a:pt x="510441" y="23392"/>
                  <a:pt x="508360" y="25692"/>
                </a:cubicBezTo>
                <a:cubicBezTo>
                  <a:pt x="506279" y="27991"/>
                  <a:pt x="504703" y="30720"/>
                  <a:pt x="503632" y="33877"/>
                </a:cubicBezTo>
                <a:cubicBezTo>
                  <a:pt x="502561" y="37034"/>
                  <a:pt x="502025" y="40452"/>
                  <a:pt x="502025" y="44131"/>
                </a:cubicBezTo>
                <a:cubicBezTo>
                  <a:pt x="502025" y="47687"/>
                  <a:pt x="502606" y="50952"/>
                  <a:pt x="503769" y="53926"/>
                </a:cubicBezTo>
                <a:cubicBezTo>
                  <a:pt x="504932" y="56899"/>
                  <a:pt x="506554" y="59458"/>
                  <a:pt x="508635" y="61605"/>
                </a:cubicBezTo>
                <a:cubicBezTo>
                  <a:pt x="510716" y="63751"/>
                  <a:pt x="513241" y="65422"/>
                  <a:pt x="516210" y="66617"/>
                </a:cubicBezTo>
                <a:cubicBezTo>
                  <a:pt x="519179" y="67813"/>
                  <a:pt x="522438" y="68410"/>
                  <a:pt x="525988" y="68410"/>
                </a:cubicBezTo>
                <a:cubicBezTo>
                  <a:pt x="532292" y="68410"/>
                  <a:pt x="537464" y="66751"/>
                  <a:pt x="541503" y="63433"/>
                </a:cubicBezTo>
                <a:cubicBezTo>
                  <a:pt x="545544" y="60114"/>
                  <a:pt x="547992" y="55302"/>
                  <a:pt x="548850" y="48998"/>
                </a:cubicBezTo>
                <a:lnTo>
                  <a:pt x="536271" y="48998"/>
                </a:lnTo>
                <a:cubicBezTo>
                  <a:pt x="535843" y="51936"/>
                  <a:pt x="534787" y="54277"/>
                  <a:pt x="533103" y="56022"/>
                </a:cubicBezTo>
                <a:cubicBezTo>
                  <a:pt x="531420" y="57766"/>
                  <a:pt x="529018" y="58637"/>
                  <a:pt x="525897" y="58637"/>
                </a:cubicBezTo>
                <a:cubicBezTo>
                  <a:pt x="523877" y="58637"/>
                  <a:pt x="522163" y="58178"/>
                  <a:pt x="520754" y="57260"/>
                </a:cubicBezTo>
                <a:cubicBezTo>
                  <a:pt x="519347" y="56342"/>
                  <a:pt x="518230" y="55164"/>
                  <a:pt x="517403" y="53726"/>
                </a:cubicBezTo>
                <a:cubicBezTo>
                  <a:pt x="516577" y="52287"/>
                  <a:pt x="515981" y="50679"/>
                  <a:pt x="515613" y="48904"/>
                </a:cubicBezTo>
                <a:cubicBezTo>
                  <a:pt x="515246" y="47128"/>
                  <a:pt x="515062" y="45384"/>
                  <a:pt x="515062" y="43670"/>
                </a:cubicBezTo>
                <a:cubicBezTo>
                  <a:pt x="515062" y="41894"/>
                  <a:pt x="515246" y="40104"/>
                  <a:pt x="515613" y="38299"/>
                </a:cubicBezTo>
                <a:cubicBezTo>
                  <a:pt x="515981" y="36492"/>
                  <a:pt x="516608" y="34839"/>
                  <a:pt x="517496" y="33339"/>
                </a:cubicBezTo>
                <a:cubicBezTo>
                  <a:pt x="518383" y="31839"/>
                  <a:pt x="519530" y="30615"/>
                  <a:pt x="520938" y="29666"/>
                </a:cubicBezTo>
                <a:cubicBezTo>
                  <a:pt x="522346" y="28717"/>
                  <a:pt x="524091" y="28243"/>
                  <a:pt x="526172" y="28243"/>
                </a:cubicBezTo>
                <a:cubicBezTo>
                  <a:pt x="531742" y="28243"/>
                  <a:pt x="534955" y="30962"/>
                  <a:pt x="535813" y="36402"/>
                </a:cubicBezTo>
                <a:close/>
                <a:moveTo>
                  <a:pt x="566386" y="51734"/>
                </a:moveTo>
                <a:lnTo>
                  <a:pt x="553991" y="51734"/>
                </a:lnTo>
                <a:cubicBezTo>
                  <a:pt x="554114" y="54911"/>
                  <a:pt x="554833" y="57554"/>
                  <a:pt x="556149" y="59661"/>
                </a:cubicBezTo>
                <a:cubicBezTo>
                  <a:pt x="557465" y="61768"/>
                  <a:pt x="559148" y="63464"/>
                  <a:pt x="561198" y="64747"/>
                </a:cubicBezTo>
                <a:cubicBezTo>
                  <a:pt x="563249" y="66030"/>
                  <a:pt x="565590" y="66946"/>
                  <a:pt x="568222" y="67495"/>
                </a:cubicBezTo>
                <a:cubicBezTo>
                  <a:pt x="570854" y="68046"/>
                  <a:pt x="573547" y="68321"/>
                  <a:pt x="576301" y="68321"/>
                </a:cubicBezTo>
                <a:cubicBezTo>
                  <a:pt x="578994" y="68321"/>
                  <a:pt x="581641" y="68060"/>
                  <a:pt x="584242" y="67539"/>
                </a:cubicBezTo>
                <a:cubicBezTo>
                  <a:pt x="586844" y="67019"/>
                  <a:pt x="589154" y="66116"/>
                  <a:pt x="591174" y="64830"/>
                </a:cubicBezTo>
                <a:cubicBezTo>
                  <a:pt x="593194" y="63543"/>
                  <a:pt x="594831" y="61844"/>
                  <a:pt x="596085" y="59732"/>
                </a:cubicBezTo>
                <a:cubicBezTo>
                  <a:pt x="597341" y="57619"/>
                  <a:pt x="597968" y="55001"/>
                  <a:pt x="597968" y="51878"/>
                </a:cubicBezTo>
                <a:cubicBezTo>
                  <a:pt x="597968" y="49674"/>
                  <a:pt x="597539" y="47822"/>
                  <a:pt x="596682" y="46322"/>
                </a:cubicBezTo>
                <a:cubicBezTo>
                  <a:pt x="595826" y="44821"/>
                  <a:pt x="594693" y="43565"/>
                  <a:pt x="593285" y="42555"/>
                </a:cubicBezTo>
                <a:cubicBezTo>
                  <a:pt x="591877" y="41544"/>
                  <a:pt x="590271" y="40733"/>
                  <a:pt x="588466" y="40121"/>
                </a:cubicBezTo>
                <a:cubicBezTo>
                  <a:pt x="586660" y="39509"/>
                  <a:pt x="584809" y="38988"/>
                  <a:pt x="582911" y="38559"/>
                </a:cubicBezTo>
                <a:cubicBezTo>
                  <a:pt x="581075" y="38131"/>
                  <a:pt x="579269" y="37733"/>
                  <a:pt x="577494" y="37366"/>
                </a:cubicBezTo>
                <a:cubicBezTo>
                  <a:pt x="575719" y="36998"/>
                  <a:pt x="574143" y="36584"/>
                  <a:pt x="572765" y="36126"/>
                </a:cubicBezTo>
                <a:cubicBezTo>
                  <a:pt x="571389" y="35666"/>
                  <a:pt x="570272" y="35069"/>
                  <a:pt x="569414" y="34334"/>
                </a:cubicBezTo>
                <a:cubicBezTo>
                  <a:pt x="568558" y="33599"/>
                  <a:pt x="568130" y="32650"/>
                  <a:pt x="568130" y="31486"/>
                </a:cubicBezTo>
                <a:cubicBezTo>
                  <a:pt x="568130" y="30506"/>
                  <a:pt x="568374" y="29725"/>
                  <a:pt x="568864" y="29144"/>
                </a:cubicBezTo>
                <a:cubicBezTo>
                  <a:pt x="569354" y="28562"/>
                  <a:pt x="569951" y="28118"/>
                  <a:pt x="570654" y="27813"/>
                </a:cubicBezTo>
                <a:cubicBezTo>
                  <a:pt x="571358" y="27506"/>
                  <a:pt x="572139" y="27307"/>
                  <a:pt x="572995" y="27216"/>
                </a:cubicBezTo>
                <a:cubicBezTo>
                  <a:pt x="573852" y="27123"/>
                  <a:pt x="574648" y="27077"/>
                  <a:pt x="575382" y="27077"/>
                </a:cubicBezTo>
                <a:cubicBezTo>
                  <a:pt x="577708" y="27077"/>
                  <a:pt x="579728" y="27523"/>
                  <a:pt x="581441" y="28415"/>
                </a:cubicBezTo>
                <a:cubicBezTo>
                  <a:pt x="583155" y="29306"/>
                  <a:pt x="584104" y="31012"/>
                  <a:pt x="584288" y="33533"/>
                </a:cubicBezTo>
                <a:lnTo>
                  <a:pt x="596683" y="33533"/>
                </a:lnTo>
                <a:cubicBezTo>
                  <a:pt x="596439" y="30594"/>
                  <a:pt x="595689" y="28161"/>
                  <a:pt x="594434" y="26232"/>
                </a:cubicBezTo>
                <a:cubicBezTo>
                  <a:pt x="593179" y="24304"/>
                  <a:pt x="591603" y="22758"/>
                  <a:pt x="589705" y="21595"/>
                </a:cubicBezTo>
                <a:cubicBezTo>
                  <a:pt x="587809" y="20432"/>
                  <a:pt x="585651" y="19605"/>
                  <a:pt x="583233" y="19116"/>
                </a:cubicBezTo>
                <a:cubicBezTo>
                  <a:pt x="580815" y="18625"/>
                  <a:pt x="578321" y="18380"/>
                  <a:pt x="575751" y="18380"/>
                </a:cubicBezTo>
                <a:cubicBezTo>
                  <a:pt x="573180" y="18380"/>
                  <a:pt x="570670" y="18610"/>
                  <a:pt x="568221" y="19069"/>
                </a:cubicBezTo>
                <a:cubicBezTo>
                  <a:pt x="565773" y="19528"/>
                  <a:pt x="563570" y="20324"/>
                  <a:pt x="561611" y="21457"/>
                </a:cubicBezTo>
                <a:cubicBezTo>
                  <a:pt x="559653" y="22590"/>
                  <a:pt x="558077" y="24136"/>
                  <a:pt x="556883" y="26095"/>
                </a:cubicBezTo>
                <a:cubicBezTo>
                  <a:pt x="555689" y="28055"/>
                  <a:pt x="555093" y="30566"/>
                  <a:pt x="555093" y="33628"/>
                </a:cubicBezTo>
                <a:cubicBezTo>
                  <a:pt x="555093" y="35710"/>
                  <a:pt x="555521" y="37470"/>
                  <a:pt x="556377" y="38909"/>
                </a:cubicBezTo>
                <a:cubicBezTo>
                  <a:pt x="557235" y="40348"/>
                  <a:pt x="558367" y="41542"/>
                  <a:pt x="559775" y="42492"/>
                </a:cubicBezTo>
                <a:cubicBezTo>
                  <a:pt x="561183" y="43441"/>
                  <a:pt x="562790" y="44206"/>
                  <a:pt x="564595" y="44788"/>
                </a:cubicBezTo>
                <a:cubicBezTo>
                  <a:pt x="566400" y="45370"/>
                  <a:pt x="568252" y="45875"/>
                  <a:pt x="570150" y="46304"/>
                </a:cubicBezTo>
                <a:cubicBezTo>
                  <a:pt x="574801" y="47283"/>
                  <a:pt x="578427" y="48263"/>
                  <a:pt x="581028" y="49243"/>
                </a:cubicBezTo>
                <a:cubicBezTo>
                  <a:pt x="583630" y="50222"/>
                  <a:pt x="584931" y="51692"/>
                  <a:pt x="584931" y="53651"/>
                </a:cubicBezTo>
                <a:cubicBezTo>
                  <a:pt x="584931" y="54814"/>
                  <a:pt x="584656" y="55779"/>
                  <a:pt x="584105" y="56544"/>
                </a:cubicBezTo>
                <a:cubicBezTo>
                  <a:pt x="583553" y="57310"/>
                  <a:pt x="582865" y="57923"/>
                  <a:pt x="582038" y="58382"/>
                </a:cubicBezTo>
                <a:cubicBezTo>
                  <a:pt x="581213" y="58841"/>
                  <a:pt x="580294" y="59178"/>
                  <a:pt x="579284" y="59393"/>
                </a:cubicBezTo>
                <a:cubicBezTo>
                  <a:pt x="578274" y="59606"/>
                  <a:pt x="577310" y="59713"/>
                  <a:pt x="576392" y="59713"/>
                </a:cubicBezTo>
                <a:cubicBezTo>
                  <a:pt x="575107" y="59713"/>
                  <a:pt x="573868" y="59561"/>
                  <a:pt x="572674" y="59255"/>
                </a:cubicBezTo>
                <a:cubicBezTo>
                  <a:pt x="571481" y="58949"/>
                  <a:pt x="570425" y="58475"/>
                  <a:pt x="569507" y="57833"/>
                </a:cubicBezTo>
                <a:cubicBezTo>
                  <a:pt x="568589" y="57191"/>
                  <a:pt x="567839" y="56365"/>
                  <a:pt x="567257" y="55356"/>
                </a:cubicBezTo>
                <a:cubicBezTo>
                  <a:pt x="566676" y="54348"/>
                  <a:pt x="566386" y="53140"/>
                  <a:pt x="566386" y="51734"/>
                </a:cubicBezTo>
                <a:close/>
                <a:moveTo>
                  <a:pt x="618656" y="12373"/>
                </a:moveTo>
                <a:lnTo>
                  <a:pt x="618656" y="1614"/>
                </a:lnTo>
                <a:lnTo>
                  <a:pt x="605619" y="1614"/>
                </a:lnTo>
                <a:lnTo>
                  <a:pt x="605619" y="12373"/>
                </a:lnTo>
                <a:lnTo>
                  <a:pt x="618656" y="12373"/>
                </a:lnTo>
                <a:moveTo>
                  <a:pt x="605619" y="19689"/>
                </a:moveTo>
                <a:lnTo>
                  <a:pt x="605619" y="67155"/>
                </a:lnTo>
                <a:lnTo>
                  <a:pt x="618656" y="67155"/>
                </a:lnTo>
                <a:lnTo>
                  <a:pt x="618656" y="19689"/>
                </a:lnTo>
                <a:lnTo>
                  <a:pt x="605619" y="19689"/>
                </a:lnTo>
                <a:close/>
                <a:moveTo>
                  <a:pt x="628970" y="19687"/>
                </a:moveTo>
                <a:lnTo>
                  <a:pt x="628970" y="67155"/>
                </a:lnTo>
                <a:lnTo>
                  <a:pt x="642007" y="67155"/>
                </a:lnTo>
                <a:lnTo>
                  <a:pt x="642007" y="42277"/>
                </a:lnTo>
                <a:cubicBezTo>
                  <a:pt x="642007" y="37442"/>
                  <a:pt x="642803" y="33969"/>
                  <a:pt x="644395" y="31859"/>
                </a:cubicBezTo>
                <a:cubicBezTo>
                  <a:pt x="645986" y="29747"/>
                  <a:pt x="648557" y="28691"/>
                  <a:pt x="652107" y="28691"/>
                </a:cubicBezTo>
                <a:cubicBezTo>
                  <a:pt x="655229" y="28691"/>
                  <a:pt x="657402" y="29655"/>
                  <a:pt x="658625" y="31583"/>
                </a:cubicBezTo>
                <a:cubicBezTo>
                  <a:pt x="659850" y="33510"/>
                  <a:pt x="660462" y="36433"/>
                  <a:pt x="660462" y="40350"/>
                </a:cubicBezTo>
                <a:lnTo>
                  <a:pt x="660462" y="67155"/>
                </a:lnTo>
                <a:lnTo>
                  <a:pt x="673499" y="67155"/>
                </a:lnTo>
                <a:lnTo>
                  <a:pt x="673499" y="37946"/>
                </a:lnTo>
                <a:cubicBezTo>
                  <a:pt x="673499" y="35006"/>
                  <a:pt x="673239" y="32327"/>
                  <a:pt x="672719" y="29908"/>
                </a:cubicBezTo>
                <a:cubicBezTo>
                  <a:pt x="672198" y="27490"/>
                  <a:pt x="671295" y="25438"/>
                  <a:pt x="670009" y="23754"/>
                </a:cubicBezTo>
                <a:cubicBezTo>
                  <a:pt x="668724" y="22070"/>
                  <a:pt x="666964" y="20754"/>
                  <a:pt x="664730" y="19805"/>
                </a:cubicBezTo>
                <a:cubicBezTo>
                  <a:pt x="662496" y="18855"/>
                  <a:pt x="659635" y="18380"/>
                  <a:pt x="656146" y="18380"/>
                </a:cubicBezTo>
                <a:cubicBezTo>
                  <a:pt x="653391" y="18380"/>
                  <a:pt x="650698" y="19009"/>
                  <a:pt x="648066" y="20267"/>
                </a:cubicBezTo>
                <a:cubicBezTo>
                  <a:pt x="645434" y="21525"/>
                  <a:pt x="643292" y="23535"/>
                  <a:pt x="641640" y="26297"/>
                </a:cubicBezTo>
                <a:lnTo>
                  <a:pt x="641364" y="26297"/>
                </a:lnTo>
                <a:lnTo>
                  <a:pt x="641364" y="19687"/>
                </a:lnTo>
                <a:lnTo>
                  <a:pt x="628970" y="19687"/>
                </a:lnTo>
                <a:close/>
                <a:moveTo>
                  <a:pt x="706153" y="0"/>
                </a:moveTo>
                <a:lnTo>
                  <a:pt x="695228" y="0"/>
                </a:lnTo>
                <a:cubicBezTo>
                  <a:pt x="693208" y="2938"/>
                  <a:pt x="691448" y="6152"/>
                  <a:pt x="689948" y="9641"/>
                </a:cubicBezTo>
                <a:cubicBezTo>
                  <a:pt x="688449" y="13130"/>
                  <a:pt x="687194" y="16742"/>
                  <a:pt x="686184" y="20476"/>
                </a:cubicBezTo>
                <a:cubicBezTo>
                  <a:pt x="685174" y="24210"/>
                  <a:pt x="684409" y="27959"/>
                  <a:pt x="683889" y="31724"/>
                </a:cubicBezTo>
                <a:cubicBezTo>
                  <a:pt x="683369" y="35489"/>
                  <a:pt x="683109" y="39086"/>
                  <a:pt x="683109" y="42514"/>
                </a:cubicBezTo>
                <a:cubicBezTo>
                  <a:pt x="683109" y="49737"/>
                  <a:pt x="684164" y="56838"/>
                  <a:pt x="686276" y="63817"/>
                </a:cubicBezTo>
                <a:cubicBezTo>
                  <a:pt x="688388" y="70795"/>
                  <a:pt x="691372" y="77437"/>
                  <a:pt x="695228" y="83742"/>
                </a:cubicBezTo>
                <a:lnTo>
                  <a:pt x="706061" y="83742"/>
                </a:lnTo>
                <a:cubicBezTo>
                  <a:pt x="702572" y="77070"/>
                  <a:pt x="700047" y="70214"/>
                  <a:pt x="698487" y="63175"/>
                </a:cubicBezTo>
                <a:cubicBezTo>
                  <a:pt x="696926" y="56135"/>
                  <a:pt x="696146" y="48942"/>
                  <a:pt x="696146" y="41595"/>
                </a:cubicBezTo>
                <a:cubicBezTo>
                  <a:pt x="696146" y="34372"/>
                  <a:pt x="696941" y="27256"/>
                  <a:pt x="698533" y="20248"/>
                </a:cubicBezTo>
                <a:cubicBezTo>
                  <a:pt x="700124" y="13238"/>
                  <a:pt x="702664" y="6489"/>
                  <a:pt x="706153" y="0"/>
                </a:cubicBezTo>
                <a:close/>
                <a:moveTo>
                  <a:pt x="734248" y="73011"/>
                </a:moveTo>
                <a:lnTo>
                  <a:pt x="754078" y="19725"/>
                </a:lnTo>
                <a:lnTo>
                  <a:pt x="740583" y="19725"/>
                </a:lnTo>
                <a:lnTo>
                  <a:pt x="730208" y="52192"/>
                </a:lnTo>
                <a:lnTo>
                  <a:pt x="730024" y="52192"/>
                </a:lnTo>
                <a:lnTo>
                  <a:pt x="719282" y="19725"/>
                </a:lnTo>
                <a:lnTo>
                  <a:pt x="705418" y="19725"/>
                </a:lnTo>
                <a:lnTo>
                  <a:pt x="722036" y="64215"/>
                </a:lnTo>
                <a:cubicBezTo>
                  <a:pt x="722404" y="65132"/>
                  <a:pt x="722588" y="66110"/>
                  <a:pt x="722588" y="67149"/>
                </a:cubicBezTo>
                <a:cubicBezTo>
                  <a:pt x="722588" y="68556"/>
                  <a:pt x="722175" y="69840"/>
                  <a:pt x="721348" y="71002"/>
                </a:cubicBezTo>
                <a:cubicBezTo>
                  <a:pt x="720522" y="72164"/>
                  <a:pt x="719251" y="72837"/>
                  <a:pt x="717538" y="73021"/>
                </a:cubicBezTo>
                <a:cubicBezTo>
                  <a:pt x="716253" y="73081"/>
                  <a:pt x="714967" y="73051"/>
                  <a:pt x="713681" y="72928"/>
                </a:cubicBezTo>
                <a:cubicBezTo>
                  <a:pt x="712396" y="72806"/>
                  <a:pt x="711141" y="72684"/>
                  <a:pt x="709918" y="72561"/>
                </a:cubicBezTo>
                <a:lnTo>
                  <a:pt x="709918" y="83294"/>
                </a:lnTo>
                <a:cubicBezTo>
                  <a:pt x="711264" y="83413"/>
                  <a:pt x="712595" y="83518"/>
                  <a:pt x="713911" y="83608"/>
                </a:cubicBezTo>
                <a:cubicBezTo>
                  <a:pt x="715227" y="83697"/>
                  <a:pt x="716558" y="83742"/>
                  <a:pt x="717905" y="83742"/>
                </a:cubicBezTo>
                <a:cubicBezTo>
                  <a:pt x="722373" y="83742"/>
                  <a:pt x="725861" y="82916"/>
                  <a:pt x="728371" y="81265"/>
                </a:cubicBezTo>
                <a:cubicBezTo>
                  <a:pt x="730881" y="79615"/>
                  <a:pt x="732840" y="76864"/>
                  <a:pt x="734248" y="73011"/>
                </a:cubicBezTo>
                <a:close/>
                <a:moveTo>
                  <a:pt x="752763" y="83742"/>
                </a:moveTo>
                <a:lnTo>
                  <a:pt x="763596" y="83742"/>
                </a:lnTo>
                <a:cubicBezTo>
                  <a:pt x="765617" y="80865"/>
                  <a:pt x="767392" y="77681"/>
                  <a:pt x="768921" y="74192"/>
                </a:cubicBezTo>
                <a:cubicBezTo>
                  <a:pt x="770452" y="70703"/>
                  <a:pt x="771722" y="67107"/>
                  <a:pt x="772732" y="63403"/>
                </a:cubicBezTo>
                <a:cubicBezTo>
                  <a:pt x="773742" y="59700"/>
                  <a:pt x="774491" y="55966"/>
                  <a:pt x="774980" y="52202"/>
                </a:cubicBezTo>
                <a:cubicBezTo>
                  <a:pt x="775471" y="48437"/>
                  <a:pt x="775716" y="44840"/>
                  <a:pt x="775716" y="41412"/>
                </a:cubicBezTo>
                <a:cubicBezTo>
                  <a:pt x="775716" y="34188"/>
                  <a:pt x="774660" y="27057"/>
                  <a:pt x="772548" y="20018"/>
                </a:cubicBezTo>
                <a:cubicBezTo>
                  <a:pt x="770437" y="12978"/>
                  <a:pt x="767453" y="6305"/>
                  <a:pt x="763596" y="0"/>
                </a:cubicBezTo>
                <a:lnTo>
                  <a:pt x="752854" y="0"/>
                </a:lnTo>
                <a:cubicBezTo>
                  <a:pt x="756221" y="6672"/>
                  <a:pt x="758700" y="13559"/>
                  <a:pt x="760292" y="20660"/>
                </a:cubicBezTo>
                <a:cubicBezTo>
                  <a:pt x="761883" y="27760"/>
                  <a:pt x="762679" y="34984"/>
                  <a:pt x="762679" y="42331"/>
                </a:cubicBezTo>
                <a:cubicBezTo>
                  <a:pt x="762679" y="49554"/>
                  <a:pt x="761868" y="56639"/>
                  <a:pt x="760245" y="63587"/>
                </a:cubicBezTo>
                <a:cubicBezTo>
                  <a:pt x="758623" y="70535"/>
                  <a:pt x="756129" y="77253"/>
                  <a:pt x="752763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#output:[1.0000,1.0000]">
            <a:extLst xmlns:a="http://schemas.openxmlformats.org/drawingml/2006/main">
              <a:ext uri="{FF2B5EF4-FFF2-40B4-BE49-F238E27FC236}">
                <a16:creationId xmlns:a16="http://schemas.microsoft.com/office/drawing/2014/main" id="{3E90A5AA-6E5F-4EA9-A55F-EC12DC2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197" y="2417881"/>
            <a:ext cx="1077132" cy="83742"/>
          </a:xfrm>
          <a:custGeom xmlns:a="http://schemas.openxmlformats.org/drawingml/2006/main">
            <a:pathLst>
              <a:path w="1077132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4" y="43486"/>
                </a:moveTo>
                <a:cubicBezTo>
                  <a:pt x="90004" y="41589"/>
                  <a:pt x="90188" y="39722"/>
                  <a:pt x="90555" y="37885"/>
                </a:cubicBezTo>
                <a:cubicBezTo>
                  <a:pt x="90922" y="36048"/>
                  <a:pt x="91549" y="34426"/>
                  <a:pt x="92436" y="33019"/>
                </a:cubicBezTo>
                <a:cubicBezTo>
                  <a:pt x="93325" y="31610"/>
                  <a:pt x="94503" y="30462"/>
                  <a:pt x="95972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6" y="33019"/>
                </a:cubicBezTo>
                <a:cubicBezTo>
                  <a:pt x="111505" y="34426"/>
                  <a:pt x="112132" y="36048"/>
                  <a:pt x="112499" y="37885"/>
                </a:cubicBezTo>
                <a:cubicBezTo>
                  <a:pt x="112866" y="39722"/>
                  <a:pt x="113050" y="41589"/>
                  <a:pt x="113050" y="43486"/>
                </a:cubicBezTo>
                <a:cubicBezTo>
                  <a:pt x="113050" y="45384"/>
                  <a:pt x="112866" y="47236"/>
                  <a:pt x="112499" y="49042"/>
                </a:cubicBezTo>
                <a:cubicBezTo>
                  <a:pt x="112132" y="50848"/>
                  <a:pt x="111505" y="52470"/>
                  <a:pt x="110616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2" y="57353"/>
                </a:cubicBezTo>
                <a:cubicBezTo>
                  <a:pt x="94503" y="56495"/>
                  <a:pt x="93325" y="55348"/>
                  <a:pt x="92436" y="53909"/>
                </a:cubicBezTo>
                <a:cubicBezTo>
                  <a:pt x="91549" y="52470"/>
                  <a:pt x="90922" y="50848"/>
                  <a:pt x="90555" y="49042"/>
                </a:cubicBezTo>
                <a:cubicBezTo>
                  <a:pt x="90188" y="47236"/>
                  <a:pt x="90004" y="45384"/>
                  <a:pt x="90004" y="43486"/>
                </a:cubicBezTo>
                <a:moveTo>
                  <a:pt x="76967" y="43488"/>
                </a:moveTo>
                <a:cubicBezTo>
                  <a:pt x="76967" y="47289"/>
                  <a:pt x="77549" y="50722"/>
                  <a:pt x="78712" y="53787"/>
                </a:cubicBezTo>
                <a:cubicBezTo>
                  <a:pt x="79874" y="56853"/>
                  <a:pt x="81527" y="59474"/>
                  <a:pt x="83669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1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6" y="66663"/>
                </a:cubicBezTo>
                <a:cubicBezTo>
                  <a:pt x="114656" y="65498"/>
                  <a:pt x="117242" y="63827"/>
                  <a:pt x="119385" y="61651"/>
                </a:cubicBezTo>
                <a:cubicBezTo>
                  <a:pt x="121527" y="59474"/>
                  <a:pt x="123180" y="56853"/>
                  <a:pt x="124343" y="53787"/>
                </a:cubicBezTo>
                <a:cubicBezTo>
                  <a:pt x="125505" y="50722"/>
                  <a:pt x="126087" y="47289"/>
                  <a:pt x="126087" y="43488"/>
                </a:cubicBezTo>
                <a:cubicBezTo>
                  <a:pt x="126087" y="39687"/>
                  <a:pt x="125505" y="36238"/>
                  <a:pt x="124343" y="33142"/>
                </a:cubicBezTo>
                <a:cubicBezTo>
                  <a:pt x="123180" y="30045"/>
                  <a:pt x="121527" y="27408"/>
                  <a:pt x="119385" y="25232"/>
                </a:cubicBezTo>
                <a:cubicBezTo>
                  <a:pt x="117242" y="23055"/>
                  <a:pt x="114656" y="21369"/>
                  <a:pt x="111626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1" y="18978"/>
                  <a:pt x="91382" y="20173"/>
                </a:cubicBezTo>
                <a:cubicBezTo>
                  <a:pt x="88383" y="21369"/>
                  <a:pt x="85812" y="23055"/>
                  <a:pt x="83669" y="25232"/>
                </a:cubicBezTo>
                <a:cubicBezTo>
                  <a:pt x="81527" y="27408"/>
                  <a:pt x="79874" y="30045"/>
                  <a:pt x="78712" y="33142"/>
                </a:cubicBezTo>
                <a:cubicBezTo>
                  <a:pt x="77549" y="36238"/>
                  <a:pt x="76967" y="39687"/>
                  <a:pt x="76967" y="43488"/>
                </a:cubicBezTo>
                <a:close/>
                <a:moveTo>
                  <a:pt x="178817" y="67105"/>
                </a:moveTo>
                <a:lnTo>
                  <a:pt x="178817" y="19725"/>
                </a:lnTo>
                <a:lnTo>
                  <a:pt x="165780" y="19725"/>
                </a:lnTo>
                <a:lnTo>
                  <a:pt x="165780" y="44545"/>
                </a:lnTo>
                <a:cubicBezTo>
                  <a:pt x="165780" y="49368"/>
                  <a:pt x="164985" y="52833"/>
                  <a:pt x="163393" y="54940"/>
                </a:cubicBezTo>
                <a:cubicBezTo>
                  <a:pt x="161802" y="57046"/>
                  <a:pt x="159231" y="58099"/>
                  <a:pt x="155681" y="58099"/>
                </a:cubicBezTo>
                <a:cubicBezTo>
                  <a:pt x="152559" y="58099"/>
                  <a:pt x="150386" y="57138"/>
                  <a:pt x="149161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69" y="56906"/>
                </a:cubicBezTo>
                <a:cubicBezTo>
                  <a:pt x="135589" y="59320"/>
                  <a:pt x="136492" y="61368"/>
                  <a:pt x="137777" y="63049"/>
                </a:cubicBezTo>
                <a:cubicBezTo>
                  <a:pt x="139063" y="64730"/>
                  <a:pt x="140823" y="66029"/>
                  <a:pt x="143057" y="66946"/>
                </a:cubicBezTo>
                <a:cubicBezTo>
                  <a:pt x="145291" y="67863"/>
                  <a:pt x="148153" y="68321"/>
                  <a:pt x="151642" y="68321"/>
                </a:cubicBezTo>
                <a:cubicBezTo>
                  <a:pt x="154396" y="68321"/>
                  <a:pt x="157089" y="67707"/>
                  <a:pt x="159721" y="66480"/>
                </a:cubicBezTo>
                <a:cubicBezTo>
                  <a:pt x="162353" y="65252"/>
                  <a:pt x="164495" y="63256"/>
                  <a:pt x="166147" y="60494"/>
                </a:cubicBezTo>
                <a:lnTo>
                  <a:pt x="166423" y="60494"/>
                </a:lnTo>
                <a:lnTo>
                  <a:pt x="166423" y="67105"/>
                </a:lnTo>
                <a:lnTo>
                  <a:pt x="178817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3" y="19725"/>
                </a:lnTo>
                <a:lnTo>
                  <a:pt x="184203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3" y="62190"/>
                </a:cubicBezTo>
                <a:cubicBezTo>
                  <a:pt x="194088" y="63658"/>
                  <a:pt x="195175" y="64790"/>
                  <a:pt x="196551" y="65586"/>
                </a:cubicBezTo>
                <a:cubicBezTo>
                  <a:pt x="197929" y="66381"/>
                  <a:pt x="199520" y="66916"/>
                  <a:pt x="201326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0" y="67603"/>
                  <a:pt x="209666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1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2" y="57016"/>
                  <a:pt x="206237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8" y="58637"/>
                </a:moveTo>
                <a:cubicBezTo>
                  <a:pt x="242626" y="58637"/>
                  <a:pt x="240850" y="58209"/>
                  <a:pt x="239381" y="57353"/>
                </a:cubicBezTo>
                <a:cubicBezTo>
                  <a:pt x="237913" y="56495"/>
                  <a:pt x="236735" y="55378"/>
                  <a:pt x="235847" y="54000"/>
                </a:cubicBezTo>
                <a:cubicBezTo>
                  <a:pt x="234960" y="52623"/>
                  <a:pt x="234317" y="51016"/>
                  <a:pt x="233919" y="49180"/>
                </a:cubicBezTo>
                <a:cubicBezTo>
                  <a:pt x="233521" y="47343"/>
                  <a:pt x="233322" y="45475"/>
                  <a:pt x="233322" y="43577"/>
                </a:cubicBezTo>
                <a:cubicBezTo>
                  <a:pt x="233322" y="41619"/>
                  <a:pt x="233506" y="39722"/>
                  <a:pt x="233873" y="37885"/>
                </a:cubicBezTo>
                <a:cubicBezTo>
                  <a:pt x="234240" y="36048"/>
                  <a:pt x="234867" y="34426"/>
                  <a:pt x="235754" y="33019"/>
                </a:cubicBezTo>
                <a:cubicBezTo>
                  <a:pt x="236642" y="31610"/>
                  <a:pt x="237806" y="30462"/>
                  <a:pt x="239244" y="29575"/>
                </a:cubicBezTo>
                <a:cubicBezTo>
                  <a:pt x="240682" y="28687"/>
                  <a:pt x="242473" y="28243"/>
                  <a:pt x="244615" y="28243"/>
                </a:cubicBezTo>
                <a:cubicBezTo>
                  <a:pt x="246697" y="28243"/>
                  <a:pt x="248457" y="28687"/>
                  <a:pt x="249895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8" y="34503"/>
                  <a:pt x="255006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7" y="47343"/>
                  <a:pt x="255450" y="49180"/>
                </a:cubicBezTo>
                <a:cubicBezTo>
                  <a:pt x="255083" y="51016"/>
                  <a:pt x="254455" y="52623"/>
                  <a:pt x="253567" y="54000"/>
                </a:cubicBezTo>
                <a:cubicBezTo>
                  <a:pt x="252680" y="55378"/>
                  <a:pt x="251517" y="56495"/>
                  <a:pt x="250079" y="57353"/>
                </a:cubicBezTo>
                <a:cubicBezTo>
                  <a:pt x="248641" y="58209"/>
                  <a:pt x="246850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5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49" y="67811"/>
                  <a:pt x="245258" y="68410"/>
                  <a:pt x="248196" y="68410"/>
                </a:cubicBezTo>
                <a:cubicBezTo>
                  <a:pt x="251685" y="68410"/>
                  <a:pt x="254730" y="67736"/>
                  <a:pt x="257331" y="66387"/>
                </a:cubicBezTo>
                <a:cubicBezTo>
                  <a:pt x="259933" y="65039"/>
                  <a:pt x="262105" y="63230"/>
                  <a:pt x="263850" y="60962"/>
                </a:cubicBezTo>
                <a:cubicBezTo>
                  <a:pt x="265595" y="58693"/>
                  <a:pt x="266895" y="56087"/>
                  <a:pt x="267752" y="53144"/>
                </a:cubicBezTo>
                <a:cubicBezTo>
                  <a:pt x="268609" y="50201"/>
                  <a:pt x="269038" y="47136"/>
                  <a:pt x="269038" y="43947"/>
                </a:cubicBezTo>
                <a:cubicBezTo>
                  <a:pt x="269038" y="40575"/>
                  <a:pt x="268609" y="37340"/>
                  <a:pt x="267752" y="34244"/>
                </a:cubicBezTo>
                <a:cubicBezTo>
                  <a:pt x="266895" y="31148"/>
                  <a:pt x="265579" y="28436"/>
                  <a:pt x="263804" y="26106"/>
                </a:cubicBezTo>
                <a:cubicBezTo>
                  <a:pt x="262029" y="23776"/>
                  <a:pt x="259795" y="21906"/>
                  <a:pt x="257102" y="20496"/>
                </a:cubicBezTo>
                <a:cubicBezTo>
                  <a:pt x="254409" y="19085"/>
                  <a:pt x="251196" y="18380"/>
                  <a:pt x="247462" y="18380"/>
                </a:cubicBezTo>
                <a:cubicBezTo>
                  <a:pt x="244524" y="18380"/>
                  <a:pt x="241830" y="18964"/>
                  <a:pt x="239381" y="20131"/>
                </a:cubicBezTo>
                <a:cubicBezTo>
                  <a:pt x="236933" y="21299"/>
                  <a:pt x="234914" y="23173"/>
                  <a:pt x="233322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5" y="67105"/>
                </a:moveTo>
                <a:lnTo>
                  <a:pt x="321125" y="19725"/>
                </a:lnTo>
                <a:lnTo>
                  <a:pt x="308088" y="19725"/>
                </a:lnTo>
                <a:lnTo>
                  <a:pt x="308088" y="44545"/>
                </a:lnTo>
                <a:cubicBezTo>
                  <a:pt x="308088" y="49368"/>
                  <a:pt x="307292" y="52833"/>
                  <a:pt x="305701" y="54940"/>
                </a:cubicBezTo>
                <a:cubicBezTo>
                  <a:pt x="304109" y="57046"/>
                  <a:pt x="301539" y="58099"/>
                  <a:pt x="297989" y="58099"/>
                </a:cubicBezTo>
                <a:cubicBezTo>
                  <a:pt x="294867" y="58099"/>
                  <a:pt x="292693" y="57138"/>
                  <a:pt x="291469" y="55215"/>
                </a:cubicBezTo>
                <a:cubicBezTo>
                  <a:pt x="290245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7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4" y="68321"/>
                  <a:pt x="299397" y="67707"/>
                  <a:pt x="302029" y="66480"/>
                </a:cubicBezTo>
                <a:cubicBezTo>
                  <a:pt x="304661" y="65252"/>
                  <a:pt x="306803" y="63256"/>
                  <a:pt x="308455" y="60494"/>
                </a:cubicBezTo>
                <a:lnTo>
                  <a:pt x="308731" y="60494"/>
                </a:lnTo>
                <a:lnTo>
                  <a:pt x="308731" y="67105"/>
                </a:lnTo>
                <a:lnTo>
                  <a:pt x="321125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0" y="62190"/>
                </a:cubicBezTo>
                <a:cubicBezTo>
                  <a:pt x="336396" y="63658"/>
                  <a:pt x="337482" y="64790"/>
                  <a:pt x="338859" y="65586"/>
                </a:cubicBezTo>
                <a:cubicBezTo>
                  <a:pt x="340237" y="66381"/>
                  <a:pt x="341828" y="66916"/>
                  <a:pt x="343633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8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09" y="34698"/>
                </a:moveTo>
                <a:lnTo>
                  <a:pt x="378109" y="20532"/>
                </a:lnTo>
                <a:lnTo>
                  <a:pt x="363695" y="20532"/>
                </a:lnTo>
                <a:lnTo>
                  <a:pt x="363695" y="34698"/>
                </a:lnTo>
                <a:lnTo>
                  <a:pt x="378109" y="34698"/>
                </a:lnTo>
                <a:moveTo>
                  <a:pt x="363695" y="52989"/>
                </a:moveTo>
                <a:lnTo>
                  <a:pt x="363695" y="67155"/>
                </a:lnTo>
                <a:lnTo>
                  <a:pt x="378109" y="67155"/>
                </a:lnTo>
                <a:lnTo>
                  <a:pt x="378109" y="52989"/>
                </a:lnTo>
                <a:lnTo>
                  <a:pt x="363695" y="52989"/>
                </a:lnTo>
                <a:close/>
                <a:moveTo>
                  <a:pt x="414833" y="0"/>
                </a:moveTo>
                <a:lnTo>
                  <a:pt x="414833" y="83742"/>
                </a:lnTo>
                <a:lnTo>
                  <a:pt x="439072" y="83742"/>
                </a:lnTo>
                <a:lnTo>
                  <a:pt x="439072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2" y="10311"/>
                </a:lnTo>
                <a:lnTo>
                  <a:pt x="439072" y="0"/>
                </a:lnTo>
                <a:lnTo>
                  <a:pt x="414833" y="0"/>
                </a:lnTo>
                <a:close/>
                <a:moveTo>
                  <a:pt x="475184" y="67155"/>
                </a:moveTo>
                <a:lnTo>
                  <a:pt x="475184" y="2869"/>
                </a:lnTo>
                <a:lnTo>
                  <a:pt x="464811" y="2869"/>
                </a:lnTo>
                <a:cubicBezTo>
                  <a:pt x="464443" y="5311"/>
                  <a:pt x="463677" y="7357"/>
                  <a:pt x="462514" y="9007"/>
                </a:cubicBezTo>
                <a:cubicBezTo>
                  <a:pt x="461352" y="10655"/>
                  <a:pt x="459928" y="11983"/>
                  <a:pt x="458244" y="12991"/>
                </a:cubicBezTo>
                <a:cubicBezTo>
                  <a:pt x="456561" y="13998"/>
                  <a:pt x="454664" y="14700"/>
                  <a:pt x="452552" y="15098"/>
                </a:cubicBezTo>
                <a:cubicBezTo>
                  <a:pt x="450441" y="15495"/>
                  <a:pt x="448253" y="15662"/>
                  <a:pt x="445989" y="15601"/>
                </a:cubicBezTo>
                <a:lnTo>
                  <a:pt x="445989" y="25463"/>
                </a:lnTo>
                <a:lnTo>
                  <a:pt x="462147" y="25463"/>
                </a:lnTo>
                <a:lnTo>
                  <a:pt x="462147" y="67155"/>
                </a:lnTo>
                <a:lnTo>
                  <a:pt x="475184" y="67155"/>
                </a:lnTo>
                <a:close/>
                <a:moveTo>
                  <a:pt x="495964" y="52989"/>
                </a:moveTo>
                <a:lnTo>
                  <a:pt x="495964" y="67155"/>
                </a:lnTo>
                <a:lnTo>
                  <a:pt x="510379" y="67155"/>
                </a:lnTo>
                <a:lnTo>
                  <a:pt x="510379" y="52989"/>
                </a:lnTo>
                <a:lnTo>
                  <a:pt x="495964" y="52989"/>
                </a:lnTo>
                <a:close/>
                <a:moveTo>
                  <a:pt x="530669" y="34738"/>
                </a:moveTo>
                <a:cubicBezTo>
                  <a:pt x="530669" y="33637"/>
                  <a:pt x="530684" y="32308"/>
                  <a:pt x="530715" y="30750"/>
                </a:cubicBezTo>
                <a:cubicBezTo>
                  <a:pt x="530746" y="29192"/>
                  <a:pt x="530853" y="27588"/>
                  <a:pt x="531036" y="25938"/>
                </a:cubicBezTo>
                <a:cubicBezTo>
                  <a:pt x="531220" y="24288"/>
                  <a:pt x="531526" y="22654"/>
                  <a:pt x="531954" y="21035"/>
                </a:cubicBezTo>
                <a:cubicBezTo>
                  <a:pt x="532382" y="19416"/>
                  <a:pt x="532979" y="17964"/>
                  <a:pt x="533744" y="16681"/>
                </a:cubicBezTo>
                <a:cubicBezTo>
                  <a:pt x="534510" y="15398"/>
                  <a:pt x="535490" y="14359"/>
                  <a:pt x="536683" y="13565"/>
                </a:cubicBezTo>
                <a:cubicBezTo>
                  <a:pt x="537877" y="12770"/>
                  <a:pt x="539361" y="12373"/>
                  <a:pt x="541135" y="12373"/>
                </a:cubicBezTo>
                <a:cubicBezTo>
                  <a:pt x="542911" y="12373"/>
                  <a:pt x="544411" y="12770"/>
                  <a:pt x="545635" y="13565"/>
                </a:cubicBezTo>
                <a:cubicBezTo>
                  <a:pt x="546860" y="14359"/>
                  <a:pt x="547870" y="15398"/>
                  <a:pt x="548665" y="16681"/>
                </a:cubicBezTo>
                <a:cubicBezTo>
                  <a:pt x="549461" y="17964"/>
                  <a:pt x="550058" y="19416"/>
                  <a:pt x="550456" y="21035"/>
                </a:cubicBezTo>
                <a:cubicBezTo>
                  <a:pt x="550854" y="22654"/>
                  <a:pt x="551160" y="24288"/>
                  <a:pt x="551373" y="25938"/>
                </a:cubicBezTo>
                <a:cubicBezTo>
                  <a:pt x="551587" y="27588"/>
                  <a:pt x="551710" y="29192"/>
                  <a:pt x="551741" y="30750"/>
                </a:cubicBezTo>
                <a:cubicBezTo>
                  <a:pt x="551771" y="32308"/>
                  <a:pt x="551787" y="33637"/>
                  <a:pt x="551787" y="34738"/>
                </a:cubicBezTo>
                <a:cubicBezTo>
                  <a:pt x="551787" y="36570"/>
                  <a:pt x="551726" y="38785"/>
                  <a:pt x="551603" y="41382"/>
                </a:cubicBezTo>
                <a:cubicBezTo>
                  <a:pt x="551481" y="43979"/>
                  <a:pt x="551098" y="46485"/>
                  <a:pt x="550456" y="48898"/>
                </a:cubicBezTo>
                <a:cubicBezTo>
                  <a:pt x="549813" y="51311"/>
                  <a:pt x="548772" y="53374"/>
                  <a:pt x="547333" y="55085"/>
                </a:cubicBezTo>
                <a:cubicBezTo>
                  <a:pt x="545895" y="56796"/>
                  <a:pt x="543829" y="57651"/>
                  <a:pt x="541135" y="57651"/>
                </a:cubicBezTo>
                <a:cubicBezTo>
                  <a:pt x="538504" y="57651"/>
                  <a:pt x="536483" y="56796"/>
                  <a:pt x="535075" y="55085"/>
                </a:cubicBezTo>
                <a:cubicBezTo>
                  <a:pt x="533668" y="53374"/>
                  <a:pt x="532643" y="51311"/>
                  <a:pt x="532000" y="48898"/>
                </a:cubicBezTo>
                <a:cubicBezTo>
                  <a:pt x="531357" y="46485"/>
                  <a:pt x="530975" y="43979"/>
                  <a:pt x="530853" y="41382"/>
                </a:cubicBezTo>
                <a:cubicBezTo>
                  <a:pt x="530730" y="38785"/>
                  <a:pt x="530669" y="36570"/>
                  <a:pt x="530669" y="34738"/>
                </a:cubicBezTo>
                <a:moveTo>
                  <a:pt x="517632" y="34738"/>
                </a:moveTo>
                <a:cubicBezTo>
                  <a:pt x="517632" y="41160"/>
                  <a:pt x="518259" y="46528"/>
                  <a:pt x="519513" y="50841"/>
                </a:cubicBezTo>
                <a:cubicBezTo>
                  <a:pt x="520769" y="55153"/>
                  <a:pt x="522468" y="58594"/>
                  <a:pt x="524610" y="61163"/>
                </a:cubicBezTo>
                <a:cubicBezTo>
                  <a:pt x="526753" y="63733"/>
                  <a:pt x="529247" y="65568"/>
                  <a:pt x="532092" y="66669"/>
                </a:cubicBezTo>
                <a:cubicBezTo>
                  <a:pt x="534939" y="67770"/>
                  <a:pt x="537953" y="68321"/>
                  <a:pt x="541135" y="68321"/>
                </a:cubicBezTo>
                <a:cubicBezTo>
                  <a:pt x="544380" y="68321"/>
                  <a:pt x="547425" y="67770"/>
                  <a:pt x="550271" y="66669"/>
                </a:cubicBezTo>
                <a:cubicBezTo>
                  <a:pt x="553118" y="65568"/>
                  <a:pt x="555627" y="63733"/>
                  <a:pt x="557800" y="61163"/>
                </a:cubicBezTo>
                <a:cubicBezTo>
                  <a:pt x="559973" y="58594"/>
                  <a:pt x="561687" y="55153"/>
                  <a:pt x="562941" y="50841"/>
                </a:cubicBezTo>
                <a:cubicBezTo>
                  <a:pt x="564196" y="46528"/>
                  <a:pt x="564824" y="41160"/>
                  <a:pt x="564824" y="34738"/>
                </a:cubicBezTo>
                <a:cubicBezTo>
                  <a:pt x="564824" y="28499"/>
                  <a:pt x="564196" y="23254"/>
                  <a:pt x="562941" y="19002"/>
                </a:cubicBezTo>
                <a:cubicBezTo>
                  <a:pt x="561687" y="14751"/>
                  <a:pt x="559973" y="11341"/>
                  <a:pt x="557800" y="8771"/>
                </a:cubicBezTo>
                <a:cubicBezTo>
                  <a:pt x="555627" y="6202"/>
                  <a:pt x="553118" y="4367"/>
                  <a:pt x="550271" y="3266"/>
                </a:cubicBezTo>
                <a:cubicBezTo>
                  <a:pt x="547425" y="2164"/>
                  <a:pt x="544380" y="1614"/>
                  <a:pt x="541135" y="1614"/>
                </a:cubicBezTo>
                <a:cubicBezTo>
                  <a:pt x="537953" y="1614"/>
                  <a:pt x="534939" y="2164"/>
                  <a:pt x="532092" y="3266"/>
                </a:cubicBezTo>
                <a:cubicBezTo>
                  <a:pt x="529247" y="4367"/>
                  <a:pt x="526753" y="6202"/>
                  <a:pt x="524610" y="8771"/>
                </a:cubicBezTo>
                <a:cubicBezTo>
                  <a:pt x="522468" y="11341"/>
                  <a:pt x="520769" y="14751"/>
                  <a:pt x="519513" y="19002"/>
                </a:cubicBezTo>
                <a:cubicBezTo>
                  <a:pt x="518259" y="23254"/>
                  <a:pt x="517632" y="28499"/>
                  <a:pt x="517632" y="34738"/>
                </a:cubicBezTo>
                <a:close/>
                <a:moveTo>
                  <a:pt x="581931" y="34738"/>
                </a:moveTo>
                <a:cubicBezTo>
                  <a:pt x="581931" y="33637"/>
                  <a:pt x="581946" y="32308"/>
                  <a:pt x="581977" y="30750"/>
                </a:cubicBezTo>
                <a:cubicBezTo>
                  <a:pt x="582008" y="29192"/>
                  <a:pt x="582115" y="27588"/>
                  <a:pt x="582298" y="25938"/>
                </a:cubicBezTo>
                <a:cubicBezTo>
                  <a:pt x="582482" y="24288"/>
                  <a:pt x="582788" y="22654"/>
                  <a:pt x="583215" y="21035"/>
                </a:cubicBezTo>
                <a:cubicBezTo>
                  <a:pt x="583644" y="19416"/>
                  <a:pt x="584241" y="17964"/>
                  <a:pt x="585006" y="16681"/>
                </a:cubicBezTo>
                <a:cubicBezTo>
                  <a:pt x="585772" y="15398"/>
                  <a:pt x="586751" y="14359"/>
                  <a:pt x="587945" y="13565"/>
                </a:cubicBezTo>
                <a:cubicBezTo>
                  <a:pt x="589138" y="12770"/>
                  <a:pt x="590622" y="12373"/>
                  <a:pt x="592397" y="12373"/>
                </a:cubicBezTo>
                <a:cubicBezTo>
                  <a:pt x="594172" y="12373"/>
                  <a:pt x="595672" y="12770"/>
                  <a:pt x="596897" y="13565"/>
                </a:cubicBezTo>
                <a:cubicBezTo>
                  <a:pt x="598121" y="14359"/>
                  <a:pt x="599131" y="15398"/>
                  <a:pt x="599927" y="16681"/>
                </a:cubicBezTo>
                <a:cubicBezTo>
                  <a:pt x="600723" y="17964"/>
                  <a:pt x="601320" y="19416"/>
                  <a:pt x="601717" y="21035"/>
                </a:cubicBezTo>
                <a:cubicBezTo>
                  <a:pt x="602115" y="22654"/>
                  <a:pt x="602421" y="24288"/>
                  <a:pt x="602635" y="25938"/>
                </a:cubicBezTo>
                <a:cubicBezTo>
                  <a:pt x="602849" y="27588"/>
                  <a:pt x="602971" y="29192"/>
                  <a:pt x="603002" y="30750"/>
                </a:cubicBezTo>
                <a:cubicBezTo>
                  <a:pt x="603033" y="32308"/>
                  <a:pt x="603048" y="33637"/>
                  <a:pt x="603048" y="34738"/>
                </a:cubicBezTo>
                <a:cubicBezTo>
                  <a:pt x="603048" y="36570"/>
                  <a:pt x="602987" y="38785"/>
                  <a:pt x="602865" y="41382"/>
                </a:cubicBezTo>
                <a:cubicBezTo>
                  <a:pt x="602742" y="43979"/>
                  <a:pt x="602360" y="46485"/>
                  <a:pt x="601717" y="48898"/>
                </a:cubicBezTo>
                <a:cubicBezTo>
                  <a:pt x="601075" y="51311"/>
                  <a:pt x="600034" y="53374"/>
                  <a:pt x="598595" y="55085"/>
                </a:cubicBezTo>
                <a:cubicBezTo>
                  <a:pt x="597156" y="56796"/>
                  <a:pt x="595091" y="57651"/>
                  <a:pt x="592397" y="57651"/>
                </a:cubicBezTo>
                <a:cubicBezTo>
                  <a:pt x="589765" y="57651"/>
                  <a:pt x="587745" y="56796"/>
                  <a:pt x="586337" y="55085"/>
                </a:cubicBezTo>
                <a:cubicBezTo>
                  <a:pt x="584929" y="53374"/>
                  <a:pt x="583904" y="51311"/>
                  <a:pt x="583262" y="48898"/>
                </a:cubicBezTo>
                <a:cubicBezTo>
                  <a:pt x="582619" y="46485"/>
                  <a:pt x="582237" y="43979"/>
                  <a:pt x="582114" y="41382"/>
                </a:cubicBezTo>
                <a:cubicBezTo>
                  <a:pt x="581992" y="38785"/>
                  <a:pt x="581931" y="36570"/>
                  <a:pt x="581931" y="34738"/>
                </a:cubicBezTo>
                <a:moveTo>
                  <a:pt x="568894" y="34738"/>
                </a:moveTo>
                <a:cubicBezTo>
                  <a:pt x="568894" y="41160"/>
                  <a:pt x="569521" y="46528"/>
                  <a:pt x="570775" y="50841"/>
                </a:cubicBezTo>
                <a:cubicBezTo>
                  <a:pt x="572030" y="55153"/>
                  <a:pt x="573729" y="58594"/>
                  <a:pt x="575872" y="61163"/>
                </a:cubicBezTo>
                <a:cubicBezTo>
                  <a:pt x="578014" y="63733"/>
                  <a:pt x="580508" y="65568"/>
                  <a:pt x="583354" y="66669"/>
                </a:cubicBezTo>
                <a:cubicBezTo>
                  <a:pt x="586201" y="67770"/>
                  <a:pt x="589215" y="68321"/>
                  <a:pt x="592397" y="68321"/>
                </a:cubicBezTo>
                <a:cubicBezTo>
                  <a:pt x="595642" y="68321"/>
                  <a:pt x="598687" y="67770"/>
                  <a:pt x="601532" y="66669"/>
                </a:cubicBezTo>
                <a:cubicBezTo>
                  <a:pt x="604379" y="65568"/>
                  <a:pt x="606889" y="63733"/>
                  <a:pt x="609061" y="61163"/>
                </a:cubicBezTo>
                <a:cubicBezTo>
                  <a:pt x="611234" y="58594"/>
                  <a:pt x="612948" y="55153"/>
                  <a:pt x="614203" y="50841"/>
                </a:cubicBezTo>
                <a:cubicBezTo>
                  <a:pt x="615458" y="46528"/>
                  <a:pt x="616085" y="41160"/>
                  <a:pt x="616085" y="34738"/>
                </a:cubicBezTo>
                <a:cubicBezTo>
                  <a:pt x="616085" y="28499"/>
                  <a:pt x="615458" y="23254"/>
                  <a:pt x="614203" y="19002"/>
                </a:cubicBezTo>
                <a:cubicBezTo>
                  <a:pt x="612948" y="14751"/>
                  <a:pt x="611234" y="11341"/>
                  <a:pt x="609061" y="8771"/>
                </a:cubicBezTo>
                <a:cubicBezTo>
                  <a:pt x="606889" y="6202"/>
                  <a:pt x="604379" y="4367"/>
                  <a:pt x="601532" y="3266"/>
                </a:cubicBezTo>
                <a:cubicBezTo>
                  <a:pt x="598687" y="2164"/>
                  <a:pt x="595642" y="1614"/>
                  <a:pt x="592397" y="1614"/>
                </a:cubicBezTo>
                <a:cubicBezTo>
                  <a:pt x="589215" y="1614"/>
                  <a:pt x="586201" y="2164"/>
                  <a:pt x="583354" y="3266"/>
                </a:cubicBezTo>
                <a:cubicBezTo>
                  <a:pt x="580508" y="4367"/>
                  <a:pt x="578014" y="6202"/>
                  <a:pt x="575872" y="8771"/>
                </a:cubicBezTo>
                <a:cubicBezTo>
                  <a:pt x="573729" y="11341"/>
                  <a:pt x="572030" y="14751"/>
                  <a:pt x="570775" y="19002"/>
                </a:cubicBezTo>
                <a:cubicBezTo>
                  <a:pt x="569521" y="23254"/>
                  <a:pt x="568894" y="28499"/>
                  <a:pt x="568894" y="34738"/>
                </a:cubicBezTo>
                <a:close/>
                <a:moveTo>
                  <a:pt x="633192" y="34738"/>
                </a:moveTo>
                <a:cubicBezTo>
                  <a:pt x="633192" y="33637"/>
                  <a:pt x="633207" y="32308"/>
                  <a:pt x="633238" y="30750"/>
                </a:cubicBezTo>
                <a:cubicBezTo>
                  <a:pt x="633269" y="29192"/>
                  <a:pt x="633376" y="27588"/>
                  <a:pt x="633559" y="25938"/>
                </a:cubicBezTo>
                <a:cubicBezTo>
                  <a:pt x="633743" y="24288"/>
                  <a:pt x="634049" y="22654"/>
                  <a:pt x="634476" y="21035"/>
                </a:cubicBezTo>
                <a:cubicBezTo>
                  <a:pt x="634905" y="19416"/>
                  <a:pt x="635502" y="17964"/>
                  <a:pt x="636267" y="16681"/>
                </a:cubicBezTo>
                <a:cubicBezTo>
                  <a:pt x="637033" y="15398"/>
                  <a:pt x="638012" y="14359"/>
                  <a:pt x="639206" y="13565"/>
                </a:cubicBezTo>
                <a:cubicBezTo>
                  <a:pt x="640400" y="12770"/>
                  <a:pt x="641884" y="12373"/>
                  <a:pt x="643658" y="12373"/>
                </a:cubicBezTo>
                <a:cubicBezTo>
                  <a:pt x="645434" y="12373"/>
                  <a:pt x="646934" y="12770"/>
                  <a:pt x="648158" y="13565"/>
                </a:cubicBezTo>
                <a:cubicBezTo>
                  <a:pt x="649382" y="14359"/>
                  <a:pt x="650392" y="15398"/>
                  <a:pt x="651188" y="16681"/>
                </a:cubicBezTo>
                <a:cubicBezTo>
                  <a:pt x="651984" y="17964"/>
                  <a:pt x="652581" y="19416"/>
                  <a:pt x="652979" y="21035"/>
                </a:cubicBezTo>
                <a:cubicBezTo>
                  <a:pt x="653376" y="22654"/>
                  <a:pt x="653682" y="24288"/>
                  <a:pt x="653896" y="25938"/>
                </a:cubicBezTo>
                <a:cubicBezTo>
                  <a:pt x="654110" y="27588"/>
                  <a:pt x="654232" y="29192"/>
                  <a:pt x="654263" y="30750"/>
                </a:cubicBezTo>
                <a:cubicBezTo>
                  <a:pt x="654294" y="32308"/>
                  <a:pt x="654309" y="33637"/>
                  <a:pt x="654309" y="34738"/>
                </a:cubicBezTo>
                <a:cubicBezTo>
                  <a:pt x="654309" y="36570"/>
                  <a:pt x="654248" y="38785"/>
                  <a:pt x="654126" y="41382"/>
                </a:cubicBezTo>
                <a:cubicBezTo>
                  <a:pt x="654004" y="43979"/>
                  <a:pt x="653621" y="46485"/>
                  <a:pt x="652979" y="48898"/>
                </a:cubicBezTo>
                <a:cubicBezTo>
                  <a:pt x="652336" y="51311"/>
                  <a:pt x="651295" y="53374"/>
                  <a:pt x="649856" y="55085"/>
                </a:cubicBezTo>
                <a:cubicBezTo>
                  <a:pt x="648418" y="56796"/>
                  <a:pt x="646352" y="57651"/>
                  <a:pt x="643658" y="57651"/>
                </a:cubicBezTo>
                <a:cubicBezTo>
                  <a:pt x="641026" y="57651"/>
                  <a:pt x="639006" y="56796"/>
                  <a:pt x="637598" y="55085"/>
                </a:cubicBezTo>
                <a:cubicBezTo>
                  <a:pt x="636190" y="53374"/>
                  <a:pt x="635165" y="51311"/>
                  <a:pt x="634523" y="48898"/>
                </a:cubicBezTo>
                <a:cubicBezTo>
                  <a:pt x="633880" y="46485"/>
                  <a:pt x="633498" y="43979"/>
                  <a:pt x="633375" y="41382"/>
                </a:cubicBezTo>
                <a:cubicBezTo>
                  <a:pt x="633253" y="38785"/>
                  <a:pt x="633192" y="36570"/>
                  <a:pt x="633192" y="34738"/>
                </a:cubicBezTo>
                <a:moveTo>
                  <a:pt x="620155" y="34738"/>
                </a:moveTo>
                <a:cubicBezTo>
                  <a:pt x="620155" y="41160"/>
                  <a:pt x="620782" y="46528"/>
                  <a:pt x="622036" y="50841"/>
                </a:cubicBezTo>
                <a:cubicBezTo>
                  <a:pt x="623291" y="55153"/>
                  <a:pt x="624990" y="58594"/>
                  <a:pt x="627133" y="61163"/>
                </a:cubicBezTo>
                <a:cubicBezTo>
                  <a:pt x="629275" y="63733"/>
                  <a:pt x="631769" y="65568"/>
                  <a:pt x="634615" y="66669"/>
                </a:cubicBezTo>
                <a:cubicBezTo>
                  <a:pt x="637462" y="67770"/>
                  <a:pt x="640476" y="68321"/>
                  <a:pt x="643658" y="68321"/>
                </a:cubicBezTo>
                <a:cubicBezTo>
                  <a:pt x="646903" y="68321"/>
                  <a:pt x="649948" y="67770"/>
                  <a:pt x="652794" y="66669"/>
                </a:cubicBezTo>
                <a:cubicBezTo>
                  <a:pt x="655640" y="65568"/>
                  <a:pt x="658150" y="63733"/>
                  <a:pt x="660322" y="61163"/>
                </a:cubicBezTo>
                <a:cubicBezTo>
                  <a:pt x="662496" y="58594"/>
                  <a:pt x="664209" y="55153"/>
                  <a:pt x="665464" y="50841"/>
                </a:cubicBezTo>
                <a:cubicBezTo>
                  <a:pt x="666719" y="46528"/>
                  <a:pt x="667347" y="41160"/>
                  <a:pt x="667347" y="34738"/>
                </a:cubicBezTo>
                <a:cubicBezTo>
                  <a:pt x="667347" y="28499"/>
                  <a:pt x="666719" y="23254"/>
                  <a:pt x="665464" y="19002"/>
                </a:cubicBezTo>
                <a:cubicBezTo>
                  <a:pt x="664209" y="14751"/>
                  <a:pt x="662496" y="11341"/>
                  <a:pt x="660322" y="8771"/>
                </a:cubicBezTo>
                <a:cubicBezTo>
                  <a:pt x="658150" y="6202"/>
                  <a:pt x="655640" y="4367"/>
                  <a:pt x="652794" y="3266"/>
                </a:cubicBezTo>
                <a:cubicBezTo>
                  <a:pt x="649948" y="2164"/>
                  <a:pt x="646903" y="1614"/>
                  <a:pt x="643658" y="1614"/>
                </a:cubicBezTo>
                <a:cubicBezTo>
                  <a:pt x="640476" y="1614"/>
                  <a:pt x="637462" y="2164"/>
                  <a:pt x="634615" y="3266"/>
                </a:cubicBezTo>
                <a:cubicBezTo>
                  <a:pt x="631769" y="4367"/>
                  <a:pt x="629275" y="6202"/>
                  <a:pt x="627133" y="8771"/>
                </a:cubicBezTo>
                <a:cubicBezTo>
                  <a:pt x="624990" y="11341"/>
                  <a:pt x="623291" y="14751"/>
                  <a:pt x="622036" y="19002"/>
                </a:cubicBezTo>
                <a:cubicBezTo>
                  <a:pt x="620782" y="23254"/>
                  <a:pt x="620155" y="28499"/>
                  <a:pt x="620155" y="34738"/>
                </a:cubicBezTo>
                <a:close/>
                <a:moveTo>
                  <a:pt x="684453" y="34738"/>
                </a:moveTo>
                <a:cubicBezTo>
                  <a:pt x="684453" y="33637"/>
                  <a:pt x="684469" y="32308"/>
                  <a:pt x="684500" y="30750"/>
                </a:cubicBezTo>
                <a:cubicBezTo>
                  <a:pt x="684530" y="29192"/>
                  <a:pt x="684637" y="27588"/>
                  <a:pt x="684820" y="25938"/>
                </a:cubicBezTo>
                <a:cubicBezTo>
                  <a:pt x="685004" y="24288"/>
                  <a:pt x="685310" y="22654"/>
                  <a:pt x="685738" y="21035"/>
                </a:cubicBezTo>
                <a:cubicBezTo>
                  <a:pt x="686167" y="19416"/>
                  <a:pt x="686764" y="17964"/>
                  <a:pt x="687528" y="16681"/>
                </a:cubicBezTo>
                <a:cubicBezTo>
                  <a:pt x="688294" y="15398"/>
                  <a:pt x="689274" y="14359"/>
                  <a:pt x="690468" y="13565"/>
                </a:cubicBezTo>
                <a:cubicBezTo>
                  <a:pt x="691661" y="12770"/>
                  <a:pt x="693145" y="12373"/>
                  <a:pt x="694920" y="12373"/>
                </a:cubicBezTo>
                <a:cubicBezTo>
                  <a:pt x="696695" y="12373"/>
                  <a:pt x="698195" y="12770"/>
                  <a:pt x="699420" y="13565"/>
                </a:cubicBezTo>
                <a:cubicBezTo>
                  <a:pt x="700644" y="14359"/>
                  <a:pt x="701654" y="15398"/>
                  <a:pt x="702450" y="16681"/>
                </a:cubicBezTo>
                <a:cubicBezTo>
                  <a:pt x="703245" y="17964"/>
                  <a:pt x="703842" y="19416"/>
                  <a:pt x="704240" y="21035"/>
                </a:cubicBezTo>
                <a:cubicBezTo>
                  <a:pt x="704638" y="22654"/>
                  <a:pt x="704944" y="24288"/>
                  <a:pt x="705158" y="25938"/>
                </a:cubicBezTo>
                <a:cubicBezTo>
                  <a:pt x="705372" y="27588"/>
                  <a:pt x="705494" y="29192"/>
                  <a:pt x="705525" y="30750"/>
                </a:cubicBezTo>
                <a:cubicBezTo>
                  <a:pt x="705556" y="32308"/>
                  <a:pt x="705571" y="33637"/>
                  <a:pt x="705571" y="34738"/>
                </a:cubicBezTo>
                <a:cubicBezTo>
                  <a:pt x="705571" y="36570"/>
                  <a:pt x="705510" y="38785"/>
                  <a:pt x="705387" y="41382"/>
                </a:cubicBezTo>
                <a:cubicBezTo>
                  <a:pt x="705265" y="43979"/>
                  <a:pt x="704883" y="46485"/>
                  <a:pt x="704240" y="48898"/>
                </a:cubicBezTo>
                <a:cubicBezTo>
                  <a:pt x="703598" y="51311"/>
                  <a:pt x="702557" y="53374"/>
                  <a:pt x="701117" y="55085"/>
                </a:cubicBezTo>
                <a:cubicBezTo>
                  <a:pt x="699679" y="56796"/>
                  <a:pt x="697613" y="57651"/>
                  <a:pt x="694920" y="57651"/>
                </a:cubicBezTo>
                <a:cubicBezTo>
                  <a:pt x="692288" y="57651"/>
                  <a:pt x="690268" y="56796"/>
                  <a:pt x="688859" y="55085"/>
                </a:cubicBezTo>
                <a:cubicBezTo>
                  <a:pt x="687452" y="53374"/>
                  <a:pt x="686427" y="51311"/>
                  <a:pt x="685784" y="48898"/>
                </a:cubicBezTo>
                <a:cubicBezTo>
                  <a:pt x="685142" y="46485"/>
                  <a:pt x="684759" y="43979"/>
                  <a:pt x="684637" y="41382"/>
                </a:cubicBezTo>
                <a:cubicBezTo>
                  <a:pt x="684515" y="38785"/>
                  <a:pt x="684453" y="36570"/>
                  <a:pt x="684453" y="34738"/>
                </a:cubicBezTo>
                <a:moveTo>
                  <a:pt x="671416" y="34738"/>
                </a:moveTo>
                <a:cubicBezTo>
                  <a:pt x="671416" y="41160"/>
                  <a:pt x="672043" y="46528"/>
                  <a:pt x="673298" y="50841"/>
                </a:cubicBezTo>
                <a:cubicBezTo>
                  <a:pt x="674553" y="55153"/>
                  <a:pt x="676252" y="58594"/>
                  <a:pt x="678394" y="61163"/>
                </a:cubicBezTo>
                <a:cubicBezTo>
                  <a:pt x="680537" y="63733"/>
                  <a:pt x="683031" y="65568"/>
                  <a:pt x="685877" y="66669"/>
                </a:cubicBezTo>
                <a:cubicBezTo>
                  <a:pt x="688723" y="67770"/>
                  <a:pt x="691738" y="68321"/>
                  <a:pt x="694920" y="68321"/>
                </a:cubicBezTo>
                <a:cubicBezTo>
                  <a:pt x="698164" y="68321"/>
                  <a:pt x="701209" y="67770"/>
                  <a:pt x="704055" y="66669"/>
                </a:cubicBezTo>
                <a:cubicBezTo>
                  <a:pt x="706902" y="65568"/>
                  <a:pt x="709411" y="63733"/>
                  <a:pt x="711584" y="61163"/>
                </a:cubicBezTo>
                <a:cubicBezTo>
                  <a:pt x="713757" y="58594"/>
                  <a:pt x="715471" y="55153"/>
                  <a:pt x="716725" y="50841"/>
                </a:cubicBezTo>
                <a:cubicBezTo>
                  <a:pt x="717980" y="46528"/>
                  <a:pt x="718608" y="41160"/>
                  <a:pt x="718608" y="34738"/>
                </a:cubicBezTo>
                <a:cubicBezTo>
                  <a:pt x="718608" y="28499"/>
                  <a:pt x="717980" y="23254"/>
                  <a:pt x="716725" y="19002"/>
                </a:cubicBezTo>
                <a:cubicBezTo>
                  <a:pt x="715471" y="14751"/>
                  <a:pt x="713757" y="11341"/>
                  <a:pt x="711584" y="8771"/>
                </a:cubicBezTo>
                <a:cubicBezTo>
                  <a:pt x="709411" y="6202"/>
                  <a:pt x="706902" y="4367"/>
                  <a:pt x="704055" y="3266"/>
                </a:cubicBezTo>
                <a:cubicBezTo>
                  <a:pt x="701209" y="2164"/>
                  <a:pt x="698164" y="1614"/>
                  <a:pt x="694920" y="1614"/>
                </a:cubicBezTo>
                <a:cubicBezTo>
                  <a:pt x="691738" y="1614"/>
                  <a:pt x="688723" y="2164"/>
                  <a:pt x="685877" y="3266"/>
                </a:cubicBezTo>
                <a:cubicBezTo>
                  <a:pt x="683031" y="4367"/>
                  <a:pt x="680537" y="6202"/>
                  <a:pt x="678394" y="8771"/>
                </a:cubicBezTo>
                <a:cubicBezTo>
                  <a:pt x="676252" y="11341"/>
                  <a:pt x="674553" y="14751"/>
                  <a:pt x="673298" y="19002"/>
                </a:cubicBezTo>
                <a:cubicBezTo>
                  <a:pt x="672043" y="23254"/>
                  <a:pt x="671416" y="28499"/>
                  <a:pt x="671416" y="34738"/>
                </a:cubicBezTo>
                <a:close/>
                <a:moveTo>
                  <a:pt x="726351" y="52989"/>
                </a:moveTo>
                <a:lnTo>
                  <a:pt x="726351" y="67155"/>
                </a:lnTo>
                <a:lnTo>
                  <a:pt x="732961" y="67155"/>
                </a:lnTo>
                <a:cubicBezTo>
                  <a:pt x="733022" y="68135"/>
                  <a:pt x="732900" y="69099"/>
                  <a:pt x="732594" y="70048"/>
                </a:cubicBezTo>
                <a:cubicBezTo>
                  <a:pt x="732287" y="70997"/>
                  <a:pt x="731828" y="71854"/>
                  <a:pt x="731217" y="72619"/>
                </a:cubicBezTo>
                <a:cubicBezTo>
                  <a:pt x="730605" y="73385"/>
                  <a:pt x="729886" y="74043"/>
                  <a:pt x="729059" y="74594"/>
                </a:cubicBezTo>
                <a:cubicBezTo>
                  <a:pt x="728233" y="75145"/>
                  <a:pt x="727360" y="75512"/>
                  <a:pt x="726442" y="75695"/>
                </a:cubicBezTo>
                <a:lnTo>
                  <a:pt x="726442" y="82308"/>
                </a:lnTo>
                <a:cubicBezTo>
                  <a:pt x="728401" y="82001"/>
                  <a:pt x="730252" y="81434"/>
                  <a:pt x="731997" y="80607"/>
                </a:cubicBezTo>
                <a:cubicBezTo>
                  <a:pt x="733741" y="79780"/>
                  <a:pt x="735256" y="78723"/>
                  <a:pt x="736541" y="77437"/>
                </a:cubicBezTo>
                <a:cubicBezTo>
                  <a:pt x="737828" y="76150"/>
                  <a:pt x="738853" y="74633"/>
                  <a:pt x="739618" y="72886"/>
                </a:cubicBezTo>
                <a:cubicBezTo>
                  <a:pt x="740383" y="71141"/>
                  <a:pt x="740765" y="69226"/>
                  <a:pt x="740765" y="67142"/>
                </a:cubicBezTo>
                <a:lnTo>
                  <a:pt x="740765" y="52989"/>
                </a:lnTo>
                <a:lnTo>
                  <a:pt x="726351" y="52989"/>
                </a:lnTo>
                <a:close/>
                <a:moveTo>
                  <a:pt x="807236" y="67155"/>
                </a:moveTo>
                <a:lnTo>
                  <a:pt x="807236" y="2869"/>
                </a:lnTo>
                <a:lnTo>
                  <a:pt x="796863" y="2869"/>
                </a:lnTo>
                <a:cubicBezTo>
                  <a:pt x="796495" y="5311"/>
                  <a:pt x="795729" y="7357"/>
                  <a:pt x="794566" y="9007"/>
                </a:cubicBezTo>
                <a:cubicBezTo>
                  <a:pt x="793404" y="10655"/>
                  <a:pt x="791980" y="11983"/>
                  <a:pt x="790296" y="12991"/>
                </a:cubicBezTo>
                <a:cubicBezTo>
                  <a:pt x="788613" y="13998"/>
                  <a:pt x="786716" y="14700"/>
                  <a:pt x="784604" y="15098"/>
                </a:cubicBezTo>
                <a:cubicBezTo>
                  <a:pt x="782493" y="15495"/>
                  <a:pt x="780305" y="15662"/>
                  <a:pt x="778041" y="15601"/>
                </a:cubicBezTo>
                <a:lnTo>
                  <a:pt x="778041" y="25463"/>
                </a:lnTo>
                <a:lnTo>
                  <a:pt x="794199" y="25463"/>
                </a:lnTo>
                <a:lnTo>
                  <a:pt x="794199" y="67155"/>
                </a:lnTo>
                <a:lnTo>
                  <a:pt x="807236" y="67155"/>
                </a:lnTo>
                <a:close/>
                <a:moveTo>
                  <a:pt x="828017" y="52989"/>
                </a:moveTo>
                <a:lnTo>
                  <a:pt x="828017" y="67155"/>
                </a:lnTo>
                <a:lnTo>
                  <a:pt x="842431" y="67155"/>
                </a:lnTo>
                <a:lnTo>
                  <a:pt x="842431" y="52989"/>
                </a:lnTo>
                <a:lnTo>
                  <a:pt x="828017" y="52989"/>
                </a:lnTo>
                <a:close/>
                <a:moveTo>
                  <a:pt x="862721" y="34738"/>
                </a:moveTo>
                <a:cubicBezTo>
                  <a:pt x="862721" y="33637"/>
                  <a:pt x="862736" y="32308"/>
                  <a:pt x="862767" y="30750"/>
                </a:cubicBezTo>
                <a:cubicBezTo>
                  <a:pt x="862798" y="29192"/>
                  <a:pt x="862905" y="27588"/>
                  <a:pt x="863088" y="25938"/>
                </a:cubicBezTo>
                <a:cubicBezTo>
                  <a:pt x="863272" y="24288"/>
                  <a:pt x="863577" y="22654"/>
                  <a:pt x="864005" y="21035"/>
                </a:cubicBezTo>
                <a:cubicBezTo>
                  <a:pt x="864434" y="19416"/>
                  <a:pt x="865031" y="17964"/>
                  <a:pt x="865796" y="16681"/>
                </a:cubicBezTo>
                <a:cubicBezTo>
                  <a:pt x="866561" y="15398"/>
                  <a:pt x="867541" y="14359"/>
                  <a:pt x="868735" y="13565"/>
                </a:cubicBezTo>
                <a:cubicBezTo>
                  <a:pt x="869928" y="12770"/>
                  <a:pt x="871412" y="12373"/>
                  <a:pt x="873187" y="12373"/>
                </a:cubicBezTo>
                <a:cubicBezTo>
                  <a:pt x="874962" y="12373"/>
                  <a:pt x="876462" y="12770"/>
                  <a:pt x="877687" y="13565"/>
                </a:cubicBezTo>
                <a:cubicBezTo>
                  <a:pt x="878911" y="14359"/>
                  <a:pt x="879921" y="15398"/>
                  <a:pt x="880717" y="16681"/>
                </a:cubicBezTo>
                <a:cubicBezTo>
                  <a:pt x="881513" y="17964"/>
                  <a:pt x="882109" y="19416"/>
                  <a:pt x="882507" y="21035"/>
                </a:cubicBezTo>
                <a:cubicBezTo>
                  <a:pt x="882905" y="22654"/>
                  <a:pt x="883211" y="24288"/>
                  <a:pt x="883425" y="25938"/>
                </a:cubicBezTo>
                <a:cubicBezTo>
                  <a:pt x="883639" y="27588"/>
                  <a:pt x="883761" y="29192"/>
                  <a:pt x="883792" y="30750"/>
                </a:cubicBezTo>
                <a:cubicBezTo>
                  <a:pt x="883823" y="32308"/>
                  <a:pt x="883838" y="33637"/>
                  <a:pt x="883838" y="34738"/>
                </a:cubicBezTo>
                <a:cubicBezTo>
                  <a:pt x="883838" y="36570"/>
                  <a:pt x="883777" y="38785"/>
                  <a:pt x="883655" y="41382"/>
                </a:cubicBezTo>
                <a:cubicBezTo>
                  <a:pt x="883532" y="43979"/>
                  <a:pt x="883150" y="46485"/>
                  <a:pt x="882507" y="48898"/>
                </a:cubicBezTo>
                <a:cubicBezTo>
                  <a:pt x="881865" y="51311"/>
                  <a:pt x="880824" y="53374"/>
                  <a:pt x="879385" y="55085"/>
                </a:cubicBezTo>
                <a:cubicBezTo>
                  <a:pt x="877946" y="56796"/>
                  <a:pt x="875880" y="57651"/>
                  <a:pt x="873187" y="57651"/>
                </a:cubicBezTo>
                <a:cubicBezTo>
                  <a:pt x="870555" y="57651"/>
                  <a:pt x="868535" y="56796"/>
                  <a:pt x="867126" y="55085"/>
                </a:cubicBezTo>
                <a:cubicBezTo>
                  <a:pt x="865719" y="53374"/>
                  <a:pt x="864694" y="51311"/>
                  <a:pt x="864051" y="48898"/>
                </a:cubicBezTo>
                <a:cubicBezTo>
                  <a:pt x="863409" y="46485"/>
                  <a:pt x="863026" y="43979"/>
                  <a:pt x="862904" y="41382"/>
                </a:cubicBezTo>
                <a:cubicBezTo>
                  <a:pt x="862782" y="38785"/>
                  <a:pt x="862721" y="36570"/>
                  <a:pt x="862721" y="34738"/>
                </a:cubicBezTo>
                <a:moveTo>
                  <a:pt x="849683" y="34738"/>
                </a:moveTo>
                <a:cubicBezTo>
                  <a:pt x="849683" y="41160"/>
                  <a:pt x="850311" y="46528"/>
                  <a:pt x="851565" y="50841"/>
                </a:cubicBezTo>
                <a:cubicBezTo>
                  <a:pt x="852820" y="55153"/>
                  <a:pt x="854519" y="58594"/>
                  <a:pt x="856662" y="61163"/>
                </a:cubicBezTo>
                <a:cubicBezTo>
                  <a:pt x="858804" y="63733"/>
                  <a:pt x="861298" y="65568"/>
                  <a:pt x="864144" y="66669"/>
                </a:cubicBezTo>
                <a:cubicBezTo>
                  <a:pt x="866991" y="67770"/>
                  <a:pt x="870005" y="68321"/>
                  <a:pt x="873187" y="68321"/>
                </a:cubicBezTo>
                <a:cubicBezTo>
                  <a:pt x="876431" y="68321"/>
                  <a:pt x="879477" y="67770"/>
                  <a:pt x="882322" y="66669"/>
                </a:cubicBezTo>
                <a:cubicBezTo>
                  <a:pt x="885169" y="65568"/>
                  <a:pt x="887679" y="63733"/>
                  <a:pt x="889851" y="61163"/>
                </a:cubicBezTo>
                <a:cubicBezTo>
                  <a:pt x="892024" y="58594"/>
                  <a:pt x="893738" y="55153"/>
                  <a:pt x="894992" y="50841"/>
                </a:cubicBezTo>
                <a:cubicBezTo>
                  <a:pt x="896248" y="46528"/>
                  <a:pt x="896875" y="41160"/>
                  <a:pt x="896875" y="34738"/>
                </a:cubicBezTo>
                <a:cubicBezTo>
                  <a:pt x="896875" y="28499"/>
                  <a:pt x="896248" y="23254"/>
                  <a:pt x="894992" y="19002"/>
                </a:cubicBezTo>
                <a:cubicBezTo>
                  <a:pt x="893738" y="14751"/>
                  <a:pt x="892024" y="11341"/>
                  <a:pt x="889851" y="8771"/>
                </a:cubicBezTo>
                <a:cubicBezTo>
                  <a:pt x="887679" y="6202"/>
                  <a:pt x="885169" y="4367"/>
                  <a:pt x="882322" y="3266"/>
                </a:cubicBezTo>
                <a:cubicBezTo>
                  <a:pt x="879477" y="2164"/>
                  <a:pt x="876431" y="1614"/>
                  <a:pt x="873187" y="1614"/>
                </a:cubicBezTo>
                <a:cubicBezTo>
                  <a:pt x="870005" y="1614"/>
                  <a:pt x="866991" y="2164"/>
                  <a:pt x="864144" y="3266"/>
                </a:cubicBezTo>
                <a:cubicBezTo>
                  <a:pt x="861298" y="4367"/>
                  <a:pt x="858804" y="6202"/>
                  <a:pt x="856662" y="8771"/>
                </a:cubicBezTo>
                <a:cubicBezTo>
                  <a:pt x="854519" y="11341"/>
                  <a:pt x="852820" y="14751"/>
                  <a:pt x="851565" y="19002"/>
                </a:cubicBezTo>
                <a:cubicBezTo>
                  <a:pt x="850311" y="23254"/>
                  <a:pt x="849683" y="28499"/>
                  <a:pt x="849683" y="34738"/>
                </a:cubicBezTo>
                <a:close/>
                <a:moveTo>
                  <a:pt x="913982" y="34738"/>
                </a:moveTo>
                <a:cubicBezTo>
                  <a:pt x="913982" y="33637"/>
                  <a:pt x="913998" y="32308"/>
                  <a:pt x="914028" y="30750"/>
                </a:cubicBezTo>
                <a:cubicBezTo>
                  <a:pt x="914059" y="29192"/>
                  <a:pt x="914166" y="27588"/>
                  <a:pt x="914349" y="25938"/>
                </a:cubicBezTo>
                <a:cubicBezTo>
                  <a:pt x="914533" y="24288"/>
                  <a:pt x="914839" y="22654"/>
                  <a:pt x="915267" y="21035"/>
                </a:cubicBezTo>
                <a:cubicBezTo>
                  <a:pt x="915695" y="19416"/>
                  <a:pt x="916292" y="17964"/>
                  <a:pt x="917057" y="16681"/>
                </a:cubicBezTo>
                <a:cubicBezTo>
                  <a:pt x="917823" y="15398"/>
                  <a:pt x="918803" y="14359"/>
                  <a:pt x="919996" y="13565"/>
                </a:cubicBezTo>
                <a:cubicBezTo>
                  <a:pt x="921190" y="12770"/>
                  <a:pt x="922674" y="12373"/>
                  <a:pt x="924448" y="12373"/>
                </a:cubicBezTo>
                <a:cubicBezTo>
                  <a:pt x="926224" y="12373"/>
                  <a:pt x="927724" y="12770"/>
                  <a:pt x="928948" y="13565"/>
                </a:cubicBezTo>
                <a:cubicBezTo>
                  <a:pt x="930173" y="14359"/>
                  <a:pt x="931183" y="15398"/>
                  <a:pt x="931978" y="16681"/>
                </a:cubicBezTo>
                <a:cubicBezTo>
                  <a:pt x="932774" y="17964"/>
                  <a:pt x="933371" y="19416"/>
                  <a:pt x="933769" y="21035"/>
                </a:cubicBezTo>
                <a:cubicBezTo>
                  <a:pt x="934167" y="22654"/>
                  <a:pt x="934473" y="24288"/>
                  <a:pt x="934686" y="25938"/>
                </a:cubicBezTo>
                <a:cubicBezTo>
                  <a:pt x="934900" y="27588"/>
                  <a:pt x="935023" y="29192"/>
                  <a:pt x="935054" y="30750"/>
                </a:cubicBezTo>
                <a:cubicBezTo>
                  <a:pt x="935084" y="32308"/>
                  <a:pt x="935100" y="33637"/>
                  <a:pt x="935100" y="34738"/>
                </a:cubicBezTo>
                <a:cubicBezTo>
                  <a:pt x="935100" y="36570"/>
                  <a:pt x="935039" y="38785"/>
                  <a:pt x="934916" y="41382"/>
                </a:cubicBezTo>
                <a:cubicBezTo>
                  <a:pt x="934794" y="43979"/>
                  <a:pt x="934411" y="46485"/>
                  <a:pt x="933769" y="48898"/>
                </a:cubicBezTo>
                <a:cubicBezTo>
                  <a:pt x="933126" y="51311"/>
                  <a:pt x="932085" y="53374"/>
                  <a:pt x="930646" y="55085"/>
                </a:cubicBezTo>
                <a:cubicBezTo>
                  <a:pt x="929208" y="56796"/>
                  <a:pt x="927142" y="57651"/>
                  <a:pt x="924448" y="57651"/>
                </a:cubicBezTo>
                <a:cubicBezTo>
                  <a:pt x="921817" y="57651"/>
                  <a:pt x="919796" y="56796"/>
                  <a:pt x="918388" y="55085"/>
                </a:cubicBezTo>
                <a:cubicBezTo>
                  <a:pt x="916981" y="53374"/>
                  <a:pt x="915956" y="51311"/>
                  <a:pt x="915313" y="48898"/>
                </a:cubicBezTo>
                <a:cubicBezTo>
                  <a:pt x="914670" y="46485"/>
                  <a:pt x="914288" y="43979"/>
                  <a:pt x="914166" y="41382"/>
                </a:cubicBezTo>
                <a:cubicBezTo>
                  <a:pt x="914043" y="38785"/>
                  <a:pt x="913982" y="36570"/>
                  <a:pt x="913982" y="34738"/>
                </a:cubicBezTo>
                <a:moveTo>
                  <a:pt x="900945" y="34738"/>
                </a:moveTo>
                <a:cubicBezTo>
                  <a:pt x="900945" y="41160"/>
                  <a:pt x="901572" y="46528"/>
                  <a:pt x="902826" y="50841"/>
                </a:cubicBezTo>
                <a:cubicBezTo>
                  <a:pt x="904082" y="55153"/>
                  <a:pt x="905781" y="58594"/>
                  <a:pt x="907923" y="61163"/>
                </a:cubicBezTo>
                <a:cubicBezTo>
                  <a:pt x="910066" y="63733"/>
                  <a:pt x="912560" y="65568"/>
                  <a:pt x="915405" y="66669"/>
                </a:cubicBezTo>
                <a:cubicBezTo>
                  <a:pt x="918252" y="67770"/>
                  <a:pt x="921266" y="68321"/>
                  <a:pt x="924448" y="68321"/>
                </a:cubicBezTo>
                <a:cubicBezTo>
                  <a:pt x="927693" y="68321"/>
                  <a:pt x="930738" y="67770"/>
                  <a:pt x="933584" y="66669"/>
                </a:cubicBezTo>
                <a:cubicBezTo>
                  <a:pt x="936431" y="65568"/>
                  <a:pt x="938940" y="63733"/>
                  <a:pt x="941113" y="61163"/>
                </a:cubicBezTo>
                <a:cubicBezTo>
                  <a:pt x="943286" y="58594"/>
                  <a:pt x="945000" y="55153"/>
                  <a:pt x="946254" y="50841"/>
                </a:cubicBezTo>
                <a:cubicBezTo>
                  <a:pt x="947509" y="46528"/>
                  <a:pt x="948137" y="41160"/>
                  <a:pt x="948137" y="34738"/>
                </a:cubicBezTo>
                <a:cubicBezTo>
                  <a:pt x="948137" y="28499"/>
                  <a:pt x="947509" y="23254"/>
                  <a:pt x="946254" y="19002"/>
                </a:cubicBezTo>
                <a:cubicBezTo>
                  <a:pt x="945000" y="14751"/>
                  <a:pt x="943286" y="11341"/>
                  <a:pt x="941113" y="8771"/>
                </a:cubicBezTo>
                <a:cubicBezTo>
                  <a:pt x="938940" y="6202"/>
                  <a:pt x="936431" y="4367"/>
                  <a:pt x="933584" y="3266"/>
                </a:cubicBezTo>
                <a:cubicBezTo>
                  <a:pt x="930738" y="2164"/>
                  <a:pt x="927693" y="1614"/>
                  <a:pt x="924448" y="1614"/>
                </a:cubicBezTo>
                <a:cubicBezTo>
                  <a:pt x="921266" y="1614"/>
                  <a:pt x="918252" y="2164"/>
                  <a:pt x="915405" y="3266"/>
                </a:cubicBezTo>
                <a:cubicBezTo>
                  <a:pt x="912560" y="4367"/>
                  <a:pt x="910066" y="6202"/>
                  <a:pt x="907923" y="8771"/>
                </a:cubicBezTo>
                <a:cubicBezTo>
                  <a:pt x="905781" y="11341"/>
                  <a:pt x="904082" y="14751"/>
                  <a:pt x="902826" y="19002"/>
                </a:cubicBezTo>
                <a:cubicBezTo>
                  <a:pt x="901572" y="23254"/>
                  <a:pt x="900945" y="28499"/>
                  <a:pt x="900945" y="34738"/>
                </a:cubicBezTo>
                <a:close/>
                <a:moveTo>
                  <a:pt x="965244" y="34738"/>
                </a:moveTo>
                <a:cubicBezTo>
                  <a:pt x="965244" y="33637"/>
                  <a:pt x="965259" y="32308"/>
                  <a:pt x="965290" y="30750"/>
                </a:cubicBezTo>
                <a:cubicBezTo>
                  <a:pt x="965321" y="29192"/>
                  <a:pt x="965428" y="27588"/>
                  <a:pt x="965611" y="25938"/>
                </a:cubicBezTo>
                <a:cubicBezTo>
                  <a:pt x="965795" y="24288"/>
                  <a:pt x="966101" y="22654"/>
                  <a:pt x="966528" y="21035"/>
                </a:cubicBezTo>
                <a:cubicBezTo>
                  <a:pt x="966957" y="19416"/>
                  <a:pt x="967554" y="17964"/>
                  <a:pt x="968319" y="16681"/>
                </a:cubicBezTo>
                <a:cubicBezTo>
                  <a:pt x="969085" y="15398"/>
                  <a:pt x="970064" y="14359"/>
                  <a:pt x="971258" y="13565"/>
                </a:cubicBezTo>
                <a:cubicBezTo>
                  <a:pt x="972451" y="12770"/>
                  <a:pt x="973936" y="12373"/>
                  <a:pt x="975710" y="12373"/>
                </a:cubicBezTo>
                <a:cubicBezTo>
                  <a:pt x="977485" y="12373"/>
                  <a:pt x="978985" y="12770"/>
                  <a:pt x="980210" y="13565"/>
                </a:cubicBezTo>
                <a:cubicBezTo>
                  <a:pt x="981434" y="14359"/>
                  <a:pt x="982444" y="15398"/>
                  <a:pt x="983240" y="16681"/>
                </a:cubicBezTo>
                <a:cubicBezTo>
                  <a:pt x="984036" y="17964"/>
                  <a:pt x="984633" y="19416"/>
                  <a:pt x="985030" y="21035"/>
                </a:cubicBezTo>
                <a:cubicBezTo>
                  <a:pt x="985428" y="22654"/>
                  <a:pt x="985734" y="24288"/>
                  <a:pt x="985948" y="25938"/>
                </a:cubicBezTo>
                <a:cubicBezTo>
                  <a:pt x="986162" y="27588"/>
                  <a:pt x="986284" y="29192"/>
                  <a:pt x="986315" y="30750"/>
                </a:cubicBezTo>
                <a:cubicBezTo>
                  <a:pt x="986346" y="32308"/>
                  <a:pt x="986361" y="33637"/>
                  <a:pt x="986361" y="34738"/>
                </a:cubicBezTo>
                <a:cubicBezTo>
                  <a:pt x="986361" y="36570"/>
                  <a:pt x="986300" y="38785"/>
                  <a:pt x="986178" y="41382"/>
                </a:cubicBezTo>
                <a:cubicBezTo>
                  <a:pt x="986055" y="43979"/>
                  <a:pt x="985673" y="46485"/>
                  <a:pt x="985030" y="48898"/>
                </a:cubicBezTo>
                <a:cubicBezTo>
                  <a:pt x="984388" y="51311"/>
                  <a:pt x="983347" y="53374"/>
                  <a:pt x="981908" y="55085"/>
                </a:cubicBezTo>
                <a:cubicBezTo>
                  <a:pt x="980469" y="56796"/>
                  <a:pt x="978404" y="57651"/>
                  <a:pt x="975710" y="57651"/>
                </a:cubicBezTo>
                <a:cubicBezTo>
                  <a:pt x="973078" y="57651"/>
                  <a:pt x="971058" y="56796"/>
                  <a:pt x="969650" y="55085"/>
                </a:cubicBezTo>
                <a:cubicBezTo>
                  <a:pt x="968242" y="53374"/>
                  <a:pt x="967217" y="51311"/>
                  <a:pt x="966575" y="48898"/>
                </a:cubicBezTo>
                <a:cubicBezTo>
                  <a:pt x="965932" y="46485"/>
                  <a:pt x="965550" y="43979"/>
                  <a:pt x="965427" y="41382"/>
                </a:cubicBezTo>
                <a:cubicBezTo>
                  <a:pt x="965305" y="38785"/>
                  <a:pt x="965244" y="36570"/>
                  <a:pt x="965244" y="34738"/>
                </a:cubicBezTo>
                <a:moveTo>
                  <a:pt x="952207" y="34738"/>
                </a:moveTo>
                <a:cubicBezTo>
                  <a:pt x="952207" y="41160"/>
                  <a:pt x="952834" y="46528"/>
                  <a:pt x="954088" y="50841"/>
                </a:cubicBezTo>
                <a:cubicBezTo>
                  <a:pt x="955343" y="55153"/>
                  <a:pt x="957042" y="58594"/>
                  <a:pt x="959185" y="61163"/>
                </a:cubicBezTo>
                <a:cubicBezTo>
                  <a:pt x="961327" y="63733"/>
                  <a:pt x="963821" y="65568"/>
                  <a:pt x="966667" y="66669"/>
                </a:cubicBezTo>
                <a:cubicBezTo>
                  <a:pt x="969514" y="67770"/>
                  <a:pt x="972528" y="68321"/>
                  <a:pt x="975710" y="68321"/>
                </a:cubicBezTo>
                <a:cubicBezTo>
                  <a:pt x="978955" y="68321"/>
                  <a:pt x="982000" y="67770"/>
                  <a:pt x="984845" y="66669"/>
                </a:cubicBezTo>
                <a:cubicBezTo>
                  <a:pt x="987692" y="65568"/>
                  <a:pt x="990202" y="63733"/>
                  <a:pt x="992374" y="61163"/>
                </a:cubicBezTo>
                <a:cubicBezTo>
                  <a:pt x="994547" y="58594"/>
                  <a:pt x="996261" y="55153"/>
                  <a:pt x="997516" y="50841"/>
                </a:cubicBezTo>
                <a:cubicBezTo>
                  <a:pt x="998771" y="46528"/>
                  <a:pt x="999398" y="41160"/>
                  <a:pt x="999398" y="34738"/>
                </a:cubicBezTo>
                <a:cubicBezTo>
                  <a:pt x="999398" y="28499"/>
                  <a:pt x="998771" y="23254"/>
                  <a:pt x="997516" y="19002"/>
                </a:cubicBezTo>
                <a:cubicBezTo>
                  <a:pt x="996261" y="14751"/>
                  <a:pt x="994547" y="11341"/>
                  <a:pt x="992374" y="8771"/>
                </a:cubicBezTo>
                <a:cubicBezTo>
                  <a:pt x="990202" y="6202"/>
                  <a:pt x="987692" y="4367"/>
                  <a:pt x="984845" y="3266"/>
                </a:cubicBezTo>
                <a:cubicBezTo>
                  <a:pt x="982000" y="2164"/>
                  <a:pt x="978955" y="1614"/>
                  <a:pt x="975710" y="1614"/>
                </a:cubicBezTo>
                <a:cubicBezTo>
                  <a:pt x="972528" y="1614"/>
                  <a:pt x="969514" y="2164"/>
                  <a:pt x="966667" y="3266"/>
                </a:cubicBezTo>
                <a:cubicBezTo>
                  <a:pt x="963821" y="4367"/>
                  <a:pt x="961327" y="6202"/>
                  <a:pt x="959185" y="8771"/>
                </a:cubicBezTo>
                <a:cubicBezTo>
                  <a:pt x="957042" y="11341"/>
                  <a:pt x="955343" y="14751"/>
                  <a:pt x="954088" y="19002"/>
                </a:cubicBezTo>
                <a:cubicBezTo>
                  <a:pt x="952834" y="23254"/>
                  <a:pt x="952207" y="28499"/>
                  <a:pt x="952207" y="34738"/>
                </a:cubicBezTo>
                <a:close/>
                <a:moveTo>
                  <a:pt x="1016505" y="34738"/>
                </a:moveTo>
                <a:cubicBezTo>
                  <a:pt x="1016505" y="33637"/>
                  <a:pt x="1016521" y="32308"/>
                  <a:pt x="1016551" y="30750"/>
                </a:cubicBezTo>
                <a:cubicBezTo>
                  <a:pt x="1016582" y="29192"/>
                  <a:pt x="1016689" y="27588"/>
                  <a:pt x="1016872" y="25938"/>
                </a:cubicBezTo>
                <a:cubicBezTo>
                  <a:pt x="1017056" y="24288"/>
                  <a:pt x="1017362" y="22654"/>
                  <a:pt x="1017790" y="21035"/>
                </a:cubicBezTo>
                <a:cubicBezTo>
                  <a:pt x="1018219" y="19416"/>
                  <a:pt x="1018815" y="17964"/>
                  <a:pt x="1019580" y="16681"/>
                </a:cubicBezTo>
                <a:cubicBezTo>
                  <a:pt x="1020346" y="15398"/>
                  <a:pt x="1021326" y="14359"/>
                  <a:pt x="1022519" y="13565"/>
                </a:cubicBezTo>
                <a:cubicBezTo>
                  <a:pt x="1023713" y="12770"/>
                  <a:pt x="1025197" y="12373"/>
                  <a:pt x="1026972" y="12373"/>
                </a:cubicBezTo>
                <a:cubicBezTo>
                  <a:pt x="1028747" y="12373"/>
                  <a:pt x="1030247" y="12770"/>
                  <a:pt x="1031471" y="13565"/>
                </a:cubicBezTo>
                <a:cubicBezTo>
                  <a:pt x="1032696" y="14359"/>
                  <a:pt x="1033706" y="15398"/>
                  <a:pt x="1034502" y="16681"/>
                </a:cubicBezTo>
                <a:cubicBezTo>
                  <a:pt x="1035297" y="17964"/>
                  <a:pt x="1035894" y="19416"/>
                  <a:pt x="1036292" y="21035"/>
                </a:cubicBezTo>
                <a:cubicBezTo>
                  <a:pt x="1036690" y="22654"/>
                  <a:pt x="1036996" y="24288"/>
                  <a:pt x="1037210" y="25938"/>
                </a:cubicBezTo>
                <a:cubicBezTo>
                  <a:pt x="1037423" y="27588"/>
                  <a:pt x="1037546" y="29192"/>
                  <a:pt x="1037577" y="30750"/>
                </a:cubicBezTo>
                <a:cubicBezTo>
                  <a:pt x="1037607" y="32308"/>
                  <a:pt x="1037623" y="33637"/>
                  <a:pt x="1037623" y="34738"/>
                </a:cubicBezTo>
                <a:cubicBezTo>
                  <a:pt x="1037623" y="36570"/>
                  <a:pt x="1037562" y="38785"/>
                  <a:pt x="1037439" y="41382"/>
                </a:cubicBezTo>
                <a:cubicBezTo>
                  <a:pt x="1037317" y="43979"/>
                  <a:pt x="1036935" y="46485"/>
                  <a:pt x="1036292" y="48898"/>
                </a:cubicBezTo>
                <a:cubicBezTo>
                  <a:pt x="1035649" y="51311"/>
                  <a:pt x="1034609" y="53374"/>
                  <a:pt x="1033169" y="55085"/>
                </a:cubicBezTo>
                <a:cubicBezTo>
                  <a:pt x="1031731" y="56796"/>
                  <a:pt x="1029665" y="57651"/>
                  <a:pt x="1026972" y="57651"/>
                </a:cubicBezTo>
                <a:cubicBezTo>
                  <a:pt x="1024340" y="57651"/>
                  <a:pt x="1022320" y="56796"/>
                  <a:pt x="1020911" y="55085"/>
                </a:cubicBezTo>
                <a:cubicBezTo>
                  <a:pt x="1019504" y="53374"/>
                  <a:pt x="1018479" y="51311"/>
                  <a:pt x="1017836" y="48898"/>
                </a:cubicBezTo>
                <a:cubicBezTo>
                  <a:pt x="1017194" y="46485"/>
                  <a:pt x="1016811" y="43979"/>
                  <a:pt x="1016689" y="41382"/>
                </a:cubicBezTo>
                <a:cubicBezTo>
                  <a:pt x="1016566" y="38785"/>
                  <a:pt x="1016505" y="36570"/>
                  <a:pt x="1016505" y="34738"/>
                </a:cubicBezTo>
                <a:moveTo>
                  <a:pt x="1003468" y="34738"/>
                </a:moveTo>
                <a:cubicBezTo>
                  <a:pt x="1003468" y="41160"/>
                  <a:pt x="1004095" y="46528"/>
                  <a:pt x="1005350" y="50841"/>
                </a:cubicBezTo>
                <a:cubicBezTo>
                  <a:pt x="1006605" y="55153"/>
                  <a:pt x="1008304" y="58594"/>
                  <a:pt x="1010446" y="61163"/>
                </a:cubicBezTo>
                <a:cubicBezTo>
                  <a:pt x="1012589" y="63733"/>
                  <a:pt x="1015083" y="65568"/>
                  <a:pt x="1017929" y="66669"/>
                </a:cubicBezTo>
                <a:cubicBezTo>
                  <a:pt x="1020775" y="67770"/>
                  <a:pt x="1023790" y="68321"/>
                  <a:pt x="1026972" y="68321"/>
                </a:cubicBezTo>
                <a:cubicBezTo>
                  <a:pt x="1030216" y="68321"/>
                  <a:pt x="1033261" y="67770"/>
                  <a:pt x="1036107" y="66669"/>
                </a:cubicBezTo>
                <a:cubicBezTo>
                  <a:pt x="1038954" y="65568"/>
                  <a:pt x="1041463" y="63733"/>
                  <a:pt x="1043636" y="61163"/>
                </a:cubicBezTo>
                <a:cubicBezTo>
                  <a:pt x="1045809" y="58594"/>
                  <a:pt x="1047523" y="55153"/>
                  <a:pt x="1048777" y="50841"/>
                </a:cubicBezTo>
                <a:cubicBezTo>
                  <a:pt x="1050032" y="46528"/>
                  <a:pt x="1050660" y="41160"/>
                  <a:pt x="1050660" y="34738"/>
                </a:cubicBezTo>
                <a:cubicBezTo>
                  <a:pt x="1050660" y="28499"/>
                  <a:pt x="1050032" y="23254"/>
                  <a:pt x="1048777" y="19002"/>
                </a:cubicBezTo>
                <a:cubicBezTo>
                  <a:pt x="1047523" y="14751"/>
                  <a:pt x="1045809" y="11341"/>
                  <a:pt x="1043636" y="8771"/>
                </a:cubicBezTo>
                <a:cubicBezTo>
                  <a:pt x="1041463" y="6202"/>
                  <a:pt x="1038954" y="4367"/>
                  <a:pt x="1036107" y="3266"/>
                </a:cubicBezTo>
                <a:cubicBezTo>
                  <a:pt x="1033261" y="2164"/>
                  <a:pt x="1030216" y="1614"/>
                  <a:pt x="1026972" y="1614"/>
                </a:cubicBezTo>
                <a:cubicBezTo>
                  <a:pt x="1023790" y="1614"/>
                  <a:pt x="1020775" y="2164"/>
                  <a:pt x="1017929" y="3266"/>
                </a:cubicBezTo>
                <a:cubicBezTo>
                  <a:pt x="1015083" y="4367"/>
                  <a:pt x="1012589" y="6202"/>
                  <a:pt x="1010446" y="8771"/>
                </a:cubicBezTo>
                <a:cubicBezTo>
                  <a:pt x="1008304" y="11341"/>
                  <a:pt x="1006605" y="14751"/>
                  <a:pt x="1005350" y="19002"/>
                </a:cubicBezTo>
                <a:cubicBezTo>
                  <a:pt x="1004095" y="23254"/>
                  <a:pt x="1003468" y="28499"/>
                  <a:pt x="1003468" y="34738"/>
                </a:cubicBezTo>
                <a:close/>
                <a:moveTo>
                  <a:pt x="1077132" y="83742"/>
                </a:moveTo>
                <a:lnTo>
                  <a:pt x="1077132" y="0"/>
                </a:lnTo>
                <a:lnTo>
                  <a:pt x="1052894" y="0"/>
                </a:lnTo>
                <a:lnTo>
                  <a:pt x="1052894" y="10311"/>
                </a:lnTo>
                <a:lnTo>
                  <a:pt x="1064095" y="10311"/>
                </a:lnTo>
                <a:lnTo>
                  <a:pt x="1064095" y="73431"/>
                </a:lnTo>
                <a:lnTo>
                  <a:pt x="1052894" y="73431"/>
                </a:lnTo>
                <a:lnTo>
                  <a:pt x="1052894" y="83742"/>
                </a:lnTo>
                <a:lnTo>
                  <a:pt x="1077132" y="8374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y=torch.arccos(y)">
            <a:extLst xmlns:a="http://schemas.openxmlformats.org/drawingml/2006/main">
              <a:ext uri="{FF2B5EF4-FFF2-40B4-BE49-F238E27FC236}">
                <a16:creationId xmlns:a16="http://schemas.microsoft.com/office/drawing/2014/main" id="{7BEC87E5-9E0B-4C53-BEAA-9FB45EED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14" y="2528055"/>
            <a:ext cx="806319" cy="83742"/>
          </a:xfrm>
          <a:custGeom xmlns:a="http://schemas.openxmlformats.org/drawingml/2006/main">
            <a:pathLst>
              <a:path w="806319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74962" y="19725"/>
                </a:moveTo>
                <a:lnTo>
                  <a:pt x="174962" y="5469"/>
                </a:lnTo>
                <a:lnTo>
                  <a:pt x="161925" y="5469"/>
                </a:lnTo>
                <a:lnTo>
                  <a:pt x="161925" y="19725"/>
                </a:lnTo>
                <a:lnTo>
                  <a:pt x="154029" y="19725"/>
                </a:lnTo>
                <a:lnTo>
                  <a:pt x="154029" y="28422"/>
                </a:lnTo>
                <a:lnTo>
                  <a:pt x="161925" y="28422"/>
                </a:lnTo>
                <a:lnTo>
                  <a:pt x="161925" y="56409"/>
                </a:lnTo>
                <a:cubicBezTo>
                  <a:pt x="161925" y="58795"/>
                  <a:pt x="162323" y="60722"/>
                  <a:pt x="163118" y="62190"/>
                </a:cubicBezTo>
                <a:cubicBezTo>
                  <a:pt x="163914" y="63658"/>
                  <a:pt x="165000" y="64790"/>
                  <a:pt x="166377" y="65586"/>
                </a:cubicBezTo>
                <a:cubicBezTo>
                  <a:pt x="167755" y="66381"/>
                  <a:pt x="169346" y="66916"/>
                  <a:pt x="171151" y="67190"/>
                </a:cubicBezTo>
                <a:cubicBezTo>
                  <a:pt x="172958" y="67466"/>
                  <a:pt x="174871" y="67603"/>
                  <a:pt x="176891" y="67603"/>
                </a:cubicBezTo>
                <a:cubicBezTo>
                  <a:pt x="178176" y="67603"/>
                  <a:pt x="179492" y="67573"/>
                  <a:pt x="180839" y="67514"/>
                </a:cubicBezTo>
                <a:cubicBezTo>
                  <a:pt x="182186" y="67454"/>
                  <a:pt x="183410" y="67334"/>
                  <a:pt x="184511" y="67155"/>
                </a:cubicBezTo>
                <a:lnTo>
                  <a:pt x="184511" y="57015"/>
                </a:lnTo>
                <a:cubicBezTo>
                  <a:pt x="183899" y="57137"/>
                  <a:pt x="183256" y="57229"/>
                  <a:pt x="182583" y="57291"/>
                </a:cubicBezTo>
                <a:cubicBezTo>
                  <a:pt x="181910" y="57352"/>
                  <a:pt x="181206" y="57382"/>
                  <a:pt x="180472" y="57382"/>
                </a:cubicBezTo>
                <a:cubicBezTo>
                  <a:pt x="178268" y="57382"/>
                  <a:pt x="176798" y="57016"/>
                  <a:pt x="176063" y="56282"/>
                </a:cubicBezTo>
                <a:cubicBezTo>
                  <a:pt x="175329" y="55549"/>
                  <a:pt x="174962" y="54083"/>
                  <a:pt x="174962" y="51884"/>
                </a:cubicBezTo>
                <a:lnTo>
                  <a:pt x="174962" y="28422"/>
                </a:lnTo>
                <a:lnTo>
                  <a:pt x="184511" y="28422"/>
                </a:lnTo>
                <a:lnTo>
                  <a:pt x="184511" y="19725"/>
                </a:lnTo>
                <a:lnTo>
                  <a:pt x="174962" y="19725"/>
                </a:lnTo>
                <a:close/>
                <a:moveTo>
                  <a:pt x="202138" y="43486"/>
                </a:moveTo>
                <a:cubicBezTo>
                  <a:pt x="202138" y="41589"/>
                  <a:pt x="202322" y="39722"/>
                  <a:pt x="202689" y="37885"/>
                </a:cubicBezTo>
                <a:cubicBezTo>
                  <a:pt x="203056" y="36048"/>
                  <a:pt x="203683" y="34426"/>
                  <a:pt x="204570" y="33019"/>
                </a:cubicBezTo>
                <a:cubicBezTo>
                  <a:pt x="205458" y="31610"/>
                  <a:pt x="206637" y="30462"/>
                  <a:pt x="208106" y="29575"/>
                </a:cubicBezTo>
                <a:cubicBezTo>
                  <a:pt x="209575" y="28687"/>
                  <a:pt x="211411" y="28243"/>
                  <a:pt x="213614" y="28243"/>
                </a:cubicBezTo>
                <a:cubicBezTo>
                  <a:pt x="215819" y="28243"/>
                  <a:pt x="217670" y="28687"/>
                  <a:pt x="219169" y="29575"/>
                </a:cubicBezTo>
                <a:cubicBezTo>
                  <a:pt x="220669" y="30462"/>
                  <a:pt x="221863" y="31610"/>
                  <a:pt x="222750" y="33019"/>
                </a:cubicBezTo>
                <a:cubicBezTo>
                  <a:pt x="223638" y="34426"/>
                  <a:pt x="224266" y="36048"/>
                  <a:pt x="224633" y="37885"/>
                </a:cubicBezTo>
                <a:cubicBezTo>
                  <a:pt x="225000" y="39722"/>
                  <a:pt x="225183" y="41589"/>
                  <a:pt x="225183" y="43486"/>
                </a:cubicBezTo>
                <a:cubicBezTo>
                  <a:pt x="225183" y="45384"/>
                  <a:pt x="225000" y="47236"/>
                  <a:pt x="224633" y="49042"/>
                </a:cubicBezTo>
                <a:cubicBezTo>
                  <a:pt x="224266" y="50848"/>
                  <a:pt x="223638" y="52470"/>
                  <a:pt x="222750" y="53909"/>
                </a:cubicBezTo>
                <a:cubicBezTo>
                  <a:pt x="221863" y="55348"/>
                  <a:pt x="220669" y="56495"/>
                  <a:pt x="219169" y="57353"/>
                </a:cubicBezTo>
                <a:cubicBezTo>
                  <a:pt x="217670" y="58209"/>
                  <a:pt x="215819" y="58637"/>
                  <a:pt x="213614" y="58637"/>
                </a:cubicBezTo>
                <a:cubicBezTo>
                  <a:pt x="211411" y="58637"/>
                  <a:pt x="209575" y="58209"/>
                  <a:pt x="208106" y="57353"/>
                </a:cubicBezTo>
                <a:cubicBezTo>
                  <a:pt x="206637" y="56495"/>
                  <a:pt x="205458" y="55348"/>
                  <a:pt x="204570" y="53909"/>
                </a:cubicBezTo>
                <a:cubicBezTo>
                  <a:pt x="203683" y="52470"/>
                  <a:pt x="203056" y="50848"/>
                  <a:pt x="202689" y="49042"/>
                </a:cubicBezTo>
                <a:cubicBezTo>
                  <a:pt x="202322" y="47236"/>
                  <a:pt x="202138" y="45384"/>
                  <a:pt x="202138" y="43486"/>
                </a:cubicBezTo>
                <a:moveTo>
                  <a:pt x="189101" y="43488"/>
                </a:moveTo>
                <a:cubicBezTo>
                  <a:pt x="189101" y="47289"/>
                  <a:pt x="189682" y="50722"/>
                  <a:pt x="190845" y="53787"/>
                </a:cubicBezTo>
                <a:cubicBezTo>
                  <a:pt x="192008" y="56853"/>
                  <a:pt x="193661" y="59474"/>
                  <a:pt x="195803" y="61651"/>
                </a:cubicBezTo>
                <a:cubicBezTo>
                  <a:pt x="197946" y="63827"/>
                  <a:pt x="200516" y="65498"/>
                  <a:pt x="203515" y="66663"/>
                </a:cubicBezTo>
                <a:cubicBezTo>
                  <a:pt x="206515" y="67828"/>
                  <a:pt x="209881" y="68410"/>
                  <a:pt x="213614" y="68410"/>
                </a:cubicBezTo>
                <a:cubicBezTo>
                  <a:pt x="217348" y="68410"/>
                  <a:pt x="220730" y="67828"/>
                  <a:pt x="223760" y="66663"/>
                </a:cubicBezTo>
                <a:cubicBezTo>
                  <a:pt x="226790" y="65498"/>
                  <a:pt x="229376" y="63827"/>
                  <a:pt x="231518" y="61651"/>
                </a:cubicBezTo>
                <a:cubicBezTo>
                  <a:pt x="233661" y="59474"/>
                  <a:pt x="235314" y="56853"/>
                  <a:pt x="236476" y="53787"/>
                </a:cubicBezTo>
                <a:cubicBezTo>
                  <a:pt x="237639" y="50722"/>
                  <a:pt x="238220" y="47289"/>
                  <a:pt x="238220" y="43488"/>
                </a:cubicBezTo>
                <a:cubicBezTo>
                  <a:pt x="238220" y="39687"/>
                  <a:pt x="237639" y="36238"/>
                  <a:pt x="236476" y="33142"/>
                </a:cubicBezTo>
                <a:cubicBezTo>
                  <a:pt x="235314" y="30045"/>
                  <a:pt x="233661" y="27408"/>
                  <a:pt x="231518" y="25232"/>
                </a:cubicBezTo>
                <a:cubicBezTo>
                  <a:pt x="229376" y="23055"/>
                  <a:pt x="226790" y="21369"/>
                  <a:pt x="223760" y="20173"/>
                </a:cubicBezTo>
                <a:cubicBezTo>
                  <a:pt x="220730" y="18978"/>
                  <a:pt x="217348" y="18380"/>
                  <a:pt x="213614" y="18380"/>
                </a:cubicBezTo>
                <a:cubicBezTo>
                  <a:pt x="209881" y="18380"/>
                  <a:pt x="206515" y="18978"/>
                  <a:pt x="203515" y="20173"/>
                </a:cubicBezTo>
                <a:cubicBezTo>
                  <a:pt x="200516" y="21369"/>
                  <a:pt x="197946" y="23055"/>
                  <a:pt x="195803" y="25232"/>
                </a:cubicBezTo>
                <a:cubicBezTo>
                  <a:pt x="193661" y="27408"/>
                  <a:pt x="192008" y="30045"/>
                  <a:pt x="190845" y="33142"/>
                </a:cubicBezTo>
                <a:cubicBezTo>
                  <a:pt x="189682" y="36238"/>
                  <a:pt x="189101" y="39687"/>
                  <a:pt x="189101" y="43488"/>
                </a:cubicBezTo>
                <a:close/>
                <a:moveTo>
                  <a:pt x="246423" y="19654"/>
                </a:moveTo>
                <a:lnTo>
                  <a:pt x="246423" y="67155"/>
                </a:lnTo>
                <a:lnTo>
                  <a:pt x="259460" y="67155"/>
                </a:lnTo>
                <a:lnTo>
                  <a:pt x="259460" y="45740"/>
                </a:lnTo>
                <a:cubicBezTo>
                  <a:pt x="259460" y="43596"/>
                  <a:pt x="259674" y="41605"/>
                  <a:pt x="260103" y="39767"/>
                </a:cubicBezTo>
                <a:cubicBezTo>
                  <a:pt x="260531" y="37929"/>
                  <a:pt x="261250" y="36321"/>
                  <a:pt x="262260" y="34942"/>
                </a:cubicBezTo>
                <a:cubicBezTo>
                  <a:pt x="263270" y="33564"/>
                  <a:pt x="264601" y="32476"/>
                  <a:pt x="266253" y="31679"/>
                </a:cubicBezTo>
                <a:cubicBezTo>
                  <a:pt x="267906" y="30883"/>
                  <a:pt x="269926" y="30484"/>
                  <a:pt x="272313" y="30484"/>
                </a:cubicBezTo>
                <a:cubicBezTo>
                  <a:pt x="273109" y="30484"/>
                  <a:pt x="273935" y="30531"/>
                  <a:pt x="274791" y="30623"/>
                </a:cubicBezTo>
                <a:cubicBezTo>
                  <a:pt x="275649" y="30714"/>
                  <a:pt x="276383" y="30821"/>
                  <a:pt x="276995" y="30944"/>
                </a:cubicBezTo>
                <a:lnTo>
                  <a:pt x="276995" y="18838"/>
                </a:lnTo>
                <a:cubicBezTo>
                  <a:pt x="275955" y="18533"/>
                  <a:pt x="275006" y="18380"/>
                  <a:pt x="274150" y="18380"/>
                </a:cubicBezTo>
                <a:cubicBezTo>
                  <a:pt x="272497" y="18380"/>
                  <a:pt x="270905" y="18625"/>
                  <a:pt x="269375" y="19114"/>
                </a:cubicBezTo>
                <a:cubicBezTo>
                  <a:pt x="267846" y="19603"/>
                  <a:pt x="266407" y="20290"/>
                  <a:pt x="265061" y="21176"/>
                </a:cubicBezTo>
                <a:cubicBezTo>
                  <a:pt x="263714" y="22063"/>
                  <a:pt x="262520" y="23133"/>
                  <a:pt x="261480" y="24386"/>
                </a:cubicBezTo>
                <a:cubicBezTo>
                  <a:pt x="260439" y="25639"/>
                  <a:pt x="259613" y="27000"/>
                  <a:pt x="259000" y="28467"/>
                </a:cubicBezTo>
                <a:lnTo>
                  <a:pt x="258817" y="28467"/>
                </a:lnTo>
                <a:lnTo>
                  <a:pt x="258817" y="19654"/>
                </a:lnTo>
                <a:lnTo>
                  <a:pt x="246423" y="19654"/>
                </a:lnTo>
                <a:close/>
                <a:moveTo>
                  <a:pt x="314700" y="36402"/>
                </a:moveTo>
                <a:lnTo>
                  <a:pt x="327461" y="36402"/>
                </a:lnTo>
                <a:cubicBezTo>
                  <a:pt x="327278" y="33337"/>
                  <a:pt x="326544" y="30686"/>
                  <a:pt x="325258" y="28449"/>
                </a:cubicBezTo>
                <a:cubicBezTo>
                  <a:pt x="323972" y="26211"/>
                  <a:pt x="322304" y="24341"/>
                  <a:pt x="320253" y="22839"/>
                </a:cubicBezTo>
                <a:cubicBezTo>
                  <a:pt x="318203" y="21338"/>
                  <a:pt x="315878" y="20219"/>
                  <a:pt x="313277" y="19484"/>
                </a:cubicBezTo>
                <a:cubicBezTo>
                  <a:pt x="310676" y="18748"/>
                  <a:pt x="307967" y="18380"/>
                  <a:pt x="305151" y="18380"/>
                </a:cubicBezTo>
                <a:cubicBezTo>
                  <a:pt x="301295" y="18380"/>
                  <a:pt x="297867" y="19024"/>
                  <a:pt x="294867" y="20312"/>
                </a:cubicBezTo>
                <a:cubicBezTo>
                  <a:pt x="291868" y="21599"/>
                  <a:pt x="289328" y="23392"/>
                  <a:pt x="287247" y="25692"/>
                </a:cubicBezTo>
                <a:cubicBezTo>
                  <a:pt x="285167" y="27991"/>
                  <a:pt x="283591" y="30720"/>
                  <a:pt x="282519" y="33877"/>
                </a:cubicBezTo>
                <a:cubicBezTo>
                  <a:pt x="281448" y="37034"/>
                  <a:pt x="280912" y="40452"/>
                  <a:pt x="280912" y="44131"/>
                </a:cubicBezTo>
                <a:cubicBezTo>
                  <a:pt x="280912" y="47687"/>
                  <a:pt x="281494" y="50952"/>
                  <a:pt x="282657" y="53926"/>
                </a:cubicBezTo>
                <a:cubicBezTo>
                  <a:pt x="283819" y="56899"/>
                  <a:pt x="285441" y="59458"/>
                  <a:pt x="287522" y="61605"/>
                </a:cubicBezTo>
                <a:cubicBezTo>
                  <a:pt x="289604" y="63751"/>
                  <a:pt x="292129" y="65422"/>
                  <a:pt x="295097" y="66617"/>
                </a:cubicBezTo>
                <a:cubicBezTo>
                  <a:pt x="298066" y="67813"/>
                  <a:pt x="301325" y="68410"/>
                  <a:pt x="304875" y="68410"/>
                </a:cubicBezTo>
                <a:cubicBezTo>
                  <a:pt x="311180" y="68410"/>
                  <a:pt x="316351" y="66751"/>
                  <a:pt x="320391" y="63433"/>
                </a:cubicBezTo>
                <a:cubicBezTo>
                  <a:pt x="324431" y="60114"/>
                  <a:pt x="326880" y="55302"/>
                  <a:pt x="327737" y="48998"/>
                </a:cubicBezTo>
                <a:lnTo>
                  <a:pt x="315158" y="48998"/>
                </a:lnTo>
                <a:cubicBezTo>
                  <a:pt x="314730" y="51936"/>
                  <a:pt x="313675" y="54277"/>
                  <a:pt x="311991" y="56022"/>
                </a:cubicBezTo>
                <a:cubicBezTo>
                  <a:pt x="310308" y="57766"/>
                  <a:pt x="307906" y="58637"/>
                  <a:pt x="304784" y="58637"/>
                </a:cubicBezTo>
                <a:cubicBezTo>
                  <a:pt x="302764" y="58637"/>
                  <a:pt x="301050" y="58178"/>
                  <a:pt x="299642" y="57260"/>
                </a:cubicBezTo>
                <a:cubicBezTo>
                  <a:pt x="298234" y="56342"/>
                  <a:pt x="297117" y="55164"/>
                  <a:pt x="296290" y="53726"/>
                </a:cubicBezTo>
                <a:cubicBezTo>
                  <a:pt x="295465" y="52287"/>
                  <a:pt x="294868" y="50679"/>
                  <a:pt x="294500" y="48904"/>
                </a:cubicBezTo>
                <a:cubicBezTo>
                  <a:pt x="294133" y="47128"/>
                  <a:pt x="293950" y="45384"/>
                  <a:pt x="293950" y="43670"/>
                </a:cubicBezTo>
                <a:cubicBezTo>
                  <a:pt x="293950" y="41894"/>
                  <a:pt x="294133" y="40104"/>
                  <a:pt x="294500" y="38299"/>
                </a:cubicBezTo>
                <a:cubicBezTo>
                  <a:pt x="294868" y="36492"/>
                  <a:pt x="295496" y="34839"/>
                  <a:pt x="296383" y="33339"/>
                </a:cubicBezTo>
                <a:cubicBezTo>
                  <a:pt x="297270" y="31839"/>
                  <a:pt x="298418" y="30615"/>
                  <a:pt x="299825" y="29666"/>
                </a:cubicBezTo>
                <a:cubicBezTo>
                  <a:pt x="301233" y="28717"/>
                  <a:pt x="302978" y="28243"/>
                  <a:pt x="305059" y="28243"/>
                </a:cubicBezTo>
                <a:cubicBezTo>
                  <a:pt x="310629" y="28243"/>
                  <a:pt x="313843" y="30962"/>
                  <a:pt x="314700" y="36402"/>
                </a:cubicBezTo>
                <a:close/>
                <a:moveTo>
                  <a:pt x="335174" y="1614"/>
                </a:moveTo>
                <a:lnTo>
                  <a:pt x="335174" y="67155"/>
                </a:lnTo>
                <a:lnTo>
                  <a:pt x="348211" y="67155"/>
                </a:lnTo>
                <a:lnTo>
                  <a:pt x="348211" y="42277"/>
                </a:lnTo>
                <a:cubicBezTo>
                  <a:pt x="348211" y="37442"/>
                  <a:pt x="349006" y="33969"/>
                  <a:pt x="350598" y="31859"/>
                </a:cubicBezTo>
                <a:cubicBezTo>
                  <a:pt x="352189" y="29747"/>
                  <a:pt x="354760" y="28691"/>
                  <a:pt x="358310" y="28691"/>
                </a:cubicBezTo>
                <a:cubicBezTo>
                  <a:pt x="361432" y="28691"/>
                  <a:pt x="363605" y="29655"/>
                  <a:pt x="364829" y="31583"/>
                </a:cubicBezTo>
                <a:cubicBezTo>
                  <a:pt x="366053" y="33510"/>
                  <a:pt x="366665" y="36433"/>
                  <a:pt x="366665" y="40350"/>
                </a:cubicBezTo>
                <a:lnTo>
                  <a:pt x="366665" y="67155"/>
                </a:lnTo>
                <a:lnTo>
                  <a:pt x="379702" y="67155"/>
                </a:lnTo>
                <a:lnTo>
                  <a:pt x="379702" y="37946"/>
                </a:lnTo>
                <a:cubicBezTo>
                  <a:pt x="379702" y="35006"/>
                  <a:pt x="379442" y="32327"/>
                  <a:pt x="378922" y="29908"/>
                </a:cubicBezTo>
                <a:cubicBezTo>
                  <a:pt x="378402" y="27490"/>
                  <a:pt x="377499" y="25438"/>
                  <a:pt x="376213" y="23754"/>
                </a:cubicBezTo>
                <a:cubicBezTo>
                  <a:pt x="374927" y="22070"/>
                  <a:pt x="373168" y="20754"/>
                  <a:pt x="370934" y="19805"/>
                </a:cubicBezTo>
                <a:cubicBezTo>
                  <a:pt x="368700" y="18855"/>
                  <a:pt x="365839" y="18380"/>
                  <a:pt x="362350" y="18380"/>
                </a:cubicBezTo>
                <a:cubicBezTo>
                  <a:pt x="359901" y="18380"/>
                  <a:pt x="357391" y="19009"/>
                  <a:pt x="354820" y="20267"/>
                </a:cubicBezTo>
                <a:cubicBezTo>
                  <a:pt x="352250" y="21525"/>
                  <a:pt x="350139" y="23535"/>
                  <a:pt x="348487" y="26297"/>
                </a:cubicBezTo>
                <a:lnTo>
                  <a:pt x="348211" y="26297"/>
                </a:lnTo>
                <a:lnTo>
                  <a:pt x="348211" y="1614"/>
                </a:lnTo>
                <a:lnTo>
                  <a:pt x="335174" y="1614"/>
                </a:lnTo>
                <a:close/>
                <a:moveTo>
                  <a:pt x="390046" y="52989"/>
                </a:moveTo>
                <a:lnTo>
                  <a:pt x="390046" y="67155"/>
                </a:lnTo>
                <a:lnTo>
                  <a:pt x="404460" y="67155"/>
                </a:lnTo>
                <a:lnTo>
                  <a:pt x="404460" y="52989"/>
                </a:lnTo>
                <a:lnTo>
                  <a:pt x="390046" y="52989"/>
                </a:lnTo>
                <a:close/>
                <a:moveTo>
                  <a:pt x="414193" y="34286"/>
                </a:moveTo>
                <a:cubicBezTo>
                  <a:pt x="414376" y="31226"/>
                  <a:pt x="415141" y="28686"/>
                  <a:pt x="416488" y="26667"/>
                </a:cubicBezTo>
                <a:cubicBezTo>
                  <a:pt x="417835" y="24647"/>
                  <a:pt x="419548" y="23024"/>
                  <a:pt x="421629" y="21800"/>
                </a:cubicBezTo>
                <a:cubicBezTo>
                  <a:pt x="423710" y="20575"/>
                  <a:pt x="426051" y="19703"/>
                  <a:pt x="428652" y="19183"/>
                </a:cubicBezTo>
                <a:cubicBezTo>
                  <a:pt x="431254" y="18663"/>
                  <a:pt x="433871" y="18403"/>
                  <a:pt x="436503" y="18403"/>
                </a:cubicBezTo>
                <a:cubicBezTo>
                  <a:pt x="438890" y="18403"/>
                  <a:pt x="441308" y="18571"/>
                  <a:pt x="443755" y="18908"/>
                </a:cubicBezTo>
                <a:cubicBezTo>
                  <a:pt x="446204" y="19245"/>
                  <a:pt x="448438" y="19903"/>
                  <a:pt x="450458" y="20882"/>
                </a:cubicBezTo>
                <a:cubicBezTo>
                  <a:pt x="452478" y="21861"/>
                  <a:pt x="454130" y="23223"/>
                  <a:pt x="455415" y="24967"/>
                </a:cubicBezTo>
                <a:cubicBezTo>
                  <a:pt x="456702" y="26712"/>
                  <a:pt x="457345" y="29023"/>
                  <a:pt x="457345" y="31899"/>
                </a:cubicBezTo>
                <a:lnTo>
                  <a:pt x="457345" y="56596"/>
                </a:lnTo>
                <a:cubicBezTo>
                  <a:pt x="457345" y="58739"/>
                  <a:pt x="457467" y="60789"/>
                  <a:pt x="457712" y="62748"/>
                </a:cubicBezTo>
                <a:cubicBezTo>
                  <a:pt x="457956" y="64706"/>
                  <a:pt x="458384" y="66175"/>
                  <a:pt x="458996" y="67155"/>
                </a:cubicBezTo>
                <a:lnTo>
                  <a:pt x="445776" y="67155"/>
                </a:lnTo>
                <a:cubicBezTo>
                  <a:pt x="445531" y="66421"/>
                  <a:pt x="445332" y="65671"/>
                  <a:pt x="445179" y="64907"/>
                </a:cubicBezTo>
                <a:cubicBezTo>
                  <a:pt x="445026" y="64141"/>
                  <a:pt x="444919" y="63360"/>
                  <a:pt x="444858" y="62564"/>
                </a:cubicBezTo>
                <a:cubicBezTo>
                  <a:pt x="442777" y="64707"/>
                  <a:pt x="440329" y="66207"/>
                  <a:pt x="437513" y="67064"/>
                </a:cubicBezTo>
                <a:cubicBezTo>
                  <a:pt x="434697" y="67920"/>
                  <a:pt x="431820" y="68349"/>
                  <a:pt x="428882" y="68349"/>
                </a:cubicBezTo>
                <a:cubicBezTo>
                  <a:pt x="426618" y="68349"/>
                  <a:pt x="424506" y="68073"/>
                  <a:pt x="422547" y="67522"/>
                </a:cubicBezTo>
                <a:cubicBezTo>
                  <a:pt x="420588" y="66971"/>
                  <a:pt x="418874" y="66114"/>
                  <a:pt x="417405" y="64951"/>
                </a:cubicBezTo>
                <a:cubicBezTo>
                  <a:pt x="415937" y="63789"/>
                  <a:pt x="414790" y="62320"/>
                  <a:pt x="413963" y="60545"/>
                </a:cubicBezTo>
                <a:cubicBezTo>
                  <a:pt x="413137" y="58770"/>
                  <a:pt x="412723" y="56658"/>
                  <a:pt x="412723" y="54209"/>
                </a:cubicBezTo>
                <a:cubicBezTo>
                  <a:pt x="412723" y="51516"/>
                  <a:pt x="413198" y="49298"/>
                  <a:pt x="414147" y="47553"/>
                </a:cubicBezTo>
                <a:cubicBezTo>
                  <a:pt x="415096" y="45809"/>
                  <a:pt x="416320" y="44416"/>
                  <a:pt x="417819" y="43376"/>
                </a:cubicBezTo>
                <a:cubicBezTo>
                  <a:pt x="419319" y="42335"/>
                  <a:pt x="421032" y="41555"/>
                  <a:pt x="422960" y="41035"/>
                </a:cubicBezTo>
                <a:cubicBezTo>
                  <a:pt x="424889" y="40514"/>
                  <a:pt x="426832" y="40102"/>
                  <a:pt x="428791" y="39796"/>
                </a:cubicBezTo>
                <a:cubicBezTo>
                  <a:pt x="430749" y="39490"/>
                  <a:pt x="432677" y="39245"/>
                  <a:pt x="434574" y="39061"/>
                </a:cubicBezTo>
                <a:cubicBezTo>
                  <a:pt x="436472" y="38877"/>
                  <a:pt x="438155" y="38601"/>
                  <a:pt x="439624" y="38234"/>
                </a:cubicBezTo>
                <a:cubicBezTo>
                  <a:pt x="441093" y="37867"/>
                  <a:pt x="442256" y="37332"/>
                  <a:pt x="443112" y="36629"/>
                </a:cubicBezTo>
                <a:cubicBezTo>
                  <a:pt x="443970" y="35925"/>
                  <a:pt x="444368" y="34899"/>
                  <a:pt x="444307" y="33552"/>
                </a:cubicBezTo>
                <a:cubicBezTo>
                  <a:pt x="444307" y="32144"/>
                  <a:pt x="444078" y="31027"/>
                  <a:pt x="443618" y="30201"/>
                </a:cubicBezTo>
                <a:cubicBezTo>
                  <a:pt x="443159" y="29375"/>
                  <a:pt x="442546" y="28732"/>
                  <a:pt x="441782" y="28274"/>
                </a:cubicBezTo>
                <a:cubicBezTo>
                  <a:pt x="441017" y="27814"/>
                  <a:pt x="440129" y="27508"/>
                  <a:pt x="439118" y="27355"/>
                </a:cubicBezTo>
                <a:cubicBezTo>
                  <a:pt x="438109" y="27201"/>
                  <a:pt x="437023" y="27125"/>
                  <a:pt x="435860" y="27125"/>
                </a:cubicBezTo>
                <a:cubicBezTo>
                  <a:pt x="433290" y="27125"/>
                  <a:pt x="431270" y="27676"/>
                  <a:pt x="429801" y="28778"/>
                </a:cubicBezTo>
                <a:cubicBezTo>
                  <a:pt x="428332" y="29880"/>
                  <a:pt x="427475" y="31716"/>
                  <a:pt x="427230" y="34286"/>
                </a:cubicBezTo>
                <a:lnTo>
                  <a:pt x="414193" y="34286"/>
                </a:lnTo>
                <a:moveTo>
                  <a:pt x="444307" y="43926"/>
                </a:moveTo>
                <a:cubicBezTo>
                  <a:pt x="443756" y="44417"/>
                  <a:pt x="443068" y="44799"/>
                  <a:pt x="442241" y="45075"/>
                </a:cubicBezTo>
                <a:cubicBezTo>
                  <a:pt x="441415" y="45350"/>
                  <a:pt x="440527" y="45580"/>
                  <a:pt x="439578" y="45764"/>
                </a:cubicBezTo>
                <a:cubicBezTo>
                  <a:pt x="438630" y="45947"/>
                  <a:pt x="437635" y="46100"/>
                  <a:pt x="436594" y="46222"/>
                </a:cubicBezTo>
                <a:cubicBezTo>
                  <a:pt x="435554" y="46345"/>
                  <a:pt x="434513" y="46497"/>
                  <a:pt x="433473" y="46680"/>
                </a:cubicBezTo>
                <a:cubicBezTo>
                  <a:pt x="432494" y="46864"/>
                  <a:pt x="431530" y="47110"/>
                  <a:pt x="430581" y="47416"/>
                </a:cubicBezTo>
                <a:cubicBezTo>
                  <a:pt x="429632" y="47721"/>
                  <a:pt x="428806" y="48135"/>
                  <a:pt x="428101" y="48656"/>
                </a:cubicBezTo>
                <a:cubicBezTo>
                  <a:pt x="427398" y="49176"/>
                  <a:pt x="426832" y="49834"/>
                  <a:pt x="426404" y="50630"/>
                </a:cubicBezTo>
                <a:cubicBezTo>
                  <a:pt x="425975" y="51424"/>
                  <a:pt x="425761" y="52434"/>
                  <a:pt x="425761" y="53658"/>
                </a:cubicBezTo>
                <a:cubicBezTo>
                  <a:pt x="425761" y="54821"/>
                  <a:pt x="425975" y="55801"/>
                  <a:pt x="426404" y="56596"/>
                </a:cubicBezTo>
                <a:cubicBezTo>
                  <a:pt x="426832" y="57392"/>
                  <a:pt x="427414" y="58020"/>
                  <a:pt x="428148" y="58479"/>
                </a:cubicBezTo>
                <a:cubicBezTo>
                  <a:pt x="428883" y="58938"/>
                  <a:pt x="429740" y="59259"/>
                  <a:pt x="430718" y="59443"/>
                </a:cubicBezTo>
                <a:cubicBezTo>
                  <a:pt x="431698" y="59627"/>
                  <a:pt x="432708" y="59719"/>
                  <a:pt x="433749" y="59719"/>
                </a:cubicBezTo>
                <a:cubicBezTo>
                  <a:pt x="436319" y="59719"/>
                  <a:pt x="438308" y="59291"/>
                  <a:pt x="439715" y="58434"/>
                </a:cubicBezTo>
                <a:cubicBezTo>
                  <a:pt x="441124" y="57577"/>
                  <a:pt x="442165" y="56551"/>
                  <a:pt x="442838" y="55358"/>
                </a:cubicBezTo>
                <a:cubicBezTo>
                  <a:pt x="443511" y="54164"/>
                  <a:pt x="443925" y="52955"/>
                  <a:pt x="444078" y="51731"/>
                </a:cubicBezTo>
                <a:cubicBezTo>
                  <a:pt x="444231" y="50506"/>
                  <a:pt x="444307" y="49527"/>
                  <a:pt x="444307" y="48793"/>
                </a:cubicBezTo>
                <a:lnTo>
                  <a:pt x="444307" y="43926"/>
                </a:lnTo>
                <a:close/>
                <a:moveTo>
                  <a:pt x="467535" y="19654"/>
                </a:moveTo>
                <a:lnTo>
                  <a:pt x="467535" y="67155"/>
                </a:lnTo>
                <a:lnTo>
                  <a:pt x="480572" y="67155"/>
                </a:lnTo>
                <a:lnTo>
                  <a:pt x="480572" y="45740"/>
                </a:lnTo>
                <a:cubicBezTo>
                  <a:pt x="480572" y="43596"/>
                  <a:pt x="480787" y="41605"/>
                  <a:pt x="481215" y="39767"/>
                </a:cubicBezTo>
                <a:cubicBezTo>
                  <a:pt x="481644" y="37929"/>
                  <a:pt x="482363" y="36321"/>
                  <a:pt x="483373" y="34942"/>
                </a:cubicBezTo>
                <a:cubicBezTo>
                  <a:pt x="484382" y="33564"/>
                  <a:pt x="485713" y="32476"/>
                  <a:pt x="487365" y="31679"/>
                </a:cubicBezTo>
                <a:cubicBezTo>
                  <a:pt x="489018" y="30883"/>
                  <a:pt x="491039" y="30484"/>
                  <a:pt x="493426" y="30484"/>
                </a:cubicBezTo>
                <a:cubicBezTo>
                  <a:pt x="494221" y="30484"/>
                  <a:pt x="495048" y="30531"/>
                  <a:pt x="495904" y="30623"/>
                </a:cubicBezTo>
                <a:cubicBezTo>
                  <a:pt x="496761" y="30714"/>
                  <a:pt x="497496" y="30821"/>
                  <a:pt x="498108" y="30944"/>
                </a:cubicBezTo>
                <a:lnTo>
                  <a:pt x="498108" y="18838"/>
                </a:lnTo>
                <a:cubicBezTo>
                  <a:pt x="497067" y="18533"/>
                  <a:pt x="496119" y="18380"/>
                  <a:pt x="495262" y="18380"/>
                </a:cubicBezTo>
                <a:cubicBezTo>
                  <a:pt x="493609" y="18380"/>
                  <a:pt x="492018" y="18625"/>
                  <a:pt x="490488" y="19114"/>
                </a:cubicBezTo>
                <a:cubicBezTo>
                  <a:pt x="488958" y="19603"/>
                  <a:pt x="487520" y="20290"/>
                  <a:pt x="486173" y="21176"/>
                </a:cubicBezTo>
                <a:cubicBezTo>
                  <a:pt x="484826" y="22063"/>
                  <a:pt x="483633" y="23133"/>
                  <a:pt x="482592" y="24386"/>
                </a:cubicBezTo>
                <a:cubicBezTo>
                  <a:pt x="481552" y="25639"/>
                  <a:pt x="480725" y="27000"/>
                  <a:pt x="480113" y="28467"/>
                </a:cubicBezTo>
                <a:lnTo>
                  <a:pt x="479929" y="28467"/>
                </a:lnTo>
                <a:lnTo>
                  <a:pt x="479929" y="19654"/>
                </a:lnTo>
                <a:lnTo>
                  <a:pt x="467535" y="19654"/>
                </a:lnTo>
                <a:close/>
                <a:moveTo>
                  <a:pt x="535813" y="36402"/>
                </a:moveTo>
                <a:lnTo>
                  <a:pt x="548574" y="36402"/>
                </a:lnTo>
                <a:cubicBezTo>
                  <a:pt x="548391" y="33337"/>
                  <a:pt x="547656" y="30686"/>
                  <a:pt x="546370" y="28449"/>
                </a:cubicBezTo>
                <a:cubicBezTo>
                  <a:pt x="545085" y="26211"/>
                  <a:pt x="543417" y="24341"/>
                  <a:pt x="541366" y="22839"/>
                </a:cubicBezTo>
                <a:cubicBezTo>
                  <a:pt x="539316" y="21338"/>
                  <a:pt x="536990" y="20219"/>
                  <a:pt x="534389" y="19484"/>
                </a:cubicBezTo>
                <a:cubicBezTo>
                  <a:pt x="531788" y="18748"/>
                  <a:pt x="529080" y="18380"/>
                  <a:pt x="526264" y="18380"/>
                </a:cubicBezTo>
                <a:cubicBezTo>
                  <a:pt x="522408" y="18380"/>
                  <a:pt x="518980" y="19024"/>
                  <a:pt x="515980" y="20312"/>
                </a:cubicBezTo>
                <a:cubicBezTo>
                  <a:pt x="512981" y="21599"/>
                  <a:pt x="510441" y="23392"/>
                  <a:pt x="508360" y="25692"/>
                </a:cubicBezTo>
                <a:cubicBezTo>
                  <a:pt x="506279" y="27991"/>
                  <a:pt x="504703" y="30720"/>
                  <a:pt x="503632" y="33877"/>
                </a:cubicBezTo>
                <a:cubicBezTo>
                  <a:pt x="502561" y="37034"/>
                  <a:pt x="502025" y="40452"/>
                  <a:pt x="502025" y="44131"/>
                </a:cubicBezTo>
                <a:cubicBezTo>
                  <a:pt x="502025" y="47687"/>
                  <a:pt x="502606" y="50952"/>
                  <a:pt x="503769" y="53926"/>
                </a:cubicBezTo>
                <a:cubicBezTo>
                  <a:pt x="504932" y="56899"/>
                  <a:pt x="506554" y="59458"/>
                  <a:pt x="508635" y="61605"/>
                </a:cubicBezTo>
                <a:cubicBezTo>
                  <a:pt x="510716" y="63751"/>
                  <a:pt x="513241" y="65422"/>
                  <a:pt x="516210" y="66617"/>
                </a:cubicBezTo>
                <a:cubicBezTo>
                  <a:pt x="519179" y="67813"/>
                  <a:pt x="522438" y="68410"/>
                  <a:pt x="525988" y="68410"/>
                </a:cubicBezTo>
                <a:cubicBezTo>
                  <a:pt x="532292" y="68410"/>
                  <a:pt x="537464" y="66751"/>
                  <a:pt x="541503" y="63433"/>
                </a:cubicBezTo>
                <a:cubicBezTo>
                  <a:pt x="545544" y="60114"/>
                  <a:pt x="547992" y="55302"/>
                  <a:pt x="548850" y="48998"/>
                </a:cubicBezTo>
                <a:lnTo>
                  <a:pt x="536271" y="48998"/>
                </a:lnTo>
                <a:cubicBezTo>
                  <a:pt x="535843" y="51936"/>
                  <a:pt x="534787" y="54277"/>
                  <a:pt x="533103" y="56022"/>
                </a:cubicBezTo>
                <a:cubicBezTo>
                  <a:pt x="531420" y="57766"/>
                  <a:pt x="529018" y="58637"/>
                  <a:pt x="525897" y="58637"/>
                </a:cubicBezTo>
                <a:cubicBezTo>
                  <a:pt x="523877" y="58637"/>
                  <a:pt x="522163" y="58178"/>
                  <a:pt x="520754" y="57260"/>
                </a:cubicBezTo>
                <a:cubicBezTo>
                  <a:pt x="519347" y="56342"/>
                  <a:pt x="518230" y="55164"/>
                  <a:pt x="517403" y="53726"/>
                </a:cubicBezTo>
                <a:cubicBezTo>
                  <a:pt x="516577" y="52287"/>
                  <a:pt x="515981" y="50679"/>
                  <a:pt x="515613" y="48904"/>
                </a:cubicBezTo>
                <a:cubicBezTo>
                  <a:pt x="515246" y="47128"/>
                  <a:pt x="515062" y="45384"/>
                  <a:pt x="515062" y="43670"/>
                </a:cubicBezTo>
                <a:cubicBezTo>
                  <a:pt x="515062" y="41894"/>
                  <a:pt x="515246" y="40104"/>
                  <a:pt x="515613" y="38299"/>
                </a:cubicBezTo>
                <a:cubicBezTo>
                  <a:pt x="515981" y="36492"/>
                  <a:pt x="516608" y="34839"/>
                  <a:pt x="517496" y="33339"/>
                </a:cubicBezTo>
                <a:cubicBezTo>
                  <a:pt x="518383" y="31839"/>
                  <a:pt x="519530" y="30615"/>
                  <a:pt x="520938" y="29666"/>
                </a:cubicBezTo>
                <a:cubicBezTo>
                  <a:pt x="522346" y="28717"/>
                  <a:pt x="524091" y="28243"/>
                  <a:pt x="526172" y="28243"/>
                </a:cubicBezTo>
                <a:cubicBezTo>
                  <a:pt x="531742" y="28243"/>
                  <a:pt x="534955" y="30962"/>
                  <a:pt x="535813" y="36402"/>
                </a:cubicBezTo>
                <a:close/>
                <a:moveTo>
                  <a:pt x="588604" y="36402"/>
                </a:moveTo>
                <a:lnTo>
                  <a:pt x="601365" y="36402"/>
                </a:lnTo>
                <a:cubicBezTo>
                  <a:pt x="601182" y="33337"/>
                  <a:pt x="600448" y="30686"/>
                  <a:pt x="599162" y="28449"/>
                </a:cubicBezTo>
                <a:cubicBezTo>
                  <a:pt x="597877" y="26211"/>
                  <a:pt x="596209" y="24341"/>
                  <a:pt x="594158" y="22839"/>
                </a:cubicBezTo>
                <a:cubicBezTo>
                  <a:pt x="592108" y="21338"/>
                  <a:pt x="589782" y="20219"/>
                  <a:pt x="587181" y="19484"/>
                </a:cubicBezTo>
                <a:cubicBezTo>
                  <a:pt x="584580" y="18748"/>
                  <a:pt x="581871" y="18380"/>
                  <a:pt x="579056" y="18380"/>
                </a:cubicBezTo>
                <a:cubicBezTo>
                  <a:pt x="575199" y="18380"/>
                  <a:pt x="571771" y="19024"/>
                  <a:pt x="568771" y="20312"/>
                </a:cubicBezTo>
                <a:cubicBezTo>
                  <a:pt x="565772" y="21599"/>
                  <a:pt x="563232" y="23392"/>
                  <a:pt x="561152" y="25692"/>
                </a:cubicBezTo>
                <a:cubicBezTo>
                  <a:pt x="559071" y="27991"/>
                  <a:pt x="557495" y="30720"/>
                  <a:pt x="556423" y="33877"/>
                </a:cubicBezTo>
                <a:cubicBezTo>
                  <a:pt x="555352" y="37034"/>
                  <a:pt x="554817" y="40452"/>
                  <a:pt x="554817" y="44131"/>
                </a:cubicBezTo>
                <a:cubicBezTo>
                  <a:pt x="554817" y="47687"/>
                  <a:pt x="555398" y="50952"/>
                  <a:pt x="556561" y="53926"/>
                </a:cubicBezTo>
                <a:cubicBezTo>
                  <a:pt x="557724" y="56899"/>
                  <a:pt x="559345" y="59458"/>
                  <a:pt x="561426" y="61605"/>
                </a:cubicBezTo>
                <a:cubicBezTo>
                  <a:pt x="563508" y="63751"/>
                  <a:pt x="566033" y="65422"/>
                  <a:pt x="569001" y="66617"/>
                </a:cubicBezTo>
                <a:cubicBezTo>
                  <a:pt x="571970" y="67813"/>
                  <a:pt x="575230" y="68410"/>
                  <a:pt x="578780" y="68410"/>
                </a:cubicBezTo>
                <a:cubicBezTo>
                  <a:pt x="585084" y="68410"/>
                  <a:pt x="590256" y="66751"/>
                  <a:pt x="594295" y="63433"/>
                </a:cubicBezTo>
                <a:cubicBezTo>
                  <a:pt x="598335" y="60114"/>
                  <a:pt x="600784" y="55302"/>
                  <a:pt x="601641" y="48998"/>
                </a:cubicBezTo>
                <a:lnTo>
                  <a:pt x="589062" y="48998"/>
                </a:lnTo>
                <a:cubicBezTo>
                  <a:pt x="588635" y="51936"/>
                  <a:pt x="587579" y="54277"/>
                  <a:pt x="585895" y="56022"/>
                </a:cubicBezTo>
                <a:cubicBezTo>
                  <a:pt x="584212" y="57766"/>
                  <a:pt x="581810" y="58637"/>
                  <a:pt x="578688" y="58637"/>
                </a:cubicBezTo>
                <a:cubicBezTo>
                  <a:pt x="576668" y="58637"/>
                  <a:pt x="574954" y="58178"/>
                  <a:pt x="573546" y="57260"/>
                </a:cubicBezTo>
                <a:cubicBezTo>
                  <a:pt x="572138" y="56342"/>
                  <a:pt x="571021" y="55164"/>
                  <a:pt x="570195" y="53726"/>
                </a:cubicBezTo>
                <a:cubicBezTo>
                  <a:pt x="569369" y="52287"/>
                  <a:pt x="568772" y="50679"/>
                  <a:pt x="568404" y="48904"/>
                </a:cubicBezTo>
                <a:cubicBezTo>
                  <a:pt x="568037" y="47128"/>
                  <a:pt x="567854" y="45384"/>
                  <a:pt x="567854" y="43670"/>
                </a:cubicBezTo>
                <a:cubicBezTo>
                  <a:pt x="567854" y="41894"/>
                  <a:pt x="568037" y="40104"/>
                  <a:pt x="568404" y="38299"/>
                </a:cubicBezTo>
                <a:cubicBezTo>
                  <a:pt x="568772" y="36492"/>
                  <a:pt x="569400" y="34839"/>
                  <a:pt x="570287" y="33339"/>
                </a:cubicBezTo>
                <a:cubicBezTo>
                  <a:pt x="571174" y="31839"/>
                  <a:pt x="572322" y="30615"/>
                  <a:pt x="573729" y="29666"/>
                </a:cubicBezTo>
                <a:cubicBezTo>
                  <a:pt x="575138" y="28717"/>
                  <a:pt x="576882" y="28243"/>
                  <a:pt x="578963" y="28243"/>
                </a:cubicBezTo>
                <a:cubicBezTo>
                  <a:pt x="584533" y="28243"/>
                  <a:pt x="587747" y="30962"/>
                  <a:pt x="588604" y="36402"/>
                </a:cubicBezTo>
                <a:close/>
                <a:moveTo>
                  <a:pt x="620645" y="43486"/>
                </a:moveTo>
                <a:cubicBezTo>
                  <a:pt x="620645" y="41589"/>
                  <a:pt x="620829" y="39722"/>
                  <a:pt x="621196" y="37885"/>
                </a:cubicBezTo>
                <a:cubicBezTo>
                  <a:pt x="621563" y="36048"/>
                  <a:pt x="622190" y="34426"/>
                  <a:pt x="623077" y="33019"/>
                </a:cubicBezTo>
                <a:cubicBezTo>
                  <a:pt x="623965" y="31610"/>
                  <a:pt x="625144" y="30462"/>
                  <a:pt x="626613" y="29575"/>
                </a:cubicBezTo>
                <a:cubicBezTo>
                  <a:pt x="628082" y="28687"/>
                  <a:pt x="629918" y="28243"/>
                  <a:pt x="632122" y="28243"/>
                </a:cubicBezTo>
                <a:cubicBezTo>
                  <a:pt x="634326" y="28243"/>
                  <a:pt x="636177" y="28687"/>
                  <a:pt x="637676" y="29575"/>
                </a:cubicBezTo>
                <a:cubicBezTo>
                  <a:pt x="639176" y="30462"/>
                  <a:pt x="640370" y="31610"/>
                  <a:pt x="641257" y="33019"/>
                </a:cubicBezTo>
                <a:cubicBezTo>
                  <a:pt x="642145" y="34426"/>
                  <a:pt x="642773" y="36048"/>
                  <a:pt x="643140" y="37885"/>
                </a:cubicBezTo>
                <a:cubicBezTo>
                  <a:pt x="643507" y="39722"/>
                  <a:pt x="643691" y="41589"/>
                  <a:pt x="643691" y="43486"/>
                </a:cubicBezTo>
                <a:cubicBezTo>
                  <a:pt x="643691" y="45384"/>
                  <a:pt x="643507" y="47236"/>
                  <a:pt x="643140" y="49042"/>
                </a:cubicBezTo>
                <a:cubicBezTo>
                  <a:pt x="642773" y="50848"/>
                  <a:pt x="642145" y="52470"/>
                  <a:pt x="641257" y="53909"/>
                </a:cubicBezTo>
                <a:cubicBezTo>
                  <a:pt x="640370" y="55348"/>
                  <a:pt x="639176" y="56495"/>
                  <a:pt x="637676" y="57353"/>
                </a:cubicBezTo>
                <a:cubicBezTo>
                  <a:pt x="636177" y="58209"/>
                  <a:pt x="634326" y="58637"/>
                  <a:pt x="632122" y="58637"/>
                </a:cubicBezTo>
                <a:cubicBezTo>
                  <a:pt x="629918" y="58637"/>
                  <a:pt x="628082" y="58209"/>
                  <a:pt x="626613" y="57353"/>
                </a:cubicBezTo>
                <a:cubicBezTo>
                  <a:pt x="625144" y="56495"/>
                  <a:pt x="623965" y="55348"/>
                  <a:pt x="623077" y="53909"/>
                </a:cubicBezTo>
                <a:cubicBezTo>
                  <a:pt x="622190" y="52470"/>
                  <a:pt x="621563" y="50848"/>
                  <a:pt x="621196" y="49042"/>
                </a:cubicBezTo>
                <a:cubicBezTo>
                  <a:pt x="620829" y="47236"/>
                  <a:pt x="620645" y="45384"/>
                  <a:pt x="620645" y="43486"/>
                </a:cubicBezTo>
                <a:moveTo>
                  <a:pt x="607608" y="43488"/>
                </a:moveTo>
                <a:cubicBezTo>
                  <a:pt x="607608" y="47289"/>
                  <a:pt x="608190" y="50722"/>
                  <a:pt x="609352" y="53787"/>
                </a:cubicBezTo>
                <a:cubicBezTo>
                  <a:pt x="610515" y="56853"/>
                  <a:pt x="612168" y="59474"/>
                  <a:pt x="614310" y="61651"/>
                </a:cubicBezTo>
                <a:cubicBezTo>
                  <a:pt x="616453" y="63827"/>
                  <a:pt x="619023" y="65498"/>
                  <a:pt x="622022" y="66663"/>
                </a:cubicBezTo>
                <a:cubicBezTo>
                  <a:pt x="625022" y="67828"/>
                  <a:pt x="628389" y="68410"/>
                  <a:pt x="632122" y="68410"/>
                </a:cubicBezTo>
                <a:cubicBezTo>
                  <a:pt x="635856" y="68410"/>
                  <a:pt x="639237" y="67828"/>
                  <a:pt x="642267" y="66663"/>
                </a:cubicBezTo>
                <a:cubicBezTo>
                  <a:pt x="645297" y="65498"/>
                  <a:pt x="647883" y="63827"/>
                  <a:pt x="650026" y="61651"/>
                </a:cubicBezTo>
                <a:cubicBezTo>
                  <a:pt x="652168" y="59474"/>
                  <a:pt x="653821" y="56853"/>
                  <a:pt x="654983" y="53787"/>
                </a:cubicBezTo>
                <a:cubicBezTo>
                  <a:pt x="656146" y="50722"/>
                  <a:pt x="656728" y="47289"/>
                  <a:pt x="656728" y="43488"/>
                </a:cubicBezTo>
                <a:cubicBezTo>
                  <a:pt x="656728" y="39687"/>
                  <a:pt x="656146" y="36238"/>
                  <a:pt x="654983" y="33142"/>
                </a:cubicBezTo>
                <a:cubicBezTo>
                  <a:pt x="653821" y="30045"/>
                  <a:pt x="652168" y="27408"/>
                  <a:pt x="650026" y="25232"/>
                </a:cubicBezTo>
                <a:cubicBezTo>
                  <a:pt x="647883" y="23055"/>
                  <a:pt x="645297" y="21369"/>
                  <a:pt x="642267" y="20173"/>
                </a:cubicBezTo>
                <a:cubicBezTo>
                  <a:pt x="639237" y="18978"/>
                  <a:pt x="635856" y="18380"/>
                  <a:pt x="632122" y="18380"/>
                </a:cubicBezTo>
                <a:cubicBezTo>
                  <a:pt x="628389" y="18380"/>
                  <a:pt x="625022" y="18978"/>
                  <a:pt x="622022" y="20173"/>
                </a:cubicBezTo>
                <a:cubicBezTo>
                  <a:pt x="619023" y="21369"/>
                  <a:pt x="616453" y="23055"/>
                  <a:pt x="614310" y="25232"/>
                </a:cubicBezTo>
                <a:cubicBezTo>
                  <a:pt x="612168" y="27408"/>
                  <a:pt x="610515" y="30045"/>
                  <a:pt x="609352" y="33142"/>
                </a:cubicBezTo>
                <a:cubicBezTo>
                  <a:pt x="608190" y="36238"/>
                  <a:pt x="607608" y="39687"/>
                  <a:pt x="607608" y="43488"/>
                </a:cubicBezTo>
                <a:close/>
                <a:moveTo>
                  <a:pt x="675029" y="51734"/>
                </a:moveTo>
                <a:lnTo>
                  <a:pt x="662635" y="51734"/>
                </a:lnTo>
                <a:cubicBezTo>
                  <a:pt x="662757" y="54911"/>
                  <a:pt x="663476" y="57554"/>
                  <a:pt x="664792" y="59661"/>
                </a:cubicBezTo>
                <a:cubicBezTo>
                  <a:pt x="666108" y="61768"/>
                  <a:pt x="667791" y="63464"/>
                  <a:pt x="669841" y="64747"/>
                </a:cubicBezTo>
                <a:cubicBezTo>
                  <a:pt x="671892" y="66030"/>
                  <a:pt x="674234" y="66946"/>
                  <a:pt x="676866" y="67495"/>
                </a:cubicBezTo>
                <a:cubicBezTo>
                  <a:pt x="679498" y="68046"/>
                  <a:pt x="682191" y="68321"/>
                  <a:pt x="684945" y="68321"/>
                </a:cubicBezTo>
                <a:cubicBezTo>
                  <a:pt x="687637" y="68321"/>
                  <a:pt x="690284" y="68060"/>
                  <a:pt x="692885" y="67539"/>
                </a:cubicBezTo>
                <a:cubicBezTo>
                  <a:pt x="695487" y="67019"/>
                  <a:pt x="697798" y="66116"/>
                  <a:pt x="699817" y="64830"/>
                </a:cubicBezTo>
                <a:cubicBezTo>
                  <a:pt x="701837" y="63543"/>
                  <a:pt x="703474" y="61844"/>
                  <a:pt x="704729" y="59732"/>
                </a:cubicBezTo>
                <a:cubicBezTo>
                  <a:pt x="705984" y="57619"/>
                  <a:pt x="706612" y="55001"/>
                  <a:pt x="706612" y="51878"/>
                </a:cubicBezTo>
                <a:cubicBezTo>
                  <a:pt x="706612" y="49674"/>
                  <a:pt x="706183" y="47822"/>
                  <a:pt x="705326" y="46322"/>
                </a:cubicBezTo>
                <a:cubicBezTo>
                  <a:pt x="704469" y="44821"/>
                  <a:pt x="703337" y="43565"/>
                  <a:pt x="701928" y="42555"/>
                </a:cubicBezTo>
                <a:cubicBezTo>
                  <a:pt x="700521" y="41544"/>
                  <a:pt x="698914" y="40733"/>
                  <a:pt x="697109" y="40121"/>
                </a:cubicBezTo>
                <a:cubicBezTo>
                  <a:pt x="695304" y="39509"/>
                  <a:pt x="693452" y="38988"/>
                  <a:pt x="691554" y="38559"/>
                </a:cubicBezTo>
                <a:cubicBezTo>
                  <a:pt x="689718" y="38131"/>
                  <a:pt x="687912" y="37733"/>
                  <a:pt x="686137" y="37366"/>
                </a:cubicBezTo>
                <a:cubicBezTo>
                  <a:pt x="684363" y="36998"/>
                  <a:pt x="682786" y="36584"/>
                  <a:pt x="681409" y="36126"/>
                </a:cubicBezTo>
                <a:cubicBezTo>
                  <a:pt x="680032" y="35666"/>
                  <a:pt x="678915" y="35069"/>
                  <a:pt x="678058" y="34334"/>
                </a:cubicBezTo>
                <a:cubicBezTo>
                  <a:pt x="677201" y="33599"/>
                  <a:pt x="676773" y="32650"/>
                  <a:pt x="676773" y="31486"/>
                </a:cubicBezTo>
                <a:cubicBezTo>
                  <a:pt x="676773" y="30506"/>
                  <a:pt x="677018" y="29725"/>
                  <a:pt x="677507" y="29144"/>
                </a:cubicBezTo>
                <a:cubicBezTo>
                  <a:pt x="677998" y="28562"/>
                  <a:pt x="678594" y="28118"/>
                  <a:pt x="679298" y="27813"/>
                </a:cubicBezTo>
                <a:cubicBezTo>
                  <a:pt x="680002" y="27506"/>
                  <a:pt x="680782" y="27307"/>
                  <a:pt x="681639" y="27216"/>
                </a:cubicBezTo>
                <a:cubicBezTo>
                  <a:pt x="682496" y="27123"/>
                  <a:pt x="683292" y="27077"/>
                  <a:pt x="684026" y="27077"/>
                </a:cubicBezTo>
                <a:cubicBezTo>
                  <a:pt x="686351" y="27077"/>
                  <a:pt x="688371" y="27523"/>
                  <a:pt x="690085" y="28415"/>
                </a:cubicBezTo>
                <a:cubicBezTo>
                  <a:pt x="691799" y="29306"/>
                  <a:pt x="692748" y="31012"/>
                  <a:pt x="692932" y="33533"/>
                </a:cubicBezTo>
                <a:lnTo>
                  <a:pt x="705327" y="33533"/>
                </a:lnTo>
                <a:cubicBezTo>
                  <a:pt x="705082" y="30594"/>
                  <a:pt x="704332" y="28161"/>
                  <a:pt x="703077" y="26232"/>
                </a:cubicBezTo>
                <a:cubicBezTo>
                  <a:pt x="701823" y="24304"/>
                  <a:pt x="700247" y="22758"/>
                  <a:pt x="698349" y="21595"/>
                </a:cubicBezTo>
                <a:cubicBezTo>
                  <a:pt x="696452" y="20432"/>
                  <a:pt x="694295" y="19605"/>
                  <a:pt x="691877" y="19116"/>
                </a:cubicBezTo>
                <a:cubicBezTo>
                  <a:pt x="689459" y="18625"/>
                  <a:pt x="686965" y="18380"/>
                  <a:pt x="684394" y="18380"/>
                </a:cubicBezTo>
                <a:cubicBezTo>
                  <a:pt x="681823" y="18380"/>
                  <a:pt x="679313" y="18610"/>
                  <a:pt x="676864" y="19069"/>
                </a:cubicBezTo>
                <a:cubicBezTo>
                  <a:pt x="674416" y="19528"/>
                  <a:pt x="672213" y="20324"/>
                  <a:pt x="670255" y="21457"/>
                </a:cubicBezTo>
                <a:cubicBezTo>
                  <a:pt x="668296" y="22590"/>
                  <a:pt x="666720" y="24136"/>
                  <a:pt x="665527" y="26095"/>
                </a:cubicBezTo>
                <a:cubicBezTo>
                  <a:pt x="664333" y="28055"/>
                  <a:pt x="663736" y="30566"/>
                  <a:pt x="663736" y="33628"/>
                </a:cubicBezTo>
                <a:cubicBezTo>
                  <a:pt x="663736" y="35710"/>
                  <a:pt x="664164" y="37470"/>
                  <a:pt x="665021" y="38909"/>
                </a:cubicBezTo>
                <a:cubicBezTo>
                  <a:pt x="665878" y="40348"/>
                  <a:pt x="667011" y="41542"/>
                  <a:pt x="668418" y="42492"/>
                </a:cubicBezTo>
                <a:cubicBezTo>
                  <a:pt x="669826" y="43441"/>
                  <a:pt x="671433" y="44206"/>
                  <a:pt x="673239" y="44788"/>
                </a:cubicBezTo>
                <a:cubicBezTo>
                  <a:pt x="675044" y="45370"/>
                  <a:pt x="676896" y="45875"/>
                  <a:pt x="678793" y="46304"/>
                </a:cubicBezTo>
                <a:cubicBezTo>
                  <a:pt x="683444" y="47283"/>
                  <a:pt x="687071" y="48263"/>
                  <a:pt x="689672" y="49243"/>
                </a:cubicBezTo>
                <a:cubicBezTo>
                  <a:pt x="692274" y="50222"/>
                  <a:pt x="693575" y="51692"/>
                  <a:pt x="693575" y="53651"/>
                </a:cubicBezTo>
                <a:cubicBezTo>
                  <a:pt x="693575" y="54814"/>
                  <a:pt x="693299" y="55779"/>
                  <a:pt x="692748" y="56544"/>
                </a:cubicBezTo>
                <a:cubicBezTo>
                  <a:pt x="692197" y="57310"/>
                  <a:pt x="691508" y="57923"/>
                  <a:pt x="690682" y="58382"/>
                </a:cubicBezTo>
                <a:cubicBezTo>
                  <a:pt x="689856" y="58841"/>
                  <a:pt x="688938" y="59178"/>
                  <a:pt x="687927" y="59393"/>
                </a:cubicBezTo>
                <a:cubicBezTo>
                  <a:pt x="686918" y="59606"/>
                  <a:pt x="685954" y="59713"/>
                  <a:pt x="685036" y="59713"/>
                </a:cubicBezTo>
                <a:cubicBezTo>
                  <a:pt x="683751" y="59713"/>
                  <a:pt x="682511" y="59561"/>
                  <a:pt x="681318" y="59255"/>
                </a:cubicBezTo>
                <a:cubicBezTo>
                  <a:pt x="680124" y="58949"/>
                  <a:pt x="679068" y="58475"/>
                  <a:pt x="678150" y="57833"/>
                </a:cubicBezTo>
                <a:cubicBezTo>
                  <a:pt x="677232" y="57191"/>
                  <a:pt x="676482" y="56365"/>
                  <a:pt x="675900" y="55356"/>
                </a:cubicBezTo>
                <a:cubicBezTo>
                  <a:pt x="675319" y="54348"/>
                  <a:pt x="675029" y="53140"/>
                  <a:pt x="675029" y="51734"/>
                </a:cubicBezTo>
                <a:close/>
                <a:moveTo>
                  <a:pt x="736756" y="0"/>
                </a:moveTo>
                <a:lnTo>
                  <a:pt x="725832" y="0"/>
                </a:lnTo>
                <a:cubicBezTo>
                  <a:pt x="723812" y="2938"/>
                  <a:pt x="722052" y="6152"/>
                  <a:pt x="720552" y="9641"/>
                </a:cubicBezTo>
                <a:cubicBezTo>
                  <a:pt x="719053" y="13130"/>
                  <a:pt x="717798" y="16742"/>
                  <a:pt x="716787" y="20476"/>
                </a:cubicBezTo>
                <a:cubicBezTo>
                  <a:pt x="715778" y="24210"/>
                  <a:pt x="715013" y="27959"/>
                  <a:pt x="714493" y="31724"/>
                </a:cubicBezTo>
                <a:cubicBezTo>
                  <a:pt x="713972" y="35489"/>
                  <a:pt x="713712" y="39086"/>
                  <a:pt x="713712" y="42514"/>
                </a:cubicBezTo>
                <a:cubicBezTo>
                  <a:pt x="713712" y="49737"/>
                  <a:pt x="714768" y="56838"/>
                  <a:pt x="716880" y="63817"/>
                </a:cubicBezTo>
                <a:cubicBezTo>
                  <a:pt x="718991" y="70795"/>
                  <a:pt x="721975" y="77437"/>
                  <a:pt x="725832" y="83742"/>
                </a:cubicBezTo>
                <a:lnTo>
                  <a:pt x="736665" y="83742"/>
                </a:lnTo>
                <a:cubicBezTo>
                  <a:pt x="733176" y="77070"/>
                  <a:pt x="730651" y="70214"/>
                  <a:pt x="729090" y="63175"/>
                </a:cubicBezTo>
                <a:cubicBezTo>
                  <a:pt x="727530" y="56135"/>
                  <a:pt x="726749" y="48942"/>
                  <a:pt x="726749" y="41595"/>
                </a:cubicBezTo>
                <a:cubicBezTo>
                  <a:pt x="726749" y="34372"/>
                  <a:pt x="727545" y="27256"/>
                  <a:pt x="729137" y="20248"/>
                </a:cubicBezTo>
                <a:cubicBezTo>
                  <a:pt x="730728" y="13238"/>
                  <a:pt x="733268" y="6489"/>
                  <a:pt x="736756" y="0"/>
                </a:cubicBezTo>
                <a:close/>
                <a:moveTo>
                  <a:pt x="764852" y="73011"/>
                </a:moveTo>
                <a:lnTo>
                  <a:pt x="784682" y="19725"/>
                </a:lnTo>
                <a:lnTo>
                  <a:pt x="771187" y="19725"/>
                </a:lnTo>
                <a:lnTo>
                  <a:pt x="760811" y="52192"/>
                </a:lnTo>
                <a:lnTo>
                  <a:pt x="760628" y="52192"/>
                </a:lnTo>
                <a:lnTo>
                  <a:pt x="749886" y="19725"/>
                </a:lnTo>
                <a:lnTo>
                  <a:pt x="736022" y="19725"/>
                </a:lnTo>
                <a:lnTo>
                  <a:pt x="752640" y="64215"/>
                </a:lnTo>
                <a:cubicBezTo>
                  <a:pt x="753008" y="65132"/>
                  <a:pt x="753192" y="66110"/>
                  <a:pt x="753192" y="67149"/>
                </a:cubicBezTo>
                <a:cubicBezTo>
                  <a:pt x="753192" y="68556"/>
                  <a:pt x="752778" y="69840"/>
                  <a:pt x="751952" y="71002"/>
                </a:cubicBezTo>
                <a:cubicBezTo>
                  <a:pt x="751125" y="72164"/>
                  <a:pt x="749855" y="72837"/>
                  <a:pt x="748141" y="73021"/>
                </a:cubicBezTo>
                <a:cubicBezTo>
                  <a:pt x="746856" y="73081"/>
                  <a:pt x="745571" y="73051"/>
                  <a:pt x="744285" y="72928"/>
                </a:cubicBezTo>
                <a:cubicBezTo>
                  <a:pt x="743000" y="72806"/>
                  <a:pt x="741745" y="72684"/>
                  <a:pt x="740522" y="72561"/>
                </a:cubicBezTo>
                <a:lnTo>
                  <a:pt x="740522" y="83294"/>
                </a:lnTo>
                <a:cubicBezTo>
                  <a:pt x="741868" y="83413"/>
                  <a:pt x="743198" y="83518"/>
                  <a:pt x="744514" y="83608"/>
                </a:cubicBezTo>
                <a:cubicBezTo>
                  <a:pt x="745830" y="83697"/>
                  <a:pt x="747162" y="83742"/>
                  <a:pt x="748508" y="83742"/>
                </a:cubicBezTo>
                <a:cubicBezTo>
                  <a:pt x="752976" y="83742"/>
                  <a:pt x="756465" y="82916"/>
                  <a:pt x="758975" y="81265"/>
                </a:cubicBezTo>
                <a:cubicBezTo>
                  <a:pt x="761484" y="79615"/>
                  <a:pt x="763443" y="76864"/>
                  <a:pt x="764852" y="73011"/>
                </a:cubicBezTo>
                <a:close/>
                <a:moveTo>
                  <a:pt x="783367" y="83742"/>
                </a:moveTo>
                <a:lnTo>
                  <a:pt x="794200" y="83742"/>
                </a:lnTo>
                <a:cubicBezTo>
                  <a:pt x="796220" y="80865"/>
                  <a:pt x="797995" y="77681"/>
                  <a:pt x="799525" y="74192"/>
                </a:cubicBezTo>
                <a:cubicBezTo>
                  <a:pt x="801056" y="70703"/>
                  <a:pt x="802326" y="67107"/>
                  <a:pt x="803335" y="63403"/>
                </a:cubicBezTo>
                <a:cubicBezTo>
                  <a:pt x="804345" y="59700"/>
                  <a:pt x="805095" y="55966"/>
                  <a:pt x="805584" y="52202"/>
                </a:cubicBezTo>
                <a:cubicBezTo>
                  <a:pt x="806074" y="48437"/>
                  <a:pt x="806319" y="44840"/>
                  <a:pt x="806319" y="41412"/>
                </a:cubicBezTo>
                <a:cubicBezTo>
                  <a:pt x="806319" y="34188"/>
                  <a:pt x="805264" y="27057"/>
                  <a:pt x="803152" y="20018"/>
                </a:cubicBezTo>
                <a:cubicBezTo>
                  <a:pt x="801040" y="12978"/>
                  <a:pt x="798056" y="6305"/>
                  <a:pt x="794200" y="0"/>
                </a:cubicBezTo>
                <a:lnTo>
                  <a:pt x="783458" y="0"/>
                </a:lnTo>
                <a:cubicBezTo>
                  <a:pt x="786825" y="6672"/>
                  <a:pt x="789304" y="13559"/>
                  <a:pt x="790895" y="20660"/>
                </a:cubicBezTo>
                <a:cubicBezTo>
                  <a:pt x="792487" y="27760"/>
                  <a:pt x="793282" y="34984"/>
                  <a:pt x="793282" y="42331"/>
                </a:cubicBezTo>
                <a:cubicBezTo>
                  <a:pt x="793282" y="49554"/>
                  <a:pt x="792471" y="56639"/>
                  <a:pt x="790849" y="63587"/>
                </a:cubicBezTo>
                <a:cubicBezTo>
                  <a:pt x="789227" y="70535"/>
                  <a:pt x="786733" y="77253"/>
                  <a:pt x="783367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print(y)">
            <a:extLst xmlns:a="http://schemas.openxmlformats.org/drawingml/2006/main">
              <a:ext uri="{FF2B5EF4-FFF2-40B4-BE49-F238E27FC236}">
                <a16:creationId xmlns:a16="http://schemas.microsoft.com/office/drawing/2014/main" id="{5B4A99EE-F97A-4188-98F0-74D6E84D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31" y="2638228"/>
            <a:ext cx="294409" cy="83742"/>
          </a:xfrm>
          <a:custGeom xmlns:a="http://schemas.openxmlformats.org/drawingml/2006/main">
            <a:pathLst>
              <a:path w="294409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3" y="41605"/>
                  <a:pt x="69532" y="39767"/>
                </a:cubicBezTo>
                <a:cubicBezTo>
                  <a:pt x="69961" y="37929"/>
                  <a:pt x="70680" y="36321"/>
                  <a:pt x="71690" y="34942"/>
                </a:cubicBezTo>
                <a:cubicBezTo>
                  <a:pt x="72699" y="33564"/>
                  <a:pt x="74030" y="32476"/>
                  <a:pt x="75682" y="31679"/>
                </a:cubicBezTo>
                <a:cubicBezTo>
                  <a:pt x="77335" y="30883"/>
                  <a:pt x="79355" y="30484"/>
                  <a:pt x="81743" y="30484"/>
                </a:cubicBezTo>
                <a:cubicBezTo>
                  <a:pt x="82538" y="30484"/>
                  <a:pt x="83364" y="30531"/>
                  <a:pt x="84221" y="30623"/>
                </a:cubicBezTo>
                <a:cubicBezTo>
                  <a:pt x="85078" y="30714"/>
                  <a:pt x="85813" y="30821"/>
                  <a:pt x="86425" y="30944"/>
                </a:cubicBezTo>
                <a:lnTo>
                  <a:pt x="86425" y="18838"/>
                </a:lnTo>
                <a:cubicBezTo>
                  <a:pt x="85384" y="18533"/>
                  <a:pt x="84436" y="18380"/>
                  <a:pt x="83579" y="18380"/>
                </a:cubicBezTo>
                <a:cubicBezTo>
                  <a:pt x="81926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3" y="22063"/>
                  <a:pt x="71950" y="23133"/>
                  <a:pt x="70909" y="24386"/>
                </a:cubicBezTo>
                <a:cubicBezTo>
                  <a:pt x="69869" y="25639"/>
                  <a:pt x="69042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9" y="1614"/>
                </a:lnTo>
                <a:lnTo>
                  <a:pt x="92179" y="12373"/>
                </a:lnTo>
                <a:lnTo>
                  <a:pt x="105216" y="12373"/>
                </a:lnTo>
                <a:moveTo>
                  <a:pt x="92179" y="19689"/>
                </a:moveTo>
                <a:lnTo>
                  <a:pt x="92179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9" y="19689"/>
                </a:lnTo>
                <a:close/>
                <a:moveTo>
                  <a:pt x="115530" y="19687"/>
                </a:moveTo>
                <a:lnTo>
                  <a:pt x="115530" y="67155"/>
                </a:lnTo>
                <a:lnTo>
                  <a:pt x="128567" y="67155"/>
                </a:lnTo>
                <a:lnTo>
                  <a:pt x="128567" y="42277"/>
                </a:lnTo>
                <a:cubicBezTo>
                  <a:pt x="128567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4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4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1" y="18380"/>
                  <a:pt x="137258" y="19009"/>
                  <a:pt x="134626" y="20267"/>
                </a:cubicBezTo>
                <a:cubicBezTo>
                  <a:pt x="131994" y="21525"/>
                  <a:pt x="129852" y="23535"/>
                  <a:pt x="128200" y="26297"/>
                </a:cubicBezTo>
                <a:lnTo>
                  <a:pt x="127924" y="26297"/>
                </a:lnTo>
                <a:lnTo>
                  <a:pt x="127924" y="19687"/>
                </a:lnTo>
                <a:lnTo>
                  <a:pt x="115530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8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3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6" y="67155"/>
                </a:cubicBezTo>
                <a:lnTo>
                  <a:pt x="195926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7" y="57382"/>
                </a:cubicBezTo>
                <a:cubicBezTo>
                  <a:pt x="189683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6" y="28422"/>
                </a:lnTo>
                <a:lnTo>
                  <a:pt x="195926" y="19725"/>
                </a:lnTo>
                <a:lnTo>
                  <a:pt x="186377" y="19725"/>
                </a:lnTo>
                <a:close/>
                <a:moveTo>
                  <a:pt x="224846" y="0"/>
                </a:moveTo>
                <a:lnTo>
                  <a:pt x="213921" y="0"/>
                </a:lnTo>
                <a:cubicBezTo>
                  <a:pt x="211901" y="2938"/>
                  <a:pt x="210141" y="6152"/>
                  <a:pt x="208641" y="9641"/>
                </a:cubicBezTo>
                <a:cubicBezTo>
                  <a:pt x="207142" y="13130"/>
                  <a:pt x="205887" y="16742"/>
                  <a:pt x="204877" y="20476"/>
                </a:cubicBezTo>
                <a:cubicBezTo>
                  <a:pt x="203867" y="24210"/>
                  <a:pt x="203102" y="27959"/>
                  <a:pt x="202582" y="31724"/>
                </a:cubicBezTo>
                <a:cubicBezTo>
                  <a:pt x="202062" y="35489"/>
                  <a:pt x="201802" y="39086"/>
                  <a:pt x="201802" y="42514"/>
                </a:cubicBezTo>
                <a:cubicBezTo>
                  <a:pt x="201802" y="49737"/>
                  <a:pt x="202858" y="56838"/>
                  <a:pt x="204969" y="63817"/>
                </a:cubicBezTo>
                <a:cubicBezTo>
                  <a:pt x="207081" y="70795"/>
                  <a:pt x="210065" y="77437"/>
                  <a:pt x="213921" y="83742"/>
                </a:cubicBezTo>
                <a:lnTo>
                  <a:pt x="224755" y="83742"/>
                </a:lnTo>
                <a:cubicBezTo>
                  <a:pt x="221266" y="77070"/>
                  <a:pt x="218741" y="70214"/>
                  <a:pt x="217180" y="63175"/>
                </a:cubicBezTo>
                <a:cubicBezTo>
                  <a:pt x="215619" y="56135"/>
                  <a:pt x="214839" y="48942"/>
                  <a:pt x="214839" y="41595"/>
                </a:cubicBezTo>
                <a:cubicBezTo>
                  <a:pt x="214839" y="34372"/>
                  <a:pt x="215635" y="27256"/>
                  <a:pt x="217226" y="20248"/>
                </a:cubicBezTo>
                <a:cubicBezTo>
                  <a:pt x="218818" y="13238"/>
                  <a:pt x="221358" y="6489"/>
                  <a:pt x="224846" y="0"/>
                </a:cubicBezTo>
                <a:close/>
                <a:moveTo>
                  <a:pt x="252941" y="73011"/>
                </a:moveTo>
                <a:lnTo>
                  <a:pt x="272771" y="19725"/>
                </a:lnTo>
                <a:lnTo>
                  <a:pt x="259276" y="19725"/>
                </a:lnTo>
                <a:lnTo>
                  <a:pt x="248901" y="52192"/>
                </a:lnTo>
                <a:lnTo>
                  <a:pt x="248717" y="52192"/>
                </a:lnTo>
                <a:lnTo>
                  <a:pt x="237975" y="19725"/>
                </a:lnTo>
                <a:lnTo>
                  <a:pt x="224111" y="19725"/>
                </a:lnTo>
                <a:lnTo>
                  <a:pt x="240729" y="64215"/>
                </a:lnTo>
                <a:cubicBezTo>
                  <a:pt x="241097" y="65132"/>
                  <a:pt x="241281" y="66110"/>
                  <a:pt x="241281" y="67149"/>
                </a:cubicBezTo>
                <a:cubicBezTo>
                  <a:pt x="241281" y="68556"/>
                  <a:pt x="240868" y="69840"/>
                  <a:pt x="240041" y="71002"/>
                </a:cubicBezTo>
                <a:cubicBezTo>
                  <a:pt x="239215" y="72164"/>
                  <a:pt x="237945" y="72837"/>
                  <a:pt x="236231" y="73021"/>
                </a:cubicBezTo>
                <a:cubicBezTo>
                  <a:pt x="234946" y="73081"/>
                  <a:pt x="233660" y="73051"/>
                  <a:pt x="232374" y="72928"/>
                </a:cubicBezTo>
                <a:cubicBezTo>
                  <a:pt x="231089" y="72806"/>
                  <a:pt x="229835" y="72684"/>
                  <a:pt x="228611" y="72561"/>
                </a:cubicBezTo>
                <a:lnTo>
                  <a:pt x="228611" y="83294"/>
                </a:lnTo>
                <a:cubicBezTo>
                  <a:pt x="229957" y="83413"/>
                  <a:pt x="231288" y="83518"/>
                  <a:pt x="232604" y="83608"/>
                </a:cubicBezTo>
                <a:cubicBezTo>
                  <a:pt x="233920" y="83697"/>
                  <a:pt x="235251" y="83742"/>
                  <a:pt x="236598" y="83742"/>
                </a:cubicBezTo>
                <a:cubicBezTo>
                  <a:pt x="241066" y="83742"/>
                  <a:pt x="244555" y="82916"/>
                  <a:pt x="247064" y="81265"/>
                </a:cubicBezTo>
                <a:cubicBezTo>
                  <a:pt x="249574" y="79615"/>
                  <a:pt x="251533" y="76864"/>
                  <a:pt x="252941" y="73011"/>
                </a:cubicBezTo>
                <a:close/>
                <a:moveTo>
                  <a:pt x="271456" y="83742"/>
                </a:moveTo>
                <a:lnTo>
                  <a:pt x="282290" y="83742"/>
                </a:lnTo>
                <a:cubicBezTo>
                  <a:pt x="284310" y="80865"/>
                  <a:pt x="286085" y="77681"/>
                  <a:pt x="287615" y="74192"/>
                </a:cubicBezTo>
                <a:cubicBezTo>
                  <a:pt x="289145" y="70703"/>
                  <a:pt x="290416" y="67107"/>
                  <a:pt x="291425" y="63403"/>
                </a:cubicBezTo>
                <a:cubicBezTo>
                  <a:pt x="292435" y="59700"/>
                  <a:pt x="293184" y="55966"/>
                  <a:pt x="293674" y="52202"/>
                </a:cubicBezTo>
                <a:cubicBezTo>
                  <a:pt x="294164" y="48437"/>
                  <a:pt x="294409" y="44840"/>
                  <a:pt x="294409" y="41412"/>
                </a:cubicBezTo>
                <a:cubicBezTo>
                  <a:pt x="294409" y="34188"/>
                  <a:pt x="293353" y="27057"/>
                  <a:pt x="291242" y="20018"/>
                </a:cubicBezTo>
                <a:cubicBezTo>
                  <a:pt x="289130" y="12978"/>
                  <a:pt x="286146" y="6305"/>
                  <a:pt x="282290" y="0"/>
                </a:cubicBezTo>
                <a:lnTo>
                  <a:pt x="271547" y="0"/>
                </a:lnTo>
                <a:cubicBezTo>
                  <a:pt x="274914" y="6672"/>
                  <a:pt x="277394" y="13559"/>
                  <a:pt x="278985" y="20660"/>
                </a:cubicBezTo>
                <a:cubicBezTo>
                  <a:pt x="280576" y="27760"/>
                  <a:pt x="281372" y="34984"/>
                  <a:pt x="281372" y="42331"/>
                </a:cubicBezTo>
                <a:cubicBezTo>
                  <a:pt x="281372" y="49554"/>
                  <a:pt x="280561" y="56639"/>
                  <a:pt x="278939" y="63587"/>
                </a:cubicBezTo>
                <a:cubicBezTo>
                  <a:pt x="277316" y="70535"/>
                  <a:pt x="274822" y="77253"/>
                  <a:pt x="271456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#output:[0.0003,0.0003]">
            <a:extLst xmlns:a="http://schemas.openxmlformats.org/drawingml/2006/main">
              <a:ext uri="{FF2B5EF4-FFF2-40B4-BE49-F238E27FC236}">
                <a16:creationId xmlns:a16="http://schemas.microsoft.com/office/drawing/2014/main" id="{178DF2E4-29E2-429F-BA2D-8CD26DCD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060" y="2638228"/>
            <a:ext cx="1077132" cy="83742"/>
          </a:xfrm>
          <a:custGeom xmlns:a="http://schemas.openxmlformats.org/drawingml/2006/main">
            <a:pathLst>
              <a:path w="1077132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5" y="43486"/>
                </a:moveTo>
                <a:cubicBezTo>
                  <a:pt x="90005" y="41589"/>
                  <a:pt x="90188" y="39722"/>
                  <a:pt x="90555" y="37885"/>
                </a:cubicBezTo>
                <a:cubicBezTo>
                  <a:pt x="90922" y="36048"/>
                  <a:pt x="91549" y="34426"/>
                  <a:pt x="92437" y="33019"/>
                </a:cubicBezTo>
                <a:cubicBezTo>
                  <a:pt x="93325" y="31610"/>
                  <a:pt x="94504" y="30462"/>
                  <a:pt x="95973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7" y="33019"/>
                </a:cubicBezTo>
                <a:cubicBezTo>
                  <a:pt x="111505" y="34426"/>
                  <a:pt x="112132" y="36048"/>
                  <a:pt x="112499" y="37885"/>
                </a:cubicBezTo>
                <a:cubicBezTo>
                  <a:pt x="112866" y="39722"/>
                  <a:pt x="113050" y="41589"/>
                  <a:pt x="113050" y="43486"/>
                </a:cubicBezTo>
                <a:cubicBezTo>
                  <a:pt x="113050" y="45384"/>
                  <a:pt x="112866" y="47236"/>
                  <a:pt x="112499" y="49042"/>
                </a:cubicBezTo>
                <a:cubicBezTo>
                  <a:pt x="112132" y="50848"/>
                  <a:pt x="111505" y="52470"/>
                  <a:pt x="110617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3" y="57353"/>
                </a:cubicBezTo>
                <a:cubicBezTo>
                  <a:pt x="94504" y="56495"/>
                  <a:pt x="93325" y="55348"/>
                  <a:pt x="92437" y="53909"/>
                </a:cubicBezTo>
                <a:cubicBezTo>
                  <a:pt x="91549" y="52470"/>
                  <a:pt x="90922" y="50848"/>
                  <a:pt x="90555" y="49042"/>
                </a:cubicBezTo>
                <a:cubicBezTo>
                  <a:pt x="90188" y="47236"/>
                  <a:pt x="90005" y="45384"/>
                  <a:pt x="90005" y="43486"/>
                </a:cubicBezTo>
                <a:moveTo>
                  <a:pt x="76968" y="43488"/>
                </a:moveTo>
                <a:cubicBezTo>
                  <a:pt x="76968" y="47289"/>
                  <a:pt x="77549" y="50722"/>
                  <a:pt x="78712" y="53787"/>
                </a:cubicBezTo>
                <a:cubicBezTo>
                  <a:pt x="79875" y="56853"/>
                  <a:pt x="81527" y="59474"/>
                  <a:pt x="83670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2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7" y="66663"/>
                </a:cubicBezTo>
                <a:cubicBezTo>
                  <a:pt x="114656" y="65498"/>
                  <a:pt x="117243" y="63827"/>
                  <a:pt x="119385" y="61651"/>
                </a:cubicBezTo>
                <a:cubicBezTo>
                  <a:pt x="121528" y="59474"/>
                  <a:pt x="123180" y="56853"/>
                  <a:pt x="124343" y="53787"/>
                </a:cubicBezTo>
                <a:cubicBezTo>
                  <a:pt x="125506" y="50722"/>
                  <a:pt x="126087" y="47289"/>
                  <a:pt x="126087" y="43488"/>
                </a:cubicBezTo>
                <a:cubicBezTo>
                  <a:pt x="126087" y="39687"/>
                  <a:pt x="125506" y="36238"/>
                  <a:pt x="124343" y="33142"/>
                </a:cubicBezTo>
                <a:cubicBezTo>
                  <a:pt x="123180" y="30045"/>
                  <a:pt x="121528" y="27408"/>
                  <a:pt x="119385" y="25232"/>
                </a:cubicBezTo>
                <a:cubicBezTo>
                  <a:pt x="117243" y="23055"/>
                  <a:pt x="114656" y="21369"/>
                  <a:pt x="111627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2" y="18978"/>
                  <a:pt x="91382" y="20173"/>
                </a:cubicBezTo>
                <a:cubicBezTo>
                  <a:pt x="88383" y="21369"/>
                  <a:pt x="85812" y="23055"/>
                  <a:pt x="83670" y="25232"/>
                </a:cubicBezTo>
                <a:cubicBezTo>
                  <a:pt x="81527" y="27408"/>
                  <a:pt x="79875" y="30045"/>
                  <a:pt x="78712" y="33142"/>
                </a:cubicBezTo>
                <a:cubicBezTo>
                  <a:pt x="77549" y="36238"/>
                  <a:pt x="76968" y="39687"/>
                  <a:pt x="76968" y="43488"/>
                </a:cubicBezTo>
                <a:close/>
                <a:moveTo>
                  <a:pt x="178818" y="67105"/>
                </a:moveTo>
                <a:lnTo>
                  <a:pt x="178818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5" y="52833"/>
                  <a:pt x="163394" y="54940"/>
                </a:cubicBezTo>
                <a:cubicBezTo>
                  <a:pt x="161802" y="57046"/>
                  <a:pt x="159231" y="58099"/>
                  <a:pt x="155681" y="58099"/>
                </a:cubicBezTo>
                <a:cubicBezTo>
                  <a:pt x="152559" y="58099"/>
                  <a:pt x="150386" y="57138"/>
                  <a:pt x="149161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69" y="56906"/>
                </a:cubicBezTo>
                <a:cubicBezTo>
                  <a:pt x="135590" y="59320"/>
                  <a:pt x="136492" y="61368"/>
                  <a:pt x="137777" y="63049"/>
                </a:cubicBezTo>
                <a:cubicBezTo>
                  <a:pt x="139064" y="64730"/>
                  <a:pt x="140824" y="66029"/>
                  <a:pt x="143058" y="66946"/>
                </a:cubicBezTo>
                <a:cubicBezTo>
                  <a:pt x="145292" y="67863"/>
                  <a:pt x="148153" y="68321"/>
                  <a:pt x="151643" y="68321"/>
                </a:cubicBezTo>
                <a:cubicBezTo>
                  <a:pt x="154397" y="68321"/>
                  <a:pt x="157090" y="67707"/>
                  <a:pt x="159722" y="66480"/>
                </a:cubicBezTo>
                <a:cubicBezTo>
                  <a:pt x="162354" y="65252"/>
                  <a:pt x="164496" y="63256"/>
                  <a:pt x="166148" y="60494"/>
                </a:cubicBezTo>
                <a:lnTo>
                  <a:pt x="166424" y="60494"/>
                </a:lnTo>
                <a:lnTo>
                  <a:pt x="166424" y="67105"/>
                </a:lnTo>
                <a:lnTo>
                  <a:pt x="178818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4" y="19725"/>
                </a:lnTo>
                <a:lnTo>
                  <a:pt x="184204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3" y="62190"/>
                </a:cubicBezTo>
                <a:cubicBezTo>
                  <a:pt x="194089" y="63658"/>
                  <a:pt x="195175" y="64790"/>
                  <a:pt x="196551" y="65586"/>
                </a:cubicBezTo>
                <a:cubicBezTo>
                  <a:pt x="197929" y="66381"/>
                  <a:pt x="199521" y="66916"/>
                  <a:pt x="201326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1" y="67603"/>
                  <a:pt x="209667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1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3" y="57016"/>
                  <a:pt x="206238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8" y="58637"/>
                </a:moveTo>
                <a:cubicBezTo>
                  <a:pt x="242626" y="58637"/>
                  <a:pt x="240851" y="58209"/>
                  <a:pt x="239382" y="57353"/>
                </a:cubicBezTo>
                <a:cubicBezTo>
                  <a:pt x="237913" y="56495"/>
                  <a:pt x="236735" y="55378"/>
                  <a:pt x="235847" y="54000"/>
                </a:cubicBezTo>
                <a:cubicBezTo>
                  <a:pt x="234960" y="52623"/>
                  <a:pt x="234317" y="51016"/>
                  <a:pt x="233919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6" y="39722"/>
                  <a:pt x="233873" y="37885"/>
                </a:cubicBezTo>
                <a:cubicBezTo>
                  <a:pt x="234240" y="36048"/>
                  <a:pt x="234867" y="34426"/>
                  <a:pt x="235755" y="33019"/>
                </a:cubicBezTo>
                <a:cubicBezTo>
                  <a:pt x="236643" y="31610"/>
                  <a:pt x="237806" y="30462"/>
                  <a:pt x="239244" y="29575"/>
                </a:cubicBezTo>
                <a:cubicBezTo>
                  <a:pt x="240683" y="28687"/>
                  <a:pt x="242473" y="28243"/>
                  <a:pt x="244616" y="28243"/>
                </a:cubicBezTo>
                <a:cubicBezTo>
                  <a:pt x="246697" y="28243"/>
                  <a:pt x="248457" y="28687"/>
                  <a:pt x="249896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8" y="34503"/>
                  <a:pt x="255006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7" y="47343"/>
                  <a:pt x="255450" y="49180"/>
                </a:cubicBezTo>
                <a:cubicBezTo>
                  <a:pt x="255083" y="51016"/>
                  <a:pt x="254456" y="52623"/>
                  <a:pt x="253567" y="54000"/>
                </a:cubicBezTo>
                <a:cubicBezTo>
                  <a:pt x="252680" y="55378"/>
                  <a:pt x="251517" y="56495"/>
                  <a:pt x="250079" y="57353"/>
                </a:cubicBezTo>
                <a:cubicBezTo>
                  <a:pt x="248641" y="58209"/>
                  <a:pt x="246850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6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50" y="67811"/>
                  <a:pt x="245258" y="68410"/>
                  <a:pt x="248196" y="68410"/>
                </a:cubicBezTo>
                <a:cubicBezTo>
                  <a:pt x="251686" y="68410"/>
                  <a:pt x="254731" y="67736"/>
                  <a:pt x="257332" y="66387"/>
                </a:cubicBezTo>
                <a:cubicBezTo>
                  <a:pt x="259933" y="65039"/>
                  <a:pt x="262106" y="63230"/>
                  <a:pt x="263850" y="60962"/>
                </a:cubicBezTo>
                <a:cubicBezTo>
                  <a:pt x="265595" y="58693"/>
                  <a:pt x="266895" y="56087"/>
                  <a:pt x="267752" y="53144"/>
                </a:cubicBezTo>
                <a:cubicBezTo>
                  <a:pt x="268609" y="50201"/>
                  <a:pt x="269038" y="47136"/>
                  <a:pt x="269038" y="43947"/>
                </a:cubicBezTo>
                <a:cubicBezTo>
                  <a:pt x="269038" y="40575"/>
                  <a:pt x="268609" y="37340"/>
                  <a:pt x="267752" y="34244"/>
                </a:cubicBezTo>
                <a:cubicBezTo>
                  <a:pt x="266895" y="31148"/>
                  <a:pt x="265580" y="28436"/>
                  <a:pt x="263804" y="26106"/>
                </a:cubicBezTo>
                <a:cubicBezTo>
                  <a:pt x="262030" y="23776"/>
                  <a:pt x="259796" y="21906"/>
                  <a:pt x="257102" y="20496"/>
                </a:cubicBezTo>
                <a:cubicBezTo>
                  <a:pt x="254409" y="19085"/>
                  <a:pt x="251196" y="18380"/>
                  <a:pt x="247462" y="18380"/>
                </a:cubicBezTo>
                <a:cubicBezTo>
                  <a:pt x="244524" y="18380"/>
                  <a:pt x="241830" y="18964"/>
                  <a:pt x="239382" y="20131"/>
                </a:cubicBezTo>
                <a:cubicBezTo>
                  <a:pt x="236934" y="21299"/>
                  <a:pt x="234914" y="23173"/>
                  <a:pt x="233323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6" y="67105"/>
                </a:moveTo>
                <a:lnTo>
                  <a:pt x="321126" y="19725"/>
                </a:lnTo>
                <a:lnTo>
                  <a:pt x="308089" y="19725"/>
                </a:lnTo>
                <a:lnTo>
                  <a:pt x="308089" y="44545"/>
                </a:lnTo>
                <a:cubicBezTo>
                  <a:pt x="308089" y="49368"/>
                  <a:pt x="307293" y="52833"/>
                  <a:pt x="305701" y="54940"/>
                </a:cubicBezTo>
                <a:cubicBezTo>
                  <a:pt x="304110" y="57046"/>
                  <a:pt x="301539" y="58099"/>
                  <a:pt x="297989" y="58099"/>
                </a:cubicBezTo>
                <a:cubicBezTo>
                  <a:pt x="294867" y="58099"/>
                  <a:pt x="292694" y="57138"/>
                  <a:pt x="291469" y="55215"/>
                </a:cubicBezTo>
                <a:cubicBezTo>
                  <a:pt x="290246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8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5" y="68321"/>
                  <a:pt x="299398" y="67707"/>
                  <a:pt x="302029" y="66480"/>
                </a:cubicBezTo>
                <a:cubicBezTo>
                  <a:pt x="304661" y="65252"/>
                  <a:pt x="306803" y="63256"/>
                  <a:pt x="308456" y="60494"/>
                </a:cubicBezTo>
                <a:lnTo>
                  <a:pt x="308732" y="60494"/>
                </a:lnTo>
                <a:lnTo>
                  <a:pt x="308732" y="67105"/>
                </a:lnTo>
                <a:lnTo>
                  <a:pt x="321126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2" y="19725"/>
                </a:lnTo>
                <a:lnTo>
                  <a:pt x="326512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1" y="62190"/>
                </a:cubicBezTo>
                <a:cubicBezTo>
                  <a:pt x="336397" y="63658"/>
                  <a:pt x="337483" y="64790"/>
                  <a:pt x="338859" y="65586"/>
                </a:cubicBezTo>
                <a:cubicBezTo>
                  <a:pt x="340237" y="66381"/>
                  <a:pt x="341828" y="66916"/>
                  <a:pt x="343634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9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4" y="0"/>
                </a:moveTo>
                <a:lnTo>
                  <a:pt x="414834" y="83742"/>
                </a:lnTo>
                <a:lnTo>
                  <a:pt x="439073" y="83742"/>
                </a:lnTo>
                <a:lnTo>
                  <a:pt x="439073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3" y="10311"/>
                </a:lnTo>
                <a:lnTo>
                  <a:pt x="439073" y="0"/>
                </a:lnTo>
                <a:lnTo>
                  <a:pt x="414834" y="0"/>
                </a:lnTo>
                <a:close/>
                <a:moveTo>
                  <a:pt x="454160" y="34738"/>
                </a:moveTo>
                <a:cubicBezTo>
                  <a:pt x="454160" y="33637"/>
                  <a:pt x="454175" y="32308"/>
                  <a:pt x="454206" y="30750"/>
                </a:cubicBezTo>
                <a:cubicBezTo>
                  <a:pt x="454237" y="29192"/>
                  <a:pt x="454344" y="27588"/>
                  <a:pt x="454527" y="25938"/>
                </a:cubicBezTo>
                <a:cubicBezTo>
                  <a:pt x="454711" y="24288"/>
                  <a:pt x="455017" y="22654"/>
                  <a:pt x="455445" y="21035"/>
                </a:cubicBezTo>
                <a:cubicBezTo>
                  <a:pt x="455873" y="19416"/>
                  <a:pt x="456470" y="17964"/>
                  <a:pt x="457235" y="16681"/>
                </a:cubicBezTo>
                <a:cubicBezTo>
                  <a:pt x="458001" y="15398"/>
                  <a:pt x="458980" y="14359"/>
                  <a:pt x="460174" y="13565"/>
                </a:cubicBezTo>
                <a:cubicBezTo>
                  <a:pt x="461368" y="12770"/>
                  <a:pt x="462852" y="12373"/>
                  <a:pt x="464626" y="12373"/>
                </a:cubicBezTo>
                <a:cubicBezTo>
                  <a:pt x="466402" y="12373"/>
                  <a:pt x="467902" y="12770"/>
                  <a:pt x="469126" y="13565"/>
                </a:cubicBezTo>
                <a:cubicBezTo>
                  <a:pt x="470350" y="14359"/>
                  <a:pt x="471361" y="15398"/>
                  <a:pt x="472156" y="16681"/>
                </a:cubicBezTo>
                <a:cubicBezTo>
                  <a:pt x="472952" y="17964"/>
                  <a:pt x="473549" y="19416"/>
                  <a:pt x="473947" y="21035"/>
                </a:cubicBezTo>
                <a:cubicBezTo>
                  <a:pt x="474344" y="22654"/>
                  <a:pt x="474650" y="24288"/>
                  <a:pt x="474864" y="25938"/>
                </a:cubicBezTo>
                <a:cubicBezTo>
                  <a:pt x="475078" y="27588"/>
                  <a:pt x="475200" y="29192"/>
                  <a:pt x="475231" y="30750"/>
                </a:cubicBezTo>
                <a:cubicBezTo>
                  <a:pt x="475262" y="32308"/>
                  <a:pt x="475278" y="33637"/>
                  <a:pt x="475278" y="34738"/>
                </a:cubicBezTo>
                <a:cubicBezTo>
                  <a:pt x="475278" y="36570"/>
                  <a:pt x="475216" y="38785"/>
                  <a:pt x="475094" y="41382"/>
                </a:cubicBezTo>
                <a:cubicBezTo>
                  <a:pt x="474972" y="43979"/>
                  <a:pt x="474589" y="46485"/>
                  <a:pt x="473947" y="48898"/>
                </a:cubicBezTo>
                <a:cubicBezTo>
                  <a:pt x="473304" y="51311"/>
                  <a:pt x="472263" y="53374"/>
                  <a:pt x="470824" y="55085"/>
                </a:cubicBezTo>
                <a:cubicBezTo>
                  <a:pt x="469386" y="56796"/>
                  <a:pt x="467320" y="57651"/>
                  <a:pt x="464626" y="57651"/>
                </a:cubicBezTo>
                <a:cubicBezTo>
                  <a:pt x="461994" y="57651"/>
                  <a:pt x="459974" y="56796"/>
                  <a:pt x="458566" y="55085"/>
                </a:cubicBezTo>
                <a:cubicBezTo>
                  <a:pt x="457158" y="53374"/>
                  <a:pt x="456133" y="51311"/>
                  <a:pt x="455491" y="48898"/>
                </a:cubicBezTo>
                <a:cubicBezTo>
                  <a:pt x="454848" y="46485"/>
                  <a:pt x="454466" y="43979"/>
                  <a:pt x="454343" y="41382"/>
                </a:cubicBezTo>
                <a:cubicBezTo>
                  <a:pt x="454221" y="38785"/>
                  <a:pt x="454160" y="36570"/>
                  <a:pt x="454160" y="34738"/>
                </a:cubicBezTo>
                <a:moveTo>
                  <a:pt x="441123" y="34738"/>
                </a:moveTo>
                <a:cubicBezTo>
                  <a:pt x="441123" y="41160"/>
                  <a:pt x="441750" y="46528"/>
                  <a:pt x="443004" y="50841"/>
                </a:cubicBezTo>
                <a:cubicBezTo>
                  <a:pt x="444259" y="55153"/>
                  <a:pt x="445958" y="58594"/>
                  <a:pt x="448101" y="61163"/>
                </a:cubicBezTo>
                <a:cubicBezTo>
                  <a:pt x="450243" y="63733"/>
                  <a:pt x="452737" y="65568"/>
                  <a:pt x="455583" y="66669"/>
                </a:cubicBezTo>
                <a:cubicBezTo>
                  <a:pt x="458430" y="67770"/>
                  <a:pt x="461444" y="68321"/>
                  <a:pt x="464626" y="68321"/>
                </a:cubicBezTo>
                <a:cubicBezTo>
                  <a:pt x="467871" y="68321"/>
                  <a:pt x="470916" y="67770"/>
                  <a:pt x="473762" y="66669"/>
                </a:cubicBezTo>
                <a:cubicBezTo>
                  <a:pt x="476608" y="65568"/>
                  <a:pt x="479118" y="63733"/>
                  <a:pt x="481290" y="61163"/>
                </a:cubicBezTo>
                <a:cubicBezTo>
                  <a:pt x="483464" y="58594"/>
                  <a:pt x="485177" y="55153"/>
                  <a:pt x="486432" y="50841"/>
                </a:cubicBezTo>
                <a:cubicBezTo>
                  <a:pt x="487687" y="46528"/>
                  <a:pt x="488315" y="41160"/>
                  <a:pt x="488315" y="34738"/>
                </a:cubicBezTo>
                <a:cubicBezTo>
                  <a:pt x="488315" y="28499"/>
                  <a:pt x="487687" y="23254"/>
                  <a:pt x="486432" y="19002"/>
                </a:cubicBezTo>
                <a:cubicBezTo>
                  <a:pt x="485177" y="14751"/>
                  <a:pt x="483464" y="11341"/>
                  <a:pt x="481290" y="8771"/>
                </a:cubicBezTo>
                <a:cubicBezTo>
                  <a:pt x="479118" y="6202"/>
                  <a:pt x="476608" y="4367"/>
                  <a:pt x="473762" y="3266"/>
                </a:cubicBezTo>
                <a:cubicBezTo>
                  <a:pt x="470916" y="2164"/>
                  <a:pt x="467871" y="1614"/>
                  <a:pt x="464626" y="1614"/>
                </a:cubicBezTo>
                <a:cubicBezTo>
                  <a:pt x="461444" y="1614"/>
                  <a:pt x="458430" y="2164"/>
                  <a:pt x="455583" y="3266"/>
                </a:cubicBezTo>
                <a:cubicBezTo>
                  <a:pt x="452737" y="4367"/>
                  <a:pt x="450243" y="6202"/>
                  <a:pt x="448101" y="8771"/>
                </a:cubicBezTo>
                <a:cubicBezTo>
                  <a:pt x="445958" y="11341"/>
                  <a:pt x="444259" y="14751"/>
                  <a:pt x="443004" y="19002"/>
                </a:cubicBezTo>
                <a:cubicBezTo>
                  <a:pt x="441750" y="23254"/>
                  <a:pt x="441123" y="28499"/>
                  <a:pt x="441123" y="34738"/>
                </a:cubicBezTo>
                <a:close/>
                <a:moveTo>
                  <a:pt x="495965" y="52989"/>
                </a:moveTo>
                <a:lnTo>
                  <a:pt x="495965" y="67155"/>
                </a:lnTo>
                <a:lnTo>
                  <a:pt x="510379" y="67155"/>
                </a:lnTo>
                <a:lnTo>
                  <a:pt x="510379" y="52989"/>
                </a:lnTo>
                <a:lnTo>
                  <a:pt x="495965" y="52989"/>
                </a:lnTo>
                <a:close/>
                <a:moveTo>
                  <a:pt x="530669" y="34738"/>
                </a:moveTo>
                <a:cubicBezTo>
                  <a:pt x="530669" y="33637"/>
                  <a:pt x="530685" y="32308"/>
                  <a:pt x="530715" y="30750"/>
                </a:cubicBezTo>
                <a:cubicBezTo>
                  <a:pt x="530746" y="29192"/>
                  <a:pt x="530853" y="27588"/>
                  <a:pt x="531036" y="25938"/>
                </a:cubicBezTo>
                <a:cubicBezTo>
                  <a:pt x="531220" y="24288"/>
                  <a:pt x="531526" y="22654"/>
                  <a:pt x="531954" y="21035"/>
                </a:cubicBezTo>
                <a:cubicBezTo>
                  <a:pt x="532383" y="19416"/>
                  <a:pt x="532979" y="17964"/>
                  <a:pt x="533744" y="16681"/>
                </a:cubicBezTo>
                <a:cubicBezTo>
                  <a:pt x="534510" y="15398"/>
                  <a:pt x="535490" y="14359"/>
                  <a:pt x="536683" y="13565"/>
                </a:cubicBezTo>
                <a:cubicBezTo>
                  <a:pt x="537877" y="12770"/>
                  <a:pt x="539361" y="12373"/>
                  <a:pt x="541136" y="12373"/>
                </a:cubicBezTo>
                <a:cubicBezTo>
                  <a:pt x="542911" y="12373"/>
                  <a:pt x="544411" y="12770"/>
                  <a:pt x="545635" y="13565"/>
                </a:cubicBezTo>
                <a:cubicBezTo>
                  <a:pt x="546860" y="14359"/>
                  <a:pt x="547870" y="15398"/>
                  <a:pt x="548666" y="16681"/>
                </a:cubicBezTo>
                <a:cubicBezTo>
                  <a:pt x="549461" y="17964"/>
                  <a:pt x="550058" y="19416"/>
                  <a:pt x="550456" y="21035"/>
                </a:cubicBezTo>
                <a:cubicBezTo>
                  <a:pt x="550854" y="22654"/>
                  <a:pt x="551160" y="24288"/>
                  <a:pt x="551374" y="25938"/>
                </a:cubicBezTo>
                <a:cubicBezTo>
                  <a:pt x="551587" y="27588"/>
                  <a:pt x="551710" y="29192"/>
                  <a:pt x="551741" y="30750"/>
                </a:cubicBezTo>
                <a:cubicBezTo>
                  <a:pt x="551771" y="32308"/>
                  <a:pt x="551787" y="33637"/>
                  <a:pt x="551787" y="34738"/>
                </a:cubicBezTo>
                <a:cubicBezTo>
                  <a:pt x="551787" y="36570"/>
                  <a:pt x="551726" y="38785"/>
                  <a:pt x="551603" y="41382"/>
                </a:cubicBezTo>
                <a:cubicBezTo>
                  <a:pt x="551481" y="43979"/>
                  <a:pt x="551099" y="46485"/>
                  <a:pt x="550456" y="48898"/>
                </a:cubicBezTo>
                <a:cubicBezTo>
                  <a:pt x="549813" y="51311"/>
                  <a:pt x="548773" y="53374"/>
                  <a:pt x="547333" y="55085"/>
                </a:cubicBezTo>
                <a:cubicBezTo>
                  <a:pt x="545895" y="56796"/>
                  <a:pt x="543829" y="57651"/>
                  <a:pt x="541136" y="57651"/>
                </a:cubicBezTo>
                <a:cubicBezTo>
                  <a:pt x="538504" y="57651"/>
                  <a:pt x="536484" y="56796"/>
                  <a:pt x="535075" y="55085"/>
                </a:cubicBezTo>
                <a:cubicBezTo>
                  <a:pt x="533668" y="53374"/>
                  <a:pt x="532643" y="51311"/>
                  <a:pt x="532000" y="48898"/>
                </a:cubicBezTo>
                <a:cubicBezTo>
                  <a:pt x="531358" y="46485"/>
                  <a:pt x="530975" y="43979"/>
                  <a:pt x="530853" y="41382"/>
                </a:cubicBezTo>
                <a:cubicBezTo>
                  <a:pt x="530730" y="38785"/>
                  <a:pt x="530669" y="36570"/>
                  <a:pt x="530669" y="34738"/>
                </a:cubicBezTo>
                <a:moveTo>
                  <a:pt x="517632" y="34738"/>
                </a:moveTo>
                <a:cubicBezTo>
                  <a:pt x="517632" y="41160"/>
                  <a:pt x="518259" y="46528"/>
                  <a:pt x="519514" y="50841"/>
                </a:cubicBezTo>
                <a:cubicBezTo>
                  <a:pt x="520769" y="55153"/>
                  <a:pt x="522468" y="58594"/>
                  <a:pt x="524610" y="61163"/>
                </a:cubicBezTo>
                <a:cubicBezTo>
                  <a:pt x="526753" y="63733"/>
                  <a:pt x="529247" y="65568"/>
                  <a:pt x="532093" y="66669"/>
                </a:cubicBezTo>
                <a:cubicBezTo>
                  <a:pt x="534939" y="67770"/>
                  <a:pt x="537954" y="68321"/>
                  <a:pt x="541136" y="68321"/>
                </a:cubicBezTo>
                <a:cubicBezTo>
                  <a:pt x="544380" y="68321"/>
                  <a:pt x="547425" y="67770"/>
                  <a:pt x="550271" y="66669"/>
                </a:cubicBezTo>
                <a:cubicBezTo>
                  <a:pt x="553118" y="65568"/>
                  <a:pt x="555627" y="63733"/>
                  <a:pt x="557800" y="61163"/>
                </a:cubicBezTo>
                <a:cubicBezTo>
                  <a:pt x="559973" y="58594"/>
                  <a:pt x="561687" y="55153"/>
                  <a:pt x="562941" y="50841"/>
                </a:cubicBezTo>
                <a:cubicBezTo>
                  <a:pt x="564196" y="46528"/>
                  <a:pt x="564824" y="41160"/>
                  <a:pt x="564824" y="34738"/>
                </a:cubicBezTo>
                <a:cubicBezTo>
                  <a:pt x="564824" y="28499"/>
                  <a:pt x="564196" y="23254"/>
                  <a:pt x="562941" y="19002"/>
                </a:cubicBezTo>
                <a:cubicBezTo>
                  <a:pt x="561687" y="14751"/>
                  <a:pt x="559973" y="11341"/>
                  <a:pt x="557800" y="8771"/>
                </a:cubicBezTo>
                <a:cubicBezTo>
                  <a:pt x="555627" y="6202"/>
                  <a:pt x="553118" y="4367"/>
                  <a:pt x="550271" y="3266"/>
                </a:cubicBezTo>
                <a:cubicBezTo>
                  <a:pt x="547425" y="2164"/>
                  <a:pt x="544380" y="1614"/>
                  <a:pt x="541136" y="1614"/>
                </a:cubicBezTo>
                <a:cubicBezTo>
                  <a:pt x="537954" y="1614"/>
                  <a:pt x="534939" y="2164"/>
                  <a:pt x="532093" y="3266"/>
                </a:cubicBezTo>
                <a:cubicBezTo>
                  <a:pt x="529247" y="4367"/>
                  <a:pt x="526753" y="6202"/>
                  <a:pt x="524610" y="8771"/>
                </a:cubicBezTo>
                <a:cubicBezTo>
                  <a:pt x="522468" y="11341"/>
                  <a:pt x="520769" y="14751"/>
                  <a:pt x="519514" y="19002"/>
                </a:cubicBezTo>
                <a:cubicBezTo>
                  <a:pt x="518259" y="23254"/>
                  <a:pt x="517632" y="28499"/>
                  <a:pt x="517632" y="34738"/>
                </a:cubicBezTo>
                <a:close/>
                <a:moveTo>
                  <a:pt x="581931" y="34738"/>
                </a:moveTo>
                <a:cubicBezTo>
                  <a:pt x="581931" y="33637"/>
                  <a:pt x="581946" y="32308"/>
                  <a:pt x="581977" y="30750"/>
                </a:cubicBezTo>
                <a:cubicBezTo>
                  <a:pt x="582008" y="29192"/>
                  <a:pt x="582115" y="27588"/>
                  <a:pt x="582298" y="25938"/>
                </a:cubicBezTo>
                <a:cubicBezTo>
                  <a:pt x="582482" y="24288"/>
                  <a:pt x="582788" y="22654"/>
                  <a:pt x="583215" y="21035"/>
                </a:cubicBezTo>
                <a:cubicBezTo>
                  <a:pt x="583644" y="19416"/>
                  <a:pt x="584241" y="17964"/>
                  <a:pt x="585006" y="16681"/>
                </a:cubicBezTo>
                <a:cubicBezTo>
                  <a:pt x="585772" y="15398"/>
                  <a:pt x="586751" y="14359"/>
                  <a:pt x="587945" y="13565"/>
                </a:cubicBezTo>
                <a:cubicBezTo>
                  <a:pt x="589139" y="12770"/>
                  <a:pt x="590623" y="12373"/>
                  <a:pt x="592397" y="12373"/>
                </a:cubicBezTo>
                <a:cubicBezTo>
                  <a:pt x="594173" y="12373"/>
                  <a:pt x="595672" y="12770"/>
                  <a:pt x="596897" y="13565"/>
                </a:cubicBezTo>
                <a:cubicBezTo>
                  <a:pt x="598121" y="14359"/>
                  <a:pt x="599131" y="15398"/>
                  <a:pt x="599927" y="16681"/>
                </a:cubicBezTo>
                <a:cubicBezTo>
                  <a:pt x="600723" y="17964"/>
                  <a:pt x="601320" y="19416"/>
                  <a:pt x="601718" y="21035"/>
                </a:cubicBezTo>
                <a:cubicBezTo>
                  <a:pt x="602115" y="22654"/>
                  <a:pt x="602421" y="24288"/>
                  <a:pt x="602635" y="25938"/>
                </a:cubicBezTo>
                <a:cubicBezTo>
                  <a:pt x="602849" y="27588"/>
                  <a:pt x="602971" y="29192"/>
                  <a:pt x="603002" y="30750"/>
                </a:cubicBezTo>
                <a:cubicBezTo>
                  <a:pt x="603033" y="32308"/>
                  <a:pt x="603048" y="33637"/>
                  <a:pt x="603048" y="34738"/>
                </a:cubicBezTo>
                <a:cubicBezTo>
                  <a:pt x="603048" y="36570"/>
                  <a:pt x="602987" y="38785"/>
                  <a:pt x="602865" y="41382"/>
                </a:cubicBezTo>
                <a:cubicBezTo>
                  <a:pt x="602743" y="43979"/>
                  <a:pt x="602360" y="46485"/>
                  <a:pt x="601718" y="48898"/>
                </a:cubicBezTo>
                <a:cubicBezTo>
                  <a:pt x="601075" y="51311"/>
                  <a:pt x="600034" y="53374"/>
                  <a:pt x="598595" y="55085"/>
                </a:cubicBezTo>
                <a:cubicBezTo>
                  <a:pt x="597157" y="56796"/>
                  <a:pt x="595091" y="57651"/>
                  <a:pt x="592397" y="57651"/>
                </a:cubicBezTo>
                <a:cubicBezTo>
                  <a:pt x="589765" y="57651"/>
                  <a:pt x="587745" y="56796"/>
                  <a:pt x="586337" y="55085"/>
                </a:cubicBezTo>
                <a:cubicBezTo>
                  <a:pt x="584929" y="53374"/>
                  <a:pt x="583904" y="51311"/>
                  <a:pt x="583262" y="48898"/>
                </a:cubicBezTo>
                <a:cubicBezTo>
                  <a:pt x="582619" y="46485"/>
                  <a:pt x="582237" y="43979"/>
                  <a:pt x="582114" y="41382"/>
                </a:cubicBezTo>
                <a:cubicBezTo>
                  <a:pt x="581992" y="38785"/>
                  <a:pt x="581931" y="36570"/>
                  <a:pt x="581931" y="34738"/>
                </a:cubicBezTo>
                <a:moveTo>
                  <a:pt x="568894" y="34738"/>
                </a:moveTo>
                <a:cubicBezTo>
                  <a:pt x="568894" y="41160"/>
                  <a:pt x="569521" y="46528"/>
                  <a:pt x="570775" y="50841"/>
                </a:cubicBezTo>
                <a:cubicBezTo>
                  <a:pt x="572030" y="55153"/>
                  <a:pt x="573729" y="58594"/>
                  <a:pt x="575872" y="61163"/>
                </a:cubicBezTo>
                <a:cubicBezTo>
                  <a:pt x="578014" y="63733"/>
                  <a:pt x="580508" y="65568"/>
                  <a:pt x="583354" y="66669"/>
                </a:cubicBezTo>
                <a:cubicBezTo>
                  <a:pt x="586201" y="67770"/>
                  <a:pt x="589215" y="68321"/>
                  <a:pt x="592397" y="68321"/>
                </a:cubicBezTo>
                <a:cubicBezTo>
                  <a:pt x="595642" y="68321"/>
                  <a:pt x="598687" y="67770"/>
                  <a:pt x="601533" y="66669"/>
                </a:cubicBezTo>
                <a:cubicBezTo>
                  <a:pt x="604379" y="65568"/>
                  <a:pt x="606889" y="63733"/>
                  <a:pt x="609061" y="61163"/>
                </a:cubicBezTo>
                <a:cubicBezTo>
                  <a:pt x="611235" y="58594"/>
                  <a:pt x="612948" y="55153"/>
                  <a:pt x="614203" y="50841"/>
                </a:cubicBezTo>
                <a:cubicBezTo>
                  <a:pt x="615458" y="46528"/>
                  <a:pt x="616085" y="41160"/>
                  <a:pt x="616085" y="34738"/>
                </a:cubicBezTo>
                <a:cubicBezTo>
                  <a:pt x="616085" y="28499"/>
                  <a:pt x="615458" y="23254"/>
                  <a:pt x="614203" y="19002"/>
                </a:cubicBezTo>
                <a:cubicBezTo>
                  <a:pt x="612948" y="14751"/>
                  <a:pt x="611235" y="11341"/>
                  <a:pt x="609061" y="8771"/>
                </a:cubicBezTo>
                <a:cubicBezTo>
                  <a:pt x="606889" y="6202"/>
                  <a:pt x="604379" y="4367"/>
                  <a:pt x="601533" y="3266"/>
                </a:cubicBezTo>
                <a:cubicBezTo>
                  <a:pt x="598687" y="2164"/>
                  <a:pt x="595642" y="1614"/>
                  <a:pt x="592397" y="1614"/>
                </a:cubicBezTo>
                <a:cubicBezTo>
                  <a:pt x="589215" y="1614"/>
                  <a:pt x="586201" y="2164"/>
                  <a:pt x="583354" y="3266"/>
                </a:cubicBezTo>
                <a:cubicBezTo>
                  <a:pt x="580508" y="4367"/>
                  <a:pt x="578014" y="6202"/>
                  <a:pt x="575872" y="8771"/>
                </a:cubicBezTo>
                <a:cubicBezTo>
                  <a:pt x="573729" y="11341"/>
                  <a:pt x="572030" y="14751"/>
                  <a:pt x="570775" y="19002"/>
                </a:cubicBezTo>
                <a:cubicBezTo>
                  <a:pt x="569521" y="23254"/>
                  <a:pt x="568894" y="28499"/>
                  <a:pt x="568894" y="34738"/>
                </a:cubicBezTo>
                <a:close/>
                <a:moveTo>
                  <a:pt x="633192" y="34738"/>
                </a:moveTo>
                <a:cubicBezTo>
                  <a:pt x="633192" y="33637"/>
                  <a:pt x="633208" y="32308"/>
                  <a:pt x="633239" y="30750"/>
                </a:cubicBezTo>
                <a:cubicBezTo>
                  <a:pt x="633269" y="29192"/>
                  <a:pt x="633376" y="27588"/>
                  <a:pt x="633559" y="25938"/>
                </a:cubicBezTo>
                <a:cubicBezTo>
                  <a:pt x="633743" y="24288"/>
                  <a:pt x="634049" y="22654"/>
                  <a:pt x="634477" y="21035"/>
                </a:cubicBezTo>
                <a:cubicBezTo>
                  <a:pt x="634906" y="19416"/>
                  <a:pt x="635502" y="17964"/>
                  <a:pt x="636267" y="16681"/>
                </a:cubicBezTo>
                <a:cubicBezTo>
                  <a:pt x="637033" y="15398"/>
                  <a:pt x="638013" y="14359"/>
                  <a:pt x="639207" y="13565"/>
                </a:cubicBezTo>
                <a:cubicBezTo>
                  <a:pt x="640400" y="12770"/>
                  <a:pt x="641884" y="12373"/>
                  <a:pt x="643659" y="12373"/>
                </a:cubicBezTo>
                <a:cubicBezTo>
                  <a:pt x="645434" y="12373"/>
                  <a:pt x="646934" y="12770"/>
                  <a:pt x="648158" y="13565"/>
                </a:cubicBezTo>
                <a:cubicBezTo>
                  <a:pt x="649383" y="14359"/>
                  <a:pt x="650393" y="15398"/>
                  <a:pt x="651189" y="16681"/>
                </a:cubicBezTo>
                <a:cubicBezTo>
                  <a:pt x="651984" y="17964"/>
                  <a:pt x="652581" y="19416"/>
                  <a:pt x="652979" y="21035"/>
                </a:cubicBezTo>
                <a:cubicBezTo>
                  <a:pt x="653377" y="22654"/>
                  <a:pt x="653683" y="24288"/>
                  <a:pt x="653897" y="25938"/>
                </a:cubicBezTo>
                <a:cubicBezTo>
                  <a:pt x="654111" y="27588"/>
                  <a:pt x="654233" y="29192"/>
                  <a:pt x="654264" y="30750"/>
                </a:cubicBezTo>
                <a:cubicBezTo>
                  <a:pt x="654295" y="32308"/>
                  <a:pt x="654310" y="33637"/>
                  <a:pt x="654310" y="34738"/>
                </a:cubicBezTo>
                <a:cubicBezTo>
                  <a:pt x="654310" y="36570"/>
                  <a:pt x="654249" y="38785"/>
                  <a:pt x="654126" y="41382"/>
                </a:cubicBezTo>
                <a:cubicBezTo>
                  <a:pt x="654004" y="43979"/>
                  <a:pt x="653622" y="46485"/>
                  <a:pt x="652979" y="48898"/>
                </a:cubicBezTo>
                <a:cubicBezTo>
                  <a:pt x="652337" y="51311"/>
                  <a:pt x="651296" y="53374"/>
                  <a:pt x="649856" y="55085"/>
                </a:cubicBezTo>
                <a:cubicBezTo>
                  <a:pt x="648418" y="56796"/>
                  <a:pt x="646352" y="57651"/>
                  <a:pt x="643659" y="57651"/>
                </a:cubicBezTo>
                <a:cubicBezTo>
                  <a:pt x="641027" y="57651"/>
                  <a:pt x="639007" y="56796"/>
                  <a:pt x="637598" y="55085"/>
                </a:cubicBezTo>
                <a:cubicBezTo>
                  <a:pt x="636191" y="53374"/>
                  <a:pt x="635166" y="51311"/>
                  <a:pt x="634523" y="48898"/>
                </a:cubicBezTo>
                <a:cubicBezTo>
                  <a:pt x="633881" y="46485"/>
                  <a:pt x="633498" y="43979"/>
                  <a:pt x="633376" y="41382"/>
                </a:cubicBezTo>
                <a:cubicBezTo>
                  <a:pt x="633253" y="38785"/>
                  <a:pt x="633192" y="36570"/>
                  <a:pt x="633192" y="34738"/>
                </a:cubicBezTo>
                <a:moveTo>
                  <a:pt x="620155" y="34738"/>
                </a:moveTo>
                <a:cubicBezTo>
                  <a:pt x="620155" y="41160"/>
                  <a:pt x="620782" y="46528"/>
                  <a:pt x="622037" y="50841"/>
                </a:cubicBezTo>
                <a:cubicBezTo>
                  <a:pt x="623292" y="55153"/>
                  <a:pt x="624991" y="58594"/>
                  <a:pt x="627133" y="61163"/>
                </a:cubicBezTo>
                <a:cubicBezTo>
                  <a:pt x="629276" y="63733"/>
                  <a:pt x="631770" y="65568"/>
                  <a:pt x="634616" y="66669"/>
                </a:cubicBezTo>
                <a:cubicBezTo>
                  <a:pt x="637462" y="67770"/>
                  <a:pt x="640477" y="68321"/>
                  <a:pt x="643659" y="68321"/>
                </a:cubicBezTo>
                <a:cubicBezTo>
                  <a:pt x="646903" y="68321"/>
                  <a:pt x="649948" y="67770"/>
                  <a:pt x="652794" y="66669"/>
                </a:cubicBezTo>
                <a:cubicBezTo>
                  <a:pt x="655641" y="65568"/>
                  <a:pt x="658150" y="63733"/>
                  <a:pt x="660323" y="61163"/>
                </a:cubicBezTo>
                <a:cubicBezTo>
                  <a:pt x="662496" y="58594"/>
                  <a:pt x="664210" y="55153"/>
                  <a:pt x="665464" y="50841"/>
                </a:cubicBezTo>
                <a:cubicBezTo>
                  <a:pt x="666719" y="46528"/>
                  <a:pt x="667347" y="41160"/>
                  <a:pt x="667347" y="34738"/>
                </a:cubicBezTo>
                <a:cubicBezTo>
                  <a:pt x="667347" y="28499"/>
                  <a:pt x="666719" y="23254"/>
                  <a:pt x="665464" y="19002"/>
                </a:cubicBezTo>
                <a:cubicBezTo>
                  <a:pt x="664210" y="14751"/>
                  <a:pt x="662496" y="11341"/>
                  <a:pt x="660323" y="8771"/>
                </a:cubicBezTo>
                <a:cubicBezTo>
                  <a:pt x="658150" y="6202"/>
                  <a:pt x="655641" y="4367"/>
                  <a:pt x="652794" y="3266"/>
                </a:cubicBezTo>
                <a:cubicBezTo>
                  <a:pt x="649948" y="2164"/>
                  <a:pt x="646903" y="1614"/>
                  <a:pt x="643659" y="1614"/>
                </a:cubicBezTo>
                <a:cubicBezTo>
                  <a:pt x="640477" y="1614"/>
                  <a:pt x="637462" y="2164"/>
                  <a:pt x="634616" y="3266"/>
                </a:cubicBezTo>
                <a:cubicBezTo>
                  <a:pt x="631770" y="4367"/>
                  <a:pt x="629276" y="6202"/>
                  <a:pt x="627133" y="8771"/>
                </a:cubicBezTo>
                <a:cubicBezTo>
                  <a:pt x="624991" y="11341"/>
                  <a:pt x="623292" y="14751"/>
                  <a:pt x="622037" y="19002"/>
                </a:cubicBezTo>
                <a:cubicBezTo>
                  <a:pt x="620782" y="23254"/>
                  <a:pt x="620155" y="28499"/>
                  <a:pt x="620155" y="34738"/>
                </a:cubicBezTo>
                <a:close/>
                <a:moveTo>
                  <a:pt x="690422" y="28870"/>
                </a:moveTo>
                <a:lnTo>
                  <a:pt x="690422" y="38016"/>
                </a:lnTo>
                <a:cubicBezTo>
                  <a:pt x="692013" y="38016"/>
                  <a:pt x="693681" y="38061"/>
                  <a:pt x="695426" y="38153"/>
                </a:cubicBezTo>
                <a:cubicBezTo>
                  <a:pt x="697171" y="38245"/>
                  <a:pt x="698777" y="38581"/>
                  <a:pt x="700245" y="39163"/>
                </a:cubicBezTo>
                <a:cubicBezTo>
                  <a:pt x="701714" y="39744"/>
                  <a:pt x="702923" y="40677"/>
                  <a:pt x="703872" y="41962"/>
                </a:cubicBezTo>
                <a:cubicBezTo>
                  <a:pt x="704821" y="43246"/>
                  <a:pt x="705296" y="45112"/>
                  <a:pt x="705296" y="47559"/>
                </a:cubicBezTo>
                <a:cubicBezTo>
                  <a:pt x="705296" y="50678"/>
                  <a:pt x="704285" y="53140"/>
                  <a:pt x="702265" y="54945"/>
                </a:cubicBezTo>
                <a:cubicBezTo>
                  <a:pt x="700246" y="56749"/>
                  <a:pt x="697767" y="57651"/>
                  <a:pt x="694829" y="57651"/>
                </a:cubicBezTo>
                <a:cubicBezTo>
                  <a:pt x="692931" y="57651"/>
                  <a:pt x="691294" y="57314"/>
                  <a:pt x="689916" y="56641"/>
                </a:cubicBezTo>
                <a:cubicBezTo>
                  <a:pt x="688539" y="55968"/>
                  <a:pt x="687392" y="55065"/>
                  <a:pt x="686474" y="53933"/>
                </a:cubicBezTo>
                <a:cubicBezTo>
                  <a:pt x="685556" y="52800"/>
                  <a:pt x="684852" y="51453"/>
                  <a:pt x="684363" y="49893"/>
                </a:cubicBezTo>
                <a:cubicBezTo>
                  <a:pt x="683873" y="48332"/>
                  <a:pt x="683598" y="46695"/>
                  <a:pt x="683536" y="44981"/>
                </a:cubicBezTo>
                <a:lnTo>
                  <a:pt x="671142" y="44981"/>
                </a:lnTo>
                <a:cubicBezTo>
                  <a:pt x="671081" y="48715"/>
                  <a:pt x="671616" y="52021"/>
                  <a:pt x="672748" y="54898"/>
                </a:cubicBezTo>
                <a:cubicBezTo>
                  <a:pt x="673881" y="57776"/>
                  <a:pt x="675487" y="60211"/>
                  <a:pt x="677568" y="62204"/>
                </a:cubicBezTo>
                <a:cubicBezTo>
                  <a:pt x="679650" y="64197"/>
                  <a:pt x="682175" y="65715"/>
                  <a:pt x="685143" y="66757"/>
                </a:cubicBezTo>
                <a:cubicBezTo>
                  <a:pt x="688111" y="67799"/>
                  <a:pt x="691401" y="68321"/>
                  <a:pt x="695013" y="68321"/>
                </a:cubicBezTo>
                <a:cubicBezTo>
                  <a:pt x="698134" y="68321"/>
                  <a:pt x="701133" y="67862"/>
                  <a:pt x="704009" y="66945"/>
                </a:cubicBezTo>
                <a:cubicBezTo>
                  <a:pt x="706887" y="66027"/>
                  <a:pt x="709427" y="64681"/>
                  <a:pt x="711631" y="62906"/>
                </a:cubicBezTo>
                <a:cubicBezTo>
                  <a:pt x="713834" y="61132"/>
                  <a:pt x="715593" y="58929"/>
                  <a:pt x="716909" y="56298"/>
                </a:cubicBezTo>
                <a:cubicBezTo>
                  <a:pt x="718225" y="53667"/>
                  <a:pt x="718883" y="50669"/>
                  <a:pt x="718883" y="47304"/>
                </a:cubicBezTo>
                <a:cubicBezTo>
                  <a:pt x="718883" y="43633"/>
                  <a:pt x="717873" y="40483"/>
                  <a:pt x="715853" y="37852"/>
                </a:cubicBezTo>
                <a:cubicBezTo>
                  <a:pt x="713834" y="35221"/>
                  <a:pt x="711049" y="33507"/>
                  <a:pt x="707499" y="32712"/>
                </a:cubicBezTo>
                <a:lnTo>
                  <a:pt x="707499" y="32528"/>
                </a:lnTo>
                <a:cubicBezTo>
                  <a:pt x="710498" y="31672"/>
                  <a:pt x="712747" y="30051"/>
                  <a:pt x="714246" y="27667"/>
                </a:cubicBezTo>
                <a:cubicBezTo>
                  <a:pt x="715746" y="25282"/>
                  <a:pt x="716496" y="22529"/>
                  <a:pt x="716496" y="19410"/>
                </a:cubicBezTo>
                <a:cubicBezTo>
                  <a:pt x="716496" y="16536"/>
                  <a:pt x="715853" y="13999"/>
                  <a:pt x="714568" y="11797"/>
                </a:cubicBezTo>
                <a:cubicBezTo>
                  <a:pt x="713283" y="9595"/>
                  <a:pt x="711615" y="7729"/>
                  <a:pt x="709564" y="6201"/>
                </a:cubicBezTo>
                <a:cubicBezTo>
                  <a:pt x="707514" y="4672"/>
                  <a:pt x="705204" y="3525"/>
                  <a:pt x="702632" y="2761"/>
                </a:cubicBezTo>
                <a:cubicBezTo>
                  <a:pt x="700062" y="1996"/>
                  <a:pt x="697491" y="1614"/>
                  <a:pt x="694920" y="1614"/>
                </a:cubicBezTo>
                <a:cubicBezTo>
                  <a:pt x="691616" y="1614"/>
                  <a:pt x="688617" y="2150"/>
                  <a:pt x="685923" y="3224"/>
                </a:cubicBezTo>
                <a:cubicBezTo>
                  <a:pt x="683230" y="4296"/>
                  <a:pt x="680919" y="5813"/>
                  <a:pt x="678992" y="7775"/>
                </a:cubicBezTo>
                <a:cubicBezTo>
                  <a:pt x="677064" y="9736"/>
                  <a:pt x="675564" y="12080"/>
                  <a:pt x="674493" y="14805"/>
                </a:cubicBezTo>
                <a:cubicBezTo>
                  <a:pt x="673422" y="17529"/>
                  <a:pt x="672825" y="20544"/>
                  <a:pt x="672703" y="23849"/>
                </a:cubicBezTo>
                <a:lnTo>
                  <a:pt x="685097" y="23849"/>
                </a:lnTo>
                <a:cubicBezTo>
                  <a:pt x="685036" y="20544"/>
                  <a:pt x="685847" y="17805"/>
                  <a:pt x="687530" y="15633"/>
                </a:cubicBezTo>
                <a:cubicBezTo>
                  <a:pt x="689213" y="13460"/>
                  <a:pt x="691707" y="12373"/>
                  <a:pt x="695013" y="12373"/>
                </a:cubicBezTo>
                <a:cubicBezTo>
                  <a:pt x="697400" y="12373"/>
                  <a:pt x="699512" y="13106"/>
                  <a:pt x="701348" y="14572"/>
                </a:cubicBezTo>
                <a:cubicBezTo>
                  <a:pt x="703184" y="16039"/>
                  <a:pt x="704102" y="18147"/>
                  <a:pt x="704102" y="20896"/>
                </a:cubicBezTo>
                <a:cubicBezTo>
                  <a:pt x="704102" y="22730"/>
                  <a:pt x="703658" y="24196"/>
                  <a:pt x="702771" y="25297"/>
                </a:cubicBezTo>
                <a:cubicBezTo>
                  <a:pt x="701884" y="26396"/>
                  <a:pt x="700751" y="27236"/>
                  <a:pt x="699374" y="27817"/>
                </a:cubicBezTo>
                <a:cubicBezTo>
                  <a:pt x="697996" y="28397"/>
                  <a:pt x="696512" y="28749"/>
                  <a:pt x="694920" y="28872"/>
                </a:cubicBezTo>
                <a:cubicBezTo>
                  <a:pt x="693330" y="28994"/>
                  <a:pt x="691830" y="28994"/>
                  <a:pt x="690422" y="28870"/>
                </a:cubicBezTo>
                <a:close/>
                <a:moveTo>
                  <a:pt x="726351" y="52989"/>
                </a:moveTo>
                <a:lnTo>
                  <a:pt x="726351" y="67155"/>
                </a:lnTo>
                <a:lnTo>
                  <a:pt x="732961" y="67155"/>
                </a:lnTo>
                <a:cubicBezTo>
                  <a:pt x="733022" y="68135"/>
                  <a:pt x="732900" y="69099"/>
                  <a:pt x="732594" y="70048"/>
                </a:cubicBezTo>
                <a:cubicBezTo>
                  <a:pt x="732287" y="70997"/>
                  <a:pt x="731828" y="71854"/>
                  <a:pt x="731217" y="72619"/>
                </a:cubicBezTo>
                <a:cubicBezTo>
                  <a:pt x="730605" y="73385"/>
                  <a:pt x="729886" y="74043"/>
                  <a:pt x="729059" y="74594"/>
                </a:cubicBezTo>
                <a:cubicBezTo>
                  <a:pt x="728233" y="75145"/>
                  <a:pt x="727360" y="75512"/>
                  <a:pt x="726442" y="75695"/>
                </a:cubicBezTo>
                <a:lnTo>
                  <a:pt x="726442" y="82308"/>
                </a:lnTo>
                <a:cubicBezTo>
                  <a:pt x="728401" y="82001"/>
                  <a:pt x="730252" y="81434"/>
                  <a:pt x="731997" y="80607"/>
                </a:cubicBezTo>
                <a:cubicBezTo>
                  <a:pt x="733742" y="79780"/>
                  <a:pt x="735257" y="78723"/>
                  <a:pt x="736542" y="77437"/>
                </a:cubicBezTo>
                <a:cubicBezTo>
                  <a:pt x="737828" y="76150"/>
                  <a:pt x="738853" y="74633"/>
                  <a:pt x="739618" y="72886"/>
                </a:cubicBezTo>
                <a:cubicBezTo>
                  <a:pt x="740383" y="71141"/>
                  <a:pt x="740765" y="69226"/>
                  <a:pt x="740765" y="67142"/>
                </a:cubicBezTo>
                <a:lnTo>
                  <a:pt x="740765" y="52989"/>
                </a:lnTo>
                <a:lnTo>
                  <a:pt x="726351" y="52989"/>
                </a:lnTo>
                <a:close/>
                <a:moveTo>
                  <a:pt x="786211" y="34738"/>
                </a:moveTo>
                <a:cubicBezTo>
                  <a:pt x="786211" y="33637"/>
                  <a:pt x="786227" y="32308"/>
                  <a:pt x="786258" y="30750"/>
                </a:cubicBezTo>
                <a:cubicBezTo>
                  <a:pt x="786288" y="29192"/>
                  <a:pt x="786395" y="27588"/>
                  <a:pt x="786578" y="25938"/>
                </a:cubicBezTo>
                <a:cubicBezTo>
                  <a:pt x="786762" y="24288"/>
                  <a:pt x="787068" y="22654"/>
                  <a:pt x="787496" y="21035"/>
                </a:cubicBezTo>
                <a:cubicBezTo>
                  <a:pt x="787925" y="19416"/>
                  <a:pt x="788522" y="17964"/>
                  <a:pt x="789286" y="16681"/>
                </a:cubicBezTo>
                <a:cubicBezTo>
                  <a:pt x="790052" y="15398"/>
                  <a:pt x="791032" y="14359"/>
                  <a:pt x="792226" y="13565"/>
                </a:cubicBezTo>
                <a:cubicBezTo>
                  <a:pt x="793419" y="12770"/>
                  <a:pt x="794903" y="12373"/>
                  <a:pt x="796678" y="12373"/>
                </a:cubicBezTo>
                <a:cubicBezTo>
                  <a:pt x="798453" y="12373"/>
                  <a:pt x="799953" y="12770"/>
                  <a:pt x="801178" y="13565"/>
                </a:cubicBezTo>
                <a:cubicBezTo>
                  <a:pt x="802402" y="14359"/>
                  <a:pt x="803412" y="15398"/>
                  <a:pt x="804208" y="16681"/>
                </a:cubicBezTo>
                <a:cubicBezTo>
                  <a:pt x="805004" y="17964"/>
                  <a:pt x="805600" y="19416"/>
                  <a:pt x="805998" y="21035"/>
                </a:cubicBezTo>
                <a:cubicBezTo>
                  <a:pt x="806396" y="22654"/>
                  <a:pt x="806702" y="24288"/>
                  <a:pt x="806916" y="25938"/>
                </a:cubicBezTo>
                <a:cubicBezTo>
                  <a:pt x="807130" y="27588"/>
                  <a:pt x="807252" y="29192"/>
                  <a:pt x="807283" y="30750"/>
                </a:cubicBezTo>
                <a:cubicBezTo>
                  <a:pt x="807314" y="32308"/>
                  <a:pt x="807329" y="33637"/>
                  <a:pt x="807329" y="34738"/>
                </a:cubicBezTo>
                <a:cubicBezTo>
                  <a:pt x="807329" y="36570"/>
                  <a:pt x="807268" y="38785"/>
                  <a:pt x="807146" y="41382"/>
                </a:cubicBezTo>
                <a:cubicBezTo>
                  <a:pt x="807023" y="43979"/>
                  <a:pt x="806641" y="46485"/>
                  <a:pt x="805998" y="48898"/>
                </a:cubicBezTo>
                <a:cubicBezTo>
                  <a:pt x="805356" y="51311"/>
                  <a:pt x="804315" y="53374"/>
                  <a:pt x="802876" y="55085"/>
                </a:cubicBezTo>
                <a:cubicBezTo>
                  <a:pt x="801437" y="56796"/>
                  <a:pt x="799371" y="57651"/>
                  <a:pt x="796678" y="57651"/>
                </a:cubicBezTo>
                <a:cubicBezTo>
                  <a:pt x="794046" y="57651"/>
                  <a:pt x="792026" y="56796"/>
                  <a:pt x="790617" y="55085"/>
                </a:cubicBezTo>
                <a:cubicBezTo>
                  <a:pt x="789210" y="53374"/>
                  <a:pt x="788185" y="51311"/>
                  <a:pt x="787542" y="48898"/>
                </a:cubicBezTo>
                <a:cubicBezTo>
                  <a:pt x="786900" y="46485"/>
                  <a:pt x="786517" y="43979"/>
                  <a:pt x="786395" y="41382"/>
                </a:cubicBezTo>
                <a:cubicBezTo>
                  <a:pt x="786273" y="38785"/>
                  <a:pt x="786211" y="36570"/>
                  <a:pt x="786211" y="34738"/>
                </a:cubicBezTo>
                <a:moveTo>
                  <a:pt x="773174" y="34738"/>
                </a:moveTo>
                <a:cubicBezTo>
                  <a:pt x="773174" y="41160"/>
                  <a:pt x="773802" y="46528"/>
                  <a:pt x="775056" y="50841"/>
                </a:cubicBezTo>
                <a:cubicBezTo>
                  <a:pt x="776311" y="55153"/>
                  <a:pt x="778010" y="58594"/>
                  <a:pt x="780152" y="61163"/>
                </a:cubicBezTo>
                <a:cubicBezTo>
                  <a:pt x="782295" y="63733"/>
                  <a:pt x="784789" y="65568"/>
                  <a:pt x="787635" y="66669"/>
                </a:cubicBezTo>
                <a:cubicBezTo>
                  <a:pt x="790481" y="67770"/>
                  <a:pt x="793496" y="68321"/>
                  <a:pt x="796678" y="68321"/>
                </a:cubicBezTo>
                <a:cubicBezTo>
                  <a:pt x="799922" y="68321"/>
                  <a:pt x="802968" y="67770"/>
                  <a:pt x="805813" y="66669"/>
                </a:cubicBezTo>
                <a:cubicBezTo>
                  <a:pt x="808660" y="65568"/>
                  <a:pt x="811169" y="63733"/>
                  <a:pt x="813342" y="61163"/>
                </a:cubicBezTo>
                <a:cubicBezTo>
                  <a:pt x="815515" y="58594"/>
                  <a:pt x="817229" y="55153"/>
                  <a:pt x="818483" y="50841"/>
                </a:cubicBezTo>
                <a:cubicBezTo>
                  <a:pt x="819739" y="46528"/>
                  <a:pt x="820366" y="41160"/>
                  <a:pt x="820366" y="34738"/>
                </a:cubicBezTo>
                <a:cubicBezTo>
                  <a:pt x="820366" y="28499"/>
                  <a:pt x="819739" y="23254"/>
                  <a:pt x="818483" y="19002"/>
                </a:cubicBezTo>
                <a:cubicBezTo>
                  <a:pt x="817229" y="14751"/>
                  <a:pt x="815515" y="11341"/>
                  <a:pt x="813342" y="8771"/>
                </a:cubicBezTo>
                <a:cubicBezTo>
                  <a:pt x="811169" y="6202"/>
                  <a:pt x="808660" y="4367"/>
                  <a:pt x="805813" y="3266"/>
                </a:cubicBezTo>
                <a:cubicBezTo>
                  <a:pt x="802968" y="2164"/>
                  <a:pt x="799922" y="1614"/>
                  <a:pt x="796678" y="1614"/>
                </a:cubicBezTo>
                <a:cubicBezTo>
                  <a:pt x="793496" y="1614"/>
                  <a:pt x="790481" y="2164"/>
                  <a:pt x="787635" y="3266"/>
                </a:cubicBezTo>
                <a:cubicBezTo>
                  <a:pt x="784789" y="4367"/>
                  <a:pt x="782295" y="6202"/>
                  <a:pt x="780152" y="8771"/>
                </a:cubicBezTo>
                <a:cubicBezTo>
                  <a:pt x="778010" y="11341"/>
                  <a:pt x="776311" y="14751"/>
                  <a:pt x="775056" y="19002"/>
                </a:cubicBezTo>
                <a:cubicBezTo>
                  <a:pt x="773802" y="23254"/>
                  <a:pt x="773174" y="28499"/>
                  <a:pt x="773174" y="34738"/>
                </a:cubicBezTo>
                <a:close/>
                <a:moveTo>
                  <a:pt x="828017" y="52989"/>
                </a:moveTo>
                <a:lnTo>
                  <a:pt x="828017" y="67155"/>
                </a:lnTo>
                <a:lnTo>
                  <a:pt x="842431" y="67155"/>
                </a:lnTo>
                <a:lnTo>
                  <a:pt x="842431" y="52989"/>
                </a:lnTo>
                <a:lnTo>
                  <a:pt x="828017" y="52989"/>
                </a:lnTo>
                <a:close/>
                <a:moveTo>
                  <a:pt x="862721" y="34738"/>
                </a:moveTo>
                <a:cubicBezTo>
                  <a:pt x="862721" y="33637"/>
                  <a:pt x="862736" y="32308"/>
                  <a:pt x="862767" y="30750"/>
                </a:cubicBezTo>
                <a:cubicBezTo>
                  <a:pt x="862798" y="29192"/>
                  <a:pt x="862905" y="27588"/>
                  <a:pt x="863088" y="25938"/>
                </a:cubicBezTo>
                <a:cubicBezTo>
                  <a:pt x="863272" y="24288"/>
                  <a:pt x="863578" y="22654"/>
                  <a:pt x="864006" y="21035"/>
                </a:cubicBezTo>
                <a:cubicBezTo>
                  <a:pt x="864434" y="19416"/>
                  <a:pt x="865031" y="17964"/>
                  <a:pt x="865796" y="16681"/>
                </a:cubicBezTo>
                <a:cubicBezTo>
                  <a:pt x="866562" y="15398"/>
                  <a:pt x="867542" y="14359"/>
                  <a:pt x="868735" y="13565"/>
                </a:cubicBezTo>
                <a:cubicBezTo>
                  <a:pt x="869929" y="12770"/>
                  <a:pt x="871413" y="12373"/>
                  <a:pt x="873187" y="12373"/>
                </a:cubicBezTo>
                <a:cubicBezTo>
                  <a:pt x="874963" y="12373"/>
                  <a:pt x="876463" y="12770"/>
                  <a:pt x="877687" y="13565"/>
                </a:cubicBezTo>
                <a:cubicBezTo>
                  <a:pt x="878912" y="14359"/>
                  <a:pt x="879922" y="15398"/>
                  <a:pt x="880717" y="16681"/>
                </a:cubicBezTo>
                <a:cubicBezTo>
                  <a:pt x="881513" y="17964"/>
                  <a:pt x="882110" y="19416"/>
                  <a:pt x="882508" y="21035"/>
                </a:cubicBezTo>
                <a:cubicBezTo>
                  <a:pt x="882906" y="22654"/>
                  <a:pt x="883211" y="24288"/>
                  <a:pt x="883425" y="25938"/>
                </a:cubicBezTo>
                <a:cubicBezTo>
                  <a:pt x="883639" y="27588"/>
                  <a:pt x="883762" y="29192"/>
                  <a:pt x="883792" y="30750"/>
                </a:cubicBezTo>
                <a:cubicBezTo>
                  <a:pt x="883823" y="32308"/>
                  <a:pt x="883839" y="33637"/>
                  <a:pt x="883839" y="34738"/>
                </a:cubicBezTo>
                <a:cubicBezTo>
                  <a:pt x="883839" y="36570"/>
                  <a:pt x="883777" y="38785"/>
                  <a:pt x="883655" y="41382"/>
                </a:cubicBezTo>
                <a:cubicBezTo>
                  <a:pt x="883533" y="43979"/>
                  <a:pt x="883150" y="46485"/>
                  <a:pt x="882508" y="48898"/>
                </a:cubicBezTo>
                <a:cubicBezTo>
                  <a:pt x="881865" y="51311"/>
                  <a:pt x="880824" y="53374"/>
                  <a:pt x="879385" y="55085"/>
                </a:cubicBezTo>
                <a:cubicBezTo>
                  <a:pt x="877947" y="56796"/>
                  <a:pt x="875881" y="57651"/>
                  <a:pt x="873187" y="57651"/>
                </a:cubicBezTo>
                <a:cubicBezTo>
                  <a:pt x="870555" y="57651"/>
                  <a:pt x="868535" y="56796"/>
                  <a:pt x="867127" y="55085"/>
                </a:cubicBezTo>
                <a:cubicBezTo>
                  <a:pt x="865719" y="53374"/>
                  <a:pt x="864694" y="51311"/>
                  <a:pt x="864052" y="48898"/>
                </a:cubicBezTo>
                <a:cubicBezTo>
                  <a:pt x="863409" y="46485"/>
                  <a:pt x="863027" y="43979"/>
                  <a:pt x="862905" y="41382"/>
                </a:cubicBezTo>
                <a:cubicBezTo>
                  <a:pt x="862782" y="38785"/>
                  <a:pt x="862721" y="36570"/>
                  <a:pt x="862721" y="34738"/>
                </a:cubicBezTo>
                <a:moveTo>
                  <a:pt x="849684" y="34738"/>
                </a:moveTo>
                <a:cubicBezTo>
                  <a:pt x="849684" y="41160"/>
                  <a:pt x="850311" y="46528"/>
                  <a:pt x="851565" y="50841"/>
                </a:cubicBezTo>
                <a:cubicBezTo>
                  <a:pt x="852821" y="55153"/>
                  <a:pt x="854519" y="58594"/>
                  <a:pt x="856662" y="61163"/>
                </a:cubicBezTo>
                <a:cubicBezTo>
                  <a:pt x="858804" y="63733"/>
                  <a:pt x="861299" y="65568"/>
                  <a:pt x="864144" y="66669"/>
                </a:cubicBezTo>
                <a:cubicBezTo>
                  <a:pt x="866991" y="67770"/>
                  <a:pt x="870005" y="68321"/>
                  <a:pt x="873187" y="68321"/>
                </a:cubicBezTo>
                <a:cubicBezTo>
                  <a:pt x="876432" y="68321"/>
                  <a:pt x="879477" y="67770"/>
                  <a:pt x="882323" y="66669"/>
                </a:cubicBezTo>
                <a:cubicBezTo>
                  <a:pt x="885170" y="65568"/>
                  <a:pt x="887679" y="63733"/>
                  <a:pt x="889851" y="61163"/>
                </a:cubicBezTo>
                <a:cubicBezTo>
                  <a:pt x="892025" y="58594"/>
                  <a:pt x="893739" y="55153"/>
                  <a:pt x="894993" y="50841"/>
                </a:cubicBezTo>
                <a:cubicBezTo>
                  <a:pt x="896248" y="46528"/>
                  <a:pt x="896876" y="41160"/>
                  <a:pt x="896876" y="34738"/>
                </a:cubicBezTo>
                <a:cubicBezTo>
                  <a:pt x="896876" y="28499"/>
                  <a:pt x="896248" y="23254"/>
                  <a:pt x="894993" y="19002"/>
                </a:cubicBezTo>
                <a:cubicBezTo>
                  <a:pt x="893739" y="14751"/>
                  <a:pt x="892025" y="11341"/>
                  <a:pt x="889851" y="8771"/>
                </a:cubicBezTo>
                <a:cubicBezTo>
                  <a:pt x="887679" y="6202"/>
                  <a:pt x="885170" y="4367"/>
                  <a:pt x="882323" y="3266"/>
                </a:cubicBezTo>
                <a:cubicBezTo>
                  <a:pt x="879477" y="2164"/>
                  <a:pt x="876432" y="1614"/>
                  <a:pt x="873187" y="1614"/>
                </a:cubicBezTo>
                <a:cubicBezTo>
                  <a:pt x="870005" y="1614"/>
                  <a:pt x="866991" y="2164"/>
                  <a:pt x="864144" y="3266"/>
                </a:cubicBezTo>
                <a:cubicBezTo>
                  <a:pt x="861299" y="4367"/>
                  <a:pt x="858804" y="6202"/>
                  <a:pt x="856662" y="8771"/>
                </a:cubicBezTo>
                <a:cubicBezTo>
                  <a:pt x="854519" y="11341"/>
                  <a:pt x="852821" y="14751"/>
                  <a:pt x="851565" y="19002"/>
                </a:cubicBezTo>
                <a:cubicBezTo>
                  <a:pt x="850311" y="23254"/>
                  <a:pt x="849684" y="28499"/>
                  <a:pt x="849684" y="34738"/>
                </a:cubicBezTo>
                <a:close/>
                <a:moveTo>
                  <a:pt x="913982" y="34738"/>
                </a:moveTo>
                <a:cubicBezTo>
                  <a:pt x="913982" y="33637"/>
                  <a:pt x="913998" y="32308"/>
                  <a:pt x="914028" y="30750"/>
                </a:cubicBezTo>
                <a:cubicBezTo>
                  <a:pt x="914059" y="29192"/>
                  <a:pt x="914166" y="27588"/>
                  <a:pt x="914349" y="25938"/>
                </a:cubicBezTo>
                <a:cubicBezTo>
                  <a:pt x="914533" y="24288"/>
                  <a:pt x="914839" y="22654"/>
                  <a:pt x="915267" y="21035"/>
                </a:cubicBezTo>
                <a:cubicBezTo>
                  <a:pt x="915696" y="19416"/>
                  <a:pt x="916292" y="17964"/>
                  <a:pt x="917057" y="16681"/>
                </a:cubicBezTo>
                <a:cubicBezTo>
                  <a:pt x="917823" y="15398"/>
                  <a:pt x="918803" y="14359"/>
                  <a:pt x="919996" y="13565"/>
                </a:cubicBezTo>
                <a:cubicBezTo>
                  <a:pt x="921190" y="12770"/>
                  <a:pt x="922674" y="12373"/>
                  <a:pt x="924449" y="12373"/>
                </a:cubicBezTo>
                <a:cubicBezTo>
                  <a:pt x="926224" y="12373"/>
                  <a:pt x="927724" y="12770"/>
                  <a:pt x="928948" y="13565"/>
                </a:cubicBezTo>
                <a:cubicBezTo>
                  <a:pt x="930173" y="14359"/>
                  <a:pt x="931183" y="15398"/>
                  <a:pt x="931979" y="16681"/>
                </a:cubicBezTo>
                <a:cubicBezTo>
                  <a:pt x="932774" y="17964"/>
                  <a:pt x="933371" y="19416"/>
                  <a:pt x="933769" y="21035"/>
                </a:cubicBezTo>
                <a:cubicBezTo>
                  <a:pt x="934167" y="22654"/>
                  <a:pt x="934473" y="24288"/>
                  <a:pt x="934687" y="25938"/>
                </a:cubicBezTo>
                <a:cubicBezTo>
                  <a:pt x="934901" y="27588"/>
                  <a:pt x="935023" y="29192"/>
                  <a:pt x="935054" y="30750"/>
                </a:cubicBezTo>
                <a:cubicBezTo>
                  <a:pt x="935084" y="32308"/>
                  <a:pt x="935100" y="33637"/>
                  <a:pt x="935100" y="34738"/>
                </a:cubicBezTo>
                <a:cubicBezTo>
                  <a:pt x="935100" y="36570"/>
                  <a:pt x="935039" y="38785"/>
                  <a:pt x="934916" y="41382"/>
                </a:cubicBezTo>
                <a:cubicBezTo>
                  <a:pt x="934794" y="43979"/>
                  <a:pt x="934412" y="46485"/>
                  <a:pt x="933769" y="48898"/>
                </a:cubicBezTo>
                <a:cubicBezTo>
                  <a:pt x="933126" y="51311"/>
                  <a:pt x="932086" y="53374"/>
                  <a:pt x="930646" y="55085"/>
                </a:cubicBezTo>
                <a:cubicBezTo>
                  <a:pt x="929208" y="56796"/>
                  <a:pt x="927142" y="57651"/>
                  <a:pt x="924449" y="57651"/>
                </a:cubicBezTo>
                <a:cubicBezTo>
                  <a:pt x="921817" y="57651"/>
                  <a:pt x="919797" y="56796"/>
                  <a:pt x="918388" y="55085"/>
                </a:cubicBezTo>
                <a:cubicBezTo>
                  <a:pt x="916981" y="53374"/>
                  <a:pt x="915956" y="51311"/>
                  <a:pt x="915313" y="48898"/>
                </a:cubicBezTo>
                <a:cubicBezTo>
                  <a:pt x="914671" y="46485"/>
                  <a:pt x="914288" y="43979"/>
                  <a:pt x="914166" y="41382"/>
                </a:cubicBezTo>
                <a:cubicBezTo>
                  <a:pt x="914043" y="38785"/>
                  <a:pt x="913982" y="36570"/>
                  <a:pt x="913982" y="34738"/>
                </a:cubicBezTo>
                <a:moveTo>
                  <a:pt x="900945" y="34738"/>
                </a:moveTo>
                <a:cubicBezTo>
                  <a:pt x="900945" y="41160"/>
                  <a:pt x="901572" y="46528"/>
                  <a:pt x="902827" y="50841"/>
                </a:cubicBezTo>
                <a:cubicBezTo>
                  <a:pt x="904082" y="55153"/>
                  <a:pt x="905781" y="58594"/>
                  <a:pt x="907923" y="61163"/>
                </a:cubicBezTo>
                <a:cubicBezTo>
                  <a:pt x="910066" y="63733"/>
                  <a:pt x="912560" y="65568"/>
                  <a:pt x="915406" y="66669"/>
                </a:cubicBezTo>
                <a:cubicBezTo>
                  <a:pt x="918252" y="67770"/>
                  <a:pt x="921267" y="68321"/>
                  <a:pt x="924449" y="68321"/>
                </a:cubicBezTo>
                <a:cubicBezTo>
                  <a:pt x="927693" y="68321"/>
                  <a:pt x="930738" y="67770"/>
                  <a:pt x="933584" y="66669"/>
                </a:cubicBezTo>
                <a:cubicBezTo>
                  <a:pt x="936431" y="65568"/>
                  <a:pt x="938940" y="63733"/>
                  <a:pt x="941113" y="61163"/>
                </a:cubicBezTo>
                <a:cubicBezTo>
                  <a:pt x="943286" y="58594"/>
                  <a:pt x="945000" y="55153"/>
                  <a:pt x="946254" y="50841"/>
                </a:cubicBezTo>
                <a:cubicBezTo>
                  <a:pt x="947509" y="46528"/>
                  <a:pt x="948137" y="41160"/>
                  <a:pt x="948137" y="34738"/>
                </a:cubicBezTo>
                <a:cubicBezTo>
                  <a:pt x="948137" y="28499"/>
                  <a:pt x="947509" y="23254"/>
                  <a:pt x="946254" y="19002"/>
                </a:cubicBezTo>
                <a:cubicBezTo>
                  <a:pt x="945000" y="14751"/>
                  <a:pt x="943286" y="11341"/>
                  <a:pt x="941113" y="8771"/>
                </a:cubicBezTo>
                <a:cubicBezTo>
                  <a:pt x="938940" y="6202"/>
                  <a:pt x="936431" y="4367"/>
                  <a:pt x="933584" y="3266"/>
                </a:cubicBezTo>
                <a:cubicBezTo>
                  <a:pt x="930738" y="2164"/>
                  <a:pt x="927693" y="1614"/>
                  <a:pt x="924449" y="1614"/>
                </a:cubicBezTo>
                <a:cubicBezTo>
                  <a:pt x="921267" y="1614"/>
                  <a:pt x="918252" y="2164"/>
                  <a:pt x="915406" y="3266"/>
                </a:cubicBezTo>
                <a:cubicBezTo>
                  <a:pt x="912560" y="4367"/>
                  <a:pt x="910066" y="6202"/>
                  <a:pt x="907923" y="8771"/>
                </a:cubicBezTo>
                <a:cubicBezTo>
                  <a:pt x="905781" y="11341"/>
                  <a:pt x="904082" y="14751"/>
                  <a:pt x="902827" y="19002"/>
                </a:cubicBezTo>
                <a:cubicBezTo>
                  <a:pt x="901572" y="23254"/>
                  <a:pt x="900945" y="28499"/>
                  <a:pt x="900945" y="34738"/>
                </a:cubicBezTo>
                <a:close/>
                <a:moveTo>
                  <a:pt x="965244" y="34738"/>
                </a:moveTo>
                <a:cubicBezTo>
                  <a:pt x="965244" y="33637"/>
                  <a:pt x="965259" y="32308"/>
                  <a:pt x="965290" y="30750"/>
                </a:cubicBezTo>
                <a:cubicBezTo>
                  <a:pt x="965321" y="29192"/>
                  <a:pt x="965428" y="27588"/>
                  <a:pt x="965611" y="25938"/>
                </a:cubicBezTo>
                <a:cubicBezTo>
                  <a:pt x="965795" y="24288"/>
                  <a:pt x="966101" y="22654"/>
                  <a:pt x="966528" y="21035"/>
                </a:cubicBezTo>
                <a:cubicBezTo>
                  <a:pt x="966957" y="19416"/>
                  <a:pt x="967554" y="17964"/>
                  <a:pt x="968319" y="16681"/>
                </a:cubicBezTo>
                <a:cubicBezTo>
                  <a:pt x="969085" y="15398"/>
                  <a:pt x="970064" y="14359"/>
                  <a:pt x="971258" y="13565"/>
                </a:cubicBezTo>
                <a:cubicBezTo>
                  <a:pt x="972452" y="12770"/>
                  <a:pt x="973936" y="12373"/>
                  <a:pt x="975710" y="12373"/>
                </a:cubicBezTo>
                <a:cubicBezTo>
                  <a:pt x="977486" y="12373"/>
                  <a:pt x="978986" y="12770"/>
                  <a:pt x="980210" y="13565"/>
                </a:cubicBezTo>
                <a:cubicBezTo>
                  <a:pt x="981434" y="14359"/>
                  <a:pt x="982444" y="15398"/>
                  <a:pt x="983240" y="16681"/>
                </a:cubicBezTo>
                <a:cubicBezTo>
                  <a:pt x="984036" y="17964"/>
                  <a:pt x="984633" y="19416"/>
                  <a:pt x="985031" y="21035"/>
                </a:cubicBezTo>
                <a:cubicBezTo>
                  <a:pt x="985428" y="22654"/>
                  <a:pt x="985734" y="24288"/>
                  <a:pt x="985948" y="25938"/>
                </a:cubicBezTo>
                <a:cubicBezTo>
                  <a:pt x="986162" y="27588"/>
                  <a:pt x="986284" y="29192"/>
                  <a:pt x="986315" y="30750"/>
                </a:cubicBezTo>
                <a:cubicBezTo>
                  <a:pt x="986346" y="32308"/>
                  <a:pt x="986361" y="33637"/>
                  <a:pt x="986361" y="34738"/>
                </a:cubicBezTo>
                <a:cubicBezTo>
                  <a:pt x="986361" y="36570"/>
                  <a:pt x="986300" y="38785"/>
                  <a:pt x="986178" y="41382"/>
                </a:cubicBezTo>
                <a:cubicBezTo>
                  <a:pt x="986056" y="43979"/>
                  <a:pt x="985673" y="46485"/>
                  <a:pt x="985031" y="48898"/>
                </a:cubicBezTo>
                <a:cubicBezTo>
                  <a:pt x="984388" y="51311"/>
                  <a:pt x="983347" y="53374"/>
                  <a:pt x="981908" y="55085"/>
                </a:cubicBezTo>
                <a:cubicBezTo>
                  <a:pt x="980470" y="56796"/>
                  <a:pt x="978404" y="57651"/>
                  <a:pt x="975710" y="57651"/>
                </a:cubicBezTo>
                <a:cubicBezTo>
                  <a:pt x="973078" y="57651"/>
                  <a:pt x="971058" y="56796"/>
                  <a:pt x="969650" y="55085"/>
                </a:cubicBezTo>
                <a:cubicBezTo>
                  <a:pt x="968242" y="53374"/>
                  <a:pt x="967217" y="51311"/>
                  <a:pt x="966575" y="48898"/>
                </a:cubicBezTo>
                <a:cubicBezTo>
                  <a:pt x="965932" y="46485"/>
                  <a:pt x="965550" y="43979"/>
                  <a:pt x="965427" y="41382"/>
                </a:cubicBezTo>
                <a:cubicBezTo>
                  <a:pt x="965305" y="38785"/>
                  <a:pt x="965244" y="36570"/>
                  <a:pt x="965244" y="34738"/>
                </a:cubicBezTo>
                <a:moveTo>
                  <a:pt x="952207" y="34738"/>
                </a:moveTo>
                <a:cubicBezTo>
                  <a:pt x="952207" y="41160"/>
                  <a:pt x="952834" y="46528"/>
                  <a:pt x="954088" y="50841"/>
                </a:cubicBezTo>
                <a:cubicBezTo>
                  <a:pt x="955343" y="55153"/>
                  <a:pt x="957042" y="58594"/>
                  <a:pt x="959185" y="61163"/>
                </a:cubicBezTo>
                <a:cubicBezTo>
                  <a:pt x="961327" y="63733"/>
                  <a:pt x="963821" y="65568"/>
                  <a:pt x="966667" y="66669"/>
                </a:cubicBezTo>
                <a:cubicBezTo>
                  <a:pt x="969514" y="67770"/>
                  <a:pt x="972528" y="68321"/>
                  <a:pt x="975710" y="68321"/>
                </a:cubicBezTo>
                <a:cubicBezTo>
                  <a:pt x="978955" y="68321"/>
                  <a:pt x="982000" y="67770"/>
                  <a:pt x="984846" y="66669"/>
                </a:cubicBezTo>
                <a:cubicBezTo>
                  <a:pt x="987692" y="65568"/>
                  <a:pt x="990202" y="63733"/>
                  <a:pt x="992374" y="61163"/>
                </a:cubicBezTo>
                <a:cubicBezTo>
                  <a:pt x="994548" y="58594"/>
                  <a:pt x="996261" y="55153"/>
                  <a:pt x="997516" y="50841"/>
                </a:cubicBezTo>
                <a:cubicBezTo>
                  <a:pt x="998771" y="46528"/>
                  <a:pt x="999399" y="41160"/>
                  <a:pt x="999399" y="34738"/>
                </a:cubicBezTo>
                <a:cubicBezTo>
                  <a:pt x="999399" y="28499"/>
                  <a:pt x="998771" y="23254"/>
                  <a:pt x="997516" y="19002"/>
                </a:cubicBezTo>
                <a:cubicBezTo>
                  <a:pt x="996261" y="14751"/>
                  <a:pt x="994548" y="11341"/>
                  <a:pt x="992374" y="8771"/>
                </a:cubicBezTo>
                <a:cubicBezTo>
                  <a:pt x="990202" y="6202"/>
                  <a:pt x="987692" y="4367"/>
                  <a:pt x="984846" y="3266"/>
                </a:cubicBezTo>
                <a:cubicBezTo>
                  <a:pt x="982000" y="2164"/>
                  <a:pt x="978955" y="1614"/>
                  <a:pt x="975710" y="1614"/>
                </a:cubicBezTo>
                <a:cubicBezTo>
                  <a:pt x="972528" y="1614"/>
                  <a:pt x="969514" y="2164"/>
                  <a:pt x="966667" y="3266"/>
                </a:cubicBezTo>
                <a:cubicBezTo>
                  <a:pt x="963821" y="4367"/>
                  <a:pt x="961327" y="6202"/>
                  <a:pt x="959185" y="8771"/>
                </a:cubicBezTo>
                <a:cubicBezTo>
                  <a:pt x="957042" y="11341"/>
                  <a:pt x="955343" y="14751"/>
                  <a:pt x="954088" y="19002"/>
                </a:cubicBezTo>
                <a:cubicBezTo>
                  <a:pt x="952834" y="23254"/>
                  <a:pt x="952207" y="28499"/>
                  <a:pt x="952207" y="34738"/>
                </a:cubicBezTo>
                <a:close/>
                <a:moveTo>
                  <a:pt x="1022473" y="28870"/>
                </a:moveTo>
                <a:lnTo>
                  <a:pt x="1022473" y="38016"/>
                </a:lnTo>
                <a:cubicBezTo>
                  <a:pt x="1024065" y="38016"/>
                  <a:pt x="1025733" y="38061"/>
                  <a:pt x="1027477" y="38153"/>
                </a:cubicBezTo>
                <a:cubicBezTo>
                  <a:pt x="1029222" y="38245"/>
                  <a:pt x="1030828" y="38581"/>
                  <a:pt x="1032297" y="39163"/>
                </a:cubicBezTo>
                <a:cubicBezTo>
                  <a:pt x="1033766" y="39744"/>
                  <a:pt x="1034975" y="40677"/>
                  <a:pt x="1035924" y="41962"/>
                </a:cubicBezTo>
                <a:cubicBezTo>
                  <a:pt x="1036873" y="43246"/>
                  <a:pt x="1037347" y="45112"/>
                  <a:pt x="1037347" y="47559"/>
                </a:cubicBezTo>
                <a:cubicBezTo>
                  <a:pt x="1037347" y="50678"/>
                  <a:pt x="1036337" y="53140"/>
                  <a:pt x="1034317" y="54945"/>
                </a:cubicBezTo>
                <a:cubicBezTo>
                  <a:pt x="1032298" y="56749"/>
                  <a:pt x="1029819" y="57651"/>
                  <a:pt x="1026881" y="57651"/>
                </a:cubicBezTo>
                <a:cubicBezTo>
                  <a:pt x="1024983" y="57651"/>
                  <a:pt x="1023345" y="57314"/>
                  <a:pt x="1021968" y="56641"/>
                </a:cubicBezTo>
                <a:cubicBezTo>
                  <a:pt x="1020591" y="55968"/>
                  <a:pt x="1019444" y="55065"/>
                  <a:pt x="1018525" y="53933"/>
                </a:cubicBezTo>
                <a:cubicBezTo>
                  <a:pt x="1017607" y="52800"/>
                  <a:pt x="1016904" y="51453"/>
                  <a:pt x="1016414" y="49893"/>
                </a:cubicBezTo>
                <a:cubicBezTo>
                  <a:pt x="1015925" y="48332"/>
                  <a:pt x="1015649" y="46695"/>
                  <a:pt x="1015588" y="44981"/>
                </a:cubicBezTo>
                <a:lnTo>
                  <a:pt x="1003194" y="44981"/>
                </a:lnTo>
                <a:cubicBezTo>
                  <a:pt x="1003132" y="48715"/>
                  <a:pt x="1003667" y="52021"/>
                  <a:pt x="1004799" y="54898"/>
                </a:cubicBezTo>
                <a:cubicBezTo>
                  <a:pt x="1005932" y="57776"/>
                  <a:pt x="1007539" y="60211"/>
                  <a:pt x="1009620" y="62204"/>
                </a:cubicBezTo>
                <a:cubicBezTo>
                  <a:pt x="1011702" y="64197"/>
                  <a:pt x="1014227" y="65715"/>
                  <a:pt x="1017195" y="66757"/>
                </a:cubicBezTo>
                <a:cubicBezTo>
                  <a:pt x="1020163" y="67799"/>
                  <a:pt x="1023453" y="68321"/>
                  <a:pt x="1027064" y="68321"/>
                </a:cubicBezTo>
                <a:cubicBezTo>
                  <a:pt x="1030185" y="68321"/>
                  <a:pt x="1033184" y="67862"/>
                  <a:pt x="1036061" y="66945"/>
                </a:cubicBezTo>
                <a:cubicBezTo>
                  <a:pt x="1038938" y="66027"/>
                  <a:pt x="1041479" y="64681"/>
                  <a:pt x="1043682" y="62906"/>
                </a:cubicBezTo>
                <a:cubicBezTo>
                  <a:pt x="1045885" y="61132"/>
                  <a:pt x="1047645" y="58929"/>
                  <a:pt x="1048961" y="56298"/>
                </a:cubicBezTo>
                <a:cubicBezTo>
                  <a:pt x="1050277" y="53667"/>
                  <a:pt x="1050935" y="50669"/>
                  <a:pt x="1050935" y="47304"/>
                </a:cubicBezTo>
                <a:cubicBezTo>
                  <a:pt x="1050935" y="43633"/>
                  <a:pt x="1049925" y="40483"/>
                  <a:pt x="1047904" y="37852"/>
                </a:cubicBezTo>
                <a:cubicBezTo>
                  <a:pt x="1045885" y="35221"/>
                  <a:pt x="1043101" y="33507"/>
                  <a:pt x="1039551" y="32712"/>
                </a:cubicBezTo>
                <a:lnTo>
                  <a:pt x="1039551" y="32528"/>
                </a:lnTo>
                <a:cubicBezTo>
                  <a:pt x="1042550" y="31672"/>
                  <a:pt x="1044799" y="30051"/>
                  <a:pt x="1046298" y="27667"/>
                </a:cubicBezTo>
                <a:cubicBezTo>
                  <a:pt x="1047798" y="25282"/>
                  <a:pt x="1048547" y="22529"/>
                  <a:pt x="1048547" y="19410"/>
                </a:cubicBezTo>
                <a:cubicBezTo>
                  <a:pt x="1048547" y="16536"/>
                  <a:pt x="1047905" y="13999"/>
                  <a:pt x="1046620" y="11797"/>
                </a:cubicBezTo>
                <a:cubicBezTo>
                  <a:pt x="1045335" y="9595"/>
                  <a:pt x="1043667" y="7729"/>
                  <a:pt x="1041616" y="6201"/>
                </a:cubicBezTo>
                <a:cubicBezTo>
                  <a:pt x="1039566" y="4672"/>
                  <a:pt x="1037255" y="3525"/>
                  <a:pt x="1034684" y="2761"/>
                </a:cubicBezTo>
                <a:cubicBezTo>
                  <a:pt x="1032114" y="1996"/>
                  <a:pt x="1029543" y="1614"/>
                  <a:pt x="1026972" y="1614"/>
                </a:cubicBezTo>
                <a:cubicBezTo>
                  <a:pt x="1023667" y="1614"/>
                  <a:pt x="1020668" y="2150"/>
                  <a:pt x="1017975" y="3224"/>
                </a:cubicBezTo>
                <a:cubicBezTo>
                  <a:pt x="1015281" y="4296"/>
                  <a:pt x="1012971" y="5813"/>
                  <a:pt x="1011043" y="7775"/>
                </a:cubicBezTo>
                <a:cubicBezTo>
                  <a:pt x="1009115" y="9736"/>
                  <a:pt x="1007616" y="12080"/>
                  <a:pt x="1006545" y="14805"/>
                </a:cubicBezTo>
                <a:cubicBezTo>
                  <a:pt x="1005473" y="17529"/>
                  <a:pt x="1004877" y="20544"/>
                  <a:pt x="1004754" y="23849"/>
                </a:cubicBezTo>
                <a:lnTo>
                  <a:pt x="1017148" y="23849"/>
                </a:lnTo>
                <a:cubicBezTo>
                  <a:pt x="1017088" y="20544"/>
                  <a:pt x="1017899" y="17805"/>
                  <a:pt x="1019582" y="15633"/>
                </a:cubicBezTo>
                <a:cubicBezTo>
                  <a:pt x="1021265" y="13460"/>
                  <a:pt x="1023759" y="12373"/>
                  <a:pt x="1027064" y="12373"/>
                </a:cubicBezTo>
                <a:cubicBezTo>
                  <a:pt x="1029451" y="12373"/>
                  <a:pt x="1031563" y="13106"/>
                  <a:pt x="1033399" y="14572"/>
                </a:cubicBezTo>
                <a:cubicBezTo>
                  <a:pt x="1035235" y="16039"/>
                  <a:pt x="1036153" y="18147"/>
                  <a:pt x="1036153" y="20896"/>
                </a:cubicBezTo>
                <a:cubicBezTo>
                  <a:pt x="1036153" y="22730"/>
                  <a:pt x="1035710" y="24196"/>
                  <a:pt x="1034823" y="25297"/>
                </a:cubicBezTo>
                <a:cubicBezTo>
                  <a:pt x="1033935" y="26396"/>
                  <a:pt x="1032803" y="27236"/>
                  <a:pt x="1031425" y="27817"/>
                </a:cubicBezTo>
                <a:cubicBezTo>
                  <a:pt x="1030048" y="28397"/>
                  <a:pt x="1028563" y="28749"/>
                  <a:pt x="1026972" y="28872"/>
                </a:cubicBezTo>
                <a:cubicBezTo>
                  <a:pt x="1025381" y="28994"/>
                  <a:pt x="1023882" y="28994"/>
                  <a:pt x="1022473" y="28870"/>
                </a:cubicBezTo>
                <a:close/>
                <a:moveTo>
                  <a:pt x="1077132" y="83742"/>
                </a:moveTo>
                <a:lnTo>
                  <a:pt x="1077132" y="0"/>
                </a:lnTo>
                <a:lnTo>
                  <a:pt x="1052895" y="0"/>
                </a:lnTo>
                <a:lnTo>
                  <a:pt x="1052895" y="10311"/>
                </a:lnTo>
                <a:lnTo>
                  <a:pt x="1064095" y="10311"/>
                </a:lnTo>
                <a:lnTo>
                  <a:pt x="1064095" y="73431"/>
                </a:lnTo>
                <a:lnTo>
                  <a:pt x="1052895" y="73431"/>
                </a:lnTo>
                <a:lnTo>
                  <a:pt x="1052895" y="83742"/>
                </a:lnTo>
                <a:lnTo>
                  <a:pt x="1077132" y="837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x1=x.clone().cuda()">
            <a:extLst xmlns:a="http://schemas.openxmlformats.org/drawingml/2006/main">
              <a:ext uri="{FF2B5EF4-FFF2-40B4-BE49-F238E27FC236}">
                <a16:creationId xmlns:a16="http://schemas.microsoft.com/office/drawing/2014/main" id="{F54ACD7A-905E-4FC8-BF42-459C4393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73" y="2858576"/>
            <a:ext cx="865538" cy="83742"/>
          </a:xfrm>
          <a:custGeom xmlns:a="http://schemas.openxmlformats.org/drawingml/2006/main">
            <a:pathLst>
              <a:path w="865538" h="83742">
                <a:moveTo>
                  <a:pt x="176247" y="39092"/>
                </a:moveTo>
                <a:lnTo>
                  <a:pt x="176247" y="29229"/>
                </a:lnTo>
                <a:lnTo>
                  <a:pt x="129883" y="29229"/>
                </a:lnTo>
                <a:lnTo>
                  <a:pt x="129883" y="39092"/>
                </a:lnTo>
                <a:lnTo>
                  <a:pt x="176247" y="39092"/>
                </a:lnTo>
                <a:close/>
                <a:moveTo>
                  <a:pt x="338142" y="67155"/>
                </a:moveTo>
                <a:lnTo>
                  <a:pt x="351179" y="67155"/>
                </a:lnTo>
                <a:lnTo>
                  <a:pt x="351179" y="1614"/>
                </a:lnTo>
                <a:lnTo>
                  <a:pt x="338142" y="1614"/>
                </a:lnTo>
                <a:lnTo>
                  <a:pt x="338142" y="67155"/>
                </a:lnTo>
                <a:close/>
                <a:moveTo>
                  <a:pt x="74426" y="3766"/>
                </a:moveTo>
                <a:lnTo>
                  <a:pt x="74365" y="4057"/>
                </a:lnTo>
                <a:lnTo>
                  <a:pt x="74300" y="4344"/>
                </a:lnTo>
                <a:lnTo>
                  <a:pt x="74232" y="4626"/>
                </a:lnTo>
                <a:lnTo>
                  <a:pt x="74159" y="4905"/>
                </a:lnTo>
                <a:lnTo>
                  <a:pt x="74082" y="5179"/>
                </a:lnTo>
                <a:lnTo>
                  <a:pt x="74001" y="5449"/>
                </a:lnTo>
                <a:lnTo>
                  <a:pt x="73915" y="5715"/>
                </a:lnTo>
                <a:lnTo>
                  <a:pt x="73826" y="5977"/>
                </a:lnTo>
                <a:lnTo>
                  <a:pt x="73732" y="6235"/>
                </a:lnTo>
                <a:lnTo>
                  <a:pt x="73634" y="6489"/>
                </a:lnTo>
                <a:lnTo>
                  <a:pt x="73532" y="6738"/>
                </a:lnTo>
                <a:lnTo>
                  <a:pt x="73426" y="6984"/>
                </a:lnTo>
                <a:lnTo>
                  <a:pt x="73316" y="7225"/>
                </a:lnTo>
                <a:lnTo>
                  <a:pt x="73202" y="7462"/>
                </a:lnTo>
                <a:lnTo>
                  <a:pt x="73084" y="7695"/>
                </a:lnTo>
                <a:lnTo>
                  <a:pt x="72961" y="7924"/>
                </a:lnTo>
                <a:lnTo>
                  <a:pt x="72834" y="8149"/>
                </a:lnTo>
                <a:lnTo>
                  <a:pt x="72703" y="8369"/>
                </a:lnTo>
                <a:lnTo>
                  <a:pt x="72568" y="8586"/>
                </a:lnTo>
                <a:lnTo>
                  <a:pt x="72429" y="8798"/>
                </a:lnTo>
                <a:lnTo>
                  <a:pt x="72286" y="9007"/>
                </a:lnTo>
                <a:lnTo>
                  <a:pt x="72139" y="9211"/>
                </a:lnTo>
                <a:lnTo>
                  <a:pt x="71990" y="9412"/>
                </a:lnTo>
                <a:lnTo>
                  <a:pt x="71838" y="9610"/>
                </a:lnTo>
                <a:lnTo>
                  <a:pt x="71683" y="9804"/>
                </a:lnTo>
                <a:lnTo>
                  <a:pt x="71525" y="9995"/>
                </a:lnTo>
                <a:lnTo>
                  <a:pt x="71365" y="10183"/>
                </a:lnTo>
                <a:lnTo>
                  <a:pt x="71202" y="10367"/>
                </a:lnTo>
                <a:lnTo>
                  <a:pt x="71036" y="10548"/>
                </a:lnTo>
                <a:lnTo>
                  <a:pt x="70868" y="10726"/>
                </a:lnTo>
                <a:lnTo>
                  <a:pt x="70697" y="10900"/>
                </a:lnTo>
                <a:lnTo>
                  <a:pt x="70523" y="11071"/>
                </a:lnTo>
                <a:lnTo>
                  <a:pt x="70346" y="11239"/>
                </a:lnTo>
                <a:lnTo>
                  <a:pt x="70167" y="11403"/>
                </a:lnTo>
                <a:lnTo>
                  <a:pt x="69985" y="11564"/>
                </a:lnTo>
                <a:lnTo>
                  <a:pt x="69800" y="11722"/>
                </a:lnTo>
                <a:lnTo>
                  <a:pt x="69613" y="11876"/>
                </a:lnTo>
                <a:lnTo>
                  <a:pt x="69423" y="12027"/>
                </a:lnTo>
                <a:lnTo>
                  <a:pt x="69230" y="12175"/>
                </a:lnTo>
                <a:lnTo>
                  <a:pt x="69034" y="12319"/>
                </a:lnTo>
                <a:lnTo>
                  <a:pt x="68836" y="12460"/>
                </a:lnTo>
                <a:lnTo>
                  <a:pt x="68635" y="12598"/>
                </a:lnTo>
                <a:lnTo>
                  <a:pt x="68432" y="12732"/>
                </a:lnTo>
                <a:lnTo>
                  <a:pt x="68225" y="12863"/>
                </a:lnTo>
                <a:lnTo>
                  <a:pt x="68016" y="12991"/>
                </a:lnTo>
                <a:lnTo>
                  <a:pt x="67804" y="13115"/>
                </a:lnTo>
                <a:lnTo>
                  <a:pt x="67591" y="13236"/>
                </a:lnTo>
                <a:lnTo>
                  <a:pt x="67375" y="13354"/>
                </a:lnTo>
                <a:lnTo>
                  <a:pt x="67157" y="13469"/>
                </a:lnTo>
                <a:lnTo>
                  <a:pt x="66936" y="13580"/>
                </a:lnTo>
                <a:lnTo>
                  <a:pt x="66714" y="13689"/>
                </a:lnTo>
                <a:lnTo>
                  <a:pt x="66489" y="13794"/>
                </a:lnTo>
                <a:lnTo>
                  <a:pt x="66262" y="13896"/>
                </a:lnTo>
                <a:lnTo>
                  <a:pt x="66032" y="13995"/>
                </a:lnTo>
                <a:lnTo>
                  <a:pt x="65801" y="14091"/>
                </a:lnTo>
                <a:lnTo>
                  <a:pt x="65567" y="14183"/>
                </a:lnTo>
                <a:lnTo>
                  <a:pt x="65331" y="14273"/>
                </a:lnTo>
                <a:lnTo>
                  <a:pt x="65092" y="14359"/>
                </a:lnTo>
                <a:lnTo>
                  <a:pt x="64852" y="14442"/>
                </a:lnTo>
                <a:lnTo>
                  <a:pt x="64609" y="14522"/>
                </a:lnTo>
                <a:lnTo>
                  <a:pt x="64364" y="14598"/>
                </a:lnTo>
                <a:lnTo>
                  <a:pt x="64117" y="14672"/>
                </a:lnTo>
                <a:lnTo>
                  <a:pt x="63868" y="14742"/>
                </a:lnTo>
                <a:lnTo>
                  <a:pt x="63616" y="14810"/>
                </a:lnTo>
                <a:lnTo>
                  <a:pt x="63362" y="14874"/>
                </a:lnTo>
                <a:lnTo>
                  <a:pt x="63106" y="14934"/>
                </a:lnTo>
                <a:lnTo>
                  <a:pt x="62847" y="14992"/>
                </a:lnTo>
                <a:lnTo>
                  <a:pt x="62587" y="15047"/>
                </a:lnTo>
                <a:lnTo>
                  <a:pt x="62324" y="15098"/>
                </a:lnTo>
                <a:lnTo>
                  <a:pt x="62060" y="15146"/>
                </a:lnTo>
                <a:lnTo>
                  <a:pt x="61794" y="15192"/>
                </a:lnTo>
                <a:lnTo>
                  <a:pt x="61529" y="15236"/>
                </a:lnTo>
                <a:lnTo>
                  <a:pt x="61262" y="15277"/>
                </a:lnTo>
                <a:lnTo>
                  <a:pt x="60994" y="15316"/>
                </a:lnTo>
                <a:lnTo>
                  <a:pt x="60726" y="15353"/>
                </a:lnTo>
                <a:lnTo>
                  <a:pt x="60457" y="15387"/>
                </a:lnTo>
                <a:lnTo>
                  <a:pt x="60187" y="15418"/>
                </a:lnTo>
                <a:lnTo>
                  <a:pt x="59916" y="15448"/>
                </a:lnTo>
                <a:lnTo>
                  <a:pt x="59645" y="15475"/>
                </a:lnTo>
                <a:lnTo>
                  <a:pt x="59372" y="15499"/>
                </a:lnTo>
                <a:lnTo>
                  <a:pt x="59099" y="15521"/>
                </a:lnTo>
                <a:lnTo>
                  <a:pt x="58826" y="15541"/>
                </a:lnTo>
                <a:lnTo>
                  <a:pt x="58551" y="15558"/>
                </a:lnTo>
                <a:lnTo>
                  <a:pt x="58275" y="15573"/>
                </a:lnTo>
                <a:lnTo>
                  <a:pt x="57999" y="15586"/>
                </a:lnTo>
                <a:lnTo>
                  <a:pt x="57722" y="15596"/>
                </a:lnTo>
                <a:lnTo>
                  <a:pt x="57444" y="15604"/>
                </a:lnTo>
                <a:lnTo>
                  <a:pt x="57166" y="15609"/>
                </a:lnTo>
                <a:lnTo>
                  <a:pt x="56886" y="15612"/>
                </a:lnTo>
                <a:lnTo>
                  <a:pt x="56606" y="15613"/>
                </a:lnTo>
                <a:lnTo>
                  <a:pt x="56325" y="15611"/>
                </a:lnTo>
                <a:lnTo>
                  <a:pt x="56043" y="15607"/>
                </a:lnTo>
                <a:lnTo>
                  <a:pt x="55761" y="15601"/>
                </a:lnTo>
                <a:lnTo>
                  <a:pt x="55761" y="25463"/>
                </a:lnTo>
                <a:lnTo>
                  <a:pt x="71919" y="25463"/>
                </a:lnTo>
                <a:lnTo>
                  <a:pt x="71919" y="67155"/>
                </a:lnTo>
                <a:lnTo>
                  <a:pt x="84956" y="67155"/>
                </a:lnTo>
                <a:lnTo>
                  <a:pt x="84956" y="2869"/>
                </a:lnTo>
                <a:lnTo>
                  <a:pt x="74582" y="2869"/>
                </a:lnTo>
                <a:lnTo>
                  <a:pt x="74534" y="3172"/>
                </a:lnTo>
                <a:lnTo>
                  <a:pt x="74482" y="3471"/>
                </a:lnTo>
                <a:lnTo>
                  <a:pt x="74426" y="3766"/>
                </a:lnTo>
                <a:close/>
                <a:moveTo>
                  <a:pt x="535648" y="1115"/>
                </a:moveTo>
                <a:lnTo>
                  <a:pt x="535405" y="1492"/>
                </a:lnTo>
                <a:lnTo>
                  <a:pt x="535165" y="1872"/>
                </a:lnTo>
                <a:lnTo>
                  <a:pt x="534927" y="2255"/>
                </a:lnTo>
                <a:lnTo>
                  <a:pt x="534692" y="2641"/>
                </a:lnTo>
                <a:lnTo>
                  <a:pt x="534460" y="3030"/>
                </a:lnTo>
                <a:lnTo>
                  <a:pt x="534231" y="3422"/>
                </a:lnTo>
                <a:lnTo>
                  <a:pt x="534004" y="3816"/>
                </a:lnTo>
                <a:lnTo>
                  <a:pt x="533780" y="4214"/>
                </a:lnTo>
                <a:lnTo>
                  <a:pt x="533559" y="4614"/>
                </a:lnTo>
                <a:lnTo>
                  <a:pt x="533340" y="5017"/>
                </a:lnTo>
                <a:lnTo>
                  <a:pt x="533124" y="5423"/>
                </a:lnTo>
                <a:lnTo>
                  <a:pt x="532911" y="5832"/>
                </a:lnTo>
                <a:lnTo>
                  <a:pt x="532700" y="6244"/>
                </a:lnTo>
                <a:lnTo>
                  <a:pt x="532492" y="6658"/>
                </a:lnTo>
                <a:lnTo>
                  <a:pt x="532287" y="7076"/>
                </a:lnTo>
                <a:lnTo>
                  <a:pt x="532085" y="7496"/>
                </a:lnTo>
                <a:lnTo>
                  <a:pt x="531885" y="7920"/>
                </a:lnTo>
                <a:lnTo>
                  <a:pt x="531688" y="8346"/>
                </a:lnTo>
                <a:lnTo>
                  <a:pt x="531494" y="8775"/>
                </a:lnTo>
                <a:lnTo>
                  <a:pt x="531302" y="9206"/>
                </a:lnTo>
                <a:lnTo>
                  <a:pt x="531114" y="9641"/>
                </a:lnTo>
                <a:lnTo>
                  <a:pt x="530928" y="10078"/>
                </a:lnTo>
                <a:lnTo>
                  <a:pt x="530744" y="10516"/>
                </a:lnTo>
                <a:lnTo>
                  <a:pt x="530563" y="10955"/>
                </a:lnTo>
                <a:lnTo>
                  <a:pt x="530384" y="11396"/>
                </a:lnTo>
                <a:lnTo>
                  <a:pt x="530209" y="11838"/>
                </a:lnTo>
                <a:lnTo>
                  <a:pt x="530035" y="12281"/>
                </a:lnTo>
                <a:lnTo>
                  <a:pt x="529864" y="12726"/>
                </a:lnTo>
                <a:lnTo>
                  <a:pt x="529696" y="13171"/>
                </a:lnTo>
                <a:lnTo>
                  <a:pt x="529530" y="13618"/>
                </a:lnTo>
                <a:lnTo>
                  <a:pt x="529367" y="14067"/>
                </a:lnTo>
                <a:lnTo>
                  <a:pt x="529206" y="14516"/>
                </a:lnTo>
                <a:lnTo>
                  <a:pt x="529048" y="14967"/>
                </a:lnTo>
                <a:lnTo>
                  <a:pt x="528893" y="15419"/>
                </a:lnTo>
                <a:lnTo>
                  <a:pt x="528740" y="15872"/>
                </a:lnTo>
                <a:lnTo>
                  <a:pt x="528589" y="16327"/>
                </a:lnTo>
                <a:lnTo>
                  <a:pt x="528441" y="16783"/>
                </a:lnTo>
                <a:lnTo>
                  <a:pt x="528296" y="17240"/>
                </a:lnTo>
                <a:lnTo>
                  <a:pt x="528153" y="17698"/>
                </a:lnTo>
                <a:lnTo>
                  <a:pt x="528013" y="18158"/>
                </a:lnTo>
                <a:lnTo>
                  <a:pt x="527875" y="18619"/>
                </a:lnTo>
                <a:lnTo>
                  <a:pt x="527740" y="19082"/>
                </a:lnTo>
                <a:lnTo>
                  <a:pt x="527607" y="19545"/>
                </a:lnTo>
                <a:lnTo>
                  <a:pt x="527477" y="20010"/>
                </a:lnTo>
                <a:lnTo>
                  <a:pt x="527349" y="20476"/>
                </a:lnTo>
                <a:lnTo>
                  <a:pt x="527224" y="20943"/>
                </a:lnTo>
                <a:lnTo>
                  <a:pt x="527102" y="21410"/>
                </a:lnTo>
                <a:lnTo>
                  <a:pt x="526982" y="21877"/>
                </a:lnTo>
                <a:lnTo>
                  <a:pt x="526865" y="22344"/>
                </a:lnTo>
                <a:lnTo>
                  <a:pt x="526750" y="22812"/>
                </a:lnTo>
                <a:lnTo>
                  <a:pt x="526638" y="23279"/>
                </a:lnTo>
                <a:lnTo>
                  <a:pt x="526528" y="23747"/>
                </a:lnTo>
                <a:lnTo>
                  <a:pt x="526421" y="24215"/>
                </a:lnTo>
                <a:lnTo>
                  <a:pt x="526317" y="24683"/>
                </a:lnTo>
                <a:lnTo>
                  <a:pt x="526215" y="25151"/>
                </a:lnTo>
                <a:lnTo>
                  <a:pt x="526115" y="25620"/>
                </a:lnTo>
                <a:lnTo>
                  <a:pt x="526018" y="26089"/>
                </a:lnTo>
                <a:lnTo>
                  <a:pt x="525924" y="26557"/>
                </a:lnTo>
                <a:lnTo>
                  <a:pt x="525832" y="27026"/>
                </a:lnTo>
                <a:lnTo>
                  <a:pt x="525743" y="27495"/>
                </a:lnTo>
                <a:lnTo>
                  <a:pt x="525656" y="27964"/>
                </a:lnTo>
                <a:lnTo>
                  <a:pt x="525572" y="28434"/>
                </a:lnTo>
                <a:lnTo>
                  <a:pt x="525491" y="28903"/>
                </a:lnTo>
                <a:lnTo>
                  <a:pt x="525412" y="29373"/>
                </a:lnTo>
                <a:lnTo>
                  <a:pt x="525335" y="29843"/>
                </a:lnTo>
                <a:lnTo>
                  <a:pt x="525261" y="30313"/>
                </a:lnTo>
                <a:lnTo>
                  <a:pt x="525190" y="30783"/>
                </a:lnTo>
                <a:lnTo>
                  <a:pt x="525121" y="31254"/>
                </a:lnTo>
                <a:lnTo>
                  <a:pt x="525055" y="31724"/>
                </a:lnTo>
                <a:lnTo>
                  <a:pt x="524991" y="32194"/>
                </a:lnTo>
                <a:lnTo>
                  <a:pt x="524930" y="32662"/>
                </a:lnTo>
                <a:lnTo>
                  <a:pt x="524872" y="33128"/>
                </a:lnTo>
                <a:lnTo>
                  <a:pt x="524816" y="33592"/>
                </a:lnTo>
                <a:lnTo>
                  <a:pt x="524763" y="34055"/>
                </a:lnTo>
                <a:lnTo>
                  <a:pt x="524713" y="34516"/>
                </a:lnTo>
                <a:lnTo>
                  <a:pt x="524666" y="34975"/>
                </a:lnTo>
                <a:lnTo>
                  <a:pt x="524621" y="35433"/>
                </a:lnTo>
                <a:lnTo>
                  <a:pt x="524579" y="35889"/>
                </a:lnTo>
                <a:lnTo>
                  <a:pt x="524540" y="36343"/>
                </a:lnTo>
                <a:lnTo>
                  <a:pt x="524503" y="36795"/>
                </a:lnTo>
                <a:lnTo>
                  <a:pt x="524469" y="37245"/>
                </a:lnTo>
                <a:lnTo>
                  <a:pt x="524438" y="37694"/>
                </a:lnTo>
                <a:lnTo>
                  <a:pt x="524410" y="38141"/>
                </a:lnTo>
                <a:lnTo>
                  <a:pt x="524384" y="38586"/>
                </a:lnTo>
                <a:lnTo>
                  <a:pt x="524361" y="39029"/>
                </a:lnTo>
                <a:lnTo>
                  <a:pt x="524341" y="39471"/>
                </a:lnTo>
                <a:lnTo>
                  <a:pt x="524323" y="39911"/>
                </a:lnTo>
                <a:lnTo>
                  <a:pt x="524308" y="40349"/>
                </a:lnTo>
                <a:lnTo>
                  <a:pt x="524296" y="40786"/>
                </a:lnTo>
                <a:lnTo>
                  <a:pt x="524286" y="41220"/>
                </a:lnTo>
                <a:lnTo>
                  <a:pt x="524280" y="41653"/>
                </a:lnTo>
                <a:lnTo>
                  <a:pt x="524276" y="42085"/>
                </a:lnTo>
                <a:lnTo>
                  <a:pt x="524274" y="42514"/>
                </a:lnTo>
                <a:lnTo>
                  <a:pt x="524280" y="43416"/>
                </a:lnTo>
                <a:lnTo>
                  <a:pt x="524296" y="44317"/>
                </a:lnTo>
                <a:lnTo>
                  <a:pt x="524324" y="45217"/>
                </a:lnTo>
                <a:lnTo>
                  <a:pt x="524362" y="46115"/>
                </a:lnTo>
                <a:lnTo>
                  <a:pt x="524412" y="47013"/>
                </a:lnTo>
                <a:lnTo>
                  <a:pt x="524472" y="47909"/>
                </a:lnTo>
                <a:lnTo>
                  <a:pt x="524544" y="48803"/>
                </a:lnTo>
                <a:lnTo>
                  <a:pt x="524626" y="49697"/>
                </a:lnTo>
                <a:lnTo>
                  <a:pt x="524720" y="50589"/>
                </a:lnTo>
                <a:lnTo>
                  <a:pt x="524824" y="51479"/>
                </a:lnTo>
                <a:lnTo>
                  <a:pt x="524940" y="52369"/>
                </a:lnTo>
                <a:lnTo>
                  <a:pt x="525066" y="53257"/>
                </a:lnTo>
                <a:lnTo>
                  <a:pt x="525204" y="54144"/>
                </a:lnTo>
                <a:lnTo>
                  <a:pt x="525352" y="55030"/>
                </a:lnTo>
                <a:lnTo>
                  <a:pt x="525512" y="55914"/>
                </a:lnTo>
                <a:lnTo>
                  <a:pt x="525682" y="56797"/>
                </a:lnTo>
                <a:lnTo>
                  <a:pt x="525864" y="57679"/>
                </a:lnTo>
                <a:lnTo>
                  <a:pt x="526056" y="58560"/>
                </a:lnTo>
                <a:lnTo>
                  <a:pt x="526259" y="59439"/>
                </a:lnTo>
                <a:lnTo>
                  <a:pt x="526474" y="60317"/>
                </a:lnTo>
                <a:lnTo>
                  <a:pt x="526699" y="61194"/>
                </a:lnTo>
                <a:lnTo>
                  <a:pt x="526936" y="62069"/>
                </a:lnTo>
                <a:lnTo>
                  <a:pt x="527183" y="62944"/>
                </a:lnTo>
                <a:lnTo>
                  <a:pt x="527442" y="63817"/>
                </a:lnTo>
                <a:lnTo>
                  <a:pt x="527710" y="64687"/>
                </a:lnTo>
                <a:lnTo>
                  <a:pt x="527988" y="65554"/>
                </a:lnTo>
                <a:lnTo>
                  <a:pt x="528275" y="66418"/>
                </a:lnTo>
                <a:lnTo>
                  <a:pt x="528570" y="67278"/>
                </a:lnTo>
                <a:lnTo>
                  <a:pt x="528875" y="68134"/>
                </a:lnTo>
                <a:lnTo>
                  <a:pt x="529189" y="68987"/>
                </a:lnTo>
                <a:lnTo>
                  <a:pt x="529512" y="69837"/>
                </a:lnTo>
                <a:lnTo>
                  <a:pt x="529844" y="70683"/>
                </a:lnTo>
                <a:lnTo>
                  <a:pt x="530185" y="71525"/>
                </a:lnTo>
                <a:lnTo>
                  <a:pt x="530536" y="72364"/>
                </a:lnTo>
                <a:lnTo>
                  <a:pt x="530895" y="73200"/>
                </a:lnTo>
                <a:lnTo>
                  <a:pt x="531264" y="74032"/>
                </a:lnTo>
                <a:lnTo>
                  <a:pt x="531641" y="74860"/>
                </a:lnTo>
                <a:lnTo>
                  <a:pt x="532028" y="75685"/>
                </a:lnTo>
                <a:lnTo>
                  <a:pt x="532423" y="76507"/>
                </a:lnTo>
                <a:lnTo>
                  <a:pt x="532828" y="77325"/>
                </a:lnTo>
                <a:lnTo>
                  <a:pt x="533242" y="78139"/>
                </a:lnTo>
                <a:lnTo>
                  <a:pt x="533665" y="78950"/>
                </a:lnTo>
                <a:lnTo>
                  <a:pt x="534097" y="79758"/>
                </a:lnTo>
                <a:lnTo>
                  <a:pt x="534538" y="80561"/>
                </a:lnTo>
                <a:lnTo>
                  <a:pt x="534989" y="81362"/>
                </a:lnTo>
                <a:lnTo>
                  <a:pt x="535448" y="82159"/>
                </a:lnTo>
                <a:lnTo>
                  <a:pt x="535916" y="82952"/>
                </a:lnTo>
                <a:lnTo>
                  <a:pt x="536394" y="83742"/>
                </a:lnTo>
                <a:lnTo>
                  <a:pt x="546493" y="83742"/>
                </a:lnTo>
                <a:lnTo>
                  <a:pt x="547227" y="83742"/>
                </a:lnTo>
                <a:lnTo>
                  <a:pt x="557326" y="83742"/>
                </a:lnTo>
                <a:lnTo>
                  <a:pt x="557577" y="83381"/>
                </a:lnTo>
                <a:lnTo>
                  <a:pt x="557826" y="83016"/>
                </a:lnTo>
                <a:lnTo>
                  <a:pt x="558072" y="82649"/>
                </a:lnTo>
                <a:lnTo>
                  <a:pt x="558316" y="82278"/>
                </a:lnTo>
                <a:lnTo>
                  <a:pt x="558557" y="81904"/>
                </a:lnTo>
                <a:lnTo>
                  <a:pt x="558795" y="81527"/>
                </a:lnTo>
                <a:lnTo>
                  <a:pt x="559031" y="81146"/>
                </a:lnTo>
                <a:lnTo>
                  <a:pt x="559265" y="80763"/>
                </a:lnTo>
                <a:lnTo>
                  <a:pt x="559495" y="80376"/>
                </a:lnTo>
                <a:lnTo>
                  <a:pt x="559724" y="79986"/>
                </a:lnTo>
                <a:lnTo>
                  <a:pt x="559949" y="79593"/>
                </a:lnTo>
                <a:lnTo>
                  <a:pt x="560173" y="79196"/>
                </a:lnTo>
                <a:lnTo>
                  <a:pt x="560393" y="78797"/>
                </a:lnTo>
                <a:lnTo>
                  <a:pt x="560611" y="78394"/>
                </a:lnTo>
                <a:lnTo>
                  <a:pt x="560827" y="77988"/>
                </a:lnTo>
                <a:lnTo>
                  <a:pt x="561040" y="77579"/>
                </a:lnTo>
                <a:lnTo>
                  <a:pt x="561250" y="77167"/>
                </a:lnTo>
                <a:lnTo>
                  <a:pt x="561458" y="76752"/>
                </a:lnTo>
                <a:lnTo>
                  <a:pt x="561663" y="76333"/>
                </a:lnTo>
                <a:lnTo>
                  <a:pt x="561866" y="75911"/>
                </a:lnTo>
                <a:lnTo>
                  <a:pt x="562066" y="75486"/>
                </a:lnTo>
                <a:lnTo>
                  <a:pt x="562264" y="75058"/>
                </a:lnTo>
                <a:lnTo>
                  <a:pt x="562459" y="74627"/>
                </a:lnTo>
                <a:lnTo>
                  <a:pt x="562651" y="74192"/>
                </a:lnTo>
                <a:lnTo>
                  <a:pt x="562841" y="73755"/>
                </a:lnTo>
                <a:lnTo>
                  <a:pt x="563028" y="73317"/>
                </a:lnTo>
                <a:lnTo>
                  <a:pt x="563213" y="72878"/>
                </a:lnTo>
                <a:lnTo>
                  <a:pt x="563395" y="72438"/>
                </a:lnTo>
                <a:lnTo>
                  <a:pt x="563574" y="71997"/>
                </a:lnTo>
                <a:lnTo>
                  <a:pt x="563750" y="71555"/>
                </a:lnTo>
                <a:lnTo>
                  <a:pt x="563924" y="71112"/>
                </a:lnTo>
                <a:lnTo>
                  <a:pt x="564095" y="70667"/>
                </a:lnTo>
                <a:lnTo>
                  <a:pt x="564263" y="70221"/>
                </a:lnTo>
                <a:lnTo>
                  <a:pt x="564429" y="69775"/>
                </a:lnTo>
                <a:lnTo>
                  <a:pt x="564592" y="69327"/>
                </a:lnTo>
                <a:lnTo>
                  <a:pt x="564752" y="68878"/>
                </a:lnTo>
                <a:lnTo>
                  <a:pt x="564909" y="68428"/>
                </a:lnTo>
                <a:lnTo>
                  <a:pt x="565064" y="67977"/>
                </a:lnTo>
                <a:lnTo>
                  <a:pt x="565216" y="67524"/>
                </a:lnTo>
                <a:lnTo>
                  <a:pt x="565365" y="67071"/>
                </a:lnTo>
                <a:lnTo>
                  <a:pt x="565512" y="66616"/>
                </a:lnTo>
                <a:lnTo>
                  <a:pt x="565656" y="66161"/>
                </a:lnTo>
                <a:lnTo>
                  <a:pt x="565797" y="65704"/>
                </a:lnTo>
                <a:lnTo>
                  <a:pt x="565935" y="65246"/>
                </a:lnTo>
                <a:lnTo>
                  <a:pt x="566071" y="64787"/>
                </a:lnTo>
                <a:lnTo>
                  <a:pt x="566204" y="64327"/>
                </a:lnTo>
                <a:lnTo>
                  <a:pt x="566334" y="63866"/>
                </a:lnTo>
                <a:lnTo>
                  <a:pt x="566462" y="63403"/>
                </a:lnTo>
                <a:lnTo>
                  <a:pt x="566587" y="62940"/>
                </a:lnTo>
                <a:lnTo>
                  <a:pt x="566709" y="62477"/>
                </a:lnTo>
                <a:lnTo>
                  <a:pt x="566828" y="62013"/>
                </a:lnTo>
                <a:lnTo>
                  <a:pt x="566945" y="61549"/>
                </a:lnTo>
                <a:lnTo>
                  <a:pt x="567059" y="61085"/>
                </a:lnTo>
                <a:lnTo>
                  <a:pt x="567170" y="60620"/>
                </a:lnTo>
                <a:lnTo>
                  <a:pt x="567279" y="60155"/>
                </a:lnTo>
                <a:lnTo>
                  <a:pt x="567385" y="59690"/>
                </a:lnTo>
                <a:lnTo>
                  <a:pt x="567488" y="59224"/>
                </a:lnTo>
                <a:lnTo>
                  <a:pt x="567588" y="58758"/>
                </a:lnTo>
                <a:lnTo>
                  <a:pt x="567686" y="58292"/>
                </a:lnTo>
                <a:lnTo>
                  <a:pt x="567781" y="57826"/>
                </a:lnTo>
                <a:lnTo>
                  <a:pt x="567873" y="57359"/>
                </a:lnTo>
                <a:lnTo>
                  <a:pt x="567963" y="56891"/>
                </a:lnTo>
                <a:lnTo>
                  <a:pt x="568050" y="56424"/>
                </a:lnTo>
                <a:lnTo>
                  <a:pt x="568134" y="55956"/>
                </a:lnTo>
                <a:lnTo>
                  <a:pt x="568216" y="55488"/>
                </a:lnTo>
                <a:lnTo>
                  <a:pt x="568294" y="55019"/>
                </a:lnTo>
                <a:lnTo>
                  <a:pt x="568370" y="54550"/>
                </a:lnTo>
                <a:lnTo>
                  <a:pt x="568444" y="54081"/>
                </a:lnTo>
                <a:lnTo>
                  <a:pt x="568514" y="53612"/>
                </a:lnTo>
                <a:lnTo>
                  <a:pt x="568582" y="53142"/>
                </a:lnTo>
                <a:lnTo>
                  <a:pt x="568648" y="52672"/>
                </a:lnTo>
                <a:lnTo>
                  <a:pt x="568710" y="52202"/>
                </a:lnTo>
                <a:lnTo>
                  <a:pt x="568770" y="51732"/>
                </a:lnTo>
                <a:lnTo>
                  <a:pt x="568828" y="51264"/>
                </a:lnTo>
                <a:lnTo>
                  <a:pt x="568883" y="50798"/>
                </a:lnTo>
                <a:lnTo>
                  <a:pt x="568935" y="50333"/>
                </a:lnTo>
                <a:lnTo>
                  <a:pt x="568985" y="49870"/>
                </a:lnTo>
                <a:lnTo>
                  <a:pt x="569032" y="49409"/>
                </a:lnTo>
                <a:lnTo>
                  <a:pt x="569077" y="48950"/>
                </a:lnTo>
                <a:lnTo>
                  <a:pt x="569119" y="48493"/>
                </a:lnTo>
                <a:lnTo>
                  <a:pt x="569158" y="48037"/>
                </a:lnTo>
                <a:lnTo>
                  <a:pt x="569195" y="47583"/>
                </a:lnTo>
                <a:lnTo>
                  <a:pt x="569230" y="47131"/>
                </a:lnTo>
                <a:lnTo>
                  <a:pt x="569262" y="46680"/>
                </a:lnTo>
                <a:lnTo>
                  <a:pt x="569291" y="46232"/>
                </a:lnTo>
                <a:lnTo>
                  <a:pt x="569318" y="45785"/>
                </a:lnTo>
                <a:lnTo>
                  <a:pt x="569342" y="45340"/>
                </a:lnTo>
                <a:lnTo>
                  <a:pt x="569364" y="44896"/>
                </a:lnTo>
                <a:lnTo>
                  <a:pt x="569383" y="44454"/>
                </a:lnTo>
                <a:lnTo>
                  <a:pt x="569400" y="44014"/>
                </a:lnTo>
                <a:lnTo>
                  <a:pt x="569414" y="43576"/>
                </a:lnTo>
                <a:lnTo>
                  <a:pt x="569425" y="43140"/>
                </a:lnTo>
                <a:lnTo>
                  <a:pt x="569434" y="42705"/>
                </a:lnTo>
                <a:lnTo>
                  <a:pt x="569441" y="42272"/>
                </a:lnTo>
                <a:lnTo>
                  <a:pt x="569444" y="41841"/>
                </a:lnTo>
                <a:lnTo>
                  <a:pt x="569446" y="41412"/>
                </a:lnTo>
                <a:lnTo>
                  <a:pt x="569440" y="40509"/>
                </a:lnTo>
                <a:lnTo>
                  <a:pt x="569424" y="39608"/>
                </a:lnTo>
                <a:lnTo>
                  <a:pt x="569396" y="38707"/>
                </a:lnTo>
                <a:lnTo>
                  <a:pt x="569358" y="37808"/>
                </a:lnTo>
                <a:lnTo>
                  <a:pt x="569308" y="36909"/>
                </a:lnTo>
                <a:lnTo>
                  <a:pt x="569248" y="36011"/>
                </a:lnTo>
                <a:lnTo>
                  <a:pt x="569176" y="35115"/>
                </a:lnTo>
                <a:lnTo>
                  <a:pt x="569094" y="34219"/>
                </a:lnTo>
                <a:lnTo>
                  <a:pt x="569000" y="33324"/>
                </a:lnTo>
                <a:lnTo>
                  <a:pt x="568896" y="32430"/>
                </a:lnTo>
                <a:lnTo>
                  <a:pt x="568780" y="31538"/>
                </a:lnTo>
                <a:lnTo>
                  <a:pt x="568654" y="30646"/>
                </a:lnTo>
                <a:lnTo>
                  <a:pt x="568516" y="29755"/>
                </a:lnTo>
                <a:lnTo>
                  <a:pt x="568368" y="28865"/>
                </a:lnTo>
                <a:lnTo>
                  <a:pt x="568208" y="27976"/>
                </a:lnTo>
                <a:lnTo>
                  <a:pt x="568038" y="27088"/>
                </a:lnTo>
                <a:lnTo>
                  <a:pt x="567856" y="26201"/>
                </a:lnTo>
                <a:lnTo>
                  <a:pt x="567664" y="25315"/>
                </a:lnTo>
                <a:lnTo>
                  <a:pt x="567461" y="24429"/>
                </a:lnTo>
                <a:lnTo>
                  <a:pt x="567246" y="23545"/>
                </a:lnTo>
                <a:lnTo>
                  <a:pt x="567021" y="22662"/>
                </a:lnTo>
                <a:lnTo>
                  <a:pt x="566784" y="21780"/>
                </a:lnTo>
                <a:lnTo>
                  <a:pt x="566537" y="20898"/>
                </a:lnTo>
                <a:lnTo>
                  <a:pt x="566278" y="20018"/>
                </a:lnTo>
                <a:lnTo>
                  <a:pt x="566010" y="19140"/>
                </a:lnTo>
                <a:lnTo>
                  <a:pt x="565732" y="18266"/>
                </a:lnTo>
                <a:lnTo>
                  <a:pt x="565445" y="17395"/>
                </a:lnTo>
                <a:lnTo>
                  <a:pt x="565150" y="16528"/>
                </a:lnTo>
                <a:lnTo>
                  <a:pt x="564845" y="15666"/>
                </a:lnTo>
                <a:lnTo>
                  <a:pt x="564531" y="14807"/>
                </a:lnTo>
                <a:lnTo>
                  <a:pt x="564208" y="13952"/>
                </a:lnTo>
                <a:lnTo>
                  <a:pt x="563876" y="13100"/>
                </a:lnTo>
                <a:lnTo>
                  <a:pt x="563535" y="12253"/>
                </a:lnTo>
                <a:lnTo>
                  <a:pt x="563184" y="11409"/>
                </a:lnTo>
                <a:lnTo>
                  <a:pt x="562825" y="10569"/>
                </a:lnTo>
                <a:lnTo>
                  <a:pt x="562456" y="9733"/>
                </a:lnTo>
                <a:lnTo>
                  <a:pt x="562079" y="8901"/>
                </a:lnTo>
                <a:lnTo>
                  <a:pt x="561692" y="8073"/>
                </a:lnTo>
                <a:lnTo>
                  <a:pt x="561297" y="7248"/>
                </a:lnTo>
                <a:lnTo>
                  <a:pt x="560892" y="6428"/>
                </a:lnTo>
                <a:lnTo>
                  <a:pt x="560478" y="5611"/>
                </a:lnTo>
                <a:lnTo>
                  <a:pt x="560055" y="4798"/>
                </a:lnTo>
                <a:lnTo>
                  <a:pt x="559623" y="3989"/>
                </a:lnTo>
                <a:lnTo>
                  <a:pt x="559182" y="3183"/>
                </a:lnTo>
                <a:lnTo>
                  <a:pt x="558731" y="2382"/>
                </a:lnTo>
                <a:lnTo>
                  <a:pt x="558272" y="1584"/>
                </a:lnTo>
                <a:lnTo>
                  <a:pt x="557804" y="790"/>
                </a:lnTo>
                <a:lnTo>
                  <a:pt x="557326" y="0"/>
                </a:lnTo>
                <a:lnTo>
                  <a:pt x="547318" y="0"/>
                </a:lnTo>
                <a:lnTo>
                  <a:pt x="546584" y="0"/>
                </a:lnTo>
                <a:lnTo>
                  <a:pt x="536394" y="0"/>
                </a:lnTo>
                <a:lnTo>
                  <a:pt x="536143" y="369"/>
                </a:lnTo>
                <a:lnTo>
                  <a:pt x="535894" y="740"/>
                </a:lnTo>
                <a:lnTo>
                  <a:pt x="535648" y="1115"/>
                </a:lnTo>
                <a:close/>
                <a:moveTo>
                  <a:pt x="546796" y="82907"/>
                </a:moveTo>
                <a:lnTo>
                  <a:pt x="546375" y="82070"/>
                </a:lnTo>
                <a:lnTo>
                  <a:pt x="545964" y="81231"/>
                </a:lnTo>
                <a:lnTo>
                  <a:pt x="545563" y="80391"/>
                </a:lnTo>
                <a:lnTo>
                  <a:pt x="545172" y="79548"/>
                </a:lnTo>
                <a:lnTo>
                  <a:pt x="544791" y="78704"/>
                </a:lnTo>
                <a:lnTo>
                  <a:pt x="544420" y="77857"/>
                </a:lnTo>
                <a:lnTo>
                  <a:pt x="544059" y="77009"/>
                </a:lnTo>
                <a:lnTo>
                  <a:pt x="543709" y="76158"/>
                </a:lnTo>
                <a:lnTo>
                  <a:pt x="543368" y="75306"/>
                </a:lnTo>
                <a:lnTo>
                  <a:pt x="543037" y="74452"/>
                </a:lnTo>
                <a:lnTo>
                  <a:pt x="542716" y="73596"/>
                </a:lnTo>
                <a:lnTo>
                  <a:pt x="542406" y="72738"/>
                </a:lnTo>
                <a:lnTo>
                  <a:pt x="542105" y="71878"/>
                </a:lnTo>
                <a:lnTo>
                  <a:pt x="541815" y="71017"/>
                </a:lnTo>
                <a:lnTo>
                  <a:pt x="541534" y="70153"/>
                </a:lnTo>
                <a:lnTo>
                  <a:pt x="541264" y="69287"/>
                </a:lnTo>
                <a:lnTo>
                  <a:pt x="541004" y="68420"/>
                </a:lnTo>
                <a:lnTo>
                  <a:pt x="540753" y="67551"/>
                </a:lnTo>
                <a:lnTo>
                  <a:pt x="540513" y="66679"/>
                </a:lnTo>
                <a:lnTo>
                  <a:pt x="540283" y="65806"/>
                </a:lnTo>
                <a:lnTo>
                  <a:pt x="540063" y="64931"/>
                </a:lnTo>
                <a:lnTo>
                  <a:pt x="539852" y="64054"/>
                </a:lnTo>
                <a:lnTo>
                  <a:pt x="539652" y="63175"/>
                </a:lnTo>
                <a:lnTo>
                  <a:pt x="539461" y="62294"/>
                </a:lnTo>
                <a:lnTo>
                  <a:pt x="539278" y="61412"/>
                </a:lnTo>
                <a:lnTo>
                  <a:pt x="539104" y="60528"/>
                </a:lnTo>
                <a:lnTo>
                  <a:pt x="538937" y="59642"/>
                </a:lnTo>
                <a:lnTo>
                  <a:pt x="538779" y="58755"/>
                </a:lnTo>
                <a:lnTo>
                  <a:pt x="538628" y="57866"/>
                </a:lnTo>
                <a:lnTo>
                  <a:pt x="538486" y="56976"/>
                </a:lnTo>
                <a:lnTo>
                  <a:pt x="538352" y="56084"/>
                </a:lnTo>
                <a:lnTo>
                  <a:pt x="538226" y="55190"/>
                </a:lnTo>
                <a:lnTo>
                  <a:pt x="538108" y="54295"/>
                </a:lnTo>
                <a:lnTo>
                  <a:pt x="537998" y="53398"/>
                </a:lnTo>
                <a:lnTo>
                  <a:pt x="537897" y="52500"/>
                </a:lnTo>
                <a:lnTo>
                  <a:pt x="537803" y="51600"/>
                </a:lnTo>
                <a:lnTo>
                  <a:pt x="537718" y="50698"/>
                </a:lnTo>
                <a:lnTo>
                  <a:pt x="537641" y="49795"/>
                </a:lnTo>
                <a:lnTo>
                  <a:pt x="537571" y="48890"/>
                </a:lnTo>
                <a:lnTo>
                  <a:pt x="537510" y="47984"/>
                </a:lnTo>
                <a:lnTo>
                  <a:pt x="537458" y="47076"/>
                </a:lnTo>
                <a:lnTo>
                  <a:pt x="537413" y="46167"/>
                </a:lnTo>
                <a:lnTo>
                  <a:pt x="537376" y="45256"/>
                </a:lnTo>
                <a:lnTo>
                  <a:pt x="537348" y="44343"/>
                </a:lnTo>
                <a:lnTo>
                  <a:pt x="537328" y="43428"/>
                </a:lnTo>
                <a:lnTo>
                  <a:pt x="537315" y="42513"/>
                </a:lnTo>
                <a:lnTo>
                  <a:pt x="537311" y="41595"/>
                </a:lnTo>
                <a:lnTo>
                  <a:pt x="537315" y="40693"/>
                </a:lnTo>
                <a:lnTo>
                  <a:pt x="537328" y="39792"/>
                </a:lnTo>
                <a:lnTo>
                  <a:pt x="537349" y="38891"/>
                </a:lnTo>
                <a:lnTo>
                  <a:pt x="537378" y="37992"/>
                </a:lnTo>
                <a:lnTo>
                  <a:pt x="537415" y="37095"/>
                </a:lnTo>
                <a:lnTo>
                  <a:pt x="537461" y="36198"/>
                </a:lnTo>
                <a:lnTo>
                  <a:pt x="537514" y="35302"/>
                </a:lnTo>
                <a:lnTo>
                  <a:pt x="537577" y="34408"/>
                </a:lnTo>
                <a:lnTo>
                  <a:pt x="537647" y="33514"/>
                </a:lnTo>
                <a:lnTo>
                  <a:pt x="537726" y="32622"/>
                </a:lnTo>
                <a:lnTo>
                  <a:pt x="537813" y="31731"/>
                </a:lnTo>
                <a:lnTo>
                  <a:pt x="537908" y="30841"/>
                </a:lnTo>
                <a:lnTo>
                  <a:pt x="538012" y="29952"/>
                </a:lnTo>
                <a:lnTo>
                  <a:pt x="538124" y="29064"/>
                </a:lnTo>
                <a:lnTo>
                  <a:pt x="538244" y="28177"/>
                </a:lnTo>
                <a:lnTo>
                  <a:pt x="538372" y="27292"/>
                </a:lnTo>
                <a:lnTo>
                  <a:pt x="538509" y="26407"/>
                </a:lnTo>
                <a:lnTo>
                  <a:pt x="538654" y="25524"/>
                </a:lnTo>
                <a:lnTo>
                  <a:pt x="538807" y="24642"/>
                </a:lnTo>
                <a:lnTo>
                  <a:pt x="538969" y="23761"/>
                </a:lnTo>
                <a:lnTo>
                  <a:pt x="539139" y="22881"/>
                </a:lnTo>
                <a:lnTo>
                  <a:pt x="539317" y="22002"/>
                </a:lnTo>
                <a:lnTo>
                  <a:pt x="539504" y="21124"/>
                </a:lnTo>
                <a:lnTo>
                  <a:pt x="539699" y="20248"/>
                </a:lnTo>
                <a:lnTo>
                  <a:pt x="539902" y="19373"/>
                </a:lnTo>
                <a:lnTo>
                  <a:pt x="540116" y="18501"/>
                </a:lnTo>
                <a:lnTo>
                  <a:pt x="540340" y="17631"/>
                </a:lnTo>
                <a:lnTo>
                  <a:pt x="540573" y="16765"/>
                </a:lnTo>
                <a:lnTo>
                  <a:pt x="540817" y="15901"/>
                </a:lnTo>
                <a:lnTo>
                  <a:pt x="541070" y="15039"/>
                </a:lnTo>
                <a:lnTo>
                  <a:pt x="541333" y="14181"/>
                </a:lnTo>
                <a:lnTo>
                  <a:pt x="541606" y="13325"/>
                </a:lnTo>
                <a:lnTo>
                  <a:pt x="541889" y="12472"/>
                </a:lnTo>
                <a:lnTo>
                  <a:pt x="542182" y="11621"/>
                </a:lnTo>
                <a:lnTo>
                  <a:pt x="542485" y="10774"/>
                </a:lnTo>
                <a:lnTo>
                  <a:pt x="542797" y="9929"/>
                </a:lnTo>
                <a:lnTo>
                  <a:pt x="543119" y="9086"/>
                </a:lnTo>
                <a:lnTo>
                  <a:pt x="543452" y="8247"/>
                </a:lnTo>
                <a:lnTo>
                  <a:pt x="543794" y="7410"/>
                </a:lnTo>
                <a:lnTo>
                  <a:pt x="544146" y="6576"/>
                </a:lnTo>
                <a:lnTo>
                  <a:pt x="544508" y="5744"/>
                </a:lnTo>
                <a:lnTo>
                  <a:pt x="544880" y="4916"/>
                </a:lnTo>
                <a:lnTo>
                  <a:pt x="545261" y="4090"/>
                </a:lnTo>
                <a:lnTo>
                  <a:pt x="545653" y="3266"/>
                </a:lnTo>
                <a:lnTo>
                  <a:pt x="546055" y="2446"/>
                </a:lnTo>
                <a:lnTo>
                  <a:pt x="546466" y="1628"/>
                </a:lnTo>
                <a:lnTo>
                  <a:pt x="546887" y="812"/>
                </a:lnTo>
                <a:lnTo>
                  <a:pt x="546940" y="714"/>
                </a:lnTo>
                <a:lnTo>
                  <a:pt x="547000" y="835"/>
                </a:lnTo>
                <a:lnTo>
                  <a:pt x="547407" y="1673"/>
                </a:lnTo>
                <a:lnTo>
                  <a:pt x="547805" y="2512"/>
                </a:lnTo>
                <a:lnTo>
                  <a:pt x="548193" y="3354"/>
                </a:lnTo>
                <a:lnTo>
                  <a:pt x="548573" y="4198"/>
                </a:lnTo>
                <a:lnTo>
                  <a:pt x="548943" y="5044"/>
                </a:lnTo>
                <a:lnTo>
                  <a:pt x="549303" y="5893"/>
                </a:lnTo>
                <a:lnTo>
                  <a:pt x="549655" y="6744"/>
                </a:lnTo>
                <a:lnTo>
                  <a:pt x="549997" y="7597"/>
                </a:lnTo>
                <a:lnTo>
                  <a:pt x="550330" y="8452"/>
                </a:lnTo>
                <a:lnTo>
                  <a:pt x="550654" y="9309"/>
                </a:lnTo>
                <a:lnTo>
                  <a:pt x="550968" y="10169"/>
                </a:lnTo>
                <a:lnTo>
                  <a:pt x="551274" y="11031"/>
                </a:lnTo>
                <a:lnTo>
                  <a:pt x="551570" y="11895"/>
                </a:lnTo>
                <a:lnTo>
                  <a:pt x="551857" y="12762"/>
                </a:lnTo>
                <a:lnTo>
                  <a:pt x="552134" y="13630"/>
                </a:lnTo>
                <a:lnTo>
                  <a:pt x="552402" y="14501"/>
                </a:lnTo>
                <a:lnTo>
                  <a:pt x="552661" y="15374"/>
                </a:lnTo>
                <a:lnTo>
                  <a:pt x="552911" y="16249"/>
                </a:lnTo>
                <a:lnTo>
                  <a:pt x="553152" y="17127"/>
                </a:lnTo>
                <a:lnTo>
                  <a:pt x="553383" y="18007"/>
                </a:lnTo>
                <a:lnTo>
                  <a:pt x="553605" y="18889"/>
                </a:lnTo>
                <a:lnTo>
                  <a:pt x="553818" y="19773"/>
                </a:lnTo>
                <a:lnTo>
                  <a:pt x="554021" y="20660"/>
                </a:lnTo>
                <a:lnTo>
                  <a:pt x="554216" y="21548"/>
                </a:lnTo>
                <a:lnTo>
                  <a:pt x="554403" y="22437"/>
                </a:lnTo>
                <a:lnTo>
                  <a:pt x="554581" y="23328"/>
                </a:lnTo>
                <a:lnTo>
                  <a:pt x="554751" y="24220"/>
                </a:lnTo>
                <a:lnTo>
                  <a:pt x="554912" y="25114"/>
                </a:lnTo>
                <a:lnTo>
                  <a:pt x="555066" y="26008"/>
                </a:lnTo>
                <a:lnTo>
                  <a:pt x="555211" y="26904"/>
                </a:lnTo>
                <a:lnTo>
                  <a:pt x="555348" y="27801"/>
                </a:lnTo>
                <a:lnTo>
                  <a:pt x="555476" y="28700"/>
                </a:lnTo>
                <a:lnTo>
                  <a:pt x="555596" y="29600"/>
                </a:lnTo>
                <a:lnTo>
                  <a:pt x="555708" y="30501"/>
                </a:lnTo>
                <a:lnTo>
                  <a:pt x="555812" y="31403"/>
                </a:lnTo>
                <a:lnTo>
                  <a:pt x="555907" y="32307"/>
                </a:lnTo>
                <a:lnTo>
                  <a:pt x="555994" y="33211"/>
                </a:lnTo>
                <a:lnTo>
                  <a:pt x="556073" y="34118"/>
                </a:lnTo>
                <a:lnTo>
                  <a:pt x="556143" y="35025"/>
                </a:lnTo>
                <a:lnTo>
                  <a:pt x="556206" y="35934"/>
                </a:lnTo>
                <a:lnTo>
                  <a:pt x="556259" y="36844"/>
                </a:lnTo>
                <a:lnTo>
                  <a:pt x="556305" y="37755"/>
                </a:lnTo>
                <a:lnTo>
                  <a:pt x="556342" y="38668"/>
                </a:lnTo>
                <a:lnTo>
                  <a:pt x="556371" y="39581"/>
                </a:lnTo>
                <a:lnTo>
                  <a:pt x="556392" y="40496"/>
                </a:lnTo>
                <a:lnTo>
                  <a:pt x="556404" y="41413"/>
                </a:lnTo>
                <a:lnTo>
                  <a:pt x="556409" y="42331"/>
                </a:lnTo>
                <a:lnTo>
                  <a:pt x="556404" y="43233"/>
                </a:lnTo>
                <a:lnTo>
                  <a:pt x="556392" y="44133"/>
                </a:lnTo>
                <a:lnTo>
                  <a:pt x="556371" y="45033"/>
                </a:lnTo>
                <a:lnTo>
                  <a:pt x="556341" y="45931"/>
                </a:lnTo>
                <a:lnTo>
                  <a:pt x="556303" y="46827"/>
                </a:lnTo>
                <a:lnTo>
                  <a:pt x="556257" y="47722"/>
                </a:lnTo>
                <a:lnTo>
                  <a:pt x="556202" y="48616"/>
                </a:lnTo>
                <a:lnTo>
                  <a:pt x="556138" y="49508"/>
                </a:lnTo>
                <a:lnTo>
                  <a:pt x="556066" y="50399"/>
                </a:lnTo>
                <a:lnTo>
                  <a:pt x="555986" y="51288"/>
                </a:lnTo>
                <a:lnTo>
                  <a:pt x="555897" y="52176"/>
                </a:lnTo>
                <a:lnTo>
                  <a:pt x="555800" y="53062"/>
                </a:lnTo>
                <a:lnTo>
                  <a:pt x="555695" y="53947"/>
                </a:lnTo>
                <a:lnTo>
                  <a:pt x="555581" y="54831"/>
                </a:lnTo>
                <a:lnTo>
                  <a:pt x="555458" y="55713"/>
                </a:lnTo>
                <a:lnTo>
                  <a:pt x="555327" y="56593"/>
                </a:lnTo>
                <a:lnTo>
                  <a:pt x="555188" y="57473"/>
                </a:lnTo>
                <a:lnTo>
                  <a:pt x="555040" y="58350"/>
                </a:lnTo>
                <a:lnTo>
                  <a:pt x="554884" y="59227"/>
                </a:lnTo>
                <a:lnTo>
                  <a:pt x="554719" y="60102"/>
                </a:lnTo>
                <a:lnTo>
                  <a:pt x="554546" y="60975"/>
                </a:lnTo>
                <a:lnTo>
                  <a:pt x="554364" y="61847"/>
                </a:lnTo>
                <a:lnTo>
                  <a:pt x="554174" y="62718"/>
                </a:lnTo>
                <a:lnTo>
                  <a:pt x="553975" y="63587"/>
                </a:lnTo>
                <a:lnTo>
                  <a:pt x="553768" y="64454"/>
                </a:lnTo>
                <a:lnTo>
                  <a:pt x="553551" y="65319"/>
                </a:lnTo>
                <a:lnTo>
                  <a:pt x="553326" y="66182"/>
                </a:lnTo>
                <a:lnTo>
                  <a:pt x="553091" y="67042"/>
                </a:lnTo>
                <a:lnTo>
                  <a:pt x="552848" y="67899"/>
                </a:lnTo>
                <a:lnTo>
                  <a:pt x="552595" y="68755"/>
                </a:lnTo>
                <a:lnTo>
                  <a:pt x="552333" y="69608"/>
                </a:lnTo>
                <a:lnTo>
                  <a:pt x="552062" y="70458"/>
                </a:lnTo>
                <a:lnTo>
                  <a:pt x="551782" y="71306"/>
                </a:lnTo>
                <a:lnTo>
                  <a:pt x="551493" y="72152"/>
                </a:lnTo>
                <a:lnTo>
                  <a:pt x="551195" y="72995"/>
                </a:lnTo>
                <a:lnTo>
                  <a:pt x="550888" y="73836"/>
                </a:lnTo>
                <a:lnTo>
                  <a:pt x="550572" y="74675"/>
                </a:lnTo>
                <a:lnTo>
                  <a:pt x="550246" y="75511"/>
                </a:lnTo>
                <a:lnTo>
                  <a:pt x="549912" y="76345"/>
                </a:lnTo>
                <a:lnTo>
                  <a:pt x="549568" y="77177"/>
                </a:lnTo>
                <a:lnTo>
                  <a:pt x="549216" y="78006"/>
                </a:lnTo>
                <a:lnTo>
                  <a:pt x="548854" y="78832"/>
                </a:lnTo>
                <a:lnTo>
                  <a:pt x="548483" y="79657"/>
                </a:lnTo>
                <a:lnTo>
                  <a:pt x="548103" y="80478"/>
                </a:lnTo>
                <a:lnTo>
                  <a:pt x="547714" y="81298"/>
                </a:lnTo>
                <a:lnTo>
                  <a:pt x="547316" y="82115"/>
                </a:lnTo>
                <a:lnTo>
                  <a:pt x="546909" y="82930"/>
                </a:lnTo>
                <a:lnTo>
                  <a:pt x="546859" y="83028"/>
                </a:lnTo>
                <a:lnTo>
                  <a:pt x="546796" y="82907"/>
                </a:lnTo>
                <a:close/>
                <a:moveTo>
                  <a:pt x="430398" y="41097"/>
                </a:moveTo>
                <a:lnTo>
                  <a:pt x="430419" y="40528"/>
                </a:lnTo>
                <a:lnTo>
                  <a:pt x="430448" y="39973"/>
                </a:lnTo>
                <a:lnTo>
                  <a:pt x="430485" y="39433"/>
                </a:lnTo>
                <a:lnTo>
                  <a:pt x="430531" y="38906"/>
                </a:lnTo>
                <a:lnTo>
                  <a:pt x="430585" y="38394"/>
                </a:lnTo>
                <a:lnTo>
                  <a:pt x="430647" y="37896"/>
                </a:lnTo>
                <a:lnTo>
                  <a:pt x="430717" y="37413"/>
                </a:lnTo>
                <a:lnTo>
                  <a:pt x="430796" y="36943"/>
                </a:lnTo>
                <a:lnTo>
                  <a:pt x="430883" y="36488"/>
                </a:lnTo>
                <a:lnTo>
                  <a:pt x="430978" y="36046"/>
                </a:lnTo>
                <a:lnTo>
                  <a:pt x="431082" y="35619"/>
                </a:lnTo>
                <a:lnTo>
                  <a:pt x="431194" y="35206"/>
                </a:lnTo>
                <a:lnTo>
                  <a:pt x="431314" y="34808"/>
                </a:lnTo>
                <a:lnTo>
                  <a:pt x="431443" y="34423"/>
                </a:lnTo>
                <a:lnTo>
                  <a:pt x="431579" y="34053"/>
                </a:lnTo>
                <a:lnTo>
                  <a:pt x="431724" y="33697"/>
                </a:lnTo>
                <a:lnTo>
                  <a:pt x="431878" y="33355"/>
                </a:lnTo>
                <a:lnTo>
                  <a:pt x="432039" y="33027"/>
                </a:lnTo>
                <a:lnTo>
                  <a:pt x="432209" y="32714"/>
                </a:lnTo>
                <a:lnTo>
                  <a:pt x="432387" y="32415"/>
                </a:lnTo>
                <a:lnTo>
                  <a:pt x="432574" y="32130"/>
                </a:lnTo>
                <a:lnTo>
                  <a:pt x="432769" y="31859"/>
                </a:lnTo>
                <a:lnTo>
                  <a:pt x="432973" y="31600"/>
                </a:lnTo>
                <a:lnTo>
                  <a:pt x="433187" y="31353"/>
                </a:lnTo>
                <a:lnTo>
                  <a:pt x="433411" y="31116"/>
                </a:lnTo>
                <a:lnTo>
                  <a:pt x="433646" y="30891"/>
                </a:lnTo>
                <a:lnTo>
                  <a:pt x="433891" y="30676"/>
                </a:lnTo>
                <a:lnTo>
                  <a:pt x="434146" y="30473"/>
                </a:lnTo>
                <a:lnTo>
                  <a:pt x="434411" y="30280"/>
                </a:lnTo>
                <a:lnTo>
                  <a:pt x="434687" y="30099"/>
                </a:lnTo>
                <a:lnTo>
                  <a:pt x="434972" y="29928"/>
                </a:lnTo>
                <a:lnTo>
                  <a:pt x="435268" y="29769"/>
                </a:lnTo>
                <a:lnTo>
                  <a:pt x="435574" y="29620"/>
                </a:lnTo>
                <a:lnTo>
                  <a:pt x="435890" y="29483"/>
                </a:lnTo>
                <a:lnTo>
                  <a:pt x="436217" y="29356"/>
                </a:lnTo>
                <a:lnTo>
                  <a:pt x="436553" y="29241"/>
                </a:lnTo>
                <a:lnTo>
                  <a:pt x="436900" y="29137"/>
                </a:lnTo>
                <a:lnTo>
                  <a:pt x="437257" y="29043"/>
                </a:lnTo>
                <a:lnTo>
                  <a:pt x="437625" y="28961"/>
                </a:lnTo>
                <a:lnTo>
                  <a:pt x="438002" y="28889"/>
                </a:lnTo>
                <a:lnTo>
                  <a:pt x="438390" y="28829"/>
                </a:lnTo>
                <a:lnTo>
                  <a:pt x="438788" y="28779"/>
                </a:lnTo>
                <a:lnTo>
                  <a:pt x="439196" y="28741"/>
                </a:lnTo>
                <a:lnTo>
                  <a:pt x="439614" y="28713"/>
                </a:lnTo>
                <a:lnTo>
                  <a:pt x="440042" y="28697"/>
                </a:lnTo>
                <a:lnTo>
                  <a:pt x="440481" y="28691"/>
                </a:lnTo>
                <a:lnTo>
                  <a:pt x="440866" y="28696"/>
                </a:lnTo>
                <a:lnTo>
                  <a:pt x="441242" y="28711"/>
                </a:lnTo>
                <a:lnTo>
                  <a:pt x="441607" y="28736"/>
                </a:lnTo>
                <a:lnTo>
                  <a:pt x="441963" y="28771"/>
                </a:lnTo>
                <a:lnTo>
                  <a:pt x="442309" y="28817"/>
                </a:lnTo>
                <a:lnTo>
                  <a:pt x="442645" y="28872"/>
                </a:lnTo>
                <a:lnTo>
                  <a:pt x="442971" y="28937"/>
                </a:lnTo>
                <a:lnTo>
                  <a:pt x="443287" y="29012"/>
                </a:lnTo>
                <a:lnTo>
                  <a:pt x="443593" y="29098"/>
                </a:lnTo>
                <a:lnTo>
                  <a:pt x="443889" y="29193"/>
                </a:lnTo>
                <a:lnTo>
                  <a:pt x="444176" y="29299"/>
                </a:lnTo>
                <a:lnTo>
                  <a:pt x="444452" y="29414"/>
                </a:lnTo>
                <a:lnTo>
                  <a:pt x="444719" y="29539"/>
                </a:lnTo>
                <a:lnTo>
                  <a:pt x="444976" y="29675"/>
                </a:lnTo>
                <a:lnTo>
                  <a:pt x="445222" y="29821"/>
                </a:lnTo>
                <a:lnTo>
                  <a:pt x="445459" y="29976"/>
                </a:lnTo>
                <a:lnTo>
                  <a:pt x="445687" y="30142"/>
                </a:lnTo>
                <a:lnTo>
                  <a:pt x="445904" y="30318"/>
                </a:lnTo>
                <a:lnTo>
                  <a:pt x="446111" y="30503"/>
                </a:lnTo>
                <a:lnTo>
                  <a:pt x="446309" y="30699"/>
                </a:lnTo>
                <a:lnTo>
                  <a:pt x="446496" y="30905"/>
                </a:lnTo>
                <a:lnTo>
                  <a:pt x="446674" y="31121"/>
                </a:lnTo>
                <a:lnTo>
                  <a:pt x="446842" y="31347"/>
                </a:lnTo>
                <a:lnTo>
                  <a:pt x="446999" y="31583"/>
                </a:lnTo>
                <a:lnTo>
                  <a:pt x="447149" y="31829"/>
                </a:lnTo>
                <a:lnTo>
                  <a:pt x="447293" y="32085"/>
                </a:lnTo>
                <a:lnTo>
                  <a:pt x="447430" y="32352"/>
                </a:lnTo>
                <a:lnTo>
                  <a:pt x="447561" y="32629"/>
                </a:lnTo>
                <a:lnTo>
                  <a:pt x="447685" y="32917"/>
                </a:lnTo>
                <a:lnTo>
                  <a:pt x="447803" y="33215"/>
                </a:lnTo>
                <a:lnTo>
                  <a:pt x="447915" y="33523"/>
                </a:lnTo>
                <a:lnTo>
                  <a:pt x="448020" y="33842"/>
                </a:lnTo>
                <a:lnTo>
                  <a:pt x="448119" y="34171"/>
                </a:lnTo>
                <a:lnTo>
                  <a:pt x="448211" y="34510"/>
                </a:lnTo>
                <a:lnTo>
                  <a:pt x="448297" y="34860"/>
                </a:lnTo>
                <a:lnTo>
                  <a:pt x="448377" y="35220"/>
                </a:lnTo>
                <a:lnTo>
                  <a:pt x="448450" y="35591"/>
                </a:lnTo>
                <a:lnTo>
                  <a:pt x="448517" y="35971"/>
                </a:lnTo>
                <a:lnTo>
                  <a:pt x="448578" y="36363"/>
                </a:lnTo>
                <a:lnTo>
                  <a:pt x="448632" y="36764"/>
                </a:lnTo>
                <a:lnTo>
                  <a:pt x="448680" y="37176"/>
                </a:lnTo>
                <a:lnTo>
                  <a:pt x="448721" y="37598"/>
                </a:lnTo>
                <a:lnTo>
                  <a:pt x="448756" y="38031"/>
                </a:lnTo>
                <a:lnTo>
                  <a:pt x="448785" y="38474"/>
                </a:lnTo>
                <a:lnTo>
                  <a:pt x="448807" y="38927"/>
                </a:lnTo>
                <a:lnTo>
                  <a:pt x="448823" y="39391"/>
                </a:lnTo>
                <a:lnTo>
                  <a:pt x="448833" y="39865"/>
                </a:lnTo>
                <a:lnTo>
                  <a:pt x="448836" y="40350"/>
                </a:lnTo>
                <a:lnTo>
                  <a:pt x="448836" y="67155"/>
                </a:lnTo>
                <a:lnTo>
                  <a:pt x="461873" y="67155"/>
                </a:lnTo>
                <a:lnTo>
                  <a:pt x="461873" y="37946"/>
                </a:lnTo>
                <a:lnTo>
                  <a:pt x="461872" y="37580"/>
                </a:lnTo>
                <a:lnTo>
                  <a:pt x="461868" y="37216"/>
                </a:lnTo>
                <a:lnTo>
                  <a:pt x="461861" y="36856"/>
                </a:lnTo>
                <a:lnTo>
                  <a:pt x="461851" y="36498"/>
                </a:lnTo>
                <a:lnTo>
                  <a:pt x="461839" y="36143"/>
                </a:lnTo>
                <a:lnTo>
                  <a:pt x="461824" y="35790"/>
                </a:lnTo>
                <a:lnTo>
                  <a:pt x="461807" y="35440"/>
                </a:lnTo>
                <a:lnTo>
                  <a:pt x="461786" y="35093"/>
                </a:lnTo>
                <a:lnTo>
                  <a:pt x="461763" y="34749"/>
                </a:lnTo>
                <a:lnTo>
                  <a:pt x="461738" y="34407"/>
                </a:lnTo>
                <a:lnTo>
                  <a:pt x="461709" y="34068"/>
                </a:lnTo>
                <a:lnTo>
                  <a:pt x="461678" y="33732"/>
                </a:lnTo>
                <a:lnTo>
                  <a:pt x="461644" y="33398"/>
                </a:lnTo>
                <a:lnTo>
                  <a:pt x="461608" y="33068"/>
                </a:lnTo>
                <a:lnTo>
                  <a:pt x="461568" y="32740"/>
                </a:lnTo>
                <a:lnTo>
                  <a:pt x="461526" y="32414"/>
                </a:lnTo>
                <a:lnTo>
                  <a:pt x="461482" y="32091"/>
                </a:lnTo>
                <a:lnTo>
                  <a:pt x="461434" y="31771"/>
                </a:lnTo>
                <a:lnTo>
                  <a:pt x="461384" y="31454"/>
                </a:lnTo>
                <a:lnTo>
                  <a:pt x="461331" y="31140"/>
                </a:lnTo>
                <a:lnTo>
                  <a:pt x="461276" y="30828"/>
                </a:lnTo>
                <a:lnTo>
                  <a:pt x="461217" y="30519"/>
                </a:lnTo>
                <a:lnTo>
                  <a:pt x="461156" y="30212"/>
                </a:lnTo>
                <a:lnTo>
                  <a:pt x="461093" y="29908"/>
                </a:lnTo>
                <a:lnTo>
                  <a:pt x="461026" y="29608"/>
                </a:lnTo>
                <a:lnTo>
                  <a:pt x="460955" y="29311"/>
                </a:lnTo>
                <a:lnTo>
                  <a:pt x="460880" y="29019"/>
                </a:lnTo>
                <a:lnTo>
                  <a:pt x="460801" y="28730"/>
                </a:lnTo>
                <a:lnTo>
                  <a:pt x="460718" y="28445"/>
                </a:lnTo>
                <a:lnTo>
                  <a:pt x="460631" y="28163"/>
                </a:lnTo>
                <a:lnTo>
                  <a:pt x="460540" y="27886"/>
                </a:lnTo>
                <a:lnTo>
                  <a:pt x="460445" y="27612"/>
                </a:lnTo>
                <a:lnTo>
                  <a:pt x="460346" y="27342"/>
                </a:lnTo>
                <a:lnTo>
                  <a:pt x="460243" y="27076"/>
                </a:lnTo>
                <a:lnTo>
                  <a:pt x="460136" y="26814"/>
                </a:lnTo>
                <a:lnTo>
                  <a:pt x="460025" y="26556"/>
                </a:lnTo>
                <a:lnTo>
                  <a:pt x="459910" y="26301"/>
                </a:lnTo>
                <a:lnTo>
                  <a:pt x="459792" y="26051"/>
                </a:lnTo>
                <a:lnTo>
                  <a:pt x="459669" y="25804"/>
                </a:lnTo>
                <a:lnTo>
                  <a:pt x="459542" y="25561"/>
                </a:lnTo>
                <a:lnTo>
                  <a:pt x="459411" y="25321"/>
                </a:lnTo>
                <a:lnTo>
                  <a:pt x="459276" y="25086"/>
                </a:lnTo>
                <a:lnTo>
                  <a:pt x="459137" y="24855"/>
                </a:lnTo>
                <a:lnTo>
                  <a:pt x="458995" y="24627"/>
                </a:lnTo>
                <a:lnTo>
                  <a:pt x="458848" y="24403"/>
                </a:lnTo>
                <a:lnTo>
                  <a:pt x="458697" y="24183"/>
                </a:lnTo>
                <a:lnTo>
                  <a:pt x="458542" y="23967"/>
                </a:lnTo>
                <a:lnTo>
                  <a:pt x="458383" y="23754"/>
                </a:lnTo>
                <a:lnTo>
                  <a:pt x="458220" y="23546"/>
                </a:lnTo>
                <a:lnTo>
                  <a:pt x="458052" y="23341"/>
                </a:lnTo>
                <a:lnTo>
                  <a:pt x="457879" y="23140"/>
                </a:lnTo>
                <a:lnTo>
                  <a:pt x="457701" y="22943"/>
                </a:lnTo>
                <a:lnTo>
                  <a:pt x="457518" y="22750"/>
                </a:lnTo>
                <a:lnTo>
                  <a:pt x="457331" y="22560"/>
                </a:lnTo>
                <a:lnTo>
                  <a:pt x="457138" y="22375"/>
                </a:lnTo>
                <a:lnTo>
                  <a:pt x="456940" y="22193"/>
                </a:lnTo>
                <a:lnTo>
                  <a:pt x="456737" y="22015"/>
                </a:lnTo>
                <a:lnTo>
                  <a:pt x="456530" y="21841"/>
                </a:lnTo>
                <a:lnTo>
                  <a:pt x="456317" y="21670"/>
                </a:lnTo>
                <a:lnTo>
                  <a:pt x="456100" y="21504"/>
                </a:lnTo>
                <a:lnTo>
                  <a:pt x="455877" y="21341"/>
                </a:lnTo>
                <a:lnTo>
                  <a:pt x="455650" y="21183"/>
                </a:lnTo>
                <a:lnTo>
                  <a:pt x="455418" y="21028"/>
                </a:lnTo>
                <a:lnTo>
                  <a:pt x="455181" y="20876"/>
                </a:lnTo>
                <a:lnTo>
                  <a:pt x="454938" y="20729"/>
                </a:lnTo>
                <a:lnTo>
                  <a:pt x="454691" y="20586"/>
                </a:lnTo>
                <a:lnTo>
                  <a:pt x="454439" y="20446"/>
                </a:lnTo>
                <a:lnTo>
                  <a:pt x="454182" y="20310"/>
                </a:lnTo>
                <a:lnTo>
                  <a:pt x="453920" y="20178"/>
                </a:lnTo>
                <a:lnTo>
                  <a:pt x="453653" y="20050"/>
                </a:lnTo>
                <a:lnTo>
                  <a:pt x="453381" y="19925"/>
                </a:lnTo>
                <a:lnTo>
                  <a:pt x="453105" y="19805"/>
                </a:lnTo>
                <a:lnTo>
                  <a:pt x="452822" y="19689"/>
                </a:lnTo>
                <a:lnTo>
                  <a:pt x="452533" y="19577"/>
                </a:lnTo>
                <a:lnTo>
                  <a:pt x="452238" y="19471"/>
                </a:lnTo>
                <a:lnTo>
                  <a:pt x="451935" y="19370"/>
                </a:lnTo>
                <a:lnTo>
                  <a:pt x="451627" y="19273"/>
                </a:lnTo>
                <a:lnTo>
                  <a:pt x="451311" y="19182"/>
                </a:lnTo>
                <a:lnTo>
                  <a:pt x="450990" y="19095"/>
                </a:lnTo>
                <a:lnTo>
                  <a:pt x="450661" y="19013"/>
                </a:lnTo>
                <a:lnTo>
                  <a:pt x="450327" y="18937"/>
                </a:lnTo>
                <a:lnTo>
                  <a:pt x="449985" y="18865"/>
                </a:lnTo>
                <a:lnTo>
                  <a:pt x="449637" y="18798"/>
                </a:lnTo>
                <a:lnTo>
                  <a:pt x="449283" y="18736"/>
                </a:lnTo>
                <a:lnTo>
                  <a:pt x="448922" y="18680"/>
                </a:lnTo>
                <a:lnTo>
                  <a:pt x="448554" y="18628"/>
                </a:lnTo>
                <a:lnTo>
                  <a:pt x="448180" y="18581"/>
                </a:lnTo>
                <a:lnTo>
                  <a:pt x="447800" y="18539"/>
                </a:lnTo>
                <a:lnTo>
                  <a:pt x="447413" y="18501"/>
                </a:lnTo>
                <a:lnTo>
                  <a:pt x="447019" y="18469"/>
                </a:lnTo>
                <a:lnTo>
                  <a:pt x="446619" y="18442"/>
                </a:lnTo>
                <a:lnTo>
                  <a:pt x="446212" y="18420"/>
                </a:lnTo>
                <a:lnTo>
                  <a:pt x="445799" y="18402"/>
                </a:lnTo>
                <a:lnTo>
                  <a:pt x="445379" y="18390"/>
                </a:lnTo>
                <a:lnTo>
                  <a:pt x="444953" y="18383"/>
                </a:lnTo>
                <a:lnTo>
                  <a:pt x="444520" y="18380"/>
                </a:lnTo>
                <a:lnTo>
                  <a:pt x="444176" y="18384"/>
                </a:lnTo>
                <a:lnTo>
                  <a:pt x="443832" y="18393"/>
                </a:lnTo>
                <a:lnTo>
                  <a:pt x="443490" y="18410"/>
                </a:lnTo>
                <a:lnTo>
                  <a:pt x="443148" y="18433"/>
                </a:lnTo>
                <a:lnTo>
                  <a:pt x="442806" y="18462"/>
                </a:lnTo>
                <a:lnTo>
                  <a:pt x="442466" y="18498"/>
                </a:lnTo>
                <a:lnTo>
                  <a:pt x="442125" y="18541"/>
                </a:lnTo>
                <a:lnTo>
                  <a:pt x="441786" y="18590"/>
                </a:lnTo>
                <a:lnTo>
                  <a:pt x="441447" y="18646"/>
                </a:lnTo>
                <a:lnTo>
                  <a:pt x="441109" y="18708"/>
                </a:lnTo>
                <a:lnTo>
                  <a:pt x="440771" y="18777"/>
                </a:lnTo>
                <a:lnTo>
                  <a:pt x="440434" y="18852"/>
                </a:lnTo>
                <a:lnTo>
                  <a:pt x="440098" y="18934"/>
                </a:lnTo>
                <a:lnTo>
                  <a:pt x="439762" y="19022"/>
                </a:lnTo>
                <a:lnTo>
                  <a:pt x="439427" y="19117"/>
                </a:lnTo>
                <a:lnTo>
                  <a:pt x="439093" y="19219"/>
                </a:lnTo>
                <a:lnTo>
                  <a:pt x="438759" y="19327"/>
                </a:lnTo>
                <a:lnTo>
                  <a:pt x="438426" y="19442"/>
                </a:lnTo>
                <a:lnTo>
                  <a:pt x="438093" y="19563"/>
                </a:lnTo>
                <a:lnTo>
                  <a:pt x="437762" y="19691"/>
                </a:lnTo>
                <a:lnTo>
                  <a:pt x="437430" y="19825"/>
                </a:lnTo>
                <a:lnTo>
                  <a:pt x="437100" y="19966"/>
                </a:lnTo>
                <a:lnTo>
                  <a:pt x="436770" y="20113"/>
                </a:lnTo>
                <a:lnTo>
                  <a:pt x="436441" y="20267"/>
                </a:lnTo>
                <a:lnTo>
                  <a:pt x="436114" y="20428"/>
                </a:lnTo>
                <a:lnTo>
                  <a:pt x="435793" y="20597"/>
                </a:lnTo>
                <a:lnTo>
                  <a:pt x="435477" y="20774"/>
                </a:lnTo>
                <a:lnTo>
                  <a:pt x="435165" y="20959"/>
                </a:lnTo>
                <a:lnTo>
                  <a:pt x="434859" y="21151"/>
                </a:lnTo>
                <a:lnTo>
                  <a:pt x="434559" y="21352"/>
                </a:lnTo>
                <a:lnTo>
                  <a:pt x="434263" y="21560"/>
                </a:lnTo>
                <a:lnTo>
                  <a:pt x="433972" y="21776"/>
                </a:lnTo>
                <a:lnTo>
                  <a:pt x="433686" y="22000"/>
                </a:lnTo>
                <a:lnTo>
                  <a:pt x="433406" y="22231"/>
                </a:lnTo>
                <a:lnTo>
                  <a:pt x="433130" y="22471"/>
                </a:lnTo>
                <a:lnTo>
                  <a:pt x="432860" y="22718"/>
                </a:lnTo>
                <a:lnTo>
                  <a:pt x="432595" y="22973"/>
                </a:lnTo>
                <a:lnTo>
                  <a:pt x="432335" y="23236"/>
                </a:lnTo>
                <a:lnTo>
                  <a:pt x="432080" y="23507"/>
                </a:lnTo>
                <a:lnTo>
                  <a:pt x="431830" y="23786"/>
                </a:lnTo>
                <a:lnTo>
                  <a:pt x="431585" y="24072"/>
                </a:lnTo>
                <a:lnTo>
                  <a:pt x="431345" y="24367"/>
                </a:lnTo>
                <a:lnTo>
                  <a:pt x="431111" y="24669"/>
                </a:lnTo>
                <a:lnTo>
                  <a:pt x="430881" y="24979"/>
                </a:lnTo>
                <a:lnTo>
                  <a:pt x="430657" y="25296"/>
                </a:lnTo>
                <a:lnTo>
                  <a:pt x="430438" y="25622"/>
                </a:lnTo>
                <a:lnTo>
                  <a:pt x="430224" y="25956"/>
                </a:lnTo>
                <a:lnTo>
                  <a:pt x="430015" y="26297"/>
                </a:lnTo>
                <a:lnTo>
                  <a:pt x="429739" y="26297"/>
                </a:lnTo>
                <a:lnTo>
                  <a:pt x="429739" y="19687"/>
                </a:lnTo>
                <a:lnTo>
                  <a:pt x="417344" y="19687"/>
                </a:lnTo>
                <a:lnTo>
                  <a:pt x="417344" y="67155"/>
                </a:lnTo>
                <a:lnTo>
                  <a:pt x="430382" y="67155"/>
                </a:lnTo>
                <a:lnTo>
                  <a:pt x="430382" y="42277"/>
                </a:lnTo>
                <a:lnTo>
                  <a:pt x="430386" y="41680"/>
                </a:lnTo>
                <a:lnTo>
                  <a:pt x="430398" y="41097"/>
                </a:lnTo>
                <a:close/>
                <a:moveTo>
                  <a:pt x="329925" y="34904"/>
                </a:moveTo>
                <a:lnTo>
                  <a:pt x="329876" y="34540"/>
                </a:lnTo>
                <a:lnTo>
                  <a:pt x="329821" y="34181"/>
                </a:lnTo>
                <a:lnTo>
                  <a:pt x="329761" y="33825"/>
                </a:lnTo>
                <a:lnTo>
                  <a:pt x="329695" y="33475"/>
                </a:lnTo>
                <a:lnTo>
                  <a:pt x="329623" y="33128"/>
                </a:lnTo>
                <a:lnTo>
                  <a:pt x="329546" y="32786"/>
                </a:lnTo>
                <a:lnTo>
                  <a:pt x="329463" y="32448"/>
                </a:lnTo>
                <a:lnTo>
                  <a:pt x="329374" y="32115"/>
                </a:lnTo>
                <a:lnTo>
                  <a:pt x="329279" y="31785"/>
                </a:lnTo>
                <a:lnTo>
                  <a:pt x="329179" y="31460"/>
                </a:lnTo>
                <a:lnTo>
                  <a:pt x="329073" y="31140"/>
                </a:lnTo>
                <a:lnTo>
                  <a:pt x="328961" y="30824"/>
                </a:lnTo>
                <a:lnTo>
                  <a:pt x="328843" y="30512"/>
                </a:lnTo>
                <a:lnTo>
                  <a:pt x="328720" y="30204"/>
                </a:lnTo>
                <a:lnTo>
                  <a:pt x="328590" y="29901"/>
                </a:lnTo>
                <a:lnTo>
                  <a:pt x="328455" y="29602"/>
                </a:lnTo>
                <a:lnTo>
                  <a:pt x="328315" y="29307"/>
                </a:lnTo>
                <a:lnTo>
                  <a:pt x="328168" y="29017"/>
                </a:lnTo>
                <a:lnTo>
                  <a:pt x="328016" y="28730"/>
                </a:lnTo>
                <a:lnTo>
                  <a:pt x="327858" y="28449"/>
                </a:lnTo>
                <a:lnTo>
                  <a:pt x="327696" y="28171"/>
                </a:lnTo>
                <a:lnTo>
                  <a:pt x="327529" y="27897"/>
                </a:lnTo>
                <a:lnTo>
                  <a:pt x="327359" y="27627"/>
                </a:lnTo>
                <a:lnTo>
                  <a:pt x="327184" y="27361"/>
                </a:lnTo>
                <a:lnTo>
                  <a:pt x="327005" y="27098"/>
                </a:lnTo>
                <a:lnTo>
                  <a:pt x="326823" y="26839"/>
                </a:lnTo>
                <a:lnTo>
                  <a:pt x="326636" y="26585"/>
                </a:lnTo>
                <a:lnTo>
                  <a:pt x="326446" y="26334"/>
                </a:lnTo>
                <a:lnTo>
                  <a:pt x="326251" y="26086"/>
                </a:lnTo>
                <a:lnTo>
                  <a:pt x="326053" y="25843"/>
                </a:lnTo>
                <a:lnTo>
                  <a:pt x="325850" y="25604"/>
                </a:lnTo>
                <a:lnTo>
                  <a:pt x="325644" y="25368"/>
                </a:lnTo>
                <a:lnTo>
                  <a:pt x="325433" y="25136"/>
                </a:lnTo>
                <a:lnTo>
                  <a:pt x="325219" y="24908"/>
                </a:lnTo>
                <a:lnTo>
                  <a:pt x="325000" y="24684"/>
                </a:lnTo>
                <a:lnTo>
                  <a:pt x="324778" y="24464"/>
                </a:lnTo>
                <a:lnTo>
                  <a:pt x="324551" y="24247"/>
                </a:lnTo>
                <a:lnTo>
                  <a:pt x="324321" y="24035"/>
                </a:lnTo>
                <a:lnTo>
                  <a:pt x="324086" y="23826"/>
                </a:lnTo>
                <a:lnTo>
                  <a:pt x="323848" y="23621"/>
                </a:lnTo>
                <a:lnTo>
                  <a:pt x="323605" y="23420"/>
                </a:lnTo>
                <a:lnTo>
                  <a:pt x="323359" y="23223"/>
                </a:lnTo>
                <a:lnTo>
                  <a:pt x="323109" y="23029"/>
                </a:lnTo>
                <a:lnTo>
                  <a:pt x="322854" y="22839"/>
                </a:lnTo>
                <a:lnTo>
                  <a:pt x="322597" y="22654"/>
                </a:lnTo>
                <a:lnTo>
                  <a:pt x="322336" y="22472"/>
                </a:lnTo>
                <a:lnTo>
                  <a:pt x="322073" y="22294"/>
                </a:lnTo>
                <a:lnTo>
                  <a:pt x="321806" y="22120"/>
                </a:lnTo>
                <a:lnTo>
                  <a:pt x="321537" y="21951"/>
                </a:lnTo>
                <a:lnTo>
                  <a:pt x="321265" y="21785"/>
                </a:lnTo>
                <a:lnTo>
                  <a:pt x="320990" y="21623"/>
                </a:lnTo>
                <a:lnTo>
                  <a:pt x="320712" y="21465"/>
                </a:lnTo>
                <a:lnTo>
                  <a:pt x="320432" y="21312"/>
                </a:lnTo>
                <a:lnTo>
                  <a:pt x="320148" y="21162"/>
                </a:lnTo>
                <a:lnTo>
                  <a:pt x="319862" y="21016"/>
                </a:lnTo>
                <a:lnTo>
                  <a:pt x="319573" y="20874"/>
                </a:lnTo>
                <a:lnTo>
                  <a:pt x="319280" y="20736"/>
                </a:lnTo>
                <a:lnTo>
                  <a:pt x="318985" y="20603"/>
                </a:lnTo>
                <a:lnTo>
                  <a:pt x="318688" y="20473"/>
                </a:lnTo>
                <a:lnTo>
                  <a:pt x="318387" y="20347"/>
                </a:lnTo>
                <a:lnTo>
                  <a:pt x="318083" y="20225"/>
                </a:lnTo>
                <a:lnTo>
                  <a:pt x="317777" y="20107"/>
                </a:lnTo>
                <a:lnTo>
                  <a:pt x="317467" y="19993"/>
                </a:lnTo>
                <a:lnTo>
                  <a:pt x="317155" y="19884"/>
                </a:lnTo>
                <a:lnTo>
                  <a:pt x="316840" y="19778"/>
                </a:lnTo>
                <a:lnTo>
                  <a:pt x="316522" y="19676"/>
                </a:lnTo>
                <a:lnTo>
                  <a:pt x="316201" y="19578"/>
                </a:lnTo>
                <a:lnTo>
                  <a:pt x="315878" y="19484"/>
                </a:lnTo>
                <a:lnTo>
                  <a:pt x="315552" y="19394"/>
                </a:lnTo>
                <a:lnTo>
                  <a:pt x="315225" y="19308"/>
                </a:lnTo>
                <a:lnTo>
                  <a:pt x="314897" y="19225"/>
                </a:lnTo>
                <a:lnTo>
                  <a:pt x="314568" y="19147"/>
                </a:lnTo>
                <a:lnTo>
                  <a:pt x="314238" y="19072"/>
                </a:lnTo>
                <a:lnTo>
                  <a:pt x="313907" y="19001"/>
                </a:lnTo>
                <a:lnTo>
                  <a:pt x="313574" y="18934"/>
                </a:lnTo>
                <a:lnTo>
                  <a:pt x="313241" y="18871"/>
                </a:lnTo>
                <a:lnTo>
                  <a:pt x="312906" y="18811"/>
                </a:lnTo>
                <a:lnTo>
                  <a:pt x="312570" y="18756"/>
                </a:lnTo>
                <a:lnTo>
                  <a:pt x="312233" y="18704"/>
                </a:lnTo>
                <a:lnTo>
                  <a:pt x="311895" y="18656"/>
                </a:lnTo>
                <a:lnTo>
                  <a:pt x="311556" y="18612"/>
                </a:lnTo>
                <a:lnTo>
                  <a:pt x="311216" y="18572"/>
                </a:lnTo>
                <a:lnTo>
                  <a:pt x="310875" y="18535"/>
                </a:lnTo>
                <a:lnTo>
                  <a:pt x="310532" y="18503"/>
                </a:lnTo>
                <a:lnTo>
                  <a:pt x="310189" y="18474"/>
                </a:lnTo>
                <a:lnTo>
                  <a:pt x="309844" y="18449"/>
                </a:lnTo>
                <a:lnTo>
                  <a:pt x="309498" y="18428"/>
                </a:lnTo>
                <a:lnTo>
                  <a:pt x="309151" y="18411"/>
                </a:lnTo>
                <a:lnTo>
                  <a:pt x="308803" y="18397"/>
                </a:lnTo>
                <a:lnTo>
                  <a:pt x="308454" y="18388"/>
                </a:lnTo>
                <a:lnTo>
                  <a:pt x="308104" y="18382"/>
                </a:lnTo>
                <a:lnTo>
                  <a:pt x="307752" y="18380"/>
                </a:lnTo>
                <a:lnTo>
                  <a:pt x="307272" y="18384"/>
                </a:lnTo>
                <a:lnTo>
                  <a:pt x="306797" y="18394"/>
                </a:lnTo>
                <a:lnTo>
                  <a:pt x="306326" y="18410"/>
                </a:lnTo>
                <a:lnTo>
                  <a:pt x="305860" y="18434"/>
                </a:lnTo>
                <a:lnTo>
                  <a:pt x="305398" y="18464"/>
                </a:lnTo>
                <a:lnTo>
                  <a:pt x="304940" y="18501"/>
                </a:lnTo>
                <a:lnTo>
                  <a:pt x="304487" y="18545"/>
                </a:lnTo>
                <a:lnTo>
                  <a:pt x="304039" y="18595"/>
                </a:lnTo>
                <a:lnTo>
                  <a:pt x="303595" y="18652"/>
                </a:lnTo>
                <a:lnTo>
                  <a:pt x="303155" y="18716"/>
                </a:lnTo>
                <a:lnTo>
                  <a:pt x="302720" y="18786"/>
                </a:lnTo>
                <a:lnTo>
                  <a:pt x="302289" y="18863"/>
                </a:lnTo>
                <a:lnTo>
                  <a:pt x="301863" y="18947"/>
                </a:lnTo>
                <a:lnTo>
                  <a:pt x="301441" y="19038"/>
                </a:lnTo>
                <a:lnTo>
                  <a:pt x="301024" y="19135"/>
                </a:lnTo>
                <a:lnTo>
                  <a:pt x="300611" y="19239"/>
                </a:lnTo>
                <a:lnTo>
                  <a:pt x="300202" y="19350"/>
                </a:lnTo>
                <a:lnTo>
                  <a:pt x="299798" y="19467"/>
                </a:lnTo>
                <a:lnTo>
                  <a:pt x="299399" y="19591"/>
                </a:lnTo>
                <a:lnTo>
                  <a:pt x="299004" y="19722"/>
                </a:lnTo>
                <a:lnTo>
                  <a:pt x="298613" y="19859"/>
                </a:lnTo>
                <a:lnTo>
                  <a:pt x="298227" y="20004"/>
                </a:lnTo>
                <a:lnTo>
                  <a:pt x="297845" y="20154"/>
                </a:lnTo>
                <a:lnTo>
                  <a:pt x="297468" y="20312"/>
                </a:lnTo>
                <a:lnTo>
                  <a:pt x="297096" y="20476"/>
                </a:lnTo>
                <a:lnTo>
                  <a:pt x="296728" y="20644"/>
                </a:lnTo>
                <a:lnTo>
                  <a:pt x="296365" y="20818"/>
                </a:lnTo>
                <a:lnTo>
                  <a:pt x="296007" y="20998"/>
                </a:lnTo>
                <a:lnTo>
                  <a:pt x="295653" y="21182"/>
                </a:lnTo>
                <a:lnTo>
                  <a:pt x="295305" y="21372"/>
                </a:lnTo>
                <a:lnTo>
                  <a:pt x="294961" y="21567"/>
                </a:lnTo>
                <a:lnTo>
                  <a:pt x="294622" y="21768"/>
                </a:lnTo>
                <a:lnTo>
                  <a:pt x="294288" y="21974"/>
                </a:lnTo>
                <a:lnTo>
                  <a:pt x="293958" y="22184"/>
                </a:lnTo>
                <a:lnTo>
                  <a:pt x="293634" y="22401"/>
                </a:lnTo>
                <a:lnTo>
                  <a:pt x="293314" y="22622"/>
                </a:lnTo>
                <a:lnTo>
                  <a:pt x="292999" y="22849"/>
                </a:lnTo>
                <a:lnTo>
                  <a:pt x="292688" y="23081"/>
                </a:lnTo>
                <a:lnTo>
                  <a:pt x="292383" y="23318"/>
                </a:lnTo>
                <a:lnTo>
                  <a:pt x="292082" y="23561"/>
                </a:lnTo>
                <a:lnTo>
                  <a:pt x="291786" y="23809"/>
                </a:lnTo>
                <a:lnTo>
                  <a:pt x="291495" y="24062"/>
                </a:lnTo>
                <a:lnTo>
                  <a:pt x="291209" y="24320"/>
                </a:lnTo>
                <a:lnTo>
                  <a:pt x="290927" y="24584"/>
                </a:lnTo>
                <a:lnTo>
                  <a:pt x="290650" y="24853"/>
                </a:lnTo>
                <a:lnTo>
                  <a:pt x="290378" y="25127"/>
                </a:lnTo>
                <a:lnTo>
                  <a:pt x="290111" y="25407"/>
                </a:lnTo>
                <a:lnTo>
                  <a:pt x="289848" y="25692"/>
                </a:lnTo>
                <a:lnTo>
                  <a:pt x="289591" y="25981"/>
                </a:lnTo>
                <a:lnTo>
                  <a:pt x="289339" y="26275"/>
                </a:lnTo>
                <a:lnTo>
                  <a:pt x="289092" y="26574"/>
                </a:lnTo>
                <a:lnTo>
                  <a:pt x="288850" y="26877"/>
                </a:lnTo>
                <a:lnTo>
                  <a:pt x="288614" y="27185"/>
                </a:lnTo>
                <a:lnTo>
                  <a:pt x="288382" y="27497"/>
                </a:lnTo>
                <a:lnTo>
                  <a:pt x="288156" y="27813"/>
                </a:lnTo>
                <a:lnTo>
                  <a:pt x="287936" y="28134"/>
                </a:lnTo>
                <a:lnTo>
                  <a:pt x="287720" y="28460"/>
                </a:lnTo>
                <a:lnTo>
                  <a:pt x="287510" y="28789"/>
                </a:lnTo>
                <a:lnTo>
                  <a:pt x="287305" y="29124"/>
                </a:lnTo>
                <a:lnTo>
                  <a:pt x="287106" y="29463"/>
                </a:lnTo>
                <a:lnTo>
                  <a:pt x="286911" y="29806"/>
                </a:lnTo>
                <a:lnTo>
                  <a:pt x="286722" y="30154"/>
                </a:lnTo>
                <a:lnTo>
                  <a:pt x="286538" y="30506"/>
                </a:lnTo>
                <a:lnTo>
                  <a:pt x="286360" y="30863"/>
                </a:lnTo>
                <a:lnTo>
                  <a:pt x="286186" y="31224"/>
                </a:lnTo>
                <a:lnTo>
                  <a:pt x="286018" y="31590"/>
                </a:lnTo>
                <a:lnTo>
                  <a:pt x="285855" y="31960"/>
                </a:lnTo>
                <a:lnTo>
                  <a:pt x="285698" y="32334"/>
                </a:lnTo>
                <a:lnTo>
                  <a:pt x="285546" y="32713"/>
                </a:lnTo>
                <a:lnTo>
                  <a:pt x="285399" y="33097"/>
                </a:lnTo>
                <a:lnTo>
                  <a:pt x="285257" y="33485"/>
                </a:lnTo>
                <a:lnTo>
                  <a:pt x="285120" y="33877"/>
                </a:lnTo>
                <a:lnTo>
                  <a:pt x="284989" y="34273"/>
                </a:lnTo>
                <a:lnTo>
                  <a:pt x="284864" y="34672"/>
                </a:lnTo>
                <a:lnTo>
                  <a:pt x="284744" y="35073"/>
                </a:lnTo>
                <a:lnTo>
                  <a:pt x="284629" y="35477"/>
                </a:lnTo>
                <a:lnTo>
                  <a:pt x="284520" y="35884"/>
                </a:lnTo>
                <a:lnTo>
                  <a:pt x="284417" y="36294"/>
                </a:lnTo>
                <a:lnTo>
                  <a:pt x="284320" y="36706"/>
                </a:lnTo>
                <a:lnTo>
                  <a:pt x="284227" y="37121"/>
                </a:lnTo>
                <a:lnTo>
                  <a:pt x="284141" y="37539"/>
                </a:lnTo>
                <a:lnTo>
                  <a:pt x="284060" y="37959"/>
                </a:lnTo>
                <a:lnTo>
                  <a:pt x="283985" y="38382"/>
                </a:lnTo>
                <a:lnTo>
                  <a:pt x="283915" y="38808"/>
                </a:lnTo>
                <a:lnTo>
                  <a:pt x="283851" y="39237"/>
                </a:lnTo>
                <a:lnTo>
                  <a:pt x="283792" y="39668"/>
                </a:lnTo>
                <a:lnTo>
                  <a:pt x="283739" y="40102"/>
                </a:lnTo>
                <a:lnTo>
                  <a:pt x="283692" y="40539"/>
                </a:lnTo>
                <a:lnTo>
                  <a:pt x="283650" y="40978"/>
                </a:lnTo>
                <a:lnTo>
                  <a:pt x="283614" y="41421"/>
                </a:lnTo>
                <a:lnTo>
                  <a:pt x="283583" y="41865"/>
                </a:lnTo>
                <a:lnTo>
                  <a:pt x="283558" y="42313"/>
                </a:lnTo>
                <a:lnTo>
                  <a:pt x="283538" y="42763"/>
                </a:lnTo>
                <a:lnTo>
                  <a:pt x="283524" y="43216"/>
                </a:lnTo>
                <a:lnTo>
                  <a:pt x="283516" y="43672"/>
                </a:lnTo>
                <a:lnTo>
                  <a:pt x="283513" y="44131"/>
                </a:lnTo>
                <a:lnTo>
                  <a:pt x="283516" y="44574"/>
                </a:lnTo>
                <a:lnTo>
                  <a:pt x="283525" y="45014"/>
                </a:lnTo>
                <a:lnTo>
                  <a:pt x="283541" y="45451"/>
                </a:lnTo>
                <a:lnTo>
                  <a:pt x="283562" y="45885"/>
                </a:lnTo>
                <a:lnTo>
                  <a:pt x="283589" y="46316"/>
                </a:lnTo>
                <a:lnTo>
                  <a:pt x="283622" y="46743"/>
                </a:lnTo>
                <a:lnTo>
                  <a:pt x="283662" y="47168"/>
                </a:lnTo>
                <a:lnTo>
                  <a:pt x="283707" y="47590"/>
                </a:lnTo>
                <a:lnTo>
                  <a:pt x="283759" y="48009"/>
                </a:lnTo>
                <a:lnTo>
                  <a:pt x="283816" y="48425"/>
                </a:lnTo>
                <a:lnTo>
                  <a:pt x="283880" y="48837"/>
                </a:lnTo>
                <a:lnTo>
                  <a:pt x="283949" y="49247"/>
                </a:lnTo>
                <a:lnTo>
                  <a:pt x="284025" y="49654"/>
                </a:lnTo>
                <a:lnTo>
                  <a:pt x="284107" y="50057"/>
                </a:lnTo>
                <a:lnTo>
                  <a:pt x="284195" y="50458"/>
                </a:lnTo>
                <a:lnTo>
                  <a:pt x="284289" y="50855"/>
                </a:lnTo>
                <a:lnTo>
                  <a:pt x="284388" y="51250"/>
                </a:lnTo>
                <a:lnTo>
                  <a:pt x="284494" y="51641"/>
                </a:lnTo>
                <a:lnTo>
                  <a:pt x="284606" y="52030"/>
                </a:lnTo>
                <a:lnTo>
                  <a:pt x="284725" y="52415"/>
                </a:lnTo>
                <a:lnTo>
                  <a:pt x="284849" y="52797"/>
                </a:lnTo>
                <a:lnTo>
                  <a:pt x="284979" y="53177"/>
                </a:lnTo>
                <a:lnTo>
                  <a:pt x="285115" y="53553"/>
                </a:lnTo>
                <a:lnTo>
                  <a:pt x="285257" y="53926"/>
                </a:lnTo>
                <a:lnTo>
                  <a:pt x="285405" y="54296"/>
                </a:lnTo>
                <a:lnTo>
                  <a:pt x="285558" y="54661"/>
                </a:lnTo>
                <a:lnTo>
                  <a:pt x="285715" y="55021"/>
                </a:lnTo>
                <a:lnTo>
                  <a:pt x="285877" y="55378"/>
                </a:lnTo>
                <a:lnTo>
                  <a:pt x="286044" y="55730"/>
                </a:lnTo>
                <a:lnTo>
                  <a:pt x="286216" y="56078"/>
                </a:lnTo>
                <a:lnTo>
                  <a:pt x="286392" y="56422"/>
                </a:lnTo>
                <a:lnTo>
                  <a:pt x="286573" y="56761"/>
                </a:lnTo>
                <a:lnTo>
                  <a:pt x="286759" y="57096"/>
                </a:lnTo>
                <a:lnTo>
                  <a:pt x="286950" y="57427"/>
                </a:lnTo>
                <a:lnTo>
                  <a:pt x="287146" y="57753"/>
                </a:lnTo>
                <a:lnTo>
                  <a:pt x="287346" y="58075"/>
                </a:lnTo>
                <a:lnTo>
                  <a:pt x="287551" y="58393"/>
                </a:lnTo>
                <a:lnTo>
                  <a:pt x="287761" y="58707"/>
                </a:lnTo>
                <a:lnTo>
                  <a:pt x="287976" y="59016"/>
                </a:lnTo>
                <a:lnTo>
                  <a:pt x="288195" y="59321"/>
                </a:lnTo>
                <a:lnTo>
                  <a:pt x="288419" y="59621"/>
                </a:lnTo>
                <a:lnTo>
                  <a:pt x="288648" y="59917"/>
                </a:lnTo>
                <a:lnTo>
                  <a:pt x="288882" y="60209"/>
                </a:lnTo>
                <a:lnTo>
                  <a:pt x="289121" y="60497"/>
                </a:lnTo>
                <a:lnTo>
                  <a:pt x="289364" y="60780"/>
                </a:lnTo>
                <a:lnTo>
                  <a:pt x="289612" y="61059"/>
                </a:lnTo>
                <a:lnTo>
                  <a:pt x="289865" y="61334"/>
                </a:lnTo>
                <a:lnTo>
                  <a:pt x="290123" y="61605"/>
                </a:lnTo>
                <a:lnTo>
                  <a:pt x="290385" y="61870"/>
                </a:lnTo>
                <a:lnTo>
                  <a:pt x="290653" y="62131"/>
                </a:lnTo>
                <a:lnTo>
                  <a:pt x="290924" y="62387"/>
                </a:lnTo>
                <a:lnTo>
                  <a:pt x="291201" y="62638"/>
                </a:lnTo>
                <a:lnTo>
                  <a:pt x="291482" y="62884"/>
                </a:lnTo>
                <a:lnTo>
                  <a:pt x="291767" y="63125"/>
                </a:lnTo>
                <a:lnTo>
                  <a:pt x="292058" y="63361"/>
                </a:lnTo>
                <a:lnTo>
                  <a:pt x="292352" y="63592"/>
                </a:lnTo>
                <a:lnTo>
                  <a:pt x="292652" y="63819"/>
                </a:lnTo>
                <a:lnTo>
                  <a:pt x="292956" y="64040"/>
                </a:lnTo>
                <a:lnTo>
                  <a:pt x="293265" y="64256"/>
                </a:lnTo>
                <a:lnTo>
                  <a:pt x="293578" y="64467"/>
                </a:lnTo>
                <a:lnTo>
                  <a:pt x="293896" y="64674"/>
                </a:lnTo>
                <a:lnTo>
                  <a:pt x="294218" y="64875"/>
                </a:lnTo>
                <a:lnTo>
                  <a:pt x="294546" y="65072"/>
                </a:lnTo>
                <a:lnTo>
                  <a:pt x="294877" y="65263"/>
                </a:lnTo>
                <a:lnTo>
                  <a:pt x="295214" y="65450"/>
                </a:lnTo>
                <a:lnTo>
                  <a:pt x="295555" y="65631"/>
                </a:lnTo>
                <a:lnTo>
                  <a:pt x="295900" y="65808"/>
                </a:lnTo>
                <a:lnTo>
                  <a:pt x="296251" y="65980"/>
                </a:lnTo>
                <a:lnTo>
                  <a:pt x="296605" y="66147"/>
                </a:lnTo>
                <a:lnTo>
                  <a:pt x="296965" y="66308"/>
                </a:lnTo>
                <a:lnTo>
                  <a:pt x="297329" y="66465"/>
                </a:lnTo>
                <a:lnTo>
                  <a:pt x="297698" y="66617"/>
                </a:lnTo>
                <a:lnTo>
                  <a:pt x="298070" y="66763"/>
                </a:lnTo>
                <a:lnTo>
                  <a:pt x="298446" y="66904"/>
                </a:lnTo>
                <a:lnTo>
                  <a:pt x="298825" y="67037"/>
                </a:lnTo>
                <a:lnTo>
                  <a:pt x="299206" y="67165"/>
                </a:lnTo>
                <a:lnTo>
                  <a:pt x="299591" y="67286"/>
                </a:lnTo>
                <a:lnTo>
                  <a:pt x="299979" y="67402"/>
                </a:lnTo>
                <a:lnTo>
                  <a:pt x="300370" y="67511"/>
                </a:lnTo>
                <a:lnTo>
                  <a:pt x="300764" y="67613"/>
                </a:lnTo>
                <a:lnTo>
                  <a:pt x="301160" y="67710"/>
                </a:lnTo>
                <a:lnTo>
                  <a:pt x="301560" y="67800"/>
                </a:lnTo>
                <a:lnTo>
                  <a:pt x="301963" y="67884"/>
                </a:lnTo>
                <a:lnTo>
                  <a:pt x="302369" y="67962"/>
                </a:lnTo>
                <a:lnTo>
                  <a:pt x="302778" y="68034"/>
                </a:lnTo>
                <a:lnTo>
                  <a:pt x="303190" y="68099"/>
                </a:lnTo>
                <a:lnTo>
                  <a:pt x="303605" y="68158"/>
                </a:lnTo>
                <a:lnTo>
                  <a:pt x="304023" y="68211"/>
                </a:lnTo>
                <a:lnTo>
                  <a:pt x="304444" y="68258"/>
                </a:lnTo>
                <a:lnTo>
                  <a:pt x="304868" y="68298"/>
                </a:lnTo>
                <a:lnTo>
                  <a:pt x="305295" y="68332"/>
                </a:lnTo>
                <a:lnTo>
                  <a:pt x="305725" y="68360"/>
                </a:lnTo>
                <a:lnTo>
                  <a:pt x="306159" y="68382"/>
                </a:lnTo>
                <a:lnTo>
                  <a:pt x="306595" y="68398"/>
                </a:lnTo>
                <a:lnTo>
                  <a:pt x="307034" y="68407"/>
                </a:lnTo>
                <a:lnTo>
                  <a:pt x="307476" y="68410"/>
                </a:lnTo>
                <a:lnTo>
                  <a:pt x="308258" y="68402"/>
                </a:lnTo>
                <a:lnTo>
                  <a:pt x="309029" y="68376"/>
                </a:lnTo>
                <a:lnTo>
                  <a:pt x="309787" y="68333"/>
                </a:lnTo>
                <a:lnTo>
                  <a:pt x="310534" y="68272"/>
                </a:lnTo>
                <a:lnTo>
                  <a:pt x="311269" y="68194"/>
                </a:lnTo>
                <a:lnTo>
                  <a:pt x="311992" y="68099"/>
                </a:lnTo>
                <a:lnTo>
                  <a:pt x="312703" y="67987"/>
                </a:lnTo>
                <a:lnTo>
                  <a:pt x="313403" y="67857"/>
                </a:lnTo>
                <a:lnTo>
                  <a:pt x="314091" y="67710"/>
                </a:lnTo>
                <a:lnTo>
                  <a:pt x="314767" y="67546"/>
                </a:lnTo>
                <a:lnTo>
                  <a:pt x="315431" y="67365"/>
                </a:lnTo>
                <a:lnTo>
                  <a:pt x="316083" y="67166"/>
                </a:lnTo>
                <a:lnTo>
                  <a:pt x="316724" y="66950"/>
                </a:lnTo>
                <a:lnTo>
                  <a:pt x="317353" y="66717"/>
                </a:lnTo>
                <a:lnTo>
                  <a:pt x="317970" y="66466"/>
                </a:lnTo>
                <a:lnTo>
                  <a:pt x="318575" y="66198"/>
                </a:lnTo>
                <a:lnTo>
                  <a:pt x="319168" y="65913"/>
                </a:lnTo>
                <a:lnTo>
                  <a:pt x="319750" y="65610"/>
                </a:lnTo>
                <a:lnTo>
                  <a:pt x="320320" y="65291"/>
                </a:lnTo>
                <a:lnTo>
                  <a:pt x="320878" y="64954"/>
                </a:lnTo>
                <a:lnTo>
                  <a:pt x="321424" y="64599"/>
                </a:lnTo>
                <a:lnTo>
                  <a:pt x="321958" y="64228"/>
                </a:lnTo>
                <a:lnTo>
                  <a:pt x="322481" y="63839"/>
                </a:lnTo>
                <a:lnTo>
                  <a:pt x="322992" y="63433"/>
                </a:lnTo>
                <a:lnTo>
                  <a:pt x="323488" y="63010"/>
                </a:lnTo>
                <a:lnTo>
                  <a:pt x="323968" y="62572"/>
                </a:lnTo>
                <a:lnTo>
                  <a:pt x="324432" y="62118"/>
                </a:lnTo>
                <a:lnTo>
                  <a:pt x="324879" y="61649"/>
                </a:lnTo>
                <a:lnTo>
                  <a:pt x="325310" y="61164"/>
                </a:lnTo>
                <a:lnTo>
                  <a:pt x="325723" y="60664"/>
                </a:lnTo>
                <a:lnTo>
                  <a:pt x="326121" y="60148"/>
                </a:lnTo>
                <a:lnTo>
                  <a:pt x="326501" y="59616"/>
                </a:lnTo>
                <a:lnTo>
                  <a:pt x="326866" y="59069"/>
                </a:lnTo>
                <a:lnTo>
                  <a:pt x="327213" y="58506"/>
                </a:lnTo>
                <a:lnTo>
                  <a:pt x="327544" y="57928"/>
                </a:lnTo>
                <a:lnTo>
                  <a:pt x="327858" y="57335"/>
                </a:lnTo>
                <a:lnTo>
                  <a:pt x="328156" y="56725"/>
                </a:lnTo>
                <a:lnTo>
                  <a:pt x="328437" y="56101"/>
                </a:lnTo>
                <a:lnTo>
                  <a:pt x="328702" y="55460"/>
                </a:lnTo>
                <a:lnTo>
                  <a:pt x="328950" y="54804"/>
                </a:lnTo>
                <a:lnTo>
                  <a:pt x="329182" y="54133"/>
                </a:lnTo>
                <a:lnTo>
                  <a:pt x="329397" y="53446"/>
                </a:lnTo>
                <a:lnTo>
                  <a:pt x="329595" y="52743"/>
                </a:lnTo>
                <a:lnTo>
                  <a:pt x="329777" y="52025"/>
                </a:lnTo>
                <a:lnTo>
                  <a:pt x="329942" y="51292"/>
                </a:lnTo>
                <a:lnTo>
                  <a:pt x="330091" y="50543"/>
                </a:lnTo>
                <a:lnTo>
                  <a:pt x="330223" y="49778"/>
                </a:lnTo>
                <a:lnTo>
                  <a:pt x="330338" y="48998"/>
                </a:lnTo>
                <a:lnTo>
                  <a:pt x="317759" y="48998"/>
                </a:lnTo>
                <a:lnTo>
                  <a:pt x="317702" y="49362"/>
                </a:lnTo>
                <a:lnTo>
                  <a:pt x="317639" y="49720"/>
                </a:lnTo>
                <a:lnTo>
                  <a:pt x="317569" y="50071"/>
                </a:lnTo>
                <a:lnTo>
                  <a:pt x="317493" y="50417"/>
                </a:lnTo>
                <a:lnTo>
                  <a:pt x="317410" y="50756"/>
                </a:lnTo>
                <a:lnTo>
                  <a:pt x="317321" y="51089"/>
                </a:lnTo>
                <a:lnTo>
                  <a:pt x="317225" y="51416"/>
                </a:lnTo>
                <a:lnTo>
                  <a:pt x="317122" y="51737"/>
                </a:lnTo>
                <a:lnTo>
                  <a:pt x="317013" y="52051"/>
                </a:lnTo>
                <a:lnTo>
                  <a:pt x="316897" y="52360"/>
                </a:lnTo>
                <a:lnTo>
                  <a:pt x="316775" y="52662"/>
                </a:lnTo>
                <a:lnTo>
                  <a:pt x="316646" y="52957"/>
                </a:lnTo>
                <a:lnTo>
                  <a:pt x="316511" y="53247"/>
                </a:lnTo>
                <a:lnTo>
                  <a:pt x="316369" y="53530"/>
                </a:lnTo>
                <a:lnTo>
                  <a:pt x="316221" y="53807"/>
                </a:lnTo>
                <a:lnTo>
                  <a:pt x="316066" y="54078"/>
                </a:lnTo>
                <a:lnTo>
                  <a:pt x="315905" y="54343"/>
                </a:lnTo>
                <a:lnTo>
                  <a:pt x="315737" y="54601"/>
                </a:lnTo>
                <a:lnTo>
                  <a:pt x="315562" y="54854"/>
                </a:lnTo>
                <a:lnTo>
                  <a:pt x="315381" y="55100"/>
                </a:lnTo>
                <a:lnTo>
                  <a:pt x="315194" y="55340"/>
                </a:lnTo>
                <a:lnTo>
                  <a:pt x="314999" y="55573"/>
                </a:lnTo>
                <a:lnTo>
                  <a:pt x="314799" y="55801"/>
                </a:lnTo>
                <a:lnTo>
                  <a:pt x="314592" y="56022"/>
                </a:lnTo>
                <a:lnTo>
                  <a:pt x="314377" y="56235"/>
                </a:lnTo>
                <a:lnTo>
                  <a:pt x="314156" y="56440"/>
                </a:lnTo>
                <a:lnTo>
                  <a:pt x="313927" y="56635"/>
                </a:lnTo>
                <a:lnTo>
                  <a:pt x="313690" y="56821"/>
                </a:lnTo>
                <a:lnTo>
                  <a:pt x="313446" y="56998"/>
                </a:lnTo>
                <a:lnTo>
                  <a:pt x="313195" y="57166"/>
                </a:lnTo>
                <a:lnTo>
                  <a:pt x="312935" y="57325"/>
                </a:lnTo>
                <a:lnTo>
                  <a:pt x="312669" y="57475"/>
                </a:lnTo>
                <a:lnTo>
                  <a:pt x="312395" y="57616"/>
                </a:lnTo>
                <a:lnTo>
                  <a:pt x="312113" y="57747"/>
                </a:lnTo>
                <a:lnTo>
                  <a:pt x="311824" y="57870"/>
                </a:lnTo>
                <a:lnTo>
                  <a:pt x="311528" y="57984"/>
                </a:lnTo>
                <a:lnTo>
                  <a:pt x="311224" y="58088"/>
                </a:lnTo>
                <a:lnTo>
                  <a:pt x="310912" y="58183"/>
                </a:lnTo>
                <a:lnTo>
                  <a:pt x="310593" y="58270"/>
                </a:lnTo>
                <a:lnTo>
                  <a:pt x="310267" y="58347"/>
                </a:lnTo>
                <a:lnTo>
                  <a:pt x="309933" y="58415"/>
                </a:lnTo>
                <a:lnTo>
                  <a:pt x="309591" y="58474"/>
                </a:lnTo>
                <a:lnTo>
                  <a:pt x="309242" y="58524"/>
                </a:lnTo>
                <a:lnTo>
                  <a:pt x="308886" y="58565"/>
                </a:lnTo>
                <a:lnTo>
                  <a:pt x="308522" y="58597"/>
                </a:lnTo>
                <a:lnTo>
                  <a:pt x="308151" y="58619"/>
                </a:lnTo>
                <a:lnTo>
                  <a:pt x="307772" y="58633"/>
                </a:lnTo>
                <a:lnTo>
                  <a:pt x="307385" y="58637"/>
                </a:lnTo>
                <a:lnTo>
                  <a:pt x="307134" y="58635"/>
                </a:lnTo>
                <a:lnTo>
                  <a:pt x="306887" y="58628"/>
                </a:lnTo>
                <a:lnTo>
                  <a:pt x="306642" y="58616"/>
                </a:lnTo>
                <a:lnTo>
                  <a:pt x="306401" y="58599"/>
                </a:lnTo>
                <a:lnTo>
                  <a:pt x="306162" y="58578"/>
                </a:lnTo>
                <a:lnTo>
                  <a:pt x="305927" y="58551"/>
                </a:lnTo>
                <a:lnTo>
                  <a:pt x="305696" y="58520"/>
                </a:lnTo>
                <a:lnTo>
                  <a:pt x="305467" y="58484"/>
                </a:lnTo>
                <a:lnTo>
                  <a:pt x="305242" y="58444"/>
                </a:lnTo>
                <a:lnTo>
                  <a:pt x="305019" y="58398"/>
                </a:lnTo>
                <a:lnTo>
                  <a:pt x="304800" y="58348"/>
                </a:lnTo>
                <a:lnTo>
                  <a:pt x="304584" y="58293"/>
                </a:lnTo>
                <a:lnTo>
                  <a:pt x="304372" y="58233"/>
                </a:lnTo>
                <a:lnTo>
                  <a:pt x="304162" y="58169"/>
                </a:lnTo>
                <a:lnTo>
                  <a:pt x="303956" y="58099"/>
                </a:lnTo>
                <a:lnTo>
                  <a:pt x="303753" y="58025"/>
                </a:lnTo>
                <a:lnTo>
                  <a:pt x="303553" y="57946"/>
                </a:lnTo>
                <a:lnTo>
                  <a:pt x="303356" y="57863"/>
                </a:lnTo>
                <a:lnTo>
                  <a:pt x="303162" y="57774"/>
                </a:lnTo>
                <a:lnTo>
                  <a:pt x="302972" y="57681"/>
                </a:lnTo>
                <a:lnTo>
                  <a:pt x="302785" y="57583"/>
                </a:lnTo>
                <a:lnTo>
                  <a:pt x="302601" y="57480"/>
                </a:lnTo>
                <a:lnTo>
                  <a:pt x="302420" y="57373"/>
                </a:lnTo>
                <a:lnTo>
                  <a:pt x="302242" y="57260"/>
                </a:lnTo>
                <a:lnTo>
                  <a:pt x="302068" y="57144"/>
                </a:lnTo>
                <a:lnTo>
                  <a:pt x="301897" y="57025"/>
                </a:lnTo>
                <a:lnTo>
                  <a:pt x="301728" y="56904"/>
                </a:lnTo>
                <a:lnTo>
                  <a:pt x="301563" y="56780"/>
                </a:lnTo>
                <a:lnTo>
                  <a:pt x="301401" y="56653"/>
                </a:lnTo>
                <a:lnTo>
                  <a:pt x="301241" y="56523"/>
                </a:lnTo>
                <a:lnTo>
                  <a:pt x="301085" y="56391"/>
                </a:lnTo>
                <a:lnTo>
                  <a:pt x="300932" y="56256"/>
                </a:lnTo>
                <a:lnTo>
                  <a:pt x="300782" y="56118"/>
                </a:lnTo>
                <a:lnTo>
                  <a:pt x="300634" y="55977"/>
                </a:lnTo>
                <a:lnTo>
                  <a:pt x="300490" y="55834"/>
                </a:lnTo>
                <a:lnTo>
                  <a:pt x="300349" y="55688"/>
                </a:lnTo>
                <a:lnTo>
                  <a:pt x="300211" y="55539"/>
                </a:lnTo>
                <a:lnTo>
                  <a:pt x="300076" y="55388"/>
                </a:lnTo>
                <a:lnTo>
                  <a:pt x="299944" y="55234"/>
                </a:lnTo>
                <a:lnTo>
                  <a:pt x="299815" y="55077"/>
                </a:lnTo>
                <a:lnTo>
                  <a:pt x="299689" y="54918"/>
                </a:lnTo>
                <a:lnTo>
                  <a:pt x="299566" y="54756"/>
                </a:lnTo>
                <a:lnTo>
                  <a:pt x="299446" y="54591"/>
                </a:lnTo>
                <a:lnTo>
                  <a:pt x="299329" y="54423"/>
                </a:lnTo>
                <a:lnTo>
                  <a:pt x="299215" y="54253"/>
                </a:lnTo>
                <a:lnTo>
                  <a:pt x="299104" y="54080"/>
                </a:lnTo>
                <a:lnTo>
                  <a:pt x="298996" y="53904"/>
                </a:lnTo>
                <a:lnTo>
                  <a:pt x="298891" y="53726"/>
                </a:lnTo>
                <a:lnTo>
                  <a:pt x="298789" y="53545"/>
                </a:lnTo>
                <a:lnTo>
                  <a:pt x="298690" y="53362"/>
                </a:lnTo>
                <a:lnTo>
                  <a:pt x="298592" y="53178"/>
                </a:lnTo>
                <a:lnTo>
                  <a:pt x="298498" y="52992"/>
                </a:lnTo>
                <a:lnTo>
                  <a:pt x="298405" y="52804"/>
                </a:lnTo>
                <a:lnTo>
                  <a:pt x="298315" y="52615"/>
                </a:lnTo>
                <a:lnTo>
                  <a:pt x="298227" y="52424"/>
                </a:lnTo>
                <a:lnTo>
                  <a:pt x="298142" y="52230"/>
                </a:lnTo>
                <a:lnTo>
                  <a:pt x="298059" y="52036"/>
                </a:lnTo>
                <a:lnTo>
                  <a:pt x="297979" y="51839"/>
                </a:lnTo>
                <a:lnTo>
                  <a:pt x="297900" y="51641"/>
                </a:lnTo>
                <a:lnTo>
                  <a:pt x="297825" y="51441"/>
                </a:lnTo>
                <a:lnTo>
                  <a:pt x="297751" y="51239"/>
                </a:lnTo>
                <a:lnTo>
                  <a:pt x="297680" y="51035"/>
                </a:lnTo>
                <a:lnTo>
                  <a:pt x="297611" y="50830"/>
                </a:lnTo>
                <a:lnTo>
                  <a:pt x="297545" y="50623"/>
                </a:lnTo>
                <a:lnTo>
                  <a:pt x="297481" y="50414"/>
                </a:lnTo>
                <a:lnTo>
                  <a:pt x="297420" y="50204"/>
                </a:lnTo>
                <a:lnTo>
                  <a:pt x="297361" y="49991"/>
                </a:lnTo>
                <a:lnTo>
                  <a:pt x="297304" y="49777"/>
                </a:lnTo>
                <a:lnTo>
                  <a:pt x="297250" y="49562"/>
                </a:lnTo>
                <a:lnTo>
                  <a:pt x="297198" y="49344"/>
                </a:lnTo>
                <a:lnTo>
                  <a:pt x="297148" y="49125"/>
                </a:lnTo>
                <a:lnTo>
                  <a:pt x="297101" y="48904"/>
                </a:lnTo>
                <a:lnTo>
                  <a:pt x="297056" y="48682"/>
                </a:lnTo>
                <a:lnTo>
                  <a:pt x="297013" y="48461"/>
                </a:lnTo>
                <a:lnTo>
                  <a:pt x="296972" y="48239"/>
                </a:lnTo>
                <a:lnTo>
                  <a:pt x="296933" y="48019"/>
                </a:lnTo>
                <a:lnTo>
                  <a:pt x="296895" y="47798"/>
                </a:lnTo>
                <a:lnTo>
                  <a:pt x="296860" y="47578"/>
                </a:lnTo>
                <a:lnTo>
                  <a:pt x="296827" y="47358"/>
                </a:lnTo>
                <a:lnTo>
                  <a:pt x="296795" y="47139"/>
                </a:lnTo>
                <a:lnTo>
                  <a:pt x="296765" y="46919"/>
                </a:lnTo>
                <a:lnTo>
                  <a:pt x="296738" y="46700"/>
                </a:lnTo>
                <a:lnTo>
                  <a:pt x="296712" y="46482"/>
                </a:lnTo>
                <a:lnTo>
                  <a:pt x="296688" y="46264"/>
                </a:lnTo>
                <a:lnTo>
                  <a:pt x="296666" y="46046"/>
                </a:lnTo>
                <a:lnTo>
                  <a:pt x="296646" y="45828"/>
                </a:lnTo>
                <a:lnTo>
                  <a:pt x="296628" y="45611"/>
                </a:lnTo>
                <a:lnTo>
                  <a:pt x="296612" y="45394"/>
                </a:lnTo>
                <a:lnTo>
                  <a:pt x="296597" y="45177"/>
                </a:lnTo>
                <a:lnTo>
                  <a:pt x="296585" y="44961"/>
                </a:lnTo>
                <a:lnTo>
                  <a:pt x="296574" y="44745"/>
                </a:lnTo>
                <a:lnTo>
                  <a:pt x="296566" y="44529"/>
                </a:lnTo>
                <a:lnTo>
                  <a:pt x="296559" y="44314"/>
                </a:lnTo>
                <a:lnTo>
                  <a:pt x="296554" y="44099"/>
                </a:lnTo>
                <a:lnTo>
                  <a:pt x="296551" y="43884"/>
                </a:lnTo>
                <a:lnTo>
                  <a:pt x="296550" y="43670"/>
                </a:lnTo>
                <a:lnTo>
                  <a:pt x="296551" y="43448"/>
                </a:lnTo>
                <a:lnTo>
                  <a:pt x="296554" y="43226"/>
                </a:lnTo>
                <a:lnTo>
                  <a:pt x="296559" y="43003"/>
                </a:lnTo>
                <a:lnTo>
                  <a:pt x="296566" y="42781"/>
                </a:lnTo>
                <a:lnTo>
                  <a:pt x="296574" y="42558"/>
                </a:lnTo>
                <a:lnTo>
                  <a:pt x="296585" y="42335"/>
                </a:lnTo>
                <a:lnTo>
                  <a:pt x="296597" y="42113"/>
                </a:lnTo>
                <a:lnTo>
                  <a:pt x="296612" y="41889"/>
                </a:lnTo>
                <a:lnTo>
                  <a:pt x="296628" y="41666"/>
                </a:lnTo>
                <a:lnTo>
                  <a:pt x="296646" y="41443"/>
                </a:lnTo>
                <a:lnTo>
                  <a:pt x="296666" y="41219"/>
                </a:lnTo>
                <a:lnTo>
                  <a:pt x="296688" y="40995"/>
                </a:lnTo>
                <a:lnTo>
                  <a:pt x="296712" y="40772"/>
                </a:lnTo>
                <a:lnTo>
                  <a:pt x="296738" y="40548"/>
                </a:lnTo>
                <a:lnTo>
                  <a:pt x="296765" y="40323"/>
                </a:lnTo>
                <a:lnTo>
                  <a:pt x="296795" y="40099"/>
                </a:lnTo>
                <a:lnTo>
                  <a:pt x="296827" y="39875"/>
                </a:lnTo>
                <a:lnTo>
                  <a:pt x="296860" y="39650"/>
                </a:lnTo>
                <a:lnTo>
                  <a:pt x="296895" y="39425"/>
                </a:lnTo>
                <a:lnTo>
                  <a:pt x="296933" y="39200"/>
                </a:lnTo>
                <a:lnTo>
                  <a:pt x="296972" y="38975"/>
                </a:lnTo>
                <a:lnTo>
                  <a:pt x="297013" y="38750"/>
                </a:lnTo>
                <a:lnTo>
                  <a:pt x="297056" y="38524"/>
                </a:lnTo>
                <a:lnTo>
                  <a:pt x="297101" y="38299"/>
                </a:lnTo>
                <a:lnTo>
                  <a:pt x="297148" y="38074"/>
                </a:lnTo>
                <a:lnTo>
                  <a:pt x="297198" y="37850"/>
                </a:lnTo>
                <a:lnTo>
                  <a:pt x="297251" y="37629"/>
                </a:lnTo>
                <a:lnTo>
                  <a:pt x="297307" y="37408"/>
                </a:lnTo>
                <a:lnTo>
                  <a:pt x="297365" y="37190"/>
                </a:lnTo>
                <a:lnTo>
                  <a:pt x="297426" y="36973"/>
                </a:lnTo>
                <a:lnTo>
                  <a:pt x="297489" y="36757"/>
                </a:lnTo>
                <a:lnTo>
                  <a:pt x="297555" y="36543"/>
                </a:lnTo>
                <a:lnTo>
                  <a:pt x="297624" y="36331"/>
                </a:lnTo>
                <a:lnTo>
                  <a:pt x="297696" y="36121"/>
                </a:lnTo>
                <a:lnTo>
                  <a:pt x="297771" y="35912"/>
                </a:lnTo>
                <a:lnTo>
                  <a:pt x="297848" y="35704"/>
                </a:lnTo>
                <a:lnTo>
                  <a:pt x="297927" y="35498"/>
                </a:lnTo>
                <a:lnTo>
                  <a:pt x="298010" y="35294"/>
                </a:lnTo>
                <a:lnTo>
                  <a:pt x="298095" y="35091"/>
                </a:lnTo>
                <a:lnTo>
                  <a:pt x="298183" y="34890"/>
                </a:lnTo>
                <a:lnTo>
                  <a:pt x="298274" y="34691"/>
                </a:lnTo>
                <a:lnTo>
                  <a:pt x="298367" y="34493"/>
                </a:lnTo>
                <a:lnTo>
                  <a:pt x="298463" y="34297"/>
                </a:lnTo>
                <a:lnTo>
                  <a:pt x="298562" y="34102"/>
                </a:lnTo>
                <a:lnTo>
                  <a:pt x="298663" y="33909"/>
                </a:lnTo>
                <a:lnTo>
                  <a:pt x="298767" y="33718"/>
                </a:lnTo>
                <a:lnTo>
                  <a:pt x="298874" y="33528"/>
                </a:lnTo>
                <a:lnTo>
                  <a:pt x="298984" y="33339"/>
                </a:lnTo>
                <a:lnTo>
                  <a:pt x="299096" y="33153"/>
                </a:lnTo>
                <a:lnTo>
                  <a:pt x="299211" y="32970"/>
                </a:lnTo>
                <a:lnTo>
                  <a:pt x="299329" y="32790"/>
                </a:lnTo>
                <a:lnTo>
                  <a:pt x="299449" y="32612"/>
                </a:lnTo>
                <a:lnTo>
                  <a:pt x="299572" y="32438"/>
                </a:lnTo>
                <a:lnTo>
                  <a:pt x="299698" y="32266"/>
                </a:lnTo>
                <a:lnTo>
                  <a:pt x="299827" y="32097"/>
                </a:lnTo>
                <a:lnTo>
                  <a:pt x="299958" y="31931"/>
                </a:lnTo>
                <a:lnTo>
                  <a:pt x="300092" y="31768"/>
                </a:lnTo>
                <a:lnTo>
                  <a:pt x="300228" y="31608"/>
                </a:lnTo>
                <a:lnTo>
                  <a:pt x="300368" y="31451"/>
                </a:lnTo>
                <a:lnTo>
                  <a:pt x="300510" y="31296"/>
                </a:lnTo>
                <a:lnTo>
                  <a:pt x="300655" y="31145"/>
                </a:lnTo>
                <a:lnTo>
                  <a:pt x="300802" y="30996"/>
                </a:lnTo>
                <a:lnTo>
                  <a:pt x="300952" y="30850"/>
                </a:lnTo>
                <a:lnTo>
                  <a:pt x="301105" y="30707"/>
                </a:lnTo>
                <a:lnTo>
                  <a:pt x="301261" y="30567"/>
                </a:lnTo>
                <a:lnTo>
                  <a:pt x="301419" y="30429"/>
                </a:lnTo>
                <a:lnTo>
                  <a:pt x="301580" y="30295"/>
                </a:lnTo>
                <a:lnTo>
                  <a:pt x="301744" y="30164"/>
                </a:lnTo>
                <a:lnTo>
                  <a:pt x="301910" y="30035"/>
                </a:lnTo>
                <a:lnTo>
                  <a:pt x="302079" y="29909"/>
                </a:lnTo>
                <a:lnTo>
                  <a:pt x="302251" y="29786"/>
                </a:lnTo>
                <a:lnTo>
                  <a:pt x="302426" y="29666"/>
                </a:lnTo>
                <a:lnTo>
                  <a:pt x="302604" y="29550"/>
                </a:lnTo>
                <a:lnTo>
                  <a:pt x="302785" y="29439"/>
                </a:lnTo>
                <a:lnTo>
                  <a:pt x="302970" y="29333"/>
                </a:lnTo>
                <a:lnTo>
                  <a:pt x="303158" y="29231"/>
                </a:lnTo>
                <a:lnTo>
                  <a:pt x="303350" y="29135"/>
                </a:lnTo>
                <a:lnTo>
                  <a:pt x="303545" y="29043"/>
                </a:lnTo>
                <a:lnTo>
                  <a:pt x="303744" y="28957"/>
                </a:lnTo>
                <a:lnTo>
                  <a:pt x="303946" y="28875"/>
                </a:lnTo>
                <a:lnTo>
                  <a:pt x="304152" y="28799"/>
                </a:lnTo>
                <a:lnTo>
                  <a:pt x="304362" y="28727"/>
                </a:lnTo>
                <a:lnTo>
                  <a:pt x="304574" y="28660"/>
                </a:lnTo>
                <a:lnTo>
                  <a:pt x="304791" y="28599"/>
                </a:lnTo>
                <a:lnTo>
                  <a:pt x="305011" y="28542"/>
                </a:lnTo>
                <a:lnTo>
                  <a:pt x="305234" y="28490"/>
                </a:lnTo>
                <a:lnTo>
                  <a:pt x="305461" y="28443"/>
                </a:lnTo>
                <a:lnTo>
                  <a:pt x="305691" y="28401"/>
                </a:lnTo>
                <a:lnTo>
                  <a:pt x="305925" y="28364"/>
                </a:lnTo>
                <a:lnTo>
                  <a:pt x="306162" y="28332"/>
                </a:lnTo>
                <a:lnTo>
                  <a:pt x="306403" y="28305"/>
                </a:lnTo>
                <a:lnTo>
                  <a:pt x="306647" y="28282"/>
                </a:lnTo>
                <a:lnTo>
                  <a:pt x="306895" y="28265"/>
                </a:lnTo>
                <a:lnTo>
                  <a:pt x="307147" y="28253"/>
                </a:lnTo>
                <a:lnTo>
                  <a:pt x="307401" y="28245"/>
                </a:lnTo>
                <a:lnTo>
                  <a:pt x="307660" y="28243"/>
                </a:lnTo>
                <a:lnTo>
                  <a:pt x="308344" y="28257"/>
                </a:lnTo>
                <a:lnTo>
                  <a:pt x="309003" y="28299"/>
                </a:lnTo>
                <a:lnTo>
                  <a:pt x="309638" y="28370"/>
                </a:lnTo>
                <a:lnTo>
                  <a:pt x="310248" y="28469"/>
                </a:lnTo>
                <a:lnTo>
                  <a:pt x="310834" y="28597"/>
                </a:lnTo>
                <a:lnTo>
                  <a:pt x="311396" y="28753"/>
                </a:lnTo>
                <a:lnTo>
                  <a:pt x="311932" y="28937"/>
                </a:lnTo>
                <a:lnTo>
                  <a:pt x="312444" y="29149"/>
                </a:lnTo>
                <a:lnTo>
                  <a:pt x="312932" y="29390"/>
                </a:lnTo>
                <a:lnTo>
                  <a:pt x="313395" y="29659"/>
                </a:lnTo>
                <a:lnTo>
                  <a:pt x="313834" y="29957"/>
                </a:lnTo>
                <a:lnTo>
                  <a:pt x="314248" y="30283"/>
                </a:lnTo>
                <a:lnTo>
                  <a:pt x="314637" y="30637"/>
                </a:lnTo>
                <a:lnTo>
                  <a:pt x="315002" y="31019"/>
                </a:lnTo>
                <a:lnTo>
                  <a:pt x="315342" y="31430"/>
                </a:lnTo>
                <a:lnTo>
                  <a:pt x="315658" y="31869"/>
                </a:lnTo>
                <a:lnTo>
                  <a:pt x="315949" y="32336"/>
                </a:lnTo>
                <a:lnTo>
                  <a:pt x="316216" y="32832"/>
                </a:lnTo>
                <a:lnTo>
                  <a:pt x="316458" y="33356"/>
                </a:lnTo>
                <a:lnTo>
                  <a:pt x="316676" y="33909"/>
                </a:lnTo>
                <a:lnTo>
                  <a:pt x="316869" y="34490"/>
                </a:lnTo>
                <a:lnTo>
                  <a:pt x="317038" y="35099"/>
                </a:lnTo>
                <a:lnTo>
                  <a:pt x="317182" y="35736"/>
                </a:lnTo>
                <a:lnTo>
                  <a:pt x="317301" y="36402"/>
                </a:lnTo>
                <a:lnTo>
                  <a:pt x="330062" y="36402"/>
                </a:lnTo>
                <a:lnTo>
                  <a:pt x="330036" y="36021"/>
                </a:lnTo>
                <a:lnTo>
                  <a:pt x="330005" y="35644"/>
                </a:lnTo>
                <a:lnTo>
                  <a:pt x="329968" y="35272"/>
                </a:lnTo>
                <a:lnTo>
                  <a:pt x="329925" y="34904"/>
                </a:lnTo>
                <a:close/>
                <a:moveTo>
                  <a:pt x="360071" y="45358"/>
                </a:moveTo>
                <a:lnTo>
                  <a:pt x="360099" y="45816"/>
                </a:lnTo>
                <a:lnTo>
                  <a:pt x="360132" y="46270"/>
                </a:lnTo>
                <a:lnTo>
                  <a:pt x="360171" y="46720"/>
                </a:lnTo>
                <a:lnTo>
                  <a:pt x="360217" y="47166"/>
                </a:lnTo>
                <a:lnTo>
                  <a:pt x="360268" y="47609"/>
                </a:lnTo>
                <a:lnTo>
                  <a:pt x="360326" y="48048"/>
                </a:lnTo>
                <a:lnTo>
                  <a:pt x="360389" y="48482"/>
                </a:lnTo>
                <a:lnTo>
                  <a:pt x="360459" y="48914"/>
                </a:lnTo>
                <a:lnTo>
                  <a:pt x="360535" y="49341"/>
                </a:lnTo>
                <a:lnTo>
                  <a:pt x="360616" y="49764"/>
                </a:lnTo>
                <a:lnTo>
                  <a:pt x="360704" y="50184"/>
                </a:lnTo>
                <a:lnTo>
                  <a:pt x="360798" y="50599"/>
                </a:lnTo>
                <a:lnTo>
                  <a:pt x="360898" y="51011"/>
                </a:lnTo>
                <a:lnTo>
                  <a:pt x="361004" y="51419"/>
                </a:lnTo>
                <a:lnTo>
                  <a:pt x="361116" y="51824"/>
                </a:lnTo>
                <a:lnTo>
                  <a:pt x="361234" y="52224"/>
                </a:lnTo>
                <a:lnTo>
                  <a:pt x="361358" y="52621"/>
                </a:lnTo>
                <a:lnTo>
                  <a:pt x="361488" y="53013"/>
                </a:lnTo>
                <a:lnTo>
                  <a:pt x="361625" y="53402"/>
                </a:lnTo>
                <a:lnTo>
                  <a:pt x="361767" y="53787"/>
                </a:lnTo>
                <a:lnTo>
                  <a:pt x="361915" y="54168"/>
                </a:lnTo>
                <a:lnTo>
                  <a:pt x="362068" y="54544"/>
                </a:lnTo>
                <a:lnTo>
                  <a:pt x="362226" y="54916"/>
                </a:lnTo>
                <a:lnTo>
                  <a:pt x="362389" y="55283"/>
                </a:lnTo>
                <a:lnTo>
                  <a:pt x="362558" y="55645"/>
                </a:lnTo>
                <a:lnTo>
                  <a:pt x="362731" y="56003"/>
                </a:lnTo>
                <a:lnTo>
                  <a:pt x="362909" y="56356"/>
                </a:lnTo>
                <a:lnTo>
                  <a:pt x="363093" y="56705"/>
                </a:lnTo>
                <a:lnTo>
                  <a:pt x="363282" y="57048"/>
                </a:lnTo>
                <a:lnTo>
                  <a:pt x="363476" y="57388"/>
                </a:lnTo>
                <a:lnTo>
                  <a:pt x="363675" y="57722"/>
                </a:lnTo>
                <a:lnTo>
                  <a:pt x="363879" y="58052"/>
                </a:lnTo>
                <a:lnTo>
                  <a:pt x="364088" y="58377"/>
                </a:lnTo>
                <a:lnTo>
                  <a:pt x="364302" y="58698"/>
                </a:lnTo>
                <a:lnTo>
                  <a:pt x="364521" y="59014"/>
                </a:lnTo>
                <a:lnTo>
                  <a:pt x="364746" y="59326"/>
                </a:lnTo>
                <a:lnTo>
                  <a:pt x="364975" y="59633"/>
                </a:lnTo>
                <a:lnTo>
                  <a:pt x="365210" y="59935"/>
                </a:lnTo>
                <a:lnTo>
                  <a:pt x="365450" y="60232"/>
                </a:lnTo>
                <a:lnTo>
                  <a:pt x="365694" y="60525"/>
                </a:lnTo>
                <a:lnTo>
                  <a:pt x="365944" y="60814"/>
                </a:lnTo>
                <a:lnTo>
                  <a:pt x="366199" y="61097"/>
                </a:lnTo>
                <a:lnTo>
                  <a:pt x="366460" y="61376"/>
                </a:lnTo>
                <a:lnTo>
                  <a:pt x="366725" y="61651"/>
                </a:lnTo>
                <a:lnTo>
                  <a:pt x="366995" y="61920"/>
                </a:lnTo>
                <a:lnTo>
                  <a:pt x="367269" y="62184"/>
                </a:lnTo>
                <a:lnTo>
                  <a:pt x="367548" y="62443"/>
                </a:lnTo>
                <a:lnTo>
                  <a:pt x="367832" y="62697"/>
                </a:lnTo>
                <a:lnTo>
                  <a:pt x="368120" y="62945"/>
                </a:lnTo>
                <a:lnTo>
                  <a:pt x="368412" y="63188"/>
                </a:lnTo>
                <a:lnTo>
                  <a:pt x="368709" y="63426"/>
                </a:lnTo>
                <a:lnTo>
                  <a:pt x="369010" y="63658"/>
                </a:lnTo>
                <a:lnTo>
                  <a:pt x="369316" y="63886"/>
                </a:lnTo>
                <a:lnTo>
                  <a:pt x="369626" y="64108"/>
                </a:lnTo>
                <a:lnTo>
                  <a:pt x="369941" y="64325"/>
                </a:lnTo>
                <a:lnTo>
                  <a:pt x="370260" y="64536"/>
                </a:lnTo>
                <a:lnTo>
                  <a:pt x="370583" y="64742"/>
                </a:lnTo>
                <a:lnTo>
                  <a:pt x="370911" y="64943"/>
                </a:lnTo>
                <a:lnTo>
                  <a:pt x="371244" y="65139"/>
                </a:lnTo>
                <a:lnTo>
                  <a:pt x="371581" y="65329"/>
                </a:lnTo>
                <a:lnTo>
                  <a:pt x="371922" y="65515"/>
                </a:lnTo>
                <a:lnTo>
                  <a:pt x="372268" y="65694"/>
                </a:lnTo>
                <a:lnTo>
                  <a:pt x="372618" y="65869"/>
                </a:lnTo>
                <a:lnTo>
                  <a:pt x="372973" y="66038"/>
                </a:lnTo>
                <a:lnTo>
                  <a:pt x="373333" y="66203"/>
                </a:lnTo>
                <a:lnTo>
                  <a:pt x="373696" y="66361"/>
                </a:lnTo>
                <a:lnTo>
                  <a:pt x="374064" y="66515"/>
                </a:lnTo>
                <a:lnTo>
                  <a:pt x="374437" y="66663"/>
                </a:lnTo>
                <a:lnTo>
                  <a:pt x="374814" y="66806"/>
                </a:lnTo>
                <a:lnTo>
                  <a:pt x="375195" y="66942"/>
                </a:lnTo>
                <a:lnTo>
                  <a:pt x="375579" y="67073"/>
                </a:lnTo>
                <a:lnTo>
                  <a:pt x="375968" y="67197"/>
                </a:lnTo>
                <a:lnTo>
                  <a:pt x="376360" y="67315"/>
                </a:lnTo>
                <a:lnTo>
                  <a:pt x="376756" y="67428"/>
                </a:lnTo>
                <a:lnTo>
                  <a:pt x="377155" y="67534"/>
                </a:lnTo>
                <a:lnTo>
                  <a:pt x="377559" y="67634"/>
                </a:lnTo>
                <a:lnTo>
                  <a:pt x="377967" y="67728"/>
                </a:lnTo>
                <a:lnTo>
                  <a:pt x="378378" y="67816"/>
                </a:lnTo>
                <a:lnTo>
                  <a:pt x="378793" y="67898"/>
                </a:lnTo>
                <a:lnTo>
                  <a:pt x="379212" y="67974"/>
                </a:lnTo>
                <a:lnTo>
                  <a:pt x="379634" y="68043"/>
                </a:lnTo>
                <a:lnTo>
                  <a:pt x="380061" y="68107"/>
                </a:lnTo>
                <a:lnTo>
                  <a:pt x="380491" y="68165"/>
                </a:lnTo>
                <a:lnTo>
                  <a:pt x="380926" y="68216"/>
                </a:lnTo>
                <a:lnTo>
                  <a:pt x="381364" y="68262"/>
                </a:lnTo>
                <a:lnTo>
                  <a:pt x="381805" y="68301"/>
                </a:lnTo>
                <a:lnTo>
                  <a:pt x="382251" y="68334"/>
                </a:lnTo>
                <a:lnTo>
                  <a:pt x="382700" y="68362"/>
                </a:lnTo>
                <a:lnTo>
                  <a:pt x="383154" y="68383"/>
                </a:lnTo>
                <a:lnTo>
                  <a:pt x="383611" y="68398"/>
                </a:lnTo>
                <a:lnTo>
                  <a:pt x="384072" y="68407"/>
                </a:lnTo>
                <a:lnTo>
                  <a:pt x="384536" y="68410"/>
                </a:lnTo>
                <a:lnTo>
                  <a:pt x="385001" y="68407"/>
                </a:lnTo>
                <a:lnTo>
                  <a:pt x="385463" y="68398"/>
                </a:lnTo>
                <a:lnTo>
                  <a:pt x="385920" y="68383"/>
                </a:lnTo>
                <a:lnTo>
                  <a:pt x="386374" y="68362"/>
                </a:lnTo>
                <a:lnTo>
                  <a:pt x="386824" y="68334"/>
                </a:lnTo>
                <a:lnTo>
                  <a:pt x="387271" y="68301"/>
                </a:lnTo>
                <a:lnTo>
                  <a:pt x="387714" y="68262"/>
                </a:lnTo>
                <a:lnTo>
                  <a:pt x="388153" y="68216"/>
                </a:lnTo>
                <a:lnTo>
                  <a:pt x="388589" y="68165"/>
                </a:lnTo>
                <a:lnTo>
                  <a:pt x="389020" y="68107"/>
                </a:lnTo>
                <a:lnTo>
                  <a:pt x="389449" y="68043"/>
                </a:lnTo>
                <a:lnTo>
                  <a:pt x="389873" y="67974"/>
                </a:lnTo>
                <a:lnTo>
                  <a:pt x="390294" y="67898"/>
                </a:lnTo>
                <a:lnTo>
                  <a:pt x="390711" y="67816"/>
                </a:lnTo>
                <a:lnTo>
                  <a:pt x="391125" y="67728"/>
                </a:lnTo>
                <a:lnTo>
                  <a:pt x="391535" y="67634"/>
                </a:lnTo>
                <a:lnTo>
                  <a:pt x="391941" y="67534"/>
                </a:lnTo>
                <a:lnTo>
                  <a:pt x="392344" y="67428"/>
                </a:lnTo>
                <a:lnTo>
                  <a:pt x="392742" y="67315"/>
                </a:lnTo>
                <a:lnTo>
                  <a:pt x="393138" y="67197"/>
                </a:lnTo>
                <a:lnTo>
                  <a:pt x="393529" y="67073"/>
                </a:lnTo>
                <a:lnTo>
                  <a:pt x="393917" y="66942"/>
                </a:lnTo>
                <a:lnTo>
                  <a:pt x="394301" y="66806"/>
                </a:lnTo>
                <a:lnTo>
                  <a:pt x="394682" y="66663"/>
                </a:lnTo>
                <a:lnTo>
                  <a:pt x="395058" y="66515"/>
                </a:lnTo>
                <a:lnTo>
                  <a:pt x="395430" y="66361"/>
                </a:lnTo>
                <a:lnTo>
                  <a:pt x="395797" y="66203"/>
                </a:lnTo>
                <a:lnTo>
                  <a:pt x="396160" y="66038"/>
                </a:lnTo>
                <a:lnTo>
                  <a:pt x="396518" y="65869"/>
                </a:lnTo>
                <a:lnTo>
                  <a:pt x="396871" y="65694"/>
                </a:lnTo>
                <a:lnTo>
                  <a:pt x="397220" y="65515"/>
                </a:lnTo>
                <a:lnTo>
                  <a:pt x="397564" y="65329"/>
                </a:lnTo>
                <a:lnTo>
                  <a:pt x="397903" y="65139"/>
                </a:lnTo>
                <a:lnTo>
                  <a:pt x="398238" y="64943"/>
                </a:lnTo>
                <a:lnTo>
                  <a:pt x="398568" y="64742"/>
                </a:lnTo>
                <a:lnTo>
                  <a:pt x="398894" y="64536"/>
                </a:lnTo>
                <a:lnTo>
                  <a:pt x="399215" y="64325"/>
                </a:lnTo>
                <a:lnTo>
                  <a:pt x="399531" y="64108"/>
                </a:lnTo>
                <a:lnTo>
                  <a:pt x="399843" y="63886"/>
                </a:lnTo>
                <a:lnTo>
                  <a:pt x="400150" y="63658"/>
                </a:lnTo>
                <a:lnTo>
                  <a:pt x="400452" y="63426"/>
                </a:lnTo>
                <a:lnTo>
                  <a:pt x="400750" y="63188"/>
                </a:lnTo>
                <a:lnTo>
                  <a:pt x="401043" y="62945"/>
                </a:lnTo>
                <a:lnTo>
                  <a:pt x="401332" y="62697"/>
                </a:lnTo>
                <a:lnTo>
                  <a:pt x="401616" y="62443"/>
                </a:lnTo>
                <a:lnTo>
                  <a:pt x="401895" y="62184"/>
                </a:lnTo>
                <a:lnTo>
                  <a:pt x="402170" y="61920"/>
                </a:lnTo>
                <a:lnTo>
                  <a:pt x="402440" y="61651"/>
                </a:lnTo>
                <a:lnTo>
                  <a:pt x="402706" y="61376"/>
                </a:lnTo>
                <a:lnTo>
                  <a:pt x="402966" y="61097"/>
                </a:lnTo>
                <a:lnTo>
                  <a:pt x="403221" y="60814"/>
                </a:lnTo>
                <a:lnTo>
                  <a:pt x="403471" y="60525"/>
                </a:lnTo>
                <a:lnTo>
                  <a:pt x="403716" y="60232"/>
                </a:lnTo>
                <a:lnTo>
                  <a:pt x="403955" y="59935"/>
                </a:lnTo>
                <a:lnTo>
                  <a:pt x="404190" y="59633"/>
                </a:lnTo>
                <a:lnTo>
                  <a:pt x="404419" y="59326"/>
                </a:lnTo>
                <a:lnTo>
                  <a:pt x="404644" y="59014"/>
                </a:lnTo>
                <a:lnTo>
                  <a:pt x="404863" y="58698"/>
                </a:lnTo>
                <a:lnTo>
                  <a:pt x="405077" y="58377"/>
                </a:lnTo>
                <a:lnTo>
                  <a:pt x="405287" y="58052"/>
                </a:lnTo>
                <a:lnTo>
                  <a:pt x="405491" y="57722"/>
                </a:lnTo>
                <a:lnTo>
                  <a:pt x="405690" y="57388"/>
                </a:lnTo>
                <a:lnTo>
                  <a:pt x="405883" y="57048"/>
                </a:lnTo>
                <a:lnTo>
                  <a:pt x="406072" y="56705"/>
                </a:lnTo>
                <a:lnTo>
                  <a:pt x="406256" y="56356"/>
                </a:lnTo>
                <a:lnTo>
                  <a:pt x="406434" y="56003"/>
                </a:lnTo>
                <a:lnTo>
                  <a:pt x="406608" y="55645"/>
                </a:lnTo>
                <a:lnTo>
                  <a:pt x="406776" y="55283"/>
                </a:lnTo>
                <a:lnTo>
                  <a:pt x="406939" y="54916"/>
                </a:lnTo>
                <a:lnTo>
                  <a:pt x="407097" y="54544"/>
                </a:lnTo>
                <a:lnTo>
                  <a:pt x="407250" y="54168"/>
                </a:lnTo>
                <a:lnTo>
                  <a:pt x="407398" y="53787"/>
                </a:lnTo>
                <a:lnTo>
                  <a:pt x="407540" y="53402"/>
                </a:lnTo>
                <a:lnTo>
                  <a:pt x="407677" y="53013"/>
                </a:lnTo>
                <a:lnTo>
                  <a:pt x="407807" y="52621"/>
                </a:lnTo>
                <a:lnTo>
                  <a:pt x="407931" y="52224"/>
                </a:lnTo>
                <a:lnTo>
                  <a:pt x="408049" y="51824"/>
                </a:lnTo>
                <a:lnTo>
                  <a:pt x="408161" y="51419"/>
                </a:lnTo>
                <a:lnTo>
                  <a:pt x="408267" y="51011"/>
                </a:lnTo>
                <a:lnTo>
                  <a:pt x="408367" y="50599"/>
                </a:lnTo>
                <a:lnTo>
                  <a:pt x="408461" y="50184"/>
                </a:lnTo>
                <a:lnTo>
                  <a:pt x="408549" y="49764"/>
                </a:lnTo>
                <a:lnTo>
                  <a:pt x="408631" y="49341"/>
                </a:lnTo>
                <a:lnTo>
                  <a:pt x="408706" y="48914"/>
                </a:lnTo>
                <a:lnTo>
                  <a:pt x="408776" y="48482"/>
                </a:lnTo>
                <a:lnTo>
                  <a:pt x="408840" y="48048"/>
                </a:lnTo>
                <a:lnTo>
                  <a:pt x="408897" y="47609"/>
                </a:lnTo>
                <a:lnTo>
                  <a:pt x="408949" y="47166"/>
                </a:lnTo>
                <a:lnTo>
                  <a:pt x="408994" y="46720"/>
                </a:lnTo>
                <a:lnTo>
                  <a:pt x="409033" y="46270"/>
                </a:lnTo>
                <a:lnTo>
                  <a:pt x="409067" y="45816"/>
                </a:lnTo>
                <a:lnTo>
                  <a:pt x="409094" y="45358"/>
                </a:lnTo>
                <a:lnTo>
                  <a:pt x="409115" y="44896"/>
                </a:lnTo>
                <a:lnTo>
                  <a:pt x="409130" y="44430"/>
                </a:lnTo>
                <a:lnTo>
                  <a:pt x="409139" y="43961"/>
                </a:lnTo>
                <a:lnTo>
                  <a:pt x="409142" y="43488"/>
                </a:lnTo>
                <a:lnTo>
                  <a:pt x="409139" y="43014"/>
                </a:lnTo>
                <a:lnTo>
                  <a:pt x="409130" y="42545"/>
                </a:lnTo>
                <a:lnTo>
                  <a:pt x="409115" y="42079"/>
                </a:lnTo>
                <a:lnTo>
                  <a:pt x="409094" y="41617"/>
                </a:lnTo>
                <a:lnTo>
                  <a:pt x="409067" y="41158"/>
                </a:lnTo>
                <a:lnTo>
                  <a:pt x="409033" y="40703"/>
                </a:lnTo>
                <a:lnTo>
                  <a:pt x="408994" y="40252"/>
                </a:lnTo>
                <a:lnTo>
                  <a:pt x="408949" y="39804"/>
                </a:lnTo>
                <a:lnTo>
                  <a:pt x="408897" y="39360"/>
                </a:lnTo>
                <a:lnTo>
                  <a:pt x="408840" y="38920"/>
                </a:lnTo>
                <a:lnTo>
                  <a:pt x="408776" y="38483"/>
                </a:lnTo>
                <a:lnTo>
                  <a:pt x="408706" y="38050"/>
                </a:lnTo>
                <a:lnTo>
                  <a:pt x="408631" y="37621"/>
                </a:lnTo>
                <a:lnTo>
                  <a:pt x="408549" y="37196"/>
                </a:lnTo>
                <a:lnTo>
                  <a:pt x="408461" y="36774"/>
                </a:lnTo>
                <a:lnTo>
                  <a:pt x="408367" y="36355"/>
                </a:lnTo>
                <a:lnTo>
                  <a:pt x="408267" y="35941"/>
                </a:lnTo>
                <a:lnTo>
                  <a:pt x="408161" y="35530"/>
                </a:lnTo>
                <a:lnTo>
                  <a:pt x="408049" y="35123"/>
                </a:lnTo>
                <a:lnTo>
                  <a:pt x="407931" y="34719"/>
                </a:lnTo>
                <a:lnTo>
                  <a:pt x="407807" y="34319"/>
                </a:lnTo>
                <a:lnTo>
                  <a:pt x="407677" y="33923"/>
                </a:lnTo>
                <a:lnTo>
                  <a:pt x="407540" y="33531"/>
                </a:lnTo>
                <a:lnTo>
                  <a:pt x="407398" y="33142"/>
                </a:lnTo>
                <a:lnTo>
                  <a:pt x="407250" y="32757"/>
                </a:lnTo>
                <a:lnTo>
                  <a:pt x="407097" y="32377"/>
                </a:lnTo>
                <a:lnTo>
                  <a:pt x="406939" y="32002"/>
                </a:lnTo>
                <a:lnTo>
                  <a:pt x="406776" y="31632"/>
                </a:lnTo>
                <a:lnTo>
                  <a:pt x="406608" y="31266"/>
                </a:lnTo>
                <a:lnTo>
                  <a:pt x="406434" y="30905"/>
                </a:lnTo>
                <a:lnTo>
                  <a:pt x="406256" y="30549"/>
                </a:lnTo>
                <a:lnTo>
                  <a:pt x="406072" y="30198"/>
                </a:lnTo>
                <a:lnTo>
                  <a:pt x="405883" y="29852"/>
                </a:lnTo>
                <a:lnTo>
                  <a:pt x="405690" y="29510"/>
                </a:lnTo>
                <a:lnTo>
                  <a:pt x="405491" y="29174"/>
                </a:lnTo>
                <a:lnTo>
                  <a:pt x="405287" y="28842"/>
                </a:lnTo>
                <a:lnTo>
                  <a:pt x="405077" y="28515"/>
                </a:lnTo>
                <a:lnTo>
                  <a:pt x="404863" y="28192"/>
                </a:lnTo>
                <a:lnTo>
                  <a:pt x="404644" y="27875"/>
                </a:lnTo>
                <a:lnTo>
                  <a:pt x="404419" y="27562"/>
                </a:lnTo>
                <a:lnTo>
                  <a:pt x="404190" y="27254"/>
                </a:lnTo>
                <a:lnTo>
                  <a:pt x="403955" y="26951"/>
                </a:lnTo>
                <a:lnTo>
                  <a:pt x="403716" y="26652"/>
                </a:lnTo>
                <a:lnTo>
                  <a:pt x="403471" y="26359"/>
                </a:lnTo>
                <a:lnTo>
                  <a:pt x="403221" y="26070"/>
                </a:lnTo>
                <a:lnTo>
                  <a:pt x="402966" y="25786"/>
                </a:lnTo>
                <a:lnTo>
                  <a:pt x="402706" y="25507"/>
                </a:lnTo>
                <a:lnTo>
                  <a:pt x="402440" y="25232"/>
                </a:lnTo>
                <a:lnTo>
                  <a:pt x="402170" y="24963"/>
                </a:lnTo>
                <a:lnTo>
                  <a:pt x="401895" y="24698"/>
                </a:lnTo>
                <a:lnTo>
                  <a:pt x="401616" y="24439"/>
                </a:lnTo>
                <a:lnTo>
                  <a:pt x="401332" y="24185"/>
                </a:lnTo>
                <a:lnTo>
                  <a:pt x="401043" y="23935"/>
                </a:lnTo>
                <a:lnTo>
                  <a:pt x="400750" y="23691"/>
                </a:lnTo>
                <a:lnTo>
                  <a:pt x="400452" y="23453"/>
                </a:lnTo>
                <a:lnTo>
                  <a:pt x="400150" y="23219"/>
                </a:lnTo>
                <a:lnTo>
                  <a:pt x="399843" y="22990"/>
                </a:lnTo>
                <a:lnTo>
                  <a:pt x="399531" y="22766"/>
                </a:lnTo>
                <a:lnTo>
                  <a:pt x="399215" y="22548"/>
                </a:lnTo>
                <a:lnTo>
                  <a:pt x="398894" y="22335"/>
                </a:lnTo>
                <a:lnTo>
                  <a:pt x="398568" y="22126"/>
                </a:lnTo>
                <a:lnTo>
                  <a:pt x="398238" y="21923"/>
                </a:lnTo>
                <a:lnTo>
                  <a:pt x="397903" y="21725"/>
                </a:lnTo>
                <a:lnTo>
                  <a:pt x="397564" y="21532"/>
                </a:lnTo>
                <a:lnTo>
                  <a:pt x="397220" y="21345"/>
                </a:lnTo>
                <a:lnTo>
                  <a:pt x="396871" y="21162"/>
                </a:lnTo>
                <a:lnTo>
                  <a:pt x="396518" y="20984"/>
                </a:lnTo>
                <a:lnTo>
                  <a:pt x="396160" y="20812"/>
                </a:lnTo>
                <a:lnTo>
                  <a:pt x="395797" y="20645"/>
                </a:lnTo>
                <a:lnTo>
                  <a:pt x="395430" y="20483"/>
                </a:lnTo>
                <a:lnTo>
                  <a:pt x="395058" y="20325"/>
                </a:lnTo>
                <a:lnTo>
                  <a:pt x="394682" y="20173"/>
                </a:lnTo>
                <a:lnTo>
                  <a:pt x="394301" y="20027"/>
                </a:lnTo>
                <a:lnTo>
                  <a:pt x="393917" y="19887"/>
                </a:lnTo>
                <a:lnTo>
                  <a:pt x="393529" y="19753"/>
                </a:lnTo>
                <a:lnTo>
                  <a:pt x="393138" y="19625"/>
                </a:lnTo>
                <a:lnTo>
                  <a:pt x="392742" y="19504"/>
                </a:lnTo>
                <a:lnTo>
                  <a:pt x="392344" y="19389"/>
                </a:lnTo>
                <a:lnTo>
                  <a:pt x="391941" y="19280"/>
                </a:lnTo>
                <a:lnTo>
                  <a:pt x="391535" y="19177"/>
                </a:lnTo>
                <a:lnTo>
                  <a:pt x="391125" y="19081"/>
                </a:lnTo>
                <a:lnTo>
                  <a:pt x="390711" y="18990"/>
                </a:lnTo>
                <a:lnTo>
                  <a:pt x="390294" y="18906"/>
                </a:lnTo>
                <a:lnTo>
                  <a:pt x="389873" y="18829"/>
                </a:lnTo>
                <a:lnTo>
                  <a:pt x="389449" y="18757"/>
                </a:lnTo>
                <a:lnTo>
                  <a:pt x="389020" y="18692"/>
                </a:lnTo>
                <a:lnTo>
                  <a:pt x="388589" y="18632"/>
                </a:lnTo>
                <a:lnTo>
                  <a:pt x="388153" y="18579"/>
                </a:lnTo>
                <a:lnTo>
                  <a:pt x="387714" y="18533"/>
                </a:lnTo>
                <a:lnTo>
                  <a:pt x="387271" y="18492"/>
                </a:lnTo>
                <a:lnTo>
                  <a:pt x="386824" y="18458"/>
                </a:lnTo>
                <a:lnTo>
                  <a:pt x="386374" y="18430"/>
                </a:lnTo>
                <a:lnTo>
                  <a:pt x="385920" y="18408"/>
                </a:lnTo>
                <a:lnTo>
                  <a:pt x="385463" y="18393"/>
                </a:lnTo>
                <a:lnTo>
                  <a:pt x="385001" y="18383"/>
                </a:lnTo>
                <a:lnTo>
                  <a:pt x="384536" y="18380"/>
                </a:lnTo>
                <a:lnTo>
                  <a:pt x="384072" y="18383"/>
                </a:lnTo>
                <a:lnTo>
                  <a:pt x="383611" y="18393"/>
                </a:lnTo>
                <a:lnTo>
                  <a:pt x="383154" y="18408"/>
                </a:lnTo>
                <a:lnTo>
                  <a:pt x="382700" y="18430"/>
                </a:lnTo>
                <a:lnTo>
                  <a:pt x="382251" y="18458"/>
                </a:lnTo>
                <a:lnTo>
                  <a:pt x="381805" y="18492"/>
                </a:lnTo>
                <a:lnTo>
                  <a:pt x="381364" y="18533"/>
                </a:lnTo>
                <a:lnTo>
                  <a:pt x="380926" y="18579"/>
                </a:lnTo>
                <a:lnTo>
                  <a:pt x="380491" y="18632"/>
                </a:lnTo>
                <a:lnTo>
                  <a:pt x="380061" y="18692"/>
                </a:lnTo>
                <a:lnTo>
                  <a:pt x="379634" y="18757"/>
                </a:lnTo>
                <a:lnTo>
                  <a:pt x="379212" y="18829"/>
                </a:lnTo>
                <a:lnTo>
                  <a:pt x="378793" y="18906"/>
                </a:lnTo>
                <a:lnTo>
                  <a:pt x="378378" y="18990"/>
                </a:lnTo>
                <a:lnTo>
                  <a:pt x="377967" y="19081"/>
                </a:lnTo>
                <a:lnTo>
                  <a:pt x="377559" y="19177"/>
                </a:lnTo>
                <a:lnTo>
                  <a:pt x="377155" y="19280"/>
                </a:lnTo>
                <a:lnTo>
                  <a:pt x="376756" y="19389"/>
                </a:lnTo>
                <a:lnTo>
                  <a:pt x="376360" y="19504"/>
                </a:lnTo>
                <a:lnTo>
                  <a:pt x="375968" y="19625"/>
                </a:lnTo>
                <a:lnTo>
                  <a:pt x="375579" y="19753"/>
                </a:lnTo>
                <a:lnTo>
                  <a:pt x="375195" y="19887"/>
                </a:lnTo>
                <a:lnTo>
                  <a:pt x="374814" y="20027"/>
                </a:lnTo>
                <a:lnTo>
                  <a:pt x="374437" y="20173"/>
                </a:lnTo>
                <a:lnTo>
                  <a:pt x="374064" y="20325"/>
                </a:lnTo>
                <a:lnTo>
                  <a:pt x="373696" y="20483"/>
                </a:lnTo>
                <a:lnTo>
                  <a:pt x="373333" y="20645"/>
                </a:lnTo>
                <a:lnTo>
                  <a:pt x="372973" y="20812"/>
                </a:lnTo>
                <a:lnTo>
                  <a:pt x="372618" y="20984"/>
                </a:lnTo>
                <a:lnTo>
                  <a:pt x="372268" y="21162"/>
                </a:lnTo>
                <a:lnTo>
                  <a:pt x="371922" y="21345"/>
                </a:lnTo>
                <a:lnTo>
                  <a:pt x="371581" y="21532"/>
                </a:lnTo>
                <a:lnTo>
                  <a:pt x="371244" y="21725"/>
                </a:lnTo>
                <a:lnTo>
                  <a:pt x="370911" y="21923"/>
                </a:lnTo>
                <a:lnTo>
                  <a:pt x="370583" y="22126"/>
                </a:lnTo>
                <a:lnTo>
                  <a:pt x="370260" y="22335"/>
                </a:lnTo>
                <a:lnTo>
                  <a:pt x="369941" y="22548"/>
                </a:lnTo>
                <a:lnTo>
                  <a:pt x="369626" y="22766"/>
                </a:lnTo>
                <a:lnTo>
                  <a:pt x="369316" y="22990"/>
                </a:lnTo>
                <a:lnTo>
                  <a:pt x="369010" y="23219"/>
                </a:lnTo>
                <a:lnTo>
                  <a:pt x="368709" y="23453"/>
                </a:lnTo>
                <a:lnTo>
                  <a:pt x="368412" y="23691"/>
                </a:lnTo>
                <a:lnTo>
                  <a:pt x="368120" y="23935"/>
                </a:lnTo>
                <a:lnTo>
                  <a:pt x="367832" y="24185"/>
                </a:lnTo>
                <a:lnTo>
                  <a:pt x="367548" y="24439"/>
                </a:lnTo>
                <a:lnTo>
                  <a:pt x="367269" y="24698"/>
                </a:lnTo>
                <a:lnTo>
                  <a:pt x="366995" y="24963"/>
                </a:lnTo>
                <a:lnTo>
                  <a:pt x="366725" y="25232"/>
                </a:lnTo>
                <a:lnTo>
                  <a:pt x="366460" y="25507"/>
                </a:lnTo>
                <a:lnTo>
                  <a:pt x="366199" y="25786"/>
                </a:lnTo>
                <a:lnTo>
                  <a:pt x="365944" y="26070"/>
                </a:lnTo>
                <a:lnTo>
                  <a:pt x="365694" y="26359"/>
                </a:lnTo>
                <a:lnTo>
                  <a:pt x="365450" y="26652"/>
                </a:lnTo>
                <a:lnTo>
                  <a:pt x="365210" y="26951"/>
                </a:lnTo>
                <a:lnTo>
                  <a:pt x="364975" y="27254"/>
                </a:lnTo>
                <a:lnTo>
                  <a:pt x="364746" y="27562"/>
                </a:lnTo>
                <a:lnTo>
                  <a:pt x="364521" y="27875"/>
                </a:lnTo>
                <a:lnTo>
                  <a:pt x="364302" y="28192"/>
                </a:lnTo>
                <a:lnTo>
                  <a:pt x="364088" y="28515"/>
                </a:lnTo>
                <a:lnTo>
                  <a:pt x="363879" y="28842"/>
                </a:lnTo>
                <a:lnTo>
                  <a:pt x="363675" y="29174"/>
                </a:lnTo>
                <a:lnTo>
                  <a:pt x="363476" y="29510"/>
                </a:lnTo>
                <a:lnTo>
                  <a:pt x="363282" y="29852"/>
                </a:lnTo>
                <a:lnTo>
                  <a:pt x="363093" y="30198"/>
                </a:lnTo>
                <a:lnTo>
                  <a:pt x="362909" y="30549"/>
                </a:lnTo>
                <a:lnTo>
                  <a:pt x="362731" y="30905"/>
                </a:lnTo>
                <a:lnTo>
                  <a:pt x="362558" y="31266"/>
                </a:lnTo>
                <a:lnTo>
                  <a:pt x="362389" y="31632"/>
                </a:lnTo>
                <a:lnTo>
                  <a:pt x="362226" y="32002"/>
                </a:lnTo>
                <a:lnTo>
                  <a:pt x="362068" y="32377"/>
                </a:lnTo>
                <a:lnTo>
                  <a:pt x="361915" y="32757"/>
                </a:lnTo>
                <a:lnTo>
                  <a:pt x="361767" y="33142"/>
                </a:lnTo>
                <a:lnTo>
                  <a:pt x="361625" y="33531"/>
                </a:lnTo>
                <a:lnTo>
                  <a:pt x="361488" y="33923"/>
                </a:lnTo>
                <a:lnTo>
                  <a:pt x="361358" y="34319"/>
                </a:lnTo>
                <a:lnTo>
                  <a:pt x="361234" y="34719"/>
                </a:lnTo>
                <a:lnTo>
                  <a:pt x="361116" y="35123"/>
                </a:lnTo>
                <a:lnTo>
                  <a:pt x="361004" y="35530"/>
                </a:lnTo>
                <a:lnTo>
                  <a:pt x="360898" y="35941"/>
                </a:lnTo>
                <a:lnTo>
                  <a:pt x="360798" y="36355"/>
                </a:lnTo>
                <a:lnTo>
                  <a:pt x="360704" y="36774"/>
                </a:lnTo>
                <a:lnTo>
                  <a:pt x="360616" y="37196"/>
                </a:lnTo>
                <a:lnTo>
                  <a:pt x="360535" y="37621"/>
                </a:lnTo>
                <a:lnTo>
                  <a:pt x="360459" y="38050"/>
                </a:lnTo>
                <a:lnTo>
                  <a:pt x="360389" y="38483"/>
                </a:lnTo>
                <a:lnTo>
                  <a:pt x="360326" y="38920"/>
                </a:lnTo>
                <a:lnTo>
                  <a:pt x="360268" y="39360"/>
                </a:lnTo>
                <a:lnTo>
                  <a:pt x="360217" y="39804"/>
                </a:lnTo>
                <a:lnTo>
                  <a:pt x="360171" y="40252"/>
                </a:lnTo>
                <a:lnTo>
                  <a:pt x="360132" y="40703"/>
                </a:lnTo>
                <a:lnTo>
                  <a:pt x="360099" y="41158"/>
                </a:lnTo>
                <a:lnTo>
                  <a:pt x="360071" y="41617"/>
                </a:lnTo>
                <a:lnTo>
                  <a:pt x="360050" y="42079"/>
                </a:lnTo>
                <a:lnTo>
                  <a:pt x="360035" y="42545"/>
                </a:lnTo>
                <a:lnTo>
                  <a:pt x="360026" y="43014"/>
                </a:lnTo>
                <a:lnTo>
                  <a:pt x="360023" y="43488"/>
                </a:lnTo>
                <a:lnTo>
                  <a:pt x="360026" y="43961"/>
                </a:lnTo>
                <a:lnTo>
                  <a:pt x="360035" y="44430"/>
                </a:lnTo>
                <a:lnTo>
                  <a:pt x="360050" y="44896"/>
                </a:lnTo>
                <a:lnTo>
                  <a:pt x="360071" y="45358"/>
                </a:lnTo>
                <a:close/>
                <a:moveTo>
                  <a:pt x="373075" y="42540"/>
                </a:moveTo>
                <a:lnTo>
                  <a:pt x="373084" y="42304"/>
                </a:lnTo>
                <a:lnTo>
                  <a:pt x="373094" y="42069"/>
                </a:lnTo>
                <a:lnTo>
                  <a:pt x="373107" y="41834"/>
                </a:lnTo>
                <a:lnTo>
                  <a:pt x="373121" y="41599"/>
                </a:lnTo>
                <a:lnTo>
                  <a:pt x="373137" y="41364"/>
                </a:lnTo>
                <a:lnTo>
                  <a:pt x="373156" y="41130"/>
                </a:lnTo>
                <a:lnTo>
                  <a:pt x="373176" y="40896"/>
                </a:lnTo>
                <a:lnTo>
                  <a:pt x="373198" y="40663"/>
                </a:lnTo>
                <a:lnTo>
                  <a:pt x="373221" y="40430"/>
                </a:lnTo>
                <a:lnTo>
                  <a:pt x="373247" y="40197"/>
                </a:lnTo>
                <a:lnTo>
                  <a:pt x="373275" y="39964"/>
                </a:lnTo>
                <a:lnTo>
                  <a:pt x="373305" y="39732"/>
                </a:lnTo>
                <a:lnTo>
                  <a:pt x="373336" y="39500"/>
                </a:lnTo>
                <a:lnTo>
                  <a:pt x="373370" y="39268"/>
                </a:lnTo>
                <a:lnTo>
                  <a:pt x="373405" y="39037"/>
                </a:lnTo>
                <a:lnTo>
                  <a:pt x="373442" y="38806"/>
                </a:lnTo>
                <a:lnTo>
                  <a:pt x="373481" y="38575"/>
                </a:lnTo>
                <a:lnTo>
                  <a:pt x="373523" y="38345"/>
                </a:lnTo>
                <a:lnTo>
                  <a:pt x="373566" y="38115"/>
                </a:lnTo>
                <a:lnTo>
                  <a:pt x="373610" y="37885"/>
                </a:lnTo>
                <a:lnTo>
                  <a:pt x="373658" y="37657"/>
                </a:lnTo>
                <a:lnTo>
                  <a:pt x="373708" y="37431"/>
                </a:lnTo>
                <a:lnTo>
                  <a:pt x="373760" y="37207"/>
                </a:lnTo>
                <a:lnTo>
                  <a:pt x="373816" y="36985"/>
                </a:lnTo>
                <a:lnTo>
                  <a:pt x="373874" y="36765"/>
                </a:lnTo>
                <a:lnTo>
                  <a:pt x="373935" y="36548"/>
                </a:lnTo>
                <a:lnTo>
                  <a:pt x="373998" y="36333"/>
                </a:lnTo>
                <a:lnTo>
                  <a:pt x="374064" y="36120"/>
                </a:lnTo>
                <a:lnTo>
                  <a:pt x="374133" y="35909"/>
                </a:lnTo>
                <a:lnTo>
                  <a:pt x="374205" y="35701"/>
                </a:lnTo>
                <a:lnTo>
                  <a:pt x="374279" y="35495"/>
                </a:lnTo>
                <a:lnTo>
                  <a:pt x="374356" y="35291"/>
                </a:lnTo>
                <a:lnTo>
                  <a:pt x="374436" y="35089"/>
                </a:lnTo>
                <a:lnTo>
                  <a:pt x="374518" y="34890"/>
                </a:lnTo>
                <a:lnTo>
                  <a:pt x="374604" y="34693"/>
                </a:lnTo>
                <a:lnTo>
                  <a:pt x="374691" y="34498"/>
                </a:lnTo>
                <a:lnTo>
                  <a:pt x="374782" y="34305"/>
                </a:lnTo>
                <a:lnTo>
                  <a:pt x="374875" y="34114"/>
                </a:lnTo>
                <a:lnTo>
                  <a:pt x="374971" y="33926"/>
                </a:lnTo>
                <a:lnTo>
                  <a:pt x="375070" y="33740"/>
                </a:lnTo>
                <a:lnTo>
                  <a:pt x="375171" y="33556"/>
                </a:lnTo>
                <a:lnTo>
                  <a:pt x="375276" y="33375"/>
                </a:lnTo>
                <a:lnTo>
                  <a:pt x="375382" y="33196"/>
                </a:lnTo>
                <a:lnTo>
                  <a:pt x="375492" y="33019"/>
                </a:lnTo>
                <a:lnTo>
                  <a:pt x="375604" y="32844"/>
                </a:lnTo>
                <a:lnTo>
                  <a:pt x="375720" y="32672"/>
                </a:lnTo>
                <a:lnTo>
                  <a:pt x="375839" y="32503"/>
                </a:lnTo>
                <a:lnTo>
                  <a:pt x="375960" y="32336"/>
                </a:lnTo>
                <a:lnTo>
                  <a:pt x="376085" y="32172"/>
                </a:lnTo>
                <a:lnTo>
                  <a:pt x="376213" y="32011"/>
                </a:lnTo>
                <a:lnTo>
                  <a:pt x="376343" y="31853"/>
                </a:lnTo>
                <a:lnTo>
                  <a:pt x="376477" y="31697"/>
                </a:lnTo>
                <a:lnTo>
                  <a:pt x="376614" y="31544"/>
                </a:lnTo>
                <a:lnTo>
                  <a:pt x="376753" y="31394"/>
                </a:lnTo>
                <a:lnTo>
                  <a:pt x="376896" y="31246"/>
                </a:lnTo>
                <a:lnTo>
                  <a:pt x="377042" y="31101"/>
                </a:lnTo>
                <a:lnTo>
                  <a:pt x="377191" y="30959"/>
                </a:lnTo>
                <a:lnTo>
                  <a:pt x="377343" y="30820"/>
                </a:lnTo>
                <a:lnTo>
                  <a:pt x="377498" y="30683"/>
                </a:lnTo>
                <a:lnTo>
                  <a:pt x="377656" y="30549"/>
                </a:lnTo>
                <a:lnTo>
                  <a:pt x="377817" y="30418"/>
                </a:lnTo>
                <a:lnTo>
                  <a:pt x="377981" y="30289"/>
                </a:lnTo>
                <a:lnTo>
                  <a:pt x="378148" y="30164"/>
                </a:lnTo>
                <a:lnTo>
                  <a:pt x="378318" y="30040"/>
                </a:lnTo>
                <a:lnTo>
                  <a:pt x="378491" y="29920"/>
                </a:lnTo>
                <a:lnTo>
                  <a:pt x="378667" y="29802"/>
                </a:lnTo>
                <a:lnTo>
                  <a:pt x="378846" y="29687"/>
                </a:lnTo>
                <a:lnTo>
                  <a:pt x="379028" y="29575"/>
                </a:lnTo>
                <a:lnTo>
                  <a:pt x="379213" y="29466"/>
                </a:lnTo>
                <a:lnTo>
                  <a:pt x="379403" y="29362"/>
                </a:lnTo>
                <a:lnTo>
                  <a:pt x="379596" y="29263"/>
                </a:lnTo>
                <a:lnTo>
                  <a:pt x="379793" y="29168"/>
                </a:lnTo>
                <a:lnTo>
                  <a:pt x="379994" y="29078"/>
                </a:lnTo>
                <a:lnTo>
                  <a:pt x="380199" y="28992"/>
                </a:lnTo>
                <a:lnTo>
                  <a:pt x="380407" y="28911"/>
                </a:lnTo>
                <a:lnTo>
                  <a:pt x="380619" y="28835"/>
                </a:lnTo>
                <a:lnTo>
                  <a:pt x="380835" y="28763"/>
                </a:lnTo>
                <a:lnTo>
                  <a:pt x="381055" y="28696"/>
                </a:lnTo>
                <a:lnTo>
                  <a:pt x="381279" y="28634"/>
                </a:lnTo>
                <a:lnTo>
                  <a:pt x="381507" y="28576"/>
                </a:lnTo>
                <a:lnTo>
                  <a:pt x="381738" y="28523"/>
                </a:lnTo>
                <a:lnTo>
                  <a:pt x="381974" y="28474"/>
                </a:lnTo>
                <a:lnTo>
                  <a:pt x="382213" y="28430"/>
                </a:lnTo>
                <a:lnTo>
                  <a:pt x="382456" y="28391"/>
                </a:lnTo>
                <a:lnTo>
                  <a:pt x="382702" y="28356"/>
                </a:lnTo>
                <a:lnTo>
                  <a:pt x="382953" y="28326"/>
                </a:lnTo>
                <a:lnTo>
                  <a:pt x="383207" y="28301"/>
                </a:lnTo>
                <a:lnTo>
                  <a:pt x="383465" y="28280"/>
                </a:lnTo>
                <a:lnTo>
                  <a:pt x="383727" y="28264"/>
                </a:lnTo>
                <a:lnTo>
                  <a:pt x="383993" y="28252"/>
                </a:lnTo>
                <a:lnTo>
                  <a:pt x="384263" y="28245"/>
                </a:lnTo>
                <a:lnTo>
                  <a:pt x="384536" y="28243"/>
                </a:lnTo>
                <a:lnTo>
                  <a:pt x="384810" y="28245"/>
                </a:lnTo>
                <a:lnTo>
                  <a:pt x="385080" y="28252"/>
                </a:lnTo>
                <a:lnTo>
                  <a:pt x="385346" y="28264"/>
                </a:lnTo>
                <a:lnTo>
                  <a:pt x="385609" y="28280"/>
                </a:lnTo>
                <a:lnTo>
                  <a:pt x="385868" y="28301"/>
                </a:lnTo>
                <a:lnTo>
                  <a:pt x="386123" y="28326"/>
                </a:lnTo>
                <a:lnTo>
                  <a:pt x="386375" y="28356"/>
                </a:lnTo>
                <a:lnTo>
                  <a:pt x="386623" y="28391"/>
                </a:lnTo>
                <a:lnTo>
                  <a:pt x="386867" y="28430"/>
                </a:lnTo>
                <a:lnTo>
                  <a:pt x="387108" y="28474"/>
                </a:lnTo>
                <a:lnTo>
                  <a:pt x="387345" y="28523"/>
                </a:lnTo>
                <a:lnTo>
                  <a:pt x="387578" y="28576"/>
                </a:lnTo>
                <a:lnTo>
                  <a:pt x="387808" y="28634"/>
                </a:lnTo>
                <a:lnTo>
                  <a:pt x="388034" y="28696"/>
                </a:lnTo>
                <a:lnTo>
                  <a:pt x="388256" y="28763"/>
                </a:lnTo>
                <a:lnTo>
                  <a:pt x="388475" y="28835"/>
                </a:lnTo>
                <a:lnTo>
                  <a:pt x="388689" y="28911"/>
                </a:lnTo>
                <a:lnTo>
                  <a:pt x="388901" y="28992"/>
                </a:lnTo>
                <a:lnTo>
                  <a:pt x="389108" y="29078"/>
                </a:lnTo>
                <a:lnTo>
                  <a:pt x="389312" y="29168"/>
                </a:lnTo>
                <a:lnTo>
                  <a:pt x="389512" y="29263"/>
                </a:lnTo>
                <a:lnTo>
                  <a:pt x="389709" y="29362"/>
                </a:lnTo>
                <a:lnTo>
                  <a:pt x="389902" y="29466"/>
                </a:lnTo>
                <a:lnTo>
                  <a:pt x="390091" y="29575"/>
                </a:lnTo>
                <a:lnTo>
                  <a:pt x="390277" y="29687"/>
                </a:lnTo>
                <a:lnTo>
                  <a:pt x="390460" y="29802"/>
                </a:lnTo>
                <a:lnTo>
                  <a:pt x="390639" y="29920"/>
                </a:lnTo>
                <a:lnTo>
                  <a:pt x="390815" y="30040"/>
                </a:lnTo>
                <a:lnTo>
                  <a:pt x="390989" y="30164"/>
                </a:lnTo>
                <a:lnTo>
                  <a:pt x="391159" y="30289"/>
                </a:lnTo>
                <a:lnTo>
                  <a:pt x="391325" y="30418"/>
                </a:lnTo>
                <a:lnTo>
                  <a:pt x="391489" y="30549"/>
                </a:lnTo>
                <a:lnTo>
                  <a:pt x="391649" y="30683"/>
                </a:lnTo>
                <a:lnTo>
                  <a:pt x="391806" y="30820"/>
                </a:lnTo>
                <a:lnTo>
                  <a:pt x="391960" y="30959"/>
                </a:lnTo>
                <a:lnTo>
                  <a:pt x="392111" y="31101"/>
                </a:lnTo>
                <a:lnTo>
                  <a:pt x="392259" y="31246"/>
                </a:lnTo>
                <a:lnTo>
                  <a:pt x="392403" y="31394"/>
                </a:lnTo>
                <a:lnTo>
                  <a:pt x="392544" y="31544"/>
                </a:lnTo>
                <a:lnTo>
                  <a:pt x="392682" y="31697"/>
                </a:lnTo>
                <a:lnTo>
                  <a:pt x="392817" y="31853"/>
                </a:lnTo>
                <a:lnTo>
                  <a:pt x="392949" y="32011"/>
                </a:lnTo>
                <a:lnTo>
                  <a:pt x="393077" y="32172"/>
                </a:lnTo>
                <a:lnTo>
                  <a:pt x="393203" y="32336"/>
                </a:lnTo>
                <a:lnTo>
                  <a:pt x="393325" y="32503"/>
                </a:lnTo>
                <a:lnTo>
                  <a:pt x="393444" y="32672"/>
                </a:lnTo>
                <a:lnTo>
                  <a:pt x="393559" y="32844"/>
                </a:lnTo>
                <a:lnTo>
                  <a:pt x="393672" y="33019"/>
                </a:lnTo>
                <a:lnTo>
                  <a:pt x="393782" y="33196"/>
                </a:lnTo>
                <a:lnTo>
                  <a:pt x="393888" y="33375"/>
                </a:lnTo>
                <a:lnTo>
                  <a:pt x="393993" y="33556"/>
                </a:lnTo>
                <a:lnTo>
                  <a:pt x="394094" y="33740"/>
                </a:lnTo>
                <a:lnTo>
                  <a:pt x="394193" y="33926"/>
                </a:lnTo>
                <a:lnTo>
                  <a:pt x="394289" y="34114"/>
                </a:lnTo>
                <a:lnTo>
                  <a:pt x="394383" y="34305"/>
                </a:lnTo>
                <a:lnTo>
                  <a:pt x="394473" y="34498"/>
                </a:lnTo>
                <a:lnTo>
                  <a:pt x="394561" y="34693"/>
                </a:lnTo>
                <a:lnTo>
                  <a:pt x="394646" y="34890"/>
                </a:lnTo>
                <a:lnTo>
                  <a:pt x="394729" y="35089"/>
                </a:lnTo>
                <a:lnTo>
                  <a:pt x="394809" y="35291"/>
                </a:lnTo>
                <a:lnTo>
                  <a:pt x="394886" y="35495"/>
                </a:lnTo>
                <a:lnTo>
                  <a:pt x="394960" y="35701"/>
                </a:lnTo>
                <a:lnTo>
                  <a:pt x="395032" y="35909"/>
                </a:lnTo>
                <a:lnTo>
                  <a:pt x="395101" y="36120"/>
                </a:lnTo>
                <a:lnTo>
                  <a:pt x="395167" y="36333"/>
                </a:lnTo>
                <a:lnTo>
                  <a:pt x="395231" y="36548"/>
                </a:lnTo>
                <a:lnTo>
                  <a:pt x="395291" y="36765"/>
                </a:lnTo>
                <a:lnTo>
                  <a:pt x="395349" y="36985"/>
                </a:lnTo>
                <a:lnTo>
                  <a:pt x="395405" y="37207"/>
                </a:lnTo>
                <a:lnTo>
                  <a:pt x="395457" y="37431"/>
                </a:lnTo>
                <a:lnTo>
                  <a:pt x="395507" y="37657"/>
                </a:lnTo>
                <a:lnTo>
                  <a:pt x="395555" y="37885"/>
                </a:lnTo>
                <a:lnTo>
                  <a:pt x="395600" y="38115"/>
                </a:lnTo>
                <a:lnTo>
                  <a:pt x="395643" y="38345"/>
                </a:lnTo>
                <a:lnTo>
                  <a:pt x="395684" y="38575"/>
                </a:lnTo>
                <a:lnTo>
                  <a:pt x="395723" y="38806"/>
                </a:lnTo>
                <a:lnTo>
                  <a:pt x="395760" y="39037"/>
                </a:lnTo>
                <a:lnTo>
                  <a:pt x="395796" y="39268"/>
                </a:lnTo>
                <a:lnTo>
                  <a:pt x="395829" y="39500"/>
                </a:lnTo>
                <a:lnTo>
                  <a:pt x="395861" y="39732"/>
                </a:lnTo>
                <a:lnTo>
                  <a:pt x="395890" y="39964"/>
                </a:lnTo>
                <a:lnTo>
                  <a:pt x="395918" y="40197"/>
                </a:lnTo>
                <a:lnTo>
                  <a:pt x="395944" y="40430"/>
                </a:lnTo>
                <a:lnTo>
                  <a:pt x="395968" y="40663"/>
                </a:lnTo>
                <a:lnTo>
                  <a:pt x="395990" y="40896"/>
                </a:lnTo>
                <a:lnTo>
                  <a:pt x="396010" y="41130"/>
                </a:lnTo>
                <a:lnTo>
                  <a:pt x="396028" y="41364"/>
                </a:lnTo>
                <a:lnTo>
                  <a:pt x="396044" y="41599"/>
                </a:lnTo>
                <a:lnTo>
                  <a:pt x="396058" y="41834"/>
                </a:lnTo>
                <a:lnTo>
                  <a:pt x="396071" y="42069"/>
                </a:lnTo>
                <a:lnTo>
                  <a:pt x="396081" y="42304"/>
                </a:lnTo>
                <a:lnTo>
                  <a:pt x="396090" y="42540"/>
                </a:lnTo>
                <a:lnTo>
                  <a:pt x="396097" y="42776"/>
                </a:lnTo>
                <a:lnTo>
                  <a:pt x="396101" y="43013"/>
                </a:lnTo>
                <a:lnTo>
                  <a:pt x="396104" y="43249"/>
                </a:lnTo>
                <a:lnTo>
                  <a:pt x="396105" y="43486"/>
                </a:lnTo>
                <a:lnTo>
                  <a:pt x="396104" y="43723"/>
                </a:lnTo>
                <a:lnTo>
                  <a:pt x="396101" y="43960"/>
                </a:lnTo>
                <a:lnTo>
                  <a:pt x="396097" y="44196"/>
                </a:lnTo>
                <a:lnTo>
                  <a:pt x="396090" y="44431"/>
                </a:lnTo>
                <a:lnTo>
                  <a:pt x="396081" y="44666"/>
                </a:lnTo>
                <a:lnTo>
                  <a:pt x="396071" y="44901"/>
                </a:lnTo>
                <a:lnTo>
                  <a:pt x="396058" y="45135"/>
                </a:lnTo>
                <a:lnTo>
                  <a:pt x="396044" y="45369"/>
                </a:lnTo>
                <a:lnTo>
                  <a:pt x="396028" y="45602"/>
                </a:lnTo>
                <a:lnTo>
                  <a:pt x="396010" y="45835"/>
                </a:lnTo>
                <a:lnTo>
                  <a:pt x="395990" y="46067"/>
                </a:lnTo>
                <a:lnTo>
                  <a:pt x="395968" y="46299"/>
                </a:lnTo>
                <a:lnTo>
                  <a:pt x="395944" y="46530"/>
                </a:lnTo>
                <a:lnTo>
                  <a:pt x="395918" y="46761"/>
                </a:lnTo>
                <a:lnTo>
                  <a:pt x="395890" y="46991"/>
                </a:lnTo>
                <a:lnTo>
                  <a:pt x="395861" y="47221"/>
                </a:lnTo>
                <a:lnTo>
                  <a:pt x="395829" y="47450"/>
                </a:lnTo>
                <a:lnTo>
                  <a:pt x="395796" y="47679"/>
                </a:lnTo>
                <a:lnTo>
                  <a:pt x="395760" y="47908"/>
                </a:lnTo>
                <a:lnTo>
                  <a:pt x="395723" y="48135"/>
                </a:lnTo>
                <a:lnTo>
                  <a:pt x="395684" y="48363"/>
                </a:lnTo>
                <a:lnTo>
                  <a:pt x="395643" y="48590"/>
                </a:lnTo>
                <a:lnTo>
                  <a:pt x="395600" y="48816"/>
                </a:lnTo>
                <a:lnTo>
                  <a:pt x="395555" y="49042"/>
                </a:lnTo>
                <a:lnTo>
                  <a:pt x="395507" y="49267"/>
                </a:lnTo>
                <a:lnTo>
                  <a:pt x="395457" y="49490"/>
                </a:lnTo>
                <a:lnTo>
                  <a:pt x="395405" y="49711"/>
                </a:lnTo>
                <a:lnTo>
                  <a:pt x="395349" y="49930"/>
                </a:lnTo>
                <a:lnTo>
                  <a:pt x="395291" y="50147"/>
                </a:lnTo>
                <a:lnTo>
                  <a:pt x="395231" y="50362"/>
                </a:lnTo>
                <a:lnTo>
                  <a:pt x="395167" y="50575"/>
                </a:lnTo>
                <a:lnTo>
                  <a:pt x="395101" y="50787"/>
                </a:lnTo>
                <a:lnTo>
                  <a:pt x="395032" y="50996"/>
                </a:lnTo>
                <a:lnTo>
                  <a:pt x="394960" y="51204"/>
                </a:lnTo>
                <a:lnTo>
                  <a:pt x="394886" y="51409"/>
                </a:lnTo>
                <a:lnTo>
                  <a:pt x="394809" y="51613"/>
                </a:lnTo>
                <a:lnTo>
                  <a:pt x="394729" y="51815"/>
                </a:lnTo>
                <a:lnTo>
                  <a:pt x="394646" y="52015"/>
                </a:lnTo>
                <a:lnTo>
                  <a:pt x="394561" y="52213"/>
                </a:lnTo>
                <a:lnTo>
                  <a:pt x="394473" y="52409"/>
                </a:lnTo>
                <a:lnTo>
                  <a:pt x="394383" y="52603"/>
                </a:lnTo>
                <a:lnTo>
                  <a:pt x="394289" y="52796"/>
                </a:lnTo>
                <a:lnTo>
                  <a:pt x="394193" y="52986"/>
                </a:lnTo>
                <a:lnTo>
                  <a:pt x="394094" y="53174"/>
                </a:lnTo>
                <a:lnTo>
                  <a:pt x="393993" y="53361"/>
                </a:lnTo>
                <a:lnTo>
                  <a:pt x="393888" y="53546"/>
                </a:lnTo>
                <a:lnTo>
                  <a:pt x="393782" y="53728"/>
                </a:lnTo>
                <a:lnTo>
                  <a:pt x="393672" y="53909"/>
                </a:lnTo>
                <a:lnTo>
                  <a:pt x="393559" y="54088"/>
                </a:lnTo>
                <a:lnTo>
                  <a:pt x="393444" y="54263"/>
                </a:lnTo>
                <a:lnTo>
                  <a:pt x="393325" y="54435"/>
                </a:lnTo>
                <a:lnTo>
                  <a:pt x="393203" y="54604"/>
                </a:lnTo>
                <a:lnTo>
                  <a:pt x="393077" y="54770"/>
                </a:lnTo>
                <a:lnTo>
                  <a:pt x="392949" y="54934"/>
                </a:lnTo>
                <a:lnTo>
                  <a:pt x="392817" y="55094"/>
                </a:lnTo>
                <a:lnTo>
                  <a:pt x="392682" y="55251"/>
                </a:lnTo>
                <a:lnTo>
                  <a:pt x="392544" y="55405"/>
                </a:lnTo>
                <a:lnTo>
                  <a:pt x="392403" y="55556"/>
                </a:lnTo>
                <a:lnTo>
                  <a:pt x="392259" y="55704"/>
                </a:lnTo>
                <a:lnTo>
                  <a:pt x="392111" y="55849"/>
                </a:lnTo>
                <a:lnTo>
                  <a:pt x="391960" y="55991"/>
                </a:lnTo>
                <a:lnTo>
                  <a:pt x="391806" y="56130"/>
                </a:lnTo>
                <a:lnTo>
                  <a:pt x="391649" y="56266"/>
                </a:lnTo>
                <a:lnTo>
                  <a:pt x="391489" y="56399"/>
                </a:lnTo>
                <a:lnTo>
                  <a:pt x="391325" y="56528"/>
                </a:lnTo>
                <a:lnTo>
                  <a:pt x="391159" y="56655"/>
                </a:lnTo>
                <a:lnTo>
                  <a:pt x="390989" y="56779"/>
                </a:lnTo>
                <a:lnTo>
                  <a:pt x="390815" y="56900"/>
                </a:lnTo>
                <a:lnTo>
                  <a:pt x="390639" y="57018"/>
                </a:lnTo>
                <a:lnTo>
                  <a:pt x="390460" y="57132"/>
                </a:lnTo>
                <a:lnTo>
                  <a:pt x="390277" y="57244"/>
                </a:lnTo>
                <a:lnTo>
                  <a:pt x="390091" y="57353"/>
                </a:lnTo>
                <a:lnTo>
                  <a:pt x="389902" y="57458"/>
                </a:lnTo>
                <a:lnTo>
                  <a:pt x="389709" y="57558"/>
                </a:lnTo>
                <a:lnTo>
                  <a:pt x="389512" y="57654"/>
                </a:lnTo>
                <a:lnTo>
                  <a:pt x="389312" y="57745"/>
                </a:lnTo>
                <a:lnTo>
                  <a:pt x="389108" y="57832"/>
                </a:lnTo>
                <a:lnTo>
                  <a:pt x="388901" y="57915"/>
                </a:lnTo>
                <a:lnTo>
                  <a:pt x="388689" y="57993"/>
                </a:lnTo>
                <a:lnTo>
                  <a:pt x="388475" y="58066"/>
                </a:lnTo>
                <a:lnTo>
                  <a:pt x="388256" y="58136"/>
                </a:lnTo>
                <a:lnTo>
                  <a:pt x="388034" y="58200"/>
                </a:lnTo>
                <a:lnTo>
                  <a:pt x="387808" y="58260"/>
                </a:lnTo>
                <a:lnTo>
                  <a:pt x="387578" y="58316"/>
                </a:lnTo>
                <a:lnTo>
                  <a:pt x="387345" y="58368"/>
                </a:lnTo>
                <a:lnTo>
                  <a:pt x="387108" y="58414"/>
                </a:lnTo>
                <a:lnTo>
                  <a:pt x="386867" y="58457"/>
                </a:lnTo>
                <a:lnTo>
                  <a:pt x="386623" y="58495"/>
                </a:lnTo>
                <a:lnTo>
                  <a:pt x="386375" y="58528"/>
                </a:lnTo>
                <a:lnTo>
                  <a:pt x="386123" y="58557"/>
                </a:lnTo>
                <a:lnTo>
                  <a:pt x="385868" y="58582"/>
                </a:lnTo>
                <a:lnTo>
                  <a:pt x="385609" y="58602"/>
                </a:lnTo>
                <a:lnTo>
                  <a:pt x="385346" y="58617"/>
                </a:lnTo>
                <a:lnTo>
                  <a:pt x="385080" y="58628"/>
                </a:lnTo>
                <a:lnTo>
                  <a:pt x="384810" y="58635"/>
                </a:lnTo>
                <a:lnTo>
                  <a:pt x="384536" y="58637"/>
                </a:lnTo>
                <a:lnTo>
                  <a:pt x="384263" y="58635"/>
                </a:lnTo>
                <a:lnTo>
                  <a:pt x="383993" y="58628"/>
                </a:lnTo>
                <a:lnTo>
                  <a:pt x="383727" y="58617"/>
                </a:lnTo>
                <a:lnTo>
                  <a:pt x="383465" y="58602"/>
                </a:lnTo>
                <a:lnTo>
                  <a:pt x="383207" y="58582"/>
                </a:lnTo>
                <a:lnTo>
                  <a:pt x="382953" y="58557"/>
                </a:lnTo>
                <a:lnTo>
                  <a:pt x="382702" y="58528"/>
                </a:lnTo>
                <a:lnTo>
                  <a:pt x="382456" y="58495"/>
                </a:lnTo>
                <a:lnTo>
                  <a:pt x="382213" y="58457"/>
                </a:lnTo>
                <a:lnTo>
                  <a:pt x="381974" y="58414"/>
                </a:lnTo>
                <a:lnTo>
                  <a:pt x="381738" y="58368"/>
                </a:lnTo>
                <a:lnTo>
                  <a:pt x="381507" y="58316"/>
                </a:lnTo>
                <a:lnTo>
                  <a:pt x="381279" y="58260"/>
                </a:lnTo>
                <a:lnTo>
                  <a:pt x="381055" y="58200"/>
                </a:lnTo>
                <a:lnTo>
                  <a:pt x="380835" y="58136"/>
                </a:lnTo>
                <a:lnTo>
                  <a:pt x="380619" y="58066"/>
                </a:lnTo>
                <a:lnTo>
                  <a:pt x="380407" y="57993"/>
                </a:lnTo>
                <a:lnTo>
                  <a:pt x="380199" y="57915"/>
                </a:lnTo>
                <a:lnTo>
                  <a:pt x="379994" y="57832"/>
                </a:lnTo>
                <a:lnTo>
                  <a:pt x="379793" y="57745"/>
                </a:lnTo>
                <a:lnTo>
                  <a:pt x="379596" y="57654"/>
                </a:lnTo>
                <a:lnTo>
                  <a:pt x="379403" y="57558"/>
                </a:lnTo>
                <a:lnTo>
                  <a:pt x="379213" y="57458"/>
                </a:lnTo>
                <a:lnTo>
                  <a:pt x="379028" y="57353"/>
                </a:lnTo>
                <a:lnTo>
                  <a:pt x="378846" y="57244"/>
                </a:lnTo>
                <a:lnTo>
                  <a:pt x="378667" y="57132"/>
                </a:lnTo>
                <a:lnTo>
                  <a:pt x="378491" y="57018"/>
                </a:lnTo>
                <a:lnTo>
                  <a:pt x="378318" y="56900"/>
                </a:lnTo>
                <a:lnTo>
                  <a:pt x="378148" y="56779"/>
                </a:lnTo>
                <a:lnTo>
                  <a:pt x="377981" y="56655"/>
                </a:lnTo>
                <a:lnTo>
                  <a:pt x="377817" y="56528"/>
                </a:lnTo>
                <a:lnTo>
                  <a:pt x="377656" y="56399"/>
                </a:lnTo>
                <a:lnTo>
                  <a:pt x="377498" y="56266"/>
                </a:lnTo>
                <a:lnTo>
                  <a:pt x="377343" y="56130"/>
                </a:lnTo>
                <a:lnTo>
                  <a:pt x="377191" y="55991"/>
                </a:lnTo>
                <a:lnTo>
                  <a:pt x="377042" y="55849"/>
                </a:lnTo>
                <a:lnTo>
                  <a:pt x="376896" y="55704"/>
                </a:lnTo>
                <a:lnTo>
                  <a:pt x="376753" y="55556"/>
                </a:lnTo>
                <a:lnTo>
                  <a:pt x="376614" y="55405"/>
                </a:lnTo>
                <a:lnTo>
                  <a:pt x="376477" y="55251"/>
                </a:lnTo>
                <a:lnTo>
                  <a:pt x="376343" y="55094"/>
                </a:lnTo>
                <a:lnTo>
                  <a:pt x="376213" y="54934"/>
                </a:lnTo>
                <a:lnTo>
                  <a:pt x="376085" y="54770"/>
                </a:lnTo>
                <a:lnTo>
                  <a:pt x="375960" y="54604"/>
                </a:lnTo>
                <a:lnTo>
                  <a:pt x="375839" y="54435"/>
                </a:lnTo>
                <a:lnTo>
                  <a:pt x="375720" y="54263"/>
                </a:lnTo>
                <a:lnTo>
                  <a:pt x="375604" y="54088"/>
                </a:lnTo>
                <a:lnTo>
                  <a:pt x="375492" y="53909"/>
                </a:lnTo>
                <a:lnTo>
                  <a:pt x="375382" y="53728"/>
                </a:lnTo>
                <a:lnTo>
                  <a:pt x="375276" y="53546"/>
                </a:lnTo>
                <a:lnTo>
                  <a:pt x="375171" y="53361"/>
                </a:lnTo>
                <a:lnTo>
                  <a:pt x="375070" y="53174"/>
                </a:lnTo>
                <a:lnTo>
                  <a:pt x="374971" y="52986"/>
                </a:lnTo>
                <a:lnTo>
                  <a:pt x="374875" y="52796"/>
                </a:lnTo>
                <a:lnTo>
                  <a:pt x="374782" y="52603"/>
                </a:lnTo>
                <a:lnTo>
                  <a:pt x="374691" y="52409"/>
                </a:lnTo>
                <a:lnTo>
                  <a:pt x="374604" y="52213"/>
                </a:lnTo>
                <a:lnTo>
                  <a:pt x="374518" y="52015"/>
                </a:lnTo>
                <a:lnTo>
                  <a:pt x="374436" y="51815"/>
                </a:lnTo>
                <a:lnTo>
                  <a:pt x="374356" y="51613"/>
                </a:lnTo>
                <a:lnTo>
                  <a:pt x="374279" y="51409"/>
                </a:lnTo>
                <a:lnTo>
                  <a:pt x="374205" y="51204"/>
                </a:lnTo>
                <a:lnTo>
                  <a:pt x="374133" y="50996"/>
                </a:lnTo>
                <a:lnTo>
                  <a:pt x="374064" y="50787"/>
                </a:lnTo>
                <a:lnTo>
                  <a:pt x="373998" y="50575"/>
                </a:lnTo>
                <a:lnTo>
                  <a:pt x="373935" y="50362"/>
                </a:lnTo>
                <a:lnTo>
                  <a:pt x="373874" y="50147"/>
                </a:lnTo>
                <a:lnTo>
                  <a:pt x="373816" y="49930"/>
                </a:lnTo>
                <a:lnTo>
                  <a:pt x="373760" y="49711"/>
                </a:lnTo>
                <a:lnTo>
                  <a:pt x="373708" y="49490"/>
                </a:lnTo>
                <a:lnTo>
                  <a:pt x="373658" y="49267"/>
                </a:lnTo>
                <a:lnTo>
                  <a:pt x="373610" y="49042"/>
                </a:lnTo>
                <a:lnTo>
                  <a:pt x="373566" y="48816"/>
                </a:lnTo>
                <a:lnTo>
                  <a:pt x="373523" y="48590"/>
                </a:lnTo>
                <a:lnTo>
                  <a:pt x="373481" y="48363"/>
                </a:lnTo>
                <a:lnTo>
                  <a:pt x="373442" y="48135"/>
                </a:lnTo>
                <a:lnTo>
                  <a:pt x="373405" y="47908"/>
                </a:lnTo>
                <a:lnTo>
                  <a:pt x="373370" y="47679"/>
                </a:lnTo>
                <a:lnTo>
                  <a:pt x="373336" y="47450"/>
                </a:lnTo>
                <a:lnTo>
                  <a:pt x="373305" y="47221"/>
                </a:lnTo>
                <a:lnTo>
                  <a:pt x="373275" y="46991"/>
                </a:lnTo>
                <a:lnTo>
                  <a:pt x="373247" y="46761"/>
                </a:lnTo>
                <a:lnTo>
                  <a:pt x="373221" y="46530"/>
                </a:lnTo>
                <a:lnTo>
                  <a:pt x="373198" y="46299"/>
                </a:lnTo>
                <a:lnTo>
                  <a:pt x="373176" y="46067"/>
                </a:lnTo>
                <a:lnTo>
                  <a:pt x="373156" y="45835"/>
                </a:lnTo>
                <a:lnTo>
                  <a:pt x="373137" y="45602"/>
                </a:lnTo>
                <a:lnTo>
                  <a:pt x="373121" y="45369"/>
                </a:lnTo>
                <a:lnTo>
                  <a:pt x="373107" y="45135"/>
                </a:lnTo>
                <a:lnTo>
                  <a:pt x="373094" y="44901"/>
                </a:lnTo>
                <a:lnTo>
                  <a:pt x="373084" y="44666"/>
                </a:lnTo>
                <a:lnTo>
                  <a:pt x="373075" y="44431"/>
                </a:lnTo>
                <a:lnTo>
                  <a:pt x="373069" y="44196"/>
                </a:lnTo>
                <a:lnTo>
                  <a:pt x="373064" y="43960"/>
                </a:lnTo>
                <a:lnTo>
                  <a:pt x="373061" y="43723"/>
                </a:lnTo>
                <a:lnTo>
                  <a:pt x="373060" y="43486"/>
                </a:lnTo>
                <a:lnTo>
                  <a:pt x="373061" y="43249"/>
                </a:lnTo>
                <a:lnTo>
                  <a:pt x="373064" y="43013"/>
                </a:lnTo>
                <a:lnTo>
                  <a:pt x="373069" y="42776"/>
                </a:lnTo>
                <a:lnTo>
                  <a:pt x="373075" y="42540"/>
                </a:lnTo>
                <a:close/>
                <a:moveTo>
                  <a:pt x="516731" y="44796"/>
                </a:moveTo>
                <a:lnTo>
                  <a:pt x="516736" y="44343"/>
                </a:lnTo>
                <a:lnTo>
                  <a:pt x="516735" y="43892"/>
                </a:lnTo>
                <a:lnTo>
                  <a:pt x="516728" y="43442"/>
                </a:lnTo>
                <a:lnTo>
                  <a:pt x="516715" y="42994"/>
                </a:lnTo>
                <a:lnTo>
                  <a:pt x="516697" y="42548"/>
                </a:lnTo>
                <a:lnTo>
                  <a:pt x="516673" y="42103"/>
                </a:lnTo>
                <a:lnTo>
                  <a:pt x="516644" y="41660"/>
                </a:lnTo>
                <a:lnTo>
                  <a:pt x="516608" y="41218"/>
                </a:lnTo>
                <a:lnTo>
                  <a:pt x="516567" y="40778"/>
                </a:lnTo>
                <a:lnTo>
                  <a:pt x="516520" y="40340"/>
                </a:lnTo>
                <a:lnTo>
                  <a:pt x="516467" y="39903"/>
                </a:lnTo>
                <a:lnTo>
                  <a:pt x="516409" y="39468"/>
                </a:lnTo>
                <a:lnTo>
                  <a:pt x="516345" y="39034"/>
                </a:lnTo>
                <a:lnTo>
                  <a:pt x="516275" y="38602"/>
                </a:lnTo>
                <a:lnTo>
                  <a:pt x="516199" y="38172"/>
                </a:lnTo>
                <a:lnTo>
                  <a:pt x="516118" y="37743"/>
                </a:lnTo>
                <a:lnTo>
                  <a:pt x="516031" y="37315"/>
                </a:lnTo>
                <a:lnTo>
                  <a:pt x="515938" y="36890"/>
                </a:lnTo>
                <a:lnTo>
                  <a:pt x="515840" y="36466"/>
                </a:lnTo>
                <a:lnTo>
                  <a:pt x="515735" y="36043"/>
                </a:lnTo>
                <a:lnTo>
                  <a:pt x="515625" y="35623"/>
                </a:lnTo>
                <a:lnTo>
                  <a:pt x="515510" y="35207"/>
                </a:lnTo>
                <a:lnTo>
                  <a:pt x="515389" y="34795"/>
                </a:lnTo>
                <a:lnTo>
                  <a:pt x="515262" y="34387"/>
                </a:lnTo>
                <a:lnTo>
                  <a:pt x="515130" y="33983"/>
                </a:lnTo>
                <a:lnTo>
                  <a:pt x="514993" y="33582"/>
                </a:lnTo>
                <a:lnTo>
                  <a:pt x="514849" y="33185"/>
                </a:lnTo>
                <a:lnTo>
                  <a:pt x="514700" y="32793"/>
                </a:lnTo>
                <a:lnTo>
                  <a:pt x="514546" y="32403"/>
                </a:lnTo>
                <a:lnTo>
                  <a:pt x="514386" y="32018"/>
                </a:lnTo>
                <a:lnTo>
                  <a:pt x="514220" y="31637"/>
                </a:lnTo>
                <a:lnTo>
                  <a:pt x="514049" y="31259"/>
                </a:lnTo>
                <a:lnTo>
                  <a:pt x="513872" y="30886"/>
                </a:lnTo>
                <a:lnTo>
                  <a:pt x="513689" y="30516"/>
                </a:lnTo>
                <a:lnTo>
                  <a:pt x="513501" y="30150"/>
                </a:lnTo>
                <a:lnTo>
                  <a:pt x="513308" y="29788"/>
                </a:lnTo>
                <a:lnTo>
                  <a:pt x="513108" y="29429"/>
                </a:lnTo>
                <a:lnTo>
                  <a:pt x="512904" y="29075"/>
                </a:lnTo>
                <a:lnTo>
                  <a:pt x="512693" y="28724"/>
                </a:lnTo>
                <a:lnTo>
                  <a:pt x="512477" y="28377"/>
                </a:lnTo>
                <a:lnTo>
                  <a:pt x="512256" y="28034"/>
                </a:lnTo>
                <a:lnTo>
                  <a:pt x="512029" y="27695"/>
                </a:lnTo>
                <a:lnTo>
                  <a:pt x="511796" y="27360"/>
                </a:lnTo>
                <a:lnTo>
                  <a:pt x="511558" y="27028"/>
                </a:lnTo>
                <a:lnTo>
                  <a:pt x="511314" y="26701"/>
                </a:lnTo>
                <a:lnTo>
                  <a:pt x="511065" y="26380"/>
                </a:lnTo>
                <a:lnTo>
                  <a:pt x="510810" y="26064"/>
                </a:lnTo>
                <a:lnTo>
                  <a:pt x="510549" y="25754"/>
                </a:lnTo>
                <a:lnTo>
                  <a:pt x="510283" y="25450"/>
                </a:lnTo>
                <a:lnTo>
                  <a:pt x="510011" y="25151"/>
                </a:lnTo>
                <a:lnTo>
                  <a:pt x="509734" y="24857"/>
                </a:lnTo>
                <a:lnTo>
                  <a:pt x="509451" y="24570"/>
                </a:lnTo>
                <a:lnTo>
                  <a:pt x="509163" y="24288"/>
                </a:lnTo>
                <a:lnTo>
                  <a:pt x="508869" y="24011"/>
                </a:lnTo>
                <a:lnTo>
                  <a:pt x="508569" y="23740"/>
                </a:lnTo>
                <a:lnTo>
                  <a:pt x="508264" y="23475"/>
                </a:lnTo>
                <a:lnTo>
                  <a:pt x="507953" y="23215"/>
                </a:lnTo>
                <a:lnTo>
                  <a:pt x="507637" y="22961"/>
                </a:lnTo>
                <a:lnTo>
                  <a:pt x="507315" y="22712"/>
                </a:lnTo>
                <a:lnTo>
                  <a:pt x="506988" y="22469"/>
                </a:lnTo>
                <a:lnTo>
                  <a:pt x="506655" y="22232"/>
                </a:lnTo>
                <a:lnTo>
                  <a:pt x="506316" y="22000"/>
                </a:lnTo>
                <a:lnTo>
                  <a:pt x="505972" y="21774"/>
                </a:lnTo>
                <a:lnTo>
                  <a:pt x="505622" y="21553"/>
                </a:lnTo>
                <a:lnTo>
                  <a:pt x="505266" y="21338"/>
                </a:lnTo>
                <a:lnTo>
                  <a:pt x="504905" y="21129"/>
                </a:lnTo>
                <a:lnTo>
                  <a:pt x="504539" y="20925"/>
                </a:lnTo>
                <a:lnTo>
                  <a:pt x="504166" y="20727"/>
                </a:lnTo>
                <a:lnTo>
                  <a:pt x="503789" y="20535"/>
                </a:lnTo>
                <a:lnTo>
                  <a:pt x="503406" y="20352"/>
                </a:lnTo>
                <a:lnTo>
                  <a:pt x="503017" y="20177"/>
                </a:lnTo>
                <a:lnTo>
                  <a:pt x="502624" y="20010"/>
                </a:lnTo>
                <a:lnTo>
                  <a:pt x="502224" y="19851"/>
                </a:lnTo>
                <a:lnTo>
                  <a:pt x="501820" y="19700"/>
                </a:lnTo>
                <a:lnTo>
                  <a:pt x="501410" y="19558"/>
                </a:lnTo>
                <a:lnTo>
                  <a:pt x="500994" y="19423"/>
                </a:lnTo>
                <a:lnTo>
                  <a:pt x="500573" y="19297"/>
                </a:lnTo>
                <a:lnTo>
                  <a:pt x="500147" y="19179"/>
                </a:lnTo>
                <a:lnTo>
                  <a:pt x="499715" y="19069"/>
                </a:lnTo>
                <a:lnTo>
                  <a:pt x="499278" y="18967"/>
                </a:lnTo>
                <a:lnTo>
                  <a:pt x="498835" y="18873"/>
                </a:lnTo>
                <a:lnTo>
                  <a:pt x="498387" y="18788"/>
                </a:lnTo>
                <a:lnTo>
                  <a:pt x="497934" y="18710"/>
                </a:lnTo>
                <a:lnTo>
                  <a:pt x="497475" y="18641"/>
                </a:lnTo>
                <a:lnTo>
                  <a:pt x="497011" y="18580"/>
                </a:lnTo>
                <a:lnTo>
                  <a:pt x="496541" y="18527"/>
                </a:lnTo>
                <a:lnTo>
                  <a:pt x="496066" y="18482"/>
                </a:lnTo>
                <a:lnTo>
                  <a:pt x="495585" y="18445"/>
                </a:lnTo>
                <a:lnTo>
                  <a:pt x="495099" y="18417"/>
                </a:lnTo>
                <a:lnTo>
                  <a:pt x="494608" y="18397"/>
                </a:lnTo>
                <a:lnTo>
                  <a:pt x="494111" y="18384"/>
                </a:lnTo>
                <a:lnTo>
                  <a:pt x="493609" y="18380"/>
                </a:lnTo>
                <a:lnTo>
                  <a:pt x="493159" y="18384"/>
                </a:lnTo>
                <a:lnTo>
                  <a:pt x="492713" y="18394"/>
                </a:lnTo>
                <a:lnTo>
                  <a:pt x="492270" y="18410"/>
                </a:lnTo>
                <a:lnTo>
                  <a:pt x="491830" y="18434"/>
                </a:lnTo>
                <a:lnTo>
                  <a:pt x="491394" y="18464"/>
                </a:lnTo>
                <a:lnTo>
                  <a:pt x="490961" y="18501"/>
                </a:lnTo>
                <a:lnTo>
                  <a:pt x="490531" y="18545"/>
                </a:lnTo>
                <a:lnTo>
                  <a:pt x="490105" y="18595"/>
                </a:lnTo>
                <a:lnTo>
                  <a:pt x="489682" y="18652"/>
                </a:lnTo>
                <a:lnTo>
                  <a:pt x="489262" y="18716"/>
                </a:lnTo>
                <a:lnTo>
                  <a:pt x="488846" y="18786"/>
                </a:lnTo>
                <a:lnTo>
                  <a:pt x="488433" y="18863"/>
                </a:lnTo>
                <a:lnTo>
                  <a:pt x="488023" y="18947"/>
                </a:lnTo>
                <a:lnTo>
                  <a:pt x="487617" y="19038"/>
                </a:lnTo>
                <a:lnTo>
                  <a:pt x="487214" y="19135"/>
                </a:lnTo>
                <a:lnTo>
                  <a:pt x="486815" y="19239"/>
                </a:lnTo>
                <a:lnTo>
                  <a:pt x="486419" y="19350"/>
                </a:lnTo>
                <a:lnTo>
                  <a:pt x="486026" y="19467"/>
                </a:lnTo>
                <a:lnTo>
                  <a:pt x="485636" y="19591"/>
                </a:lnTo>
                <a:lnTo>
                  <a:pt x="485250" y="19722"/>
                </a:lnTo>
                <a:lnTo>
                  <a:pt x="484868" y="19859"/>
                </a:lnTo>
                <a:lnTo>
                  <a:pt x="484488" y="20004"/>
                </a:lnTo>
                <a:lnTo>
                  <a:pt x="484112" y="20154"/>
                </a:lnTo>
                <a:lnTo>
                  <a:pt x="483739" y="20312"/>
                </a:lnTo>
                <a:lnTo>
                  <a:pt x="483371" y="20475"/>
                </a:lnTo>
                <a:lnTo>
                  <a:pt x="483006" y="20644"/>
                </a:lnTo>
                <a:lnTo>
                  <a:pt x="482646" y="20817"/>
                </a:lnTo>
                <a:lnTo>
                  <a:pt x="482290" y="20995"/>
                </a:lnTo>
                <a:lnTo>
                  <a:pt x="481938" y="21178"/>
                </a:lnTo>
                <a:lnTo>
                  <a:pt x="481591" y="21366"/>
                </a:lnTo>
                <a:lnTo>
                  <a:pt x="481248" y="21560"/>
                </a:lnTo>
                <a:lnTo>
                  <a:pt x="480909" y="21758"/>
                </a:lnTo>
                <a:lnTo>
                  <a:pt x="480574" y="21961"/>
                </a:lnTo>
                <a:lnTo>
                  <a:pt x="480244" y="22168"/>
                </a:lnTo>
                <a:lnTo>
                  <a:pt x="479918" y="22381"/>
                </a:lnTo>
                <a:lnTo>
                  <a:pt x="479597" y="22599"/>
                </a:lnTo>
                <a:lnTo>
                  <a:pt x="479280" y="22822"/>
                </a:lnTo>
                <a:lnTo>
                  <a:pt x="478967" y="23050"/>
                </a:lnTo>
                <a:lnTo>
                  <a:pt x="478658" y="23282"/>
                </a:lnTo>
                <a:lnTo>
                  <a:pt x="478354" y="23520"/>
                </a:lnTo>
                <a:lnTo>
                  <a:pt x="478054" y="23763"/>
                </a:lnTo>
                <a:lnTo>
                  <a:pt x="477758" y="24010"/>
                </a:lnTo>
                <a:lnTo>
                  <a:pt x="477466" y="24263"/>
                </a:lnTo>
                <a:lnTo>
                  <a:pt x="477179" y="24520"/>
                </a:lnTo>
                <a:lnTo>
                  <a:pt x="476896" y="24782"/>
                </a:lnTo>
                <a:lnTo>
                  <a:pt x="476618" y="25050"/>
                </a:lnTo>
                <a:lnTo>
                  <a:pt x="476344" y="25322"/>
                </a:lnTo>
                <a:lnTo>
                  <a:pt x="476074" y="25599"/>
                </a:lnTo>
                <a:lnTo>
                  <a:pt x="475808" y="25881"/>
                </a:lnTo>
                <a:lnTo>
                  <a:pt x="475548" y="26167"/>
                </a:lnTo>
                <a:lnTo>
                  <a:pt x="475293" y="26458"/>
                </a:lnTo>
                <a:lnTo>
                  <a:pt x="475043" y="26753"/>
                </a:lnTo>
                <a:lnTo>
                  <a:pt x="474798" y="27052"/>
                </a:lnTo>
                <a:lnTo>
                  <a:pt x="474559" y="27355"/>
                </a:lnTo>
                <a:lnTo>
                  <a:pt x="474324" y="27663"/>
                </a:lnTo>
                <a:lnTo>
                  <a:pt x="474094" y="27975"/>
                </a:lnTo>
                <a:lnTo>
                  <a:pt x="473870" y="28291"/>
                </a:lnTo>
                <a:lnTo>
                  <a:pt x="473651" y="28612"/>
                </a:lnTo>
                <a:lnTo>
                  <a:pt x="473436" y="28937"/>
                </a:lnTo>
                <a:lnTo>
                  <a:pt x="473227" y="29267"/>
                </a:lnTo>
                <a:lnTo>
                  <a:pt x="473023" y="29600"/>
                </a:lnTo>
                <a:lnTo>
                  <a:pt x="472824" y="29938"/>
                </a:lnTo>
                <a:lnTo>
                  <a:pt x="472630" y="30280"/>
                </a:lnTo>
                <a:lnTo>
                  <a:pt x="472442" y="30627"/>
                </a:lnTo>
                <a:lnTo>
                  <a:pt x="472258" y="30978"/>
                </a:lnTo>
                <a:lnTo>
                  <a:pt x="472080" y="31333"/>
                </a:lnTo>
                <a:lnTo>
                  <a:pt x="471906" y="31693"/>
                </a:lnTo>
                <a:lnTo>
                  <a:pt x="471738" y="32057"/>
                </a:lnTo>
                <a:lnTo>
                  <a:pt x="471575" y="32425"/>
                </a:lnTo>
                <a:lnTo>
                  <a:pt x="471417" y="32797"/>
                </a:lnTo>
                <a:lnTo>
                  <a:pt x="471264" y="33174"/>
                </a:lnTo>
                <a:lnTo>
                  <a:pt x="471116" y="33555"/>
                </a:lnTo>
                <a:lnTo>
                  <a:pt x="470973" y="33940"/>
                </a:lnTo>
                <a:lnTo>
                  <a:pt x="470837" y="34327"/>
                </a:lnTo>
                <a:lnTo>
                  <a:pt x="470707" y="34716"/>
                </a:lnTo>
                <a:lnTo>
                  <a:pt x="470583" y="35108"/>
                </a:lnTo>
                <a:lnTo>
                  <a:pt x="470465" y="35503"/>
                </a:lnTo>
                <a:lnTo>
                  <a:pt x="470353" y="35900"/>
                </a:lnTo>
                <a:lnTo>
                  <a:pt x="470247" y="36300"/>
                </a:lnTo>
                <a:lnTo>
                  <a:pt x="470147" y="36702"/>
                </a:lnTo>
                <a:lnTo>
                  <a:pt x="470053" y="37107"/>
                </a:lnTo>
                <a:lnTo>
                  <a:pt x="469965" y="37515"/>
                </a:lnTo>
                <a:lnTo>
                  <a:pt x="469883" y="37925"/>
                </a:lnTo>
                <a:lnTo>
                  <a:pt x="469808" y="38337"/>
                </a:lnTo>
                <a:lnTo>
                  <a:pt x="469738" y="38752"/>
                </a:lnTo>
                <a:lnTo>
                  <a:pt x="469674" y="39170"/>
                </a:lnTo>
                <a:lnTo>
                  <a:pt x="469617" y="39590"/>
                </a:lnTo>
                <a:lnTo>
                  <a:pt x="469565" y="40013"/>
                </a:lnTo>
                <a:lnTo>
                  <a:pt x="469520" y="40438"/>
                </a:lnTo>
                <a:lnTo>
                  <a:pt x="469481" y="40866"/>
                </a:lnTo>
                <a:lnTo>
                  <a:pt x="469447" y="41297"/>
                </a:lnTo>
                <a:lnTo>
                  <a:pt x="469420" y="41730"/>
                </a:lnTo>
                <a:lnTo>
                  <a:pt x="469399" y="42166"/>
                </a:lnTo>
                <a:lnTo>
                  <a:pt x="469384" y="42604"/>
                </a:lnTo>
                <a:lnTo>
                  <a:pt x="469375" y="43044"/>
                </a:lnTo>
                <a:lnTo>
                  <a:pt x="469372" y="43488"/>
                </a:lnTo>
                <a:lnTo>
                  <a:pt x="469374" y="43946"/>
                </a:lnTo>
                <a:lnTo>
                  <a:pt x="469383" y="44401"/>
                </a:lnTo>
                <a:lnTo>
                  <a:pt x="469398" y="44853"/>
                </a:lnTo>
                <a:lnTo>
                  <a:pt x="469419" y="45301"/>
                </a:lnTo>
                <a:lnTo>
                  <a:pt x="469445" y="45747"/>
                </a:lnTo>
                <a:lnTo>
                  <a:pt x="469478" y="46189"/>
                </a:lnTo>
                <a:lnTo>
                  <a:pt x="469516" y="46628"/>
                </a:lnTo>
                <a:lnTo>
                  <a:pt x="469560" y="47064"/>
                </a:lnTo>
                <a:lnTo>
                  <a:pt x="469610" y="47496"/>
                </a:lnTo>
                <a:lnTo>
                  <a:pt x="469666" y="47926"/>
                </a:lnTo>
                <a:lnTo>
                  <a:pt x="469728" y="48352"/>
                </a:lnTo>
                <a:lnTo>
                  <a:pt x="469796" y="48775"/>
                </a:lnTo>
                <a:lnTo>
                  <a:pt x="469870" y="49195"/>
                </a:lnTo>
                <a:lnTo>
                  <a:pt x="469949" y="49612"/>
                </a:lnTo>
                <a:lnTo>
                  <a:pt x="470035" y="50025"/>
                </a:lnTo>
                <a:lnTo>
                  <a:pt x="470126" y="50436"/>
                </a:lnTo>
                <a:lnTo>
                  <a:pt x="470223" y="50843"/>
                </a:lnTo>
                <a:lnTo>
                  <a:pt x="470327" y="51247"/>
                </a:lnTo>
                <a:lnTo>
                  <a:pt x="470436" y="51648"/>
                </a:lnTo>
                <a:lnTo>
                  <a:pt x="470551" y="52045"/>
                </a:lnTo>
                <a:lnTo>
                  <a:pt x="470671" y="52440"/>
                </a:lnTo>
                <a:lnTo>
                  <a:pt x="470798" y="52831"/>
                </a:lnTo>
                <a:lnTo>
                  <a:pt x="470931" y="53219"/>
                </a:lnTo>
                <a:lnTo>
                  <a:pt x="471069" y="53604"/>
                </a:lnTo>
                <a:lnTo>
                  <a:pt x="471214" y="53985"/>
                </a:lnTo>
                <a:lnTo>
                  <a:pt x="471363" y="54361"/>
                </a:lnTo>
                <a:lnTo>
                  <a:pt x="471516" y="54733"/>
                </a:lnTo>
                <a:lnTo>
                  <a:pt x="471675" y="55101"/>
                </a:lnTo>
                <a:lnTo>
                  <a:pt x="471839" y="55464"/>
                </a:lnTo>
                <a:lnTo>
                  <a:pt x="472008" y="55822"/>
                </a:lnTo>
                <a:lnTo>
                  <a:pt x="472182" y="56177"/>
                </a:lnTo>
                <a:lnTo>
                  <a:pt x="472360" y="56526"/>
                </a:lnTo>
                <a:lnTo>
                  <a:pt x="472544" y="56871"/>
                </a:lnTo>
                <a:lnTo>
                  <a:pt x="472732" y="57212"/>
                </a:lnTo>
                <a:lnTo>
                  <a:pt x="472926" y="57548"/>
                </a:lnTo>
                <a:lnTo>
                  <a:pt x="473124" y="57880"/>
                </a:lnTo>
                <a:lnTo>
                  <a:pt x="473328" y="58208"/>
                </a:lnTo>
                <a:lnTo>
                  <a:pt x="473536" y="58530"/>
                </a:lnTo>
                <a:lnTo>
                  <a:pt x="473749" y="58849"/>
                </a:lnTo>
                <a:lnTo>
                  <a:pt x="473967" y="59163"/>
                </a:lnTo>
                <a:lnTo>
                  <a:pt x="474190" y="59472"/>
                </a:lnTo>
                <a:lnTo>
                  <a:pt x="474418" y="59777"/>
                </a:lnTo>
                <a:lnTo>
                  <a:pt x="474651" y="60078"/>
                </a:lnTo>
                <a:lnTo>
                  <a:pt x="474889" y="60374"/>
                </a:lnTo>
                <a:lnTo>
                  <a:pt x="475132" y="60665"/>
                </a:lnTo>
                <a:lnTo>
                  <a:pt x="475380" y="60953"/>
                </a:lnTo>
                <a:lnTo>
                  <a:pt x="475632" y="61235"/>
                </a:lnTo>
                <a:lnTo>
                  <a:pt x="475890" y="61514"/>
                </a:lnTo>
                <a:lnTo>
                  <a:pt x="476153" y="61787"/>
                </a:lnTo>
                <a:lnTo>
                  <a:pt x="476420" y="62055"/>
                </a:lnTo>
                <a:lnTo>
                  <a:pt x="476692" y="62317"/>
                </a:lnTo>
                <a:lnTo>
                  <a:pt x="476969" y="62575"/>
                </a:lnTo>
                <a:lnTo>
                  <a:pt x="477250" y="62827"/>
                </a:lnTo>
                <a:lnTo>
                  <a:pt x="477537" y="63074"/>
                </a:lnTo>
                <a:lnTo>
                  <a:pt x="477828" y="63316"/>
                </a:lnTo>
                <a:lnTo>
                  <a:pt x="478124" y="63552"/>
                </a:lnTo>
                <a:lnTo>
                  <a:pt x="478425" y="63783"/>
                </a:lnTo>
                <a:lnTo>
                  <a:pt x="478730" y="64009"/>
                </a:lnTo>
                <a:lnTo>
                  <a:pt x="479040" y="64229"/>
                </a:lnTo>
                <a:lnTo>
                  <a:pt x="479356" y="64445"/>
                </a:lnTo>
                <a:lnTo>
                  <a:pt x="479675" y="64655"/>
                </a:lnTo>
                <a:lnTo>
                  <a:pt x="480000" y="64859"/>
                </a:lnTo>
                <a:lnTo>
                  <a:pt x="480330" y="65059"/>
                </a:lnTo>
                <a:lnTo>
                  <a:pt x="480664" y="65253"/>
                </a:lnTo>
                <a:lnTo>
                  <a:pt x="481003" y="65442"/>
                </a:lnTo>
                <a:lnTo>
                  <a:pt x="481347" y="65626"/>
                </a:lnTo>
                <a:lnTo>
                  <a:pt x="481695" y="65804"/>
                </a:lnTo>
                <a:lnTo>
                  <a:pt x="482048" y="65977"/>
                </a:lnTo>
                <a:lnTo>
                  <a:pt x="482407" y="66145"/>
                </a:lnTo>
                <a:lnTo>
                  <a:pt x="482770" y="66308"/>
                </a:lnTo>
                <a:lnTo>
                  <a:pt x="483137" y="66465"/>
                </a:lnTo>
                <a:lnTo>
                  <a:pt x="483510" y="66617"/>
                </a:lnTo>
                <a:lnTo>
                  <a:pt x="483886" y="66763"/>
                </a:lnTo>
                <a:lnTo>
                  <a:pt x="484267" y="66904"/>
                </a:lnTo>
                <a:lnTo>
                  <a:pt x="484652" y="67037"/>
                </a:lnTo>
                <a:lnTo>
                  <a:pt x="485040" y="67165"/>
                </a:lnTo>
                <a:lnTo>
                  <a:pt x="485432" y="67286"/>
                </a:lnTo>
                <a:lnTo>
                  <a:pt x="485828" y="67402"/>
                </a:lnTo>
                <a:lnTo>
                  <a:pt x="486228" y="67511"/>
                </a:lnTo>
                <a:lnTo>
                  <a:pt x="486631" y="67613"/>
                </a:lnTo>
                <a:lnTo>
                  <a:pt x="487039" y="67710"/>
                </a:lnTo>
                <a:lnTo>
                  <a:pt x="487450" y="67800"/>
                </a:lnTo>
                <a:lnTo>
                  <a:pt x="487865" y="67884"/>
                </a:lnTo>
                <a:lnTo>
                  <a:pt x="488284" y="67962"/>
                </a:lnTo>
                <a:lnTo>
                  <a:pt x="488706" y="68034"/>
                </a:lnTo>
                <a:lnTo>
                  <a:pt x="489133" y="68099"/>
                </a:lnTo>
                <a:lnTo>
                  <a:pt x="489563" y="68158"/>
                </a:lnTo>
                <a:lnTo>
                  <a:pt x="489998" y="68211"/>
                </a:lnTo>
                <a:lnTo>
                  <a:pt x="490436" y="68258"/>
                </a:lnTo>
                <a:lnTo>
                  <a:pt x="490877" y="68298"/>
                </a:lnTo>
                <a:lnTo>
                  <a:pt x="491323" y="68332"/>
                </a:lnTo>
                <a:lnTo>
                  <a:pt x="491773" y="68360"/>
                </a:lnTo>
                <a:lnTo>
                  <a:pt x="492226" y="68382"/>
                </a:lnTo>
                <a:lnTo>
                  <a:pt x="492683" y="68398"/>
                </a:lnTo>
                <a:lnTo>
                  <a:pt x="493144" y="68407"/>
                </a:lnTo>
                <a:lnTo>
                  <a:pt x="493609" y="68410"/>
                </a:lnTo>
                <a:lnTo>
                  <a:pt x="494278" y="68404"/>
                </a:lnTo>
                <a:lnTo>
                  <a:pt x="494939" y="68385"/>
                </a:lnTo>
                <a:lnTo>
                  <a:pt x="495592" y="68353"/>
                </a:lnTo>
                <a:lnTo>
                  <a:pt x="496236" y="68308"/>
                </a:lnTo>
                <a:lnTo>
                  <a:pt x="496872" y="68251"/>
                </a:lnTo>
                <a:lnTo>
                  <a:pt x="497499" y="68181"/>
                </a:lnTo>
                <a:lnTo>
                  <a:pt x="498119" y="68098"/>
                </a:lnTo>
                <a:lnTo>
                  <a:pt x="498730" y="68003"/>
                </a:lnTo>
                <a:lnTo>
                  <a:pt x="499333" y="67894"/>
                </a:lnTo>
                <a:lnTo>
                  <a:pt x="499927" y="67773"/>
                </a:lnTo>
                <a:lnTo>
                  <a:pt x="500513" y="67640"/>
                </a:lnTo>
                <a:lnTo>
                  <a:pt x="501091" y="67493"/>
                </a:lnTo>
                <a:lnTo>
                  <a:pt x="501661" y="67334"/>
                </a:lnTo>
                <a:lnTo>
                  <a:pt x="502222" y="67162"/>
                </a:lnTo>
                <a:lnTo>
                  <a:pt x="502775" y="66977"/>
                </a:lnTo>
                <a:lnTo>
                  <a:pt x="503320" y="66780"/>
                </a:lnTo>
                <a:lnTo>
                  <a:pt x="503857" y="66569"/>
                </a:lnTo>
                <a:lnTo>
                  <a:pt x="504385" y="66346"/>
                </a:lnTo>
                <a:lnTo>
                  <a:pt x="504905" y="66111"/>
                </a:lnTo>
                <a:lnTo>
                  <a:pt x="505417" y="65862"/>
                </a:lnTo>
                <a:lnTo>
                  <a:pt x="505920" y="65601"/>
                </a:lnTo>
                <a:lnTo>
                  <a:pt x="506415" y="65327"/>
                </a:lnTo>
                <a:lnTo>
                  <a:pt x="506902" y="65041"/>
                </a:lnTo>
                <a:lnTo>
                  <a:pt x="507380" y="64741"/>
                </a:lnTo>
                <a:lnTo>
                  <a:pt x="507850" y="64427"/>
                </a:lnTo>
                <a:lnTo>
                  <a:pt x="508309" y="64096"/>
                </a:lnTo>
                <a:lnTo>
                  <a:pt x="508758" y="63748"/>
                </a:lnTo>
                <a:lnTo>
                  <a:pt x="509196" y="63383"/>
                </a:lnTo>
                <a:lnTo>
                  <a:pt x="509625" y="63001"/>
                </a:lnTo>
                <a:lnTo>
                  <a:pt x="510043" y="62603"/>
                </a:lnTo>
                <a:lnTo>
                  <a:pt x="510451" y="62187"/>
                </a:lnTo>
                <a:lnTo>
                  <a:pt x="510849" y="61755"/>
                </a:lnTo>
                <a:lnTo>
                  <a:pt x="511237" y="61306"/>
                </a:lnTo>
                <a:lnTo>
                  <a:pt x="511614" y="60840"/>
                </a:lnTo>
                <a:lnTo>
                  <a:pt x="511982" y="60356"/>
                </a:lnTo>
                <a:lnTo>
                  <a:pt x="512339" y="59857"/>
                </a:lnTo>
                <a:lnTo>
                  <a:pt x="512686" y="59340"/>
                </a:lnTo>
                <a:lnTo>
                  <a:pt x="513022" y="58806"/>
                </a:lnTo>
                <a:lnTo>
                  <a:pt x="513349" y="58255"/>
                </a:lnTo>
                <a:lnTo>
                  <a:pt x="513665" y="57688"/>
                </a:lnTo>
                <a:lnTo>
                  <a:pt x="513971" y="57104"/>
                </a:lnTo>
                <a:lnTo>
                  <a:pt x="514267" y="56502"/>
                </a:lnTo>
                <a:lnTo>
                  <a:pt x="514553" y="55884"/>
                </a:lnTo>
                <a:lnTo>
                  <a:pt x="514828" y="55249"/>
                </a:lnTo>
                <a:lnTo>
                  <a:pt x="515093" y="54597"/>
                </a:lnTo>
                <a:lnTo>
                  <a:pt x="515348" y="53929"/>
                </a:lnTo>
                <a:lnTo>
                  <a:pt x="515593" y="53243"/>
                </a:lnTo>
                <a:lnTo>
                  <a:pt x="515828" y="52541"/>
                </a:lnTo>
                <a:lnTo>
                  <a:pt x="504351" y="52541"/>
                </a:lnTo>
                <a:lnTo>
                  <a:pt x="504294" y="52722"/>
                </a:lnTo>
                <a:lnTo>
                  <a:pt x="504229" y="52903"/>
                </a:lnTo>
                <a:lnTo>
                  <a:pt x="504156" y="53083"/>
                </a:lnTo>
                <a:lnTo>
                  <a:pt x="504076" y="53262"/>
                </a:lnTo>
                <a:lnTo>
                  <a:pt x="503988" y="53441"/>
                </a:lnTo>
                <a:lnTo>
                  <a:pt x="503892" y="53618"/>
                </a:lnTo>
                <a:lnTo>
                  <a:pt x="503789" y="53795"/>
                </a:lnTo>
                <a:lnTo>
                  <a:pt x="503678" y="53971"/>
                </a:lnTo>
                <a:lnTo>
                  <a:pt x="503559" y="54147"/>
                </a:lnTo>
                <a:lnTo>
                  <a:pt x="503433" y="54321"/>
                </a:lnTo>
                <a:lnTo>
                  <a:pt x="503299" y="54495"/>
                </a:lnTo>
                <a:lnTo>
                  <a:pt x="503157" y="54668"/>
                </a:lnTo>
                <a:lnTo>
                  <a:pt x="503008" y="54840"/>
                </a:lnTo>
                <a:lnTo>
                  <a:pt x="502851" y="55011"/>
                </a:lnTo>
                <a:lnTo>
                  <a:pt x="502687" y="55182"/>
                </a:lnTo>
                <a:lnTo>
                  <a:pt x="502515" y="55352"/>
                </a:lnTo>
                <a:lnTo>
                  <a:pt x="502335" y="55521"/>
                </a:lnTo>
                <a:lnTo>
                  <a:pt x="502147" y="55689"/>
                </a:lnTo>
                <a:lnTo>
                  <a:pt x="501952" y="55856"/>
                </a:lnTo>
                <a:lnTo>
                  <a:pt x="501749" y="56023"/>
                </a:lnTo>
                <a:lnTo>
                  <a:pt x="501539" y="56189"/>
                </a:lnTo>
                <a:lnTo>
                  <a:pt x="501321" y="56354"/>
                </a:lnTo>
                <a:lnTo>
                  <a:pt x="501095" y="56518"/>
                </a:lnTo>
                <a:lnTo>
                  <a:pt x="500862" y="56682"/>
                </a:lnTo>
                <a:lnTo>
                  <a:pt x="500623" y="56841"/>
                </a:lnTo>
                <a:lnTo>
                  <a:pt x="500380" y="56994"/>
                </a:lnTo>
                <a:lnTo>
                  <a:pt x="500133" y="57140"/>
                </a:lnTo>
                <a:lnTo>
                  <a:pt x="499883" y="57279"/>
                </a:lnTo>
                <a:lnTo>
                  <a:pt x="499628" y="57412"/>
                </a:lnTo>
                <a:lnTo>
                  <a:pt x="499370" y="57537"/>
                </a:lnTo>
                <a:lnTo>
                  <a:pt x="499108" y="57656"/>
                </a:lnTo>
                <a:lnTo>
                  <a:pt x="498842" y="57768"/>
                </a:lnTo>
                <a:lnTo>
                  <a:pt x="498573" y="57873"/>
                </a:lnTo>
                <a:lnTo>
                  <a:pt x="498299" y="57972"/>
                </a:lnTo>
                <a:lnTo>
                  <a:pt x="498022" y="58064"/>
                </a:lnTo>
                <a:lnTo>
                  <a:pt x="497741" y="58148"/>
                </a:lnTo>
                <a:lnTo>
                  <a:pt x="497456" y="58227"/>
                </a:lnTo>
                <a:lnTo>
                  <a:pt x="497167" y="58298"/>
                </a:lnTo>
                <a:lnTo>
                  <a:pt x="496874" y="58362"/>
                </a:lnTo>
                <a:lnTo>
                  <a:pt x="496578" y="58420"/>
                </a:lnTo>
                <a:lnTo>
                  <a:pt x="496278" y="58471"/>
                </a:lnTo>
                <a:lnTo>
                  <a:pt x="495974" y="58515"/>
                </a:lnTo>
                <a:lnTo>
                  <a:pt x="495666" y="58553"/>
                </a:lnTo>
                <a:lnTo>
                  <a:pt x="495354" y="58583"/>
                </a:lnTo>
                <a:lnTo>
                  <a:pt x="495038" y="58607"/>
                </a:lnTo>
                <a:lnTo>
                  <a:pt x="494719" y="58624"/>
                </a:lnTo>
                <a:lnTo>
                  <a:pt x="494396" y="58634"/>
                </a:lnTo>
                <a:lnTo>
                  <a:pt x="494069" y="58637"/>
                </a:lnTo>
                <a:lnTo>
                  <a:pt x="493614" y="58632"/>
                </a:lnTo>
                <a:lnTo>
                  <a:pt x="493168" y="58618"/>
                </a:lnTo>
                <a:lnTo>
                  <a:pt x="492732" y="58593"/>
                </a:lnTo>
                <a:lnTo>
                  <a:pt x="492304" y="58558"/>
                </a:lnTo>
                <a:lnTo>
                  <a:pt x="491885" y="58514"/>
                </a:lnTo>
                <a:lnTo>
                  <a:pt x="491475" y="58460"/>
                </a:lnTo>
                <a:lnTo>
                  <a:pt x="491074" y="58396"/>
                </a:lnTo>
                <a:lnTo>
                  <a:pt x="490682" y="58322"/>
                </a:lnTo>
                <a:lnTo>
                  <a:pt x="490298" y="58238"/>
                </a:lnTo>
                <a:lnTo>
                  <a:pt x="489924" y="58144"/>
                </a:lnTo>
                <a:lnTo>
                  <a:pt x="489559" y="58040"/>
                </a:lnTo>
                <a:lnTo>
                  <a:pt x="489202" y="57927"/>
                </a:lnTo>
                <a:lnTo>
                  <a:pt x="488855" y="57803"/>
                </a:lnTo>
                <a:lnTo>
                  <a:pt x="488516" y="57670"/>
                </a:lnTo>
                <a:lnTo>
                  <a:pt x="488187" y="57527"/>
                </a:lnTo>
                <a:lnTo>
                  <a:pt x="487866" y="57374"/>
                </a:lnTo>
                <a:lnTo>
                  <a:pt x="487554" y="57211"/>
                </a:lnTo>
                <a:lnTo>
                  <a:pt x="487251" y="57039"/>
                </a:lnTo>
                <a:lnTo>
                  <a:pt x="486957" y="56856"/>
                </a:lnTo>
                <a:lnTo>
                  <a:pt x="486672" y="56663"/>
                </a:lnTo>
                <a:lnTo>
                  <a:pt x="486396" y="56461"/>
                </a:lnTo>
                <a:lnTo>
                  <a:pt x="486129" y="56249"/>
                </a:lnTo>
                <a:lnTo>
                  <a:pt x="485870" y="56027"/>
                </a:lnTo>
                <a:lnTo>
                  <a:pt x="485621" y="55795"/>
                </a:lnTo>
                <a:lnTo>
                  <a:pt x="485381" y="55552"/>
                </a:lnTo>
                <a:lnTo>
                  <a:pt x="485150" y="55297"/>
                </a:lnTo>
                <a:lnTo>
                  <a:pt x="484928" y="55030"/>
                </a:lnTo>
                <a:lnTo>
                  <a:pt x="484716" y="54750"/>
                </a:lnTo>
                <a:lnTo>
                  <a:pt x="484512" y="54459"/>
                </a:lnTo>
                <a:lnTo>
                  <a:pt x="484318" y="54155"/>
                </a:lnTo>
                <a:lnTo>
                  <a:pt x="484134" y="53840"/>
                </a:lnTo>
                <a:lnTo>
                  <a:pt x="483958" y="53512"/>
                </a:lnTo>
                <a:lnTo>
                  <a:pt x="483792" y="53172"/>
                </a:lnTo>
                <a:lnTo>
                  <a:pt x="483635" y="52820"/>
                </a:lnTo>
                <a:lnTo>
                  <a:pt x="483487" y="52456"/>
                </a:lnTo>
                <a:lnTo>
                  <a:pt x="483349" y="52080"/>
                </a:lnTo>
                <a:lnTo>
                  <a:pt x="483220" y="51692"/>
                </a:lnTo>
                <a:lnTo>
                  <a:pt x="483100" y="51291"/>
                </a:lnTo>
                <a:lnTo>
                  <a:pt x="482989" y="50879"/>
                </a:lnTo>
                <a:lnTo>
                  <a:pt x="482888" y="50455"/>
                </a:lnTo>
                <a:lnTo>
                  <a:pt x="482795" y="50018"/>
                </a:lnTo>
                <a:lnTo>
                  <a:pt x="482712" y="49569"/>
                </a:lnTo>
                <a:lnTo>
                  <a:pt x="482639" y="49108"/>
                </a:lnTo>
                <a:lnTo>
                  <a:pt x="482574" y="48636"/>
                </a:lnTo>
                <a:lnTo>
                  <a:pt x="482519" y="48151"/>
                </a:lnTo>
                <a:lnTo>
                  <a:pt x="482473" y="47653"/>
                </a:lnTo>
                <a:lnTo>
                  <a:pt x="482436" y="47144"/>
                </a:lnTo>
                <a:lnTo>
                  <a:pt x="482409" y="46623"/>
                </a:lnTo>
                <a:lnTo>
                  <a:pt x="516654" y="46623"/>
                </a:lnTo>
                <a:lnTo>
                  <a:pt x="516682" y="46164"/>
                </a:lnTo>
                <a:lnTo>
                  <a:pt x="516704" y="45706"/>
                </a:lnTo>
                <a:lnTo>
                  <a:pt x="516720" y="45250"/>
                </a:lnTo>
                <a:lnTo>
                  <a:pt x="516731" y="44796"/>
                </a:lnTo>
                <a:close/>
                <a:moveTo>
                  <a:pt x="482450" y="37904"/>
                </a:moveTo>
                <a:lnTo>
                  <a:pt x="482464" y="37783"/>
                </a:lnTo>
                <a:lnTo>
                  <a:pt x="482480" y="37661"/>
                </a:lnTo>
                <a:lnTo>
                  <a:pt x="482497" y="37537"/>
                </a:lnTo>
                <a:lnTo>
                  <a:pt x="482515" y="37413"/>
                </a:lnTo>
                <a:lnTo>
                  <a:pt x="482535" y="37287"/>
                </a:lnTo>
                <a:lnTo>
                  <a:pt x="482556" y="37159"/>
                </a:lnTo>
                <a:lnTo>
                  <a:pt x="482579" y="37031"/>
                </a:lnTo>
                <a:lnTo>
                  <a:pt x="482603" y="36901"/>
                </a:lnTo>
                <a:lnTo>
                  <a:pt x="482628" y="36770"/>
                </a:lnTo>
                <a:lnTo>
                  <a:pt x="482655" y="36637"/>
                </a:lnTo>
                <a:lnTo>
                  <a:pt x="482684" y="36504"/>
                </a:lnTo>
                <a:lnTo>
                  <a:pt x="482714" y="36369"/>
                </a:lnTo>
                <a:lnTo>
                  <a:pt x="482745" y="36233"/>
                </a:lnTo>
                <a:lnTo>
                  <a:pt x="482778" y="36095"/>
                </a:lnTo>
                <a:lnTo>
                  <a:pt x="482812" y="35956"/>
                </a:lnTo>
                <a:lnTo>
                  <a:pt x="482847" y="35816"/>
                </a:lnTo>
                <a:lnTo>
                  <a:pt x="482884" y="35675"/>
                </a:lnTo>
                <a:lnTo>
                  <a:pt x="482923" y="35532"/>
                </a:lnTo>
                <a:lnTo>
                  <a:pt x="482963" y="35388"/>
                </a:lnTo>
                <a:lnTo>
                  <a:pt x="483004" y="35243"/>
                </a:lnTo>
                <a:lnTo>
                  <a:pt x="483047" y="35098"/>
                </a:lnTo>
                <a:lnTo>
                  <a:pt x="483093" y="34953"/>
                </a:lnTo>
                <a:lnTo>
                  <a:pt x="483142" y="34808"/>
                </a:lnTo>
                <a:lnTo>
                  <a:pt x="483193" y="34665"/>
                </a:lnTo>
                <a:lnTo>
                  <a:pt x="483247" y="34522"/>
                </a:lnTo>
                <a:lnTo>
                  <a:pt x="483303" y="34379"/>
                </a:lnTo>
                <a:lnTo>
                  <a:pt x="483361" y="34238"/>
                </a:lnTo>
                <a:lnTo>
                  <a:pt x="483423" y="34097"/>
                </a:lnTo>
                <a:lnTo>
                  <a:pt x="483487" y="33956"/>
                </a:lnTo>
                <a:lnTo>
                  <a:pt x="483553" y="33816"/>
                </a:lnTo>
                <a:lnTo>
                  <a:pt x="483622" y="33677"/>
                </a:lnTo>
                <a:lnTo>
                  <a:pt x="483693" y="33539"/>
                </a:lnTo>
                <a:lnTo>
                  <a:pt x="483767" y="33401"/>
                </a:lnTo>
                <a:lnTo>
                  <a:pt x="483844" y="33264"/>
                </a:lnTo>
                <a:lnTo>
                  <a:pt x="483923" y="33127"/>
                </a:lnTo>
                <a:lnTo>
                  <a:pt x="484005" y="32991"/>
                </a:lnTo>
                <a:lnTo>
                  <a:pt x="484089" y="32856"/>
                </a:lnTo>
                <a:lnTo>
                  <a:pt x="484176" y="32721"/>
                </a:lnTo>
                <a:lnTo>
                  <a:pt x="484265" y="32587"/>
                </a:lnTo>
                <a:lnTo>
                  <a:pt x="484357" y="32454"/>
                </a:lnTo>
                <a:lnTo>
                  <a:pt x="484451" y="32321"/>
                </a:lnTo>
                <a:lnTo>
                  <a:pt x="484548" y="32189"/>
                </a:lnTo>
                <a:lnTo>
                  <a:pt x="484647" y="32058"/>
                </a:lnTo>
                <a:lnTo>
                  <a:pt x="484750" y="31927"/>
                </a:lnTo>
                <a:lnTo>
                  <a:pt x="484854" y="31798"/>
                </a:lnTo>
                <a:lnTo>
                  <a:pt x="484962" y="31670"/>
                </a:lnTo>
                <a:lnTo>
                  <a:pt x="485072" y="31544"/>
                </a:lnTo>
                <a:lnTo>
                  <a:pt x="485186" y="31419"/>
                </a:lnTo>
                <a:lnTo>
                  <a:pt x="485302" y="31297"/>
                </a:lnTo>
                <a:lnTo>
                  <a:pt x="485421" y="31176"/>
                </a:lnTo>
                <a:lnTo>
                  <a:pt x="485543" y="31057"/>
                </a:lnTo>
                <a:lnTo>
                  <a:pt x="485668" y="30939"/>
                </a:lnTo>
                <a:lnTo>
                  <a:pt x="485795" y="30824"/>
                </a:lnTo>
                <a:lnTo>
                  <a:pt x="485926" y="30710"/>
                </a:lnTo>
                <a:lnTo>
                  <a:pt x="486059" y="30598"/>
                </a:lnTo>
                <a:lnTo>
                  <a:pt x="486196" y="30488"/>
                </a:lnTo>
                <a:lnTo>
                  <a:pt x="486335" y="30379"/>
                </a:lnTo>
                <a:lnTo>
                  <a:pt x="486477" y="30273"/>
                </a:lnTo>
                <a:lnTo>
                  <a:pt x="486622" y="30168"/>
                </a:lnTo>
                <a:lnTo>
                  <a:pt x="486769" y="30064"/>
                </a:lnTo>
                <a:lnTo>
                  <a:pt x="486920" y="29963"/>
                </a:lnTo>
                <a:lnTo>
                  <a:pt x="487073" y="29863"/>
                </a:lnTo>
                <a:lnTo>
                  <a:pt x="487230" y="29765"/>
                </a:lnTo>
                <a:lnTo>
                  <a:pt x="487389" y="29669"/>
                </a:lnTo>
                <a:lnTo>
                  <a:pt x="487551" y="29575"/>
                </a:lnTo>
                <a:lnTo>
                  <a:pt x="487716" y="29482"/>
                </a:lnTo>
                <a:lnTo>
                  <a:pt x="487884" y="29391"/>
                </a:lnTo>
                <a:lnTo>
                  <a:pt x="488054" y="29302"/>
                </a:lnTo>
                <a:lnTo>
                  <a:pt x="488228" y="29215"/>
                </a:lnTo>
                <a:lnTo>
                  <a:pt x="488406" y="29133"/>
                </a:lnTo>
                <a:lnTo>
                  <a:pt x="488587" y="29054"/>
                </a:lnTo>
                <a:lnTo>
                  <a:pt x="488772" y="28978"/>
                </a:lnTo>
                <a:lnTo>
                  <a:pt x="488961" y="28907"/>
                </a:lnTo>
                <a:lnTo>
                  <a:pt x="489153" y="28839"/>
                </a:lnTo>
                <a:lnTo>
                  <a:pt x="489349" y="28774"/>
                </a:lnTo>
                <a:lnTo>
                  <a:pt x="489549" y="28713"/>
                </a:lnTo>
                <a:lnTo>
                  <a:pt x="489752" y="28656"/>
                </a:lnTo>
                <a:lnTo>
                  <a:pt x="489959" y="28603"/>
                </a:lnTo>
                <a:lnTo>
                  <a:pt x="490170" y="28554"/>
                </a:lnTo>
                <a:lnTo>
                  <a:pt x="490384" y="28508"/>
                </a:lnTo>
                <a:lnTo>
                  <a:pt x="490602" y="28465"/>
                </a:lnTo>
                <a:lnTo>
                  <a:pt x="490824" y="28427"/>
                </a:lnTo>
                <a:lnTo>
                  <a:pt x="491049" y="28392"/>
                </a:lnTo>
                <a:lnTo>
                  <a:pt x="491278" y="28360"/>
                </a:lnTo>
                <a:lnTo>
                  <a:pt x="491511" y="28333"/>
                </a:lnTo>
                <a:lnTo>
                  <a:pt x="491747" y="28309"/>
                </a:lnTo>
                <a:lnTo>
                  <a:pt x="491987" y="28289"/>
                </a:lnTo>
                <a:lnTo>
                  <a:pt x="492231" y="28272"/>
                </a:lnTo>
                <a:lnTo>
                  <a:pt x="492478" y="28259"/>
                </a:lnTo>
                <a:lnTo>
                  <a:pt x="492729" y="28250"/>
                </a:lnTo>
                <a:lnTo>
                  <a:pt x="492984" y="28245"/>
                </a:lnTo>
                <a:lnTo>
                  <a:pt x="493242" y="28243"/>
                </a:lnTo>
                <a:lnTo>
                  <a:pt x="493636" y="28247"/>
                </a:lnTo>
                <a:lnTo>
                  <a:pt x="494021" y="28261"/>
                </a:lnTo>
                <a:lnTo>
                  <a:pt x="494398" y="28283"/>
                </a:lnTo>
                <a:lnTo>
                  <a:pt x="494766" y="28314"/>
                </a:lnTo>
                <a:lnTo>
                  <a:pt x="495126" y="28355"/>
                </a:lnTo>
                <a:lnTo>
                  <a:pt x="495477" y="28404"/>
                </a:lnTo>
                <a:lnTo>
                  <a:pt x="495820" y="28462"/>
                </a:lnTo>
                <a:lnTo>
                  <a:pt x="496155" y="28529"/>
                </a:lnTo>
                <a:lnTo>
                  <a:pt x="496481" y="28605"/>
                </a:lnTo>
                <a:lnTo>
                  <a:pt x="496798" y="28691"/>
                </a:lnTo>
                <a:lnTo>
                  <a:pt x="497107" y="28785"/>
                </a:lnTo>
                <a:lnTo>
                  <a:pt x="497408" y="28888"/>
                </a:lnTo>
                <a:lnTo>
                  <a:pt x="497700" y="29000"/>
                </a:lnTo>
                <a:lnTo>
                  <a:pt x="497984" y="29120"/>
                </a:lnTo>
                <a:lnTo>
                  <a:pt x="498259" y="29250"/>
                </a:lnTo>
                <a:lnTo>
                  <a:pt x="498526" y="29389"/>
                </a:lnTo>
                <a:lnTo>
                  <a:pt x="498785" y="29537"/>
                </a:lnTo>
                <a:lnTo>
                  <a:pt x="499035" y="29694"/>
                </a:lnTo>
                <a:lnTo>
                  <a:pt x="499276" y="29859"/>
                </a:lnTo>
                <a:lnTo>
                  <a:pt x="499509" y="30034"/>
                </a:lnTo>
                <a:lnTo>
                  <a:pt x="499734" y="30217"/>
                </a:lnTo>
                <a:lnTo>
                  <a:pt x="499950" y="30410"/>
                </a:lnTo>
                <a:lnTo>
                  <a:pt x="500158" y="30611"/>
                </a:lnTo>
                <a:lnTo>
                  <a:pt x="500357" y="30822"/>
                </a:lnTo>
                <a:lnTo>
                  <a:pt x="500550" y="31041"/>
                </a:lnTo>
                <a:lnTo>
                  <a:pt x="500738" y="31268"/>
                </a:lnTo>
                <a:lnTo>
                  <a:pt x="500920" y="31504"/>
                </a:lnTo>
                <a:lnTo>
                  <a:pt x="501098" y="31748"/>
                </a:lnTo>
                <a:lnTo>
                  <a:pt x="501271" y="32000"/>
                </a:lnTo>
                <a:lnTo>
                  <a:pt x="501439" y="32261"/>
                </a:lnTo>
                <a:lnTo>
                  <a:pt x="501602" y="32530"/>
                </a:lnTo>
                <a:lnTo>
                  <a:pt x="501760" y="32807"/>
                </a:lnTo>
                <a:lnTo>
                  <a:pt x="501913" y="33093"/>
                </a:lnTo>
                <a:lnTo>
                  <a:pt x="502061" y="33387"/>
                </a:lnTo>
                <a:lnTo>
                  <a:pt x="502204" y="33689"/>
                </a:lnTo>
                <a:lnTo>
                  <a:pt x="502342" y="34000"/>
                </a:lnTo>
                <a:lnTo>
                  <a:pt x="502476" y="34318"/>
                </a:lnTo>
                <a:lnTo>
                  <a:pt x="502604" y="34646"/>
                </a:lnTo>
                <a:lnTo>
                  <a:pt x="502728" y="34981"/>
                </a:lnTo>
                <a:lnTo>
                  <a:pt x="502846" y="35325"/>
                </a:lnTo>
                <a:lnTo>
                  <a:pt x="502960" y="35677"/>
                </a:lnTo>
                <a:lnTo>
                  <a:pt x="503068" y="36037"/>
                </a:lnTo>
                <a:lnTo>
                  <a:pt x="503172" y="36406"/>
                </a:lnTo>
                <a:lnTo>
                  <a:pt x="503270" y="36783"/>
                </a:lnTo>
                <a:lnTo>
                  <a:pt x="503364" y="37168"/>
                </a:lnTo>
                <a:lnTo>
                  <a:pt x="503453" y="37562"/>
                </a:lnTo>
                <a:lnTo>
                  <a:pt x="503537" y="37964"/>
                </a:lnTo>
                <a:lnTo>
                  <a:pt x="503616" y="38374"/>
                </a:lnTo>
                <a:lnTo>
                  <a:pt x="482409" y="38374"/>
                </a:lnTo>
                <a:lnTo>
                  <a:pt x="482417" y="38259"/>
                </a:lnTo>
                <a:lnTo>
                  <a:pt x="482427" y="38142"/>
                </a:lnTo>
                <a:lnTo>
                  <a:pt x="482438" y="38023"/>
                </a:lnTo>
                <a:lnTo>
                  <a:pt x="482450" y="37904"/>
                </a:lnTo>
                <a:close/>
                <a:moveTo>
                  <a:pt x="49303" y="67155"/>
                </a:moveTo>
                <a:lnTo>
                  <a:pt x="31766" y="41926"/>
                </a:lnTo>
                <a:lnTo>
                  <a:pt x="47375" y="19725"/>
                </a:lnTo>
                <a:lnTo>
                  <a:pt x="32960" y="19725"/>
                </a:lnTo>
                <a:lnTo>
                  <a:pt x="24697" y="32111"/>
                </a:lnTo>
                <a:lnTo>
                  <a:pt x="16342" y="19725"/>
                </a:lnTo>
                <a:lnTo>
                  <a:pt x="1470" y="19725"/>
                </a:lnTo>
                <a:lnTo>
                  <a:pt x="17077" y="42202"/>
                </a:lnTo>
                <a:lnTo>
                  <a:pt x="0" y="67155"/>
                </a:lnTo>
                <a:lnTo>
                  <a:pt x="14598" y="67155"/>
                </a:lnTo>
                <a:lnTo>
                  <a:pt x="24514" y="52202"/>
                </a:lnTo>
                <a:lnTo>
                  <a:pt x="34429" y="67155"/>
                </a:lnTo>
                <a:lnTo>
                  <a:pt x="49303" y="67155"/>
                </a:lnTo>
                <a:close/>
                <a:moveTo>
                  <a:pt x="240240" y="67155"/>
                </a:moveTo>
                <a:lnTo>
                  <a:pt x="255114" y="67155"/>
                </a:lnTo>
                <a:lnTo>
                  <a:pt x="237577" y="41926"/>
                </a:lnTo>
                <a:lnTo>
                  <a:pt x="253186" y="19725"/>
                </a:lnTo>
                <a:lnTo>
                  <a:pt x="238770" y="19725"/>
                </a:lnTo>
                <a:lnTo>
                  <a:pt x="230508" y="32111"/>
                </a:lnTo>
                <a:lnTo>
                  <a:pt x="222153" y="19725"/>
                </a:lnTo>
                <a:lnTo>
                  <a:pt x="207280" y="19725"/>
                </a:lnTo>
                <a:lnTo>
                  <a:pt x="222888" y="42202"/>
                </a:lnTo>
                <a:lnTo>
                  <a:pt x="205811" y="67155"/>
                </a:lnTo>
                <a:lnTo>
                  <a:pt x="220408" y="67155"/>
                </a:lnTo>
                <a:lnTo>
                  <a:pt x="230324" y="52202"/>
                </a:lnTo>
                <a:lnTo>
                  <a:pt x="240240" y="67155"/>
                </a:lnTo>
                <a:close/>
                <a:moveTo>
                  <a:pt x="176247" y="48865"/>
                </a:moveTo>
                <a:lnTo>
                  <a:pt x="129883" y="48865"/>
                </a:lnTo>
                <a:lnTo>
                  <a:pt x="129883" y="58727"/>
                </a:lnTo>
                <a:lnTo>
                  <a:pt x="176247" y="58727"/>
                </a:lnTo>
                <a:lnTo>
                  <a:pt x="176247" y="48865"/>
                </a:lnTo>
                <a:close/>
                <a:moveTo>
                  <a:pt x="260285" y="67155"/>
                </a:moveTo>
                <a:lnTo>
                  <a:pt x="274699" y="67155"/>
                </a:lnTo>
                <a:lnTo>
                  <a:pt x="274699" y="52989"/>
                </a:lnTo>
                <a:lnTo>
                  <a:pt x="260285" y="52989"/>
                </a:lnTo>
                <a:lnTo>
                  <a:pt x="260285" y="67155"/>
                </a:lnTo>
                <a:close/>
                <a:moveTo>
                  <a:pt x="832235" y="369"/>
                </a:moveTo>
                <a:lnTo>
                  <a:pt x="831986" y="740"/>
                </a:lnTo>
                <a:lnTo>
                  <a:pt x="831740" y="1115"/>
                </a:lnTo>
                <a:lnTo>
                  <a:pt x="831497" y="1492"/>
                </a:lnTo>
                <a:lnTo>
                  <a:pt x="831257" y="1872"/>
                </a:lnTo>
                <a:lnTo>
                  <a:pt x="831019" y="2255"/>
                </a:lnTo>
                <a:lnTo>
                  <a:pt x="830785" y="2641"/>
                </a:lnTo>
                <a:lnTo>
                  <a:pt x="830552" y="3030"/>
                </a:lnTo>
                <a:lnTo>
                  <a:pt x="830323" y="3422"/>
                </a:lnTo>
                <a:lnTo>
                  <a:pt x="830096" y="3816"/>
                </a:lnTo>
                <a:lnTo>
                  <a:pt x="829872" y="4214"/>
                </a:lnTo>
                <a:lnTo>
                  <a:pt x="829651" y="4614"/>
                </a:lnTo>
                <a:lnTo>
                  <a:pt x="829432" y="5017"/>
                </a:lnTo>
                <a:lnTo>
                  <a:pt x="829216" y="5423"/>
                </a:lnTo>
                <a:lnTo>
                  <a:pt x="829003" y="5832"/>
                </a:lnTo>
                <a:lnTo>
                  <a:pt x="828792" y="6244"/>
                </a:lnTo>
                <a:lnTo>
                  <a:pt x="828584" y="6658"/>
                </a:lnTo>
                <a:lnTo>
                  <a:pt x="828379" y="7076"/>
                </a:lnTo>
                <a:lnTo>
                  <a:pt x="828177" y="7496"/>
                </a:lnTo>
                <a:lnTo>
                  <a:pt x="827977" y="7920"/>
                </a:lnTo>
                <a:lnTo>
                  <a:pt x="827780" y="8346"/>
                </a:lnTo>
                <a:lnTo>
                  <a:pt x="827586" y="8775"/>
                </a:lnTo>
                <a:lnTo>
                  <a:pt x="827395" y="9206"/>
                </a:lnTo>
                <a:lnTo>
                  <a:pt x="827206" y="9641"/>
                </a:lnTo>
                <a:lnTo>
                  <a:pt x="827020" y="10078"/>
                </a:lnTo>
                <a:lnTo>
                  <a:pt x="826836" y="10516"/>
                </a:lnTo>
                <a:lnTo>
                  <a:pt x="826655" y="10955"/>
                </a:lnTo>
                <a:lnTo>
                  <a:pt x="826477" y="11396"/>
                </a:lnTo>
                <a:lnTo>
                  <a:pt x="826301" y="11838"/>
                </a:lnTo>
                <a:lnTo>
                  <a:pt x="826127" y="12281"/>
                </a:lnTo>
                <a:lnTo>
                  <a:pt x="825956" y="12726"/>
                </a:lnTo>
                <a:lnTo>
                  <a:pt x="825788" y="13171"/>
                </a:lnTo>
                <a:lnTo>
                  <a:pt x="825622" y="13618"/>
                </a:lnTo>
                <a:lnTo>
                  <a:pt x="825459" y="14067"/>
                </a:lnTo>
                <a:lnTo>
                  <a:pt x="825298" y="14516"/>
                </a:lnTo>
                <a:lnTo>
                  <a:pt x="825140" y="14967"/>
                </a:lnTo>
                <a:lnTo>
                  <a:pt x="824985" y="15419"/>
                </a:lnTo>
                <a:lnTo>
                  <a:pt x="824832" y="15872"/>
                </a:lnTo>
                <a:lnTo>
                  <a:pt x="824681" y="16327"/>
                </a:lnTo>
                <a:lnTo>
                  <a:pt x="824533" y="16783"/>
                </a:lnTo>
                <a:lnTo>
                  <a:pt x="824388" y="17240"/>
                </a:lnTo>
                <a:lnTo>
                  <a:pt x="824245" y="17698"/>
                </a:lnTo>
                <a:lnTo>
                  <a:pt x="824105" y="18158"/>
                </a:lnTo>
                <a:lnTo>
                  <a:pt x="823967" y="18619"/>
                </a:lnTo>
                <a:lnTo>
                  <a:pt x="823832" y="19082"/>
                </a:lnTo>
                <a:lnTo>
                  <a:pt x="823699" y="19545"/>
                </a:lnTo>
                <a:lnTo>
                  <a:pt x="823569" y="20010"/>
                </a:lnTo>
                <a:lnTo>
                  <a:pt x="823441" y="20476"/>
                </a:lnTo>
                <a:lnTo>
                  <a:pt x="823316" y="20943"/>
                </a:lnTo>
                <a:lnTo>
                  <a:pt x="823194" y="21410"/>
                </a:lnTo>
                <a:lnTo>
                  <a:pt x="823074" y="21877"/>
                </a:lnTo>
                <a:lnTo>
                  <a:pt x="822957" y="22344"/>
                </a:lnTo>
                <a:lnTo>
                  <a:pt x="822842" y="22812"/>
                </a:lnTo>
                <a:lnTo>
                  <a:pt x="822730" y="23279"/>
                </a:lnTo>
                <a:lnTo>
                  <a:pt x="822620" y="23747"/>
                </a:lnTo>
                <a:lnTo>
                  <a:pt x="822513" y="24215"/>
                </a:lnTo>
                <a:lnTo>
                  <a:pt x="822409" y="24683"/>
                </a:lnTo>
                <a:lnTo>
                  <a:pt x="822307" y="25151"/>
                </a:lnTo>
                <a:lnTo>
                  <a:pt x="822207" y="25620"/>
                </a:lnTo>
                <a:lnTo>
                  <a:pt x="822110" y="26089"/>
                </a:lnTo>
                <a:lnTo>
                  <a:pt x="822016" y="26557"/>
                </a:lnTo>
                <a:lnTo>
                  <a:pt x="821924" y="27026"/>
                </a:lnTo>
                <a:lnTo>
                  <a:pt x="821835" y="27495"/>
                </a:lnTo>
                <a:lnTo>
                  <a:pt x="821748" y="27964"/>
                </a:lnTo>
                <a:lnTo>
                  <a:pt x="821664" y="28434"/>
                </a:lnTo>
                <a:lnTo>
                  <a:pt x="821583" y="28903"/>
                </a:lnTo>
                <a:lnTo>
                  <a:pt x="821504" y="29373"/>
                </a:lnTo>
                <a:lnTo>
                  <a:pt x="821427" y="29843"/>
                </a:lnTo>
                <a:lnTo>
                  <a:pt x="821353" y="30313"/>
                </a:lnTo>
                <a:lnTo>
                  <a:pt x="821282" y="30783"/>
                </a:lnTo>
                <a:lnTo>
                  <a:pt x="821213" y="31254"/>
                </a:lnTo>
                <a:lnTo>
                  <a:pt x="821147" y="31724"/>
                </a:lnTo>
                <a:lnTo>
                  <a:pt x="821083" y="32194"/>
                </a:lnTo>
                <a:lnTo>
                  <a:pt x="821022" y="32662"/>
                </a:lnTo>
                <a:lnTo>
                  <a:pt x="820964" y="33128"/>
                </a:lnTo>
                <a:lnTo>
                  <a:pt x="820908" y="33592"/>
                </a:lnTo>
                <a:lnTo>
                  <a:pt x="820855" y="34055"/>
                </a:lnTo>
                <a:lnTo>
                  <a:pt x="820805" y="34516"/>
                </a:lnTo>
                <a:lnTo>
                  <a:pt x="820758" y="34975"/>
                </a:lnTo>
                <a:lnTo>
                  <a:pt x="820713" y="35433"/>
                </a:lnTo>
                <a:lnTo>
                  <a:pt x="820671" y="35889"/>
                </a:lnTo>
                <a:lnTo>
                  <a:pt x="820632" y="36343"/>
                </a:lnTo>
                <a:lnTo>
                  <a:pt x="820595" y="36795"/>
                </a:lnTo>
                <a:lnTo>
                  <a:pt x="820561" y="37245"/>
                </a:lnTo>
                <a:lnTo>
                  <a:pt x="820530" y="37694"/>
                </a:lnTo>
                <a:lnTo>
                  <a:pt x="820502" y="38141"/>
                </a:lnTo>
                <a:lnTo>
                  <a:pt x="820476" y="38586"/>
                </a:lnTo>
                <a:lnTo>
                  <a:pt x="820453" y="39029"/>
                </a:lnTo>
                <a:lnTo>
                  <a:pt x="820433" y="39471"/>
                </a:lnTo>
                <a:lnTo>
                  <a:pt x="820415" y="39911"/>
                </a:lnTo>
                <a:lnTo>
                  <a:pt x="820400" y="40349"/>
                </a:lnTo>
                <a:lnTo>
                  <a:pt x="820388" y="40786"/>
                </a:lnTo>
                <a:lnTo>
                  <a:pt x="820379" y="41220"/>
                </a:lnTo>
                <a:lnTo>
                  <a:pt x="820372" y="41653"/>
                </a:lnTo>
                <a:lnTo>
                  <a:pt x="820368" y="42085"/>
                </a:lnTo>
                <a:lnTo>
                  <a:pt x="820366" y="42514"/>
                </a:lnTo>
                <a:lnTo>
                  <a:pt x="820372" y="43416"/>
                </a:lnTo>
                <a:lnTo>
                  <a:pt x="820388" y="44317"/>
                </a:lnTo>
                <a:lnTo>
                  <a:pt x="820416" y="45217"/>
                </a:lnTo>
                <a:lnTo>
                  <a:pt x="820454" y="46115"/>
                </a:lnTo>
                <a:lnTo>
                  <a:pt x="820504" y="47013"/>
                </a:lnTo>
                <a:lnTo>
                  <a:pt x="820564" y="47909"/>
                </a:lnTo>
                <a:lnTo>
                  <a:pt x="820636" y="48803"/>
                </a:lnTo>
                <a:lnTo>
                  <a:pt x="820718" y="49697"/>
                </a:lnTo>
                <a:lnTo>
                  <a:pt x="820812" y="50589"/>
                </a:lnTo>
                <a:lnTo>
                  <a:pt x="820916" y="51479"/>
                </a:lnTo>
                <a:lnTo>
                  <a:pt x="821032" y="52369"/>
                </a:lnTo>
                <a:lnTo>
                  <a:pt x="821158" y="53257"/>
                </a:lnTo>
                <a:lnTo>
                  <a:pt x="821296" y="54144"/>
                </a:lnTo>
                <a:lnTo>
                  <a:pt x="821444" y="55030"/>
                </a:lnTo>
                <a:lnTo>
                  <a:pt x="821604" y="55914"/>
                </a:lnTo>
                <a:lnTo>
                  <a:pt x="821774" y="56797"/>
                </a:lnTo>
                <a:lnTo>
                  <a:pt x="821956" y="57679"/>
                </a:lnTo>
                <a:lnTo>
                  <a:pt x="822148" y="58560"/>
                </a:lnTo>
                <a:lnTo>
                  <a:pt x="822352" y="59439"/>
                </a:lnTo>
                <a:lnTo>
                  <a:pt x="822566" y="60317"/>
                </a:lnTo>
                <a:lnTo>
                  <a:pt x="822791" y="61194"/>
                </a:lnTo>
                <a:lnTo>
                  <a:pt x="823028" y="62069"/>
                </a:lnTo>
                <a:lnTo>
                  <a:pt x="823275" y="62944"/>
                </a:lnTo>
                <a:lnTo>
                  <a:pt x="823534" y="63817"/>
                </a:lnTo>
                <a:lnTo>
                  <a:pt x="823802" y="64687"/>
                </a:lnTo>
                <a:lnTo>
                  <a:pt x="824080" y="65554"/>
                </a:lnTo>
                <a:lnTo>
                  <a:pt x="824367" y="66418"/>
                </a:lnTo>
                <a:lnTo>
                  <a:pt x="824662" y="67278"/>
                </a:lnTo>
                <a:lnTo>
                  <a:pt x="824967" y="68134"/>
                </a:lnTo>
                <a:lnTo>
                  <a:pt x="825281" y="68987"/>
                </a:lnTo>
                <a:lnTo>
                  <a:pt x="825604" y="69837"/>
                </a:lnTo>
                <a:lnTo>
                  <a:pt x="825936" y="70683"/>
                </a:lnTo>
                <a:lnTo>
                  <a:pt x="826277" y="71525"/>
                </a:lnTo>
                <a:lnTo>
                  <a:pt x="826628" y="72364"/>
                </a:lnTo>
                <a:lnTo>
                  <a:pt x="826987" y="73200"/>
                </a:lnTo>
                <a:lnTo>
                  <a:pt x="827356" y="74032"/>
                </a:lnTo>
                <a:lnTo>
                  <a:pt x="827733" y="74860"/>
                </a:lnTo>
                <a:lnTo>
                  <a:pt x="828120" y="75685"/>
                </a:lnTo>
                <a:lnTo>
                  <a:pt x="828515" y="76507"/>
                </a:lnTo>
                <a:lnTo>
                  <a:pt x="828920" y="77325"/>
                </a:lnTo>
                <a:lnTo>
                  <a:pt x="829334" y="78139"/>
                </a:lnTo>
                <a:lnTo>
                  <a:pt x="829757" y="78950"/>
                </a:lnTo>
                <a:lnTo>
                  <a:pt x="830189" y="79758"/>
                </a:lnTo>
                <a:lnTo>
                  <a:pt x="830630" y="80561"/>
                </a:lnTo>
                <a:lnTo>
                  <a:pt x="831081" y="81362"/>
                </a:lnTo>
                <a:lnTo>
                  <a:pt x="831540" y="82159"/>
                </a:lnTo>
                <a:lnTo>
                  <a:pt x="832008" y="82952"/>
                </a:lnTo>
                <a:lnTo>
                  <a:pt x="832486" y="83742"/>
                </a:lnTo>
                <a:lnTo>
                  <a:pt x="842585" y="83742"/>
                </a:lnTo>
                <a:lnTo>
                  <a:pt x="843319" y="83742"/>
                </a:lnTo>
                <a:lnTo>
                  <a:pt x="853418" y="83742"/>
                </a:lnTo>
                <a:lnTo>
                  <a:pt x="853669" y="83381"/>
                </a:lnTo>
                <a:lnTo>
                  <a:pt x="853918" y="83016"/>
                </a:lnTo>
                <a:lnTo>
                  <a:pt x="854164" y="82649"/>
                </a:lnTo>
                <a:lnTo>
                  <a:pt x="854408" y="82278"/>
                </a:lnTo>
                <a:lnTo>
                  <a:pt x="854649" y="81904"/>
                </a:lnTo>
                <a:lnTo>
                  <a:pt x="854887" y="81527"/>
                </a:lnTo>
                <a:lnTo>
                  <a:pt x="855123" y="81146"/>
                </a:lnTo>
                <a:lnTo>
                  <a:pt x="855357" y="80763"/>
                </a:lnTo>
                <a:lnTo>
                  <a:pt x="855587" y="80376"/>
                </a:lnTo>
                <a:lnTo>
                  <a:pt x="855816" y="79986"/>
                </a:lnTo>
                <a:lnTo>
                  <a:pt x="856041" y="79593"/>
                </a:lnTo>
                <a:lnTo>
                  <a:pt x="856265" y="79196"/>
                </a:lnTo>
                <a:lnTo>
                  <a:pt x="856485" y="78797"/>
                </a:lnTo>
                <a:lnTo>
                  <a:pt x="856703" y="78394"/>
                </a:lnTo>
                <a:lnTo>
                  <a:pt x="856919" y="77988"/>
                </a:lnTo>
                <a:lnTo>
                  <a:pt x="857132" y="77579"/>
                </a:lnTo>
                <a:lnTo>
                  <a:pt x="857342" y="77167"/>
                </a:lnTo>
                <a:lnTo>
                  <a:pt x="857550" y="76752"/>
                </a:lnTo>
                <a:lnTo>
                  <a:pt x="857755" y="76333"/>
                </a:lnTo>
                <a:lnTo>
                  <a:pt x="857958" y="75911"/>
                </a:lnTo>
                <a:lnTo>
                  <a:pt x="858158" y="75486"/>
                </a:lnTo>
                <a:lnTo>
                  <a:pt x="858356" y="75058"/>
                </a:lnTo>
                <a:lnTo>
                  <a:pt x="858551" y="74627"/>
                </a:lnTo>
                <a:lnTo>
                  <a:pt x="858743" y="74192"/>
                </a:lnTo>
                <a:lnTo>
                  <a:pt x="858933" y="73755"/>
                </a:lnTo>
                <a:lnTo>
                  <a:pt x="859120" y="73317"/>
                </a:lnTo>
                <a:lnTo>
                  <a:pt x="859305" y="72878"/>
                </a:lnTo>
                <a:lnTo>
                  <a:pt x="859487" y="72438"/>
                </a:lnTo>
                <a:lnTo>
                  <a:pt x="859666" y="71997"/>
                </a:lnTo>
                <a:lnTo>
                  <a:pt x="859842" y="71555"/>
                </a:lnTo>
                <a:lnTo>
                  <a:pt x="860016" y="71112"/>
                </a:lnTo>
                <a:lnTo>
                  <a:pt x="860187" y="70667"/>
                </a:lnTo>
                <a:lnTo>
                  <a:pt x="860355" y="70221"/>
                </a:lnTo>
                <a:lnTo>
                  <a:pt x="860521" y="69775"/>
                </a:lnTo>
                <a:lnTo>
                  <a:pt x="860684" y="69327"/>
                </a:lnTo>
                <a:lnTo>
                  <a:pt x="860844" y="68878"/>
                </a:lnTo>
                <a:lnTo>
                  <a:pt x="861001" y="68428"/>
                </a:lnTo>
                <a:lnTo>
                  <a:pt x="861156" y="67977"/>
                </a:lnTo>
                <a:lnTo>
                  <a:pt x="861308" y="67524"/>
                </a:lnTo>
                <a:lnTo>
                  <a:pt x="861457" y="67071"/>
                </a:lnTo>
                <a:lnTo>
                  <a:pt x="861604" y="66616"/>
                </a:lnTo>
                <a:lnTo>
                  <a:pt x="861748" y="66161"/>
                </a:lnTo>
                <a:lnTo>
                  <a:pt x="861889" y="65704"/>
                </a:lnTo>
                <a:lnTo>
                  <a:pt x="862027" y="65246"/>
                </a:lnTo>
                <a:lnTo>
                  <a:pt x="862163" y="64787"/>
                </a:lnTo>
                <a:lnTo>
                  <a:pt x="862296" y="64327"/>
                </a:lnTo>
                <a:lnTo>
                  <a:pt x="862426" y="63866"/>
                </a:lnTo>
                <a:lnTo>
                  <a:pt x="862554" y="63403"/>
                </a:lnTo>
                <a:lnTo>
                  <a:pt x="862679" y="62940"/>
                </a:lnTo>
                <a:lnTo>
                  <a:pt x="862801" y="62477"/>
                </a:lnTo>
                <a:lnTo>
                  <a:pt x="862920" y="62013"/>
                </a:lnTo>
                <a:lnTo>
                  <a:pt x="863037" y="61549"/>
                </a:lnTo>
                <a:lnTo>
                  <a:pt x="863151" y="61085"/>
                </a:lnTo>
                <a:lnTo>
                  <a:pt x="863262" y="60620"/>
                </a:lnTo>
                <a:lnTo>
                  <a:pt x="863371" y="60155"/>
                </a:lnTo>
                <a:lnTo>
                  <a:pt x="863477" y="59690"/>
                </a:lnTo>
                <a:lnTo>
                  <a:pt x="863580" y="59224"/>
                </a:lnTo>
                <a:lnTo>
                  <a:pt x="863680" y="58758"/>
                </a:lnTo>
                <a:lnTo>
                  <a:pt x="863778" y="58292"/>
                </a:lnTo>
                <a:lnTo>
                  <a:pt x="863873" y="57826"/>
                </a:lnTo>
                <a:lnTo>
                  <a:pt x="863965" y="57359"/>
                </a:lnTo>
                <a:lnTo>
                  <a:pt x="864055" y="56891"/>
                </a:lnTo>
                <a:lnTo>
                  <a:pt x="864142" y="56424"/>
                </a:lnTo>
                <a:lnTo>
                  <a:pt x="864226" y="55956"/>
                </a:lnTo>
                <a:lnTo>
                  <a:pt x="864308" y="55488"/>
                </a:lnTo>
                <a:lnTo>
                  <a:pt x="864386" y="55019"/>
                </a:lnTo>
                <a:lnTo>
                  <a:pt x="864462" y="54550"/>
                </a:lnTo>
                <a:lnTo>
                  <a:pt x="864536" y="54081"/>
                </a:lnTo>
                <a:lnTo>
                  <a:pt x="864606" y="53612"/>
                </a:lnTo>
                <a:lnTo>
                  <a:pt x="864674" y="53142"/>
                </a:lnTo>
                <a:lnTo>
                  <a:pt x="864740" y="52672"/>
                </a:lnTo>
                <a:lnTo>
                  <a:pt x="864802" y="52202"/>
                </a:lnTo>
                <a:lnTo>
                  <a:pt x="864862" y="51732"/>
                </a:lnTo>
                <a:lnTo>
                  <a:pt x="864920" y="51264"/>
                </a:lnTo>
                <a:lnTo>
                  <a:pt x="864975" y="50798"/>
                </a:lnTo>
                <a:lnTo>
                  <a:pt x="865027" y="50333"/>
                </a:lnTo>
                <a:lnTo>
                  <a:pt x="865077" y="49870"/>
                </a:lnTo>
                <a:lnTo>
                  <a:pt x="865124" y="49409"/>
                </a:lnTo>
                <a:lnTo>
                  <a:pt x="865169" y="48950"/>
                </a:lnTo>
                <a:lnTo>
                  <a:pt x="865211" y="48493"/>
                </a:lnTo>
                <a:lnTo>
                  <a:pt x="865250" y="48037"/>
                </a:lnTo>
                <a:lnTo>
                  <a:pt x="865287" y="47583"/>
                </a:lnTo>
                <a:lnTo>
                  <a:pt x="865322" y="47131"/>
                </a:lnTo>
                <a:lnTo>
                  <a:pt x="865354" y="46680"/>
                </a:lnTo>
                <a:lnTo>
                  <a:pt x="865383" y="46232"/>
                </a:lnTo>
                <a:lnTo>
                  <a:pt x="865410" y="45785"/>
                </a:lnTo>
                <a:lnTo>
                  <a:pt x="865434" y="45340"/>
                </a:lnTo>
                <a:lnTo>
                  <a:pt x="865456" y="44896"/>
                </a:lnTo>
                <a:lnTo>
                  <a:pt x="865475" y="44454"/>
                </a:lnTo>
                <a:lnTo>
                  <a:pt x="865492" y="44014"/>
                </a:lnTo>
                <a:lnTo>
                  <a:pt x="865506" y="43576"/>
                </a:lnTo>
                <a:lnTo>
                  <a:pt x="865517" y="43140"/>
                </a:lnTo>
                <a:lnTo>
                  <a:pt x="865526" y="42705"/>
                </a:lnTo>
                <a:lnTo>
                  <a:pt x="865533" y="42272"/>
                </a:lnTo>
                <a:lnTo>
                  <a:pt x="865536" y="41841"/>
                </a:lnTo>
                <a:lnTo>
                  <a:pt x="865538" y="41412"/>
                </a:lnTo>
                <a:lnTo>
                  <a:pt x="865532" y="40509"/>
                </a:lnTo>
                <a:lnTo>
                  <a:pt x="865516" y="39608"/>
                </a:lnTo>
                <a:lnTo>
                  <a:pt x="865488" y="38707"/>
                </a:lnTo>
                <a:lnTo>
                  <a:pt x="865450" y="37808"/>
                </a:lnTo>
                <a:lnTo>
                  <a:pt x="865400" y="36909"/>
                </a:lnTo>
                <a:lnTo>
                  <a:pt x="865340" y="36011"/>
                </a:lnTo>
                <a:lnTo>
                  <a:pt x="865268" y="35115"/>
                </a:lnTo>
                <a:lnTo>
                  <a:pt x="865186" y="34219"/>
                </a:lnTo>
                <a:lnTo>
                  <a:pt x="865092" y="33324"/>
                </a:lnTo>
                <a:lnTo>
                  <a:pt x="864988" y="32430"/>
                </a:lnTo>
                <a:lnTo>
                  <a:pt x="864872" y="31538"/>
                </a:lnTo>
                <a:lnTo>
                  <a:pt x="864746" y="30646"/>
                </a:lnTo>
                <a:lnTo>
                  <a:pt x="864608" y="29755"/>
                </a:lnTo>
                <a:lnTo>
                  <a:pt x="864460" y="28865"/>
                </a:lnTo>
                <a:lnTo>
                  <a:pt x="864300" y="27976"/>
                </a:lnTo>
                <a:lnTo>
                  <a:pt x="864130" y="27088"/>
                </a:lnTo>
                <a:lnTo>
                  <a:pt x="863948" y="26201"/>
                </a:lnTo>
                <a:lnTo>
                  <a:pt x="863756" y="25315"/>
                </a:lnTo>
                <a:lnTo>
                  <a:pt x="863552" y="24429"/>
                </a:lnTo>
                <a:lnTo>
                  <a:pt x="863338" y="23545"/>
                </a:lnTo>
                <a:lnTo>
                  <a:pt x="863113" y="22662"/>
                </a:lnTo>
                <a:lnTo>
                  <a:pt x="862876" y="21780"/>
                </a:lnTo>
                <a:lnTo>
                  <a:pt x="862629" y="20898"/>
                </a:lnTo>
                <a:lnTo>
                  <a:pt x="862370" y="20018"/>
                </a:lnTo>
                <a:lnTo>
                  <a:pt x="862102" y="19140"/>
                </a:lnTo>
                <a:lnTo>
                  <a:pt x="861824" y="18266"/>
                </a:lnTo>
                <a:lnTo>
                  <a:pt x="861537" y="17395"/>
                </a:lnTo>
                <a:lnTo>
                  <a:pt x="861242" y="16528"/>
                </a:lnTo>
                <a:lnTo>
                  <a:pt x="860937" y="15666"/>
                </a:lnTo>
                <a:lnTo>
                  <a:pt x="860623" y="14807"/>
                </a:lnTo>
                <a:lnTo>
                  <a:pt x="860300" y="13952"/>
                </a:lnTo>
                <a:lnTo>
                  <a:pt x="859968" y="13100"/>
                </a:lnTo>
                <a:lnTo>
                  <a:pt x="859627" y="12253"/>
                </a:lnTo>
                <a:lnTo>
                  <a:pt x="859276" y="11409"/>
                </a:lnTo>
                <a:lnTo>
                  <a:pt x="858917" y="10569"/>
                </a:lnTo>
                <a:lnTo>
                  <a:pt x="858548" y="9733"/>
                </a:lnTo>
                <a:lnTo>
                  <a:pt x="858171" y="8901"/>
                </a:lnTo>
                <a:lnTo>
                  <a:pt x="857784" y="8073"/>
                </a:lnTo>
                <a:lnTo>
                  <a:pt x="857389" y="7248"/>
                </a:lnTo>
                <a:lnTo>
                  <a:pt x="856984" y="6428"/>
                </a:lnTo>
                <a:lnTo>
                  <a:pt x="856570" y="5611"/>
                </a:lnTo>
                <a:lnTo>
                  <a:pt x="856147" y="4798"/>
                </a:lnTo>
                <a:lnTo>
                  <a:pt x="855715" y="3989"/>
                </a:lnTo>
                <a:lnTo>
                  <a:pt x="855274" y="3183"/>
                </a:lnTo>
                <a:lnTo>
                  <a:pt x="854823" y="2382"/>
                </a:lnTo>
                <a:lnTo>
                  <a:pt x="854364" y="1584"/>
                </a:lnTo>
                <a:lnTo>
                  <a:pt x="853896" y="790"/>
                </a:lnTo>
                <a:lnTo>
                  <a:pt x="853418" y="0"/>
                </a:lnTo>
                <a:lnTo>
                  <a:pt x="843410" y="0"/>
                </a:lnTo>
                <a:lnTo>
                  <a:pt x="842676" y="0"/>
                </a:lnTo>
                <a:lnTo>
                  <a:pt x="832486" y="0"/>
                </a:lnTo>
                <a:lnTo>
                  <a:pt x="832235" y="369"/>
                </a:lnTo>
                <a:close/>
                <a:moveTo>
                  <a:pt x="842056" y="81231"/>
                </a:moveTo>
                <a:lnTo>
                  <a:pt x="841655" y="80391"/>
                </a:lnTo>
                <a:lnTo>
                  <a:pt x="841264" y="79548"/>
                </a:lnTo>
                <a:lnTo>
                  <a:pt x="840883" y="78704"/>
                </a:lnTo>
                <a:lnTo>
                  <a:pt x="840512" y="77857"/>
                </a:lnTo>
                <a:lnTo>
                  <a:pt x="840151" y="77009"/>
                </a:lnTo>
                <a:lnTo>
                  <a:pt x="839801" y="76158"/>
                </a:lnTo>
                <a:lnTo>
                  <a:pt x="839460" y="75306"/>
                </a:lnTo>
                <a:lnTo>
                  <a:pt x="839129" y="74452"/>
                </a:lnTo>
                <a:lnTo>
                  <a:pt x="838809" y="73596"/>
                </a:lnTo>
                <a:lnTo>
                  <a:pt x="838498" y="72738"/>
                </a:lnTo>
                <a:lnTo>
                  <a:pt x="838197" y="71878"/>
                </a:lnTo>
                <a:lnTo>
                  <a:pt x="837907" y="71017"/>
                </a:lnTo>
                <a:lnTo>
                  <a:pt x="837626" y="70153"/>
                </a:lnTo>
                <a:lnTo>
                  <a:pt x="837356" y="69287"/>
                </a:lnTo>
                <a:lnTo>
                  <a:pt x="837096" y="68420"/>
                </a:lnTo>
                <a:lnTo>
                  <a:pt x="836845" y="67551"/>
                </a:lnTo>
                <a:lnTo>
                  <a:pt x="836605" y="66679"/>
                </a:lnTo>
                <a:lnTo>
                  <a:pt x="836375" y="65806"/>
                </a:lnTo>
                <a:lnTo>
                  <a:pt x="836155" y="64931"/>
                </a:lnTo>
                <a:lnTo>
                  <a:pt x="835944" y="64054"/>
                </a:lnTo>
                <a:lnTo>
                  <a:pt x="835744" y="63175"/>
                </a:lnTo>
                <a:lnTo>
                  <a:pt x="835553" y="62294"/>
                </a:lnTo>
                <a:lnTo>
                  <a:pt x="835370" y="61412"/>
                </a:lnTo>
                <a:lnTo>
                  <a:pt x="835196" y="60528"/>
                </a:lnTo>
                <a:lnTo>
                  <a:pt x="835029" y="59642"/>
                </a:lnTo>
                <a:lnTo>
                  <a:pt x="834871" y="58755"/>
                </a:lnTo>
                <a:lnTo>
                  <a:pt x="834720" y="57866"/>
                </a:lnTo>
                <a:lnTo>
                  <a:pt x="834578" y="56976"/>
                </a:lnTo>
                <a:lnTo>
                  <a:pt x="834444" y="56084"/>
                </a:lnTo>
                <a:lnTo>
                  <a:pt x="834318" y="55190"/>
                </a:lnTo>
                <a:lnTo>
                  <a:pt x="834200" y="54295"/>
                </a:lnTo>
                <a:lnTo>
                  <a:pt x="834090" y="53398"/>
                </a:lnTo>
                <a:lnTo>
                  <a:pt x="833989" y="52500"/>
                </a:lnTo>
                <a:lnTo>
                  <a:pt x="833895" y="51600"/>
                </a:lnTo>
                <a:lnTo>
                  <a:pt x="833810" y="50698"/>
                </a:lnTo>
                <a:lnTo>
                  <a:pt x="833733" y="49795"/>
                </a:lnTo>
                <a:lnTo>
                  <a:pt x="833663" y="48890"/>
                </a:lnTo>
                <a:lnTo>
                  <a:pt x="833603" y="47984"/>
                </a:lnTo>
                <a:lnTo>
                  <a:pt x="833550" y="47076"/>
                </a:lnTo>
                <a:lnTo>
                  <a:pt x="833505" y="46167"/>
                </a:lnTo>
                <a:lnTo>
                  <a:pt x="833468" y="45256"/>
                </a:lnTo>
                <a:lnTo>
                  <a:pt x="833440" y="44343"/>
                </a:lnTo>
                <a:lnTo>
                  <a:pt x="833420" y="43428"/>
                </a:lnTo>
                <a:lnTo>
                  <a:pt x="833407" y="42513"/>
                </a:lnTo>
                <a:lnTo>
                  <a:pt x="833403" y="41595"/>
                </a:lnTo>
                <a:lnTo>
                  <a:pt x="833408" y="40693"/>
                </a:lnTo>
                <a:lnTo>
                  <a:pt x="833420" y="39792"/>
                </a:lnTo>
                <a:lnTo>
                  <a:pt x="833441" y="38891"/>
                </a:lnTo>
                <a:lnTo>
                  <a:pt x="833470" y="37992"/>
                </a:lnTo>
                <a:lnTo>
                  <a:pt x="833507" y="37095"/>
                </a:lnTo>
                <a:lnTo>
                  <a:pt x="833553" y="36198"/>
                </a:lnTo>
                <a:lnTo>
                  <a:pt x="833606" y="35302"/>
                </a:lnTo>
                <a:lnTo>
                  <a:pt x="833669" y="34408"/>
                </a:lnTo>
                <a:lnTo>
                  <a:pt x="833739" y="33514"/>
                </a:lnTo>
                <a:lnTo>
                  <a:pt x="833818" y="32622"/>
                </a:lnTo>
                <a:lnTo>
                  <a:pt x="833905" y="31731"/>
                </a:lnTo>
                <a:lnTo>
                  <a:pt x="834000" y="30841"/>
                </a:lnTo>
                <a:lnTo>
                  <a:pt x="834104" y="29952"/>
                </a:lnTo>
                <a:lnTo>
                  <a:pt x="834216" y="29064"/>
                </a:lnTo>
                <a:lnTo>
                  <a:pt x="834336" y="28177"/>
                </a:lnTo>
                <a:lnTo>
                  <a:pt x="834464" y="27292"/>
                </a:lnTo>
                <a:lnTo>
                  <a:pt x="834601" y="26407"/>
                </a:lnTo>
                <a:lnTo>
                  <a:pt x="834746" y="25524"/>
                </a:lnTo>
                <a:lnTo>
                  <a:pt x="834900" y="24642"/>
                </a:lnTo>
                <a:lnTo>
                  <a:pt x="835061" y="23761"/>
                </a:lnTo>
                <a:lnTo>
                  <a:pt x="835231" y="22881"/>
                </a:lnTo>
                <a:lnTo>
                  <a:pt x="835409" y="22002"/>
                </a:lnTo>
                <a:lnTo>
                  <a:pt x="835596" y="21124"/>
                </a:lnTo>
                <a:lnTo>
                  <a:pt x="835791" y="20248"/>
                </a:lnTo>
                <a:lnTo>
                  <a:pt x="835994" y="19373"/>
                </a:lnTo>
                <a:lnTo>
                  <a:pt x="836208" y="18501"/>
                </a:lnTo>
                <a:lnTo>
                  <a:pt x="836432" y="17631"/>
                </a:lnTo>
                <a:lnTo>
                  <a:pt x="836665" y="16765"/>
                </a:lnTo>
                <a:lnTo>
                  <a:pt x="836909" y="15901"/>
                </a:lnTo>
                <a:lnTo>
                  <a:pt x="837162" y="15039"/>
                </a:lnTo>
                <a:lnTo>
                  <a:pt x="837425" y="14181"/>
                </a:lnTo>
                <a:lnTo>
                  <a:pt x="837698" y="13325"/>
                </a:lnTo>
                <a:lnTo>
                  <a:pt x="837981" y="12472"/>
                </a:lnTo>
                <a:lnTo>
                  <a:pt x="838274" y="11621"/>
                </a:lnTo>
                <a:lnTo>
                  <a:pt x="838577" y="10774"/>
                </a:lnTo>
                <a:lnTo>
                  <a:pt x="838889" y="9929"/>
                </a:lnTo>
                <a:lnTo>
                  <a:pt x="839212" y="9086"/>
                </a:lnTo>
                <a:lnTo>
                  <a:pt x="839544" y="8247"/>
                </a:lnTo>
                <a:lnTo>
                  <a:pt x="839886" y="7410"/>
                </a:lnTo>
                <a:lnTo>
                  <a:pt x="840238" y="6576"/>
                </a:lnTo>
                <a:lnTo>
                  <a:pt x="840600" y="5744"/>
                </a:lnTo>
                <a:lnTo>
                  <a:pt x="840972" y="4916"/>
                </a:lnTo>
                <a:lnTo>
                  <a:pt x="841354" y="4090"/>
                </a:lnTo>
                <a:lnTo>
                  <a:pt x="841745" y="3266"/>
                </a:lnTo>
                <a:lnTo>
                  <a:pt x="842147" y="2446"/>
                </a:lnTo>
                <a:lnTo>
                  <a:pt x="842558" y="1628"/>
                </a:lnTo>
                <a:lnTo>
                  <a:pt x="842979" y="812"/>
                </a:lnTo>
                <a:lnTo>
                  <a:pt x="843032" y="714"/>
                </a:lnTo>
                <a:lnTo>
                  <a:pt x="843092" y="835"/>
                </a:lnTo>
                <a:lnTo>
                  <a:pt x="843499" y="1673"/>
                </a:lnTo>
                <a:lnTo>
                  <a:pt x="843897" y="2512"/>
                </a:lnTo>
                <a:lnTo>
                  <a:pt x="844285" y="3354"/>
                </a:lnTo>
                <a:lnTo>
                  <a:pt x="844665" y="4198"/>
                </a:lnTo>
                <a:lnTo>
                  <a:pt x="845035" y="5044"/>
                </a:lnTo>
                <a:lnTo>
                  <a:pt x="845395" y="5893"/>
                </a:lnTo>
                <a:lnTo>
                  <a:pt x="845747" y="6744"/>
                </a:lnTo>
                <a:lnTo>
                  <a:pt x="846089" y="7597"/>
                </a:lnTo>
                <a:lnTo>
                  <a:pt x="846422" y="8452"/>
                </a:lnTo>
                <a:lnTo>
                  <a:pt x="846746" y="9309"/>
                </a:lnTo>
                <a:lnTo>
                  <a:pt x="847060" y="10169"/>
                </a:lnTo>
                <a:lnTo>
                  <a:pt x="847366" y="11031"/>
                </a:lnTo>
                <a:lnTo>
                  <a:pt x="847662" y="11895"/>
                </a:lnTo>
                <a:lnTo>
                  <a:pt x="847949" y="12762"/>
                </a:lnTo>
                <a:lnTo>
                  <a:pt x="848226" y="13630"/>
                </a:lnTo>
                <a:lnTo>
                  <a:pt x="848494" y="14501"/>
                </a:lnTo>
                <a:lnTo>
                  <a:pt x="848753" y="15374"/>
                </a:lnTo>
                <a:lnTo>
                  <a:pt x="849003" y="16249"/>
                </a:lnTo>
                <a:lnTo>
                  <a:pt x="849244" y="17127"/>
                </a:lnTo>
                <a:lnTo>
                  <a:pt x="849475" y="18007"/>
                </a:lnTo>
                <a:lnTo>
                  <a:pt x="849697" y="18889"/>
                </a:lnTo>
                <a:lnTo>
                  <a:pt x="849910" y="19773"/>
                </a:lnTo>
                <a:lnTo>
                  <a:pt x="850113" y="20660"/>
                </a:lnTo>
                <a:lnTo>
                  <a:pt x="850308" y="21548"/>
                </a:lnTo>
                <a:lnTo>
                  <a:pt x="850495" y="22437"/>
                </a:lnTo>
                <a:lnTo>
                  <a:pt x="850673" y="23328"/>
                </a:lnTo>
                <a:lnTo>
                  <a:pt x="850843" y="24220"/>
                </a:lnTo>
                <a:lnTo>
                  <a:pt x="851004" y="25114"/>
                </a:lnTo>
                <a:lnTo>
                  <a:pt x="851158" y="26008"/>
                </a:lnTo>
                <a:lnTo>
                  <a:pt x="851303" y="26904"/>
                </a:lnTo>
                <a:lnTo>
                  <a:pt x="851440" y="27801"/>
                </a:lnTo>
                <a:lnTo>
                  <a:pt x="851568" y="28700"/>
                </a:lnTo>
                <a:lnTo>
                  <a:pt x="851688" y="29600"/>
                </a:lnTo>
                <a:lnTo>
                  <a:pt x="851800" y="30501"/>
                </a:lnTo>
                <a:lnTo>
                  <a:pt x="851904" y="31403"/>
                </a:lnTo>
                <a:lnTo>
                  <a:pt x="851999" y="32307"/>
                </a:lnTo>
                <a:lnTo>
                  <a:pt x="852086" y="33211"/>
                </a:lnTo>
                <a:lnTo>
                  <a:pt x="852165" y="34118"/>
                </a:lnTo>
                <a:lnTo>
                  <a:pt x="852235" y="35025"/>
                </a:lnTo>
                <a:lnTo>
                  <a:pt x="852298" y="35934"/>
                </a:lnTo>
                <a:lnTo>
                  <a:pt x="852351" y="36844"/>
                </a:lnTo>
                <a:lnTo>
                  <a:pt x="852397" y="37755"/>
                </a:lnTo>
                <a:lnTo>
                  <a:pt x="852434" y="38668"/>
                </a:lnTo>
                <a:lnTo>
                  <a:pt x="852463" y="39581"/>
                </a:lnTo>
                <a:lnTo>
                  <a:pt x="852484" y="40496"/>
                </a:lnTo>
                <a:lnTo>
                  <a:pt x="852496" y="41413"/>
                </a:lnTo>
                <a:lnTo>
                  <a:pt x="852501" y="42331"/>
                </a:lnTo>
                <a:lnTo>
                  <a:pt x="852496" y="43233"/>
                </a:lnTo>
                <a:lnTo>
                  <a:pt x="852484" y="44133"/>
                </a:lnTo>
                <a:lnTo>
                  <a:pt x="852463" y="45033"/>
                </a:lnTo>
                <a:lnTo>
                  <a:pt x="852433" y="45931"/>
                </a:lnTo>
                <a:lnTo>
                  <a:pt x="852395" y="46827"/>
                </a:lnTo>
                <a:lnTo>
                  <a:pt x="852349" y="47722"/>
                </a:lnTo>
                <a:lnTo>
                  <a:pt x="852294" y="48616"/>
                </a:lnTo>
                <a:lnTo>
                  <a:pt x="852230" y="49508"/>
                </a:lnTo>
                <a:lnTo>
                  <a:pt x="852158" y="50399"/>
                </a:lnTo>
                <a:lnTo>
                  <a:pt x="852078" y="51288"/>
                </a:lnTo>
                <a:lnTo>
                  <a:pt x="851989" y="52176"/>
                </a:lnTo>
                <a:lnTo>
                  <a:pt x="851892" y="53062"/>
                </a:lnTo>
                <a:lnTo>
                  <a:pt x="851787" y="53947"/>
                </a:lnTo>
                <a:lnTo>
                  <a:pt x="851673" y="54831"/>
                </a:lnTo>
                <a:lnTo>
                  <a:pt x="851550" y="55713"/>
                </a:lnTo>
                <a:lnTo>
                  <a:pt x="851419" y="56593"/>
                </a:lnTo>
                <a:lnTo>
                  <a:pt x="851280" y="57473"/>
                </a:lnTo>
                <a:lnTo>
                  <a:pt x="851132" y="58350"/>
                </a:lnTo>
                <a:lnTo>
                  <a:pt x="850975" y="59227"/>
                </a:lnTo>
                <a:lnTo>
                  <a:pt x="850811" y="60102"/>
                </a:lnTo>
                <a:lnTo>
                  <a:pt x="850638" y="60975"/>
                </a:lnTo>
                <a:lnTo>
                  <a:pt x="850456" y="61847"/>
                </a:lnTo>
                <a:lnTo>
                  <a:pt x="850266" y="62718"/>
                </a:lnTo>
                <a:lnTo>
                  <a:pt x="850067" y="63587"/>
                </a:lnTo>
                <a:lnTo>
                  <a:pt x="849860" y="64454"/>
                </a:lnTo>
                <a:lnTo>
                  <a:pt x="849643" y="65319"/>
                </a:lnTo>
                <a:lnTo>
                  <a:pt x="849418" y="66182"/>
                </a:lnTo>
                <a:lnTo>
                  <a:pt x="849183" y="67042"/>
                </a:lnTo>
                <a:lnTo>
                  <a:pt x="848940" y="67899"/>
                </a:lnTo>
                <a:lnTo>
                  <a:pt x="848687" y="68755"/>
                </a:lnTo>
                <a:lnTo>
                  <a:pt x="848425" y="69608"/>
                </a:lnTo>
                <a:lnTo>
                  <a:pt x="848154" y="70458"/>
                </a:lnTo>
                <a:lnTo>
                  <a:pt x="847874" y="71306"/>
                </a:lnTo>
                <a:lnTo>
                  <a:pt x="847585" y="72152"/>
                </a:lnTo>
                <a:lnTo>
                  <a:pt x="847287" y="72995"/>
                </a:lnTo>
                <a:lnTo>
                  <a:pt x="846980" y="73836"/>
                </a:lnTo>
                <a:lnTo>
                  <a:pt x="846664" y="74675"/>
                </a:lnTo>
                <a:lnTo>
                  <a:pt x="846338" y="75511"/>
                </a:lnTo>
                <a:lnTo>
                  <a:pt x="846004" y="76345"/>
                </a:lnTo>
                <a:lnTo>
                  <a:pt x="845660" y="77177"/>
                </a:lnTo>
                <a:lnTo>
                  <a:pt x="845308" y="78006"/>
                </a:lnTo>
                <a:lnTo>
                  <a:pt x="844946" y="78832"/>
                </a:lnTo>
                <a:lnTo>
                  <a:pt x="844575" y="79657"/>
                </a:lnTo>
                <a:lnTo>
                  <a:pt x="844195" y="80478"/>
                </a:lnTo>
                <a:lnTo>
                  <a:pt x="843806" y="81298"/>
                </a:lnTo>
                <a:lnTo>
                  <a:pt x="843408" y="82115"/>
                </a:lnTo>
                <a:lnTo>
                  <a:pt x="843001" y="82930"/>
                </a:lnTo>
                <a:lnTo>
                  <a:pt x="842951" y="83028"/>
                </a:lnTo>
                <a:lnTo>
                  <a:pt x="842888" y="82907"/>
                </a:lnTo>
                <a:lnTo>
                  <a:pt x="842467" y="82070"/>
                </a:lnTo>
                <a:lnTo>
                  <a:pt x="842056" y="81231"/>
                </a:lnTo>
                <a:close/>
                <a:moveTo>
                  <a:pt x="745142" y="25477"/>
                </a:moveTo>
                <a:lnTo>
                  <a:pt x="744958" y="25477"/>
                </a:lnTo>
                <a:lnTo>
                  <a:pt x="744772" y="25188"/>
                </a:lnTo>
                <a:lnTo>
                  <a:pt x="744580" y="24905"/>
                </a:lnTo>
                <a:lnTo>
                  <a:pt x="744382" y="24628"/>
                </a:lnTo>
                <a:lnTo>
                  <a:pt x="744179" y="24357"/>
                </a:lnTo>
                <a:lnTo>
                  <a:pt x="743971" y="24092"/>
                </a:lnTo>
                <a:lnTo>
                  <a:pt x="743756" y="23833"/>
                </a:lnTo>
                <a:lnTo>
                  <a:pt x="743536" y="23579"/>
                </a:lnTo>
                <a:lnTo>
                  <a:pt x="743311" y="23332"/>
                </a:lnTo>
                <a:lnTo>
                  <a:pt x="743080" y="23090"/>
                </a:lnTo>
                <a:lnTo>
                  <a:pt x="742843" y="22855"/>
                </a:lnTo>
                <a:lnTo>
                  <a:pt x="742601" y="22625"/>
                </a:lnTo>
                <a:lnTo>
                  <a:pt x="742353" y="22401"/>
                </a:lnTo>
                <a:lnTo>
                  <a:pt x="742100" y="22183"/>
                </a:lnTo>
                <a:lnTo>
                  <a:pt x="741841" y="21971"/>
                </a:lnTo>
                <a:lnTo>
                  <a:pt x="741576" y="21765"/>
                </a:lnTo>
                <a:lnTo>
                  <a:pt x="741306" y="21565"/>
                </a:lnTo>
                <a:lnTo>
                  <a:pt x="741030" y="21371"/>
                </a:lnTo>
                <a:lnTo>
                  <a:pt x="740749" y="21183"/>
                </a:lnTo>
                <a:lnTo>
                  <a:pt x="740462" y="21001"/>
                </a:lnTo>
                <a:lnTo>
                  <a:pt x="740170" y="20824"/>
                </a:lnTo>
                <a:lnTo>
                  <a:pt x="739872" y="20654"/>
                </a:lnTo>
                <a:lnTo>
                  <a:pt x="739568" y="20489"/>
                </a:lnTo>
                <a:lnTo>
                  <a:pt x="739259" y="20330"/>
                </a:lnTo>
                <a:lnTo>
                  <a:pt x="738944" y="20178"/>
                </a:lnTo>
                <a:lnTo>
                  <a:pt x="738626" y="20031"/>
                </a:lnTo>
                <a:lnTo>
                  <a:pt x="738307" y="19891"/>
                </a:lnTo>
                <a:lnTo>
                  <a:pt x="737985" y="19756"/>
                </a:lnTo>
                <a:lnTo>
                  <a:pt x="737663" y="19628"/>
                </a:lnTo>
                <a:lnTo>
                  <a:pt x="737339" y="19507"/>
                </a:lnTo>
                <a:lnTo>
                  <a:pt x="737014" y="19391"/>
                </a:lnTo>
                <a:lnTo>
                  <a:pt x="736687" y="19282"/>
                </a:lnTo>
                <a:lnTo>
                  <a:pt x="736359" y="19179"/>
                </a:lnTo>
                <a:lnTo>
                  <a:pt x="736029" y="19082"/>
                </a:lnTo>
                <a:lnTo>
                  <a:pt x="735698" y="18992"/>
                </a:lnTo>
                <a:lnTo>
                  <a:pt x="735365" y="18908"/>
                </a:lnTo>
                <a:lnTo>
                  <a:pt x="735031" y="18830"/>
                </a:lnTo>
                <a:lnTo>
                  <a:pt x="734696" y="18758"/>
                </a:lnTo>
                <a:lnTo>
                  <a:pt x="734359" y="18692"/>
                </a:lnTo>
                <a:lnTo>
                  <a:pt x="734021" y="18633"/>
                </a:lnTo>
                <a:lnTo>
                  <a:pt x="733681" y="18580"/>
                </a:lnTo>
                <a:lnTo>
                  <a:pt x="733340" y="18533"/>
                </a:lnTo>
                <a:lnTo>
                  <a:pt x="732997" y="18493"/>
                </a:lnTo>
                <a:lnTo>
                  <a:pt x="732653" y="18458"/>
                </a:lnTo>
                <a:lnTo>
                  <a:pt x="732308" y="18430"/>
                </a:lnTo>
                <a:lnTo>
                  <a:pt x="731961" y="18408"/>
                </a:lnTo>
                <a:lnTo>
                  <a:pt x="731612" y="18393"/>
                </a:lnTo>
                <a:lnTo>
                  <a:pt x="731263" y="18383"/>
                </a:lnTo>
                <a:lnTo>
                  <a:pt x="730911" y="18380"/>
                </a:lnTo>
                <a:lnTo>
                  <a:pt x="730477" y="18384"/>
                </a:lnTo>
                <a:lnTo>
                  <a:pt x="730048" y="18395"/>
                </a:lnTo>
                <a:lnTo>
                  <a:pt x="729623" y="18413"/>
                </a:lnTo>
                <a:lnTo>
                  <a:pt x="729202" y="18438"/>
                </a:lnTo>
                <a:lnTo>
                  <a:pt x="728786" y="18470"/>
                </a:lnTo>
                <a:lnTo>
                  <a:pt x="728375" y="18510"/>
                </a:lnTo>
                <a:lnTo>
                  <a:pt x="727968" y="18556"/>
                </a:lnTo>
                <a:lnTo>
                  <a:pt x="727565" y="18610"/>
                </a:lnTo>
                <a:lnTo>
                  <a:pt x="727167" y="18671"/>
                </a:lnTo>
                <a:lnTo>
                  <a:pt x="726773" y="18739"/>
                </a:lnTo>
                <a:lnTo>
                  <a:pt x="726384" y="18815"/>
                </a:lnTo>
                <a:lnTo>
                  <a:pt x="725999" y="18898"/>
                </a:lnTo>
                <a:lnTo>
                  <a:pt x="725619" y="18987"/>
                </a:lnTo>
                <a:lnTo>
                  <a:pt x="725243" y="19084"/>
                </a:lnTo>
                <a:lnTo>
                  <a:pt x="724871" y="19188"/>
                </a:lnTo>
                <a:lnTo>
                  <a:pt x="724504" y="19300"/>
                </a:lnTo>
                <a:lnTo>
                  <a:pt x="724142" y="19418"/>
                </a:lnTo>
                <a:lnTo>
                  <a:pt x="723784" y="19544"/>
                </a:lnTo>
                <a:lnTo>
                  <a:pt x="723430" y="19677"/>
                </a:lnTo>
                <a:lnTo>
                  <a:pt x="723081" y="19817"/>
                </a:lnTo>
                <a:lnTo>
                  <a:pt x="722737" y="19964"/>
                </a:lnTo>
                <a:lnTo>
                  <a:pt x="722396" y="20119"/>
                </a:lnTo>
                <a:lnTo>
                  <a:pt x="722061" y="20281"/>
                </a:lnTo>
                <a:lnTo>
                  <a:pt x="721730" y="20449"/>
                </a:lnTo>
                <a:lnTo>
                  <a:pt x="721403" y="20624"/>
                </a:lnTo>
                <a:lnTo>
                  <a:pt x="721081" y="20804"/>
                </a:lnTo>
                <a:lnTo>
                  <a:pt x="720763" y="20988"/>
                </a:lnTo>
                <a:lnTo>
                  <a:pt x="720451" y="21176"/>
                </a:lnTo>
                <a:lnTo>
                  <a:pt x="720142" y="21369"/>
                </a:lnTo>
                <a:lnTo>
                  <a:pt x="719839" y="21567"/>
                </a:lnTo>
                <a:lnTo>
                  <a:pt x="719540" y="21770"/>
                </a:lnTo>
                <a:lnTo>
                  <a:pt x="719246" y="21977"/>
                </a:lnTo>
                <a:lnTo>
                  <a:pt x="718956" y="22189"/>
                </a:lnTo>
                <a:lnTo>
                  <a:pt x="718671" y="22405"/>
                </a:lnTo>
                <a:lnTo>
                  <a:pt x="718390" y="22626"/>
                </a:lnTo>
                <a:lnTo>
                  <a:pt x="718114" y="22852"/>
                </a:lnTo>
                <a:lnTo>
                  <a:pt x="717843" y="23082"/>
                </a:lnTo>
                <a:lnTo>
                  <a:pt x="717577" y="23317"/>
                </a:lnTo>
                <a:lnTo>
                  <a:pt x="717315" y="23557"/>
                </a:lnTo>
                <a:lnTo>
                  <a:pt x="717057" y="23801"/>
                </a:lnTo>
                <a:lnTo>
                  <a:pt x="716805" y="24050"/>
                </a:lnTo>
                <a:lnTo>
                  <a:pt x="716556" y="24303"/>
                </a:lnTo>
                <a:lnTo>
                  <a:pt x="716313" y="24561"/>
                </a:lnTo>
                <a:lnTo>
                  <a:pt x="716074" y="24824"/>
                </a:lnTo>
                <a:lnTo>
                  <a:pt x="715840" y="25092"/>
                </a:lnTo>
                <a:lnTo>
                  <a:pt x="715610" y="25364"/>
                </a:lnTo>
                <a:lnTo>
                  <a:pt x="715385" y="25640"/>
                </a:lnTo>
                <a:lnTo>
                  <a:pt x="715165" y="25921"/>
                </a:lnTo>
                <a:lnTo>
                  <a:pt x="714949" y="26207"/>
                </a:lnTo>
                <a:lnTo>
                  <a:pt x="714738" y="26496"/>
                </a:lnTo>
                <a:lnTo>
                  <a:pt x="714531" y="26789"/>
                </a:lnTo>
                <a:lnTo>
                  <a:pt x="714329" y="27085"/>
                </a:lnTo>
                <a:lnTo>
                  <a:pt x="714131" y="27385"/>
                </a:lnTo>
                <a:lnTo>
                  <a:pt x="713937" y="27689"/>
                </a:lnTo>
                <a:lnTo>
                  <a:pt x="713748" y="27996"/>
                </a:lnTo>
                <a:lnTo>
                  <a:pt x="713564" y="28308"/>
                </a:lnTo>
                <a:lnTo>
                  <a:pt x="713384" y="28622"/>
                </a:lnTo>
                <a:lnTo>
                  <a:pt x="713208" y="28941"/>
                </a:lnTo>
                <a:lnTo>
                  <a:pt x="713037" y="29263"/>
                </a:lnTo>
                <a:lnTo>
                  <a:pt x="712870" y="29589"/>
                </a:lnTo>
                <a:lnTo>
                  <a:pt x="712708" y="29918"/>
                </a:lnTo>
                <a:lnTo>
                  <a:pt x="712550" y="30251"/>
                </a:lnTo>
                <a:lnTo>
                  <a:pt x="712397" y="30588"/>
                </a:lnTo>
                <a:lnTo>
                  <a:pt x="712248" y="30929"/>
                </a:lnTo>
                <a:lnTo>
                  <a:pt x="712103" y="31273"/>
                </a:lnTo>
                <a:lnTo>
                  <a:pt x="711963" y="31621"/>
                </a:lnTo>
                <a:lnTo>
                  <a:pt x="711828" y="31972"/>
                </a:lnTo>
                <a:lnTo>
                  <a:pt x="711697" y="32327"/>
                </a:lnTo>
                <a:lnTo>
                  <a:pt x="711570" y="32686"/>
                </a:lnTo>
                <a:lnTo>
                  <a:pt x="711448" y="33049"/>
                </a:lnTo>
                <a:lnTo>
                  <a:pt x="711330" y="33415"/>
                </a:lnTo>
                <a:lnTo>
                  <a:pt x="711217" y="33785"/>
                </a:lnTo>
                <a:lnTo>
                  <a:pt x="711108" y="34157"/>
                </a:lnTo>
                <a:lnTo>
                  <a:pt x="711004" y="34531"/>
                </a:lnTo>
                <a:lnTo>
                  <a:pt x="710905" y="34905"/>
                </a:lnTo>
                <a:lnTo>
                  <a:pt x="710810" y="35281"/>
                </a:lnTo>
                <a:lnTo>
                  <a:pt x="710720" y="35657"/>
                </a:lnTo>
                <a:lnTo>
                  <a:pt x="710635" y="36035"/>
                </a:lnTo>
                <a:lnTo>
                  <a:pt x="710554" y="36414"/>
                </a:lnTo>
                <a:lnTo>
                  <a:pt x="710478" y="36794"/>
                </a:lnTo>
                <a:lnTo>
                  <a:pt x="710406" y="37175"/>
                </a:lnTo>
                <a:lnTo>
                  <a:pt x="710339" y="37558"/>
                </a:lnTo>
                <a:lnTo>
                  <a:pt x="710277" y="37941"/>
                </a:lnTo>
                <a:lnTo>
                  <a:pt x="710219" y="38326"/>
                </a:lnTo>
                <a:lnTo>
                  <a:pt x="710166" y="38711"/>
                </a:lnTo>
                <a:lnTo>
                  <a:pt x="710117" y="39098"/>
                </a:lnTo>
                <a:lnTo>
                  <a:pt x="710073" y="39486"/>
                </a:lnTo>
                <a:lnTo>
                  <a:pt x="710034" y="39875"/>
                </a:lnTo>
                <a:lnTo>
                  <a:pt x="709999" y="40265"/>
                </a:lnTo>
                <a:lnTo>
                  <a:pt x="709969" y="40656"/>
                </a:lnTo>
                <a:lnTo>
                  <a:pt x="709944" y="41049"/>
                </a:lnTo>
                <a:lnTo>
                  <a:pt x="709923" y="41442"/>
                </a:lnTo>
                <a:lnTo>
                  <a:pt x="709907" y="41836"/>
                </a:lnTo>
                <a:lnTo>
                  <a:pt x="709895" y="42232"/>
                </a:lnTo>
                <a:lnTo>
                  <a:pt x="709888" y="42629"/>
                </a:lnTo>
                <a:lnTo>
                  <a:pt x="709886" y="43027"/>
                </a:lnTo>
                <a:lnTo>
                  <a:pt x="709888" y="43440"/>
                </a:lnTo>
                <a:lnTo>
                  <a:pt x="709895" y="43852"/>
                </a:lnTo>
                <a:lnTo>
                  <a:pt x="709907" y="44263"/>
                </a:lnTo>
                <a:lnTo>
                  <a:pt x="709923" y="44672"/>
                </a:lnTo>
                <a:lnTo>
                  <a:pt x="709944" y="45080"/>
                </a:lnTo>
                <a:lnTo>
                  <a:pt x="709969" y="45487"/>
                </a:lnTo>
                <a:lnTo>
                  <a:pt x="709999" y="45893"/>
                </a:lnTo>
                <a:lnTo>
                  <a:pt x="710034" y="46297"/>
                </a:lnTo>
                <a:lnTo>
                  <a:pt x="710073" y="46700"/>
                </a:lnTo>
                <a:lnTo>
                  <a:pt x="710117" y="47102"/>
                </a:lnTo>
                <a:lnTo>
                  <a:pt x="710166" y="47502"/>
                </a:lnTo>
                <a:lnTo>
                  <a:pt x="710219" y="47901"/>
                </a:lnTo>
                <a:lnTo>
                  <a:pt x="710277" y="48299"/>
                </a:lnTo>
                <a:lnTo>
                  <a:pt x="710339" y="48696"/>
                </a:lnTo>
                <a:lnTo>
                  <a:pt x="710406" y="49091"/>
                </a:lnTo>
                <a:lnTo>
                  <a:pt x="710478" y="49485"/>
                </a:lnTo>
                <a:lnTo>
                  <a:pt x="710554" y="49878"/>
                </a:lnTo>
                <a:lnTo>
                  <a:pt x="710635" y="50270"/>
                </a:lnTo>
                <a:lnTo>
                  <a:pt x="710720" y="50660"/>
                </a:lnTo>
                <a:lnTo>
                  <a:pt x="710810" y="51049"/>
                </a:lnTo>
                <a:lnTo>
                  <a:pt x="710905" y="51437"/>
                </a:lnTo>
                <a:lnTo>
                  <a:pt x="711004" y="51823"/>
                </a:lnTo>
                <a:lnTo>
                  <a:pt x="711108" y="52208"/>
                </a:lnTo>
                <a:lnTo>
                  <a:pt x="711217" y="52592"/>
                </a:lnTo>
                <a:lnTo>
                  <a:pt x="711330" y="52974"/>
                </a:lnTo>
                <a:lnTo>
                  <a:pt x="711448" y="53351"/>
                </a:lnTo>
                <a:lnTo>
                  <a:pt x="711570" y="53725"/>
                </a:lnTo>
                <a:lnTo>
                  <a:pt x="711697" y="54096"/>
                </a:lnTo>
                <a:lnTo>
                  <a:pt x="711828" y="54462"/>
                </a:lnTo>
                <a:lnTo>
                  <a:pt x="711963" y="54825"/>
                </a:lnTo>
                <a:lnTo>
                  <a:pt x="712103" y="55185"/>
                </a:lnTo>
                <a:lnTo>
                  <a:pt x="712248" y="55540"/>
                </a:lnTo>
                <a:lnTo>
                  <a:pt x="712397" y="55892"/>
                </a:lnTo>
                <a:lnTo>
                  <a:pt x="712550" y="56241"/>
                </a:lnTo>
                <a:lnTo>
                  <a:pt x="712708" y="56585"/>
                </a:lnTo>
                <a:lnTo>
                  <a:pt x="712870" y="56926"/>
                </a:lnTo>
                <a:lnTo>
                  <a:pt x="713037" y="57263"/>
                </a:lnTo>
                <a:lnTo>
                  <a:pt x="713208" y="57597"/>
                </a:lnTo>
                <a:lnTo>
                  <a:pt x="713384" y="57927"/>
                </a:lnTo>
                <a:lnTo>
                  <a:pt x="713564" y="58253"/>
                </a:lnTo>
                <a:lnTo>
                  <a:pt x="713748" y="58576"/>
                </a:lnTo>
                <a:lnTo>
                  <a:pt x="713937" y="58895"/>
                </a:lnTo>
                <a:lnTo>
                  <a:pt x="714131" y="59210"/>
                </a:lnTo>
                <a:lnTo>
                  <a:pt x="714329" y="59522"/>
                </a:lnTo>
                <a:lnTo>
                  <a:pt x="714531" y="59830"/>
                </a:lnTo>
                <a:lnTo>
                  <a:pt x="714738" y="60134"/>
                </a:lnTo>
                <a:lnTo>
                  <a:pt x="714949" y="60435"/>
                </a:lnTo>
                <a:lnTo>
                  <a:pt x="715165" y="60732"/>
                </a:lnTo>
                <a:lnTo>
                  <a:pt x="715385" y="61024"/>
                </a:lnTo>
                <a:lnTo>
                  <a:pt x="715611" y="61312"/>
                </a:lnTo>
                <a:lnTo>
                  <a:pt x="715841" y="61594"/>
                </a:lnTo>
                <a:lnTo>
                  <a:pt x="716077" y="61871"/>
                </a:lnTo>
                <a:lnTo>
                  <a:pt x="716317" y="62143"/>
                </a:lnTo>
                <a:lnTo>
                  <a:pt x="716562" y="62410"/>
                </a:lnTo>
                <a:lnTo>
                  <a:pt x="716812" y="62672"/>
                </a:lnTo>
                <a:lnTo>
                  <a:pt x="717067" y="62928"/>
                </a:lnTo>
                <a:lnTo>
                  <a:pt x="717327" y="63180"/>
                </a:lnTo>
                <a:lnTo>
                  <a:pt x="717592" y="63427"/>
                </a:lnTo>
                <a:lnTo>
                  <a:pt x="717862" y="63668"/>
                </a:lnTo>
                <a:lnTo>
                  <a:pt x="718137" y="63904"/>
                </a:lnTo>
                <a:lnTo>
                  <a:pt x="718417" y="64135"/>
                </a:lnTo>
                <a:lnTo>
                  <a:pt x="718702" y="64361"/>
                </a:lnTo>
                <a:lnTo>
                  <a:pt x="718991" y="64582"/>
                </a:lnTo>
                <a:lnTo>
                  <a:pt x="719286" y="64798"/>
                </a:lnTo>
                <a:lnTo>
                  <a:pt x="719586" y="65009"/>
                </a:lnTo>
                <a:lnTo>
                  <a:pt x="719890" y="65215"/>
                </a:lnTo>
                <a:lnTo>
                  <a:pt x="720199" y="65415"/>
                </a:lnTo>
                <a:lnTo>
                  <a:pt x="720514" y="65611"/>
                </a:lnTo>
                <a:lnTo>
                  <a:pt x="720833" y="65801"/>
                </a:lnTo>
                <a:lnTo>
                  <a:pt x="721157" y="65986"/>
                </a:lnTo>
                <a:lnTo>
                  <a:pt x="721487" y="66166"/>
                </a:lnTo>
                <a:lnTo>
                  <a:pt x="721821" y="66341"/>
                </a:lnTo>
                <a:lnTo>
                  <a:pt x="722160" y="66510"/>
                </a:lnTo>
                <a:lnTo>
                  <a:pt x="722503" y="66672"/>
                </a:lnTo>
                <a:lnTo>
                  <a:pt x="722851" y="66826"/>
                </a:lnTo>
                <a:lnTo>
                  <a:pt x="723203" y="66973"/>
                </a:lnTo>
                <a:lnTo>
                  <a:pt x="723560" y="67113"/>
                </a:lnTo>
                <a:lnTo>
                  <a:pt x="723921" y="67246"/>
                </a:lnTo>
                <a:lnTo>
                  <a:pt x="724287" y="67372"/>
                </a:lnTo>
                <a:lnTo>
                  <a:pt x="724657" y="67491"/>
                </a:lnTo>
                <a:lnTo>
                  <a:pt x="725032" y="67602"/>
                </a:lnTo>
                <a:lnTo>
                  <a:pt x="725411" y="67706"/>
                </a:lnTo>
                <a:lnTo>
                  <a:pt x="725794" y="67803"/>
                </a:lnTo>
                <a:lnTo>
                  <a:pt x="726182" y="67893"/>
                </a:lnTo>
                <a:lnTo>
                  <a:pt x="726575" y="67976"/>
                </a:lnTo>
                <a:lnTo>
                  <a:pt x="726972" y="68051"/>
                </a:lnTo>
                <a:lnTo>
                  <a:pt x="727373" y="68119"/>
                </a:lnTo>
                <a:lnTo>
                  <a:pt x="727779" y="68180"/>
                </a:lnTo>
                <a:lnTo>
                  <a:pt x="728190" y="68234"/>
                </a:lnTo>
                <a:lnTo>
                  <a:pt x="728604" y="68281"/>
                </a:lnTo>
                <a:lnTo>
                  <a:pt x="729024" y="68320"/>
                </a:lnTo>
                <a:lnTo>
                  <a:pt x="729448" y="68353"/>
                </a:lnTo>
                <a:lnTo>
                  <a:pt x="729876" y="68378"/>
                </a:lnTo>
                <a:lnTo>
                  <a:pt x="730308" y="68396"/>
                </a:lnTo>
                <a:lnTo>
                  <a:pt x="730746" y="68407"/>
                </a:lnTo>
                <a:lnTo>
                  <a:pt x="731187" y="68410"/>
                </a:lnTo>
                <a:lnTo>
                  <a:pt x="731576" y="68407"/>
                </a:lnTo>
                <a:lnTo>
                  <a:pt x="731961" y="68399"/>
                </a:lnTo>
                <a:lnTo>
                  <a:pt x="732343" y="68384"/>
                </a:lnTo>
                <a:lnTo>
                  <a:pt x="732721" y="68363"/>
                </a:lnTo>
                <a:lnTo>
                  <a:pt x="733096" y="68337"/>
                </a:lnTo>
                <a:lnTo>
                  <a:pt x="733468" y="68304"/>
                </a:lnTo>
                <a:lnTo>
                  <a:pt x="733836" y="68266"/>
                </a:lnTo>
                <a:lnTo>
                  <a:pt x="734201" y="68221"/>
                </a:lnTo>
                <a:lnTo>
                  <a:pt x="734563" y="68171"/>
                </a:lnTo>
                <a:lnTo>
                  <a:pt x="734922" y="68115"/>
                </a:lnTo>
                <a:lnTo>
                  <a:pt x="735277" y="68053"/>
                </a:lnTo>
                <a:lnTo>
                  <a:pt x="735628" y="67985"/>
                </a:lnTo>
                <a:lnTo>
                  <a:pt x="735977" y="67912"/>
                </a:lnTo>
                <a:lnTo>
                  <a:pt x="736322" y="67832"/>
                </a:lnTo>
                <a:lnTo>
                  <a:pt x="736663" y="67747"/>
                </a:lnTo>
                <a:lnTo>
                  <a:pt x="737001" y="67655"/>
                </a:lnTo>
                <a:lnTo>
                  <a:pt x="737336" y="67558"/>
                </a:lnTo>
                <a:lnTo>
                  <a:pt x="737668" y="67454"/>
                </a:lnTo>
                <a:lnTo>
                  <a:pt x="737996" y="67345"/>
                </a:lnTo>
                <a:lnTo>
                  <a:pt x="738321" y="67230"/>
                </a:lnTo>
                <a:lnTo>
                  <a:pt x="738643" y="67109"/>
                </a:lnTo>
                <a:lnTo>
                  <a:pt x="738961" y="66982"/>
                </a:lnTo>
                <a:lnTo>
                  <a:pt x="739276" y="66850"/>
                </a:lnTo>
                <a:lnTo>
                  <a:pt x="739587" y="66711"/>
                </a:lnTo>
                <a:lnTo>
                  <a:pt x="739895" y="66566"/>
                </a:lnTo>
                <a:lnTo>
                  <a:pt x="740197" y="66413"/>
                </a:lnTo>
                <a:lnTo>
                  <a:pt x="740495" y="66252"/>
                </a:lnTo>
                <a:lnTo>
                  <a:pt x="740788" y="66084"/>
                </a:lnTo>
                <a:lnTo>
                  <a:pt x="741075" y="65909"/>
                </a:lnTo>
                <a:lnTo>
                  <a:pt x="741358" y="65726"/>
                </a:lnTo>
                <a:lnTo>
                  <a:pt x="741636" y="65535"/>
                </a:lnTo>
                <a:lnTo>
                  <a:pt x="741909" y="65337"/>
                </a:lnTo>
                <a:lnTo>
                  <a:pt x="742177" y="65132"/>
                </a:lnTo>
                <a:lnTo>
                  <a:pt x="742439" y="64919"/>
                </a:lnTo>
                <a:lnTo>
                  <a:pt x="742697" y="64699"/>
                </a:lnTo>
                <a:lnTo>
                  <a:pt x="742951" y="64471"/>
                </a:lnTo>
                <a:lnTo>
                  <a:pt x="743199" y="64236"/>
                </a:lnTo>
                <a:lnTo>
                  <a:pt x="743442" y="63993"/>
                </a:lnTo>
                <a:lnTo>
                  <a:pt x="743680" y="63742"/>
                </a:lnTo>
                <a:lnTo>
                  <a:pt x="743913" y="63484"/>
                </a:lnTo>
                <a:lnTo>
                  <a:pt x="744142" y="63219"/>
                </a:lnTo>
                <a:lnTo>
                  <a:pt x="744365" y="62946"/>
                </a:lnTo>
                <a:lnTo>
                  <a:pt x="744583" y="62666"/>
                </a:lnTo>
                <a:lnTo>
                  <a:pt x="744797" y="62378"/>
                </a:lnTo>
                <a:lnTo>
                  <a:pt x="745006" y="62083"/>
                </a:lnTo>
                <a:lnTo>
                  <a:pt x="745209" y="61780"/>
                </a:lnTo>
                <a:lnTo>
                  <a:pt x="745408" y="61470"/>
                </a:lnTo>
                <a:lnTo>
                  <a:pt x="745601" y="61152"/>
                </a:lnTo>
                <a:lnTo>
                  <a:pt x="745785" y="61152"/>
                </a:lnTo>
                <a:lnTo>
                  <a:pt x="745785" y="67215"/>
                </a:lnTo>
                <a:lnTo>
                  <a:pt x="758179" y="67215"/>
                </a:lnTo>
                <a:lnTo>
                  <a:pt x="758179" y="1614"/>
                </a:lnTo>
                <a:lnTo>
                  <a:pt x="745142" y="1614"/>
                </a:lnTo>
                <a:lnTo>
                  <a:pt x="745142" y="25477"/>
                </a:lnTo>
                <a:close/>
                <a:moveTo>
                  <a:pt x="745578" y="44519"/>
                </a:moveTo>
                <a:lnTo>
                  <a:pt x="745567" y="44760"/>
                </a:lnTo>
                <a:lnTo>
                  <a:pt x="745555" y="45001"/>
                </a:lnTo>
                <a:lnTo>
                  <a:pt x="745540" y="45241"/>
                </a:lnTo>
                <a:lnTo>
                  <a:pt x="745524" y="45481"/>
                </a:lnTo>
                <a:lnTo>
                  <a:pt x="745506" y="45719"/>
                </a:lnTo>
                <a:lnTo>
                  <a:pt x="745486" y="45957"/>
                </a:lnTo>
                <a:lnTo>
                  <a:pt x="745464" y="46195"/>
                </a:lnTo>
                <a:lnTo>
                  <a:pt x="745440" y="46432"/>
                </a:lnTo>
                <a:lnTo>
                  <a:pt x="745414" y="46668"/>
                </a:lnTo>
                <a:lnTo>
                  <a:pt x="745386" y="46904"/>
                </a:lnTo>
                <a:lnTo>
                  <a:pt x="745357" y="47139"/>
                </a:lnTo>
                <a:lnTo>
                  <a:pt x="745325" y="47373"/>
                </a:lnTo>
                <a:lnTo>
                  <a:pt x="745292" y="47607"/>
                </a:lnTo>
                <a:lnTo>
                  <a:pt x="745256" y="47840"/>
                </a:lnTo>
                <a:lnTo>
                  <a:pt x="745219" y="48073"/>
                </a:lnTo>
                <a:lnTo>
                  <a:pt x="745180" y="48304"/>
                </a:lnTo>
                <a:lnTo>
                  <a:pt x="745139" y="48536"/>
                </a:lnTo>
                <a:lnTo>
                  <a:pt x="745096" y="48766"/>
                </a:lnTo>
                <a:lnTo>
                  <a:pt x="745051" y="48996"/>
                </a:lnTo>
                <a:lnTo>
                  <a:pt x="745004" y="49225"/>
                </a:lnTo>
                <a:lnTo>
                  <a:pt x="744954" y="49451"/>
                </a:lnTo>
                <a:lnTo>
                  <a:pt x="744902" y="49675"/>
                </a:lnTo>
                <a:lnTo>
                  <a:pt x="744847" y="49898"/>
                </a:lnTo>
                <a:lnTo>
                  <a:pt x="744790" y="50118"/>
                </a:lnTo>
                <a:lnTo>
                  <a:pt x="744730" y="50336"/>
                </a:lnTo>
                <a:lnTo>
                  <a:pt x="744667" y="50552"/>
                </a:lnTo>
                <a:lnTo>
                  <a:pt x="744602" y="50766"/>
                </a:lnTo>
                <a:lnTo>
                  <a:pt x="744535" y="50978"/>
                </a:lnTo>
                <a:lnTo>
                  <a:pt x="744464" y="51188"/>
                </a:lnTo>
                <a:lnTo>
                  <a:pt x="744392" y="51396"/>
                </a:lnTo>
                <a:lnTo>
                  <a:pt x="744316" y="51602"/>
                </a:lnTo>
                <a:lnTo>
                  <a:pt x="744239" y="51805"/>
                </a:lnTo>
                <a:lnTo>
                  <a:pt x="744158" y="52007"/>
                </a:lnTo>
                <a:lnTo>
                  <a:pt x="744075" y="52206"/>
                </a:lnTo>
                <a:lnTo>
                  <a:pt x="743990" y="52404"/>
                </a:lnTo>
                <a:lnTo>
                  <a:pt x="743902" y="52599"/>
                </a:lnTo>
                <a:lnTo>
                  <a:pt x="743811" y="52793"/>
                </a:lnTo>
                <a:lnTo>
                  <a:pt x="743718" y="52984"/>
                </a:lnTo>
                <a:lnTo>
                  <a:pt x="743623" y="53173"/>
                </a:lnTo>
                <a:lnTo>
                  <a:pt x="743524" y="53360"/>
                </a:lnTo>
                <a:lnTo>
                  <a:pt x="743424" y="53545"/>
                </a:lnTo>
                <a:lnTo>
                  <a:pt x="743320" y="53728"/>
                </a:lnTo>
                <a:lnTo>
                  <a:pt x="743214" y="53909"/>
                </a:lnTo>
                <a:lnTo>
                  <a:pt x="743106" y="54088"/>
                </a:lnTo>
                <a:lnTo>
                  <a:pt x="742994" y="54263"/>
                </a:lnTo>
                <a:lnTo>
                  <a:pt x="742879" y="54435"/>
                </a:lnTo>
                <a:lnTo>
                  <a:pt x="742761" y="54604"/>
                </a:lnTo>
                <a:lnTo>
                  <a:pt x="742641" y="54770"/>
                </a:lnTo>
                <a:lnTo>
                  <a:pt x="742517" y="54934"/>
                </a:lnTo>
                <a:lnTo>
                  <a:pt x="742390" y="55094"/>
                </a:lnTo>
                <a:lnTo>
                  <a:pt x="742260" y="55251"/>
                </a:lnTo>
                <a:lnTo>
                  <a:pt x="742127" y="55405"/>
                </a:lnTo>
                <a:lnTo>
                  <a:pt x="741991" y="55556"/>
                </a:lnTo>
                <a:lnTo>
                  <a:pt x="741852" y="55704"/>
                </a:lnTo>
                <a:lnTo>
                  <a:pt x="741710" y="55849"/>
                </a:lnTo>
                <a:lnTo>
                  <a:pt x="741565" y="55991"/>
                </a:lnTo>
                <a:lnTo>
                  <a:pt x="741417" y="56130"/>
                </a:lnTo>
                <a:lnTo>
                  <a:pt x="741266" y="56266"/>
                </a:lnTo>
                <a:lnTo>
                  <a:pt x="741112" y="56399"/>
                </a:lnTo>
                <a:lnTo>
                  <a:pt x="740955" y="56528"/>
                </a:lnTo>
                <a:lnTo>
                  <a:pt x="740795" y="56655"/>
                </a:lnTo>
                <a:lnTo>
                  <a:pt x="740632" y="56779"/>
                </a:lnTo>
                <a:lnTo>
                  <a:pt x="740466" y="56900"/>
                </a:lnTo>
                <a:lnTo>
                  <a:pt x="740297" y="57018"/>
                </a:lnTo>
                <a:lnTo>
                  <a:pt x="740124" y="57132"/>
                </a:lnTo>
                <a:lnTo>
                  <a:pt x="739949" y="57244"/>
                </a:lnTo>
                <a:lnTo>
                  <a:pt x="739771" y="57353"/>
                </a:lnTo>
                <a:lnTo>
                  <a:pt x="739589" y="57458"/>
                </a:lnTo>
                <a:lnTo>
                  <a:pt x="739404" y="57558"/>
                </a:lnTo>
                <a:lnTo>
                  <a:pt x="739215" y="57654"/>
                </a:lnTo>
                <a:lnTo>
                  <a:pt x="739022" y="57745"/>
                </a:lnTo>
                <a:lnTo>
                  <a:pt x="738826" y="57832"/>
                </a:lnTo>
                <a:lnTo>
                  <a:pt x="738626" y="57915"/>
                </a:lnTo>
                <a:lnTo>
                  <a:pt x="738422" y="57993"/>
                </a:lnTo>
                <a:lnTo>
                  <a:pt x="738215" y="58066"/>
                </a:lnTo>
                <a:lnTo>
                  <a:pt x="738004" y="58136"/>
                </a:lnTo>
                <a:lnTo>
                  <a:pt x="737790" y="58200"/>
                </a:lnTo>
                <a:lnTo>
                  <a:pt x="737571" y="58260"/>
                </a:lnTo>
                <a:lnTo>
                  <a:pt x="737349" y="58316"/>
                </a:lnTo>
                <a:lnTo>
                  <a:pt x="737124" y="58368"/>
                </a:lnTo>
                <a:lnTo>
                  <a:pt x="736894" y="58414"/>
                </a:lnTo>
                <a:lnTo>
                  <a:pt x="736661" y="58457"/>
                </a:lnTo>
                <a:lnTo>
                  <a:pt x="736425" y="58495"/>
                </a:lnTo>
                <a:lnTo>
                  <a:pt x="736184" y="58528"/>
                </a:lnTo>
                <a:lnTo>
                  <a:pt x="735940" y="58557"/>
                </a:lnTo>
                <a:lnTo>
                  <a:pt x="735693" y="58582"/>
                </a:lnTo>
                <a:lnTo>
                  <a:pt x="735442" y="58602"/>
                </a:lnTo>
                <a:lnTo>
                  <a:pt x="735187" y="58617"/>
                </a:lnTo>
                <a:lnTo>
                  <a:pt x="734928" y="58628"/>
                </a:lnTo>
                <a:lnTo>
                  <a:pt x="734666" y="58635"/>
                </a:lnTo>
                <a:lnTo>
                  <a:pt x="734400" y="58637"/>
                </a:lnTo>
                <a:lnTo>
                  <a:pt x="734149" y="58635"/>
                </a:lnTo>
                <a:lnTo>
                  <a:pt x="733901" y="58628"/>
                </a:lnTo>
                <a:lnTo>
                  <a:pt x="733656" y="58617"/>
                </a:lnTo>
                <a:lnTo>
                  <a:pt x="733414" y="58600"/>
                </a:lnTo>
                <a:lnTo>
                  <a:pt x="733175" y="58580"/>
                </a:lnTo>
                <a:lnTo>
                  <a:pt x="732940" y="58554"/>
                </a:lnTo>
                <a:lnTo>
                  <a:pt x="732707" y="58524"/>
                </a:lnTo>
                <a:lnTo>
                  <a:pt x="732477" y="58490"/>
                </a:lnTo>
                <a:lnTo>
                  <a:pt x="732250" y="58450"/>
                </a:lnTo>
                <a:lnTo>
                  <a:pt x="732027" y="58406"/>
                </a:lnTo>
                <a:lnTo>
                  <a:pt x="731806" y="58358"/>
                </a:lnTo>
                <a:lnTo>
                  <a:pt x="731588" y="58305"/>
                </a:lnTo>
                <a:lnTo>
                  <a:pt x="731374" y="58247"/>
                </a:lnTo>
                <a:lnTo>
                  <a:pt x="731162" y="58185"/>
                </a:lnTo>
                <a:lnTo>
                  <a:pt x="730953" y="58118"/>
                </a:lnTo>
                <a:lnTo>
                  <a:pt x="730748" y="58046"/>
                </a:lnTo>
                <a:lnTo>
                  <a:pt x="730545" y="57970"/>
                </a:lnTo>
                <a:lnTo>
                  <a:pt x="730346" y="57889"/>
                </a:lnTo>
                <a:lnTo>
                  <a:pt x="730149" y="57803"/>
                </a:lnTo>
                <a:lnTo>
                  <a:pt x="729956" y="57713"/>
                </a:lnTo>
                <a:lnTo>
                  <a:pt x="729765" y="57618"/>
                </a:lnTo>
                <a:lnTo>
                  <a:pt x="729578" y="57519"/>
                </a:lnTo>
                <a:lnTo>
                  <a:pt x="729393" y="57415"/>
                </a:lnTo>
                <a:lnTo>
                  <a:pt x="729212" y="57307"/>
                </a:lnTo>
                <a:lnTo>
                  <a:pt x="729033" y="57194"/>
                </a:lnTo>
                <a:lnTo>
                  <a:pt x="728857" y="57079"/>
                </a:lnTo>
                <a:lnTo>
                  <a:pt x="728684" y="56961"/>
                </a:lnTo>
                <a:lnTo>
                  <a:pt x="728513" y="56840"/>
                </a:lnTo>
                <a:lnTo>
                  <a:pt x="728345" y="56716"/>
                </a:lnTo>
                <a:lnTo>
                  <a:pt x="728179" y="56589"/>
                </a:lnTo>
                <a:lnTo>
                  <a:pt x="728016" y="56459"/>
                </a:lnTo>
                <a:lnTo>
                  <a:pt x="727855" y="56327"/>
                </a:lnTo>
                <a:lnTo>
                  <a:pt x="727697" y="56191"/>
                </a:lnTo>
                <a:lnTo>
                  <a:pt x="727542" y="56053"/>
                </a:lnTo>
                <a:lnTo>
                  <a:pt x="727389" y="55912"/>
                </a:lnTo>
                <a:lnTo>
                  <a:pt x="727238" y="55768"/>
                </a:lnTo>
                <a:lnTo>
                  <a:pt x="727090" y="55621"/>
                </a:lnTo>
                <a:lnTo>
                  <a:pt x="726945" y="55471"/>
                </a:lnTo>
                <a:lnTo>
                  <a:pt x="726802" y="55319"/>
                </a:lnTo>
                <a:lnTo>
                  <a:pt x="726662" y="55163"/>
                </a:lnTo>
                <a:lnTo>
                  <a:pt x="726524" y="55005"/>
                </a:lnTo>
                <a:lnTo>
                  <a:pt x="726389" y="54844"/>
                </a:lnTo>
                <a:lnTo>
                  <a:pt x="726256" y="54680"/>
                </a:lnTo>
                <a:lnTo>
                  <a:pt x="726126" y="54513"/>
                </a:lnTo>
                <a:lnTo>
                  <a:pt x="725998" y="54343"/>
                </a:lnTo>
                <a:lnTo>
                  <a:pt x="725874" y="54171"/>
                </a:lnTo>
                <a:lnTo>
                  <a:pt x="725751" y="53995"/>
                </a:lnTo>
                <a:lnTo>
                  <a:pt x="725631" y="53817"/>
                </a:lnTo>
                <a:lnTo>
                  <a:pt x="725514" y="53636"/>
                </a:lnTo>
                <a:lnTo>
                  <a:pt x="725400" y="53453"/>
                </a:lnTo>
                <a:lnTo>
                  <a:pt x="725288" y="53268"/>
                </a:lnTo>
                <a:lnTo>
                  <a:pt x="725179" y="53081"/>
                </a:lnTo>
                <a:lnTo>
                  <a:pt x="725073" y="52891"/>
                </a:lnTo>
                <a:lnTo>
                  <a:pt x="724969" y="52700"/>
                </a:lnTo>
                <a:lnTo>
                  <a:pt x="724868" y="52507"/>
                </a:lnTo>
                <a:lnTo>
                  <a:pt x="724770" y="52311"/>
                </a:lnTo>
                <a:lnTo>
                  <a:pt x="724674" y="52114"/>
                </a:lnTo>
                <a:lnTo>
                  <a:pt x="724581" y="51914"/>
                </a:lnTo>
                <a:lnTo>
                  <a:pt x="724491" y="51713"/>
                </a:lnTo>
                <a:lnTo>
                  <a:pt x="724404" y="51509"/>
                </a:lnTo>
                <a:lnTo>
                  <a:pt x="724319" y="51303"/>
                </a:lnTo>
                <a:lnTo>
                  <a:pt x="724237" y="51096"/>
                </a:lnTo>
                <a:lnTo>
                  <a:pt x="724158" y="50886"/>
                </a:lnTo>
                <a:lnTo>
                  <a:pt x="724081" y="50674"/>
                </a:lnTo>
                <a:lnTo>
                  <a:pt x="724008" y="50460"/>
                </a:lnTo>
                <a:lnTo>
                  <a:pt x="723936" y="50244"/>
                </a:lnTo>
                <a:lnTo>
                  <a:pt x="723868" y="50025"/>
                </a:lnTo>
                <a:lnTo>
                  <a:pt x="723802" y="49805"/>
                </a:lnTo>
                <a:lnTo>
                  <a:pt x="723739" y="49583"/>
                </a:lnTo>
                <a:lnTo>
                  <a:pt x="723679" y="49359"/>
                </a:lnTo>
                <a:lnTo>
                  <a:pt x="723621" y="49132"/>
                </a:lnTo>
                <a:lnTo>
                  <a:pt x="723566" y="48904"/>
                </a:lnTo>
                <a:lnTo>
                  <a:pt x="723514" y="48674"/>
                </a:lnTo>
                <a:lnTo>
                  <a:pt x="723464" y="48445"/>
                </a:lnTo>
                <a:lnTo>
                  <a:pt x="723416" y="48215"/>
                </a:lnTo>
                <a:lnTo>
                  <a:pt x="723370" y="47986"/>
                </a:lnTo>
                <a:lnTo>
                  <a:pt x="723326" y="47756"/>
                </a:lnTo>
                <a:lnTo>
                  <a:pt x="723285" y="47527"/>
                </a:lnTo>
                <a:lnTo>
                  <a:pt x="723246" y="47297"/>
                </a:lnTo>
                <a:lnTo>
                  <a:pt x="723209" y="47067"/>
                </a:lnTo>
                <a:lnTo>
                  <a:pt x="723174" y="46838"/>
                </a:lnTo>
                <a:lnTo>
                  <a:pt x="723142" y="46608"/>
                </a:lnTo>
                <a:lnTo>
                  <a:pt x="723112" y="46379"/>
                </a:lnTo>
                <a:lnTo>
                  <a:pt x="723084" y="46149"/>
                </a:lnTo>
                <a:lnTo>
                  <a:pt x="723058" y="45920"/>
                </a:lnTo>
                <a:lnTo>
                  <a:pt x="723035" y="45690"/>
                </a:lnTo>
                <a:lnTo>
                  <a:pt x="723014" y="45460"/>
                </a:lnTo>
                <a:lnTo>
                  <a:pt x="722995" y="45231"/>
                </a:lnTo>
                <a:lnTo>
                  <a:pt x="722978" y="45001"/>
                </a:lnTo>
                <a:lnTo>
                  <a:pt x="722963" y="44772"/>
                </a:lnTo>
                <a:lnTo>
                  <a:pt x="722951" y="44542"/>
                </a:lnTo>
                <a:lnTo>
                  <a:pt x="722941" y="44312"/>
                </a:lnTo>
                <a:lnTo>
                  <a:pt x="722933" y="44083"/>
                </a:lnTo>
                <a:lnTo>
                  <a:pt x="722928" y="43853"/>
                </a:lnTo>
                <a:lnTo>
                  <a:pt x="722924" y="43623"/>
                </a:lnTo>
                <a:lnTo>
                  <a:pt x="722923" y="43394"/>
                </a:lnTo>
                <a:lnTo>
                  <a:pt x="722924" y="43149"/>
                </a:lnTo>
                <a:lnTo>
                  <a:pt x="722927" y="42906"/>
                </a:lnTo>
                <a:lnTo>
                  <a:pt x="722933" y="42663"/>
                </a:lnTo>
                <a:lnTo>
                  <a:pt x="722940" y="42421"/>
                </a:lnTo>
                <a:lnTo>
                  <a:pt x="722949" y="42180"/>
                </a:lnTo>
                <a:lnTo>
                  <a:pt x="722960" y="41939"/>
                </a:lnTo>
                <a:lnTo>
                  <a:pt x="722974" y="41700"/>
                </a:lnTo>
                <a:lnTo>
                  <a:pt x="722989" y="41461"/>
                </a:lnTo>
                <a:lnTo>
                  <a:pt x="723007" y="41223"/>
                </a:lnTo>
                <a:lnTo>
                  <a:pt x="723027" y="40985"/>
                </a:lnTo>
                <a:lnTo>
                  <a:pt x="723049" y="40749"/>
                </a:lnTo>
                <a:lnTo>
                  <a:pt x="723072" y="40513"/>
                </a:lnTo>
                <a:lnTo>
                  <a:pt x="723098" y="40278"/>
                </a:lnTo>
                <a:lnTo>
                  <a:pt x="723126" y="40044"/>
                </a:lnTo>
                <a:lnTo>
                  <a:pt x="723156" y="39811"/>
                </a:lnTo>
                <a:lnTo>
                  <a:pt x="723188" y="39578"/>
                </a:lnTo>
                <a:lnTo>
                  <a:pt x="723223" y="39347"/>
                </a:lnTo>
                <a:lnTo>
                  <a:pt x="723259" y="39116"/>
                </a:lnTo>
                <a:lnTo>
                  <a:pt x="723297" y="38886"/>
                </a:lnTo>
                <a:lnTo>
                  <a:pt x="723338" y="38656"/>
                </a:lnTo>
                <a:lnTo>
                  <a:pt x="723380" y="38428"/>
                </a:lnTo>
                <a:lnTo>
                  <a:pt x="723425" y="38200"/>
                </a:lnTo>
                <a:lnTo>
                  <a:pt x="723471" y="37973"/>
                </a:lnTo>
                <a:lnTo>
                  <a:pt x="723520" y="37747"/>
                </a:lnTo>
                <a:lnTo>
                  <a:pt x="723571" y="37522"/>
                </a:lnTo>
                <a:lnTo>
                  <a:pt x="723625" y="37299"/>
                </a:lnTo>
                <a:lnTo>
                  <a:pt x="723681" y="37079"/>
                </a:lnTo>
                <a:lnTo>
                  <a:pt x="723739" y="36860"/>
                </a:lnTo>
                <a:lnTo>
                  <a:pt x="723801" y="36644"/>
                </a:lnTo>
                <a:lnTo>
                  <a:pt x="723864" y="36429"/>
                </a:lnTo>
                <a:lnTo>
                  <a:pt x="723931" y="36217"/>
                </a:lnTo>
                <a:lnTo>
                  <a:pt x="723999" y="36007"/>
                </a:lnTo>
                <a:lnTo>
                  <a:pt x="724071" y="35799"/>
                </a:lnTo>
                <a:lnTo>
                  <a:pt x="724145" y="35593"/>
                </a:lnTo>
                <a:lnTo>
                  <a:pt x="724221" y="35389"/>
                </a:lnTo>
                <a:lnTo>
                  <a:pt x="724300" y="35187"/>
                </a:lnTo>
                <a:lnTo>
                  <a:pt x="724382" y="34987"/>
                </a:lnTo>
                <a:lnTo>
                  <a:pt x="724466" y="34789"/>
                </a:lnTo>
                <a:lnTo>
                  <a:pt x="724553" y="34594"/>
                </a:lnTo>
                <a:lnTo>
                  <a:pt x="724642" y="34400"/>
                </a:lnTo>
                <a:lnTo>
                  <a:pt x="724734" y="34209"/>
                </a:lnTo>
                <a:lnTo>
                  <a:pt x="724828" y="34019"/>
                </a:lnTo>
                <a:lnTo>
                  <a:pt x="724925" y="33832"/>
                </a:lnTo>
                <a:lnTo>
                  <a:pt x="725024" y="33646"/>
                </a:lnTo>
                <a:lnTo>
                  <a:pt x="725126" y="33463"/>
                </a:lnTo>
                <a:lnTo>
                  <a:pt x="725231" y="33282"/>
                </a:lnTo>
                <a:lnTo>
                  <a:pt x="725338" y="33103"/>
                </a:lnTo>
                <a:lnTo>
                  <a:pt x="725448" y="32926"/>
                </a:lnTo>
                <a:lnTo>
                  <a:pt x="725560" y="32751"/>
                </a:lnTo>
                <a:lnTo>
                  <a:pt x="725676" y="32580"/>
                </a:lnTo>
                <a:lnTo>
                  <a:pt x="725794" y="32411"/>
                </a:lnTo>
                <a:lnTo>
                  <a:pt x="725916" y="32245"/>
                </a:lnTo>
                <a:lnTo>
                  <a:pt x="726041" y="32082"/>
                </a:lnTo>
                <a:lnTo>
                  <a:pt x="726168" y="31922"/>
                </a:lnTo>
                <a:lnTo>
                  <a:pt x="726299" y="31764"/>
                </a:lnTo>
                <a:lnTo>
                  <a:pt x="726433" y="31610"/>
                </a:lnTo>
                <a:lnTo>
                  <a:pt x="726569" y="31458"/>
                </a:lnTo>
                <a:lnTo>
                  <a:pt x="726709" y="31309"/>
                </a:lnTo>
                <a:lnTo>
                  <a:pt x="726852" y="31163"/>
                </a:lnTo>
                <a:lnTo>
                  <a:pt x="726997" y="31020"/>
                </a:lnTo>
                <a:lnTo>
                  <a:pt x="727146" y="30880"/>
                </a:lnTo>
                <a:lnTo>
                  <a:pt x="727298" y="30743"/>
                </a:lnTo>
                <a:lnTo>
                  <a:pt x="727453" y="30609"/>
                </a:lnTo>
                <a:lnTo>
                  <a:pt x="727611" y="30477"/>
                </a:lnTo>
                <a:lnTo>
                  <a:pt x="727772" y="30349"/>
                </a:lnTo>
                <a:lnTo>
                  <a:pt x="727935" y="30223"/>
                </a:lnTo>
                <a:lnTo>
                  <a:pt x="728102" y="30100"/>
                </a:lnTo>
                <a:lnTo>
                  <a:pt x="728272" y="29980"/>
                </a:lnTo>
                <a:lnTo>
                  <a:pt x="728445" y="29863"/>
                </a:lnTo>
                <a:lnTo>
                  <a:pt x="728621" y="29749"/>
                </a:lnTo>
                <a:lnTo>
                  <a:pt x="728800" y="29637"/>
                </a:lnTo>
                <a:lnTo>
                  <a:pt x="728982" y="29529"/>
                </a:lnTo>
                <a:lnTo>
                  <a:pt x="729168" y="29424"/>
                </a:lnTo>
                <a:lnTo>
                  <a:pt x="729357" y="29323"/>
                </a:lnTo>
                <a:lnTo>
                  <a:pt x="729549" y="29227"/>
                </a:lnTo>
                <a:lnTo>
                  <a:pt x="729745" y="29136"/>
                </a:lnTo>
                <a:lnTo>
                  <a:pt x="729944" y="29049"/>
                </a:lnTo>
                <a:lnTo>
                  <a:pt x="730147" y="28966"/>
                </a:lnTo>
                <a:lnTo>
                  <a:pt x="730354" y="28888"/>
                </a:lnTo>
                <a:lnTo>
                  <a:pt x="730564" y="28814"/>
                </a:lnTo>
                <a:lnTo>
                  <a:pt x="730777" y="28745"/>
                </a:lnTo>
                <a:lnTo>
                  <a:pt x="730994" y="28680"/>
                </a:lnTo>
                <a:lnTo>
                  <a:pt x="731214" y="28620"/>
                </a:lnTo>
                <a:lnTo>
                  <a:pt x="731438" y="28564"/>
                </a:lnTo>
                <a:lnTo>
                  <a:pt x="731666" y="28513"/>
                </a:lnTo>
                <a:lnTo>
                  <a:pt x="731897" y="28466"/>
                </a:lnTo>
                <a:lnTo>
                  <a:pt x="732131" y="28424"/>
                </a:lnTo>
                <a:lnTo>
                  <a:pt x="732369" y="28386"/>
                </a:lnTo>
                <a:lnTo>
                  <a:pt x="732611" y="28352"/>
                </a:lnTo>
                <a:lnTo>
                  <a:pt x="732856" y="28323"/>
                </a:lnTo>
                <a:lnTo>
                  <a:pt x="733104" y="28299"/>
                </a:lnTo>
                <a:lnTo>
                  <a:pt x="733356" y="28279"/>
                </a:lnTo>
                <a:lnTo>
                  <a:pt x="733612" y="28263"/>
                </a:lnTo>
                <a:lnTo>
                  <a:pt x="733871" y="28252"/>
                </a:lnTo>
                <a:lnTo>
                  <a:pt x="734134" y="28245"/>
                </a:lnTo>
                <a:lnTo>
                  <a:pt x="734400" y="28243"/>
                </a:lnTo>
                <a:lnTo>
                  <a:pt x="734666" y="28245"/>
                </a:lnTo>
                <a:lnTo>
                  <a:pt x="734928" y="28252"/>
                </a:lnTo>
                <a:lnTo>
                  <a:pt x="735186" y="28263"/>
                </a:lnTo>
                <a:lnTo>
                  <a:pt x="735440" y="28279"/>
                </a:lnTo>
                <a:lnTo>
                  <a:pt x="735691" y="28299"/>
                </a:lnTo>
                <a:lnTo>
                  <a:pt x="735938" y="28323"/>
                </a:lnTo>
                <a:lnTo>
                  <a:pt x="736181" y="28352"/>
                </a:lnTo>
                <a:lnTo>
                  <a:pt x="736420" y="28386"/>
                </a:lnTo>
                <a:lnTo>
                  <a:pt x="736655" y="28424"/>
                </a:lnTo>
                <a:lnTo>
                  <a:pt x="736886" y="28466"/>
                </a:lnTo>
                <a:lnTo>
                  <a:pt x="737114" y="28513"/>
                </a:lnTo>
                <a:lnTo>
                  <a:pt x="737338" y="28564"/>
                </a:lnTo>
                <a:lnTo>
                  <a:pt x="737558" y="28620"/>
                </a:lnTo>
                <a:lnTo>
                  <a:pt x="737774" y="28680"/>
                </a:lnTo>
                <a:lnTo>
                  <a:pt x="737986" y="28745"/>
                </a:lnTo>
                <a:lnTo>
                  <a:pt x="738195" y="28814"/>
                </a:lnTo>
                <a:lnTo>
                  <a:pt x="738399" y="28888"/>
                </a:lnTo>
                <a:lnTo>
                  <a:pt x="738600" y="28966"/>
                </a:lnTo>
                <a:lnTo>
                  <a:pt x="738797" y="29049"/>
                </a:lnTo>
                <a:lnTo>
                  <a:pt x="738990" y="29136"/>
                </a:lnTo>
                <a:lnTo>
                  <a:pt x="739180" y="29227"/>
                </a:lnTo>
                <a:lnTo>
                  <a:pt x="739365" y="29323"/>
                </a:lnTo>
                <a:lnTo>
                  <a:pt x="739547" y="29424"/>
                </a:lnTo>
                <a:lnTo>
                  <a:pt x="739725" y="29529"/>
                </a:lnTo>
                <a:lnTo>
                  <a:pt x="739899" y="29637"/>
                </a:lnTo>
                <a:lnTo>
                  <a:pt x="740071" y="29748"/>
                </a:lnTo>
                <a:lnTo>
                  <a:pt x="740240" y="29862"/>
                </a:lnTo>
                <a:lnTo>
                  <a:pt x="740407" y="29979"/>
                </a:lnTo>
                <a:lnTo>
                  <a:pt x="740571" y="30098"/>
                </a:lnTo>
                <a:lnTo>
                  <a:pt x="740732" y="30220"/>
                </a:lnTo>
                <a:lnTo>
                  <a:pt x="740890" y="30345"/>
                </a:lnTo>
                <a:lnTo>
                  <a:pt x="741046" y="30472"/>
                </a:lnTo>
                <a:lnTo>
                  <a:pt x="741199" y="30602"/>
                </a:lnTo>
                <a:lnTo>
                  <a:pt x="741349" y="30735"/>
                </a:lnTo>
                <a:lnTo>
                  <a:pt x="741497" y="30871"/>
                </a:lnTo>
                <a:lnTo>
                  <a:pt x="741642" y="31009"/>
                </a:lnTo>
                <a:lnTo>
                  <a:pt x="741784" y="31150"/>
                </a:lnTo>
                <a:lnTo>
                  <a:pt x="741923" y="31294"/>
                </a:lnTo>
                <a:lnTo>
                  <a:pt x="742060" y="31440"/>
                </a:lnTo>
                <a:lnTo>
                  <a:pt x="742194" y="31589"/>
                </a:lnTo>
                <a:lnTo>
                  <a:pt x="742325" y="31741"/>
                </a:lnTo>
                <a:lnTo>
                  <a:pt x="742454" y="31896"/>
                </a:lnTo>
                <a:lnTo>
                  <a:pt x="742580" y="32053"/>
                </a:lnTo>
                <a:lnTo>
                  <a:pt x="742703" y="32213"/>
                </a:lnTo>
                <a:lnTo>
                  <a:pt x="742823" y="32375"/>
                </a:lnTo>
                <a:lnTo>
                  <a:pt x="742941" y="32541"/>
                </a:lnTo>
                <a:lnTo>
                  <a:pt x="743056" y="32709"/>
                </a:lnTo>
                <a:lnTo>
                  <a:pt x="743168" y="32880"/>
                </a:lnTo>
                <a:lnTo>
                  <a:pt x="743278" y="33053"/>
                </a:lnTo>
                <a:lnTo>
                  <a:pt x="743385" y="33229"/>
                </a:lnTo>
                <a:lnTo>
                  <a:pt x="743489" y="33407"/>
                </a:lnTo>
                <a:lnTo>
                  <a:pt x="743590" y="33587"/>
                </a:lnTo>
                <a:lnTo>
                  <a:pt x="743689" y="33769"/>
                </a:lnTo>
                <a:lnTo>
                  <a:pt x="743785" y="33953"/>
                </a:lnTo>
                <a:lnTo>
                  <a:pt x="743879" y="34140"/>
                </a:lnTo>
                <a:lnTo>
                  <a:pt x="743969" y="34329"/>
                </a:lnTo>
                <a:lnTo>
                  <a:pt x="744057" y="34520"/>
                </a:lnTo>
                <a:lnTo>
                  <a:pt x="744143" y="34713"/>
                </a:lnTo>
                <a:lnTo>
                  <a:pt x="744225" y="34909"/>
                </a:lnTo>
                <a:lnTo>
                  <a:pt x="744305" y="35107"/>
                </a:lnTo>
                <a:lnTo>
                  <a:pt x="744382" y="35307"/>
                </a:lnTo>
                <a:lnTo>
                  <a:pt x="744456" y="35509"/>
                </a:lnTo>
                <a:lnTo>
                  <a:pt x="744528" y="35714"/>
                </a:lnTo>
                <a:lnTo>
                  <a:pt x="744597" y="35921"/>
                </a:lnTo>
                <a:lnTo>
                  <a:pt x="744663" y="36130"/>
                </a:lnTo>
                <a:lnTo>
                  <a:pt x="744727" y="36341"/>
                </a:lnTo>
                <a:lnTo>
                  <a:pt x="744788" y="36555"/>
                </a:lnTo>
                <a:lnTo>
                  <a:pt x="744846" y="36770"/>
                </a:lnTo>
                <a:lnTo>
                  <a:pt x="744901" y="36988"/>
                </a:lnTo>
                <a:lnTo>
                  <a:pt x="744954" y="37209"/>
                </a:lnTo>
                <a:lnTo>
                  <a:pt x="745004" y="37431"/>
                </a:lnTo>
                <a:lnTo>
                  <a:pt x="745051" y="37656"/>
                </a:lnTo>
                <a:lnTo>
                  <a:pt x="745096" y="37882"/>
                </a:lnTo>
                <a:lnTo>
                  <a:pt x="745139" y="38109"/>
                </a:lnTo>
                <a:lnTo>
                  <a:pt x="745180" y="38336"/>
                </a:lnTo>
                <a:lnTo>
                  <a:pt x="745219" y="38565"/>
                </a:lnTo>
                <a:lnTo>
                  <a:pt x="745256" y="38794"/>
                </a:lnTo>
                <a:lnTo>
                  <a:pt x="745292" y="39024"/>
                </a:lnTo>
                <a:lnTo>
                  <a:pt x="745325" y="39255"/>
                </a:lnTo>
                <a:lnTo>
                  <a:pt x="745357" y="39487"/>
                </a:lnTo>
                <a:lnTo>
                  <a:pt x="745386" y="39719"/>
                </a:lnTo>
                <a:lnTo>
                  <a:pt x="745414" y="39952"/>
                </a:lnTo>
                <a:lnTo>
                  <a:pt x="745440" y="40187"/>
                </a:lnTo>
                <a:lnTo>
                  <a:pt x="745464" y="40421"/>
                </a:lnTo>
                <a:lnTo>
                  <a:pt x="745486" y="40657"/>
                </a:lnTo>
                <a:lnTo>
                  <a:pt x="745506" y="40894"/>
                </a:lnTo>
                <a:lnTo>
                  <a:pt x="745524" y="41131"/>
                </a:lnTo>
                <a:lnTo>
                  <a:pt x="745540" y="41369"/>
                </a:lnTo>
                <a:lnTo>
                  <a:pt x="745555" y="41608"/>
                </a:lnTo>
                <a:lnTo>
                  <a:pt x="745567" y="41848"/>
                </a:lnTo>
                <a:lnTo>
                  <a:pt x="745578" y="42088"/>
                </a:lnTo>
                <a:lnTo>
                  <a:pt x="745586" y="42330"/>
                </a:lnTo>
                <a:lnTo>
                  <a:pt x="745593" y="42572"/>
                </a:lnTo>
                <a:lnTo>
                  <a:pt x="745598" y="42815"/>
                </a:lnTo>
                <a:lnTo>
                  <a:pt x="745601" y="43058"/>
                </a:lnTo>
                <a:lnTo>
                  <a:pt x="745601" y="43303"/>
                </a:lnTo>
                <a:lnTo>
                  <a:pt x="745601" y="43547"/>
                </a:lnTo>
                <a:lnTo>
                  <a:pt x="745598" y="43791"/>
                </a:lnTo>
                <a:lnTo>
                  <a:pt x="745593" y="44034"/>
                </a:lnTo>
                <a:lnTo>
                  <a:pt x="745586" y="44277"/>
                </a:lnTo>
                <a:lnTo>
                  <a:pt x="745578" y="44519"/>
                </a:lnTo>
                <a:close/>
                <a:moveTo>
                  <a:pt x="780365" y="33357"/>
                </a:moveTo>
                <a:lnTo>
                  <a:pt x="780418" y="33062"/>
                </a:lnTo>
                <a:lnTo>
                  <a:pt x="780478" y="32776"/>
                </a:lnTo>
                <a:lnTo>
                  <a:pt x="780543" y="32496"/>
                </a:lnTo>
                <a:lnTo>
                  <a:pt x="780615" y="32225"/>
                </a:lnTo>
                <a:lnTo>
                  <a:pt x="780694" y="31961"/>
                </a:lnTo>
                <a:lnTo>
                  <a:pt x="780778" y="31705"/>
                </a:lnTo>
                <a:lnTo>
                  <a:pt x="780870" y="31456"/>
                </a:lnTo>
                <a:lnTo>
                  <a:pt x="780967" y="31215"/>
                </a:lnTo>
                <a:lnTo>
                  <a:pt x="781071" y="30982"/>
                </a:lnTo>
                <a:lnTo>
                  <a:pt x="781181" y="30756"/>
                </a:lnTo>
                <a:lnTo>
                  <a:pt x="781298" y="30538"/>
                </a:lnTo>
                <a:lnTo>
                  <a:pt x="781421" y="30327"/>
                </a:lnTo>
                <a:lnTo>
                  <a:pt x="781551" y="30125"/>
                </a:lnTo>
                <a:lnTo>
                  <a:pt x="781686" y="29930"/>
                </a:lnTo>
                <a:lnTo>
                  <a:pt x="781829" y="29742"/>
                </a:lnTo>
                <a:lnTo>
                  <a:pt x="781977" y="29562"/>
                </a:lnTo>
                <a:lnTo>
                  <a:pt x="782132" y="29390"/>
                </a:lnTo>
                <a:lnTo>
                  <a:pt x="782293" y="29226"/>
                </a:lnTo>
                <a:lnTo>
                  <a:pt x="782461" y="29069"/>
                </a:lnTo>
                <a:lnTo>
                  <a:pt x="782635" y="28920"/>
                </a:lnTo>
                <a:lnTo>
                  <a:pt x="782816" y="28778"/>
                </a:lnTo>
                <a:lnTo>
                  <a:pt x="783002" y="28643"/>
                </a:lnTo>
                <a:lnTo>
                  <a:pt x="783194" y="28514"/>
                </a:lnTo>
                <a:lnTo>
                  <a:pt x="783392" y="28390"/>
                </a:lnTo>
                <a:lnTo>
                  <a:pt x="783596" y="28273"/>
                </a:lnTo>
                <a:lnTo>
                  <a:pt x="783805" y="28161"/>
                </a:lnTo>
                <a:lnTo>
                  <a:pt x="784021" y="28055"/>
                </a:lnTo>
                <a:lnTo>
                  <a:pt x="784242" y="27954"/>
                </a:lnTo>
                <a:lnTo>
                  <a:pt x="784468" y="27860"/>
                </a:lnTo>
                <a:lnTo>
                  <a:pt x="784701" y="27771"/>
                </a:lnTo>
                <a:lnTo>
                  <a:pt x="784939" y="27687"/>
                </a:lnTo>
                <a:lnTo>
                  <a:pt x="785183" y="27610"/>
                </a:lnTo>
                <a:lnTo>
                  <a:pt x="785432" y="27538"/>
                </a:lnTo>
                <a:lnTo>
                  <a:pt x="785688" y="27472"/>
                </a:lnTo>
                <a:lnTo>
                  <a:pt x="785949" y="27412"/>
                </a:lnTo>
                <a:lnTo>
                  <a:pt x="786215" y="27357"/>
                </a:lnTo>
                <a:lnTo>
                  <a:pt x="786488" y="27309"/>
                </a:lnTo>
                <a:lnTo>
                  <a:pt x="786766" y="27265"/>
                </a:lnTo>
                <a:lnTo>
                  <a:pt x="787050" y="27228"/>
                </a:lnTo>
                <a:lnTo>
                  <a:pt x="787340" y="27197"/>
                </a:lnTo>
                <a:lnTo>
                  <a:pt x="787635" y="27171"/>
                </a:lnTo>
                <a:lnTo>
                  <a:pt x="787937" y="27151"/>
                </a:lnTo>
                <a:lnTo>
                  <a:pt x="788244" y="27136"/>
                </a:lnTo>
                <a:lnTo>
                  <a:pt x="788556" y="27128"/>
                </a:lnTo>
                <a:lnTo>
                  <a:pt x="788875" y="27125"/>
                </a:lnTo>
                <a:lnTo>
                  <a:pt x="789020" y="27125"/>
                </a:lnTo>
                <a:lnTo>
                  <a:pt x="789164" y="27126"/>
                </a:lnTo>
                <a:lnTo>
                  <a:pt x="789307" y="27128"/>
                </a:lnTo>
                <a:lnTo>
                  <a:pt x="789450" y="27131"/>
                </a:lnTo>
                <a:lnTo>
                  <a:pt x="789591" y="27135"/>
                </a:lnTo>
                <a:lnTo>
                  <a:pt x="789732" y="27139"/>
                </a:lnTo>
                <a:lnTo>
                  <a:pt x="789873" y="27144"/>
                </a:lnTo>
                <a:lnTo>
                  <a:pt x="790012" y="27150"/>
                </a:lnTo>
                <a:lnTo>
                  <a:pt x="790150" y="27157"/>
                </a:lnTo>
                <a:lnTo>
                  <a:pt x="790288" y="27165"/>
                </a:lnTo>
                <a:lnTo>
                  <a:pt x="790425" y="27173"/>
                </a:lnTo>
                <a:lnTo>
                  <a:pt x="790561" y="27182"/>
                </a:lnTo>
                <a:lnTo>
                  <a:pt x="790697" y="27192"/>
                </a:lnTo>
                <a:lnTo>
                  <a:pt x="790831" y="27203"/>
                </a:lnTo>
                <a:lnTo>
                  <a:pt x="790965" y="27215"/>
                </a:lnTo>
                <a:lnTo>
                  <a:pt x="791098" y="27227"/>
                </a:lnTo>
                <a:lnTo>
                  <a:pt x="791230" y="27240"/>
                </a:lnTo>
                <a:lnTo>
                  <a:pt x="791362" y="27254"/>
                </a:lnTo>
                <a:lnTo>
                  <a:pt x="791492" y="27269"/>
                </a:lnTo>
                <a:lnTo>
                  <a:pt x="791622" y="27284"/>
                </a:lnTo>
                <a:lnTo>
                  <a:pt x="791751" y="27301"/>
                </a:lnTo>
                <a:lnTo>
                  <a:pt x="791879" y="27318"/>
                </a:lnTo>
                <a:lnTo>
                  <a:pt x="792007" y="27336"/>
                </a:lnTo>
                <a:lnTo>
                  <a:pt x="792133" y="27355"/>
                </a:lnTo>
                <a:lnTo>
                  <a:pt x="792259" y="27375"/>
                </a:lnTo>
                <a:lnTo>
                  <a:pt x="792383" y="27396"/>
                </a:lnTo>
                <a:lnTo>
                  <a:pt x="792506" y="27419"/>
                </a:lnTo>
                <a:lnTo>
                  <a:pt x="792628" y="27444"/>
                </a:lnTo>
                <a:lnTo>
                  <a:pt x="792749" y="27470"/>
                </a:lnTo>
                <a:lnTo>
                  <a:pt x="792868" y="27498"/>
                </a:lnTo>
                <a:lnTo>
                  <a:pt x="792986" y="27528"/>
                </a:lnTo>
                <a:lnTo>
                  <a:pt x="793103" y="27559"/>
                </a:lnTo>
                <a:lnTo>
                  <a:pt x="793218" y="27592"/>
                </a:lnTo>
                <a:lnTo>
                  <a:pt x="793332" y="27626"/>
                </a:lnTo>
                <a:lnTo>
                  <a:pt x="793445" y="27662"/>
                </a:lnTo>
                <a:lnTo>
                  <a:pt x="793557" y="27699"/>
                </a:lnTo>
                <a:lnTo>
                  <a:pt x="793667" y="27738"/>
                </a:lnTo>
                <a:lnTo>
                  <a:pt x="793776" y="27779"/>
                </a:lnTo>
                <a:lnTo>
                  <a:pt x="793884" y="27821"/>
                </a:lnTo>
                <a:lnTo>
                  <a:pt x="793991" y="27865"/>
                </a:lnTo>
                <a:lnTo>
                  <a:pt x="794096" y="27911"/>
                </a:lnTo>
                <a:lnTo>
                  <a:pt x="794200" y="27958"/>
                </a:lnTo>
                <a:lnTo>
                  <a:pt x="794302" y="28006"/>
                </a:lnTo>
                <a:lnTo>
                  <a:pt x="794404" y="28057"/>
                </a:lnTo>
                <a:lnTo>
                  <a:pt x="794504" y="28108"/>
                </a:lnTo>
                <a:lnTo>
                  <a:pt x="794603" y="28162"/>
                </a:lnTo>
                <a:lnTo>
                  <a:pt x="794700" y="28217"/>
                </a:lnTo>
                <a:lnTo>
                  <a:pt x="794796" y="28274"/>
                </a:lnTo>
                <a:lnTo>
                  <a:pt x="794891" y="28332"/>
                </a:lnTo>
                <a:lnTo>
                  <a:pt x="794984" y="28392"/>
                </a:lnTo>
                <a:lnTo>
                  <a:pt x="795076" y="28454"/>
                </a:lnTo>
                <a:lnTo>
                  <a:pt x="795166" y="28518"/>
                </a:lnTo>
                <a:lnTo>
                  <a:pt x="795255" y="28584"/>
                </a:lnTo>
                <a:lnTo>
                  <a:pt x="795341" y="28652"/>
                </a:lnTo>
                <a:lnTo>
                  <a:pt x="795427" y="28722"/>
                </a:lnTo>
                <a:lnTo>
                  <a:pt x="795510" y="28794"/>
                </a:lnTo>
                <a:lnTo>
                  <a:pt x="795592" y="28867"/>
                </a:lnTo>
                <a:lnTo>
                  <a:pt x="795673" y="28943"/>
                </a:lnTo>
                <a:lnTo>
                  <a:pt x="795752" y="29020"/>
                </a:lnTo>
                <a:lnTo>
                  <a:pt x="795829" y="29099"/>
                </a:lnTo>
                <a:lnTo>
                  <a:pt x="795905" y="29181"/>
                </a:lnTo>
                <a:lnTo>
                  <a:pt x="795979" y="29264"/>
                </a:lnTo>
                <a:lnTo>
                  <a:pt x="796052" y="29349"/>
                </a:lnTo>
                <a:lnTo>
                  <a:pt x="796123" y="29436"/>
                </a:lnTo>
                <a:lnTo>
                  <a:pt x="796192" y="29525"/>
                </a:lnTo>
                <a:lnTo>
                  <a:pt x="796260" y="29616"/>
                </a:lnTo>
                <a:lnTo>
                  <a:pt x="796326" y="29709"/>
                </a:lnTo>
                <a:lnTo>
                  <a:pt x="796391" y="29803"/>
                </a:lnTo>
                <a:lnTo>
                  <a:pt x="796454" y="29900"/>
                </a:lnTo>
                <a:lnTo>
                  <a:pt x="796515" y="29998"/>
                </a:lnTo>
                <a:lnTo>
                  <a:pt x="796575" y="30099"/>
                </a:lnTo>
                <a:lnTo>
                  <a:pt x="796633" y="30201"/>
                </a:lnTo>
                <a:lnTo>
                  <a:pt x="796689" y="30306"/>
                </a:lnTo>
                <a:lnTo>
                  <a:pt x="796743" y="30414"/>
                </a:lnTo>
                <a:lnTo>
                  <a:pt x="796795" y="30525"/>
                </a:lnTo>
                <a:lnTo>
                  <a:pt x="796844" y="30638"/>
                </a:lnTo>
                <a:lnTo>
                  <a:pt x="796890" y="30755"/>
                </a:lnTo>
                <a:lnTo>
                  <a:pt x="796935" y="30875"/>
                </a:lnTo>
                <a:lnTo>
                  <a:pt x="796976" y="30998"/>
                </a:lnTo>
                <a:lnTo>
                  <a:pt x="797016" y="31124"/>
                </a:lnTo>
                <a:lnTo>
                  <a:pt x="797053" y="31253"/>
                </a:lnTo>
                <a:lnTo>
                  <a:pt x="797088" y="31385"/>
                </a:lnTo>
                <a:lnTo>
                  <a:pt x="797120" y="31520"/>
                </a:lnTo>
                <a:lnTo>
                  <a:pt x="797150" y="31658"/>
                </a:lnTo>
                <a:lnTo>
                  <a:pt x="797177" y="31799"/>
                </a:lnTo>
                <a:lnTo>
                  <a:pt x="797203" y="31944"/>
                </a:lnTo>
                <a:lnTo>
                  <a:pt x="797225" y="32091"/>
                </a:lnTo>
                <a:lnTo>
                  <a:pt x="797246" y="32241"/>
                </a:lnTo>
                <a:lnTo>
                  <a:pt x="797264" y="32394"/>
                </a:lnTo>
                <a:lnTo>
                  <a:pt x="797279" y="32551"/>
                </a:lnTo>
                <a:lnTo>
                  <a:pt x="797292" y="32710"/>
                </a:lnTo>
                <a:lnTo>
                  <a:pt x="797303" y="32872"/>
                </a:lnTo>
                <a:lnTo>
                  <a:pt x="797311" y="33038"/>
                </a:lnTo>
                <a:lnTo>
                  <a:pt x="797317" y="33206"/>
                </a:lnTo>
                <a:lnTo>
                  <a:pt x="797321" y="33378"/>
                </a:lnTo>
                <a:lnTo>
                  <a:pt x="797322" y="33552"/>
                </a:lnTo>
                <a:lnTo>
                  <a:pt x="797327" y="33719"/>
                </a:lnTo>
                <a:lnTo>
                  <a:pt x="797328" y="33882"/>
                </a:lnTo>
                <a:lnTo>
                  <a:pt x="797323" y="34042"/>
                </a:lnTo>
                <a:lnTo>
                  <a:pt x="797314" y="34199"/>
                </a:lnTo>
                <a:lnTo>
                  <a:pt x="797300" y="34352"/>
                </a:lnTo>
                <a:lnTo>
                  <a:pt x="797282" y="34502"/>
                </a:lnTo>
                <a:lnTo>
                  <a:pt x="797258" y="34649"/>
                </a:lnTo>
                <a:lnTo>
                  <a:pt x="797230" y="34792"/>
                </a:lnTo>
                <a:lnTo>
                  <a:pt x="797197" y="34932"/>
                </a:lnTo>
                <a:lnTo>
                  <a:pt x="797159" y="35068"/>
                </a:lnTo>
                <a:lnTo>
                  <a:pt x="797116" y="35202"/>
                </a:lnTo>
                <a:lnTo>
                  <a:pt x="797069" y="35332"/>
                </a:lnTo>
                <a:lnTo>
                  <a:pt x="797017" y="35458"/>
                </a:lnTo>
                <a:lnTo>
                  <a:pt x="796960" y="35581"/>
                </a:lnTo>
                <a:lnTo>
                  <a:pt x="796898" y="35701"/>
                </a:lnTo>
                <a:lnTo>
                  <a:pt x="796832" y="35817"/>
                </a:lnTo>
                <a:lnTo>
                  <a:pt x="796760" y="35931"/>
                </a:lnTo>
                <a:lnTo>
                  <a:pt x="796684" y="36040"/>
                </a:lnTo>
                <a:lnTo>
                  <a:pt x="796603" y="36147"/>
                </a:lnTo>
                <a:lnTo>
                  <a:pt x="796518" y="36250"/>
                </a:lnTo>
                <a:lnTo>
                  <a:pt x="796427" y="36350"/>
                </a:lnTo>
                <a:lnTo>
                  <a:pt x="796332" y="36446"/>
                </a:lnTo>
                <a:lnTo>
                  <a:pt x="796232" y="36539"/>
                </a:lnTo>
                <a:lnTo>
                  <a:pt x="796127" y="36629"/>
                </a:lnTo>
                <a:lnTo>
                  <a:pt x="796019" y="36716"/>
                </a:lnTo>
                <a:lnTo>
                  <a:pt x="795907" y="36801"/>
                </a:lnTo>
                <a:lnTo>
                  <a:pt x="795792" y="36885"/>
                </a:lnTo>
                <a:lnTo>
                  <a:pt x="795674" y="36966"/>
                </a:lnTo>
                <a:lnTo>
                  <a:pt x="795552" y="37046"/>
                </a:lnTo>
                <a:lnTo>
                  <a:pt x="795427" y="37125"/>
                </a:lnTo>
                <a:lnTo>
                  <a:pt x="795300" y="37201"/>
                </a:lnTo>
                <a:lnTo>
                  <a:pt x="795169" y="37276"/>
                </a:lnTo>
                <a:lnTo>
                  <a:pt x="795035" y="37349"/>
                </a:lnTo>
                <a:lnTo>
                  <a:pt x="794897" y="37420"/>
                </a:lnTo>
                <a:lnTo>
                  <a:pt x="794757" y="37490"/>
                </a:lnTo>
                <a:lnTo>
                  <a:pt x="794613" y="37558"/>
                </a:lnTo>
                <a:lnTo>
                  <a:pt x="794466" y="37624"/>
                </a:lnTo>
                <a:lnTo>
                  <a:pt x="794316" y="37688"/>
                </a:lnTo>
                <a:lnTo>
                  <a:pt x="794162" y="37750"/>
                </a:lnTo>
                <a:lnTo>
                  <a:pt x="794006" y="37811"/>
                </a:lnTo>
                <a:lnTo>
                  <a:pt x="793846" y="37870"/>
                </a:lnTo>
                <a:lnTo>
                  <a:pt x="793683" y="37927"/>
                </a:lnTo>
                <a:lnTo>
                  <a:pt x="793517" y="37983"/>
                </a:lnTo>
                <a:lnTo>
                  <a:pt x="793348" y="38037"/>
                </a:lnTo>
                <a:lnTo>
                  <a:pt x="793175" y="38089"/>
                </a:lnTo>
                <a:lnTo>
                  <a:pt x="793000" y="38139"/>
                </a:lnTo>
                <a:lnTo>
                  <a:pt x="792821" y="38187"/>
                </a:lnTo>
                <a:lnTo>
                  <a:pt x="792639" y="38234"/>
                </a:lnTo>
                <a:lnTo>
                  <a:pt x="792454" y="38280"/>
                </a:lnTo>
                <a:lnTo>
                  <a:pt x="792267" y="38324"/>
                </a:lnTo>
                <a:lnTo>
                  <a:pt x="792078" y="38368"/>
                </a:lnTo>
                <a:lnTo>
                  <a:pt x="791887" y="38410"/>
                </a:lnTo>
                <a:lnTo>
                  <a:pt x="791693" y="38452"/>
                </a:lnTo>
                <a:lnTo>
                  <a:pt x="791497" y="38492"/>
                </a:lnTo>
                <a:lnTo>
                  <a:pt x="791299" y="38532"/>
                </a:lnTo>
                <a:lnTo>
                  <a:pt x="791098" y="38571"/>
                </a:lnTo>
                <a:lnTo>
                  <a:pt x="790896" y="38609"/>
                </a:lnTo>
                <a:lnTo>
                  <a:pt x="790691" y="38645"/>
                </a:lnTo>
                <a:lnTo>
                  <a:pt x="790484" y="38681"/>
                </a:lnTo>
                <a:lnTo>
                  <a:pt x="790275" y="38716"/>
                </a:lnTo>
                <a:lnTo>
                  <a:pt x="790063" y="38750"/>
                </a:lnTo>
                <a:lnTo>
                  <a:pt x="789849" y="38783"/>
                </a:lnTo>
                <a:lnTo>
                  <a:pt x="789633" y="38815"/>
                </a:lnTo>
                <a:lnTo>
                  <a:pt x="789415" y="38846"/>
                </a:lnTo>
                <a:lnTo>
                  <a:pt x="789194" y="38876"/>
                </a:lnTo>
                <a:lnTo>
                  <a:pt x="788972" y="38906"/>
                </a:lnTo>
                <a:lnTo>
                  <a:pt x="788747" y="38934"/>
                </a:lnTo>
                <a:lnTo>
                  <a:pt x="788520" y="38961"/>
                </a:lnTo>
                <a:lnTo>
                  <a:pt x="788290" y="38987"/>
                </a:lnTo>
                <a:lnTo>
                  <a:pt x="788059" y="39013"/>
                </a:lnTo>
                <a:lnTo>
                  <a:pt x="787825" y="39037"/>
                </a:lnTo>
                <a:lnTo>
                  <a:pt x="787589" y="39061"/>
                </a:lnTo>
                <a:lnTo>
                  <a:pt x="787351" y="39084"/>
                </a:lnTo>
                <a:lnTo>
                  <a:pt x="787114" y="39108"/>
                </a:lnTo>
                <a:lnTo>
                  <a:pt x="786876" y="39133"/>
                </a:lnTo>
                <a:lnTo>
                  <a:pt x="786638" y="39158"/>
                </a:lnTo>
                <a:lnTo>
                  <a:pt x="786399" y="39184"/>
                </a:lnTo>
                <a:lnTo>
                  <a:pt x="786160" y="39210"/>
                </a:lnTo>
                <a:lnTo>
                  <a:pt x="785921" y="39237"/>
                </a:lnTo>
                <a:lnTo>
                  <a:pt x="785681" y="39265"/>
                </a:lnTo>
                <a:lnTo>
                  <a:pt x="785442" y="39294"/>
                </a:lnTo>
                <a:lnTo>
                  <a:pt x="785201" y="39323"/>
                </a:lnTo>
                <a:lnTo>
                  <a:pt x="784961" y="39352"/>
                </a:lnTo>
                <a:lnTo>
                  <a:pt x="784720" y="39383"/>
                </a:lnTo>
                <a:lnTo>
                  <a:pt x="784479" y="39414"/>
                </a:lnTo>
                <a:lnTo>
                  <a:pt x="784238" y="39445"/>
                </a:lnTo>
                <a:lnTo>
                  <a:pt x="783996" y="39477"/>
                </a:lnTo>
                <a:lnTo>
                  <a:pt x="783754" y="39510"/>
                </a:lnTo>
                <a:lnTo>
                  <a:pt x="783511" y="39544"/>
                </a:lnTo>
                <a:lnTo>
                  <a:pt x="783269" y="39578"/>
                </a:lnTo>
                <a:lnTo>
                  <a:pt x="783026" y="39613"/>
                </a:lnTo>
                <a:lnTo>
                  <a:pt x="782782" y="39648"/>
                </a:lnTo>
                <a:lnTo>
                  <a:pt x="782539" y="39684"/>
                </a:lnTo>
                <a:lnTo>
                  <a:pt x="782295" y="39721"/>
                </a:lnTo>
                <a:lnTo>
                  <a:pt x="782050" y="39758"/>
                </a:lnTo>
                <a:lnTo>
                  <a:pt x="781806" y="39796"/>
                </a:lnTo>
                <a:lnTo>
                  <a:pt x="781561" y="39835"/>
                </a:lnTo>
                <a:lnTo>
                  <a:pt x="781316" y="39875"/>
                </a:lnTo>
                <a:lnTo>
                  <a:pt x="781072" y="39916"/>
                </a:lnTo>
                <a:lnTo>
                  <a:pt x="780828" y="39958"/>
                </a:lnTo>
                <a:lnTo>
                  <a:pt x="780583" y="40001"/>
                </a:lnTo>
                <a:lnTo>
                  <a:pt x="780339" y="40045"/>
                </a:lnTo>
                <a:lnTo>
                  <a:pt x="780096" y="40091"/>
                </a:lnTo>
                <a:lnTo>
                  <a:pt x="779852" y="40137"/>
                </a:lnTo>
                <a:lnTo>
                  <a:pt x="779609" y="40185"/>
                </a:lnTo>
                <a:lnTo>
                  <a:pt x="779365" y="40234"/>
                </a:lnTo>
                <a:lnTo>
                  <a:pt x="779122" y="40284"/>
                </a:lnTo>
                <a:lnTo>
                  <a:pt x="778879" y="40335"/>
                </a:lnTo>
                <a:lnTo>
                  <a:pt x="778636" y="40387"/>
                </a:lnTo>
                <a:lnTo>
                  <a:pt x="778393" y="40440"/>
                </a:lnTo>
                <a:lnTo>
                  <a:pt x="778151" y="40495"/>
                </a:lnTo>
                <a:lnTo>
                  <a:pt x="777908" y="40550"/>
                </a:lnTo>
                <a:lnTo>
                  <a:pt x="777666" y="40607"/>
                </a:lnTo>
                <a:lnTo>
                  <a:pt x="777424" y="40665"/>
                </a:lnTo>
                <a:lnTo>
                  <a:pt x="777182" y="40724"/>
                </a:lnTo>
                <a:lnTo>
                  <a:pt x="776940" y="40784"/>
                </a:lnTo>
                <a:lnTo>
                  <a:pt x="776699" y="40845"/>
                </a:lnTo>
                <a:lnTo>
                  <a:pt x="776457" y="40907"/>
                </a:lnTo>
                <a:lnTo>
                  <a:pt x="776216" y="40970"/>
                </a:lnTo>
                <a:lnTo>
                  <a:pt x="775975" y="41035"/>
                </a:lnTo>
                <a:lnTo>
                  <a:pt x="775735" y="41101"/>
                </a:lnTo>
                <a:lnTo>
                  <a:pt x="775497" y="41170"/>
                </a:lnTo>
                <a:lnTo>
                  <a:pt x="775262" y="41242"/>
                </a:lnTo>
                <a:lnTo>
                  <a:pt x="775029" y="41316"/>
                </a:lnTo>
                <a:lnTo>
                  <a:pt x="774798" y="41394"/>
                </a:lnTo>
                <a:lnTo>
                  <a:pt x="774569" y="41474"/>
                </a:lnTo>
                <a:lnTo>
                  <a:pt x="774343" y="41556"/>
                </a:lnTo>
                <a:lnTo>
                  <a:pt x="774118" y="41642"/>
                </a:lnTo>
                <a:lnTo>
                  <a:pt x="773896" y="41730"/>
                </a:lnTo>
                <a:lnTo>
                  <a:pt x="773677" y="41820"/>
                </a:lnTo>
                <a:lnTo>
                  <a:pt x="773459" y="41914"/>
                </a:lnTo>
                <a:lnTo>
                  <a:pt x="773244" y="42010"/>
                </a:lnTo>
                <a:lnTo>
                  <a:pt x="773031" y="42109"/>
                </a:lnTo>
                <a:lnTo>
                  <a:pt x="772820" y="42211"/>
                </a:lnTo>
                <a:lnTo>
                  <a:pt x="772611" y="42315"/>
                </a:lnTo>
                <a:lnTo>
                  <a:pt x="772405" y="42422"/>
                </a:lnTo>
                <a:lnTo>
                  <a:pt x="772200" y="42532"/>
                </a:lnTo>
                <a:lnTo>
                  <a:pt x="771998" y="42644"/>
                </a:lnTo>
                <a:lnTo>
                  <a:pt x="771799" y="42759"/>
                </a:lnTo>
                <a:lnTo>
                  <a:pt x="771601" y="42877"/>
                </a:lnTo>
                <a:lnTo>
                  <a:pt x="771406" y="42998"/>
                </a:lnTo>
                <a:lnTo>
                  <a:pt x="771213" y="43121"/>
                </a:lnTo>
                <a:lnTo>
                  <a:pt x="771022" y="43247"/>
                </a:lnTo>
                <a:lnTo>
                  <a:pt x="770833" y="43376"/>
                </a:lnTo>
                <a:lnTo>
                  <a:pt x="770647" y="43508"/>
                </a:lnTo>
                <a:lnTo>
                  <a:pt x="770464" y="43643"/>
                </a:lnTo>
                <a:lnTo>
                  <a:pt x="770284" y="43782"/>
                </a:lnTo>
                <a:lnTo>
                  <a:pt x="770107" y="43925"/>
                </a:lnTo>
                <a:lnTo>
                  <a:pt x="769932" y="44072"/>
                </a:lnTo>
                <a:lnTo>
                  <a:pt x="769761" y="44222"/>
                </a:lnTo>
                <a:lnTo>
                  <a:pt x="769592" y="44376"/>
                </a:lnTo>
                <a:lnTo>
                  <a:pt x="769426" y="44533"/>
                </a:lnTo>
                <a:lnTo>
                  <a:pt x="769263" y="44695"/>
                </a:lnTo>
                <a:lnTo>
                  <a:pt x="769103" y="44860"/>
                </a:lnTo>
                <a:lnTo>
                  <a:pt x="768946" y="45028"/>
                </a:lnTo>
                <a:lnTo>
                  <a:pt x="768791" y="45200"/>
                </a:lnTo>
                <a:lnTo>
                  <a:pt x="768640" y="45376"/>
                </a:lnTo>
                <a:lnTo>
                  <a:pt x="768491" y="45556"/>
                </a:lnTo>
                <a:lnTo>
                  <a:pt x="768345" y="45739"/>
                </a:lnTo>
                <a:lnTo>
                  <a:pt x="768202" y="45926"/>
                </a:lnTo>
                <a:lnTo>
                  <a:pt x="768062" y="46117"/>
                </a:lnTo>
                <a:lnTo>
                  <a:pt x="767925" y="46311"/>
                </a:lnTo>
                <a:lnTo>
                  <a:pt x="767790" y="46509"/>
                </a:lnTo>
                <a:lnTo>
                  <a:pt x="767659" y="46710"/>
                </a:lnTo>
                <a:lnTo>
                  <a:pt x="767530" y="46916"/>
                </a:lnTo>
                <a:lnTo>
                  <a:pt x="767405" y="47124"/>
                </a:lnTo>
                <a:lnTo>
                  <a:pt x="767282" y="47337"/>
                </a:lnTo>
                <a:lnTo>
                  <a:pt x="767162" y="47553"/>
                </a:lnTo>
                <a:lnTo>
                  <a:pt x="767045" y="47774"/>
                </a:lnTo>
                <a:lnTo>
                  <a:pt x="766934" y="47999"/>
                </a:lnTo>
                <a:lnTo>
                  <a:pt x="766828" y="48230"/>
                </a:lnTo>
                <a:lnTo>
                  <a:pt x="766727" y="48465"/>
                </a:lnTo>
                <a:lnTo>
                  <a:pt x="766630" y="48705"/>
                </a:lnTo>
                <a:lnTo>
                  <a:pt x="766539" y="48951"/>
                </a:lnTo>
                <a:lnTo>
                  <a:pt x="766452" y="49201"/>
                </a:lnTo>
                <a:lnTo>
                  <a:pt x="766371" y="49456"/>
                </a:lnTo>
                <a:lnTo>
                  <a:pt x="766294" y="49716"/>
                </a:lnTo>
                <a:lnTo>
                  <a:pt x="766223" y="49981"/>
                </a:lnTo>
                <a:lnTo>
                  <a:pt x="766156" y="50251"/>
                </a:lnTo>
                <a:lnTo>
                  <a:pt x="766094" y="50526"/>
                </a:lnTo>
                <a:lnTo>
                  <a:pt x="766037" y="50805"/>
                </a:lnTo>
                <a:lnTo>
                  <a:pt x="765985" y="51090"/>
                </a:lnTo>
                <a:lnTo>
                  <a:pt x="765938" y="51380"/>
                </a:lnTo>
                <a:lnTo>
                  <a:pt x="765896" y="51674"/>
                </a:lnTo>
                <a:lnTo>
                  <a:pt x="765859" y="51974"/>
                </a:lnTo>
                <a:lnTo>
                  <a:pt x="765827" y="52278"/>
                </a:lnTo>
                <a:lnTo>
                  <a:pt x="765800" y="52588"/>
                </a:lnTo>
                <a:lnTo>
                  <a:pt x="765778" y="52902"/>
                </a:lnTo>
                <a:lnTo>
                  <a:pt x="765760" y="53222"/>
                </a:lnTo>
                <a:lnTo>
                  <a:pt x="765748" y="53546"/>
                </a:lnTo>
                <a:lnTo>
                  <a:pt x="765741" y="53875"/>
                </a:lnTo>
                <a:lnTo>
                  <a:pt x="765738" y="54209"/>
                </a:lnTo>
                <a:lnTo>
                  <a:pt x="765740" y="54513"/>
                </a:lnTo>
                <a:lnTo>
                  <a:pt x="765747" y="54814"/>
                </a:lnTo>
                <a:lnTo>
                  <a:pt x="765758" y="55112"/>
                </a:lnTo>
                <a:lnTo>
                  <a:pt x="765773" y="55405"/>
                </a:lnTo>
                <a:lnTo>
                  <a:pt x="765792" y="55696"/>
                </a:lnTo>
                <a:lnTo>
                  <a:pt x="765816" y="55983"/>
                </a:lnTo>
                <a:lnTo>
                  <a:pt x="765844" y="56266"/>
                </a:lnTo>
                <a:lnTo>
                  <a:pt x="765876" y="56546"/>
                </a:lnTo>
                <a:lnTo>
                  <a:pt x="765913" y="56822"/>
                </a:lnTo>
                <a:lnTo>
                  <a:pt x="765953" y="57095"/>
                </a:lnTo>
                <a:lnTo>
                  <a:pt x="765999" y="57364"/>
                </a:lnTo>
                <a:lnTo>
                  <a:pt x="766048" y="57630"/>
                </a:lnTo>
                <a:lnTo>
                  <a:pt x="766102" y="57892"/>
                </a:lnTo>
                <a:lnTo>
                  <a:pt x="766160" y="58151"/>
                </a:lnTo>
                <a:lnTo>
                  <a:pt x="766223" y="58406"/>
                </a:lnTo>
                <a:lnTo>
                  <a:pt x="766289" y="58658"/>
                </a:lnTo>
                <a:lnTo>
                  <a:pt x="766360" y="58906"/>
                </a:lnTo>
                <a:lnTo>
                  <a:pt x="766436" y="59151"/>
                </a:lnTo>
                <a:lnTo>
                  <a:pt x="766515" y="59392"/>
                </a:lnTo>
                <a:lnTo>
                  <a:pt x="766599" y="59630"/>
                </a:lnTo>
                <a:lnTo>
                  <a:pt x="766687" y="59864"/>
                </a:lnTo>
                <a:lnTo>
                  <a:pt x="766780" y="60095"/>
                </a:lnTo>
                <a:lnTo>
                  <a:pt x="766877" y="60322"/>
                </a:lnTo>
                <a:lnTo>
                  <a:pt x="766978" y="60545"/>
                </a:lnTo>
                <a:lnTo>
                  <a:pt x="767083" y="60766"/>
                </a:lnTo>
                <a:lnTo>
                  <a:pt x="767191" y="60983"/>
                </a:lnTo>
                <a:lnTo>
                  <a:pt x="767303" y="61197"/>
                </a:lnTo>
                <a:lnTo>
                  <a:pt x="767418" y="61407"/>
                </a:lnTo>
                <a:lnTo>
                  <a:pt x="767536" y="61615"/>
                </a:lnTo>
                <a:lnTo>
                  <a:pt x="767658" y="61819"/>
                </a:lnTo>
                <a:lnTo>
                  <a:pt x="767783" y="62020"/>
                </a:lnTo>
                <a:lnTo>
                  <a:pt x="767912" y="62218"/>
                </a:lnTo>
                <a:lnTo>
                  <a:pt x="768043" y="62413"/>
                </a:lnTo>
                <a:lnTo>
                  <a:pt x="768178" y="62604"/>
                </a:lnTo>
                <a:lnTo>
                  <a:pt x="768317" y="62793"/>
                </a:lnTo>
                <a:lnTo>
                  <a:pt x="768458" y="62978"/>
                </a:lnTo>
                <a:lnTo>
                  <a:pt x="768604" y="63160"/>
                </a:lnTo>
                <a:lnTo>
                  <a:pt x="768752" y="63339"/>
                </a:lnTo>
                <a:lnTo>
                  <a:pt x="768904" y="63514"/>
                </a:lnTo>
                <a:lnTo>
                  <a:pt x="769059" y="63687"/>
                </a:lnTo>
                <a:lnTo>
                  <a:pt x="769217" y="63856"/>
                </a:lnTo>
                <a:lnTo>
                  <a:pt x="769379" y="64022"/>
                </a:lnTo>
                <a:lnTo>
                  <a:pt x="769544" y="64185"/>
                </a:lnTo>
                <a:lnTo>
                  <a:pt x="769713" y="64345"/>
                </a:lnTo>
                <a:lnTo>
                  <a:pt x="769885" y="64501"/>
                </a:lnTo>
                <a:lnTo>
                  <a:pt x="770060" y="64654"/>
                </a:lnTo>
                <a:lnTo>
                  <a:pt x="770238" y="64804"/>
                </a:lnTo>
                <a:lnTo>
                  <a:pt x="770420" y="64951"/>
                </a:lnTo>
                <a:lnTo>
                  <a:pt x="770605" y="65095"/>
                </a:lnTo>
                <a:lnTo>
                  <a:pt x="770793" y="65236"/>
                </a:lnTo>
                <a:lnTo>
                  <a:pt x="770983" y="65373"/>
                </a:lnTo>
                <a:lnTo>
                  <a:pt x="771175" y="65507"/>
                </a:lnTo>
                <a:lnTo>
                  <a:pt x="771370" y="65638"/>
                </a:lnTo>
                <a:lnTo>
                  <a:pt x="771568" y="65766"/>
                </a:lnTo>
                <a:lnTo>
                  <a:pt x="771768" y="65891"/>
                </a:lnTo>
                <a:lnTo>
                  <a:pt x="771971" y="66012"/>
                </a:lnTo>
                <a:lnTo>
                  <a:pt x="772176" y="66130"/>
                </a:lnTo>
                <a:lnTo>
                  <a:pt x="772384" y="66246"/>
                </a:lnTo>
                <a:lnTo>
                  <a:pt x="772594" y="66357"/>
                </a:lnTo>
                <a:lnTo>
                  <a:pt x="772807" y="66466"/>
                </a:lnTo>
                <a:lnTo>
                  <a:pt x="773023" y="66572"/>
                </a:lnTo>
                <a:lnTo>
                  <a:pt x="773241" y="66674"/>
                </a:lnTo>
                <a:lnTo>
                  <a:pt x="773461" y="66773"/>
                </a:lnTo>
                <a:lnTo>
                  <a:pt x="773685" y="66869"/>
                </a:lnTo>
                <a:lnTo>
                  <a:pt x="773910" y="66962"/>
                </a:lnTo>
                <a:lnTo>
                  <a:pt x="774139" y="67051"/>
                </a:lnTo>
                <a:lnTo>
                  <a:pt x="774369" y="67138"/>
                </a:lnTo>
                <a:lnTo>
                  <a:pt x="774603" y="67221"/>
                </a:lnTo>
                <a:lnTo>
                  <a:pt x="774839" y="67301"/>
                </a:lnTo>
                <a:lnTo>
                  <a:pt x="775077" y="67378"/>
                </a:lnTo>
                <a:lnTo>
                  <a:pt x="775318" y="67452"/>
                </a:lnTo>
                <a:lnTo>
                  <a:pt x="775562" y="67522"/>
                </a:lnTo>
                <a:lnTo>
                  <a:pt x="775807" y="67590"/>
                </a:lnTo>
                <a:lnTo>
                  <a:pt x="776055" y="67654"/>
                </a:lnTo>
                <a:lnTo>
                  <a:pt x="776303" y="67716"/>
                </a:lnTo>
                <a:lnTo>
                  <a:pt x="776554" y="67775"/>
                </a:lnTo>
                <a:lnTo>
                  <a:pt x="776806" y="67831"/>
                </a:lnTo>
                <a:lnTo>
                  <a:pt x="777060" y="67884"/>
                </a:lnTo>
                <a:lnTo>
                  <a:pt x="777315" y="67934"/>
                </a:lnTo>
                <a:lnTo>
                  <a:pt x="777572" y="67981"/>
                </a:lnTo>
                <a:lnTo>
                  <a:pt x="777830" y="68026"/>
                </a:lnTo>
                <a:lnTo>
                  <a:pt x="778090" y="68067"/>
                </a:lnTo>
                <a:lnTo>
                  <a:pt x="778352" y="68106"/>
                </a:lnTo>
                <a:lnTo>
                  <a:pt x="778615" y="68142"/>
                </a:lnTo>
                <a:lnTo>
                  <a:pt x="778880" y="68175"/>
                </a:lnTo>
                <a:lnTo>
                  <a:pt x="779146" y="68205"/>
                </a:lnTo>
                <a:lnTo>
                  <a:pt x="779414" y="68232"/>
                </a:lnTo>
                <a:lnTo>
                  <a:pt x="779683" y="68257"/>
                </a:lnTo>
                <a:lnTo>
                  <a:pt x="779955" y="68278"/>
                </a:lnTo>
                <a:lnTo>
                  <a:pt x="780227" y="68297"/>
                </a:lnTo>
                <a:lnTo>
                  <a:pt x="780501" y="68313"/>
                </a:lnTo>
                <a:lnTo>
                  <a:pt x="780777" y="68326"/>
                </a:lnTo>
                <a:lnTo>
                  <a:pt x="781055" y="68336"/>
                </a:lnTo>
                <a:lnTo>
                  <a:pt x="781334" y="68343"/>
                </a:lnTo>
                <a:lnTo>
                  <a:pt x="781614" y="68347"/>
                </a:lnTo>
                <a:lnTo>
                  <a:pt x="781897" y="68349"/>
                </a:lnTo>
                <a:lnTo>
                  <a:pt x="782264" y="68346"/>
                </a:lnTo>
                <a:lnTo>
                  <a:pt x="782630" y="68340"/>
                </a:lnTo>
                <a:lnTo>
                  <a:pt x="782996" y="68329"/>
                </a:lnTo>
                <a:lnTo>
                  <a:pt x="783361" y="68313"/>
                </a:lnTo>
                <a:lnTo>
                  <a:pt x="783725" y="68293"/>
                </a:lnTo>
                <a:lnTo>
                  <a:pt x="784089" y="68268"/>
                </a:lnTo>
                <a:lnTo>
                  <a:pt x="784452" y="68239"/>
                </a:lnTo>
                <a:lnTo>
                  <a:pt x="784814" y="68206"/>
                </a:lnTo>
                <a:lnTo>
                  <a:pt x="785176" y="68168"/>
                </a:lnTo>
                <a:lnTo>
                  <a:pt x="785537" y="68126"/>
                </a:lnTo>
                <a:lnTo>
                  <a:pt x="785898" y="68079"/>
                </a:lnTo>
                <a:lnTo>
                  <a:pt x="786258" y="68028"/>
                </a:lnTo>
                <a:lnTo>
                  <a:pt x="786617" y="67972"/>
                </a:lnTo>
                <a:lnTo>
                  <a:pt x="786976" y="67912"/>
                </a:lnTo>
                <a:lnTo>
                  <a:pt x="787334" y="67847"/>
                </a:lnTo>
                <a:lnTo>
                  <a:pt x="787691" y="67778"/>
                </a:lnTo>
                <a:lnTo>
                  <a:pt x="788048" y="67704"/>
                </a:lnTo>
                <a:lnTo>
                  <a:pt x="788404" y="67626"/>
                </a:lnTo>
                <a:lnTo>
                  <a:pt x="788760" y="67544"/>
                </a:lnTo>
                <a:lnTo>
                  <a:pt x="789115" y="67457"/>
                </a:lnTo>
                <a:lnTo>
                  <a:pt x="789469" y="67365"/>
                </a:lnTo>
                <a:lnTo>
                  <a:pt x="789822" y="67269"/>
                </a:lnTo>
                <a:lnTo>
                  <a:pt x="790175" y="67169"/>
                </a:lnTo>
                <a:lnTo>
                  <a:pt x="790528" y="67064"/>
                </a:lnTo>
                <a:lnTo>
                  <a:pt x="790878" y="66953"/>
                </a:lnTo>
                <a:lnTo>
                  <a:pt x="791224" y="66836"/>
                </a:lnTo>
                <a:lnTo>
                  <a:pt x="791566" y="66712"/>
                </a:lnTo>
                <a:lnTo>
                  <a:pt x="791905" y="66582"/>
                </a:lnTo>
                <a:lnTo>
                  <a:pt x="792240" y="66444"/>
                </a:lnTo>
                <a:lnTo>
                  <a:pt x="792571" y="66301"/>
                </a:lnTo>
                <a:lnTo>
                  <a:pt x="792898" y="66150"/>
                </a:lnTo>
                <a:lnTo>
                  <a:pt x="793221" y="65992"/>
                </a:lnTo>
                <a:lnTo>
                  <a:pt x="793541" y="65828"/>
                </a:lnTo>
                <a:lnTo>
                  <a:pt x="793856" y="65658"/>
                </a:lnTo>
                <a:lnTo>
                  <a:pt x="794168" y="65480"/>
                </a:lnTo>
                <a:lnTo>
                  <a:pt x="794476" y="65296"/>
                </a:lnTo>
                <a:lnTo>
                  <a:pt x="794780" y="65105"/>
                </a:lnTo>
                <a:lnTo>
                  <a:pt x="795080" y="64908"/>
                </a:lnTo>
                <a:lnTo>
                  <a:pt x="795377" y="64703"/>
                </a:lnTo>
                <a:lnTo>
                  <a:pt x="795669" y="64493"/>
                </a:lnTo>
                <a:lnTo>
                  <a:pt x="795958" y="64275"/>
                </a:lnTo>
                <a:lnTo>
                  <a:pt x="796243" y="64051"/>
                </a:lnTo>
                <a:lnTo>
                  <a:pt x="796524" y="63820"/>
                </a:lnTo>
                <a:lnTo>
                  <a:pt x="796802" y="63582"/>
                </a:lnTo>
                <a:lnTo>
                  <a:pt x="797075" y="63338"/>
                </a:lnTo>
                <a:lnTo>
                  <a:pt x="797345" y="63086"/>
                </a:lnTo>
                <a:lnTo>
                  <a:pt x="797611" y="62829"/>
                </a:lnTo>
                <a:lnTo>
                  <a:pt x="797873" y="62564"/>
                </a:lnTo>
                <a:lnTo>
                  <a:pt x="797881" y="62664"/>
                </a:lnTo>
                <a:lnTo>
                  <a:pt x="797889" y="62763"/>
                </a:lnTo>
                <a:lnTo>
                  <a:pt x="797898" y="62862"/>
                </a:lnTo>
                <a:lnTo>
                  <a:pt x="797907" y="62961"/>
                </a:lnTo>
                <a:lnTo>
                  <a:pt x="797917" y="63060"/>
                </a:lnTo>
                <a:lnTo>
                  <a:pt x="797927" y="63158"/>
                </a:lnTo>
                <a:lnTo>
                  <a:pt x="797938" y="63257"/>
                </a:lnTo>
                <a:lnTo>
                  <a:pt x="797949" y="63355"/>
                </a:lnTo>
                <a:lnTo>
                  <a:pt x="797961" y="63453"/>
                </a:lnTo>
                <a:lnTo>
                  <a:pt x="797973" y="63551"/>
                </a:lnTo>
                <a:lnTo>
                  <a:pt x="797985" y="63649"/>
                </a:lnTo>
                <a:lnTo>
                  <a:pt x="797999" y="63747"/>
                </a:lnTo>
                <a:lnTo>
                  <a:pt x="798012" y="63844"/>
                </a:lnTo>
                <a:lnTo>
                  <a:pt x="798026" y="63941"/>
                </a:lnTo>
                <a:lnTo>
                  <a:pt x="798041" y="64039"/>
                </a:lnTo>
                <a:lnTo>
                  <a:pt x="798056" y="64136"/>
                </a:lnTo>
                <a:lnTo>
                  <a:pt x="798071" y="64233"/>
                </a:lnTo>
                <a:lnTo>
                  <a:pt x="798087" y="64329"/>
                </a:lnTo>
                <a:lnTo>
                  <a:pt x="798104" y="64426"/>
                </a:lnTo>
                <a:lnTo>
                  <a:pt x="798121" y="64522"/>
                </a:lnTo>
                <a:lnTo>
                  <a:pt x="798138" y="64619"/>
                </a:lnTo>
                <a:lnTo>
                  <a:pt x="798156" y="64715"/>
                </a:lnTo>
                <a:lnTo>
                  <a:pt x="798175" y="64811"/>
                </a:lnTo>
                <a:lnTo>
                  <a:pt x="798194" y="64907"/>
                </a:lnTo>
                <a:lnTo>
                  <a:pt x="798213" y="65002"/>
                </a:lnTo>
                <a:lnTo>
                  <a:pt x="798233" y="65097"/>
                </a:lnTo>
                <a:lnTo>
                  <a:pt x="798253" y="65193"/>
                </a:lnTo>
                <a:lnTo>
                  <a:pt x="798274" y="65288"/>
                </a:lnTo>
                <a:lnTo>
                  <a:pt x="798295" y="65383"/>
                </a:lnTo>
                <a:lnTo>
                  <a:pt x="798317" y="65477"/>
                </a:lnTo>
                <a:lnTo>
                  <a:pt x="798339" y="65572"/>
                </a:lnTo>
                <a:lnTo>
                  <a:pt x="798362" y="65666"/>
                </a:lnTo>
                <a:lnTo>
                  <a:pt x="798385" y="65761"/>
                </a:lnTo>
                <a:lnTo>
                  <a:pt x="798409" y="65855"/>
                </a:lnTo>
                <a:lnTo>
                  <a:pt x="798433" y="65949"/>
                </a:lnTo>
                <a:lnTo>
                  <a:pt x="798458" y="66042"/>
                </a:lnTo>
                <a:lnTo>
                  <a:pt x="798483" y="66136"/>
                </a:lnTo>
                <a:lnTo>
                  <a:pt x="798508" y="66229"/>
                </a:lnTo>
                <a:lnTo>
                  <a:pt x="798534" y="66323"/>
                </a:lnTo>
                <a:lnTo>
                  <a:pt x="798561" y="66416"/>
                </a:lnTo>
                <a:lnTo>
                  <a:pt x="798588" y="66509"/>
                </a:lnTo>
                <a:lnTo>
                  <a:pt x="798615" y="66602"/>
                </a:lnTo>
                <a:lnTo>
                  <a:pt x="798643" y="66694"/>
                </a:lnTo>
                <a:lnTo>
                  <a:pt x="798672" y="66787"/>
                </a:lnTo>
                <a:lnTo>
                  <a:pt x="798701" y="66879"/>
                </a:lnTo>
                <a:lnTo>
                  <a:pt x="798730" y="66971"/>
                </a:lnTo>
                <a:lnTo>
                  <a:pt x="798760" y="67063"/>
                </a:lnTo>
                <a:lnTo>
                  <a:pt x="798790" y="67155"/>
                </a:lnTo>
                <a:lnTo>
                  <a:pt x="812011" y="67155"/>
                </a:lnTo>
                <a:lnTo>
                  <a:pt x="811936" y="67030"/>
                </a:lnTo>
                <a:lnTo>
                  <a:pt x="811862" y="66900"/>
                </a:lnTo>
                <a:lnTo>
                  <a:pt x="811790" y="66765"/>
                </a:lnTo>
                <a:lnTo>
                  <a:pt x="811720" y="66624"/>
                </a:lnTo>
                <a:lnTo>
                  <a:pt x="811653" y="66479"/>
                </a:lnTo>
                <a:lnTo>
                  <a:pt x="811587" y="66329"/>
                </a:lnTo>
                <a:lnTo>
                  <a:pt x="811523" y="66173"/>
                </a:lnTo>
                <a:lnTo>
                  <a:pt x="811460" y="66012"/>
                </a:lnTo>
                <a:lnTo>
                  <a:pt x="811400" y="65846"/>
                </a:lnTo>
                <a:lnTo>
                  <a:pt x="811342" y="65676"/>
                </a:lnTo>
                <a:lnTo>
                  <a:pt x="811286" y="65500"/>
                </a:lnTo>
                <a:lnTo>
                  <a:pt x="811231" y="65318"/>
                </a:lnTo>
                <a:lnTo>
                  <a:pt x="811178" y="65132"/>
                </a:lnTo>
                <a:lnTo>
                  <a:pt x="811128" y="64941"/>
                </a:lnTo>
                <a:lnTo>
                  <a:pt x="811079" y="64745"/>
                </a:lnTo>
                <a:lnTo>
                  <a:pt x="811032" y="64543"/>
                </a:lnTo>
                <a:lnTo>
                  <a:pt x="810987" y="64337"/>
                </a:lnTo>
                <a:lnTo>
                  <a:pt x="810944" y="64125"/>
                </a:lnTo>
                <a:lnTo>
                  <a:pt x="810903" y="63908"/>
                </a:lnTo>
                <a:lnTo>
                  <a:pt x="810864" y="63686"/>
                </a:lnTo>
                <a:lnTo>
                  <a:pt x="810827" y="63459"/>
                </a:lnTo>
                <a:lnTo>
                  <a:pt x="810791" y="63227"/>
                </a:lnTo>
                <a:lnTo>
                  <a:pt x="810758" y="62990"/>
                </a:lnTo>
                <a:lnTo>
                  <a:pt x="810726" y="62748"/>
                </a:lnTo>
                <a:lnTo>
                  <a:pt x="810696" y="62502"/>
                </a:lnTo>
                <a:lnTo>
                  <a:pt x="810668" y="62256"/>
                </a:lnTo>
                <a:lnTo>
                  <a:pt x="810640" y="62009"/>
                </a:lnTo>
                <a:lnTo>
                  <a:pt x="810614" y="61761"/>
                </a:lnTo>
                <a:lnTo>
                  <a:pt x="810589" y="61512"/>
                </a:lnTo>
                <a:lnTo>
                  <a:pt x="810566" y="61262"/>
                </a:lnTo>
                <a:lnTo>
                  <a:pt x="810543" y="61011"/>
                </a:lnTo>
                <a:lnTo>
                  <a:pt x="810522" y="60759"/>
                </a:lnTo>
                <a:lnTo>
                  <a:pt x="810503" y="60506"/>
                </a:lnTo>
                <a:lnTo>
                  <a:pt x="810484" y="60252"/>
                </a:lnTo>
                <a:lnTo>
                  <a:pt x="810467" y="59997"/>
                </a:lnTo>
                <a:lnTo>
                  <a:pt x="810451" y="59741"/>
                </a:lnTo>
                <a:lnTo>
                  <a:pt x="810436" y="59484"/>
                </a:lnTo>
                <a:lnTo>
                  <a:pt x="810423" y="59226"/>
                </a:lnTo>
                <a:lnTo>
                  <a:pt x="810411" y="58968"/>
                </a:lnTo>
                <a:lnTo>
                  <a:pt x="810400" y="58708"/>
                </a:lnTo>
                <a:lnTo>
                  <a:pt x="810391" y="58447"/>
                </a:lnTo>
                <a:lnTo>
                  <a:pt x="810382" y="58186"/>
                </a:lnTo>
                <a:lnTo>
                  <a:pt x="810375" y="57923"/>
                </a:lnTo>
                <a:lnTo>
                  <a:pt x="810370" y="57660"/>
                </a:lnTo>
                <a:lnTo>
                  <a:pt x="810365" y="57395"/>
                </a:lnTo>
                <a:lnTo>
                  <a:pt x="810362" y="57130"/>
                </a:lnTo>
                <a:lnTo>
                  <a:pt x="810360" y="56864"/>
                </a:lnTo>
                <a:lnTo>
                  <a:pt x="810359" y="56596"/>
                </a:lnTo>
                <a:lnTo>
                  <a:pt x="810359" y="31899"/>
                </a:lnTo>
                <a:lnTo>
                  <a:pt x="810356" y="31543"/>
                </a:lnTo>
                <a:lnTo>
                  <a:pt x="810346" y="31192"/>
                </a:lnTo>
                <a:lnTo>
                  <a:pt x="810329" y="30847"/>
                </a:lnTo>
                <a:lnTo>
                  <a:pt x="810306" y="30508"/>
                </a:lnTo>
                <a:lnTo>
                  <a:pt x="810276" y="30175"/>
                </a:lnTo>
                <a:lnTo>
                  <a:pt x="810239" y="29848"/>
                </a:lnTo>
                <a:lnTo>
                  <a:pt x="810195" y="29527"/>
                </a:lnTo>
                <a:lnTo>
                  <a:pt x="810145" y="29211"/>
                </a:lnTo>
                <a:lnTo>
                  <a:pt x="810088" y="28902"/>
                </a:lnTo>
                <a:lnTo>
                  <a:pt x="810024" y="28598"/>
                </a:lnTo>
                <a:lnTo>
                  <a:pt x="809954" y="28301"/>
                </a:lnTo>
                <a:lnTo>
                  <a:pt x="809877" y="28009"/>
                </a:lnTo>
                <a:lnTo>
                  <a:pt x="809793" y="27723"/>
                </a:lnTo>
                <a:lnTo>
                  <a:pt x="809703" y="27443"/>
                </a:lnTo>
                <a:lnTo>
                  <a:pt x="809606" y="27169"/>
                </a:lnTo>
                <a:lnTo>
                  <a:pt x="809502" y="26901"/>
                </a:lnTo>
                <a:lnTo>
                  <a:pt x="809391" y="26638"/>
                </a:lnTo>
                <a:lnTo>
                  <a:pt x="809274" y="26382"/>
                </a:lnTo>
                <a:lnTo>
                  <a:pt x="809150" y="26131"/>
                </a:lnTo>
                <a:lnTo>
                  <a:pt x="809020" y="25887"/>
                </a:lnTo>
                <a:lnTo>
                  <a:pt x="808882" y="25648"/>
                </a:lnTo>
                <a:lnTo>
                  <a:pt x="808738" y="25415"/>
                </a:lnTo>
                <a:lnTo>
                  <a:pt x="808588" y="25188"/>
                </a:lnTo>
                <a:lnTo>
                  <a:pt x="808430" y="24967"/>
                </a:lnTo>
                <a:lnTo>
                  <a:pt x="808268" y="24751"/>
                </a:lnTo>
                <a:lnTo>
                  <a:pt x="808101" y="24539"/>
                </a:lnTo>
                <a:lnTo>
                  <a:pt x="807931" y="24331"/>
                </a:lnTo>
                <a:lnTo>
                  <a:pt x="807757" y="24127"/>
                </a:lnTo>
                <a:lnTo>
                  <a:pt x="807579" y="23927"/>
                </a:lnTo>
                <a:lnTo>
                  <a:pt x="807397" y="23731"/>
                </a:lnTo>
                <a:lnTo>
                  <a:pt x="807212" y="23539"/>
                </a:lnTo>
                <a:lnTo>
                  <a:pt x="807023" y="23350"/>
                </a:lnTo>
                <a:lnTo>
                  <a:pt x="806829" y="23166"/>
                </a:lnTo>
                <a:lnTo>
                  <a:pt x="806632" y="22986"/>
                </a:lnTo>
                <a:lnTo>
                  <a:pt x="806432" y="22810"/>
                </a:lnTo>
                <a:lnTo>
                  <a:pt x="806227" y="22638"/>
                </a:lnTo>
                <a:lnTo>
                  <a:pt x="806018" y="22469"/>
                </a:lnTo>
                <a:lnTo>
                  <a:pt x="805806" y="22305"/>
                </a:lnTo>
                <a:lnTo>
                  <a:pt x="805590" y="22145"/>
                </a:lnTo>
                <a:lnTo>
                  <a:pt x="805370" y="21989"/>
                </a:lnTo>
                <a:lnTo>
                  <a:pt x="805146" y="21836"/>
                </a:lnTo>
                <a:lnTo>
                  <a:pt x="804919" y="21688"/>
                </a:lnTo>
                <a:lnTo>
                  <a:pt x="804687" y="21544"/>
                </a:lnTo>
                <a:lnTo>
                  <a:pt x="804452" y="21404"/>
                </a:lnTo>
                <a:lnTo>
                  <a:pt x="804213" y="21267"/>
                </a:lnTo>
                <a:lnTo>
                  <a:pt x="803970" y="21135"/>
                </a:lnTo>
                <a:lnTo>
                  <a:pt x="803723" y="21007"/>
                </a:lnTo>
                <a:lnTo>
                  <a:pt x="803472" y="20882"/>
                </a:lnTo>
                <a:lnTo>
                  <a:pt x="803219" y="20762"/>
                </a:lnTo>
                <a:lnTo>
                  <a:pt x="802963" y="20644"/>
                </a:lnTo>
                <a:lnTo>
                  <a:pt x="802705" y="20530"/>
                </a:lnTo>
                <a:lnTo>
                  <a:pt x="802445" y="20419"/>
                </a:lnTo>
                <a:lnTo>
                  <a:pt x="802182" y="20312"/>
                </a:lnTo>
                <a:lnTo>
                  <a:pt x="801918" y="20208"/>
                </a:lnTo>
                <a:lnTo>
                  <a:pt x="801651" y="20107"/>
                </a:lnTo>
                <a:lnTo>
                  <a:pt x="801382" y="20010"/>
                </a:lnTo>
                <a:lnTo>
                  <a:pt x="801110" y="19916"/>
                </a:lnTo>
                <a:lnTo>
                  <a:pt x="800836" y="19825"/>
                </a:lnTo>
                <a:lnTo>
                  <a:pt x="800561" y="19738"/>
                </a:lnTo>
                <a:lnTo>
                  <a:pt x="800282" y="19654"/>
                </a:lnTo>
                <a:lnTo>
                  <a:pt x="800002" y="19573"/>
                </a:lnTo>
                <a:lnTo>
                  <a:pt x="799719" y="19496"/>
                </a:lnTo>
                <a:lnTo>
                  <a:pt x="799435" y="19422"/>
                </a:lnTo>
                <a:lnTo>
                  <a:pt x="799148" y="19352"/>
                </a:lnTo>
                <a:lnTo>
                  <a:pt x="798858" y="19285"/>
                </a:lnTo>
                <a:lnTo>
                  <a:pt x="798567" y="19221"/>
                </a:lnTo>
                <a:lnTo>
                  <a:pt x="798273" y="19160"/>
                </a:lnTo>
                <a:lnTo>
                  <a:pt x="797977" y="19103"/>
                </a:lnTo>
                <a:lnTo>
                  <a:pt x="797679" y="19050"/>
                </a:lnTo>
                <a:lnTo>
                  <a:pt x="797378" y="18999"/>
                </a:lnTo>
                <a:lnTo>
                  <a:pt x="797075" y="18952"/>
                </a:lnTo>
                <a:lnTo>
                  <a:pt x="796770" y="18908"/>
                </a:lnTo>
                <a:lnTo>
                  <a:pt x="796464" y="18867"/>
                </a:lnTo>
                <a:lnTo>
                  <a:pt x="796159" y="18828"/>
                </a:lnTo>
                <a:lnTo>
                  <a:pt x="795854" y="18790"/>
                </a:lnTo>
                <a:lnTo>
                  <a:pt x="795549" y="18754"/>
                </a:lnTo>
                <a:lnTo>
                  <a:pt x="795244" y="18720"/>
                </a:lnTo>
                <a:lnTo>
                  <a:pt x="794940" y="18687"/>
                </a:lnTo>
                <a:lnTo>
                  <a:pt x="794636" y="18656"/>
                </a:lnTo>
                <a:lnTo>
                  <a:pt x="794333" y="18627"/>
                </a:lnTo>
                <a:lnTo>
                  <a:pt x="794029" y="18600"/>
                </a:lnTo>
                <a:lnTo>
                  <a:pt x="793726" y="18575"/>
                </a:lnTo>
                <a:lnTo>
                  <a:pt x="793424" y="18551"/>
                </a:lnTo>
                <a:lnTo>
                  <a:pt x="793121" y="18529"/>
                </a:lnTo>
                <a:lnTo>
                  <a:pt x="792819" y="18509"/>
                </a:lnTo>
                <a:lnTo>
                  <a:pt x="792517" y="18490"/>
                </a:lnTo>
                <a:lnTo>
                  <a:pt x="792216" y="18474"/>
                </a:lnTo>
                <a:lnTo>
                  <a:pt x="791915" y="18459"/>
                </a:lnTo>
                <a:lnTo>
                  <a:pt x="791614" y="18446"/>
                </a:lnTo>
                <a:lnTo>
                  <a:pt x="791314" y="18434"/>
                </a:lnTo>
                <a:lnTo>
                  <a:pt x="791014" y="18425"/>
                </a:lnTo>
                <a:lnTo>
                  <a:pt x="790714" y="18417"/>
                </a:lnTo>
                <a:lnTo>
                  <a:pt x="790414" y="18411"/>
                </a:lnTo>
                <a:lnTo>
                  <a:pt x="790115" y="18406"/>
                </a:lnTo>
                <a:lnTo>
                  <a:pt x="789816" y="18404"/>
                </a:lnTo>
                <a:lnTo>
                  <a:pt x="789518" y="18403"/>
                </a:lnTo>
                <a:lnTo>
                  <a:pt x="789189" y="18404"/>
                </a:lnTo>
                <a:lnTo>
                  <a:pt x="788860" y="18408"/>
                </a:lnTo>
                <a:lnTo>
                  <a:pt x="788531" y="18415"/>
                </a:lnTo>
                <a:lnTo>
                  <a:pt x="788203" y="18424"/>
                </a:lnTo>
                <a:lnTo>
                  <a:pt x="787875" y="18437"/>
                </a:lnTo>
                <a:lnTo>
                  <a:pt x="787547" y="18451"/>
                </a:lnTo>
                <a:lnTo>
                  <a:pt x="787219" y="18469"/>
                </a:lnTo>
                <a:lnTo>
                  <a:pt x="786891" y="18489"/>
                </a:lnTo>
                <a:lnTo>
                  <a:pt x="786563" y="18512"/>
                </a:lnTo>
                <a:lnTo>
                  <a:pt x="786236" y="18538"/>
                </a:lnTo>
                <a:lnTo>
                  <a:pt x="785908" y="18567"/>
                </a:lnTo>
                <a:lnTo>
                  <a:pt x="785581" y="18598"/>
                </a:lnTo>
                <a:lnTo>
                  <a:pt x="785254" y="18632"/>
                </a:lnTo>
                <a:lnTo>
                  <a:pt x="784927" y="18668"/>
                </a:lnTo>
                <a:lnTo>
                  <a:pt x="784600" y="18707"/>
                </a:lnTo>
                <a:lnTo>
                  <a:pt x="784274" y="18749"/>
                </a:lnTo>
                <a:lnTo>
                  <a:pt x="783947" y="18794"/>
                </a:lnTo>
                <a:lnTo>
                  <a:pt x="783621" y="18842"/>
                </a:lnTo>
                <a:lnTo>
                  <a:pt x="783295" y="18892"/>
                </a:lnTo>
                <a:lnTo>
                  <a:pt x="782969" y="18945"/>
                </a:lnTo>
                <a:lnTo>
                  <a:pt x="782643" y="19000"/>
                </a:lnTo>
                <a:lnTo>
                  <a:pt x="782318" y="19058"/>
                </a:lnTo>
                <a:lnTo>
                  <a:pt x="781992" y="19119"/>
                </a:lnTo>
                <a:lnTo>
                  <a:pt x="781667" y="19183"/>
                </a:lnTo>
                <a:lnTo>
                  <a:pt x="781343" y="19250"/>
                </a:lnTo>
                <a:lnTo>
                  <a:pt x="781022" y="19320"/>
                </a:lnTo>
                <a:lnTo>
                  <a:pt x="780704" y="19395"/>
                </a:lnTo>
                <a:lnTo>
                  <a:pt x="780388" y="19472"/>
                </a:lnTo>
                <a:lnTo>
                  <a:pt x="780075" y="19554"/>
                </a:lnTo>
                <a:lnTo>
                  <a:pt x="779765" y="19639"/>
                </a:lnTo>
                <a:lnTo>
                  <a:pt x="779457" y="19728"/>
                </a:lnTo>
                <a:lnTo>
                  <a:pt x="779152" y="19821"/>
                </a:lnTo>
                <a:lnTo>
                  <a:pt x="778850" y="19917"/>
                </a:lnTo>
                <a:lnTo>
                  <a:pt x="778551" y="20017"/>
                </a:lnTo>
                <a:lnTo>
                  <a:pt x="778254" y="20120"/>
                </a:lnTo>
                <a:lnTo>
                  <a:pt x="777960" y="20227"/>
                </a:lnTo>
                <a:lnTo>
                  <a:pt x="777669" y="20338"/>
                </a:lnTo>
                <a:lnTo>
                  <a:pt x="777380" y="20453"/>
                </a:lnTo>
                <a:lnTo>
                  <a:pt x="777095" y="20571"/>
                </a:lnTo>
                <a:lnTo>
                  <a:pt x="776812" y="20693"/>
                </a:lnTo>
                <a:lnTo>
                  <a:pt x="776531" y="20818"/>
                </a:lnTo>
                <a:lnTo>
                  <a:pt x="776253" y="20948"/>
                </a:lnTo>
                <a:lnTo>
                  <a:pt x="775978" y="21080"/>
                </a:lnTo>
                <a:lnTo>
                  <a:pt x="775706" y="21217"/>
                </a:lnTo>
                <a:lnTo>
                  <a:pt x="775436" y="21357"/>
                </a:lnTo>
                <a:lnTo>
                  <a:pt x="775170" y="21501"/>
                </a:lnTo>
                <a:lnTo>
                  <a:pt x="774905" y="21649"/>
                </a:lnTo>
                <a:lnTo>
                  <a:pt x="774644" y="21800"/>
                </a:lnTo>
                <a:lnTo>
                  <a:pt x="774386" y="21955"/>
                </a:lnTo>
                <a:lnTo>
                  <a:pt x="774131" y="22114"/>
                </a:lnTo>
                <a:lnTo>
                  <a:pt x="773881" y="22278"/>
                </a:lnTo>
                <a:lnTo>
                  <a:pt x="773634" y="22445"/>
                </a:lnTo>
                <a:lnTo>
                  <a:pt x="773391" y="22617"/>
                </a:lnTo>
                <a:lnTo>
                  <a:pt x="773152" y="22793"/>
                </a:lnTo>
                <a:lnTo>
                  <a:pt x="772917" y="22973"/>
                </a:lnTo>
                <a:lnTo>
                  <a:pt x="772685" y="23157"/>
                </a:lnTo>
                <a:lnTo>
                  <a:pt x="772458" y="23345"/>
                </a:lnTo>
                <a:lnTo>
                  <a:pt x="772234" y="23538"/>
                </a:lnTo>
                <a:lnTo>
                  <a:pt x="772014" y="23734"/>
                </a:lnTo>
                <a:lnTo>
                  <a:pt x="771798" y="23935"/>
                </a:lnTo>
                <a:lnTo>
                  <a:pt x="771586" y="24140"/>
                </a:lnTo>
                <a:lnTo>
                  <a:pt x="771377" y="24349"/>
                </a:lnTo>
                <a:lnTo>
                  <a:pt x="771172" y="24562"/>
                </a:lnTo>
                <a:lnTo>
                  <a:pt x="770972" y="24779"/>
                </a:lnTo>
                <a:lnTo>
                  <a:pt x="770775" y="25001"/>
                </a:lnTo>
                <a:lnTo>
                  <a:pt x="770581" y="25226"/>
                </a:lnTo>
                <a:lnTo>
                  <a:pt x="770392" y="25456"/>
                </a:lnTo>
                <a:lnTo>
                  <a:pt x="770207" y="25690"/>
                </a:lnTo>
                <a:lnTo>
                  <a:pt x="770025" y="25928"/>
                </a:lnTo>
                <a:lnTo>
                  <a:pt x="769847" y="26170"/>
                </a:lnTo>
                <a:lnTo>
                  <a:pt x="769673" y="26416"/>
                </a:lnTo>
                <a:lnTo>
                  <a:pt x="769503" y="26667"/>
                </a:lnTo>
                <a:lnTo>
                  <a:pt x="769337" y="26922"/>
                </a:lnTo>
                <a:lnTo>
                  <a:pt x="769178" y="27182"/>
                </a:lnTo>
                <a:lnTo>
                  <a:pt x="769025" y="27448"/>
                </a:lnTo>
                <a:lnTo>
                  <a:pt x="768878" y="27720"/>
                </a:lnTo>
                <a:lnTo>
                  <a:pt x="768737" y="27997"/>
                </a:lnTo>
                <a:lnTo>
                  <a:pt x="768602" y="28279"/>
                </a:lnTo>
                <a:lnTo>
                  <a:pt x="768473" y="28566"/>
                </a:lnTo>
                <a:lnTo>
                  <a:pt x="768350" y="28860"/>
                </a:lnTo>
                <a:lnTo>
                  <a:pt x="768233" y="29158"/>
                </a:lnTo>
                <a:lnTo>
                  <a:pt x="768122" y="29462"/>
                </a:lnTo>
                <a:lnTo>
                  <a:pt x="768017" y="29771"/>
                </a:lnTo>
                <a:lnTo>
                  <a:pt x="767919" y="30086"/>
                </a:lnTo>
                <a:lnTo>
                  <a:pt x="767826" y="30406"/>
                </a:lnTo>
                <a:lnTo>
                  <a:pt x="767740" y="30732"/>
                </a:lnTo>
                <a:lnTo>
                  <a:pt x="767659" y="31063"/>
                </a:lnTo>
                <a:lnTo>
                  <a:pt x="767585" y="31399"/>
                </a:lnTo>
                <a:lnTo>
                  <a:pt x="767516" y="31741"/>
                </a:lnTo>
                <a:lnTo>
                  <a:pt x="767454" y="32089"/>
                </a:lnTo>
                <a:lnTo>
                  <a:pt x="767398" y="32441"/>
                </a:lnTo>
                <a:lnTo>
                  <a:pt x="767348" y="32800"/>
                </a:lnTo>
                <a:lnTo>
                  <a:pt x="767304" y="33163"/>
                </a:lnTo>
                <a:lnTo>
                  <a:pt x="767266" y="33532"/>
                </a:lnTo>
                <a:lnTo>
                  <a:pt x="767234" y="33907"/>
                </a:lnTo>
                <a:lnTo>
                  <a:pt x="767208" y="34286"/>
                </a:lnTo>
                <a:lnTo>
                  <a:pt x="780245" y="34286"/>
                </a:lnTo>
                <a:lnTo>
                  <a:pt x="780279" y="33969"/>
                </a:lnTo>
                <a:lnTo>
                  <a:pt x="780319" y="33659"/>
                </a:lnTo>
                <a:lnTo>
                  <a:pt x="780365" y="33357"/>
                </a:lnTo>
                <a:close/>
                <a:moveTo>
                  <a:pt x="797319" y="49080"/>
                </a:moveTo>
                <a:lnTo>
                  <a:pt x="797316" y="49181"/>
                </a:lnTo>
                <a:lnTo>
                  <a:pt x="797312" y="49284"/>
                </a:lnTo>
                <a:lnTo>
                  <a:pt x="797308" y="49390"/>
                </a:lnTo>
                <a:lnTo>
                  <a:pt x="797303" y="49498"/>
                </a:lnTo>
                <a:lnTo>
                  <a:pt x="797297" y="49609"/>
                </a:lnTo>
                <a:lnTo>
                  <a:pt x="797290" y="49722"/>
                </a:lnTo>
                <a:lnTo>
                  <a:pt x="797282" y="49838"/>
                </a:lnTo>
                <a:lnTo>
                  <a:pt x="797274" y="49957"/>
                </a:lnTo>
                <a:lnTo>
                  <a:pt x="797265" y="50078"/>
                </a:lnTo>
                <a:lnTo>
                  <a:pt x="797255" y="50202"/>
                </a:lnTo>
                <a:lnTo>
                  <a:pt x="797244" y="50328"/>
                </a:lnTo>
                <a:lnTo>
                  <a:pt x="797232" y="50457"/>
                </a:lnTo>
                <a:lnTo>
                  <a:pt x="797220" y="50588"/>
                </a:lnTo>
                <a:lnTo>
                  <a:pt x="797207" y="50722"/>
                </a:lnTo>
                <a:lnTo>
                  <a:pt x="797193" y="50858"/>
                </a:lnTo>
                <a:lnTo>
                  <a:pt x="797178" y="50997"/>
                </a:lnTo>
                <a:lnTo>
                  <a:pt x="797163" y="51139"/>
                </a:lnTo>
                <a:lnTo>
                  <a:pt x="797146" y="51283"/>
                </a:lnTo>
                <a:lnTo>
                  <a:pt x="797129" y="51430"/>
                </a:lnTo>
                <a:lnTo>
                  <a:pt x="797111" y="51579"/>
                </a:lnTo>
                <a:lnTo>
                  <a:pt x="797092" y="51731"/>
                </a:lnTo>
                <a:lnTo>
                  <a:pt x="797072" y="51884"/>
                </a:lnTo>
                <a:lnTo>
                  <a:pt x="797049" y="52037"/>
                </a:lnTo>
                <a:lnTo>
                  <a:pt x="797023" y="52189"/>
                </a:lnTo>
                <a:lnTo>
                  <a:pt x="796994" y="52342"/>
                </a:lnTo>
                <a:lnTo>
                  <a:pt x="796963" y="52494"/>
                </a:lnTo>
                <a:lnTo>
                  <a:pt x="796929" y="52646"/>
                </a:lnTo>
                <a:lnTo>
                  <a:pt x="796892" y="52798"/>
                </a:lnTo>
                <a:lnTo>
                  <a:pt x="796853" y="52950"/>
                </a:lnTo>
                <a:lnTo>
                  <a:pt x="796810" y="53102"/>
                </a:lnTo>
                <a:lnTo>
                  <a:pt x="796766" y="53253"/>
                </a:lnTo>
                <a:lnTo>
                  <a:pt x="796718" y="53405"/>
                </a:lnTo>
                <a:lnTo>
                  <a:pt x="796668" y="53556"/>
                </a:lnTo>
                <a:lnTo>
                  <a:pt x="796615" y="53707"/>
                </a:lnTo>
                <a:lnTo>
                  <a:pt x="796559" y="53858"/>
                </a:lnTo>
                <a:lnTo>
                  <a:pt x="796500" y="54009"/>
                </a:lnTo>
                <a:lnTo>
                  <a:pt x="796439" y="54159"/>
                </a:lnTo>
                <a:lnTo>
                  <a:pt x="796375" y="54309"/>
                </a:lnTo>
                <a:lnTo>
                  <a:pt x="796309" y="54460"/>
                </a:lnTo>
                <a:lnTo>
                  <a:pt x="796240" y="54610"/>
                </a:lnTo>
                <a:lnTo>
                  <a:pt x="796168" y="54760"/>
                </a:lnTo>
                <a:lnTo>
                  <a:pt x="796093" y="54910"/>
                </a:lnTo>
                <a:lnTo>
                  <a:pt x="796016" y="55059"/>
                </a:lnTo>
                <a:lnTo>
                  <a:pt x="795935" y="55209"/>
                </a:lnTo>
                <a:lnTo>
                  <a:pt x="795853" y="55358"/>
                </a:lnTo>
                <a:lnTo>
                  <a:pt x="795767" y="55506"/>
                </a:lnTo>
                <a:lnTo>
                  <a:pt x="795677" y="55653"/>
                </a:lnTo>
                <a:lnTo>
                  <a:pt x="795583" y="55798"/>
                </a:lnTo>
                <a:lnTo>
                  <a:pt x="795485" y="55941"/>
                </a:lnTo>
                <a:lnTo>
                  <a:pt x="795384" y="56082"/>
                </a:lnTo>
                <a:lnTo>
                  <a:pt x="795279" y="56221"/>
                </a:lnTo>
                <a:lnTo>
                  <a:pt x="795170" y="56359"/>
                </a:lnTo>
                <a:lnTo>
                  <a:pt x="795057" y="56495"/>
                </a:lnTo>
                <a:lnTo>
                  <a:pt x="794940" y="56630"/>
                </a:lnTo>
                <a:lnTo>
                  <a:pt x="794820" y="56762"/>
                </a:lnTo>
                <a:lnTo>
                  <a:pt x="794695" y="56893"/>
                </a:lnTo>
                <a:lnTo>
                  <a:pt x="794567" y="57022"/>
                </a:lnTo>
                <a:lnTo>
                  <a:pt x="794435" y="57149"/>
                </a:lnTo>
                <a:lnTo>
                  <a:pt x="794299" y="57275"/>
                </a:lnTo>
                <a:lnTo>
                  <a:pt x="794159" y="57399"/>
                </a:lnTo>
                <a:lnTo>
                  <a:pt x="794016" y="57521"/>
                </a:lnTo>
                <a:lnTo>
                  <a:pt x="793869" y="57641"/>
                </a:lnTo>
                <a:lnTo>
                  <a:pt x="793717" y="57760"/>
                </a:lnTo>
                <a:lnTo>
                  <a:pt x="793562" y="57877"/>
                </a:lnTo>
                <a:lnTo>
                  <a:pt x="793404" y="57992"/>
                </a:lnTo>
                <a:lnTo>
                  <a:pt x="793241" y="58105"/>
                </a:lnTo>
                <a:lnTo>
                  <a:pt x="793074" y="58216"/>
                </a:lnTo>
                <a:lnTo>
                  <a:pt x="792904" y="58326"/>
                </a:lnTo>
                <a:lnTo>
                  <a:pt x="792730" y="58434"/>
                </a:lnTo>
                <a:lnTo>
                  <a:pt x="792551" y="58539"/>
                </a:lnTo>
                <a:lnTo>
                  <a:pt x="792366" y="58639"/>
                </a:lnTo>
                <a:lnTo>
                  <a:pt x="792175" y="58735"/>
                </a:lnTo>
                <a:lnTo>
                  <a:pt x="791978" y="58827"/>
                </a:lnTo>
                <a:lnTo>
                  <a:pt x="791775" y="58914"/>
                </a:lnTo>
                <a:lnTo>
                  <a:pt x="791565" y="58996"/>
                </a:lnTo>
                <a:lnTo>
                  <a:pt x="791350" y="59074"/>
                </a:lnTo>
                <a:lnTo>
                  <a:pt x="791129" y="59148"/>
                </a:lnTo>
                <a:lnTo>
                  <a:pt x="790901" y="59217"/>
                </a:lnTo>
                <a:lnTo>
                  <a:pt x="790668" y="59282"/>
                </a:lnTo>
                <a:lnTo>
                  <a:pt x="790428" y="59342"/>
                </a:lnTo>
                <a:lnTo>
                  <a:pt x="790183" y="59398"/>
                </a:lnTo>
                <a:lnTo>
                  <a:pt x="789931" y="59449"/>
                </a:lnTo>
                <a:lnTo>
                  <a:pt x="789673" y="59496"/>
                </a:lnTo>
                <a:lnTo>
                  <a:pt x="789410" y="59538"/>
                </a:lnTo>
                <a:lnTo>
                  <a:pt x="789140" y="59576"/>
                </a:lnTo>
                <a:lnTo>
                  <a:pt x="788864" y="59610"/>
                </a:lnTo>
                <a:lnTo>
                  <a:pt x="788582" y="59639"/>
                </a:lnTo>
                <a:lnTo>
                  <a:pt x="788294" y="59663"/>
                </a:lnTo>
                <a:lnTo>
                  <a:pt x="788000" y="59683"/>
                </a:lnTo>
                <a:lnTo>
                  <a:pt x="787700" y="59699"/>
                </a:lnTo>
                <a:lnTo>
                  <a:pt x="787394" y="59710"/>
                </a:lnTo>
                <a:lnTo>
                  <a:pt x="787082" y="59717"/>
                </a:lnTo>
                <a:lnTo>
                  <a:pt x="786763" y="59719"/>
                </a:lnTo>
                <a:lnTo>
                  <a:pt x="786634" y="59718"/>
                </a:lnTo>
                <a:lnTo>
                  <a:pt x="786504" y="59717"/>
                </a:lnTo>
                <a:lnTo>
                  <a:pt x="786375" y="59715"/>
                </a:lnTo>
                <a:lnTo>
                  <a:pt x="786246" y="59711"/>
                </a:lnTo>
                <a:lnTo>
                  <a:pt x="786117" y="59707"/>
                </a:lnTo>
                <a:lnTo>
                  <a:pt x="785989" y="59702"/>
                </a:lnTo>
                <a:lnTo>
                  <a:pt x="785861" y="59695"/>
                </a:lnTo>
                <a:lnTo>
                  <a:pt x="785733" y="59688"/>
                </a:lnTo>
                <a:lnTo>
                  <a:pt x="785606" y="59680"/>
                </a:lnTo>
                <a:lnTo>
                  <a:pt x="785479" y="59671"/>
                </a:lnTo>
                <a:lnTo>
                  <a:pt x="785352" y="59661"/>
                </a:lnTo>
                <a:lnTo>
                  <a:pt x="785226" y="59650"/>
                </a:lnTo>
                <a:lnTo>
                  <a:pt x="785099" y="59638"/>
                </a:lnTo>
                <a:lnTo>
                  <a:pt x="784974" y="59625"/>
                </a:lnTo>
                <a:lnTo>
                  <a:pt x="784848" y="59611"/>
                </a:lnTo>
                <a:lnTo>
                  <a:pt x="784723" y="59596"/>
                </a:lnTo>
                <a:lnTo>
                  <a:pt x="784598" y="59580"/>
                </a:lnTo>
                <a:lnTo>
                  <a:pt x="784474" y="59564"/>
                </a:lnTo>
                <a:lnTo>
                  <a:pt x="784349" y="59546"/>
                </a:lnTo>
                <a:lnTo>
                  <a:pt x="784226" y="59527"/>
                </a:lnTo>
                <a:lnTo>
                  <a:pt x="784102" y="59508"/>
                </a:lnTo>
                <a:lnTo>
                  <a:pt x="783979" y="59487"/>
                </a:lnTo>
                <a:lnTo>
                  <a:pt x="783856" y="59465"/>
                </a:lnTo>
                <a:lnTo>
                  <a:pt x="783733" y="59443"/>
                </a:lnTo>
                <a:lnTo>
                  <a:pt x="783611" y="59419"/>
                </a:lnTo>
                <a:lnTo>
                  <a:pt x="783491" y="59394"/>
                </a:lnTo>
                <a:lnTo>
                  <a:pt x="783372" y="59368"/>
                </a:lnTo>
                <a:lnTo>
                  <a:pt x="783254" y="59340"/>
                </a:lnTo>
                <a:lnTo>
                  <a:pt x="783137" y="59310"/>
                </a:lnTo>
                <a:lnTo>
                  <a:pt x="783022" y="59279"/>
                </a:lnTo>
                <a:lnTo>
                  <a:pt x="782908" y="59247"/>
                </a:lnTo>
                <a:lnTo>
                  <a:pt x="782795" y="59213"/>
                </a:lnTo>
                <a:lnTo>
                  <a:pt x="782683" y="59178"/>
                </a:lnTo>
                <a:lnTo>
                  <a:pt x="782573" y="59141"/>
                </a:lnTo>
                <a:lnTo>
                  <a:pt x="782464" y="59103"/>
                </a:lnTo>
                <a:lnTo>
                  <a:pt x="782356" y="59064"/>
                </a:lnTo>
                <a:lnTo>
                  <a:pt x="782250" y="59023"/>
                </a:lnTo>
                <a:lnTo>
                  <a:pt x="782145" y="58981"/>
                </a:lnTo>
                <a:lnTo>
                  <a:pt x="782041" y="58937"/>
                </a:lnTo>
                <a:lnTo>
                  <a:pt x="781938" y="58892"/>
                </a:lnTo>
                <a:lnTo>
                  <a:pt x="781837" y="58845"/>
                </a:lnTo>
                <a:lnTo>
                  <a:pt x="781737" y="58797"/>
                </a:lnTo>
                <a:lnTo>
                  <a:pt x="781638" y="58748"/>
                </a:lnTo>
                <a:lnTo>
                  <a:pt x="781540" y="58697"/>
                </a:lnTo>
                <a:lnTo>
                  <a:pt x="781444" y="58645"/>
                </a:lnTo>
                <a:lnTo>
                  <a:pt x="781349" y="58591"/>
                </a:lnTo>
                <a:lnTo>
                  <a:pt x="781255" y="58536"/>
                </a:lnTo>
                <a:lnTo>
                  <a:pt x="781162" y="58479"/>
                </a:lnTo>
                <a:lnTo>
                  <a:pt x="781072" y="58421"/>
                </a:lnTo>
                <a:lnTo>
                  <a:pt x="780982" y="58361"/>
                </a:lnTo>
                <a:lnTo>
                  <a:pt x="780894" y="58299"/>
                </a:lnTo>
                <a:lnTo>
                  <a:pt x="780808" y="58235"/>
                </a:lnTo>
                <a:lnTo>
                  <a:pt x="780724" y="58170"/>
                </a:lnTo>
                <a:lnTo>
                  <a:pt x="780641" y="58103"/>
                </a:lnTo>
                <a:lnTo>
                  <a:pt x="780559" y="58034"/>
                </a:lnTo>
                <a:lnTo>
                  <a:pt x="780479" y="57964"/>
                </a:lnTo>
                <a:lnTo>
                  <a:pt x="780401" y="57891"/>
                </a:lnTo>
                <a:lnTo>
                  <a:pt x="780324" y="57817"/>
                </a:lnTo>
                <a:lnTo>
                  <a:pt x="780249" y="57741"/>
                </a:lnTo>
                <a:lnTo>
                  <a:pt x="780176" y="57664"/>
                </a:lnTo>
                <a:lnTo>
                  <a:pt x="780104" y="57584"/>
                </a:lnTo>
                <a:lnTo>
                  <a:pt x="780034" y="57503"/>
                </a:lnTo>
                <a:lnTo>
                  <a:pt x="779965" y="57421"/>
                </a:lnTo>
                <a:lnTo>
                  <a:pt x="779898" y="57336"/>
                </a:lnTo>
                <a:lnTo>
                  <a:pt x="779832" y="57250"/>
                </a:lnTo>
                <a:lnTo>
                  <a:pt x="779768" y="57162"/>
                </a:lnTo>
                <a:lnTo>
                  <a:pt x="779706" y="57072"/>
                </a:lnTo>
                <a:lnTo>
                  <a:pt x="779645" y="56980"/>
                </a:lnTo>
                <a:lnTo>
                  <a:pt x="779586" y="56887"/>
                </a:lnTo>
                <a:lnTo>
                  <a:pt x="779529" y="56792"/>
                </a:lnTo>
                <a:lnTo>
                  <a:pt x="779473" y="56695"/>
                </a:lnTo>
                <a:lnTo>
                  <a:pt x="779418" y="56596"/>
                </a:lnTo>
                <a:lnTo>
                  <a:pt x="779366" y="56496"/>
                </a:lnTo>
                <a:lnTo>
                  <a:pt x="779316" y="56393"/>
                </a:lnTo>
                <a:lnTo>
                  <a:pt x="779268" y="56289"/>
                </a:lnTo>
                <a:lnTo>
                  <a:pt x="779222" y="56183"/>
                </a:lnTo>
                <a:lnTo>
                  <a:pt x="779178" y="56075"/>
                </a:lnTo>
                <a:lnTo>
                  <a:pt x="779137" y="55965"/>
                </a:lnTo>
                <a:lnTo>
                  <a:pt x="779098" y="55853"/>
                </a:lnTo>
                <a:lnTo>
                  <a:pt x="779061" y="55739"/>
                </a:lnTo>
                <a:lnTo>
                  <a:pt x="779026" y="55624"/>
                </a:lnTo>
                <a:lnTo>
                  <a:pt x="778994" y="55506"/>
                </a:lnTo>
                <a:lnTo>
                  <a:pt x="778964" y="55386"/>
                </a:lnTo>
                <a:lnTo>
                  <a:pt x="778936" y="55265"/>
                </a:lnTo>
                <a:lnTo>
                  <a:pt x="778910" y="55142"/>
                </a:lnTo>
                <a:lnTo>
                  <a:pt x="778887" y="55016"/>
                </a:lnTo>
                <a:lnTo>
                  <a:pt x="778866" y="54889"/>
                </a:lnTo>
                <a:lnTo>
                  <a:pt x="778847" y="54760"/>
                </a:lnTo>
                <a:lnTo>
                  <a:pt x="778830" y="54629"/>
                </a:lnTo>
                <a:lnTo>
                  <a:pt x="778815" y="54496"/>
                </a:lnTo>
                <a:lnTo>
                  <a:pt x="778803" y="54361"/>
                </a:lnTo>
                <a:lnTo>
                  <a:pt x="778793" y="54225"/>
                </a:lnTo>
                <a:lnTo>
                  <a:pt x="778785" y="54086"/>
                </a:lnTo>
                <a:lnTo>
                  <a:pt x="778780" y="53945"/>
                </a:lnTo>
                <a:lnTo>
                  <a:pt x="778776" y="53803"/>
                </a:lnTo>
                <a:lnTo>
                  <a:pt x="778775" y="53658"/>
                </a:lnTo>
                <a:lnTo>
                  <a:pt x="778776" y="53507"/>
                </a:lnTo>
                <a:lnTo>
                  <a:pt x="778780" y="53357"/>
                </a:lnTo>
                <a:lnTo>
                  <a:pt x="778785" y="53209"/>
                </a:lnTo>
                <a:lnTo>
                  <a:pt x="778793" y="53064"/>
                </a:lnTo>
                <a:lnTo>
                  <a:pt x="778803" y="52921"/>
                </a:lnTo>
                <a:lnTo>
                  <a:pt x="778815" y="52780"/>
                </a:lnTo>
                <a:lnTo>
                  <a:pt x="778830" y="52642"/>
                </a:lnTo>
                <a:lnTo>
                  <a:pt x="778847" y="52506"/>
                </a:lnTo>
                <a:lnTo>
                  <a:pt x="778866" y="52372"/>
                </a:lnTo>
                <a:lnTo>
                  <a:pt x="778887" y="52240"/>
                </a:lnTo>
                <a:lnTo>
                  <a:pt x="778910" y="52110"/>
                </a:lnTo>
                <a:lnTo>
                  <a:pt x="778936" y="51983"/>
                </a:lnTo>
                <a:lnTo>
                  <a:pt x="778964" y="51858"/>
                </a:lnTo>
                <a:lnTo>
                  <a:pt x="778994" y="51735"/>
                </a:lnTo>
                <a:lnTo>
                  <a:pt x="779026" y="51614"/>
                </a:lnTo>
                <a:lnTo>
                  <a:pt x="779061" y="51496"/>
                </a:lnTo>
                <a:lnTo>
                  <a:pt x="779098" y="51380"/>
                </a:lnTo>
                <a:lnTo>
                  <a:pt x="779137" y="51266"/>
                </a:lnTo>
                <a:lnTo>
                  <a:pt x="779178" y="51154"/>
                </a:lnTo>
                <a:lnTo>
                  <a:pt x="779222" y="51045"/>
                </a:lnTo>
                <a:lnTo>
                  <a:pt x="779268" y="50938"/>
                </a:lnTo>
                <a:lnTo>
                  <a:pt x="779316" y="50833"/>
                </a:lnTo>
                <a:lnTo>
                  <a:pt x="779366" y="50730"/>
                </a:lnTo>
                <a:lnTo>
                  <a:pt x="779418" y="50630"/>
                </a:lnTo>
                <a:lnTo>
                  <a:pt x="779473" y="50531"/>
                </a:lnTo>
                <a:lnTo>
                  <a:pt x="779528" y="50434"/>
                </a:lnTo>
                <a:lnTo>
                  <a:pt x="779586" y="50338"/>
                </a:lnTo>
                <a:lnTo>
                  <a:pt x="779644" y="50243"/>
                </a:lnTo>
                <a:lnTo>
                  <a:pt x="779704" y="50150"/>
                </a:lnTo>
                <a:lnTo>
                  <a:pt x="779766" y="50059"/>
                </a:lnTo>
                <a:lnTo>
                  <a:pt x="779828" y="49969"/>
                </a:lnTo>
                <a:lnTo>
                  <a:pt x="779893" y="49880"/>
                </a:lnTo>
                <a:lnTo>
                  <a:pt x="779959" y="49793"/>
                </a:lnTo>
                <a:lnTo>
                  <a:pt x="780026" y="49707"/>
                </a:lnTo>
                <a:lnTo>
                  <a:pt x="780094" y="49622"/>
                </a:lnTo>
                <a:lnTo>
                  <a:pt x="780164" y="49539"/>
                </a:lnTo>
                <a:lnTo>
                  <a:pt x="780236" y="49458"/>
                </a:lnTo>
                <a:lnTo>
                  <a:pt x="780309" y="49378"/>
                </a:lnTo>
                <a:lnTo>
                  <a:pt x="780383" y="49299"/>
                </a:lnTo>
                <a:lnTo>
                  <a:pt x="780459" y="49222"/>
                </a:lnTo>
                <a:lnTo>
                  <a:pt x="780536" y="49146"/>
                </a:lnTo>
                <a:lnTo>
                  <a:pt x="780615" y="49072"/>
                </a:lnTo>
                <a:lnTo>
                  <a:pt x="780695" y="48999"/>
                </a:lnTo>
                <a:lnTo>
                  <a:pt x="780776" y="48927"/>
                </a:lnTo>
                <a:lnTo>
                  <a:pt x="780859" y="48857"/>
                </a:lnTo>
                <a:lnTo>
                  <a:pt x="780943" y="48789"/>
                </a:lnTo>
                <a:lnTo>
                  <a:pt x="781029" y="48722"/>
                </a:lnTo>
                <a:lnTo>
                  <a:pt x="781116" y="48656"/>
                </a:lnTo>
                <a:lnTo>
                  <a:pt x="781205" y="48591"/>
                </a:lnTo>
                <a:lnTo>
                  <a:pt x="781295" y="48528"/>
                </a:lnTo>
                <a:lnTo>
                  <a:pt x="781386" y="48465"/>
                </a:lnTo>
                <a:lnTo>
                  <a:pt x="781479" y="48404"/>
                </a:lnTo>
                <a:lnTo>
                  <a:pt x="781572" y="48344"/>
                </a:lnTo>
                <a:lnTo>
                  <a:pt x="781667" y="48285"/>
                </a:lnTo>
                <a:lnTo>
                  <a:pt x="781764" y="48227"/>
                </a:lnTo>
                <a:lnTo>
                  <a:pt x="781861" y="48171"/>
                </a:lnTo>
                <a:lnTo>
                  <a:pt x="781960" y="48115"/>
                </a:lnTo>
                <a:lnTo>
                  <a:pt x="782060" y="48061"/>
                </a:lnTo>
                <a:lnTo>
                  <a:pt x="782162" y="48007"/>
                </a:lnTo>
                <a:lnTo>
                  <a:pt x="782264" y="47955"/>
                </a:lnTo>
                <a:lnTo>
                  <a:pt x="782368" y="47904"/>
                </a:lnTo>
                <a:lnTo>
                  <a:pt x="782474" y="47854"/>
                </a:lnTo>
                <a:lnTo>
                  <a:pt x="782580" y="47805"/>
                </a:lnTo>
                <a:lnTo>
                  <a:pt x="782688" y="47757"/>
                </a:lnTo>
                <a:lnTo>
                  <a:pt x="782797" y="47711"/>
                </a:lnTo>
                <a:lnTo>
                  <a:pt x="782907" y="47665"/>
                </a:lnTo>
                <a:lnTo>
                  <a:pt x="783019" y="47621"/>
                </a:lnTo>
                <a:lnTo>
                  <a:pt x="783132" y="47578"/>
                </a:lnTo>
                <a:lnTo>
                  <a:pt x="783246" y="47536"/>
                </a:lnTo>
                <a:lnTo>
                  <a:pt x="783361" y="47495"/>
                </a:lnTo>
                <a:lnTo>
                  <a:pt x="783478" y="47455"/>
                </a:lnTo>
                <a:lnTo>
                  <a:pt x="783596" y="47416"/>
                </a:lnTo>
                <a:lnTo>
                  <a:pt x="783715" y="47378"/>
                </a:lnTo>
                <a:lnTo>
                  <a:pt x="783833" y="47341"/>
                </a:lnTo>
                <a:lnTo>
                  <a:pt x="783952" y="47304"/>
                </a:lnTo>
                <a:lnTo>
                  <a:pt x="784072" y="47268"/>
                </a:lnTo>
                <a:lnTo>
                  <a:pt x="784191" y="47232"/>
                </a:lnTo>
                <a:lnTo>
                  <a:pt x="784310" y="47198"/>
                </a:lnTo>
                <a:lnTo>
                  <a:pt x="784430" y="47164"/>
                </a:lnTo>
                <a:lnTo>
                  <a:pt x="784550" y="47130"/>
                </a:lnTo>
                <a:lnTo>
                  <a:pt x="784670" y="47097"/>
                </a:lnTo>
                <a:lnTo>
                  <a:pt x="784790" y="47065"/>
                </a:lnTo>
                <a:lnTo>
                  <a:pt x="784910" y="47033"/>
                </a:lnTo>
                <a:lnTo>
                  <a:pt x="785030" y="47002"/>
                </a:lnTo>
                <a:lnTo>
                  <a:pt x="785151" y="46972"/>
                </a:lnTo>
                <a:lnTo>
                  <a:pt x="785272" y="46942"/>
                </a:lnTo>
                <a:lnTo>
                  <a:pt x="785393" y="46913"/>
                </a:lnTo>
                <a:lnTo>
                  <a:pt x="785514" y="46885"/>
                </a:lnTo>
                <a:lnTo>
                  <a:pt x="785635" y="46857"/>
                </a:lnTo>
                <a:lnTo>
                  <a:pt x="785756" y="46830"/>
                </a:lnTo>
                <a:lnTo>
                  <a:pt x="785878" y="46803"/>
                </a:lnTo>
                <a:lnTo>
                  <a:pt x="785999" y="46778"/>
                </a:lnTo>
                <a:lnTo>
                  <a:pt x="786121" y="46752"/>
                </a:lnTo>
                <a:lnTo>
                  <a:pt x="786243" y="46728"/>
                </a:lnTo>
                <a:lnTo>
                  <a:pt x="786365" y="46704"/>
                </a:lnTo>
                <a:lnTo>
                  <a:pt x="786487" y="46680"/>
                </a:lnTo>
                <a:lnTo>
                  <a:pt x="786617" y="46658"/>
                </a:lnTo>
                <a:lnTo>
                  <a:pt x="786748" y="46635"/>
                </a:lnTo>
                <a:lnTo>
                  <a:pt x="786878" y="46613"/>
                </a:lnTo>
                <a:lnTo>
                  <a:pt x="787008" y="46591"/>
                </a:lnTo>
                <a:lnTo>
                  <a:pt x="787138" y="46570"/>
                </a:lnTo>
                <a:lnTo>
                  <a:pt x="787268" y="46549"/>
                </a:lnTo>
                <a:lnTo>
                  <a:pt x="787398" y="46528"/>
                </a:lnTo>
                <a:lnTo>
                  <a:pt x="787528" y="46508"/>
                </a:lnTo>
                <a:lnTo>
                  <a:pt x="787658" y="46487"/>
                </a:lnTo>
                <a:lnTo>
                  <a:pt x="787788" y="46467"/>
                </a:lnTo>
                <a:lnTo>
                  <a:pt x="787918" y="46448"/>
                </a:lnTo>
                <a:lnTo>
                  <a:pt x="788048" y="46429"/>
                </a:lnTo>
                <a:lnTo>
                  <a:pt x="788178" y="46410"/>
                </a:lnTo>
                <a:lnTo>
                  <a:pt x="788308" y="46391"/>
                </a:lnTo>
                <a:lnTo>
                  <a:pt x="788438" y="46373"/>
                </a:lnTo>
                <a:lnTo>
                  <a:pt x="788568" y="46355"/>
                </a:lnTo>
                <a:lnTo>
                  <a:pt x="788698" y="46337"/>
                </a:lnTo>
                <a:lnTo>
                  <a:pt x="788828" y="46320"/>
                </a:lnTo>
                <a:lnTo>
                  <a:pt x="788958" y="46303"/>
                </a:lnTo>
                <a:lnTo>
                  <a:pt x="789089" y="46286"/>
                </a:lnTo>
                <a:lnTo>
                  <a:pt x="789219" y="46270"/>
                </a:lnTo>
                <a:lnTo>
                  <a:pt x="789349" y="46254"/>
                </a:lnTo>
                <a:lnTo>
                  <a:pt x="789479" y="46238"/>
                </a:lnTo>
                <a:lnTo>
                  <a:pt x="789609" y="46222"/>
                </a:lnTo>
                <a:lnTo>
                  <a:pt x="789739" y="46207"/>
                </a:lnTo>
                <a:lnTo>
                  <a:pt x="789868" y="46191"/>
                </a:lnTo>
                <a:lnTo>
                  <a:pt x="789997" y="46175"/>
                </a:lnTo>
                <a:lnTo>
                  <a:pt x="790126" y="46159"/>
                </a:lnTo>
                <a:lnTo>
                  <a:pt x="790253" y="46142"/>
                </a:lnTo>
                <a:lnTo>
                  <a:pt x="790381" y="46125"/>
                </a:lnTo>
                <a:lnTo>
                  <a:pt x="790508" y="46108"/>
                </a:lnTo>
                <a:lnTo>
                  <a:pt x="790635" y="46090"/>
                </a:lnTo>
                <a:lnTo>
                  <a:pt x="790761" y="46072"/>
                </a:lnTo>
                <a:lnTo>
                  <a:pt x="790886" y="46054"/>
                </a:lnTo>
                <a:lnTo>
                  <a:pt x="791011" y="46035"/>
                </a:lnTo>
                <a:lnTo>
                  <a:pt x="791136" y="46016"/>
                </a:lnTo>
                <a:lnTo>
                  <a:pt x="791260" y="45997"/>
                </a:lnTo>
                <a:lnTo>
                  <a:pt x="791383" y="45977"/>
                </a:lnTo>
                <a:lnTo>
                  <a:pt x="791507" y="45957"/>
                </a:lnTo>
                <a:lnTo>
                  <a:pt x="791629" y="45937"/>
                </a:lnTo>
                <a:lnTo>
                  <a:pt x="791751" y="45917"/>
                </a:lnTo>
                <a:lnTo>
                  <a:pt x="791873" y="45896"/>
                </a:lnTo>
                <a:lnTo>
                  <a:pt x="791994" y="45875"/>
                </a:lnTo>
                <a:lnTo>
                  <a:pt x="792115" y="45853"/>
                </a:lnTo>
                <a:lnTo>
                  <a:pt x="792235" y="45831"/>
                </a:lnTo>
                <a:lnTo>
                  <a:pt x="792355" y="45809"/>
                </a:lnTo>
                <a:lnTo>
                  <a:pt x="792474" y="45787"/>
                </a:lnTo>
                <a:lnTo>
                  <a:pt x="792593" y="45764"/>
                </a:lnTo>
                <a:lnTo>
                  <a:pt x="792711" y="45741"/>
                </a:lnTo>
                <a:lnTo>
                  <a:pt x="792829" y="45717"/>
                </a:lnTo>
                <a:lnTo>
                  <a:pt x="792946" y="45693"/>
                </a:lnTo>
                <a:lnTo>
                  <a:pt x="793062" y="45668"/>
                </a:lnTo>
                <a:lnTo>
                  <a:pt x="793178" y="45643"/>
                </a:lnTo>
                <a:lnTo>
                  <a:pt x="793293" y="45618"/>
                </a:lnTo>
                <a:lnTo>
                  <a:pt x="793407" y="45592"/>
                </a:lnTo>
                <a:lnTo>
                  <a:pt x="793521" y="45565"/>
                </a:lnTo>
                <a:lnTo>
                  <a:pt x="793634" y="45538"/>
                </a:lnTo>
                <a:lnTo>
                  <a:pt x="793747" y="45510"/>
                </a:lnTo>
                <a:lnTo>
                  <a:pt x="793859" y="45482"/>
                </a:lnTo>
                <a:lnTo>
                  <a:pt x="793970" y="45454"/>
                </a:lnTo>
                <a:lnTo>
                  <a:pt x="794081" y="45425"/>
                </a:lnTo>
                <a:lnTo>
                  <a:pt x="794191" y="45396"/>
                </a:lnTo>
                <a:lnTo>
                  <a:pt x="794300" y="45366"/>
                </a:lnTo>
                <a:lnTo>
                  <a:pt x="794409" y="45335"/>
                </a:lnTo>
                <a:lnTo>
                  <a:pt x="794517" y="45304"/>
                </a:lnTo>
                <a:lnTo>
                  <a:pt x="794624" y="45273"/>
                </a:lnTo>
                <a:lnTo>
                  <a:pt x="794731" y="45241"/>
                </a:lnTo>
                <a:lnTo>
                  <a:pt x="794837" y="45209"/>
                </a:lnTo>
                <a:lnTo>
                  <a:pt x="794943" y="45176"/>
                </a:lnTo>
                <a:lnTo>
                  <a:pt x="795048" y="45143"/>
                </a:lnTo>
                <a:lnTo>
                  <a:pt x="795152" y="45109"/>
                </a:lnTo>
                <a:lnTo>
                  <a:pt x="795256" y="45075"/>
                </a:lnTo>
                <a:lnTo>
                  <a:pt x="795358" y="45040"/>
                </a:lnTo>
                <a:lnTo>
                  <a:pt x="795460" y="45004"/>
                </a:lnTo>
                <a:lnTo>
                  <a:pt x="795559" y="44967"/>
                </a:lnTo>
                <a:lnTo>
                  <a:pt x="795658" y="44928"/>
                </a:lnTo>
                <a:lnTo>
                  <a:pt x="795755" y="44889"/>
                </a:lnTo>
                <a:lnTo>
                  <a:pt x="795850" y="44848"/>
                </a:lnTo>
                <a:lnTo>
                  <a:pt x="795944" y="44806"/>
                </a:lnTo>
                <a:lnTo>
                  <a:pt x="796037" y="44764"/>
                </a:lnTo>
                <a:lnTo>
                  <a:pt x="796128" y="44720"/>
                </a:lnTo>
                <a:lnTo>
                  <a:pt x="796217" y="44675"/>
                </a:lnTo>
                <a:lnTo>
                  <a:pt x="796306" y="44628"/>
                </a:lnTo>
                <a:lnTo>
                  <a:pt x="796392" y="44581"/>
                </a:lnTo>
                <a:lnTo>
                  <a:pt x="796478" y="44533"/>
                </a:lnTo>
                <a:lnTo>
                  <a:pt x="796562" y="44483"/>
                </a:lnTo>
                <a:lnTo>
                  <a:pt x="796644" y="44433"/>
                </a:lnTo>
                <a:lnTo>
                  <a:pt x="796725" y="44381"/>
                </a:lnTo>
                <a:lnTo>
                  <a:pt x="796805" y="44328"/>
                </a:lnTo>
                <a:lnTo>
                  <a:pt x="796883" y="44274"/>
                </a:lnTo>
                <a:lnTo>
                  <a:pt x="796960" y="44219"/>
                </a:lnTo>
                <a:lnTo>
                  <a:pt x="797035" y="44162"/>
                </a:lnTo>
                <a:lnTo>
                  <a:pt x="797109" y="44105"/>
                </a:lnTo>
                <a:lnTo>
                  <a:pt x="797182" y="44047"/>
                </a:lnTo>
                <a:lnTo>
                  <a:pt x="797253" y="43987"/>
                </a:lnTo>
                <a:lnTo>
                  <a:pt x="797322" y="43926"/>
                </a:lnTo>
                <a:lnTo>
                  <a:pt x="797322" y="48793"/>
                </a:lnTo>
                <a:lnTo>
                  <a:pt x="797322" y="48886"/>
                </a:lnTo>
                <a:lnTo>
                  <a:pt x="797321" y="48982"/>
                </a:lnTo>
                <a:lnTo>
                  <a:pt x="797319" y="49080"/>
                </a:lnTo>
                <a:close/>
                <a:moveTo>
                  <a:pt x="649735" y="34904"/>
                </a:moveTo>
                <a:lnTo>
                  <a:pt x="649686" y="34540"/>
                </a:lnTo>
                <a:lnTo>
                  <a:pt x="649631" y="34181"/>
                </a:lnTo>
                <a:lnTo>
                  <a:pt x="649571" y="33825"/>
                </a:lnTo>
                <a:lnTo>
                  <a:pt x="649505" y="33475"/>
                </a:lnTo>
                <a:lnTo>
                  <a:pt x="649433" y="33128"/>
                </a:lnTo>
                <a:lnTo>
                  <a:pt x="649356" y="32786"/>
                </a:lnTo>
                <a:lnTo>
                  <a:pt x="649273" y="32448"/>
                </a:lnTo>
                <a:lnTo>
                  <a:pt x="649184" y="32115"/>
                </a:lnTo>
                <a:lnTo>
                  <a:pt x="649089" y="31785"/>
                </a:lnTo>
                <a:lnTo>
                  <a:pt x="648989" y="31460"/>
                </a:lnTo>
                <a:lnTo>
                  <a:pt x="648883" y="31140"/>
                </a:lnTo>
                <a:lnTo>
                  <a:pt x="648771" y="30824"/>
                </a:lnTo>
                <a:lnTo>
                  <a:pt x="648653" y="30512"/>
                </a:lnTo>
                <a:lnTo>
                  <a:pt x="648530" y="30204"/>
                </a:lnTo>
                <a:lnTo>
                  <a:pt x="648400" y="29901"/>
                </a:lnTo>
                <a:lnTo>
                  <a:pt x="648265" y="29602"/>
                </a:lnTo>
                <a:lnTo>
                  <a:pt x="648125" y="29307"/>
                </a:lnTo>
                <a:lnTo>
                  <a:pt x="647978" y="29017"/>
                </a:lnTo>
                <a:lnTo>
                  <a:pt x="647826" y="28730"/>
                </a:lnTo>
                <a:lnTo>
                  <a:pt x="647668" y="28449"/>
                </a:lnTo>
                <a:lnTo>
                  <a:pt x="647506" y="28171"/>
                </a:lnTo>
                <a:lnTo>
                  <a:pt x="647339" y="27897"/>
                </a:lnTo>
                <a:lnTo>
                  <a:pt x="647169" y="27627"/>
                </a:lnTo>
                <a:lnTo>
                  <a:pt x="646994" y="27361"/>
                </a:lnTo>
                <a:lnTo>
                  <a:pt x="646815" y="27098"/>
                </a:lnTo>
                <a:lnTo>
                  <a:pt x="646633" y="26839"/>
                </a:lnTo>
                <a:lnTo>
                  <a:pt x="646446" y="26585"/>
                </a:lnTo>
                <a:lnTo>
                  <a:pt x="646256" y="26334"/>
                </a:lnTo>
                <a:lnTo>
                  <a:pt x="646061" y="26086"/>
                </a:lnTo>
                <a:lnTo>
                  <a:pt x="645863" y="25843"/>
                </a:lnTo>
                <a:lnTo>
                  <a:pt x="645660" y="25604"/>
                </a:lnTo>
                <a:lnTo>
                  <a:pt x="645454" y="25368"/>
                </a:lnTo>
                <a:lnTo>
                  <a:pt x="645243" y="25136"/>
                </a:lnTo>
                <a:lnTo>
                  <a:pt x="645029" y="24908"/>
                </a:lnTo>
                <a:lnTo>
                  <a:pt x="644810" y="24684"/>
                </a:lnTo>
                <a:lnTo>
                  <a:pt x="644588" y="24464"/>
                </a:lnTo>
                <a:lnTo>
                  <a:pt x="644361" y="24247"/>
                </a:lnTo>
                <a:lnTo>
                  <a:pt x="644131" y="24035"/>
                </a:lnTo>
                <a:lnTo>
                  <a:pt x="643896" y="23826"/>
                </a:lnTo>
                <a:lnTo>
                  <a:pt x="643658" y="23621"/>
                </a:lnTo>
                <a:lnTo>
                  <a:pt x="643415" y="23420"/>
                </a:lnTo>
                <a:lnTo>
                  <a:pt x="643169" y="23223"/>
                </a:lnTo>
                <a:lnTo>
                  <a:pt x="642919" y="23029"/>
                </a:lnTo>
                <a:lnTo>
                  <a:pt x="642664" y="22839"/>
                </a:lnTo>
                <a:lnTo>
                  <a:pt x="642407" y="22654"/>
                </a:lnTo>
                <a:lnTo>
                  <a:pt x="642146" y="22472"/>
                </a:lnTo>
                <a:lnTo>
                  <a:pt x="641883" y="22294"/>
                </a:lnTo>
                <a:lnTo>
                  <a:pt x="641616" y="22120"/>
                </a:lnTo>
                <a:lnTo>
                  <a:pt x="641347" y="21951"/>
                </a:lnTo>
                <a:lnTo>
                  <a:pt x="641075" y="21785"/>
                </a:lnTo>
                <a:lnTo>
                  <a:pt x="640800" y="21623"/>
                </a:lnTo>
                <a:lnTo>
                  <a:pt x="640522" y="21465"/>
                </a:lnTo>
                <a:lnTo>
                  <a:pt x="640242" y="21312"/>
                </a:lnTo>
                <a:lnTo>
                  <a:pt x="639958" y="21162"/>
                </a:lnTo>
                <a:lnTo>
                  <a:pt x="639672" y="21016"/>
                </a:lnTo>
                <a:lnTo>
                  <a:pt x="639383" y="20874"/>
                </a:lnTo>
                <a:lnTo>
                  <a:pt x="639090" y="20736"/>
                </a:lnTo>
                <a:lnTo>
                  <a:pt x="638795" y="20603"/>
                </a:lnTo>
                <a:lnTo>
                  <a:pt x="638498" y="20473"/>
                </a:lnTo>
                <a:lnTo>
                  <a:pt x="638197" y="20347"/>
                </a:lnTo>
                <a:lnTo>
                  <a:pt x="637893" y="20225"/>
                </a:lnTo>
                <a:lnTo>
                  <a:pt x="637587" y="20107"/>
                </a:lnTo>
                <a:lnTo>
                  <a:pt x="637277" y="19993"/>
                </a:lnTo>
                <a:lnTo>
                  <a:pt x="636965" y="19884"/>
                </a:lnTo>
                <a:lnTo>
                  <a:pt x="636650" y="19778"/>
                </a:lnTo>
                <a:lnTo>
                  <a:pt x="636332" y="19676"/>
                </a:lnTo>
                <a:lnTo>
                  <a:pt x="636011" y="19578"/>
                </a:lnTo>
                <a:lnTo>
                  <a:pt x="635688" y="19484"/>
                </a:lnTo>
                <a:lnTo>
                  <a:pt x="635362" y="19394"/>
                </a:lnTo>
                <a:lnTo>
                  <a:pt x="635035" y="19308"/>
                </a:lnTo>
                <a:lnTo>
                  <a:pt x="634707" y="19225"/>
                </a:lnTo>
                <a:lnTo>
                  <a:pt x="634378" y="19147"/>
                </a:lnTo>
                <a:lnTo>
                  <a:pt x="634048" y="19072"/>
                </a:lnTo>
                <a:lnTo>
                  <a:pt x="633717" y="19001"/>
                </a:lnTo>
                <a:lnTo>
                  <a:pt x="633384" y="18934"/>
                </a:lnTo>
                <a:lnTo>
                  <a:pt x="633051" y="18871"/>
                </a:lnTo>
                <a:lnTo>
                  <a:pt x="632716" y="18811"/>
                </a:lnTo>
                <a:lnTo>
                  <a:pt x="632380" y="18756"/>
                </a:lnTo>
                <a:lnTo>
                  <a:pt x="632043" y="18704"/>
                </a:lnTo>
                <a:lnTo>
                  <a:pt x="631705" y="18656"/>
                </a:lnTo>
                <a:lnTo>
                  <a:pt x="631366" y="18612"/>
                </a:lnTo>
                <a:lnTo>
                  <a:pt x="631026" y="18572"/>
                </a:lnTo>
                <a:lnTo>
                  <a:pt x="630685" y="18535"/>
                </a:lnTo>
                <a:lnTo>
                  <a:pt x="630342" y="18503"/>
                </a:lnTo>
                <a:lnTo>
                  <a:pt x="629999" y="18474"/>
                </a:lnTo>
                <a:lnTo>
                  <a:pt x="629654" y="18449"/>
                </a:lnTo>
                <a:lnTo>
                  <a:pt x="629308" y="18428"/>
                </a:lnTo>
                <a:lnTo>
                  <a:pt x="628961" y="18411"/>
                </a:lnTo>
                <a:lnTo>
                  <a:pt x="628613" y="18397"/>
                </a:lnTo>
                <a:lnTo>
                  <a:pt x="628264" y="18388"/>
                </a:lnTo>
                <a:lnTo>
                  <a:pt x="627914" y="18382"/>
                </a:lnTo>
                <a:lnTo>
                  <a:pt x="627562" y="18380"/>
                </a:lnTo>
                <a:lnTo>
                  <a:pt x="627082" y="18384"/>
                </a:lnTo>
                <a:lnTo>
                  <a:pt x="626607" y="18394"/>
                </a:lnTo>
                <a:lnTo>
                  <a:pt x="626136" y="18410"/>
                </a:lnTo>
                <a:lnTo>
                  <a:pt x="625670" y="18434"/>
                </a:lnTo>
                <a:lnTo>
                  <a:pt x="625208" y="18464"/>
                </a:lnTo>
                <a:lnTo>
                  <a:pt x="624750" y="18501"/>
                </a:lnTo>
                <a:lnTo>
                  <a:pt x="624297" y="18545"/>
                </a:lnTo>
                <a:lnTo>
                  <a:pt x="623849" y="18595"/>
                </a:lnTo>
                <a:lnTo>
                  <a:pt x="623405" y="18652"/>
                </a:lnTo>
                <a:lnTo>
                  <a:pt x="622965" y="18716"/>
                </a:lnTo>
                <a:lnTo>
                  <a:pt x="622530" y="18786"/>
                </a:lnTo>
                <a:lnTo>
                  <a:pt x="622099" y="18863"/>
                </a:lnTo>
                <a:lnTo>
                  <a:pt x="621673" y="18947"/>
                </a:lnTo>
                <a:lnTo>
                  <a:pt x="621251" y="19038"/>
                </a:lnTo>
                <a:lnTo>
                  <a:pt x="620833" y="19135"/>
                </a:lnTo>
                <a:lnTo>
                  <a:pt x="620421" y="19239"/>
                </a:lnTo>
                <a:lnTo>
                  <a:pt x="620012" y="19350"/>
                </a:lnTo>
                <a:lnTo>
                  <a:pt x="619608" y="19467"/>
                </a:lnTo>
                <a:lnTo>
                  <a:pt x="619209" y="19591"/>
                </a:lnTo>
                <a:lnTo>
                  <a:pt x="618814" y="19722"/>
                </a:lnTo>
                <a:lnTo>
                  <a:pt x="618423" y="19859"/>
                </a:lnTo>
                <a:lnTo>
                  <a:pt x="618037" y="20004"/>
                </a:lnTo>
                <a:lnTo>
                  <a:pt x="617655" y="20154"/>
                </a:lnTo>
                <a:lnTo>
                  <a:pt x="617278" y="20312"/>
                </a:lnTo>
                <a:lnTo>
                  <a:pt x="616905" y="20476"/>
                </a:lnTo>
                <a:lnTo>
                  <a:pt x="616538" y="20644"/>
                </a:lnTo>
                <a:lnTo>
                  <a:pt x="616175" y="20818"/>
                </a:lnTo>
                <a:lnTo>
                  <a:pt x="615817" y="20998"/>
                </a:lnTo>
                <a:lnTo>
                  <a:pt x="615463" y="21182"/>
                </a:lnTo>
                <a:lnTo>
                  <a:pt x="615115" y="21372"/>
                </a:lnTo>
                <a:lnTo>
                  <a:pt x="614771" y="21567"/>
                </a:lnTo>
                <a:lnTo>
                  <a:pt x="614432" y="21768"/>
                </a:lnTo>
                <a:lnTo>
                  <a:pt x="614098" y="21974"/>
                </a:lnTo>
                <a:lnTo>
                  <a:pt x="613768" y="22184"/>
                </a:lnTo>
                <a:lnTo>
                  <a:pt x="613444" y="22401"/>
                </a:lnTo>
                <a:lnTo>
                  <a:pt x="613124" y="22622"/>
                </a:lnTo>
                <a:lnTo>
                  <a:pt x="612809" y="22849"/>
                </a:lnTo>
                <a:lnTo>
                  <a:pt x="612498" y="23081"/>
                </a:lnTo>
                <a:lnTo>
                  <a:pt x="612193" y="23318"/>
                </a:lnTo>
                <a:lnTo>
                  <a:pt x="611892" y="23561"/>
                </a:lnTo>
                <a:lnTo>
                  <a:pt x="611596" y="23809"/>
                </a:lnTo>
                <a:lnTo>
                  <a:pt x="611305" y="24062"/>
                </a:lnTo>
                <a:lnTo>
                  <a:pt x="611019" y="24320"/>
                </a:lnTo>
                <a:lnTo>
                  <a:pt x="610737" y="24584"/>
                </a:lnTo>
                <a:lnTo>
                  <a:pt x="610460" y="24853"/>
                </a:lnTo>
                <a:lnTo>
                  <a:pt x="610188" y="25127"/>
                </a:lnTo>
                <a:lnTo>
                  <a:pt x="609921" y="25407"/>
                </a:lnTo>
                <a:lnTo>
                  <a:pt x="609658" y="25692"/>
                </a:lnTo>
                <a:lnTo>
                  <a:pt x="609401" y="25981"/>
                </a:lnTo>
                <a:lnTo>
                  <a:pt x="609149" y="26275"/>
                </a:lnTo>
                <a:lnTo>
                  <a:pt x="608902" y="26574"/>
                </a:lnTo>
                <a:lnTo>
                  <a:pt x="608660" y="26877"/>
                </a:lnTo>
                <a:lnTo>
                  <a:pt x="608424" y="27185"/>
                </a:lnTo>
                <a:lnTo>
                  <a:pt x="608192" y="27497"/>
                </a:lnTo>
                <a:lnTo>
                  <a:pt x="607966" y="27813"/>
                </a:lnTo>
                <a:lnTo>
                  <a:pt x="607746" y="28134"/>
                </a:lnTo>
                <a:lnTo>
                  <a:pt x="607530" y="28460"/>
                </a:lnTo>
                <a:lnTo>
                  <a:pt x="607320" y="28789"/>
                </a:lnTo>
                <a:lnTo>
                  <a:pt x="607115" y="29124"/>
                </a:lnTo>
                <a:lnTo>
                  <a:pt x="606916" y="29463"/>
                </a:lnTo>
                <a:lnTo>
                  <a:pt x="606721" y="29806"/>
                </a:lnTo>
                <a:lnTo>
                  <a:pt x="606532" y="30154"/>
                </a:lnTo>
                <a:lnTo>
                  <a:pt x="606348" y="30506"/>
                </a:lnTo>
                <a:lnTo>
                  <a:pt x="606170" y="30863"/>
                </a:lnTo>
                <a:lnTo>
                  <a:pt x="605996" y="31224"/>
                </a:lnTo>
                <a:lnTo>
                  <a:pt x="605828" y="31590"/>
                </a:lnTo>
                <a:lnTo>
                  <a:pt x="605665" y="31960"/>
                </a:lnTo>
                <a:lnTo>
                  <a:pt x="605508" y="32334"/>
                </a:lnTo>
                <a:lnTo>
                  <a:pt x="605356" y="32713"/>
                </a:lnTo>
                <a:lnTo>
                  <a:pt x="605208" y="33097"/>
                </a:lnTo>
                <a:lnTo>
                  <a:pt x="605067" y="33485"/>
                </a:lnTo>
                <a:lnTo>
                  <a:pt x="604930" y="33877"/>
                </a:lnTo>
                <a:lnTo>
                  <a:pt x="604799" y="34273"/>
                </a:lnTo>
                <a:lnTo>
                  <a:pt x="604674" y="34672"/>
                </a:lnTo>
                <a:lnTo>
                  <a:pt x="604554" y="35073"/>
                </a:lnTo>
                <a:lnTo>
                  <a:pt x="604439" y="35477"/>
                </a:lnTo>
                <a:lnTo>
                  <a:pt x="604330" y="35884"/>
                </a:lnTo>
                <a:lnTo>
                  <a:pt x="604227" y="36294"/>
                </a:lnTo>
                <a:lnTo>
                  <a:pt x="604130" y="36706"/>
                </a:lnTo>
                <a:lnTo>
                  <a:pt x="604037" y="37121"/>
                </a:lnTo>
                <a:lnTo>
                  <a:pt x="603951" y="37539"/>
                </a:lnTo>
                <a:lnTo>
                  <a:pt x="603870" y="37959"/>
                </a:lnTo>
                <a:lnTo>
                  <a:pt x="603795" y="38382"/>
                </a:lnTo>
                <a:lnTo>
                  <a:pt x="603725" y="38808"/>
                </a:lnTo>
                <a:lnTo>
                  <a:pt x="603661" y="39237"/>
                </a:lnTo>
                <a:lnTo>
                  <a:pt x="603602" y="39668"/>
                </a:lnTo>
                <a:lnTo>
                  <a:pt x="603549" y="40102"/>
                </a:lnTo>
                <a:lnTo>
                  <a:pt x="603502" y="40539"/>
                </a:lnTo>
                <a:lnTo>
                  <a:pt x="603460" y="40978"/>
                </a:lnTo>
                <a:lnTo>
                  <a:pt x="603424" y="41421"/>
                </a:lnTo>
                <a:lnTo>
                  <a:pt x="603393" y="41865"/>
                </a:lnTo>
                <a:lnTo>
                  <a:pt x="603368" y="42313"/>
                </a:lnTo>
                <a:lnTo>
                  <a:pt x="603348" y="42763"/>
                </a:lnTo>
                <a:lnTo>
                  <a:pt x="603334" y="43216"/>
                </a:lnTo>
                <a:lnTo>
                  <a:pt x="603326" y="43672"/>
                </a:lnTo>
                <a:lnTo>
                  <a:pt x="603323" y="44131"/>
                </a:lnTo>
                <a:lnTo>
                  <a:pt x="603326" y="44574"/>
                </a:lnTo>
                <a:lnTo>
                  <a:pt x="603335" y="45014"/>
                </a:lnTo>
                <a:lnTo>
                  <a:pt x="603351" y="45451"/>
                </a:lnTo>
                <a:lnTo>
                  <a:pt x="603372" y="45885"/>
                </a:lnTo>
                <a:lnTo>
                  <a:pt x="603399" y="46316"/>
                </a:lnTo>
                <a:lnTo>
                  <a:pt x="603432" y="46743"/>
                </a:lnTo>
                <a:lnTo>
                  <a:pt x="603472" y="47168"/>
                </a:lnTo>
                <a:lnTo>
                  <a:pt x="603517" y="47590"/>
                </a:lnTo>
                <a:lnTo>
                  <a:pt x="603569" y="48009"/>
                </a:lnTo>
                <a:lnTo>
                  <a:pt x="603626" y="48425"/>
                </a:lnTo>
                <a:lnTo>
                  <a:pt x="603690" y="48837"/>
                </a:lnTo>
                <a:lnTo>
                  <a:pt x="603759" y="49247"/>
                </a:lnTo>
                <a:lnTo>
                  <a:pt x="603835" y="49654"/>
                </a:lnTo>
                <a:lnTo>
                  <a:pt x="603917" y="50057"/>
                </a:lnTo>
                <a:lnTo>
                  <a:pt x="604005" y="50458"/>
                </a:lnTo>
                <a:lnTo>
                  <a:pt x="604098" y="50855"/>
                </a:lnTo>
                <a:lnTo>
                  <a:pt x="604198" y="51250"/>
                </a:lnTo>
                <a:lnTo>
                  <a:pt x="604304" y="51641"/>
                </a:lnTo>
                <a:lnTo>
                  <a:pt x="604416" y="52030"/>
                </a:lnTo>
                <a:lnTo>
                  <a:pt x="604535" y="52415"/>
                </a:lnTo>
                <a:lnTo>
                  <a:pt x="604659" y="52797"/>
                </a:lnTo>
                <a:lnTo>
                  <a:pt x="604789" y="53177"/>
                </a:lnTo>
                <a:lnTo>
                  <a:pt x="604925" y="53553"/>
                </a:lnTo>
                <a:lnTo>
                  <a:pt x="605067" y="53926"/>
                </a:lnTo>
                <a:lnTo>
                  <a:pt x="605215" y="54296"/>
                </a:lnTo>
                <a:lnTo>
                  <a:pt x="605368" y="54661"/>
                </a:lnTo>
                <a:lnTo>
                  <a:pt x="605525" y="55021"/>
                </a:lnTo>
                <a:lnTo>
                  <a:pt x="605687" y="55378"/>
                </a:lnTo>
                <a:lnTo>
                  <a:pt x="605854" y="55730"/>
                </a:lnTo>
                <a:lnTo>
                  <a:pt x="606026" y="56078"/>
                </a:lnTo>
                <a:lnTo>
                  <a:pt x="606202" y="56422"/>
                </a:lnTo>
                <a:lnTo>
                  <a:pt x="606383" y="56761"/>
                </a:lnTo>
                <a:lnTo>
                  <a:pt x="606569" y="57096"/>
                </a:lnTo>
                <a:lnTo>
                  <a:pt x="606760" y="57427"/>
                </a:lnTo>
                <a:lnTo>
                  <a:pt x="606956" y="57753"/>
                </a:lnTo>
                <a:lnTo>
                  <a:pt x="607156" y="58075"/>
                </a:lnTo>
                <a:lnTo>
                  <a:pt x="607361" y="58393"/>
                </a:lnTo>
                <a:lnTo>
                  <a:pt x="607571" y="58707"/>
                </a:lnTo>
                <a:lnTo>
                  <a:pt x="607786" y="59016"/>
                </a:lnTo>
                <a:lnTo>
                  <a:pt x="608005" y="59321"/>
                </a:lnTo>
                <a:lnTo>
                  <a:pt x="608229" y="59621"/>
                </a:lnTo>
                <a:lnTo>
                  <a:pt x="608458" y="59917"/>
                </a:lnTo>
                <a:lnTo>
                  <a:pt x="608692" y="60209"/>
                </a:lnTo>
                <a:lnTo>
                  <a:pt x="608931" y="60497"/>
                </a:lnTo>
                <a:lnTo>
                  <a:pt x="609174" y="60780"/>
                </a:lnTo>
                <a:lnTo>
                  <a:pt x="609422" y="61059"/>
                </a:lnTo>
                <a:lnTo>
                  <a:pt x="609675" y="61334"/>
                </a:lnTo>
                <a:lnTo>
                  <a:pt x="609933" y="61605"/>
                </a:lnTo>
                <a:lnTo>
                  <a:pt x="610195" y="61870"/>
                </a:lnTo>
                <a:lnTo>
                  <a:pt x="610463" y="62131"/>
                </a:lnTo>
                <a:lnTo>
                  <a:pt x="610734" y="62387"/>
                </a:lnTo>
                <a:lnTo>
                  <a:pt x="611011" y="62638"/>
                </a:lnTo>
                <a:lnTo>
                  <a:pt x="611292" y="62884"/>
                </a:lnTo>
                <a:lnTo>
                  <a:pt x="611577" y="63125"/>
                </a:lnTo>
                <a:lnTo>
                  <a:pt x="611868" y="63361"/>
                </a:lnTo>
                <a:lnTo>
                  <a:pt x="612162" y="63592"/>
                </a:lnTo>
                <a:lnTo>
                  <a:pt x="612462" y="63819"/>
                </a:lnTo>
                <a:lnTo>
                  <a:pt x="612766" y="64040"/>
                </a:lnTo>
                <a:lnTo>
                  <a:pt x="613075" y="64256"/>
                </a:lnTo>
                <a:lnTo>
                  <a:pt x="613388" y="64467"/>
                </a:lnTo>
                <a:lnTo>
                  <a:pt x="613706" y="64674"/>
                </a:lnTo>
                <a:lnTo>
                  <a:pt x="614028" y="64875"/>
                </a:lnTo>
                <a:lnTo>
                  <a:pt x="614356" y="65072"/>
                </a:lnTo>
                <a:lnTo>
                  <a:pt x="614687" y="65263"/>
                </a:lnTo>
                <a:lnTo>
                  <a:pt x="615024" y="65450"/>
                </a:lnTo>
                <a:lnTo>
                  <a:pt x="615365" y="65631"/>
                </a:lnTo>
                <a:lnTo>
                  <a:pt x="615710" y="65808"/>
                </a:lnTo>
                <a:lnTo>
                  <a:pt x="616061" y="65980"/>
                </a:lnTo>
                <a:lnTo>
                  <a:pt x="616415" y="66147"/>
                </a:lnTo>
                <a:lnTo>
                  <a:pt x="616775" y="66308"/>
                </a:lnTo>
                <a:lnTo>
                  <a:pt x="617139" y="66465"/>
                </a:lnTo>
                <a:lnTo>
                  <a:pt x="617508" y="66617"/>
                </a:lnTo>
                <a:lnTo>
                  <a:pt x="617880" y="66763"/>
                </a:lnTo>
                <a:lnTo>
                  <a:pt x="618256" y="66904"/>
                </a:lnTo>
                <a:lnTo>
                  <a:pt x="618635" y="67037"/>
                </a:lnTo>
                <a:lnTo>
                  <a:pt x="619016" y="67165"/>
                </a:lnTo>
                <a:lnTo>
                  <a:pt x="619401" y="67286"/>
                </a:lnTo>
                <a:lnTo>
                  <a:pt x="619789" y="67402"/>
                </a:lnTo>
                <a:lnTo>
                  <a:pt x="620180" y="67511"/>
                </a:lnTo>
                <a:lnTo>
                  <a:pt x="620574" y="67613"/>
                </a:lnTo>
                <a:lnTo>
                  <a:pt x="620970" y="67710"/>
                </a:lnTo>
                <a:lnTo>
                  <a:pt x="621370" y="67800"/>
                </a:lnTo>
                <a:lnTo>
                  <a:pt x="621773" y="67884"/>
                </a:lnTo>
                <a:lnTo>
                  <a:pt x="622179" y="67962"/>
                </a:lnTo>
                <a:lnTo>
                  <a:pt x="622588" y="68034"/>
                </a:lnTo>
                <a:lnTo>
                  <a:pt x="623000" y="68099"/>
                </a:lnTo>
                <a:lnTo>
                  <a:pt x="623415" y="68158"/>
                </a:lnTo>
                <a:lnTo>
                  <a:pt x="623833" y="68211"/>
                </a:lnTo>
                <a:lnTo>
                  <a:pt x="624254" y="68258"/>
                </a:lnTo>
                <a:lnTo>
                  <a:pt x="624678" y="68298"/>
                </a:lnTo>
                <a:lnTo>
                  <a:pt x="625105" y="68332"/>
                </a:lnTo>
                <a:lnTo>
                  <a:pt x="625535" y="68360"/>
                </a:lnTo>
                <a:lnTo>
                  <a:pt x="625969" y="68382"/>
                </a:lnTo>
                <a:lnTo>
                  <a:pt x="626405" y="68398"/>
                </a:lnTo>
                <a:lnTo>
                  <a:pt x="626844" y="68407"/>
                </a:lnTo>
                <a:lnTo>
                  <a:pt x="627286" y="68410"/>
                </a:lnTo>
                <a:lnTo>
                  <a:pt x="628068" y="68402"/>
                </a:lnTo>
                <a:lnTo>
                  <a:pt x="628839" y="68376"/>
                </a:lnTo>
                <a:lnTo>
                  <a:pt x="629597" y="68333"/>
                </a:lnTo>
                <a:lnTo>
                  <a:pt x="630344" y="68272"/>
                </a:lnTo>
                <a:lnTo>
                  <a:pt x="631079" y="68194"/>
                </a:lnTo>
                <a:lnTo>
                  <a:pt x="631802" y="68099"/>
                </a:lnTo>
                <a:lnTo>
                  <a:pt x="632513" y="67987"/>
                </a:lnTo>
                <a:lnTo>
                  <a:pt x="633213" y="67857"/>
                </a:lnTo>
                <a:lnTo>
                  <a:pt x="633901" y="67710"/>
                </a:lnTo>
                <a:lnTo>
                  <a:pt x="634577" y="67546"/>
                </a:lnTo>
                <a:lnTo>
                  <a:pt x="635241" y="67365"/>
                </a:lnTo>
                <a:lnTo>
                  <a:pt x="635893" y="67166"/>
                </a:lnTo>
                <a:lnTo>
                  <a:pt x="636534" y="66950"/>
                </a:lnTo>
                <a:lnTo>
                  <a:pt x="637163" y="66717"/>
                </a:lnTo>
                <a:lnTo>
                  <a:pt x="637780" y="66466"/>
                </a:lnTo>
                <a:lnTo>
                  <a:pt x="638385" y="66198"/>
                </a:lnTo>
                <a:lnTo>
                  <a:pt x="638978" y="65913"/>
                </a:lnTo>
                <a:lnTo>
                  <a:pt x="639560" y="65610"/>
                </a:lnTo>
                <a:lnTo>
                  <a:pt x="640130" y="65291"/>
                </a:lnTo>
                <a:lnTo>
                  <a:pt x="640688" y="64954"/>
                </a:lnTo>
                <a:lnTo>
                  <a:pt x="641234" y="64599"/>
                </a:lnTo>
                <a:lnTo>
                  <a:pt x="641768" y="64228"/>
                </a:lnTo>
                <a:lnTo>
                  <a:pt x="642291" y="63839"/>
                </a:lnTo>
                <a:lnTo>
                  <a:pt x="642802" y="63433"/>
                </a:lnTo>
                <a:lnTo>
                  <a:pt x="643298" y="63010"/>
                </a:lnTo>
                <a:lnTo>
                  <a:pt x="643778" y="62572"/>
                </a:lnTo>
                <a:lnTo>
                  <a:pt x="644242" y="62118"/>
                </a:lnTo>
                <a:lnTo>
                  <a:pt x="644689" y="61649"/>
                </a:lnTo>
                <a:lnTo>
                  <a:pt x="645120" y="61164"/>
                </a:lnTo>
                <a:lnTo>
                  <a:pt x="645533" y="60664"/>
                </a:lnTo>
                <a:lnTo>
                  <a:pt x="645931" y="60148"/>
                </a:lnTo>
                <a:lnTo>
                  <a:pt x="646311" y="59616"/>
                </a:lnTo>
                <a:lnTo>
                  <a:pt x="646675" y="59069"/>
                </a:lnTo>
                <a:lnTo>
                  <a:pt x="647023" y="58506"/>
                </a:lnTo>
                <a:lnTo>
                  <a:pt x="647354" y="57928"/>
                </a:lnTo>
                <a:lnTo>
                  <a:pt x="647668" y="57335"/>
                </a:lnTo>
                <a:lnTo>
                  <a:pt x="647966" y="56725"/>
                </a:lnTo>
                <a:lnTo>
                  <a:pt x="648247" y="56101"/>
                </a:lnTo>
                <a:lnTo>
                  <a:pt x="648512" y="55460"/>
                </a:lnTo>
                <a:lnTo>
                  <a:pt x="648760" y="54804"/>
                </a:lnTo>
                <a:lnTo>
                  <a:pt x="648992" y="54133"/>
                </a:lnTo>
                <a:lnTo>
                  <a:pt x="649207" y="53446"/>
                </a:lnTo>
                <a:lnTo>
                  <a:pt x="649405" y="52743"/>
                </a:lnTo>
                <a:lnTo>
                  <a:pt x="649587" y="52025"/>
                </a:lnTo>
                <a:lnTo>
                  <a:pt x="649752" y="51292"/>
                </a:lnTo>
                <a:lnTo>
                  <a:pt x="649901" y="50543"/>
                </a:lnTo>
                <a:lnTo>
                  <a:pt x="650033" y="49778"/>
                </a:lnTo>
                <a:lnTo>
                  <a:pt x="650148" y="48998"/>
                </a:lnTo>
                <a:lnTo>
                  <a:pt x="637569" y="48998"/>
                </a:lnTo>
                <a:lnTo>
                  <a:pt x="637512" y="49362"/>
                </a:lnTo>
                <a:lnTo>
                  <a:pt x="637449" y="49720"/>
                </a:lnTo>
                <a:lnTo>
                  <a:pt x="637379" y="50071"/>
                </a:lnTo>
                <a:lnTo>
                  <a:pt x="637303" y="50417"/>
                </a:lnTo>
                <a:lnTo>
                  <a:pt x="637220" y="50756"/>
                </a:lnTo>
                <a:lnTo>
                  <a:pt x="637130" y="51089"/>
                </a:lnTo>
                <a:lnTo>
                  <a:pt x="637034" y="51416"/>
                </a:lnTo>
                <a:lnTo>
                  <a:pt x="636932" y="51737"/>
                </a:lnTo>
                <a:lnTo>
                  <a:pt x="636823" y="52051"/>
                </a:lnTo>
                <a:lnTo>
                  <a:pt x="636707" y="52360"/>
                </a:lnTo>
                <a:lnTo>
                  <a:pt x="636585" y="52662"/>
                </a:lnTo>
                <a:lnTo>
                  <a:pt x="636456" y="52957"/>
                </a:lnTo>
                <a:lnTo>
                  <a:pt x="636321" y="53247"/>
                </a:lnTo>
                <a:lnTo>
                  <a:pt x="636179" y="53530"/>
                </a:lnTo>
                <a:lnTo>
                  <a:pt x="636031" y="53807"/>
                </a:lnTo>
                <a:lnTo>
                  <a:pt x="635876" y="54078"/>
                </a:lnTo>
                <a:lnTo>
                  <a:pt x="635715" y="54343"/>
                </a:lnTo>
                <a:lnTo>
                  <a:pt x="635547" y="54601"/>
                </a:lnTo>
                <a:lnTo>
                  <a:pt x="635372" y="54854"/>
                </a:lnTo>
                <a:lnTo>
                  <a:pt x="635191" y="55100"/>
                </a:lnTo>
                <a:lnTo>
                  <a:pt x="635004" y="55340"/>
                </a:lnTo>
                <a:lnTo>
                  <a:pt x="634809" y="55573"/>
                </a:lnTo>
                <a:lnTo>
                  <a:pt x="634609" y="55801"/>
                </a:lnTo>
                <a:lnTo>
                  <a:pt x="634402" y="56022"/>
                </a:lnTo>
                <a:lnTo>
                  <a:pt x="634187" y="56235"/>
                </a:lnTo>
                <a:lnTo>
                  <a:pt x="633966" y="56440"/>
                </a:lnTo>
                <a:lnTo>
                  <a:pt x="633737" y="56635"/>
                </a:lnTo>
                <a:lnTo>
                  <a:pt x="633500" y="56821"/>
                </a:lnTo>
                <a:lnTo>
                  <a:pt x="633256" y="56998"/>
                </a:lnTo>
                <a:lnTo>
                  <a:pt x="633004" y="57166"/>
                </a:lnTo>
                <a:lnTo>
                  <a:pt x="632745" y="57325"/>
                </a:lnTo>
                <a:lnTo>
                  <a:pt x="632479" y="57475"/>
                </a:lnTo>
                <a:lnTo>
                  <a:pt x="632205" y="57616"/>
                </a:lnTo>
                <a:lnTo>
                  <a:pt x="631923" y="57747"/>
                </a:lnTo>
                <a:lnTo>
                  <a:pt x="631634" y="57870"/>
                </a:lnTo>
                <a:lnTo>
                  <a:pt x="631338" y="57984"/>
                </a:lnTo>
                <a:lnTo>
                  <a:pt x="631034" y="58088"/>
                </a:lnTo>
                <a:lnTo>
                  <a:pt x="630722" y="58183"/>
                </a:lnTo>
                <a:lnTo>
                  <a:pt x="630403" y="58270"/>
                </a:lnTo>
                <a:lnTo>
                  <a:pt x="630077" y="58347"/>
                </a:lnTo>
                <a:lnTo>
                  <a:pt x="629743" y="58415"/>
                </a:lnTo>
                <a:lnTo>
                  <a:pt x="629401" y="58474"/>
                </a:lnTo>
                <a:lnTo>
                  <a:pt x="629052" y="58524"/>
                </a:lnTo>
                <a:lnTo>
                  <a:pt x="628696" y="58565"/>
                </a:lnTo>
                <a:lnTo>
                  <a:pt x="628332" y="58597"/>
                </a:lnTo>
                <a:lnTo>
                  <a:pt x="627961" y="58619"/>
                </a:lnTo>
                <a:lnTo>
                  <a:pt x="627582" y="58633"/>
                </a:lnTo>
                <a:lnTo>
                  <a:pt x="627195" y="58637"/>
                </a:lnTo>
                <a:lnTo>
                  <a:pt x="626944" y="58635"/>
                </a:lnTo>
                <a:lnTo>
                  <a:pt x="626697" y="58628"/>
                </a:lnTo>
                <a:lnTo>
                  <a:pt x="626452" y="58616"/>
                </a:lnTo>
                <a:lnTo>
                  <a:pt x="626211" y="58599"/>
                </a:lnTo>
                <a:lnTo>
                  <a:pt x="625972" y="58578"/>
                </a:lnTo>
                <a:lnTo>
                  <a:pt x="625737" y="58551"/>
                </a:lnTo>
                <a:lnTo>
                  <a:pt x="625506" y="58520"/>
                </a:lnTo>
                <a:lnTo>
                  <a:pt x="625277" y="58484"/>
                </a:lnTo>
                <a:lnTo>
                  <a:pt x="625052" y="58444"/>
                </a:lnTo>
                <a:lnTo>
                  <a:pt x="624829" y="58398"/>
                </a:lnTo>
                <a:lnTo>
                  <a:pt x="624610" y="58348"/>
                </a:lnTo>
                <a:lnTo>
                  <a:pt x="624394" y="58293"/>
                </a:lnTo>
                <a:lnTo>
                  <a:pt x="624182" y="58233"/>
                </a:lnTo>
                <a:lnTo>
                  <a:pt x="623972" y="58169"/>
                </a:lnTo>
                <a:lnTo>
                  <a:pt x="623766" y="58099"/>
                </a:lnTo>
                <a:lnTo>
                  <a:pt x="623563" y="58025"/>
                </a:lnTo>
                <a:lnTo>
                  <a:pt x="623363" y="57946"/>
                </a:lnTo>
                <a:lnTo>
                  <a:pt x="623166" y="57863"/>
                </a:lnTo>
                <a:lnTo>
                  <a:pt x="622972" y="57774"/>
                </a:lnTo>
                <a:lnTo>
                  <a:pt x="622782" y="57681"/>
                </a:lnTo>
                <a:lnTo>
                  <a:pt x="622595" y="57583"/>
                </a:lnTo>
                <a:lnTo>
                  <a:pt x="622411" y="57480"/>
                </a:lnTo>
                <a:lnTo>
                  <a:pt x="622230" y="57373"/>
                </a:lnTo>
                <a:lnTo>
                  <a:pt x="622052" y="57260"/>
                </a:lnTo>
                <a:lnTo>
                  <a:pt x="621878" y="57144"/>
                </a:lnTo>
                <a:lnTo>
                  <a:pt x="621707" y="57025"/>
                </a:lnTo>
                <a:lnTo>
                  <a:pt x="621538" y="56904"/>
                </a:lnTo>
                <a:lnTo>
                  <a:pt x="621373" y="56780"/>
                </a:lnTo>
                <a:lnTo>
                  <a:pt x="621211" y="56653"/>
                </a:lnTo>
                <a:lnTo>
                  <a:pt x="621051" y="56523"/>
                </a:lnTo>
                <a:lnTo>
                  <a:pt x="620895" y="56391"/>
                </a:lnTo>
                <a:lnTo>
                  <a:pt x="620742" y="56256"/>
                </a:lnTo>
                <a:lnTo>
                  <a:pt x="620591" y="56118"/>
                </a:lnTo>
                <a:lnTo>
                  <a:pt x="620444" y="55977"/>
                </a:lnTo>
                <a:lnTo>
                  <a:pt x="620300" y="55834"/>
                </a:lnTo>
                <a:lnTo>
                  <a:pt x="620159" y="55688"/>
                </a:lnTo>
                <a:lnTo>
                  <a:pt x="620021" y="55539"/>
                </a:lnTo>
                <a:lnTo>
                  <a:pt x="619886" y="55388"/>
                </a:lnTo>
                <a:lnTo>
                  <a:pt x="619754" y="55234"/>
                </a:lnTo>
                <a:lnTo>
                  <a:pt x="619625" y="55077"/>
                </a:lnTo>
                <a:lnTo>
                  <a:pt x="619499" y="54918"/>
                </a:lnTo>
                <a:lnTo>
                  <a:pt x="619376" y="54756"/>
                </a:lnTo>
                <a:lnTo>
                  <a:pt x="619256" y="54591"/>
                </a:lnTo>
                <a:lnTo>
                  <a:pt x="619139" y="54423"/>
                </a:lnTo>
                <a:lnTo>
                  <a:pt x="619025" y="54253"/>
                </a:lnTo>
                <a:lnTo>
                  <a:pt x="618914" y="54080"/>
                </a:lnTo>
                <a:lnTo>
                  <a:pt x="618806" y="53904"/>
                </a:lnTo>
                <a:lnTo>
                  <a:pt x="618701" y="53726"/>
                </a:lnTo>
                <a:lnTo>
                  <a:pt x="618599" y="53545"/>
                </a:lnTo>
                <a:lnTo>
                  <a:pt x="618500" y="53362"/>
                </a:lnTo>
                <a:lnTo>
                  <a:pt x="618402" y="53178"/>
                </a:lnTo>
                <a:lnTo>
                  <a:pt x="618308" y="52992"/>
                </a:lnTo>
                <a:lnTo>
                  <a:pt x="618215" y="52804"/>
                </a:lnTo>
                <a:lnTo>
                  <a:pt x="618125" y="52615"/>
                </a:lnTo>
                <a:lnTo>
                  <a:pt x="618037" y="52424"/>
                </a:lnTo>
                <a:lnTo>
                  <a:pt x="617952" y="52230"/>
                </a:lnTo>
                <a:lnTo>
                  <a:pt x="617869" y="52036"/>
                </a:lnTo>
                <a:lnTo>
                  <a:pt x="617788" y="51839"/>
                </a:lnTo>
                <a:lnTo>
                  <a:pt x="617710" y="51641"/>
                </a:lnTo>
                <a:lnTo>
                  <a:pt x="617635" y="51441"/>
                </a:lnTo>
                <a:lnTo>
                  <a:pt x="617561" y="51239"/>
                </a:lnTo>
                <a:lnTo>
                  <a:pt x="617490" y="51035"/>
                </a:lnTo>
                <a:lnTo>
                  <a:pt x="617421" y="50830"/>
                </a:lnTo>
                <a:lnTo>
                  <a:pt x="617355" y="50623"/>
                </a:lnTo>
                <a:lnTo>
                  <a:pt x="617291" y="50414"/>
                </a:lnTo>
                <a:lnTo>
                  <a:pt x="617230" y="50204"/>
                </a:lnTo>
                <a:lnTo>
                  <a:pt x="617171" y="49991"/>
                </a:lnTo>
                <a:lnTo>
                  <a:pt x="617114" y="49777"/>
                </a:lnTo>
                <a:lnTo>
                  <a:pt x="617060" y="49562"/>
                </a:lnTo>
                <a:lnTo>
                  <a:pt x="617008" y="49344"/>
                </a:lnTo>
                <a:lnTo>
                  <a:pt x="616958" y="49125"/>
                </a:lnTo>
                <a:lnTo>
                  <a:pt x="616911" y="48904"/>
                </a:lnTo>
                <a:lnTo>
                  <a:pt x="616866" y="48682"/>
                </a:lnTo>
                <a:lnTo>
                  <a:pt x="616823" y="48461"/>
                </a:lnTo>
                <a:lnTo>
                  <a:pt x="616782" y="48239"/>
                </a:lnTo>
                <a:lnTo>
                  <a:pt x="616743" y="48019"/>
                </a:lnTo>
                <a:lnTo>
                  <a:pt x="616705" y="47798"/>
                </a:lnTo>
                <a:lnTo>
                  <a:pt x="616670" y="47578"/>
                </a:lnTo>
                <a:lnTo>
                  <a:pt x="616637" y="47358"/>
                </a:lnTo>
                <a:lnTo>
                  <a:pt x="616605" y="47139"/>
                </a:lnTo>
                <a:lnTo>
                  <a:pt x="616575" y="46919"/>
                </a:lnTo>
                <a:lnTo>
                  <a:pt x="616548" y="46700"/>
                </a:lnTo>
                <a:lnTo>
                  <a:pt x="616522" y="46482"/>
                </a:lnTo>
                <a:lnTo>
                  <a:pt x="616498" y="46264"/>
                </a:lnTo>
                <a:lnTo>
                  <a:pt x="616476" y="46046"/>
                </a:lnTo>
                <a:lnTo>
                  <a:pt x="616456" y="45828"/>
                </a:lnTo>
                <a:lnTo>
                  <a:pt x="616438" y="45611"/>
                </a:lnTo>
                <a:lnTo>
                  <a:pt x="616422" y="45394"/>
                </a:lnTo>
                <a:lnTo>
                  <a:pt x="616407" y="45177"/>
                </a:lnTo>
                <a:lnTo>
                  <a:pt x="616395" y="44961"/>
                </a:lnTo>
                <a:lnTo>
                  <a:pt x="616384" y="44745"/>
                </a:lnTo>
                <a:lnTo>
                  <a:pt x="616376" y="44529"/>
                </a:lnTo>
                <a:lnTo>
                  <a:pt x="616369" y="44314"/>
                </a:lnTo>
                <a:lnTo>
                  <a:pt x="616364" y="44099"/>
                </a:lnTo>
                <a:lnTo>
                  <a:pt x="616361" y="43884"/>
                </a:lnTo>
                <a:lnTo>
                  <a:pt x="616360" y="43670"/>
                </a:lnTo>
                <a:lnTo>
                  <a:pt x="616361" y="43448"/>
                </a:lnTo>
                <a:lnTo>
                  <a:pt x="616364" y="43226"/>
                </a:lnTo>
                <a:lnTo>
                  <a:pt x="616369" y="43003"/>
                </a:lnTo>
                <a:lnTo>
                  <a:pt x="616376" y="42781"/>
                </a:lnTo>
                <a:lnTo>
                  <a:pt x="616384" y="42558"/>
                </a:lnTo>
                <a:lnTo>
                  <a:pt x="616395" y="42335"/>
                </a:lnTo>
                <a:lnTo>
                  <a:pt x="616407" y="42113"/>
                </a:lnTo>
                <a:lnTo>
                  <a:pt x="616422" y="41889"/>
                </a:lnTo>
                <a:lnTo>
                  <a:pt x="616438" y="41666"/>
                </a:lnTo>
                <a:lnTo>
                  <a:pt x="616456" y="41443"/>
                </a:lnTo>
                <a:lnTo>
                  <a:pt x="616476" y="41219"/>
                </a:lnTo>
                <a:lnTo>
                  <a:pt x="616498" y="40995"/>
                </a:lnTo>
                <a:lnTo>
                  <a:pt x="616522" y="40772"/>
                </a:lnTo>
                <a:lnTo>
                  <a:pt x="616548" y="40548"/>
                </a:lnTo>
                <a:lnTo>
                  <a:pt x="616575" y="40323"/>
                </a:lnTo>
                <a:lnTo>
                  <a:pt x="616605" y="40099"/>
                </a:lnTo>
                <a:lnTo>
                  <a:pt x="616637" y="39875"/>
                </a:lnTo>
                <a:lnTo>
                  <a:pt x="616670" y="39650"/>
                </a:lnTo>
                <a:lnTo>
                  <a:pt x="616705" y="39425"/>
                </a:lnTo>
                <a:lnTo>
                  <a:pt x="616743" y="39200"/>
                </a:lnTo>
                <a:lnTo>
                  <a:pt x="616782" y="38975"/>
                </a:lnTo>
                <a:lnTo>
                  <a:pt x="616823" y="38750"/>
                </a:lnTo>
                <a:lnTo>
                  <a:pt x="616866" y="38524"/>
                </a:lnTo>
                <a:lnTo>
                  <a:pt x="616911" y="38299"/>
                </a:lnTo>
                <a:lnTo>
                  <a:pt x="616958" y="38074"/>
                </a:lnTo>
                <a:lnTo>
                  <a:pt x="617008" y="37850"/>
                </a:lnTo>
                <a:lnTo>
                  <a:pt x="617061" y="37629"/>
                </a:lnTo>
                <a:lnTo>
                  <a:pt x="617117" y="37408"/>
                </a:lnTo>
                <a:lnTo>
                  <a:pt x="617175" y="37190"/>
                </a:lnTo>
                <a:lnTo>
                  <a:pt x="617236" y="36973"/>
                </a:lnTo>
                <a:lnTo>
                  <a:pt x="617299" y="36757"/>
                </a:lnTo>
                <a:lnTo>
                  <a:pt x="617365" y="36543"/>
                </a:lnTo>
                <a:lnTo>
                  <a:pt x="617434" y="36331"/>
                </a:lnTo>
                <a:lnTo>
                  <a:pt x="617506" y="36121"/>
                </a:lnTo>
                <a:lnTo>
                  <a:pt x="617581" y="35912"/>
                </a:lnTo>
                <a:lnTo>
                  <a:pt x="617658" y="35704"/>
                </a:lnTo>
                <a:lnTo>
                  <a:pt x="617737" y="35498"/>
                </a:lnTo>
                <a:lnTo>
                  <a:pt x="617820" y="35294"/>
                </a:lnTo>
                <a:lnTo>
                  <a:pt x="617905" y="35091"/>
                </a:lnTo>
                <a:lnTo>
                  <a:pt x="617993" y="34890"/>
                </a:lnTo>
                <a:lnTo>
                  <a:pt x="618084" y="34691"/>
                </a:lnTo>
                <a:lnTo>
                  <a:pt x="618177" y="34493"/>
                </a:lnTo>
                <a:lnTo>
                  <a:pt x="618273" y="34297"/>
                </a:lnTo>
                <a:lnTo>
                  <a:pt x="618372" y="34102"/>
                </a:lnTo>
                <a:lnTo>
                  <a:pt x="618473" y="33909"/>
                </a:lnTo>
                <a:lnTo>
                  <a:pt x="618577" y="33718"/>
                </a:lnTo>
                <a:lnTo>
                  <a:pt x="618684" y="33528"/>
                </a:lnTo>
                <a:lnTo>
                  <a:pt x="618794" y="33339"/>
                </a:lnTo>
                <a:lnTo>
                  <a:pt x="618906" y="33153"/>
                </a:lnTo>
                <a:lnTo>
                  <a:pt x="619021" y="32970"/>
                </a:lnTo>
                <a:lnTo>
                  <a:pt x="619139" y="32790"/>
                </a:lnTo>
                <a:lnTo>
                  <a:pt x="619259" y="32612"/>
                </a:lnTo>
                <a:lnTo>
                  <a:pt x="619382" y="32438"/>
                </a:lnTo>
                <a:lnTo>
                  <a:pt x="619508" y="32266"/>
                </a:lnTo>
                <a:lnTo>
                  <a:pt x="619637" y="32097"/>
                </a:lnTo>
                <a:lnTo>
                  <a:pt x="619768" y="31931"/>
                </a:lnTo>
                <a:lnTo>
                  <a:pt x="619902" y="31768"/>
                </a:lnTo>
                <a:lnTo>
                  <a:pt x="620038" y="31608"/>
                </a:lnTo>
                <a:lnTo>
                  <a:pt x="620178" y="31451"/>
                </a:lnTo>
                <a:lnTo>
                  <a:pt x="620320" y="31296"/>
                </a:lnTo>
                <a:lnTo>
                  <a:pt x="620465" y="31145"/>
                </a:lnTo>
                <a:lnTo>
                  <a:pt x="620612" y="30996"/>
                </a:lnTo>
                <a:lnTo>
                  <a:pt x="620762" y="30850"/>
                </a:lnTo>
                <a:lnTo>
                  <a:pt x="620915" y="30707"/>
                </a:lnTo>
                <a:lnTo>
                  <a:pt x="621071" y="30567"/>
                </a:lnTo>
                <a:lnTo>
                  <a:pt x="621229" y="30429"/>
                </a:lnTo>
                <a:lnTo>
                  <a:pt x="621390" y="30295"/>
                </a:lnTo>
                <a:lnTo>
                  <a:pt x="621554" y="30164"/>
                </a:lnTo>
                <a:lnTo>
                  <a:pt x="621720" y="30035"/>
                </a:lnTo>
                <a:lnTo>
                  <a:pt x="621889" y="29909"/>
                </a:lnTo>
                <a:lnTo>
                  <a:pt x="622061" y="29786"/>
                </a:lnTo>
                <a:lnTo>
                  <a:pt x="622236" y="29666"/>
                </a:lnTo>
                <a:lnTo>
                  <a:pt x="622414" y="29550"/>
                </a:lnTo>
                <a:lnTo>
                  <a:pt x="622595" y="29439"/>
                </a:lnTo>
                <a:lnTo>
                  <a:pt x="622780" y="29333"/>
                </a:lnTo>
                <a:lnTo>
                  <a:pt x="622968" y="29231"/>
                </a:lnTo>
                <a:lnTo>
                  <a:pt x="623160" y="29135"/>
                </a:lnTo>
                <a:lnTo>
                  <a:pt x="623355" y="29043"/>
                </a:lnTo>
                <a:lnTo>
                  <a:pt x="623554" y="28957"/>
                </a:lnTo>
                <a:lnTo>
                  <a:pt x="623756" y="28875"/>
                </a:lnTo>
                <a:lnTo>
                  <a:pt x="623962" y="28799"/>
                </a:lnTo>
                <a:lnTo>
                  <a:pt x="624171" y="28727"/>
                </a:lnTo>
                <a:lnTo>
                  <a:pt x="624384" y="28660"/>
                </a:lnTo>
                <a:lnTo>
                  <a:pt x="624601" y="28599"/>
                </a:lnTo>
                <a:lnTo>
                  <a:pt x="624820" y="28542"/>
                </a:lnTo>
                <a:lnTo>
                  <a:pt x="625044" y="28490"/>
                </a:lnTo>
                <a:lnTo>
                  <a:pt x="625271" y="28443"/>
                </a:lnTo>
                <a:lnTo>
                  <a:pt x="625501" y="28401"/>
                </a:lnTo>
                <a:lnTo>
                  <a:pt x="625735" y="28364"/>
                </a:lnTo>
                <a:lnTo>
                  <a:pt x="625972" y="28332"/>
                </a:lnTo>
                <a:lnTo>
                  <a:pt x="626213" y="28305"/>
                </a:lnTo>
                <a:lnTo>
                  <a:pt x="626457" y="28282"/>
                </a:lnTo>
                <a:lnTo>
                  <a:pt x="626705" y="28265"/>
                </a:lnTo>
                <a:lnTo>
                  <a:pt x="626957" y="28253"/>
                </a:lnTo>
                <a:lnTo>
                  <a:pt x="627211" y="28245"/>
                </a:lnTo>
                <a:lnTo>
                  <a:pt x="627470" y="28243"/>
                </a:lnTo>
                <a:lnTo>
                  <a:pt x="628154" y="28257"/>
                </a:lnTo>
                <a:lnTo>
                  <a:pt x="628813" y="28299"/>
                </a:lnTo>
                <a:lnTo>
                  <a:pt x="629448" y="28370"/>
                </a:lnTo>
                <a:lnTo>
                  <a:pt x="630058" y="28469"/>
                </a:lnTo>
                <a:lnTo>
                  <a:pt x="630644" y="28597"/>
                </a:lnTo>
                <a:lnTo>
                  <a:pt x="631206" y="28753"/>
                </a:lnTo>
                <a:lnTo>
                  <a:pt x="631742" y="28937"/>
                </a:lnTo>
                <a:lnTo>
                  <a:pt x="632254" y="29149"/>
                </a:lnTo>
                <a:lnTo>
                  <a:pt x="632742" y="29390"/>
                </a:lnTo>
                <a:lnTo>
                  <a:pt x="633205" y="29659"/>
                </a:lnTo>
                <a:lnTo>
                  <a:pt x="633644" y="29957"/>
                </a:lnTo>
                <a:lnTo>
                  <a:pt x="634058" y="30283"/>
                </a:lnTo>
                <a:lnTo>
                  <a:pt x="634447" y="30637"/>
                </a:lnTo>
                <a:lnTo>
                  <a:pt x="634812" y="31019"/>
                </a:lnTo>
                <a:lnTo>
                  <a:pt x="635152" y="31430"/>
                </a:lnTo>
                <a:lnTo>
                  <a:pt x="635468" y="31869"/>
                </a:lnTo>
                <a:lnTo>
                  <a:pt x="635759" y="32336"/>
                </a:lnTo>
                <a:lnTo>
                  <a:pt x="636026" y="32832"/>
                </a:lnTo>
                <a:lnTo>
                  <a:pt x="636268" y="33356"/>
                </a:lnTo>
                <a:lnTo>
                  <a:pt x="636486" y="33909"/>
                </a:lnTo>
                <a:lnTo>
                  <a:pt x="636679" y="34490"/>
                </a:lnTo>
                <a:lnTo>
                  <a:pt x="636848" y="35099"/>
                </a:lnTo>
                <a:lnTo>
                  <a:pt x="636992" y="35736"/>
                </a:lnTo>
                <a:lnTo>
                  <a:pt x="637111" y="36402"/>
                </a:lnTo>
                <a:lnTo>
                  <a:pt x="649872" y="36402"/>
                </a:lnTo>
                <a:lnTo>
                  <a:pt x="649846" y="36021"/>
                </a:lnTo>
                <a:lnTo>
                  <a:pt x="649815" y="35644"/>
                </a:lnTo>
                <a:lnTo>
                  <a:pt x="649778" y="35272"/>
                </a:lnTo>
                <a:lnTo>
                  <a:pt x="649735" y="34904"/>
                </a:lnTo>
                <a:close/>
                <a:moveTo>
                  <a:pt x="689060" y="45723"/>
                </a:moveTo>
                <a:lnTo>
                  <a:pt x="689039" y="46290"/>
                </a:lnTo>
                <a:lnTo>
                  <a:pt x="689010" y="46844"/>
                </a:lnTo>
                <a:lnTo>
                  <a:pt x="688973" y="47383"/>
                </a:lnTo>
                <a:lnTo>
                  <a:pt x="688927" y="47908"/>
                </a:lnTo>
                <a:lnTo>
                  <a:pt x="688873" y="48419"/>
                </a:lnTo>
                <a:lnTo>
                  <a:pt x="688811" y="48916"/>
                </a:lnTo>
                <a:lnTo>
                  <a:pt x="688740" y="49398"/>
                </a:lnTo>
                <a:lnTo>
                  <a:pt x="688662" y="49867"/>
                </a:lnTo>
                <a:lnTo>
                  <a:pt x="688575" y="50321"/>
                </a:lnTo>
                <a:lnTo>
                  <a:pt x="688479" y="50761"/>
                </a:lnTo>
                <a:lnTo>
                  <a:pt x="688376" y="51187"/>
                </a:lnTo>
                <a:lnTo>
                  <a:pt x="688264" y="51599"/>
                </a:lnTo>
                <a:lnTo>
                  <a:pt x="688144" y="51997"/>
                </a:lnTo>
                <a:lnTo>
                  <a:pt x="688015" y="52381"/>
                </a:lnTo>
                <a:lnTo>
                  <a:pt x="687878" y="52750"/>
                </a:lnTo>
                <a:lnTo>
                  <a:pt x="687733" y="53105"/>
                </a:lnTo>
                <a:lnTo>
                  <a:pt x="687580" y="53447"/>
                </a:lnTo>
                <a:lnTo>
                  <a:pt x="687418" y="53774"/>
                </a:lnTo>
                <a:lnTo>
                  <a:pt x="687248" y="54087"/>
                </a:lnTo>
                <a:lnTo>
                  <a:pt x="687070" y="54385"/>
                </a:lnTo>
                <a:lnTo>
                  <a:pt x="686884" y="54670"/>
                </a:lnTo>
                <a:lnTo>
                  <a:pt x="686689" y="54940"/>
                </a:lnTo>
                <a:lnTo>
                  <a:pt x="686485" y="55198"/>
                </a:lnTo>
                <a:lnTo>
                  <a:pt x="686271" y="55445"/>
                </a:lnTo>
                <a:lnTo>
                  <a:pt x="686046" y="55681"/>
                </a:lnTo>
                <a:lnTo>
                  <a:pt x="685812" y="55906"/>
                </a:lnTo>
                <a:lnTo>
                  <a:pt x="685567" y="56120"/>
                </a:lnTo>
                <a:lnTo>
                  <a:pt x="685312" y="56322"/>
                </a:lnTo>
                <a:lnTo>
                  <a:pt x="685047" y="56514"/>
                </a:lnTo>
                <a:lnTo>
                  <a:pt x="684771" y="56695"/>
                </a:lnTo>
                <a:lnTo>
                  <a:pt x="684485" y="56865"/>
                </a:lnTo>
                <a:lnTo>
                  <a:pt x="684190" y="57024"/>
                </a:lnTo>
                <a:lnTo>
                  <a:pt x="683884" y="57173"/>
                </a:lnTo>
                <a:lnTo>
                  <a:pt x="683567" y="57310"/>
                </a:lnTo>
                <a:lnTo>
                  <a:pt x="683241" y="57436"/>
                </a:lnTo>
                <a:lnTo>
                  <a:pt x="682904" y="57551"/>
                </a:lnTo>
                <a:lnTo>
                  <a:pt x="682557" y="57655"/>
                </a:lnTo>
                <a:lnTo>
                  <a:pt x="682200" y="57748"/>
                </a:lnTo>
                <a:lnTo>
                  <a:pt x="681833" y="57831"/>
                </a:lnTo>
                <a:lnTo>
                  <a:pt x="681456" y="57902"/>
                </a:lnTo>
                <a:lnTo>
                  <a:pt x="681068" y="57962"/>
                </a:lnTo>
                <a:lnTo>
                  <a:pt x="680670" y="58012"/>
                </a:lnTo>
                <a:lnTo>
                  <a:pt x="680262" y="58050"/>
                </a:lnTo>
                <a:lnTo>
                  <a:pt x="679844" y="58078"/>
                </a:lnTo>
                <a:lnTo>
                  <a:pt x="679415" y="58094"/>
                </a:lnTo>
                <a:lnTo>
                  <a:pt x="678977" y="58099"/>
                </a:lnTo>
                <a:lnTo>
                  <a:pt x="678591" y="58094"/>
                </a:lnTo>
                <a:lnTo>
                  <a:pt x="678216" y="58079"/>
                </a:lnTo>
                <a:lnTo>
                  <a:pt x="677850" y="58054"/>
                </a:lnTo>
                <a:lnTo>
                  <a:pt x="677495" y="58019"/>
                </a:lnTo>
                <a:lnTo>
                  <a:pt x="677149" y="57974"/>
                </a:lnTo>
                <a:lnTo>
                  <a:pt x="676813" y="57919"/>
                </a:lnTo>
                <a:lnTo>
                  <a:pt x="676487" y="57854"/>
                </a:lnTo>
                <a:lnTo>
                  <a:pt x="676171" y="57779"/>
                </a:lnTo>
                <a:lnTo>
                  <a:pt x="675865" y="57694"/>
                </a:lnTo>
                <a:lnTo>
                  <a:pt x="675568" y="57599"/>
                </a:lnTo>
                <a:lnTo>
                  <a:pt x="675282" y="57493"/>
                </a:lnTo>
                <a:lnTo>
                  <a:pt x="675005" y="57378"/>
                </a:lnTo>
                <a:lnTo>
                  <a:pt x="674738" y="57253"/>
                </a:lnTo>
                <a:lnTo>
                  <a:pt x="674482" y="57118"/>
                </a:lnTo>
                <a:lnTo>
                  <a:pt x="674235" y="56973"/>
                </a:lnTo>
                <a:lnTo>
                  <a:pt x="673998" y="56817"/>
                </a:lnTo>
                <a:lnTo>
                  <a:pt x="673770" y="56652"/>
                </a:lnTo>
                <a:lnTo>
                  <a:pt x="673553" y="56477"/>
                </a:lnTo>
                <a:lnTo>
                  <a:pt x="673346" y="56292"/>
                </a:lnTo>
                <a:lnTo>
                  <a:pt x="673148" y="56096"/>
                </a:lnTo>
                <a:lnTo>
                  <a:pt x="672961" y="55891"/>
                </a:lnTo>
                <a:lnTo>
                  <a:pt x="672783" y="55676"/>
                </a:lnTo>
                <a:lnTo>
                  <a:pt x="672615" y="55450"/>
                </a:lnTo>
                <a:lnTo>
                  <a:pt x="672457" y="55215"/>
                </a:lnTo>
                <a:lnTo>
                  <a:pt x="672307" y="54969"/>
                </a:lnTo>
                <a:lnTo>
                  <a:pt x="672164" y="54713"/>
                </a:lnTo>
                <a:lnTo>
                  <a:pt x="672027" y="54447"/>
                </a:lnTo>
                <a:lnTo>
                  <a:pt x="671896" y="54170"/>
                </a:lnTo>
                <a:lnTo>
                  <a:pt x="671772" y="53883"/>
                </a:lnTo>
                <a:lnTo>
                  <a:pt x="671654" y="53586"/>
                </a:lnTo>
                <a:lnTo>
                  <a:pt x="671542" y="53278"/>
                </a:lnTo>
                <a:lnTo>
                  <a:pt x="671437" y="52960"/>
                </a:lnTo>
                <a:lnTo>
                  <a:pt x="671339" y="52632"/>
                </a:lnTo>
                <a:lnTo>
                  <a:pt x="671246" y="52293"/>
                </a:lnTo>
                <a:lnTo>
                  <a:pt x="671160" y="51944"/>
                </a:lnTo>
                <a:lnTo>
                  <a:pt x="671080" y="51585"/>
                </a:lnTo>
                <a:lnTo>
                  <a:pt x="671007" y="51215"/>
                </a:lnTo>
                <a:lnTo>
                  <a:pt x="670940" y="50835"/>
                </a:lnTo>
                <a:lnTo>
                  <a:pt x="670880" y="50445"/>
                </a:lnTo>
                <a:lnTo>
                  <a:pt x="670826" y="50045"/>
                </a:lnTo>
                <a:lnTo>
                  <a:pt x="670778" y="49634"/>
                </a:lnTo>
                <a:lnTo>
                  <a:pt x="670736" y="49212"/>
                </a:lnTo>
                <a:lnTo>
                  <a:pt x="670701" y="48781"/>
                </a:lnTo>
                <a:lnTo>
                  <a:pt x="670673" y="48339"/>
                </a:lnTo>
                <a:lnTo>
                  <a:pt x="670650" y="47886"/>
                </a:lnTo>
                <a:lnTo>
                  <a:pt x="670634" y="47424"/>
                </a:lnTo>
                <a:lnTo>
                  <a:pt x="670625" y="46951"/>
                </a:lnTo>
                <a:lnTo>
                  <a:pt x="670622" y="46468"/>
                </a:lnTo>
                <a:lnTo>
                  <a:pt x="670622" y="19725"/>
                </a:lnTo>
                <a:lnTo>
                  <a:pt x="657585" y="19725"/>
                </a:lnTo>
                <a:lnTo>
                  <a:pt x="657585" y="48883"/>
                </a:lnTo>
                <a:lnTo>
                  <a:pt x="657586" y="49248"/>
                </a:lnTo>
                <a:lnTo>
                  <a:pt x="657590" y="49611"/>
                </a:lnTo>
                <a:lnTo>
                  <a:pt x="657597" y="49971"/>
                </a:lnTo>
                <a:lnTo>
                  <a:pt x="657606" y="50328"/>
                </a:lnTo>
                <a:lnTo>
                  <a:pt x="657618" y="50682"/>
                </a:lnTo>
                <a:lnTo>
                  <a:pt x="657633" y="51034"/>
                </a:lnTo>
                <a:lnTo>
                  <a:pt x="657651" y="51383"/>
                </a:lnTo>
                <a:lnTo>
                  <a:pt x="657671" y="51730"/>
                </a:lnTo>
                <a:lnTo>
                  <a:pt x="657694" y="52074"/>
                </a:lnTo>
                <a:lnTo>
                  <a:pt x="657720" y="52415"/>
                </a:lnTo>
                <a:lnTo>
                  <a:pt x="657749" y="52753"/>
                </a:lnTo>
                <a:lnTo>
                  <a:pt x="657780" y="53089"/>
                </a:lnTo>
                <a:lnTo>
                  <a:pt x="657814" y="53422"/>
                </a:lnTo>
                <a:lnTo>
                  <a:pt x="657850" y="53752"/>
                </a:lnTo>
                <a:lnTo>
                  <a:pt x="657889" y="54079"/>
                </a:lnTo>
                <a:lnTo>
                  <a:pt x="657931" y="54404"/>
                </a:lnTo>
                <a:lnTo>
                  <a:pt x="657976" y="54726"/>
                </a:lnTo>
                <a:lnTo>
                  <a:pt x="658024" y="55046"/>
                </a:lnTo>
                <a:lnTo>
                  <a:pt x="658074" y="55363"/>
                </a:lnTo>
                <a:lnTo>
                  <a:pt x="658126" y="55677"/>
                </a:lnTo>
                <a:lnTo>
                  <a:pt x="658182" y="55988"/>
                </a:lnTo>
                <a:lnTo>
                  <a:pt x="658240" y="56297"/>
                </a:lnTo>
                <a:lnTo>
                  <a:pt x="658301" y="56603"/>
                </a:lnTo>
                <a:lnTo>
                  <a:pt x="658365" y="56906"/>
                </a:lnTo>
                <a:lnTo>
                  <a:pt x="658432" y="57206"/>
                </a:lnTo>
                <a:lnTo>
                  <a:pt x="658503" y="57502"/>
                </a:lnTo>
                <a:lnTo>
                  <a:pt x="658578" y="57794"/>
                </a:lnTo>
                <a:lnTo>
                  <a:pt x="658657" y="58082"/>
                </a:lnTo>
                <a:lnTo>
                  <a:pt x="658740" y="58367"/>
                </a:lnTo>
                <a:lnTo>
                  <a:pt x="658827" y="58648"/>
                </a:lnTo>
                <a:lnTo>
                  <a:pt x="658918" y="58925"/>
                </a:lnTo>
                <a:lnTo>
                  <a:pt x="659013" y="59198"/>
                </a:lnTo>
                <a:lnTo>
                  <a:pt x="659111" y="59467"/>
                </a:lnTo>
                <a:lnTo>
                  <a:pt x="659214" y="59733"/>
                </a:lnTo>
                <a:lnTo>
                  <a:pt x="659321" y="59994"/>
                </a:lnTo>
                <a:lnTo>
                  <a:pt x="659432" y="60252"/>
                </a:lnTo>
                <a:lnTo>
                  <a:pt x="659547" y="60506"/>
                </a:lnTo>
                <a:lnTo>
                  <a:pt x="659666" y="60757"/>
                </a:lnTo>
                <a:lnTo>
                  <a:pt x="659788" y="61003"/>
                </a:lnTo>
                <a:lnTo>
                  <a:pt x="659915" y="61246"/>
                </a:lnTo>
                <a:lnTo>
                  <a:pt x="660046" y="61484"/>
                </a:lnTo>
                <a:lnTo>
                  <a:pt x="660181" y="61719"/>
                </a:lnTo>
                <a:lnTo>
                  <a:pt x="660319" y="61951"/>
                </a:lnTo>
                <a:lnTo>
                  <a:pt x="660462" y="62178"/>
                </a:lnTo>
                <a:lnTo>
                  <a:pt x="660609" y="62401"/>
                </a:lnTo>
                <a:lnTo>
                  <a:pt x="660760" y="62621"/>
                </a:lnTo>
                <a:lnTo>
                  <a:pt x="660914" y="62837"/>
                </a:lnTo>
                <a:lnTo>
                  <a:pt x="661073" y="63049"/>
                </a:lnTo>
                <a:lnTo>
                  <a:pt x="661236" y="63257"/>
                </a:lnTo>
                <a:lnTo>
                  <a:pt x="661404" y="63461"/>
                </a:lnTo>
                <a:lnTo>
                  <a:pt x="661577" y="63661"/>
                </a:lnTo>
                <a:lnTo>
                  <a:pt x="661755" y="63858"/>
                </a:lnTo>
                <a:lnTo>
                  <a:pt x="661938" y="64050"/>
                </a:lnTo>
                <a:lnTo>
                  <a:pt x="662126" y="64238"/>
                </a:lnTo>
                <a:lnTo>
                  <a:pt x="662319" y="64422"/>
                </a:lnTo>
                <a:lnTo>
                  <a:pt x="662517" y="64603"/>
                </a:lnTo>
                <a:lnTo>
                  <a:pt x="662720" y="64779"/>
                </a:lnTo>
                <a:lnTo>
                  <a:pt x="662927" y="64951"/>
                </a:lnTo>
                <a:lnTo>
                  <a:pt x="663140" y="65120"/>
                </a:lnTo>
                <a:lnTo>
                  <a:pt x="663357" y="65284"/>
                </a:lnTo>
                <a:lnTo>
                  <a:pt x="663580" y="65445"/>
                </a:lnTo>
                <a:lnTo>
                  <a:pt x="663807" y="65601"/>
                </a:lnTo>
                <a:lnTo>
                  <a:pt x="664040" y="65753"/>
                </a:lnTo>
                <a:lnTo>
                  <a:pt x="664277" y="65902"/>
                </a:lnTo>
                <a:lnTo>
                  <a:pt x="664519" y="66046"/>
                </a:lnTo>
                <a:lnTo>
                  <a:pt x="664766" y="66187"/>
                </a:lnTo>
                <a:lnTo>
                  <a:pt x="665018" y="66323"/>
                </a:lnTo>
                <a:lnTo>
                  <a:pt x="665276" y="66456"/>
                </a:lnTo>
                <a:lnTo>
                  <a:pt x="665537" y="66584"/>
                </a:lnTo>
                <a:lnTo>
                  <a:pt x="665804" y="66709"/>
                </a:lnTo>
                <a:lnTo>
                  <a:pt x="666076" y="66830"/>
                </a:lnTo>
                <a:lnTo>
                  <a:pt x="666353" y="66946"/>
                </a:lnTo>
                <a:lnTo>
                  <a:pt x="666636" y="67058"/>
                </a:lnTo>
                <a:lnTo>
                  <a:pt x="666925" y="67166"/>
                </a:lnTo>
                <a:lnTo>
                  <a:pt x="667220" y="67268"/>
                </a:lnTo>
                <a:lnTo>
                  <a:pt x="667522" y="67366"/>
                </a:lnTo>
                <a:lnTo>
                  <a:pt x="667831" y="67459"/>
                </a:lnTo>
                <a:lnTo>
                  <a:pt x="668146" y="67548"/>
                </a:lnTo>
                <a:lnTo>
                  <a:pt x="668468" y="67631"/>
                </a:lnTo>
                <a:lnTo>
                  <a:pt x="668796" y="67710"/>
                </a:lnTo>
                <a:lnTo>
                  <a:pt x="669131" y="67784"/>
                </a:lnTo>
                <a:lnTo>
                  <a:pt x="669472" y="67853"/>
                </a:lnTo>
                <a:lnTo>
                  <a:pt x="669820" y="67917"/>
                </a:lnTo>
                <a:lnTo>
                  <a:pt x="670175" y="67977"/>
                </a:lnTo>
                <a:lnTo>
                  <a:pt x="670536" y="68032"/>
                </a:lnTo>
                <a:lnTo>
                  <a:pt x="670903" y="68082"/>
                </a:lnTo>
                <a:lnTo>
                  <a:pt x="671277" y="68127"/>
                </a:lnTo>
                <a:lnTo>
                  <a:pt x="671658" y="68168"/>
                </a:lnTo>
                <a:lnTo>
                  <a:pt x="672045" y="68204"/>
                </a:lnTo>
                <a:lnTo>
                  <a:pt x="672439" y="68235"/>
                </a:lnTo>
                <a:lnTo>
                  <a:pt x="672839" y="68261"/>
                </a:lnTo>
                <a:lnTo>
                  <a:pt x="673246" y="68282"/>
                </a:lnTo>
                <a:lnTo>
                  <a:pt x="673659" y="68299"/>
                </a:lnTo>
                <a:lnTo>
                  <a:pt x="674079" y="68311"/>
                </a:lnTo>
                <a:lnTo>
                  <a:pt x="674505" y="68318"/>
                </a:lnTo>
                <a:lnTo>
                  <a:pt x="674938" y="68321"/>
                </a:lnTo>
                <a:lnTo>
                  <a:pt x="675282" y="68317"/>
                </a:lnTo>
                <a:lnTo>
                  <a:pt x="675625" y="68308"/>
                </a:lnTo>
                <a:lnTo>
                  <a:pt x="675968" y="68292"/>
                </a:lnTo>
                <a:lnTo>
                  <a:pt x="676310" y="68270"/>
                </a:lnTo>
                <a:lnTo>
                  <a:pt x="676651" y="68241"/>
                </a:lnTo>
                <a:lnTo>
                  <a:pt x="676992" y="68206"/>
                </a:lnTo>
                <a:lnTo>
                  <a:pt x="677332" y="68164"/>
                </a:lnTo>
                <a:lnTo>
                  <a:pt x="677672" y="68116"/>
                </a:lnTo>
                <a:lnTo>
                  <a:pt x="678011" y="68062"/>
                </a:lnTo>
                <a:lnTo>
                  <a:pt x="678349" y="68001"/>
                </a:lnTo>
                <a:lnTo>
                  <a:pt x="678686" y="67934"/>
                </a:lnTo>
                <a:lnTo>
                  <a:pt x="679023" y="67860"/>
                </a:lnTo>
                <a:lnTo>
                  <a:pt x="679360" y="67781"/>
                </a:lnTo>
                <a:lnTo>
                  <a:pt x="679695" y="67694"/>
                </a:lnTo>
                <a:lnTo>
                  <a:pt x="680030" y="67602"/>
                </a:lnTo>
                <a:lnTo>
                  <a:pt x="680365" y="67503"/>
                </a:lnTo>
                <a:lnTo>
                  <a:pt x="680699" y="67397"/>
                </a:lnTo>
                <a:lnTo>
                  <a:pt x="681032" y="67285"/>
                </a:lnTo>
                <a:lnTo>
                  <a:pt x="681364" y="67167"/>
                </a:lnTo>
                <a:lnTo>
                  <a:pt x="681696" y="67042"/>
                </a:lnTo>
                <a:lnTo>
                  <a:pt x="682027" y="66911"/>
                </a:lnTo>
                <a:lnTo>
                  <a:pt x="682358" y="66774"/>
                </a:lnTo>
                <a:lnTo>
                  <a:pt x="682688" y="66630"/>
                </a:lnTo>
                <a:lnTo>
                  <a:pt x="683017" y="66480"/>
                </a:lnTo>
                <a:lnTo>
                  <a:pt x="683344" y="66322"/>
                </a:lnTo>
                <a:lnTo>
                  <a:pt x="683665" y="66157"/>
                </a:lnTo>
                <a:lnTo>
                  <a:pt x="683981" y="65983"/>
                </a:lnTo>
                <a:lnTo>
                  <a:pt x="684292" y="65802"/>
                </a:lnTo>
                <a:lnTo>
                  <a:pt x="684598" y="65612"/>
                </a:lnTo>
                <a:lnTo>
                  <a:pt x="684899" y="65415"/>
                </a:lnTo>
                <a:lnTo>
                  <a:pt x="685195" y="65209"/>
                </a:lnTo>
                <a:lnTo>
                  <a:pt x="685486" y="64996"/>
                </a:lnTo>
                <a:lnTo>
                  <a:pt x="685771" y="64774"/>
                </a:lnTo>
                <a:lnTo>
                  <a:pt x="686052" y="64545"/>
                </a:lnTo>
                <a:lnTo>
                  <a:pt x="686327" y="64308"/>
                </a:lnTo>
                <a:lnTo>
                  <a:pt x="686598" y="64062"/>
                </a:lnTo>
                <a:lnTo>
                  <a:pt x="686863" y="63809"/>
                </a:lnTo>
                <a:lnTo>
                  <a:pt x="687123" y="63547"/>
                </a:lnTo>
                <a:lnTo>
                  <a:pt x="687378" y="63278"/>
                </a:lnTo>
                <a:lnTo>
                  <a:pt x="687628" y="63001"/>
                </a:lnTo>
                <a:lnTo>
                  <a:pt x="687873" y="62715"/>
                </a:lnTo>
                <a:lnTo>
                  <a:pt x="688112" y="62422"/>
                </a:lnTo>
                <a:lnTo>
                  <a:pt x="688347" y="62120"/>
                </a:lnTo>
                <a:lnTo>
                  <a:pt x="688576" y="61811"/>
                </a:lnTo>
                <a:lnTo>
                  <a:pt x="688801" y="61494"/>
                </a:lnTo>
                <a:lnTo>
                  <a:pt x="689020" y="61168"/>
                </a:lnTo>
                <a:lnTo>
                  <a:pt x="689234" y="60835"/>
                </a:lnTo>
                <a:lnTo>
                  <a:pt x="689443" y="60494"/>
                </a:lnTo>
                <a:lnTo>
                  <a:pt x="689719" y="60494"/>
                </a:lnTo>
                <a:lnTo>
                  <a:pt x="689719" y="67105"/>
                </a:lnTo>
                <a:lnTo>
                  <a:pt x="702113" y="67105"/>
                </a:lnTo>
                <a:lnTo>
                  <a:pt x="702113" y="19725"/>
                </a:lnTo>
                <a:lnTo>
                  <a:pt x="689076" y="19725"/>
                </a:lnTo>
                <a:lnTo>
                  <a:pt x="689076" y="44545"/>
                </a:lnTo>
                <a:lnTo>
                  <a:pt x="689072" y="45141"/>
                </a:lnTo>
                <a:lnTo>
                  <a:pt x="689060" y="45723"/>
                </a:lnTo>
                <a:close/>
                <a:moveTo>
                  <a:pt x="580095" y="52989"/>
                </a:moveTo>
                <a:lnTo>
                  <a:pt x="580095" y="67155"/>
                </a:lnTo>
                <a:lnTo>
                  <a:pt x="594510" y="67155"/>
                </a:lnTo>
                <a:lnTo>
                  <a:pt x="594510" y="52989"/>
                </a:lnTo>
                <a:lnTo>
                  <a:pt x="580095" y="529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y1=torch.sin(x1)">
            <a:extLst xmlns:a="http://schemas.openxmlformats.org/drawingml/2006/main">
              <a:ext uri="{FF2B5EF4-FFF2-40B4-BE49-F238E27FC236}">
                <a16:creationId xmlns:a16="http://schemas.microsoft.com/office/drawing/2014/main" id="{408BA2D1-2A0C-45D0-89FE-8F14FF3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14" y="2968750"/>
            <a:ext cx="738226" cy="83742"/>
          </a:xfrm>
          <a:custGeom xmlns:a="http://schemas.openxmlformats.org/drawingml/2006/main">
            <a:pathLst>
              <a:path w="738226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3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2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26223" y="19725"/>
                </a:moveTo>
                <a:lnTo>
                  <a:pt x="226223" y="5469"/>
                </a:lnTo>
                <a:lnTo>
                  <a:pt x="213186" y="5469"/>
                </a:lnTo>
                <a:lnTo>
                  <a:pt x="213186" y="19725"/>
                </a:lnTo>
                <a:lnTo>
                  <a:pt x="205291" y="19725"/>
                </a:lnTo>
                <a:lnTo>
                  <a:pt x="205291" y="28422"/>
                </a:lnTo>
                <a:lnTo>
                  <a:pt x="213186" y="28422"/>
                </a:lnTo>
                <a:lnTo>
                  <a:pt x="213186" y="56409"/>
                </a:lnTo>
                <a:cubicBezTo>
                  <a:pt x="213186" y="58795"/>
                  <a:pt x="213584" y="60722"/>
                  <a:pt x="214380" y="62190"/>
                </a:cubicBezTo>
                <a:cubicBezTo>
                  <a:pt x="215176" y="63658"/>
                  <a:pt x="216262" y="64790"/>
                  <a:pt x="217638" y="65586"/>
                </a:cubicBezTo>
                <a:cubicBezTo>
                  <a:pt x="219016" y="66381"/>
                  <a:pt x="220607" y="66916"/>
                  <a:pt x="222413" y="67190"/>
                </a:cubicBezTo>
                <a:cubicBezTo>
                  <a:pt x="224219" y="67466"/>
                  <a:pt x="226132" y="67603"/>
                  <a:pt x="228152" y="67603"/>
                </a:cubicBezTo>
                <a:cubicBezTo>
                  <a:pt x="229438" y="67603"/>
                  <a:pt x="230753" y="67573"/>
                  <a:pt x="232100" y="67514"/>
                </a:cubicBezTo>
                <a:cubicBezTo>
                  <a:pt x="233447" y="67454"/>
                  <a:pt x="234671" y="67334"/>
                  <a:pt x="235772" y="67155"/>
                </a:cubicBezTo>
                <a:lnTo>
                  <a:pt x="235772" y="57015"/>
                </a:lnTo>
                <a:cubicBezTo>
                  <a:pt x="235160" y="57137"/>
                  <a:pt x="234518" y="57229"/>
                  <a:pt x="233844" y="57291"/>
                </a:cubicBezTo>
                <a:cubicBezTo>
                  <a:pt x="233171" y="57352"/>
                  <a:pt x="232467" y="57382"/>
                  <a:pt x="231733" y="57382"/>
                </a:cubicBezTo>
                <a:cubicBezTo>
                  <a:pt x="229529" y="57382"/>
                  <a:pt x="228059" y="57016"/>
                  <a:pt x="227324" y="56282"/>
                </a:cubicBezTo>
                <a:cubicBezTo>
                  <a:pt x="226590" y="55549"/>
                  <a:pt x="226223" y="54083"/>
                  <a:pt x="226223" y="51884"/>
                </a:cubicBezTo>
                <a:lnTo>
                  <a:pt x="226223" y="28422"/>
                </a:lnTo>
                <a:lnTo>
                  <a:pt x="235772" y="28422"/>
                </a:lnTo>
                <a:lnTo>
                  <a:pt x="235772" y="19725"/>
                </a:lnTo>
                <a:lnTo>
                  <a:pt x="226223" y="19725"/>
                </a:lnTo>
                <a:close/>
                <a:moveTo>
                  <a:pt x="253399" y="43486"/>
                </a:moveTo>
                <a:cubicBezTo>
                  <a:pt x="253399" y="41589"/>
                  <a:pt x="253583" y="39722"/>
                  <a:pt x="253950" y="37885"/>
                </a:cubicBezTo>
                <a:cubicBezTo>
                  <a:pt x="254317" y="36048"/>
                  <a:pt x="254944" y="34426"/>
                  <a:pt x="255831" y="33019"/>
                </a:cubicBezTo>
                <a:cubicBezTo>
                  <a:pt x="256720" y="31610"/>
                  <a:pt x="257898" y="30462"/>
                  <a:pt x="259367" y="29575"/>
                </a:cubicBezTo>
                <a:cubicBezTo>
                  <a:pt x="260836" y="28687"/>
                  <a:pt x="262673" y="28243"/>
                  <a:pt x="264876" y="28243"/>
                </a:cubicBezTo>
                <a:cubicBezTo>
                  <a:pt x="267080" y="28243"/>
                  <a:pt x="268932" y="28687"/>
                  <a:pt x="270431" y="29575"/>
                </a:cubicBezTo>
                <a:cubicBezTo>
                  <a:pt x="271930" y="30462"/>
                  <a:pt x="273124" y="31610"/>
                  <a:pt x="274011" y="33019"/>
                </a:cubicBezTo>
                <a:cubicBezTo>
                  <a:pt x="274900" y="34426"/>
                  <a:pt x="275527" y="36048"/>
                  <a:pt x="275894" y="37885"/>
                </a:cubicBezTo>
                <a:cubicBezTo>
                  <a:pt x="276261" y="39722"/>
                  <a:pt x="276445" y="41589"/>
                  <a:pt x="276445" y="43486"/>
                </a:cubicBezTo>
                <a:cubicBezTo>
                  <a:pt x="276445" y="45384"/>
                  <a:pt x="276261" y="47236"/>
                  <a:pt x="275894" y="49042"/>
                </a:cubicBezTo>
                <a:cubicBezTo>
                  <a:pt x="275527" y="50848"/>
                  <a:pt x="274900" y="52470"/>
                  <a:pt x="274011" y="53909"/>
                </a:cubicBezTo>
                <a:cubicBezTo>
                  <a:pt x="273124" y="55348"/>
                  <a:pt x="271930" y="56495"/>
                  <a:pt x="270431" y="57353"/>
                </a:cubicBezTo>
                <a:cubicBezTo>
                  <a:pt x="268932" y="58209"/>
                  <a:pt x="267080" y="58637"/>
                  <a:pt x="264876" y="58637"/>
                </a:cubicBezTo>
                <a:cubicBezTo>
                  <a:pt x="262673" y="58637"/>
                  <a:pt x="260836" y="58209"/>
                  <a:pt x="259367" y="57353"/>
                </a:cubicBezTo>
                <a:cubicBezTo>
                  <a:pt x="257898" y="56495"/>
                  <a:pt x="256720" y="55348"/>
                  <a:pt x="255831" y="53909"/>
                </a:cubicBezTo>
                <a:cubicBezTo>
                  <a:pt x="254944" y="52470"/>
                  <a:pt x="254317" y="50848"/>
                  <a:pt x="253950" y="49042"/>
                </a:cubicBezTo>
                <a:cubicBezTo>
                  <a:pt x="253583" y="47236"/>
                  <a:pt x="253399" y="45384"/>
                  <a:pt x="253399" y="43486"/>
                </a:cubicBezTo>
                <a:moveTo>
                  <a:pt x="240362" y="43488"/>
                </a:moveTo>
                <a:cubicBezTo>
                  <a:pt x="240362" y="47289"/>
                  <a:pt x="240944" y="50722"/>
                  <a:pt x="242107" y="53787"/>
                </a:cubicBezTo>
                <a:cubicBezTo>
                  <a:pt x="243269" y="56853"/>
                  <a:pt x="244922" y="59474"/>
                  <a:pt x="247064" y="61651"/>
                </a:cubicBezTo>
                <a:cubicBezTo>
                  <a:pt x="249207" y="63827"/>
                  <a:pt x="251778" y="65498"/>
                  <a:pt x="254777" y="66663"/>
                </a:cubicBezTo>
                <a:cubicBezTo>
                  <a:pt x="257776" y="67828"/>
                  <a:pt x="261143" y="68410"/>
                  <a:pt x="264876" y="68410"/>
                </a:cubicBezTo>
                <a:cubicBezTo>
                  <a:pt x="268610" y="68410"/>
                  <a:pt x="271992" y="67828"/>
                  <a:pt x="275021" y="66663"/>
                </a:cubicBezTo>
                <a:cubicBezTo>
                  <a:pt x="278051" y="65498"/>
                  <a:pt x="280637" y="63827"/>
                  <a:pt x="282780" y="61651"/>
                </a:cubicBezTo>
                <a:cubicBezTo>
                  <a:pt x="284922" y="59474"/>
                  <a:pt x="286575" y="56853"/>
                  <a:pt x="287738" y="53787"/>
                </a:cubicBezTo>
                <a:cubicBezTo>
                  <a:pt x="288900" y="50722"/>
                  <a:pt x="289482" y="47289"/>
                  <a:pt x="289482" y="43488"/>
                </a:cubicBezTo>
                <a:cubicBezTo>
                  <a:pt x="289482" y="39687"/>
                  <a:pt x="288900" y="36238"/>
                  <a:pt x="287738" y="33142"/>
                </a:cubicBezTo>
                <a:cubicBezTo>
                  <a:pt x="286575" y="30045"/>
                  <a:pt x="284922" y="27408"/>
                  <a:pt x="282780" y="25232"/>
                </a:cubicBezTo>
                <a:cubicBezTo>
                  <a:pt x="280637" y="23055"/>
                  <a:pt x="278051" y="21369"/>
                  <a:pt x="275021" y="20173"/>
                </a:cubicBezTo>
                <a:cubicBezTo>
                  <a:pt x="271992" y="18978"/>
                  <a:pt x="268610" y="18380"/>
                  <a:pt x="264876" y="18380"/>
                </a:cubicBezTo>
                <a:cubicBezTo>
                  <a:pt x="261143" y="18380"/>
                  <a:pt x="257776" y="18978"/>
                  <a:pt x="254777" y="20173"/>
                </a:cubicBezTo>
                <a:cubicBezTo>
                  <a:pt x="251778" y="21369"/>
                  <a:pt x="249207" y="23055"/>
                  <a:pt x="247064" y="25232"/>
                </a:cubicBezTo>
                <a:cubicBezTo>
                  <a:pt x="244922" y="27408"/>
                  <a:pt x="243269" y="30045"/>
                  <a:pt x="242107" y="33142"/>
                </a:cubicBezTo>
                <a:cubicBezTo>
                  <a:pt x="240944" y="36238"/>
                  <a:pt x="240362" y="39687"/>
                  <a:pt x="240362" y="43488"/>
                </a:cubicBezTo>
                <a:close/>
                <a:moveTo>
                  <a:pt x="297684" y="19654"/>
                </a:moveTo>
                <a:lnTo>
                  <a:pt x="297684" y="67155"/>
                </a:lnTo>
                <a:lnTo>
                  <a:pt x="310721" y="67155"/>
                </a:lnTo>
                <a:lnTo>
                  <a:pt x="310721" y="45740"/>
                </a:lnTo>
                <a:cubicBezTo>
                  <a:pt x="310721" y="43596"/>
                  <a:pt x="310935" y="41605"/>
                  <a:pt x="311364" y="39767"/>
                </a:cubicBezTo>
                <a:cubicBezTo>
                  <a:pt x="311793" y="37929"/>
                  <a:pt x="312512" y="36321"/>
                  <a:pt x="313521" y="34942"/>
                </a:cubicBezTo>
                <a:cubicBezTo>
                  <a:pt x="314531" y="33564"/>
                  <a:pt x="315862" y="32476"/>
                  <a:pt x="317514" y="31679"/>
                </a:cubicBezTo>
                <a:cubicBezTo>
                  <a:pt x="319167" y="30883"/>
                  <a:pt x="321187" y="30484"/>
                  <a:pt x="323575" y="30484"/>
                </a:cubicBezTo>
                <a:cubicBezTo>
                  <a:pt x="324370" y="30484"/>
                  <a:pt x="325196" y="30531"/>
                  <a:pt x="326053" y="30623"/>
                </a:cubicBezTo>
                <a:cubicBezTo>
                  <a:pt x="326910" y="30714"/>
                  <a:pt x="327645" y="30821"/>
                  <a:pt x="328256" y="30944"/>
                </a:cubicBezTo>
                <a:lnTo>
                  <a:pt x="328256" y="18838"/>
                </a:lnTo>
                <a:cubicBezTo>
                  <a:pt x="327216" y="18533"/>
                  <a:pt x="326268" y="18380"/>
                  <a:pt x="325411" y="18380"/>
                </a:cubicBezTo>
                <a:cubicBezTo>
                  <a:pt x="323758" y="18380"/>
                  <a:pt x="322167" y="18625"/>
                  <a:pt x="320637" y="19114"/>
                </a:cubicBezTo>
                <a:cubicBezTo>
                  <a:pt x="319107" y="19603"/>
                  <a:pt x="317669" y="20290"/>
                  <a:pt x="316322" y="21176"/>
                </a:cubicBezTo>
                <a:cubicBezTo>
                  <a:pt x="314975" y="22063"/>
                  <a:pt x="313782" y="23133"/>
                  <a:pt x="312741" y="24386"/>
                </a:cubicBezTo>
                <a:cubicBezTo>
                  <a:pt x="311701" y="25639"/>
                  <a:pt x="310874" y="27000"/>
                  <a:pt x="310261" y="28467"/>
                </a:cubicBezTo>
                <a:lnTo>
                  <a:pt x="310078" y="28467"/>
                </a:lnTo>
                <a:lnTo>
                  <a:pt x="310078" y="19654"/>
                </a:lnTo>
                <a:lnTo>
                  <a:pt x="297684" y="19654"/>
                </a:lnTo>
                <a:close/>
                <a:moveTo>
                  <a:pt x="365962" y="36402"/>
                </a:moveTo>
                <a:lnTo>
                  <a:pt x="378723" y="36402"/>
                </a:lnTo>
                <a:cubicBezTo>
                  <a:pt x="378540" y="33337"/>
                  <a:pt x="377805" y="30686"/>
                  <a:pt x="376519" y="28449"/>
                </a:cubicBezTo>
                <a:cubicBezTo>
                  <a:pt x="375234" y="26211"/>
                  <a:pt x="373566" y="24341"/>
                  <a:pt x="371515" y="22839"/>
                </a:cubicBezTo>
                <a:cubicBezTo>
                  <a:pt x="369465" y="21338"/>
                  <a:pt x="367139" y="20219"/>
                  <a:pt x="364538" y="19484"/>
                </a:cubicBezTo>
                <a:cubicBezTo>
                  <a:pt x="361937" y="18748"/>
                  <a:pt x="359229" y="18380"/>
                  <a:pt x="356413" y="18380"/>
                </a:cubicBezTo>
                <a:cubicBezTo>
                  <a:pt x="352557" y="18380"/>
                  <a:pt x="349128" y="19024"/>
                  <a:pt x="346129" y="20312"/>
                </a:cubicBezTo>
                <a:cubicBezTo>
                  <a:pt x="343130" y="21599"/>
                  <a:pt x="340590" y="23392"/>
                  <a:pt x="338509" y="25692"/>
                </a:cubicBezTo>
                <a:cubicBezTo>
                  <a:pt x="336428" y="27991"/>
                  <a:pt x="334852" y="30720"/>
                  <a:pt x="333781" y="33877"/>
                </a:cubicBezTo>
                <a:cubicBezTo>
                  <a:pt x="332710" y="37034"/>
                  <a:pt x="332174" y="40452"/>
                  <a:pt x="332174" y="44131"/>
                </a:cubicBezTo>
                <a:cubicBezTo>
                  <a:pt x="332174" y="47687"/>
                  <a:pt x="332755" y="50952"/>
                  <a:pt x="333918" y="53926"/>
                </a:cubicBezTo>
                <a:cubicBezTo>
                  <a:pt x="335081" y="56899"/>
                  <a:pt x="336703" y="59458"/>
                  <a:pt x="338783" y="61605"/>
                </a:cubicBezTo>
                <a:cubicBezTo>
                  <a:pt x="340865" y="63751"/>
                  <a:pt x="343390" y="65422"/>
                  <a:pt x="346358" y="66617"/>
                </a:cubicBezTo>
                <a:cubicBezTo>
                  <a:pt x="349327" y="67813"/>
                  <a:pt x="352587" y="68410"/>
                  <a:pt x="356137" y="68410"/>
                </a:cubicBezTo>
                <a:cubicBezTo>
                  <a:pt x="362441" y="68410"/>
                  <a:pt x="367613" y="66751"/>
                  <a:pt x="371652" y="63433"/>
                </a:cubicBezTo>
                <a:cubicBezTo>
                  <a:pt x="375692" y="60114"/>
                  <a:pt x="378141" y="55302"/>
                  <a:pt x="378999" y="48998"/>
                </a:cubicBezTo>
                <a:lnTo>
                  <a:pt x="366420" y="48998"/>
                </a:lnTo>
                <a:cubicBezTo>
                  <a:pt x="365992" y="51936"/>
                  <a:pt x="364936" y="54277"/>
                  <a:pt x="363252" y="56022"/>
                </a:cubicBezTo>
                <a:cubicBezTo>
                  <a:pt x="361569" y="57766"/>
                  <a:pt x="359167" y="58637"/>
                  <a:pt x="356046" y="58637"/>
                </a:cubicBezTo>
                <a:cubicBezTo>
                  <a:pt x="354026" y="58637"/>
                  <a:pt x="352311" y="58178"/>
                  <a:pt x="350903" y="57260"/>
                </a:cubicBezTo>
                <a:cubicBezTo>
                  <a:pt x="349495" y="56342"/>
                  <a:pt x="348378" y="55164"/>
                  <a:pt x="347552" y="53726"/>
                </a:cubicBezTo>
                <a:cubicBezTo>
                  <a:pt x="346726" y="52287"/>
                  <a:pt x="346129" y="50679"/>
                  <a:pt x="345762" y="48904"/>
                </a:cubicBezTo>
                <a:cubicBezTo>
                  <a:pt x="345394" y="47128"/>
                  <a:pt x="345211" y="45384"/>
                  <a:pt x="345211" y="43670"/>
                </a:cubicBezTo>
                <a:cubicBezTo>
                  <a:pt x="345211" y="41894"/>
                  <a:pt x="345394" y="40104"/>
                  <a:pt x="345762" y="38299"/>
                </a:cubicBezTo>
                <a:cubicBezTo>
                  <a:pt x="346129" y="36492"/>
                  <a:pt x="346757" y="34839"/>
                  <a:pt x="347644" y="33339"/>
                </a:cubicBezTo>
                <a:cubicBezTo>
                  <a:pt x="348532" y="31839"/>
                  <a:pt x="349679" y="30615"/>
                  <a:pt x="351086" y="29666"/>
                </a:cubicBezTo>
                <a:cubicBezTo>
                  <a:pt x="352495" y="28717"/>
                  <a:pt x="354239" y="28243"/>
                  <a:pt x="356320" y="28243"/>
                </a:cubicBezTo>
                <a:cubicBezTo>
                  <a:pt x="361890" y="28243"/>
                  <a:pt x="365104" y="30962"/>
                  <a:pt x="365962" y="36402"/>
                </a:cubicBezTo>
                <a:close/>
                <a:moveTo>
                  <a:pt x="386435" y="1614"/>
                </a:moveTo>
                <a:lnTo>
                  <a:pt x="386435" y="67155"/>
                </a:lnTo>
                <a:lnTo>
                  <a:pt x="399472" y="67155"/>
                </a:lnTo>
                <a:lnTo>
                  <a:pt x="399472" y="42277"/>
                </a:lnTo>
                <a:cubicBezTo>
                  <a:pt x="399472" y="37442"/>
                  <a:pt x="400268" y="33969"/>
                  <a:pt x="401859" y="31859"/>
                </a:cubicBezTo>
                <a:cubicBezTo>
                  <a:pt x="403451" y="29747"/>
                  <a:pt x="406021" y="28691"/>
                  <a:pt x="409571" y="28691"/>
                </a:cubicBezTo>
                <a:cubicBezTo>
                  <a:pt x="412694" y="28691"/>
                  <a:pt x="414866" y="29655"/>
                  <a:pt x="416090" y="31583"/>
                </a:cubicBezTo>
                <a:cubicBezTo>
                  <a:pt x="417314" y="33510"/>
                  <a:pt x="417927" y="36433"/>
                  <a:pt x="417927" y="40350"/>
                </a:cubicBezTo>
                <a:lnTo>
                  <a:pt x="417927" y="67155"/>
                </a:lnTo>
                <a:lnTo>
                  <a:pt x="430964" y="67155"/>
                </a:lnTo>
                <a:lnTo>
                  <a:pt x="430964" y="37946"/>
                </a:lnTo>
                <a:cubicBezTo>
                  <a:pt x="430964" y="35006"/>
                  <a:pt x="430704" y="32327"/>
                  <a:pt x="430183" y="29908"/>
                </a:cubicBezTo>
                <a:cubicBezTo>
                  <a:pt x="429663" y="27490"/>
                  <a:pt x="428760" y="25438"/>
                  <a:pt x="427474" y="23754"/>
                </a:cubicBezTo>
                <a:cubicBezTo>
                  <a:pt x="426189" y="22070"/>
                  <a:pt x="424429" y="20754"/>
                  <a:pt x="422195" y="19805"/>
                </a:cubicBezTo>
                <a:cubicBezTo>
                  <a:pt x="419961" y="18855"/>
                  <a:pt x="417100" y="18380"/>
                  <a:pt x="413612" y="18380"/>
                </a:cubicBezTo>
                <a:cubicBezTo>
                  <a:pt x="411163" y="18380"/>
                  <a:pt x="408653" y="19009"/>
                  <a:pt x="406082" y="20267"/>
                </a:cubicBezTo>
                <a:cubicBezTo>
                  <a:pt x="403511" y="21525"/>
                  <a:pt x="401400" y="23535"/>
                  <a:pt x="399748" y="26297"/>
                </a:cubicBezTo>
                <a:lnTo>
                  <a:pt x="399472" y="26297"/>
                </a:lnTo>
                <a:lnTo>
                  <a:pt x="399472" y="1614"/>
                </a:lnTo>
                <a:lnTo>
                  <a:pt x="386435" y="1614"/>
                </a:lnTo>
                <a:close/>
                <a:moveTo>
                  <a:pt x="441307" y="52989"/>
                </a:moveTo>
                <a:lnTo>
                  <a:pt x="441307" y="67155"/>
                </a:lnTo>
                <a:lnTo>
                  <a:pt x="455722" y="67155"/>
                </a:lnTo>
                <a:lnTo>
                  <a:pt x="455722" y="52989"/>
                </a:lnTo>
                <a:lnTo>
                  <a:pt x="441307" y="52989"/>
                </a:lnTo>
                <a:close/>
                <a:moveTo>
                  <a:pt x="476104" y="51734"/>
                </a:moveTo>
                <a:lnTo>
                  <a:pt x="463710" y="51734"/>
                </a:lnTo>
                <a:cubicBezTo>
                  <a:pt x="463833" y="54911"/>
                  <a:pt x="464552" y="57554"/>
                  <a:pt x="465868" y="59661"/>
                </a:cubicBezTo>
                <a:cubicBezTo>
                  <a:pt x="467184" y="61768"/>
                  <a:pt x="468867" y="63464"/>
                  <a:pt x="470917" y="64747"/>
                </a:cubicBezTo>
                <a:cubicBezTo>
                  <a:pt x="472968" y="66030"/>
                  <a:pt x="475309" y="66946"/>
                  <a:pt x="477941" y="67495"/>
                </a:cubicBezTo>
                <a:cubicBezTo>
                  <a:pt x="480573" y="68046"/>
                  <a:pt x="483266" y="68321"/>
                  <a:pt x="486020" y="68321"/>
                </a:cubicBezTo>
                <a:cubicBezTo>
                  <a:pt x="488713" y="68321"/>
                  <a:pt x="491360" y="68060"/>
                  <a:pt x="493961" y="67539"/>
                </a:cubicBezTo>
                <a:cubicBezTo>
                  <a:pt x="496563" y="67019"/>
                  <a:pt x="498873" y="66116"/>
                  <a:pt x="500892" y="64830"/>
                </a:cubicBezTo>
                <a:cubicBezTo>
                  <a:pt x="502913" y="63543"/>
                  <a:pt x="504550" y="61844"/>
                  <a:pt x="505804" y="59732"/>
                </a:cubicBezTo>
                <a:cubicBezTo>
                  <a:pt x="507059" y="57619"/>
                  <a:pt x="507687" y="55001"/>
                  <a:pt x="507687" y="51878"/>
                </a:cubicBezTo>
                <a:cubicBezTo>
                  <a:pt x="507687" y="49674"/>
                  <a:pt x="507258" y="47822"/>
                  <a:pt x="506401" y="46322"/>
                </a:cubicBezTo>
                <a:cubicBezTo>
                  <a:pt x="505544" y="44821"/>
                  <a:pt x="504412" y="43565"/>
                  <a:pt x="503004" y="42555"/>
                </a:cubicBezTo>
                <a:cubicBezTo>
                  <a:pt x="501596" y="41544"/>
                  <a:pt x="499990" y="40733"/>
                  <a:pt x="498184" y="40121"/>
                </a:cubicBezTo>
                <a:cubicBezTo>
                  <a:pt x="496379" y="39509"/>
                  <a:pt x="494527" y="38988"/>
                  <a:pt x="492630" y="38559"/>
                </a:cubicBezTo>
                <a:cubicBezTo>
                  <a:pt x="490794" y="38131"/>
                  <a:pt x="488988" y="37733"/>
                  <a:pt x="487212" y="37366"/>
                </a:cubicBezTo>
                <a:cubicBezTo>
                  <a:pt x="485438" y="36998"/>
                  <a:pt x="483862" y="36584"/>
                  <a:pt x="482484" y="36126"/>
                </a:cubicBezTo>
                <a:cubicBezTo>
                  <a:pt x="481107" y="35666"/>
                  <a:pt x="479990" y="35069"/>
                  <a:pt x="479133" y="34334"/>
                </a:cubicBezTo>
                <a:cubicBezTo>
                  <a:pt x="478277" y="33599"/>
                  <a:pt x="477848" y="32650"/>
                  <a:pt x="477848" y="31486"/>
                </a:cubicBezTo>
                <a:cubicBezTo>
                  <a:pt x="477848" y="30506"/>
                  <a:pt x="478093" y="29725"/>
                  <a:pt x="478583" y="29144"/>
                </a:cubicBezTo>
                <a:cubicBezTo>
                  <a:pt x="479073" y="28562"/>
                  <a:pt x="479670" y="28118"/>
                  <a:pt x="480373" y="27813"/>
                </a:cubicBezTo>
                <a:cubicBezTo>
                  <a:pt x="481077" y="27506"/>
                  <a:pt x="481857" y="27307"/>
                  <a:pt x="482714" y="27216"/>
                </a:cubicBezTo>
                <a:cubicBezTo>
                  <a:pt x="483571" y="27123"/>
                  <a:pt x="484367" y="27077"/>
                  <a:pt x="485101" y="27077"/>
                </a:cubicBezTo>
                <a:cubicBezTo>
                  <a:pt x="487427" y="27077"/>
                  <a:pt x="489446" y="27523"/>
                  <a:pt x="491160" y="28415"/>
                </a:cubicBezTo>
                <a:cubicBezTo>
                  <a:pt x="492874" y="29306"/>
                  <a:pt x="493823" y="31012"/>
                  <a:pt x="494007" y="33533"/>
                </a:cubicBezTo>
                <a:lnTo>
                  <a:pt x="506402" y="33533"/>
                </a:lnTo>
                <a:cubicBezTo>
                  <a:pt x="506158" y="30594"/>
                  <a:pt x="505408" y="28161"/>
                  <a:pt x="504152" y="26232"/>
                </a:cubicBezTo>
                <a:cubicBezTo>
                  <a:pt x="502898" y="24304"/>
                  <a:pt x="501322" y="22758"/>
                  <a:pt x="499424" y="21595"/>
                </a:cubicBezTo>
                <a:cubicBezTo>
                  <a:pt x="497527" y="20432"/>
                  <a:pt x="495370" y="19605"/>
                  <a:pt x="492952" y="19116"/>
                </a:cubicBezTo>
                <a:cubicBezTo>
                  <a:pt x="490534" y="18625"/>
                  <a:pt x="488040" y="18380"/>
                  <a:pt x="485470" y="18380"/>
                </a:cubicBezTo>
                <a:cubicBezTo>
                  <a:pt x="482898" y="18380"/>
                  <a:pt x="480388" y="18610"/>
                  <a:pt x="477940" y="19069"/>
                </a:cubicBezTo>
                <a:cubicBezTo>
                  <a:pt x="475492" y="19528"/>
                  <a:pt x="473288" y="20324"/>
                  <a:pt x="471330" y="21457"/>
                </a:cubicBezTo>
                <a:cubicBezTo>
                  <a:pt x="469371" y="22590"/>
                  <a:pt x="467795" y="24136"/>
                  <a:pt x="466602" y="26095"/>
                </a:cubicBezTo>
                <a:cubicBezTo>
                  <a:pt x="465408" y="28055"/>
                  <a:pt x="464811" y="30566"/>
                  <a:pt x="464811" y="33628"/>
                </a:cubicBezTo>
                <a:cubicBezTo>
                  <a:pt x="464811" y="35710"/>
                  <a:pt x="465240" y="37470"/>
                  <a:pt x="466096" y="38909"/>
                </a:cubicBezTo>
                <a:cubicBezTo>
                  <a:pt x="466953" y="40348"/>
                  <a:pt x="468086" y="41542"/>
                  <a:pt x="469493" y="42492"/>
                </a:cubicBezTo>
                <a:cubicBezTo>
                  <a:pt x="470902" y="43441"/>
                  <a:pt x="472509" y="44206"/>
                  <a:pt x="474314" y="44788"/>
                </a:cubicBezTo>
                <a:cubicBezTo>
                  <a:pt x="476119" y="45370"/>
                  <a:pt x="477971" y="45875"/>
                  <a:pt x="479869" y="46304"/>
                </a:cubicBezTo>
                <a:cubicBezTo>
                  <a:pt x="484520" y="47283"/>
                  <a:pt x="488146" y="48263"/>
                  <a:pt x="490747" y="49243"/>
                </a:cubicBezTo>
                <a:cubicBezTo>
                  <a:pt x="493349" y="50222"/>
                  <a:pt x="494650" y="51692"/>
                  <a:pt x="494650" y="53651"/>
                </a:cubicBezTo>
                <a:cubicBezTo>
                  <a:pt x="494650" y="54814"/>
                  <a:pt x="494374" y="55779"/>
                  <a:pt x="493823" y="56544"/>
                </a:cubicBezTo>
                <a:cubicBezTo>
                  <a:pt x="493272" y="57310"/>
                  <a:pt x="492583" y="57923"/>
                  <a:pt x="491757" y="58382"/>
                </a:cubicBezTo>
                <a:cubicBezTo>
                  <a:pt x="490931" y="58841"/>
                  <a:pt x="490013" y="59178"/>
                  <a:pt x="489003" y="59393"/>
                </a:cubicBezTo>
                <a:cubicBezTo>
                  <a:pt x="487993" y="59606"/>
                  <a:pt x="487029" y="59713"/>
                  <a:pt x="486111" y="59713"/>
                </a:cubicBezTo>
                <a:cubicBezTo>
                  <a:pt x="484826" y="59713"/>
                  <a:pt x="483587" y="59561"/>
                  <a:pt x="482393" y="59255"/>
                </a:cubicBezTo>
                <a:cubicBezTo>
                  <a:pt x="481199" y="58949"/>
                  <a:pt x="480144" y="58475"/>
                  <a:pt x="479226" y="57833"/>
                </a:cubicBezTo>
                <a:cubicBezTo>
                  <a:pt x="478307" y="57191"/>
                  <a:pt x="477558" y="56365"/>
                  <a:pt x="476976" y="55356"/>
                </a:cubicBezTo>
                <a:cubicBezTo>
                  <a:pt x="476395" y="54348"/>
                  <a:pt x="476104" y="53140"/>
                  <a:pt x="476104" y="51734"/>
                </a:cubicBezTo>
                <a:close/>
                <a:moveTo>
                  <a:pt x="528375" y="12373"/>
                </a:moveTo>
                <a:lnTo>
                  <a:pt x="528375" y="1614"/>
                </a:lnTo>
                <a:lnTo>
                  <a:pt x="515338" y="1614"/>
                </a:lnTo>
                <a:lnTo>
                  <a:pt x="515338" y="12373"/>
                </a:lnTo>
                <a:lnTo>
                  <a:pt x="528375" y="12373"/>
                </a:lnTo>
                <a:moveTo>
                  <a:pt x="515338" y="19689"/>
                </a:moveTo>
                <a:lnTo>
                  <a:pt x="515338" y="67155"/>
                </a:lnTo>
                <a:lnTo>
                  <a:pt x="528375" y="67155"/>
                </a:lnTo>
                <a:lnTo>
                  <a:pt x="528375" y="19689"/>
                </a:lnTo>
                <a:lnTo>
                  <a:pt x="515338" y="19689"/>
                </a:lnTo>
                <a:close/>
                <a:moveTo>
                  <a:pt x="538689" y="19687"/>
                </a:moveTo>
                <a:lnTo>
                  <a:pt x="538689" y="67155"/>
                </a:lnTo>
                <a:lnTo>
                  <a:pt x="551726" y="67155"/>
                </a:lnTo>
                <a:lnTo>
                  <a:pt x="551726" y="42277"/>
                </a:lnTo>
                <a:cubicBezTo>
                  <a:pt x="551726" y="37442"/>
                  <a:pt x="552522" y="33969"/>
                  <a:pt x="554113" y="31859"/>
                </a:cubicBezTo>
                <a:cubicBezTo>
                  <a:pt x="555705" y="29747"/>
                  <a:pt x="558276" y="28691"/>
                  <a:pt x="561826" y="28691"/>
                </a:cubicBezTo>
                <a:cubicBezTo>
                  <a:pt x="564948" y="28691"/>
                  <a:pt x="567121" y="29655"/>
                  <a:pt x="568344" y="31583"/>
                </a:cubicBezTo>
                <a:cubicBezTo>
                  <a:pt x="569568" y="33510"/>
                  <a:pt x="570181" y="36433"/>
                  <a:pt x="570181" y="40350"/>
                </a:cubicBezTo>
                <a:lnTo>
                  <a:pt x="570181" y="67155"/>
                </a:lnTo>
                <a:lnTo>
                  <a:pt x="583218" y="67155"/>
                </a:lnTo>
                <a:lnTo>
                  <a:pt x="583218" y="37946"/>
                </a:lnTo>
                <a:cubicBezTo>
                  <a:pt x="583218" y="35006"/>
                  <a:pt x="582958" y="32327"/>
                  <a:pt x="582437" y="29908"/>
                </a:cubicBezTo>
                <a:cubicBezTo>
                  <a:pt x="581917" y="27490"/>
                  <a:pt x="581014" y="25438"/>
                  <a:pt x="579728" y="23754"/>
                </a:cubicBezTo>
                <a:cubicBezTo>
                  <a:pt x="578443" y="22070"/>
                  <a:pt x="576683" y="20754"/>
                  <a:pt x="574449" y="19805"/>
                </a:cubicBezTo>
                <a:cubicBezTo>
                  <a:pt x="572215" y="18855"/>
                  <a:pt x="569354" y="18380"/>
                  <a:pt x="565864" y="18380"/>
                </a:cubicBezTo>
                <a:cubicBezTo>
                  <a:pt x="563110" y="18380"/>
                  <a:pt x="560417" y="19009"/>
                  <a:pt x="557785" y="20267"/>
                </a:cubicBezTo>
                <a:cubicBezTo>
                  <a:pt x="555153" y="21525"/>
                  <a:pt x="553011" y="23535"/>
                  <a:pt x="551359" y="26297"/>
                </a:cubicBezTo>
                <a:lnTo>
                  <a:pt x="551083" y="26297"/>
                </a:lnTo>
                <a:lnTo>
                  <a:pt x="551083" y="19687"/>
                </a:lnTo>
                <a:lnTo>
                  <a:pt x="538689" y="19687"/>
                </a:lnTo>
                <a:close/>
                <a:moveTo>
                  <a:pt x="615871" y="0"/>
                </a:moveTo>
                <a:lnTo>
                  <a:pt x="604947" y="0"/>
                </a:lnTo>
                <a:cubicBezTo>
                  <a:pt x="602927" y="2938"/>
                  <a:pt x="601167" y="6152"/>
                  <a:pt x="599667" y="9641"/>
                </a:cubicBezTo>
                <a:cubicBezTo>
                  <a:pt x="598168" y="13130"/>
                  <a:pt x="596913" y="16742"/>
                  <a:pt x="595902" y="20476"/>
                </a:cubicBezTo>
                <a:cubicBezTo>
                  <a:pt x="594893" y="24210"/>
                  <a:pt x="594128" y="27959"/>
                  <a:pt x="593608" y="31724"/>
                </a:cubicBezTo>
                <a:cubicBezTo>
                  <a:pt x="593088" y="35489"/>
                  <a:pt x="592827" y="39086"/>
                  <a:pt x="592827" y="42514"/>
                </a:cubicBezTo>
                <a:cubicBezTo>
                  <a:pt x="592827" y="49737"/>
                  <a:pt x="593883" y="56838"/>
                  <a:pt x="595995" y="63817"/>
                </a:cubicBezTo>
                <a:cubicBezTo>
                  <a:pt x="598107" y="70795"/>
                  <a:pt x="601091" y="77437"/>
                  <a:pt x="604947" y="83742"/>
                </a:cubicBezTo>
                <a:lnTo>
                  <a:pt x="615780" y="83742"/>
                </a:lnTo>
                <a:cubicBezTo>
                  <a:pt x="612291" y="77070"/>
                  <a:pt x="609766" y="70214"/>
                  <a:pt x="608205" y="63175"/>
                </a:cubicBezTo>
                <a:cubicBezTo>
                  <a:pt x="606645" y="56135"/>
                  <a:pt x="605865" y="48942"/>
                  <a:pt x="605865" y="41595"/>
                </a:cubicBezTo>
                <a:cubicBezTo>
                  <a:pt x="605865" y="34372"/>
                  <a:pt x="606660" y="27256"/>
                  <a:pt x="608252" y="20248"/>
                </a:cubicBezTo>
                <a:cubicBezTo>
                  <a:pt x="609843" y="13238"/>
                  <a:pt x="612383" y="6489"/>
                  <a:pt x="615871" y="0"/>
                </a:cubicBezTo>
                <a:close/>
                <a:moveTo>
                  <a:pt x="632674" y="42202"/>
                </a:moveTo>
                <a:lnTo>
                  <a:pt x="615597" y="67155"/>
                </a:lnTo>
                <a:lnTo>
                  <a:pt x="630194" y="67155"/>
                </a:lnTo>
                <a:lnTo>
                  <a:pt x="640110" y="52202"/>
                </a:lnTo>
                <a:lnTo>
                  <a:pt x="650026" y="67155"/>
                </a:lnTo>
                <a:lnTo>
                  <a:pt x="664900" y="67155"/>
                </a:lnTo>
                <a:lnTo>
                  <a:pt x="647363" y="41926"/>
                </a:lnTo>
                <a:lnTo>
                  <a:pt x="662972" y="19725"/>
                </a:lnTo>
                <a:lnTo>
                  <a:pt x="648556" y="19725"/>
                </a:lnTo>
                <a:lnTo>
                  <a:pt x="640294" y="32111"/>
                </a:lnTo>
                <a:lnTo>
                  <a:pt x="631938" y="19725"/>
                </a:lnTo>
                <a:lnTo>
                  <a:pt x="617066" y="19725"/>
                </a:lnTo>
                <a:lnTo>
                  <a:pt x="632674" y="42202"/>
                </a:lnTo>
                <a:close/>
                <a:moveTo>
                  <a:pt x="700552" y="67155"/>
                </a:moveTo>
                <a:lnTo>
                  <a:pt x="700552" y="2869"/>
                </a:lnTo>
                <a:lnTo>
                  <a:pt x="690179" y="2869"/>
                </a:lnTo>
                <a:cubicBezTo>
                  <a:pt x="689811" y="5311"/>
                  <a:pt x="689045" y="7357"/>
                  <a:pt x="687882" y="9007"/>
                </a:cubicBezTo>
                <a:cubicBezTo>
                  <a:pt x="686720" y="10655"/>
                  <a:pt x="685296" y="11983"/>
                  <a:pt x="683612" y="12991"/>
                </a:cubicBezTo>
                <a:cubicBezTo>
                  <a:pt x="681929" y="13998"/>
                  <a:pt x="680032" y="14700"/>
                  <a:pt x="677920" y="15098"/>
                </a:cubicBezTo>
                <a:cubicBezTo>
                  <a:pt x="675809" y="15495"/>
                  <a:pt x="673621" y="15662"/>
                  <a:pt x="671357" y="15601"/>
                </a:cubicBezTo>
                <a:lnTo>
                  <a:pt x="671357" y="25463"/>
                </a:lnTo>
                <a:lnTo>
                  <a:pt x="687515" y="25463"/>
                </a:lnTo>
                <a:lnTo>
                  <a:pt x="687515" y="67155"/>
                </a:lnTo>
                <a:lnTo>
                  <a:pt x="700552" y="67155"/>
                </a:lnTo>
                <a:close/>
                <a:moveTo>
                  <a:pt x="715273" y="83742"/>
                </a:moveTo>
                <a:lnTo>
                  <a:pt x="726107" y="83742"/>
                </a:lnTo>
                <a:cubicBezTo>
                  <a:pt x="728127" y="80865"/>
                  <a:pt x="729902" y="77681"/>
                  <a:pt x="731432" y="74192"/>
                </a:cubicBezTo>
                <a:cubicBezTo>
                  <a:pt x="732963" y="70703"/>
                  <a:pt x="734233" y="67107"/>
                  <a:pt x="735242" y="63403"/>
                </a:cubicBezTo>
                <a:cubicBezTo>
                  <a:pt x="736252" y="59700"/>
                  <a:pt x="737001" y="55966"/>
                  <a:pt x="737491" y="52202"/>
                </a:cubicBezTo>
                <a:cubicBezTo>
                  <a:pt x="737981" y="48437"/>
                  <a:pt x="738226" y="44840"/>
                  <a:pt x="738226" y="41412"/>
                </a:cubicBezTo>
                <a:cubicBezTo>
                  <a:pt x="738226" y="34188"/>
                  <a:pt x="737170" y="27057"/>
                  <a:pt x="735059" y="20018"/>
                </a:cubicBezTo>
                <a:cubicBezTo>
                  <a:pt x="732947" y="12978"/>
                  <a:pt x="729963" y="6305"/>
                  <a:pt x="726107" y="0"/>
                </a:cubicBezTo>
                <a:lnTo>
                  <a:pt x="715364" y="0"/>
                </a:lnTo>
                <a:cubicBezTo>
                  <a:pt x="718731" y="6672"/>
                  <a:pt x="721211" y="13559"/>
                  <a:pt x="722802" y="20660"/>
                </a:cubicBezTo>
                <a:cubicBezTo>
                  <a:pt x="724394" y="27760"/>
                  <a:pt x="725189" y="34984"/>
                  <a:pt x="725189" y="42331"/>
                </a:cubicBezTo>
                <a:cubicBezTo>
                  <a:pt x="725189" y="49554"/>
                  <a:pt x="724378" y="56639"/>
                  <a:pt x="722756" y="63587"/>
                </a:cubicBezTo>
                <a:cubicBezTo>
                  <a:pt x="721134" y="70535"/>
                  <a:pt x="718639" y="77253"/>
                  <a:pt x="715273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y1=torch.arcsin(y1)">
            <a:extLst xmlns:a="http://schemas.openxmlformats.org/drawingml/2006/main">
              <a:ext uri="{FF2B5EF4-FFF2-40B4-BE49-F238E27FC236}">
                <a16:creationId xmlns:a16="http://schemas.microsoft.com/office/drawing/2014/main" id="{BE0E95DF-E240-40AC-A4B0-6BDD185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14" y="3078923"/>
            <a:ext cx="878239" cy="83742"/>
          </a:xfrm>
          <a:custGeom xmlns:a="http://schemas.openxmlformats.org/drawingml/2006/main">
            <a:pathLst>
              <a:path w="878239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3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2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26223" y="19725"/>
                </a:moveTo>
                <a:lnTo>
                  <a:pt x="226223" y="5469"/>
                </a:lnTo>
                <a:lnTo>
                  <a:pt x="213186" y="5469"/>
                </a:lnTo>
                <a:lnTo>
                  <a:pt x="213186" y="19725"/>
                </a:lnTo>
                <a:lnTo>
                  <a:pt x="205291" y="19725"/>
                </a:lnTo>
                <a:lnTo>
                  <a:pt x="205291" y="28422"/>
                </a:lnTo>
                <a:lnTo>
                  <a:pt x="213186" y="28422"/>
                </a:lnTo>
                <a:lnTo>
                  <a:pt x="213186" y="56409"/>
                </a:lnTo>
                <a:cubicBezTo>
                  <a:pt x="213186" y="58795"/>
                  <a:pt x="213584" y="60722"/>
                  <a:pt x="214380" y="62190"/>
                </a:cubicBezTo>
                <a:cubicBezTo>
                  <a:pt x="215176" y="63658"/>
                  <a:pt x="216262" y="64790"/>
                  <a:pt x="217638" y="65586"/>
                </a:cubicBezTo>
                <a:cubicBezTo>
                  <a:pt x="219016" y="66381"/>
                  <a:pt x="220607" y="66916"/>
                  <a:pt x="222413" y="67190"/>
                </a:cubicBezTo>
                <a:cubicBezTo>
                  <a:pt x="224219" y="67466"/>
                  <a:pt x="226132" y="67603"/>
                  <a:pt x="228152" y="67603"/>
                </a:cubicBezTo>
                <a:cubicBezTo>
                  <a:pt x="229438" y="67603"/>
                  <a:pt x="230753" y="67573"/>
                  <a:pt x="232100" y="67514"/>
                </a:cubicBezTo>
                <a:cubicBezTo>
                  <a:pt x="233447" y="67454"/>
                  <a:pt x="234671" y="67334"/>
                  <a:pt x="235772" y="67155"/>
                </a:cubicBezTo>
                <a:lnTo>
                  <a:pt x="235772" y="57015"/>
                </a:lnTo>
                <a:cubicBezTo>
                  <a:pt x="235160" y="57137"/>
                  <a:pt x="234518" y="57229"/>
                  <a:pt x="233844" y="57291"/>
                </a:cubicBezTo>
                <a:cubicBezTo>
                  <a:pt x="233171" y="57352"/>
                  <a:pt x="232467" y="57382"/>
                  <a:pt x="231733" y="57382"/>
                </a:cubicBezTo>
                <a:cubicBezTo>
                  <a:pt x="229529" y="57382"/>
                  <a:pt x="228059" y="57016"/>
                  <a:pt x="227324" y="56282"/>
                </a:cubicBezTo>
                <a:cubicBezTo>
                  <a:pt x="226590" y="55549"/>
                  <a:pt x="226223" y="54083"/>
                  <a:pt x="226223" y="51884"/>
                </a:cubicBezTo>
                <a:lnTo>
                  <a:pt x="226223" y="28422"/>
                </a:lnTo>
                <a:lnTo>
                  <a:pt x="235772" y="28422"/>
                </a:lnTo>
                <a:lnTo>
                  <a:pt x="235772" y="19725"/>
                </a:lnTo>
                <a:lnTo>
                  <a:pt x="226223" y="19725"/>
                </a:lnTo>
                <a:close/>
                <a:moveTo>
                  <a:pt x="253399" y="43486"/>
                </a:moveTo>
                <a:cubicBezTo>
                  <a:pt x="253399" y="41589"/>
                  <a:pt x="253583" y="39722"/>
                  <a:pt x="253950" y="37885"/>
                </a:cubicBezTo>
                <a:cubicBezTo>
                  <a:pt x="254317" y="36048"/>
                  <a:pt x="254944" y="34426"/>
                  <a:pt x="255831" y="33019"/>
                </a:cubicBezTo>
                <a:cubicBezTo>
                  <a:pt x="256720" y="31610"/>
                  <a:pt x="257898" y="30462"/>
                  <a:pt x="259367" y="29575"/>
                </a:cubicBezTo>
                <a:cubicBezTo>
                  <a:pt x="260836" y="28687"/>
                  <a:pt x="262673" y="28243"/>
                  <a:pt x="264876" y="28243"/>
                </a:cubicBezTo>
                <a:cubicBezTo>
                  <a:pt x="267080" y="28243"/>
                  <a:pt x="268932" y="28687"/>
                  <a:pt x="270431" y="29575"/>
                </a:cubicBezTo>
                <a:cubicBezTo>
                  <a:pt x="271930" y="30462"/>
                  <a:pt x="273124" y="31610"/>
                  <a:pt x="274011" y="33019"/>
                </a:cubicBezTo>
                <a:cubicBezTo>
                  <a:pt x="274900" y="34426"/>
                  <a:pt x="275527" y="36048"/>
                  <a:pt x="275894" y="37885"/>
                </a:cubicBezTo>
                <a:cubicBezTo>
                  <a:pt x="276261" y="39722"/>
                  <a:pt x="276445" y="41589"/>
                  <a:pt x="276445" y="43486"/>
                </a:cubicBezTo>
                <a:cubicBezTo>
                  <a:pt x="276445" y="45384"/>
                  <a:pt x="276261" y="47236"/>
                  <a:pt x="275894" y="49042"/>
                </a:cubicBezTo>
                <a:cubicBezTo>
                  <a:pt x="275527" y="50848"/>
                  <a:pt x="274900" y="52470"/>
                  <a:pt x="274011" y="53909"/>
                </a:cubicBezTo>
                <a:cubicBezTo>
                  <a:pt x="273124" y="55348"/>
                  <a:pt x="271930" y="56495"/>
                  <a:pt x="270431" y="57353"/>
                </a:cubicBezTo>
                <a:cubicBezTo>
                  <a:pt x="268932" y="58209"/>
                  <a:pt x="267080" y="58637"/>
                  <a:pt x="264876" y="58637"/>
                </a:cubicBezTo>
                <a:cubicBezTo>
                  <a:pt x="262673" y="58637"/>
                  <a:pt x="260836" y="58209"/>
                  <a:pt x="259367" y="57353"/>
                </a:cubicBezTo>
                <a:cubicBezTo>
                  <a:pt x="257898" y="56495"/>
                  <a:pt x="256720" y="55348"/>
                  <a:pt x="255831" y="53909"/>
                </a:cubicBezTo>
                <a:cubicBezTo>
                  <a:pt x="254944" y="52470"/>
                  <a:pt x="254317" y="50848"/>
                  <a:pt x="253950" y="49042"/>
                </a:cubicBezTo>
                <a:cubicBezTo>
                  <a:pt x="253583" y="47236"/>
                  <a:pt x="253399" y="45384"/>
                  <a:pt x="253399" y="43486"/>
                </a:cubicBezTo>
                <a:moveTo>
                  <a:pt x="240362" y="43488"/>
                </a:moveTo>
                <a:cubicBezTo>
                  <a:pt x="240362" y="47289"/>
                  <a:pt x="240944" y="50722"/>
                  <a:pt x="242107" y="53787"/>
                </a:cubicBezTo>
                <a:cubicBezTo>
                  <a:pt x="243269" y="56853"/>
                  <a:pt x="244922" y="59474"/>
                  <a:pt x="247064" y="61651"/>
                </a:cubicBezTo>
                <a:cubicBezTo>
                  <a:pt x="249207" y="63827"/>
                  <a:pt x="251778" y="65498"/>
                  <a:pt x="254777" y="66663"/>
                </a:cubicBezTo>
                <a:cubicBezTo>
                  <a:pt x="257776" y="67828"/>
                  <a:pt x="261143" y="68410"/>
                  <a:pt x="264876" y="68410"/>
                </a:cubicBezTo>
                <a:cubicBezTo>
                  <a:pt x="268610" y="68410"/>
                  <a:pt x="271992" y="67828"/>
                  <a:pt x="275021" y="66663"/>
                </a:cubicBezTo>
                <a:cubicBezTo>
                  <a:pt x="278051" y="65498"/>
                  <a:pt x="280637" y="63827"/>
                  <a:pt x="282780" y="61651"/>
                </a:cubicBezTo>
                <a:cubicBezTo>
                  <a:pt x="284922" y="59474"/>
                  <a:pt x="286575" y="56853"/>
                  <a:pt x="287738" y="53787"/>
                </a:cubicBezTo>
                <a:cubicBezTo>
                  <a:pt x="288900" y="50722"/>
                  <a:pt x="289482" y="47289"/>
                  <a:pt x="289482" y="43488"/>
                </a:cubicBezTo>
                <a:cubicBezTo>
                  <a:pt x="289482" y="39687"/>
                  <a:pt x="288900" y="36238"/>
                  <a:pt x="287738" y="33142"/>
                </a:cubicBezTo>
                <a:cubicBezTo>
                  <a:pt x="286575" y="30045"/>
                  <a:pt x="284922" y="27408"/>
                  <a:pt x="282780" y="25232"/>
                </a:cubicBezTo>
                <a:cubicBezTo>
                  <a:pt x="280637" y="23055"/>
                  <a:pt x="278051" y="21369"/>
                  <a:pt x="275021" y="20173"/>
                </a:cubicBezTo>
                <a:cubicBezTo>
                  <a:pt x="271992" y="18978"/>
                  <a:pt x="268610" y="18380"/>
                  <a:pt x="264876" y="18380"/>
                </a:cubicBezTo>
                <a:cubicBezTo>
                  <a:pt x="261143" y="18380"/>
                  <a:pt x="257776" y="18978"/>
                  <a:pt x="254777" y="20173"/>
                </a:cubicBezTo>
                <a:cubicBezTo>
                  <a:pt x="251778" y="21369"/>
                  <a:pt x="249207" y="23055"/>
                  <a:pt x="247064" y="25232"/>
                </a:cubicBezTo>
                <a:cubicBezTo>
                  <a:pt x="244922" y="27408"/>
                  <a:pt x="243269" y="30045"/>
                  <a:pt x="242107" y="33142"/>
                </a:cubicBezTo>
                <a:cubicBezTo>
                  <a:pt x="240944" y="36238"/>
                  <a:pt x="240362" y="39687"/>
                  <a:pt x="240362" y="43488"/>
                </a:cubicBezTo>
                <a:close/>
                <a:moveTo>
                  <a:pt x="297684" y="19654"/>
                </a:moveTo>
                <a:lnTo>
                  <a:pt x="297684" y="67155"/>
                </a:lnTo>
                <a:lnTo>
                  <a:pt x="310721" y="67155"/>
                </a:lnTo>
                <a:lnTo>
                  <a:pt x="310721" y="45740"/>
                </a:lnTo>
                <a:cubicBezTo>
                  <a:pt x="310721" y="43596"/>
                  <a:pt x="310935" y="41605"/>
                  <a:pt x="311364" y="39767"/>
                </a:cubicBezTo>
                <a:cubicBezTo>
                  <a:pt x="311793" y="37929"/>
                  <a:pt x="312512" y="36321"/>
                  <a:pt x="313521" y="34942"/>
                </a:cubicBezTo>
                <a:cubicBezTo>
                  <a:pt x="314531" y="33564"/>
                  <a:pt x="315862" y="32476"/>
                  <a:pt x="317514" y="31679"/>
                </a:cubicBezTo>
                <a:cubicBezTo>
                  <a:pt x="319167" y="30883"/>
                  <a:pt x="321187" y="30484"/>
                  <a:pt x="323575" y="30484"/>
                </a:cubicBezTo>
                <a:cubicBezTo>
                  <a:pt x="324370" y="30484"/>
                  <a:pt x="325196" y="30531"/>
                  <a:pt x="326053" y="30623"/>
                </a:cubicBezTo>
                <a:cubicBezTo>
                  <a:pt x="326910" y="30714"/>
                  <a:pt x="327645" y="30821"/>
                  <a:pt x="328256" y="30944"/>
                </a:cubicBezTo>
                <a:lnTo>
                  <a:pt x="328256" y="18838"/>
                </a:lnTo>
                <a:cubicBezTo>
                  <a:pt x="327216" y="18533"/>
                  <a:pt x="326268" y="18380"/>
                  <a:pt x="325411" y="18380"/>
                </a:cubicBezTo>
                <a:cubicBezTo>
                  <a:pt x="323758" y="18380"/>
                  <a:pt x="322167" y="18625"/>
                  <a:pt x="320637" y="19114"/>
                </a:cubicBezTo>
                <a:cubicBezTo>
                  <a:pt x="319107" y="19603"/>
                  <a:pt x="317669" y="20290"/>
                  <a:pt x="316322" y="21176"/>
                </a:cubicBezTo>
                <a:cubicBezTo>
                  <a:pt x="314975" y="22063"/>
                  <a:pt x="313782" y="23133"/>
                  <a:pt x="312741" y="24386"/>
                </a:cubicBezTo>
                <a:cubicBezTo>
                  <a:pt x="311701" y="25639"/>
                  <a:pt x="310874" y="27000"/>
                  <a:pt x="310261" y="28467"/>
                </a:cubicBezTo>
                <a:lnTo>
                  <a:pt x="310078" y="28467"/>
                </a:lnTo>
                <a:lnTo>
                  <a:pt x="310078" y="19654"/>
                </a:lnTo>
                <a:lnTo>
                  <a:pt x="297684" y="19654"/>
                </a:lnTo>
                <a:close/>
                <a:moveTo>
                  <a:pt x="365962" y="36402"/>
                </a:moveTo>
                <a:lnTo>
                  <a:pt x="378723" y="36402"/>
                </a:lnTo>
                <a:cubicBezTo>
                  <a:pt x="378540" y="33337"/>
                  <a:pt x="377805" y="30686"/>
                  <a:pt x="376519" y="28449"/>
                </a:cubicBezTo>
                <a:cubicBezTo>
                  <a:pt x="375234" y="26211"/>
                  <a:pt x="373566" y="24341"/>
                  <a:pt x="371515" y="22839"/>
                </a:cubicBezTo>
                <a:cubicBezTo>
                  <a:pt x="369465" y="21338"/>
                  <a:pt x="367139" y="20219"/>
                  <a:pt x="364538" y="19484"/>
                </a:cubicBezTo>
                <a:cubicBezTo>
                  <a:pt x="361937" y="18748"/>
                  <a:pt x="359229" y="18380"/>
                  <a:pt x="356413" y="18380"/>
                </a:cubicBezTo>
                <a:cubicBezTo>
                  <a:pt x="352557" y="18380"/>
                  <a:pt x="349128" y="19024"/>
                  <a:pt x="346129" y="20312"/>
                </a:cubicBezTo>
                <a:cubicBezTo>
                  <a:pt x="343130" y="21599"/>
                  <a:pt x="340590" y="23392"/>
                  <a:pt x="338509" y="25692"/>
                </a:cubicBezTo>
                <a:cubicBezTo>
                  <a:pt x="336428" y="27991"/>
                  <a:pt x="334852" y="30720"/>
                  <a:pt x="333781" y="33877"/>
                </a:cubicBezTo>
                <a:cubicBezTo>
                  <a:pt x="332710" y="37034"/>
                  <a:pt x="332174" y="40452"/>
                  <a:pt x="332174" y="44131"/>
                </a:cubicBezTo>
                <a:cubicBezTo>
                  <a:pt x="332174" y="47687"/>
                  <a:pt x="332755" y="50952"/>
                  <a:pt x="333918" y="53926"/>
                </a:cubicBezTo>
                <a:cubicBezTo>
                  <a:pt x="335081" y="56899"/>
                  <a:pt x="336703" y="59458"/>
                  <a:pt x="338783" y="61605"/>
                </a:cubicBezTo>
                <a:cubicBezTo>
                  <a:pt x="340865" y="63751"/>
                  <a:pt x="343390" y="65422"/>
                  <a:pt x="346358" y="66617"/>
                </a:cubicBezTo>
                <a:cubicBezTo>
                  <a:pt x="349327" y="67813"/>
                  <a:pt x="352587" y="68410"/>
                  <a:pt x="356137" y="68410"/>
                </a:cubicBezTo>
                <a:cubicBezTo>
                  <a:pt x="362441" y="68410"/>
                  <a:pt x="367613" y="66751"/>
                  <a:pt x="371652" y="63433"/>
                </a:cubicBezTo>
                <a:cubicBezTo>
                  <a:pt x="375692" y="60114"/>
                  <a:pt x="378141" y="55302"/>
                  <a:pt x="378999" y="48998"/>
                </a:cubicBezTo>
                <a:lnTo>
                  <a:pt x="366420" y="48998"/>
                </a:lnTo>
                <a:cubicBezTo>
                  <a:pt x="365992" y="51936"/>
                  <a:pt x="364936" y="54277"/>
                  <a:pt x="363252" y="56022"/>
                </a:cubicBezTo>
                <a:cubicBezTo>
                  <a:pt x="361569" y="57766"/>
                  <a:pt x="359167" y="58637"/>
                  <a:pt x="356046" y="58637"/>
                </a:cubicBezTo>
                <a:cubicBezTo>
                  <a:pt x="354026" y="58637"/>
                  <a:pt x="352311" y="58178"/>
                  <a:pt x="350903" y="57260"/>
                </a:cubicBezTo>
                <a:cubicBezTo>
                  <a:pt x="349495" y="56342"/>
                  <a:pt x="348378" y="55164"/>
                  <a:pt x="347552" y="53726"/>
                </a:cubicBezTo>
                <a:cubicBezTo>
                  <a:pt x="346726" y="52287"/>
                  <a:pt x="346129" y="50679"/>
                  <a:pt x="345762" y="48904"/>
                </a:cubicBezTo>
                <a:cubicBezTo>
                  <a:pt x="345394" y="47128"/>
                  <a:pt x="345211" y="45384"/>
                  <a:pt x="345211" y="43670"/>
                </a:cubicBezTo>
                <a:cubicBezTo>
                  <a:pt x="345211" y="41894"/>
                  <a:pt x="345394" y="40104"/>
                  <a:pt x="345762" y="38299"/>
                </a:cubicBezTo>
                <a:cubicBezTo>
                  <a:pt x="346129" y="36492"/>
                  <a:pt x="346757" y="34839"/>
                  <a:pt x="347644" y="33339"/>
                </a:cubicBezTo>
                <a:cubicBezTo>
                  <a:pt x="348532" y="31839"/>
                  <a:pt x="349679" y="30615"/>
                  <a:pt x="351086" y="29666"/>
                </a:cubicBezTo>
                <a:cubicBezTo>
                  <a:pt x="352495" y="28717"/>
                  <a:pt x="354239" y="28243"/>
                  <a:pt x="356320" y="28243"/>
                </a:cubicBezTo>
                <a:cubicBezTo>
                  <a:pt x="361890" y="28243"/>
                  <a:pt x="365104" y="30962"/>
                  <a:pt x="365962" y="36402"/>
                </a:cubicBezTo>
                <a:close/>
                <a:moveTo>
                  <a:pt x="386435" y="1614"/>
                </a:moveTo>
                <a:lnTo>
                  <a:pt x="386435" y="67155"/>
                </a:lnTo>
                <a:lnTo>
                  <a:pt x="399472" y="67155"/>
                </a:lnTo>
                <a:lnTo>
                  <a:pt x="399472" y="42277"/>
                </a:lnTo>
                <a:cubicBezTo>
                  <a:pt x="399472" y="37442"/>
                  <a:pt x="400268" y="33969"/>
                  <a:pt x="401859" y="31859"/>
                </a:cubicBezTo>
                <a:cubicBezTo>
                  <a:pt x="403451" y="29747"/>
                  <a:pt x="406021" y="28691"/>
                  <a:pt x="409571" y="28691"/>
                </a:cubicBezTo>
                <a:cubicBezTo>
                  <a:pt x="412694" y="28691"/>
                  <a:pt x="414866" y="29655"/>
                  <a:pt x="416090" y="31583"/>
                </a:cubicBezTo>
                <a:cubicBezTo>
                  <a:pt x="417314" y="33510"/>
                  <a:pt x="417927" y="36433"/>
                  <a:pt x="417927" y="40350"/>
                </a:cubicBezTo>
                <a:lnTo>
                  <a:pt x="417927" y="67155"/>
                </a:lnTo>
                <a:lnTo>
                  <a:pt x="430964" y="67155"/>
                </a:lnTo>
                <a:lnTo>
                  <a:pt x="430964" y="37946"/>
                </a:lnTo>
                <a:cubicBezTo>
                  <a:pt x="430964" y="35006"/>
                  <a:pt x="430704" y="32327"/>
                  <a:pt x="430183" y="29908"/>
                </a:cubicBezTo>
                <a:cubicBezTo>
                  <a:pt x="429663" y="27490"/>
                  <a:pt x="428760" y="25438"/>
                  <a:pt x="427474" y="23754"/>
                </a:cubicBezTo>
                <a:cubicBezTo>
                  <a:pt x="426189" y="22070"/>
                  <a:pt x="424429" y="20754"/>
                  <a:pt x="422195" y="19805"/>
                </a:cubicBezTo>
                <a:cubicBezTo>
                  <a:pt x="419961" y="18855"/>
                  <a:pt x="417100" y="18380"/>
                  <a:pt x="413612" y="18380"/>
                </a:cubicBezTo>
                <a:cubicBezTo>
                  <a:pt x="411163" y="18380"/>
                  <a:pt x="408653" y="19009"/>
                  <a:pt x="406082" y="20267"/>
                </a:cubicBezTo>
                <a:cubicBezTo>
                  <a:pt x="403511" y="21525"/>
                  <a:pt x="401400" y="23535"/>
                  <a:pt x="399748" y="26297"/>
                </a:cubicBezTo>
                <a:lnTo>
                  <a:pt x="399472" y="26297"/>
                </a:lnTo>
                <a:lnTo>
                  <a:pt x="399472" y="1614"/>
                </a:lnTo>
                <a:lnTo>
                  <a:pt x="386435" y="1614"/>
                </a:lnTo>
                <a:close/>
                <a:moveTo>
                  <a:pt x="441307" y="52989"/>
                </a:moveTo>
                <a:lnTo>
                  <a:pt x="441307" y="67155"/>
                </a:lnTo>
                <a:lnTo>
                  <a:pt x="455722" y="67155"/>
                </a:lnTo>
                <a:lnTo>
                  <a:pt x="455722" y="52989"/>
                </a:lnTo>
                <a:lnTo>
                  <a:pt x="441307" y="52989"/>
                </a:lnTo>
                <a:close/>
                <a:moveTo>
                  <a:pt x="465454" y="34286"/>
                </a:moveTo>
                <a:cubicBezTo>
                  <a:pt x="465637" y="31226"/>
                  <a:pt x="466402" y="28686"/>
                  <a:pt x="467749" y="26667"/>
                </a:cubicBezTo>
                <a:cubicBezTo>
                  <a:pt x="469096" y="24647"/>
                  <a:pt x="470810" y="23024"/>
                  <a:pt x="472891" y="21800"/>
                </a:cubicBezTo>
                <a:cubicBezTo>
                  <a:pt x="474971" y="20575"/>
                  <a:pt x="477312" y="19703"/>
                  <a:pt x="479913" y="19183"/>
                </a:cubicBezTo>
                <a:cubicBezTo>
                  <a:pt x="482515" y="18663"/>
                  <a:pt x="485132" y="18403"/>
                  <a:pt x="487764" y="18403"/>
                </a:cubicBezTo>
                <a:cubicBezTo>
                  <a:pt x="490151" y="18403"/>
                  <a:pt x="492569" y="18571"/>
                  <a:pt x="495017" y="18908"/>
                </a:cubicBezTo>
                <a:cubicBezTo>
                  <a:pt x="497466" y="19245"/>
                  <a:pt x="499700" y="19903"/>
                  <a:pt x="501719" y="20882"/>
                </a:cubicBezTo>
                <a:cubicBezTo>
                  <a:pt x="503739" y="21861"/>
                  <a:pt x="505392" y="23223"/>
                  <a:pt x="506677" y="24967"/>
                </a:cubicBezTo>
                <a:cubicBezTo>
                  <a:pt x="507963" y="26712"/>
                  <a:pt x="508606" y="29023"/>
                  <a:pt x="508606" y="31899"/>
                </a:cubicBezTo>
                <a:lnTo>
                  <a:pt x="508606" y="56596"/>
                </a:lnTo>
                <a:cubicBezTo>
                  <a:pt x="508606" y="58739"/>
                  <a:pt x="508728" y="60789"/>
                  <a:pt x="508973" y="62748"/>
                </a:cubicBezTo>
                <a:cubicBezTo>
                  <a:pt x="509218" y="64706"/>
                  <a:pt x="509646" y="66175"/>
                  <a:pt x="510258" y="67155"/>
                </a:cubicBezTo>
                <a:lnTo>
                  <a:pt x="497037" y="67155"/>
                </a:lnTo>
                <a:cubicBezTo>
                  <a:pt x="496792" y="66421"/>
                  <a:pt x="496593" y="65671"/>
                  <a:pt x="496440" y="64907"/>
                </a:cubicBezTo>
                <a:cubicBezTo>
                  <a:pt x="496287" y="64141"/>
                  <a:pt x="496180" y="63360"/>
                  <a:pt x="496119" y="62564"/>
                </a:cubicBezTo>
                <a:cubicBezTo>
                  <a:pt x="494039" y="64707"/>
                  <a:pt x="491590" y="66207"/>
                  <a:pt x="488774" y="67064"/>
                </a:cubicBezTo>
                <a:cubicBezTo>
                  <a:pt x="485958" y="67920"/>
                  <a:pt x="483081" y="68349"/>
                  <a:pt x="480143" y="68349"/>
                </a:cubicBezTo>
                <a:cubicBezTo>
                  <a:pt x="477879" y="68349"/>
                  <a:pt x="475768" y="68073"/>
                  <a:pt x="473808" y="67522"/>
                </a:cubicBezTo>
                <a:cubicBezTo>
                  <a:pt x="471850" y="66971"/>
                  <a:pt x="470136" y="66114"/>
                  <a:pt x="468667" y="64951"/>
                </a:cubicBezTo>
                <a:cubicBezTo>
                  <a:pt x="467199" y="63789"/>
                  <a:pt x="466051" y="62320"/>
                  <a:pt x="465225" y="60545"/>
                </a:cubicBezTo>
                <a:cubicBezTo>
                  <a:pt x="464398" y="58770"/>
                  <a:pt x="463985" y="56658"/>
                  <a:pt x="463985" y="54209"/>
                </a:cubicBezTo>
                <a:cubicBezTo>
                  <a:pt x="463985" y="51516"/>
                  <a:pt x="464459" y="49298"/>
                  <a:pt x="465408" y="47553"/>
                </a:cubicBezTo>
                <a:cubicBezTo>
                  <a:pt x="466357" y="45809"/>
                  <a:pt x="467581" y="44416"/>
                  <a:pt x="469080" y="43376"/>
                </a:cubicBezTo>
                <a:cubicBezTo>
                  <a:pt x="470580" y="42335"/>
                  <a:pt x="472294" y="41555"/>
                  <a:pt x="474221" y="41035"/>
                </a:cubicBezTo>
                <a:cubicBezTo>
                  <a:pt x="476150" y="40514"/>
                  <a:pt x="478094" y="40102"/>
                  <a:pt x="480052" y="39796"/>
                </a:cubicBezTo>
                <a:cubicBezTo>
                  <a:pt x="482011" y="39490"/>
                  <a:pt x="483938" y="39245"/>
                  <a:pt x="485835" y="39061"/>
                </a:cubicBezTo>
                <a:cubicBezTo>
                  <a:pt x="487733" y="38877"/>
                  <a:pt x="489416" y="38601"/>
                  <a:pt x="490886" y="38234"/>
                </a:cubicBezTo>
                <a:cubicBezTo>
                  <a:pt x="492355" y="37867"/>
                  <a:pt x="493517" y="37332"/>
                  <a:pt x="494374" y="36629"/>
                </a:cubicBezTo>
                <a:cubicBezTo>
                  <a:pt x="495231" y="35925"/>
                  <a:pt x="495630" y="34899"/>
                  <a:pt x="495569" y="33552"/>
                </a:cubicBezTo>
                <a:cubicBezTo>
                  <a:pt x="495569" y="32144"/>
                  <a:pt x="495339" y="31027"/>
                  <a:pt x="494880" y="30201"/>
                </a:cubicBezTo>
                <a:cubicBezTo>
                  <a:pt x="494420" y="29375"/>
                  <a:pt x="493808" y="28732"/>
                  <a:pt x="493043" y="28274"/>
                </a:cubicBezTo>
                <a:cubicBezTo>
                  <a:pt x="492278" y="27814"/>
                  <a:pt x="491390" y="27508"/>
                  <a:pt x="490380" y="27355"/>
                </a:cubicBezTo>
                <a:cubicBezTo>
                  <a:pt x="489370" y="27201"/>
                  <a:pt x="488284" y="27125"/>
                  <a:pt x="487121" y="27125"/>
                </a:cubicBezTo>
                <a:cubicBezTo>
                  <a:pt x="484551" y="27125"/>
                  <a:pt x="482531" y="27676"/>
                  <a:pt x="481062" y="28778"/>
                </a:cubicBezTo>
                <a:cubicBezTo>
                  <a:pt x="479593" y="29880"/>
                  <a:pt x="478736" y="31716"/>
                  <a:pt x="478491" y="34286"/>
                </a:cubicBezTo>
                <a:lnTo>
                  <a:pt x="465454" y="34286"/>
                </a:lnTo>
                <a:moveTo>
                  <a:pt x="495569" y="43926"/>
                </a:moveTo>
                <a:cubicBezTo>
                  <a:pt x="495018" y="44417"/>
                  <a:pt x="494329" y="44799"/>
                  <a:pt x="493502" y="45075"/>
                </a:cubicBezTo>
                <a:cubicBezTo>
                  <a:pt x="492676" y="45350"/>
                  <a:pt x="491788" y="45580"/>
                  <a:pt x="490839" y="45764"/>
                </a:cubicBezTo>
                <a:cubicBezTo>
                  <a:pt x="489891" y="45947"/>
                  <a:pt x="488897" y="46100"/>
                  <a:pt x="487855" y="46222"/>
                </a:cubicBezTo>
                <a:cubicBezTo>
                  <a:pt x="486815" y="46345"/>
                  <a:pt x="485774" y="46497"/>
                  <a:pt x="484734" y="46680"/>
                </a:cubicBezTo>
                <a:cubicBezTo>
                  <a:pt x="483755" y="46864"/>
                  <a:pt x="482791" y="47110"/>
                  <a:pt x="481843" y="47416"/>
                </a:cubicBezTo>
                <a:cubicBezTo>
                  <a:pt x="480894" y="47721"/>
                  <a:pt x="480067" y="48135"/>
                  <a:pt x="479363" y="48656"/>
                </a:cubicBezTo>
                <a:cubicBezTo>
                  <a:pt x="478660" y="49176"/>
                  <a:pt x="478094" y="49834"/>
                  <a:pt x="477665" y="50630"/>
                </a:cubicBezTo>
                <a:cubicBezTo>
                  <a:pt x="477236" y="51424"/>
                  <a:pt x="477022" y="52434"/>
                  <a:pt x="477022" y="53658"/>
                </a:cubicBezTo>
                <a:cubicBezTo>
                  <a:pt x="477022" y="54821"/>
                  <a:pt x="477236" y="55801"/>
                  <a:pt x="477665" y="56596"/>
                </a:cubicBezTo>
                <a:cubicBezTo>
                  <a:pt x="478094" y="57392"/>
                  <a:pt x="478675" y="58020"/>
                  <a:pt x="479409" y="58479"/>
                </a:cubicBezTo>
                <a:cubicBezTo>
                  <a:pt x="480144" y="58938"/>
                  <a:pt x="481001" y="59259"/>
                  <a:pt x="481980" y="59443"/>
                </a:cubicBezTo>
                <a:cubicBezTo>
                  <a:pt x="482960" y="59627"/>
                  <a:pt x="483970" y="59719"/>
                  <a:pt x="485010" y="59719"/>
                </a:cubicBezTo>
                <a:cubicBezTo>
                  <a:pt x="487580" y="59719"/>
                  <a:pt x="489569" y="59291"/>
                  <a:pt x="490977" y="58434"/>
                </a:cubicBezTo>
                <a:cubicBezTo>
                  <a:pt x="492385" y="57577"/>
                  <a:pt x="493426" y="56551"/>
                  <a:pt x="494099" y="55358"/>
                </a:cubicBezTo>
                <a:cubicBezTo>
                  <a:pt x="494773" y="54164"/>
                  <a:pt x="495186" y="52955"/>
                  <a:pt x="495339" y="51731"/>
                </a:cubicBezTo>
                <a:cubicBezTo>
                  <a:pt x="495492" y="50506"/>
                  <a:pt x="495569" y="49527"/>
                  <a:pt x="495569" y="48793"/>
                </a:cubicBezTo>
                <a:lnTo>
                  <a:pt x="495569" y="43926"/>
                </a:lnTo>
                <a:close/>
                <a:moveTo>
                  <a:pt x="518797" y="19654"/>
                </a:moveTo>
                <a:lnTo>
                  <a:pt x="518797" y="67155"/>
                </a:lnTo>
                <a:lnTo>
                  <a:pt x="531834" y="67155"/>
                </a:lnTo>
                <a:lnTo>
                  <a:pt x="531834" y="45740"/>
                </a:lnTo>
                <a:cubicBezTo>
                  <a:pt x="531834" y="43596"/>
                  <a:pt x="532048" y="41605"/>
                  <a:pt x="532477" y="39767"/>
                </a:cubicBezTo>
                <a:cubicBezTo>
                  <a:pt x="532905" y="37929"/>
                  <a:pt x="533624" y="36321"/>
                  <a:pt x="534634" y="34942"/>
                </a:cubicBezTo>
                <a:cubicBezTo>
                  <a:pt x="535644" y="33564"/>
                  <a:pt x="536975" y="32476"/>
                  <a:pt x="538627" y="31679"/>
                </a:cubicBezTo>
                <a:cubicBezTo>
                  <a:pt x="540280" y="30883"/>
                  <a:pt x="542300" y="30484"/>
                  <a:pt x="544687" y="30484"/>
                </a:cubicBezTo>
                <a:cubicBezTo>
                  <a:pt x="545483" y="30484"/>
                  <a:pt x="546309" y="30531"/>
                  <a:pt x="547165" y="30623"/>
                </a:cubicBezTo>
                <a:cubicBezTo>
                  <a:pt x="548023" y="30714"/>
                  <a:pt x="548757" y="30821"/>
                  <a:pt x="549369" y="30944"/>
                </a:cubicBezTo>
                <a:lnTo>
                  <a:pt x="549369" y="18838"/>
                </a:lnTo>
                <a:cubicBezTo>
                  <a:pt x="548329" y="18533"/>
                  <a:pt x="547380" y="18380"/>
                  <a:pt x="546524" y="18380"/>
                </a:cubicBezTo>
                <a:cubicBezTo>
                  <a:pt x="544871" y="18380"/>
                  <a:pt x="543279" y="18625"/>
                  <a:pt x="541749" y="19114"/>
                </a:cubicBezTo>
                <a:cubicBezTo>
                  <a:pt x="540220" y="19603"/>
                  <a:pt x="538781" y="20290"/>
                  <a:pt x="537435" y="21176"/>
                </a:cubicBezTo>
                <a:cubicBezTo>
                  <a:pt x="536088" y="22063"/>
                  <a:pt x="534894" y="23133"/>
                  <a:pt x="533854" y="24386"/>
                </a:cubicBezTo>
                <a:cubicBezTo>
                  <a:pt x="532813" y="25639"/>
                  <a:pt x="531987" y="27000"/>
                  <a:pt x="531374" y="28467"/>
                </a:cubicBezTo>
                <a:lnTo>
                  <a:pt x="531191" y="28467"/>
                </a:lnTo>
                <a:lnTo>
                  <a:pt x="531191" y="19654"/>
                </a:lnTo>
                <a:lnTo>
                  <a:pt x="518797" y="19654"/>
                </a:lnTo>
                <a:close/>
                <a:moveTo>
                  <a:pt x="587074" y="36402"/>
                </a:moveTo>
                <a:lnTo>
                  <a:pt x="599835" y="36402"/>
                </a:lnTo>
                <a:cubicBezTo>
                  <a:pt x="599652" y="33337"/>
                  <a:pt x="598918" y="30686"/>
                  <a:pt x="597632" y="28449"/>
                </a:cubicBezTo>
                <a:cubicBezTo>
                  <a:pt x="596346" y="26211"/>
                  <a:pt x="594678" y="24341"/>
                  <a:pt x="592627" y="22839"/>
                </a:cubicBezTo>
                <a:cubicBezTo>
                  <a:pt x="590577" y="21338"/>
                  <a:pt x="588252" y="20219"/>
                  <a:pt x="585651" y="19484"/>
                </a:cubicBezTo>
                <a:cubicBezTo>
                  <a:pt x="583050" y="18748"/>
                  <a:pt x="580341" y="18380"/>
                  <a:pt x="577525" y="18380"/>
                </a:cubicBezTo>
                <a:cubicBezTo>
                  <a:pt x="573669" y="18380"/>
                  <a:pt x="570241" y="19024"/>
                  <a:pt x="567241" y="20312"/>
                </a:cubicBezTo>
                <a:cubicBezTo>
                  <a:pt x="564242" y="21599"/>
                  <a:pt x="561702" y="23392"/>
                  <a:pt x="559621" y="25692"/>
                </a:cubicBezTo>
                <a:cubicBezTo>
                  <a:pt x="557541" y="27991"/>
                  <a:pt x="555965" y="30720"/>
                  <a:pt x="554893" y="33877"/>
                </a:cubicBezTo>
                <a:cubicBezTo>
                  <a:pt x="553822" y="37034"/>
                  <a:pt x="553286" y="40452"/>
                  <a:pt x="553286" y="44131"/>
                </a:cubicBezTo>
                <a:cubicBezTo>
                  <a:pt x="553286" y="47687"/>
                  <a:pt x="553868" y="50952"/>
                  <a:pt x="555031" y="53926"/>
                </a:cubicBezTo>
                <a:cubicBezTo>
                  <a:pt x="556193" y="56899"/>
                  <a:pt x="557815" y="59458"/>
                  <a:pt x="559896" y="61605"/>
                </a:cubicBezTo>
                <a:cubicBezTo>
                  <a:pt x="561978" y="63751"/>
                  <a:pt x="564503" y="65422"/>
                  <a:pt x="567471" y="66617"/>
                </a:cubicBezTo>
                <a:cubicBezTo>
                  <a:pt x="570440" y="67813"/>
                  <a:pt x="573699" y="68410"/>
                  <a:pt x="577249" y="68410"/>
                </a:cubicBezTo>
                <a:cubicBezTo>
                  <a:pt x="583554" y="68410"/>
                  <a:pt x="588725" y="66751"/>
                  <a:pt x="592765" y="63433"/>
                </a:cubicBezTo>
                <a:cubicBezTo>
                  <a:pt x="596805" y="60114"/>
                  <a:pt x="599254" y="55302"/>
                  <a:pt x="600111" y="48998"/>
                </a:cubicBezTo>
                <a:lnTo>
                  <a:pt x="587532" y="48998"/>
                </a:lnTo>
                <a:cubicBezTo>
                  <a:pt x="587104" y="51936"/>
                  <a:pt x="586049" y="54277"/>
                  <a:pt x="584365" y="56022"/>
                </a:cubicBezTo>
                <a:cubicBezTo>
                  <a:pt x="582682" y="57766"/>
                  <a:pt x="580280" y="58637"/>
                  <a:pt x="577158" y="58637"/>
                </a:cubicBezTo>
                <a:cubicBezTo>
                  <a:pt x="575138" y="58637"/>
                  <a:pt x="573424" y="58178"/>
                  <a:pt x="572015" y="57260"/>
                </a:cubicBezTo>
                <a:cubicBezTo>
                  <a:pt x="570608" y="56342"/>
                  <a:pt x="569491" y="55164"/>
                  <a:pt x="568664" y="53726"/>
                </a:cubicBezTo>
                <a:cubicBezTo>
                  <a:pt x="567839" y="52287"/>
                  <a:pt x="567242" y="50679"/>
                  <a:pt x="566874" y="48904"/>
                </a:cubicBezTo>
                <a:cubicBezTo>
                  <a:pt x="566507" y="47128"/>
                  <a:pt x="566324" y="45384"/>
                  <a:pt x="566324" y="43670"/>
                </a:cubicBezTo>
                <a:cubicBezTo>
                  <a:pt x="566324" y="41894"/>
                  <a:pt x="566507" y="40104"/>
                  <a:pt x="566874" y="38299"/>
                </a:cubicBezTo>
                <a:cubicBezTo>
                  <a:pt x="567242" y="36492"/>
                  <a:pt x="567870" y="34839"/>
                  <a:pt x="568757" y="33339"/>
                </a:cubicBezTo>
                <a:cubicBezTo>
                  <a:pt x="569644" y="31839"/>
                  <a:pt x="570792" y="30615"/>
                  <a:pt x="572199" y="29666"/>
                </a:cubicBezTo>
                <a:cubicBezTo>
                  <a:pt x="573607" y="28717"/>
                  <a:pt x="575352" y="28243"/>
                  <a:pt x="577433" y="28243"/>
                </a:cubicBezTo>
                <a:cubicBezTo>
                  <a:pt x="583003" y="28243"/>
                  <a:pt x="586217" y="30962"/>
                  <a:pt x="587074" y="36402"/>
                </a:cubicBezTo>
                <a:close/>
                <a:moveTo>
                  <a:pt x="617647" y="51734"/>
                </a:moveTo>
                <a:lnTo>
                  <a:pt x="605253" y="51734"/>
                </a:lnTo>
                <a:cubicBezTo>
                  <a:pt x="605375" y="54911"/>
                  <a:pt x="606094" y="57554"/>
                  <a:pt x="607410" y="59661"/>
                </a:cubicBezTo>
                <a:cubicBezTo>
                  <a:pt x="608726" y="61768"/>
                  <a:pt x="610409" y="63464"/>
                  <a:pt x="612459" y="64747"/>
                </a:cubicBezTo>
                <a:cubicBezTo>
                  <a:pt x="614510" y="66030"/>
                  <a:pt x="616852" y="66946"/>
                  <a:pt x="619483" y="67495"/>
                </a:cubicBezTo>
                <a:cubicBezTo>
                  <a:pt x="622115" y="68046"/>
                  <a:pt x="624808" y="68321"/>
                  <a:pt x="627563" y="68321"/>
                </a:cubicBezTo>
                <a:cubicBezTo>
                  <a:pt x="630255" y="68321"/>
                  <a:pt x="632902" y="68060"/>
                  <a:pt x="635503" y="67539"/>
                </a:cubicBezTo>
                <a:cubicBezTo>
                  <a:pt x="638105" y="67019"/>
                  <a:pt x="640416" y="66116"/>
                  <a:pt x="642435" y="64830"/>
                </a:cubicBezTo>
                <a:cubicBezTo>
                  <a:pt x="644455" y="63543"/>
                  <a:pt x="646092" y="61844"/>
                  <a:pt x="647347" y="59732"/>
                </a:cubicBezTo>
                <a:cubicBezTo>
                  <a:pt x="648602" y="57619"/>
                  <a:pt x="649229" y="55001"/>
                  <a:pt x="649229" y="51878"/>
                </a:cubicBezTo>
                <a:cubicBezTo>
                  <a:pt x="649229" y="49674"/>
                  <a:pt x="648801" y="47822"/>
                  <a:pt x="647943" y="46322"/>
                </a:cubicBezTo>
                <a:cubicBezTo>
                  <a:pt x="647087" y="44821"/>
                  <a:pt x="645955" y="43565"/>
                  <a:pt x="644546" y="42555"/>
                </a:cubicBezTo>
                <a:cubicBezTo>
                  <a:pt x="643139" y="41544"/>
                  <a:pt x="641532" y="40733"/>
                  <a:pt x="639727" y="40121"/>
                </a:cubicBezTo>
                <a:cubicBezTo>
                  <a:pt x="637922" y="39509"/>
                  <a:pt x="636070" y="38988"/>
                  <a:pt x="634172" y="38559"/>
                </a:cubicBezTo>
                <a:cubicBezTo>
                  <a:pt x="632336" y="38131"/>
                  <a:pt x="630530" y="37733"/>
                  <a:pt x="628755" y="37366"/>
                </a:cubicBezTo>
                <a:cubicBezTo>
                  <a:pt x="626980" y="36998"/>
                  <a:pt x="625404" y="36584"/>
                  <a:pt x="624027" y="36126"/>
                </a:cubicBezTo>
                <a:cubicBezTo>
                  <a:pt x="622650" y="35666"/>
                  <a:pt x="621533" y="35069"/>
                  <a:pt x="620676" y="34334"/>
                </a:cubicBezTo>
                <a:cubicBezTo>
                  <a:pt x="619819" y="33599"/>
                  <a:pt x="619391" y="32650"/>
                  <a:pt x="619391" y="31486"/>
                </a:cubicBezTo>
                <a:cubicBezTo>
                  <a:pt x="619391" y="30506"/>
                  <a:pt x="619636" y="29725"/>
                  <a:pt x="620125" y="29144"/>
                </a:cubicBezTo>
                <a:cubicBezTo>
                  <a:pt x="620615" y="28562"/>
                  <a:pt x="621212" y="28118"/>
                  <a:pt x="621915" y="27813"/>
                </a:cubicBezTo>
                <a:cubicBezTo>
                  <a:pt x="622620" y="27506"/>
                  <a:pt x="623400" y="27307"/>
                  <a:pt x="624256" y="27216"/>
                </a:cubicBezTo>
                <a:cubicBezTo>
                  <a:pt x="625114" y="27123"/>
                  <a:pt x="625910" y="27077"/>
                  <a:pt x="626644" y="27077"/>
                </a:cubicBezTo>
                <a:cubicBezTo>
                  <a:pt x="628969" y="27077"/>
                  <a:pt x="630989" y="27523"/>
                  <a:pt x="632703" y="28415"/>
                </a:cubicBezTo>
                <a:cubicBezTo>
                  <a:pt x="634416" y="29306"/>
                  <a:pt x="635365" y="31012"/>
                  <a:pt x="635549" y="33533"/>
                </a:cubicBezTo>
                <a:lnTo>
                  <a:pt x="647945" y="33533"/>
                </a:lnTo>
                <a:cubicBezTo>
                  <a:pt x="647700" y="30594"/>
                  <a:pt x="646950" y="28161"/>
                  <a:pt x="645695" y="26232"/>
                </a:cubicBezTo>
                <a:cubicBezTo>
                  <a:pt x="644441" y="24304"/>
                  <a:pt x="642865" y="22758"/>
                  <a:pt x="640967" y="21595"/>
                </a:cubicBezTo>
                <a:cubicBezTo>
                  <a:pt x="639070" y="20432"/>
                  <a:pt x="636912" y="19605"/>
                  <a:pt x="634494" y="19116"/>
                </a:cubicBezTo>
                <a:cubicBezTo>
                  <a:pt x="632076" y="18625"/>
                  <a:pt x="629582" y="18380"/>
                  <a:pt x="627012" y="18380"/>
                </a:cubicBezTo>
                <a:cubicBezTo>
                  <a:pt x="624441" y="18380"/>
                  <a:pt x="621931" y="18610"/>
                  <a:pt x="619482" y="19069"/>
                </a:cubicBezTo>
                <a:cubicBezTo>
                  <a:pt x="617034" y="19528"/>
                  <a:pt x="614831" y="20324"/>
                  <a:pt x="612872" y="21457"/>
                </a:cubicBezTo>
                <a:cubicBezTo>
                  <a:pt x="610914" y="22590"/>
                  <a:pt x="609338" y="24136"/>
                  <a:pt x="608144" y="26095"/>
                </a:cubicBezTo>
                <a:cubicBezTo>
                  <a:pt x="606951" y="28055"/>
                  <a:pt x="606354" y="30566"/>
                  <a:pt x="606354" y="33628"/>
                </a:cubicBezTo>
                <a:cubicBezTo>
                  <a:pt x="606354" y="35710"/>
                  <a:pt x="606782" y="37470"/>
                  <a:pt x="607639" y="38909"/>
                </a:cubicBezTo>
                <a:cubicBezTo>
                  <a:pt x="608496" y="40348"/>
                  <a:pt x="609628" y="41542"/>
                  <a:pt x="611036" y="42492"/>
                </a:cubicBezTo>
                <a:cubicBezTo>
                  <a:pt x="612444" y="43441"/>
                  <a:pt x="614051" y="44206"/>
                  <a:pt x="615856" y="44788"/>
                </a:cubicBezTo>
                <a:cubicBezTo>
                  <a:pt x="617662" y="45370"/>
                  <a:pt x="619513" y="45875"/>
                  <a:pt x="621411" y="46304"/>
                </a:cubicBezTo>
                <a:cubicBezTo>
                  <a:pt x="626062" y="47283"/>
                  <a:pt x="629688" y="48263"/>
                  <a:pt x="632289" y="49243"/>
                </a:cubicBezTo>
                <a:cubicBezTo>
                  <a:pt x="634891" y="50222"/>
                  <a:pt x="636192" y="51692"/>
                  <a:pt x="636192" y="53651"/>
                </a:cubicBezTo>
                <a:cubicBezTo>
                  <a:pt x="636192" y="54814"/>
                  <a:pt x="635917" y="55779"/>
                  <a:pt x="635366" y="56544"/>
                </a:cubicBezTo>
                <a:cubicBezTo>
                  <a:pt x="634815" y="57310"/>
                  <a:pt x="634126" y="57923"/>
                  <a:pt x="633299" y="58382"/>
                </a:cubicBezTo>
                <a:cubicBezTo>
                  <a:pt x="632474" y="58841"/>
                  <a:pt x="631556" y="59178"/>
                  <a:pt x="630545" y="59393"/>
                </a:cubicBezTo>
                <a:cubicBezTo>
                  <a:pt x="629536" y="59606"/>
                  <a:pt x="628572" y="59713"/>
                  <a:pt x="627654" y="59713"/>
                </a:cubicBezTo>
                <a:cubicBezTo>
                  <a:pt x="626369" y="59713"/>
                  <a:pt x="625129" y="59561"/>
                  <a:pt x="623936" y="59255"/>
                </a:cubicBezTo>
                <a:cubicBezTo>
                  <a:pt x="622742" y="58949"/>
                  <a:pt x="621686" y="58475"/>
                  <a:pt x="620768" y="57833"/>
                </a:cubicBezTo>
                <a:cubicBezTo>
                  <a:pt x="619850" y="57191"/>
                  <a:pt x="619100" y="56365"/>
                  <a:pt x="618518" y="55356"/>
                </a:cubicBezTo>
                <a:cubicBezTo>
                  <a:pt x="617937" y="54348"/>
                  <a:pt x="617647" y="53140"/>
                  <a:pt x="617647" y="51734"/>
                </a:cubicBezTo>
                <a:close/>
                <a:moveTo>
                  <a:pt x="669918" y="12373"/>
                </a:moveTo>
                <a:lnTo>
                  <a:pt x="669918" y="1614"/>
                </a:lnTo>
                <a:lnTo>
                  <a:pt x="656881" y="1614"/>
                </a:lnTo>
                <a:lnTo>
                  <a:pt x="656881" y="12373"/>
                </a:lnTo>
                <a:lnTo>
                  <a:pt x="669918" y="12373"/>
                </a:lnTo>
                <a:moveTo>
                  <a:pt x="656881" y="19689"/>
                </a:moveTo>
                <a:lnTo>
                  <a:pt x="656881" y="67155"/>
                </a:lnTo>
                <a:lnTo>
                  <a:pt x="669918" y="67155"/>
                </a:lnTo>
                <a:lnTo>
                  <a:pt x="669918" y="19689"/>
                </a:lnTo>
                <a:lnTo>
                  <a:pt x="656881" y="19689"/>
                </a:lnTo>
                <a:close/>
                <a:moveTo>
                  <a:pt x="680232" y="19687"/>
                </a:moveTo>
                <a:lnTo>
                  <a:pt x="680232" y="67155"/>
                </a:lnTo>
                <a:lnTo>
                  <a:pt x="693269" y="67155"/>
                </a:lnTo>
                <a:lnTo>
                  <a:pt x="693269" y="42277"/>
                </a:lnTo>
                <a:cubicBezTo>
                  <a:pt x="693269" y="37442"/>
                  <a:pt x="694064" y="33969"/>
                  <a:pt x="695656" y="31859"/>
                </a:cubicBezTo>
                <a:cubicBezTo>
                  <a:pt x="697247" y="29747"/>
                  <a:pt x="699818" y="28691"/>
                  <a:pt x="703368" y="28691"/>
                </a:cubicBezTo>
                <a:cubicBezTo>
                  <a:pt x="706490" y="28691"/>
                  <a:pt x="708663" y="29655"/>
                  <a:pt x="709887" y="31583"/>
                </a:cubicBezTo>
                <a:cubicBezTo>
                  <a:pt x="711111" y="33510"/>
                  <a:pt x="711723" y="36433"/>
                  <a:pt x="711723" y="40350"/>
                </a:cubicBezTo>
                <a:lnTo>
                  <a:pt x="711723" y="67155"/>
                </a:lnTo>
                <a:lnTo>
                  <a:pt x="724760" y="67155"/>
                </a:lnTo>
                <a:lnTo>
                  <a:pt x="724760" y="37946"/>
                </a:lnTo>
                <a:cubicBezTo>
                  <a:pt x="724760" y="35006"/>
                  <a:pt x="724500" y="32327"/>
                  <a:pt x="723980" y="29908"/>
                </a:cubicBezTo>
                <a:cubicBezTo>
                  <a:pt x="723460" y="27490"/>
                  <a:pt x="722557" y="25438"/>
                  <a:pt x="721271" y="23754"/>
                </a:cubicBezTo>
                <a:cubicBezTo>
                  <a:pt x="719985" y="22070"/>
                  <a:pt x="718226" y="20754"/>
                  <a:pt x="715992" y="19805"/>
                </a:cubicBezTo>
                <a:cubicBezTo>
                  <a:pt x="713758" y="18855"/>
                  <a:pt x="710896" y="18380"/>
                  <a:pt x="707407" y="18380"/>
                </a:cubicBezTo>
                <a:cubicBezTo>
                  <a:pt x="704653" y="18380"/>
                  <a:pt x="701960" y="19009"/>
                  <a:pt x="699328" y="20267"/>
                </a:cubicBezTo>
                <a:cubicBezTo>
                  <a:pt x="696696" y="21525"/>
                  <a:pt x="694554" y="23535"/>
                  <a:pt x="692902" y="26297"/>
                </a:cubicBezTo>
                <a:lnTo>
                  <a:pt x="692626" y="26297"/>
                </a:lnTo>
                <a:lnTo>
                  <a:pt x="692626" y="19687"/>
                </a:lnTo>
                <a:lnTo>
                  <a:pt x="680232" y="19687"/>
                </a:lnTo>
                <a:close/>
                <a:moveTo>
                  <a:pt x="757414" y="0"/>
                </a:moveTo>
                <a:lnTo>
                  <a:pt x="746489" y="0"/>
                </a:lnTo>
                <a:cubicBezTo>
                  <a:pt x="744469" y="2938"/>
                  <a:pt x="742709" y="6152"/>
                  <a:pt x="741209" y="9641"/>
                </a:cubicBezTo>
                <a:cubicBezTo>
                  <a:pt x="739710" y="13130"/>
                  <a:pt x="738456" y="16742"/>
                  <a:pt x="737445" y="20476"/>
                </a:cubicBezTo>
                <a:cubicBezTo>
                  <a:pt x="736435" y="24210"/>
                  <a:pt x="735670" y="27959"/>
                  <a:pt x="735150" y="31724"/>
                </a:cubicBezTo>
                <a:cubicBezTo>
                  <a:pt x="734630" y="35489"/>
                  <a:pt x="734370" y="39086"/>
                  <a:pt x="734370" y="42514"/>
                </a:cubicBezTo>
                <a:cubicBezTo>
                  <a:pt x="734370" y="49737"/>
                  <a:pt x="735426" y="56838"/>
                  <a:pt x="737537" y="63817"/>
                </a:cubicBezTo>
                <a:cubicBezTo>
                  <a:pt x="739649" y="70795"/>
                  <a:pt x="742633" y="77437"/>
                  <a:pt x="746489" y="83742"/>
                </a:cubicBezTo>
                <a:lnTo>
                  <a:pt x="757323" y="83742"/>
                </a:lnTo>
                <a:cubicBezTo>
                  <a:pt x="753834" y="77070"/>
                  <a:pt x="751309" y="70214"/>
                  <a:pt x="749748" y="63175"/>
                </a:cubicBezTo>
                <a:cubicBezTo>
                  <a:pt x="748187" y="56135"/>
                  <a:pt x="747407" y="48942"/>
                  <a:pt x="747407" y="41595"/>
                </a:cubicBezTo>
                <a:cubicBezTo>
                  <a:pt x="747407" y="34372"/>
                  <a:pt x="748203" y="27256"/>
                  <a:pt x="749794" y="20248"/>
                </a:cubicBezTo>
                <a:cubicBezTo>
                  <a:pt x="751386" y="13238"/>
                  <a:pt x="753926" y="6489"/>
                  <a:pt x="757414" y="0"/>
                </a:cubicBezTo>
                <a:close/>
                <a:moveTo>
                  <a:pt x="785509" y="73011"/>
                </a:moveTo>
                <a:lnTo>
                  <a:pt x="805340" y="19725"/>
                </a:lnTo>
                <a:lnTo>
                  <a:pt x="791844" y="19725"/>
                </a:lnTo>
                <a:lnTo>
                  <a:pt x="781469" y="52192"/>
                </a:lnTo>
                <a:lnTo>
                  <a:pt x="781286" y="52192"/>
                </a:lnTo>
                <a:lnTo>
                  <a:pt x="770543" y="19725"/>
                </a:lnTo>
                <a:lnTo>
                  <a:pt x="756680" y="19725"/>
                </a:lnTo>
                <a:lnTo>
                  <a:pt x="773297" y="64215"/>
                </a:lnTo>
                <a:cubicBezTo>
                  <a:pt x="773665" y="65132"/>
                  <a:pt x="773849" y="66110"/>
                  <a:pt x="773849" y="67149"/>
                </a:cubicBezTo>
                <a:cubicBezTo>
                  <a:pt x="773849" y="68556"/>
                  <a:pt x="773436" y="69840"/>
                  <a:pt x="772610" y="71002"/>
                </a:cubicBezTo>
                <a:cubicBezTo>
                  <a:pt x="771783" y="72164"/>
                  <a:pt x="770513" y="72837"/>
                  <a:pt x="768799" y="73021"/>
                </a:cubicBezTo>
                <a:cubicBezTo>
                  <a:pt x="767514" y="73081"/>
                  <a:pt x="766228" y="73051"/>
                  <a:pt x="764942" y="72928"/>
                </a:cubicBezTo>
                <a:cubicBezTo>
                  <a:pt x="763657" y="72806"/>
                  <a:pt x="762403" y="72684"/>
                  <a:pt x="761179" y="72561"/>
                </a:cubicBezTo>
                <a:lnTo>
                  <a:pt x="761179" y="83294"/>
                </a:lnTo>
                <a:cubicBezTo>
                  <a:pt x="762525" y="83413"/>
                  <a:pt x="763856" y="83518"/>
                  <a:pt x="765172" y="83608"/>
                </a:cubicBezTo>
                <a:cubicBezTo>
                  <a:pt x="766488" y="83697"/>
                  <a:pt x="767819" y="83742"/>
                  <a:pt x="769166" y="83742"/>
                </a:cubicBezTo>
                <a:cubicBezTo>
                  <a:pt x="773634" y="83742"/>
                  <a:pt x="777123" y="82916"/>
                  <a:pt x="779632" y="81265"/>
                </a:cubicBezTo>
                <a:cubicBezTo>
                  <a:pt x="782142" y="79615"/>
                  <a:pt x="784101" y="76864"/>
                  <a:pt x="785509" y="73011"/>
                </a:cubicBezTo>
                <a:close/>
                <a:moveTo>
                  <a:pt x="840565" y="67155"/>
                </a:moveTo>
                <a:lnTo>
                  <a:pt x="840565" y="2869"/>
                </a:lnTo>
                <a:lnTo>
                  <a:pt x="830191" y="2869"/>
                </a:lnTo>
                <a:cubicBezTo>
                  <a:pt x="829823" y="5311"/>
                  <a:pt x="829058" y="7357"/>
                  <a:pt x="827895" y="9007"/>
                </a:cubicBezTo>
                <a:cubicBezTo>
                  <a:pt x="826732" y="10655"/>
                  <a:pt x="825309" y="11983"/>
                  <a:pt x="823625" y="12991"/>
                </a:cubicBezTo>
                <a:cubicBezTo>
                  <a:pt x="821942" y="13998"/>
                  <a:pt x="820044" y="14700"/>
                  <a:pt x="817933" y="15098"/>
                </a:cubicBezTo>
                <a:cubicBezTo>
                  <a:pt x="815821" y="15495"/>
                  <a:pt x="813633" y="15662"/>
                  <a:pt x="811369" y="15601"/>
                </a:cubicBezTo>
                <a:lnTo>
                  <a:pt x="811369" y="25463"/>
                </a:lnTo>
                <a:lnTo>
                  <a:pt x="827528" y="25463"/>
                </a:lnTo>
                <a:lnTo>
                  <a:pt x="827528" y="67155"/>
                </a:lnTo>
                <a:lnTo>
                  <a:pt x="840565" y="67155"/>
                </a:lnTo>
                <a:close/>
                <a:moveTo>
                  <a:pt x="855286" y="83742"/>
                </a:moveTo>
                <a:lnTo>
                  <a:pt x="866119" y="83742"/>
                </a:lnTo>
                <a:cubicBezTo>
                  <a:pt x="868139" y="80865"/>
                  <a:pt x="869914" y="77681"/>
                  <a:pt x="871444" y="74192"/>
                </a:cubicBezTo>
                <a:cubicBezTo>
                  <a:pt x="872975" y="70703"/>
                  <a:pt x="874245" y="67107"/>
                  <a:pt x="875255" y="63403"/>
                </a:cubicBezTo>
                <a:cubicBezTo>
                  <a:pt x="876264" y="59700"/>
                  <a:pt x="877014" y="55966"/>
                  <a:pt x="877503" y="52202"/>
                </a:cubicBezTo>
                <a:cubicBezTo>
                  <a:pt x="877994" y="48437"/>
                  <a:pt x="878239" y="44840"/>
                  <a:pt x="878239" y="41412"/>
                </a:cubicBezTo>
                <a:cubicBezTo>
                  <a:pt x="878239" y="34188"/>
                  <a:pt x="877183" y="27057"/>
                  <a:pt x="875071" y="20018"/>
                </a:cubicBezTo>
                <a:cubicBezTo>
                  <a:pt x="872960" y="12978"/>
                  <a:pt x="869976" y="6305"/>
                  <a:pt x="866119" y="0"/>
                </a:cubicBezTo>
                <a:lnTo>
                  <a:pt x="855377" y="0"/>
                </a:lnTo>
                <a:cubicBezTo>
                  <a:pt x="858744" y="6672"/>
                  <a:pt x="861223" y="13559"/>
                  <a:pt x="862814" y="20660"/>
                </a:cubicBezTo>
                <a:cubicBezTo>
                  <a:pt x="864406" y="27760"/>
                  <a:pt x="865202" y="34984"/>
                  <a:pt x="865202" y="42331"/>
                </a:cubicBezTo>
                <a:cubicBezTo>
                  <a:pt x="865202" y="49554"/>
                  <a:pt x="864391" y="56639"/>
                  <a:pt x="862768" y="63587"/>
                </a:cubicBezTo>
                <a:cubicBezTo>
                  <a:pt x="861146" y="70535"/>
                  <a:pt x="858652" y="77253"/>
                  <a:pt x="855286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#output:[1.0000,1.0000]">
            <a:extLst xmlns:a="http://schemas.openxmlformats.org/drawingml/2006/main">
              <a:ext uri="{FF2B5EF4-FFF2-40B4-BE49-F238E27FC236}">
                <a16:creationId xmlns:a16="http://schemas.microsoft.com/office/drawing/2014/main" id="{D6748827-4D8B-48D7-A552-81B42FF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472" y="3078923"/>
            <a:ext cx="1077132" cy="83742"/>
          </a:xfrm>
          <a:custGeom xmlns:a="http://schemas.openxmlformats.org/drawingml/2006/main">
            <a:pathLst>
              <a:path w="1077132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5" y="43486"/>
                </a:moveTo>
                <a:cubicBezTo>
                  <a:pt x="90005" y="41589"/>
                  <a:pt x="90188" y="39722"/>
                  <a:pt x="90555" y="37885"/>
                </a:cubicBezTo>
                <a:cubicBezTo>
                  <a:pt x="90922" y="36048"/>
                  <a:pt x="91550" y="34426"/>
                  <a:pt x="92437" y="33019"/>
                </a:cubicBezTo>
                <a:cubicBezTo>
                  <a:pt x="93325" y="31610"/>
                  <a:pt x="94504" y="30462"/>
                  <a:pt x="95973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7" y="33019"/>
                </a:cubicBezTo>
                <a:cubicBezTo>
                  <a:pt x="111505" y="34426"/>
                  <a:pt x="112132" y="36048"/>
                  <a:pt x="112500" y="37885"/>
                </a:cubicBezTo>
                <a:cubicBezTo>
                  <a:pt x="112867" y="39722"/>
                  <a:pt x="113050" y="41589"/>
                  <a:pt x="113050" y="43486"/>
                </a:cubicBezTo>
                <a:cubicBezTo>
                  <a:pt x="113050" y="45384"/>
                  <a:pt x="112867" y="47236"/>
                  <a:pt x="112500" y="49042"/>
                </a:cubicBezTo>
                <a:cubicBezTo>
                  <a:pt x="112132" y="50848"/>
                  <a:pt x="111505" y="52470"/>
                  <a:pt x="110617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3" y="57353"/>
                </a:cubicBezTo>
                <a:cubicBezTo>
                  <a:pt x="94504" y="56495"/>
                  <a:pt x="93325" y="55348"/>
                  <a:pt x="92437" y="53909"/>
                </a:cubicBezTo>
                <a:cubicBezTo>
                  <a:pt x="91550" y="52470"/>
                  <a:pt x="90922" y="50848"/>
                  <a:pt x="90555" y="49042"/>
                </a:cubicBezTo>
                <a:cubicBezTo>
                  <a:pt x="90188" y="47236"/>
                  <a:pt x="90005" y="45384"/>
                  <a:pt x="90005" y="43486"/>
                </a:cubicBezTo>
                <a:moveTo>
                  <a:pt x="76968" y="43488"/>
                </a:moveTo>
                <a:cubicBezTo>
                  <a:pt x="76968" y="47289"/>
                  <a:pt x="77549" y="50722"/>
                  <a:pt x="78712" y="53787"/>
                </a:cubicBezTo>
                <a:cubicBezTo>
                  <a:pt x="79875" y="56853"/>
                  <a:pt x="81527" y="59474"/>
                  <a:pt x="83670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2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7" y="66663"/>
                </a:cubicBezTo>
                <a:cubicBezTo>
                  <a:pt x="114656" y="65498"/>
                  <a:pt x="117243" y="63827"/>
                  <a:pt x="119385" y="61651"/>
                </a:cubicBezTo>
                <a:cubicBezTo>
                  <a:pt x="121528" y="59474"/>
                  <a:pt x="123180" y="56853"/>
                  <a:pt x="124343" y="53787"/>
                </a:cubicBezTo>
                <a:cubicBezTo>
                  <a:pt x="125506" y="50722"/>
                  <a:pt x="126087" y="47289"/>
                  <a:pt x="126087" y="43488"/>
                </a:cubicBezTo>
                <a:cubicBezTo>
                  <a:pt x="126087" y="39687"/>
                  <a:pt x="125506" y="36238"/>
                  <a:pt x="124343" y="33142"/>
                </a:cubicBezTo>
                <a:cubicBezTo>
                  <a:pt x="123180" y="30045"/>
                  <a:pt x="121528" y="27408"/>
                  <a:pt x="119385" y="25232"/>
                </a:cubicBezTo>
                <a:cubicBezTo>
                  <a:pt x="117243" y="23055"/>
                  <a:pt x="114656" y="21369"/>
                  <a:pt x="111627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2" y="18978"/>
                  <a:pt x="91382" y="20173"/>
                </a:cubicBezTo>
                <a:cubicBezTo>
                  <a:pt x="88383" y="21369"/>
                  <a:pt x="85812" y="23055"/>
                  <a:pt x="83670" y="25232"/>
                </a:cubicBezTo>
                <a:cubicBezTo>
                  <a:pt x="81527" y="27408"/>
                  <a:pt x="79875" y="30045"/>
                  <a:pt x="78712" y="33142"/>
                </a:cubicBezTo>
                <a:cubicBezTo>
                  <a:pt x="77549" y="36238"/>
                  <a:pt x="76968" y="39687"/>
                  <a:pt x="76968" y="43488"/>
                </a:cubicBezTo>
                <a:close/>
                <a:moveTo>
                  <a:pt x="178817" y="67105"/>
                </a:moveTo>
                <a:lnTo>
                  <a:pt x="178817" y="19725"/>
                </a:lnTo>
                <a:lnTo>
                  <a:pt x="165780" y="19725"/>
                </a:lnTo>
                <a:lnTo>
                  <a:pt x="165780" y="44545"/>
                </a:lnTo>
                <a:cubicBezTo>
                  <a:pt x="165780" y="49368"/>
                  <a:pt x="164985" y="52833"/>
                  <a:pt x="163393" y="54940"/>
                </a:cubicBezTo>
                <a:cubicBezTo>
                  <a:pt x="161802" y="57046"/>
                  <a:pt x="159231" y="58099"/>
                  <a:pt x="155681" y="58099"/>
                </a:cubicBezTo>
                <a:cubicBezTo>
                  <a:pt x="152559" y="58099"/>
                  <a:pt x="150386" y="57138"/>
                  <a:pt x="149161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69" y="56906"/>
                </a:cubicBezTo>
                <a:cubicBezTo>
                  <a:pt x="135589" y="59320"/>
                  <a:pt x="136492" y="61368"/>
                  <a:pt x="137777" y="63049"/>
                </a:cubicBezTo>
                <a:cubicBezTo>
                  <a:pt x="139063" y="64730"/>
                  <a:pt x="140823" y="66029"/>
                  <a:pt x="143057" y="66946"/>
                </a:cubicBezTo>
                <a:cubicBezTo>
                  <a:pt x="145291" y="67863"/>
                  <a:pt x="148153" y="68321"/>
                  <a:pt x="151642" y="68321"/>
                </a:cubicBezTo>
                <a:cubicBezTo>
                  <a:pt x="154396" y="68321"/>
                  <a:pt x="157089" y="67707"/>
                  <a:pt x="159721" y="66480"/>
                </a:cubicBezTo>
                <a:cubicBezTo>
                  <a:pt x="162353" y="65252"/>
                  <a:pt x="164495" y="63256"/>
                  <a:pt x="166147" y="60494"/>
                </a:cubicBezTo>
                <a:lnTo>
                  <a:pt x="166423" y="60494"/>
                </a:lnTo>
                <a:lnTo>
                  <a:pt x="166423" y="67105"/>
                </a:lnTo>
                <a:lnTo>
                  <a:pt x="178817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3" y="19725"/>
                </a:lnTo>
                <a:lnTo>
                  <a:pt x="184203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3" y="62190"/>
                </a:cubicBezTo>
                <a:cubicBezTo>
                  <a:pt x="194088" y="63658"/>
                  <a:pt x="195175" y="64790"/>
                  <a:pt x="196551" y="65586"/>
                </a:cubicBezTo>
                <a:cubicBezTo>
                  <a:pt x="197929" y="66381"/>
                  <a:pt x="199520" y="66916"/>
                  <a:pt x="201326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0" y="67603"/>
                  <a:pt x="209666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1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2" y="57016"/>
                  <a:pt x="206237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8" y="58637"/>
                </a:moveTo>
                <a:cubicBezTo>
                  <a:pt x="242626" y="58637"/>
                  <a:pt x="240851" y="58209"/>
                  <a:pt x="239382" y="57353"/>
                </a:cubicBezTo>
                <a:cubicBezTo>
                  <a:pt x="237913" y="56495"/>
                  <a:pt x="236735" y="55378"/>
                  <a:pt x="235847" y="54000"/>
                </a:cubicBezTo>
                <a:cubicBezTo>
                  <a:pt x="234960" y="52623"/>
                  <a:pt x="234317" y="51016"/>
                  <a:pt x="233919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6" y="39722"/>
                  <a:pt x="233873" y="37885"/>
                </a:cubicBezTo>
                <a:cubicBezTo>
                  <a:pt x="234240" y="36048"/>
                  <a:pt x="234867" y="34426"/>
                  <a:pt x="235755" y="33019"/>
                </a:cubicBezTo>
                <a:cubicBezTo>
                  <a:pt x="236643" y="31610"/>
                  <a:pt x="237806" y="30462"/>
                  <a:pt x="239244" y="29575"/>
                </a:cubicBezTo>
                <a:cubicBezTo>
                  <a:pt x="240683" y="28687"/>
                  <a:pt x="242473" y="28243"/>
                  <a:pt x="244616" y="28243"/>
                </a:cubicBezTo>
                <a:cubicBezTo>
                  <a:pt x="246697" y="28243"/>
                  <a:pt x="248457" y="28687"/>
                  <a:pt x="249896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8" y="34503"/>
                  <a:pt x="255006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7" y="47343"/>
                  <a:pt x="255450" y="49180"/>
                </a:cubicBezTo>
                <a:cubicBezTo>
                  <a:pt x="255083" y="51016"/>
                  <a:pt x="254456" y="52623"/>
                  <a:pt x="253567" y="54000"/>
                </a:cubicBezTo>
                <a:cubicBezTo>
                  <a:pt x="252680" y="55378"/>
                  <a:pt x="251517" y="56495"/>
                  <a:pt x="250079" y="57353"/>
                </a:cubicBezTo>
                <a:cubicBezTo>
                  <a:pt x="248641" y="58209"/>
                  <a:pt x="246850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6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50" y="67811"/>
                  <a:pt x="245258" y="68410"/>
                  <a:pt x="248196" y="68410"/>
                </a:cubicBezTo>
                <a:cubicBezTo>
                  <a:pt x="251686" y="68410"/>
                  <a:pt x="254731" y="67736"/>
                  <a:pt x="257332" y="66387"/>
                </a:cubicBezTo>
                <a:cubicBezTo>
                  <a:pt x="259933" y="65039"/>
                  <a:pt x="262106" y="63230"/>
                  <a:pt x="263850" y="60962"/>
                </a:cubicBezTo>
                <a:cubicBezTo>
                  <a:pt x="265595" y="58693"/>
                  <a:pt x="266895" y="56087"/>
                  <a:pt x="267752" y="53144"/>
                </a:cubicBezTo>
                <a:cubicBezTo>
                  <a:pt x="268609" y="50201"/>
                  <a:pt x="269038" y="47136"/>
                  <a:pt x="269038" y="43947"/>
                </a:cubicBezTo>
                <a:cubicBezTo>
                  <a:pt x="269038" y="40575"/>
                  <a:pt x="268609" y="37340"/>
                  <a:pt x="267752" y="34244"/>
                </a:cubicBezTo>
                <a:cubicBezTo>
                  <a:pt x="266895" y="31148"/>
                  <a:pt x="265580" y="28436"/>
                  <a:pt x="263804" y="26106"/>
                </a:cubicBezTo>
                <a:cubicBezTo>
                  <a:pt x="262030" y="23776"/>
                  <a:pt x="259796" y="21906"/>
                  <a:pt x="257102" y="20496"/>
                </a:cubicBezTo>
                <a:cubicBezTo>
                  <a:pt x="254409" y="19085"/>
                  <a:pt x="251196" y="18380"/>
                  <a:pt x="247462" y="18380"/>
                </a:cubicBezTo>
                <a:cubicBezTo>
                  <a:pt x="244524" y="18380"/>
                  <a:pt x="241830" y="18964"/>
                  <a:pt x="239382" y="20131"/>
                </a:cubicBezTo>
                <a:cubicBezTo>
                  <a:pt x="236934" y="21299"/>
                  <a:pt x="234914" y="23173"/>
                  <a:pt x="233323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6" y="67105"/>
                </a:moveTo>
                <a:lnTo>
                  <a:pt x="321126" y="19725"/>
                </a:lnTo>
                <a:lnTo>
                  <a:pt x="308089" y="19725"/>
                </a:lnTo>
                <a:lnTo>
                  <a:pt x="308089" y="44545"/>
                </a:lnTo>
                <a:cubicBezTo>
                  <a:pt x="308089" y="49368"/>
                  <a:pt x="307293" y="52833"/>
                  <a:pt x="305701" y="54940"/>
                </a:cubicBezTo>
                <a:cubicBezTo>
                  <a:pt x="304110" y="57046"/>
                  <a:pt x="301539" y="58099"/>
                  <a:pt x="297989" y="58099"/>
                </a:cubicBezTo>
                <a:cubicBezTo>
                  <a:pt x="294867" y="58099"/>
                  <a:pt x="292694" y="57138"/>
                  <a:pt x="291469" y="55215"/>
                </a:cubicBezTo>
                <a:cubicBezTo>
                  <a:pt x="290246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8" y="59320"/>
                  <a:pt x="278800" y="61368"/>
                  <a:pt x="280085" y="63049"/>
                </a:cubicBezTo>
                <a:cubicBezTo>
                  <a:pt x="281371" y="64730"/>
                  <a:pt x="283132" y="66029"/>
                  <a:pt x="285366" y="66946"/>
                </a:cubicBezTo>
                <a:cubicBezTo>
                  <a:pt x="287600" y="67863"/>
                  <a:pt x="290461" y="68321"/>
                  <a:pt x="293950" y="68321"/>
                </a:cubicBezTo>
                <a:cubicBezTo>
                  <a:pt x="296705" y="68321"/>
                  <a:pt x="299398" y="67707"/>
                  <a:pt x="302030" y="66480"/>
                </a:cubicBezTo>
                <a:cubicBezTo>
                  <a:pt x="304661" y="65252"/>
                  <a:pt x="306804" y="63256"/>
                  <a:pt x="308456" y="60494"/>
                </a:cubicBezTo>
                <a:lnTo>
                  <a:pt x="308732" y="60494"/>
                </a:lnTo>
                <a:lnTo>
                  <a:pt x="308732" y="67105"/>
                </a:lnTo>
                <a:lnTo>
                  <a:pt x="321126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0" y="62190"/>
                </a:cubicBezTo>
                <a:cubicBezTo>
                  <a:pt x="336396" y="63658"/>
                  <a:pt x="337482" y="64790"/>
                  <a:pt x="338859" y="65586"/>
                </a:cubicBezTo>
                <a:cubicBezTo>
                  <a:pt x="340237" y="66381"/>
                  <a:pt x="341828" y="66916"/>
                  <a:pt x="343633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8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3" y="0"/>
                </a:moveTo>
                <a:lnTo>
                  <a:pt x="414833" y="83742"/>
                </a:lnTo>
                <a:lnTo>
                  <a:pt x="439072" y="83742"/>
                </a:lnTo>
                <a:lnTo>
                  <a:pt x="439072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2" y="10311"/>
                </a:lnTo>
                <a:lnTo>
                  <a:pt x="439072" y="0"/>
                </a:lnTo>
                <a:lnTo>
                  <a:pt x="414833" y="0"/>
                </a:lnTo>
                <a:close/>
                <a:moveTo>
                  <a:pt x="475185" y="67155"/>
                </a:moveTo>
                <a:lnTo>
                  <a:pt x="475185" y="2869"/>
                </a:lnTo>
                <a:lnTo>
                  <a:pt x="464811" y="2869"/>
                </a:lnTo>
                <a:cubicBezTo>
                  <a:pt x="464443" y="5311"/>
                  <a:pt x="463678" y="7357"/>
                  <a:pt x="462515" y="9007"/>
                </a:cubicBezTo>
                <a:cubicBezTo>
                  <a:pt x="461352" y="10655"/>
                  <a:pt x="459929" y="11983"/>
                  <a:pt x="458245" y="12991"/>
                </a:cubicBezTo>
                <a:cubicBezTo>
                  <a:pt x="456562" y="13998"/>
                  <a:pt x="454665" y="14700"/>
                  <a:pt x="452553" y="15098"/>
                </a:cubicBezTo>
                <a:cubicBezTo>
                  <a:pt x="450441" y="15495"/>
                  <a:pt x="448253" y="15662"/>
                  <a:pt x="445990" y="15601"/>
                </a:cubicBezTo>
                <a:lnTo>
                  <a:pt x="445990" y="25463"/>
                </a:lnTo>
                <a:lnTo>
                  <a:pt x="462148" y="25463"/>
                </a:lnTo>
                <a:lnTo>
                  <a:pt x="462148" y="67155"/>
                </a:lnTo>
                <a:lnTo>
                  <a:pt x="475185" y="67155"/>
                </a:lnTo>
                <a:close/>
                <a:moveTo>
                  <a:pt x="495964" y="52989"/>
                </a:moveTo>
                <a:lnTo>
                  <a:pt x="495964" y="67155"/>
                </a:lnTo>
                <a:lnTo>
                  <a:pt x="510379" y="67155"/>
                </a:lnTo>
                <a:lnTo>
                  <a:pt x="510379" y="52989"/>
                </a:lnTo>
                <a:lnTo>
                  <a:pt x="495964" y="52989"/>
                </a:lnTo>
                <a:close/>
                <a:moveTo>
                  <a:pt x="530669" y="34738"/>
                </a:moveTo>
                <a:cubicBezTo>
                  <a:pt x="530669" y="33637"/>
                  <a:pt x="530684" y="32308"/>
                  <a:pt x="530715" y="30750"/>
                </a:cubicBezTo>
                <a:cubicBezTo>
                  <a:pt x="530746" y="29192"/>
                  <a:pt x="530853" y="27588"/>
                  <a:pt x="531036" y="25938"/>
                </a:cubicBezTo>
                <a:cubicBezTo>
                  <a:pt x="531220" y="24288"/>
                  <a:pt x="531526" y="22654"/>
                  <a:pt x="531954" y="21035"/>
                </a:cubicBezTo>
                <a:cubicBezTo>
                  <a:pt x="532382" y="19416"/>
                  <a:pt x="532979" y="17964"/>
                  <a:pt x="533744" y="16681"/>
                </a:cubicBezTo>
                <a:cubicBezTo>
                  <a:pt x="534510" y="15398"/>
                  <a:pt x="535490" y="14359"/>
                  <a:pt x="536683" y="13565"/>
                </a:cubicBezTo>
                <a:cubicBezTo>
                  <a:pt x="537877" y="12770"/>
                  <a:pt x="539361" y="12373"/>
                  <a:pt x="541135" y="12373"/>
                </a:cubicBezTo>
                <a:cubicBezTo>
                  <a:pt x="542911" y="12373"/>
                  <a:pt x="544411" y="12770"/>
                  <a:pt x="545635" y="13565"/>
                </a:cubicBezTo>
                <a:cubicBezTo>
                  <a:pt x="546860" y="14359"/>
                  <a:pt x="547870" y="15398"/>
                  <a:pt x="548665" y="16681"/>
                </a:cubicBezTo>
                <a:cubicBezTo>
                  <a:pt x="549461" y="17964"/>
                  <a:pt x="550058" y="19416"/>
                  <a:pt x="550456" y="21035"/>
                </a:cubicBezTo>
                <a:cubicBezTo>
                  <a:pt x="550854" y="22654"/>
                  <a:pt x="551160" y="24288"/>
                  <a:pt x="551373" y="25938"/>
                </a:cubicBezTo>
                <a:cubicBezTo>
                  <a:pt x="551587" y="27588"/>
                  <a:pt x="551710" y="29192"/>
                  <a:pt x="551741" y="30750"/>
                </a:cubicBezTo>
                <a:cubicBezTo>
                  <a:pt x="551771" y="32308"/>
                  <a:pt x="551787" y="33637"/>
                  <a:pt x="551787" y="34738"/>
                </a:cubicBezTo>
                <a:cubicBezTo>
                  <a:pt x="551787" y="36570"/>
                  <a:pt x="551726" y="38785"/>
                  <a:pt x="551603" y="41382"/>
                </a:cubicBezTo>
                <a:cubicBezTo>
                  <a:pt x="551481" y="43979"/>
                  <a:pt x="551098" y="46485"/>
                  <a:pt x="550456" y="48898"/>
                </a:cubicBezTo>
                <a:cubicBezTo>
                  <a:pt x="549813" y="51311"/>
                  <a:pt x="548772" y="53374"/>
                  <a:pt x="547333" y="55085"/>
                </a:cubicBezTo>
                <a:cubicBezTo>
                  <a:pt x="545895" y="56796"/>
                  <a:pt x="543829" y="57651"/>
                  <a:pt x="541135" y="57651"/>
                </a:cubicBezTo>
                <a:cubicBezTo>
                  <a:pt x="538504" y="57651"/>
                  <a:pt x="536483" y="56796"/>
                  <a:pt x="535075" y="55085"/>
                </a:cubicBezTo>
                <a:cubicBezTo>
                  <a:pt x="533668" y="53374"/>
                  <a:pt x="532643" y="51311"/>
                  <a:pt x="532000" y="48898"/>
                </a:cubicBezTo>
                <a:cubicBezTo>
                  <a:pt x="531357" y="46485"/>
                  <a:pt x="530975" y="43979"/>
                  <a:pt x="530853" y="41382"/>
                </a:cubicBezTo>
                <a:cubicBezTo>
                  <a:pt x="530730" y="38785"/>
                  <a:pt x="530669" y="36570"/>
                  <a:pt x="530669" y="34738"/>
                </a:cubicBezTo>
                <a:moveTo>
                  <a:pt x="517632" y="34738"/>
                </a:moveTo>
                <a:cubicBezTo>
                  <a:pt x="517632" y="41160"/>
                  <a:pt x="518259" y="46528"/>
                  <a:pt x="519513" y="50841"/>
                </a:cubicBezTo>
                <a:cubicBezTo>
                  <a:pt x="520769" y="55153"/>
                  <a:pt x="522468" y="58594"/>
                  <a:pt x="524610" y="61163"/>
                </a:cubicBezTo>
                <a:cubicBezTo>
                  <a:pt x="526753" y="63733"/>
                  <a:pt x="529247" y="65568"/>
                  <a:pt x="532092" y="66669"/>
                </a:cubicBezTo>
                <a:cubicBezTo>
                  <a:pt x="534939" y="67770"/>
                  <a:pt x="537953" y="68321"/>
                  <a:pt x="541135" y="68321"/>
                </a:cubicBezTo>
                <a:cubicBezTo>
                  <a:pt x="544380" y="68321"/>
                  <a:pt x="547425" y="67770"/>
                  <a:pt x="550271" y="66669"/>
                </a:cubicBezTo>
                <a:cubicBezTo>
                  <a:pt x="553118" y="65568"/>
                  <a:pt x="555627" y="63733"/>
                  <a:pt x="557800" y="61163"/>
                </a:cubicBezTo>
                <a:cubicBezTo>
                  <a:pt x="559973" y="58594"/>
                  <a:pt x="561687" y="55153"/>
                  <a:pt x="562941" y="50841"/>
                </a:cubicBezTo>
                <a:cubicBezTo>
                  <a:pt x="564196" y="46528"/>
                  <a:pt x="564824" y="41160"/>
                  <a:pt x="564824" y="34738"/>
                </a:cubicBezTo>
                <a:cubicBezTo>
                  <a:pt x="564824" y="28499"/>
                  <a:pt x="564196" y="23254"/>
                  <a:pt x="562941" y="19002"/>
                </a:cubicBezTo>
                <a:cubicBezTo>
                  <a:pt x="561687" y="14751"/>
                  <a:pt x="559973" y="11341"/>
                  <a:pt x="557800" y="8771"/>
                </a:cubicBezTo>
                <a:cubicBezTo>
                  <a:pt x="555627" y="6202"/>
                  <a:pt x="553118" y="4367"/>
                  <a:pt x="550271" y="3266"/>
                </a:cubicBezTo>
                <a:cubicBezTo>
                  <a:pt x="547425" y="2164"/>
                  <a:pt x="544380" y="1614"/>
                  <a:pt x="541135" y="1614"/>
                </a:cubicBezTo>
                <a:cubicBezTo>
                  <a:pt x="537953" y="1614"/>
                  <a:pt x="534939" y="2164"/>
                  <a:pt x="532092" y="3266"/>
                </a:cubicBezTo>
                <a:cubicBezTo>
                  <a:pt x="529247" y="4367"/>
                  <a:pt x="526753" y="6202"/>
                  <a:pt x="524610" y="8771"/>
                </a:cubicBezTo>
                <a:cubicBezTo>
                  <a:pt x="522468" y="11341"/>
                  <a:pt x="520769" y="14751"/>
                  <a:pt x="519513" y="19002"/>
                </a:cubicBezTo>
                <a:cubicBezTo>
                  <a:pt x="518259" y="23254"/>
                  <a:pt x="517632" y="28499"/>
                  <a:pt x="517632" y="34738"/>
                </a:cubicBezTo>
                <a:close/>
                <a:moveTo>
                  <a:pt x="581931" y="34738"/>
                </a:moveTo>
                <a:cubicBezTo>
                  <a:pt x="581931" y="33637"/>
                  <a:pt x="581946" y="32308"/>
                  <a:pt x="581977" y="30750"/>
                </a:cubicBezTo>
                <a:cubicBezTo>
                  <a:pt x="582008" y="29192"/>
                  <a:pt x="582115" y="27588"/>
                  <a:pt x="582298" y="25938"/>
                </a:cubicBezTo>
                <a:cubicBezTo>
                  <a:pt x="582482" y="24288"/>
                  <a:pt x="582788" y="22654"/>
                  <a:pt x="583215" y="21035"/>
                </a:cubicBezTo>
                <a:cubicBezTo>
                  <a:pt x="583644" y="19416"/>
                  <a:pt x="584241" y="17964"/>
                  <a:pt x="585006" y="16681"/>
                </a:cubicBezTo>
                <a:cubicBezTo>
                  <a:pt x="585772" y="15398"/>
                  <a:pt x="586751" y="14359"/>
                  <a:pt x="587945" y="13565"/>
                </a:cubicBezTo>
                <a:cubicBezTo>
                  <a:pt x="589138" y="12770"/>
                  <a:pt x="590622" y="12373"/>
                  <a:pt x="592397" y="12373"/>
                </a:cubicBezTo>
                <a:cubicBezTo>
                  <a:pt x="594172" y="12373"/>
                  <a:pt x="595672" y="12770"/>
                  <a:pt x="596897" y="13565"/>
                </a:cubicBezTo>
                <a:cubicBezTo>
                  <a:pt x="598121" y="14359"/>
                  <a:pt x="599131" y="15398"/>
                  <a:pt x="599927" y="16681"/>
                </a:cubicBezTo>
                <a:cubicBezTo>
                  <a:pt x="600723" y="17964"/>
                  <a:pt x="601320" y="19416"/>
                  <a:pt x="601717" y="21035"/>
                </a:cubicBezTo>
                <a:cubicBezTo>
                  <a:pt x="602115" y="22654"/>
                  <a:pt x="602421" y="24288"/>
                  <a:pt x="602635" y="25938"/>
                </a:cubicBezTo>
                <a:cubicBezTo>
                  <a:pt x="602849" y="27588"/>
                  <a:pt x="602971" y="29192"/>
                  <a:pt x="603002" y="30750"/>
                </a:cubicBezTo>
                <a:cubicBezTo>
                  <a:pt x="603033" y="32308"/>
                  <a:pt x="603048" y="33637"/>
                  <a:pt x="603048" y="34738"/>
                </a:cubicBezTo>
                <a:cubicBezTo>
                  <a:pt x="603048" y="36570"/>
                  <a:pt x="602987" y="38785"/>
                  <a:pt x="602865" y="41382"/>
                </a:cubicBezTo>
                <a:cubicBezTo>
                  <a:pt x="602742" y="43979"/>
                  <a:pt x="602360" y="46485"/>
                  <a:pt x="601717" y="48898"/>
                </a:cubicBezTo>
                <a:cubicBezTo>
                  <a:pt x="601075" y="51311"/>
                  <a:pt x="600034" y="53374"/>
                  <a:pt x="598595" y="55085"/>
                </a:cubicBezTo>
                <a:cubicBezTo>
                  <a:pt x="597156" y="56796"/>
                  <a:pt x="595091" y="57651"/>
                  <a:pt x="592397" y="57651"/>
                </a:cubicBezTo>
                <a:cubicBezTo>
                  <a:pt x="589765" y="57651"/>
                  <a:pt x="587745" y="56796"/>
                  <a:pt x="586337" y="55085"/>
                </a:cubicBezTo>
                <a:cubicBezTo>
                  <a:pt x="584929" y="53374"/>
                  <a:pt x="583904" y="51311"/>
                  <a:pt x="583262" y="48898"/>
                </a:cubicBezTo>
                <a:cubicBezTo>
                  <a:pt x="582619" y="46485"/>
                  <a:pt x="582237" y="43979"/>
                  <a:pt x="582114" y="41382"/>
                </a:cubicBezTo>
                <a:cubicBezTo>
                  <a:pt x="581992" y="38785"/>
                  <a:pt x="581931" y="36570"/>
                  <a:pt x="581931" y="34738"/>
                </a:cubicBezTo>
                <a:moveTo>
                  <a:pt x="568894" y="34738"/>
                </a:moveTo>
                <a:cubicBezTo>
                  <a:pt x="568894" y="41160"/>
                  <a:pt x="569521" y="46528"/>
                  <a:pt x="570775" y="50841"/>
                </a:cubicBezTo>
                <a:cubicBezTo>
                  <a:pt x="572030" y="55153"/>
                  <a:pt x="573729" y="58594"/>
                  <a:pt x="575872" y="61163"/>
                </a:cubicBezTo>
                <a:cubicBezTo>
                  <a:pt x="578014" y="63733"/>
                  <a:pt x="580508" y="65568"/>
                  <a:pt x="583354" y="66669"/>
                </a:cubicBezTo>
                <a:cubicBezTo>
                  <a:pt x="586201" y="67770"/>
                  <a:pt x="589215" y="68321"/>
                  <a:pt x="592397" y="68321"/>
                </a:cubicBezTo>
                <a:cubicBezTo>
                  <a:pt x="595642" y="68321"/>
                  <a:pt x="598687" y="67770"/>
                  <a:pt x="601532" y="66669"/>
                </a:cubicBezTo>
                <a:cubicBezTo>
                  <a:pt x="604379" y="65568"/>
                  <a:pt x="606889" y="63733"/>
                  <a:pt x="609061" y="61163"/>
                </a:cubicBezTo>
                <a:cubicBezTo>
                  <a:pt x="611234" y="58594"/>
                  <a:pt x="612948" y="55153"/>
                  <a:pt x="614203" y="50841"/>
                </a:cubicBezTo>
                <a:cubicBezTo>
                  <a:pt x="615458" y="46528"/>
                  <a:pt x="616085" y="41160"/>
                  <a:pt x="616085" y="34738"/>
                </a:cubicBezTo>
                <a:cubicBezTo>
                  <a:pt x="616085" y="28499"/>
                  <a:pt x="615458" y="23254"/>
                  <a:pt x="614203" y="19002"/>
                </a:cubicBezTo>
                <a:cubicBezTo>
                  <a:pt x="612948" y="14751"/>
                  <a:pt x="611234" y="11341"/>
                  <a:pt x="609061" y="8771"/>
                </a:cubicBezTo>
                <a:cubicBezTo>
                  <a:pt x="606889" y="6202"/>
                  <a:pt x="604379" y="4367"/>
                  <a:pt x="601532" y="3266"/>
                </a:cubicBezTo>
                <a:cubicBezTo>
                  <a:pt x="598687" y="2164"/>
                  <a:pt x="595642" y="1614"/>
                  <a:pt x="592397" y="1614"/>
                </a:cubicBezTo>
                <a:cubicBezTo>
                  <a:pt x="589215" y="1614"/>
                  <a:pt x="586201" y="2164"/>
                  <a:pt x="583354" y="3266"/>
                </a:cubicBezTo>
                <a:cubicBezTo>
                  <a:pt x="580508" y="4367"/>
                  <a:pt x="578014" y="6202"/>
                  <a:pt x="575872" y="8771"/>
                </a:cubicBezTo>
                <a:cubicBezTo>
                  <a:pt x="573729" y="11341"/>
                  <a:pt x="572030" y="14751"/>
                  <a:pt x="570775" y="19002"/>
                </a:cubicBezTo>
                <a:cubicBezTo>
                  <a:pt x="569521" y="23254"/>
                  <a:pt x="568894" y="28499"/>
                  <a:pt x="568894" y="34738"/>
                </a:cubicBezTo>
                <a:close/>
                <a:moveTo>
                  <a:pt x="633192" y="34738"/>
                </a:moveTo>
                <a:cubicBezTo>
                  <a:pt x="633192" y="33637"/>
                  <a:pt x="633208" y="32308"/>
                  <a:pt x="633238" y="30750"/>
                </a:cubicBezTo>
                <a:cubicBezTo>
                  <a:pt x="633269" y="29192"/>
                  <a:pt x="633376" y="27588"/>
                  <a:pt x="633559" y="25938"/>
                </a:cubicBezTo>
                <a:cubicBezTo>
                  <a:pt x="633743" y="24288"/>
                  <a:pt x="634049" y="22654"/>
                  <a:pt x="634477" y="21035"/>
                </a:cubicBezTo>
                <a:cubicBezTo>
                  <a:pt x="634906" y="19416"/>
                  <a:pt x="635502" y="17964"/>
                  <a:pt x="636267" y="16681"/>
                </a:cubicBezTo>
                <a:cubicBezTo>
                  <a:pt x="637033" y="15398"/>
                  <a:pt x="638013" y="14359"/>
                  <a:pt x="639206" y="13565"/>
                </a:cubicBezTo>
                <a:cubicBezTo>
                  <a:pt x="640400" y="12770"/>
                  <a:pt x="641884" y="12373"/>
                  <a:pt x="643659" y="12373"/>
                </a:cubicBezTo>
                <a:cubicBezTo>
                  <a:pt x="645434" y="12373"/>
                  <a:pt x="646934" y="12770"/>
                  <a:pt x="648158" y="13565"/>
                </a:cubicBezTo>
                <a:cubicBezTo>
                  <a:pt x="649383" y="14359"/>
                  <a:pt x="650393" y="15398"/>
                  <a:pt x="651189" y="16681"/>
                </a:cubicBezTo>
                <a:cubicBezTo>
                  <a:pt x="651984" y="17964"/>
                  <a:pt x="652581" y="19416"/>
                  <a:pt x="652979" y="21035"/>
                </a:cubicBezTo>
                <a:cubicBezTo>
                  <a:pt x="653377" y="22654"/>
                  <a:pt x="653683" y="24288"/>
                  <a:pt x="653897" y="25938"/>
                </a:cubicBezTo>
                <a:cubicBezTo>
                  <a:pt x="654110" y="27588"/>
                  <a:pt x="654233" y="29192"/>
                  <a:pt x="654264" y="30750"/>
                </a:cubicBezTo>
                <a:cubicBezTo>
                  <a:pt x="654294" y="32308"/>
                  <a:pt x="654310" y="33637"/>
                  <a:pt x="654310" y="34738"/>
                </a:cubicBezTo>
                <a:cubicBezTo>
                  <a:pt x="654310" y="36570"/>
                  <a:pt x="654249" y="38785"/>
                  <a:pt x="654126" y="41382"/>
                </a:cubicBezTo>
                <a:cubicBezTo>
                  <a:pt x="654004" y="43979"/>
                  <a:pt x="653622" y="46485"/>
                  <a:pt x="652979" y="48898"/>
                </a:cubicBezTo>
                <a:cubicBezTo>
                  <a:pt x="652336" y="51311"/>
                  <a:pt x="651295" y="53374"/>
                  <a:pt x="649856" y="55085"/>
                </a:cubicBezTo>
                <a:cubicBezTo>
                  <a:pt x="648418" y="56796"/>
                  <a:pt x="646352" y="57651"/>
                  <a:pt x="643659" y="57651"/>
                </a:cubicBezTo>
                <a:cubicBezTo>
                  <a:pt x="641027" y="57651"/>
                  <a:pt x="639007" y="56796"/>
                  <a:pt x="637598" y="55085"/>
                </a:cubicBezTo>
                <a:cubicBezTo>
                  <a:pt x="636191" y="53374"/>
                  <a:pt x="635166" y="51311"/>
                  <a:pt x="634523" y="48898"/>
                </a:cubicBezTo>
                <a:cubicBezTo>
                  <a:pt x="633881" y="46485"/>
                  <a:pt x="633498" y="43979"/>
                  <a:pt x="633376" y="41382"/>
                </a:cubicBezTo>
                <a:cubicBezTo>
                  <a:pt x="633253" y="38785"/>
                  <a:pt x="633192" y="36570"/>
                  <a:pt x="633192" y="34738"/>
                </a:cubicBezTo>
                <a:moveTo>
                  <a:pt x="620155" y="34738"/>
                </a:moveTo>
                <a:cubicBezTo>
                  <a:pt x="620155" y="41160"/>
                  <a:pt x="620782" y="46528"/>
                  <a:pt x="622037" y="50841"/>
                </a:cubicBezTo>
                <a:cubicBezTo>
                  <a:pt x="623292" y="55153"/>
                  <a:pt x="624991" y="58594"/>
                  <a:pt x="627133" y="61163"/>
                </a:cubicBezTo>
                <a:cubicBezTo>
                  <a:pt x="629276" y="63733"/>
                  <a:pt x="631770" y="65568"/>
                  <a:pt x="634616" y="66669"/>
                </a:cubicBezTo>
                <a:cubicBezTo>
                  <a:pt x="637462" y="67770"/>
                  <a:pt x="640477" y="68321"/>
                  <a:pt x="643659" y="68321"/>
                </a:cubicBezTo>
                <a:cubicBezTo>
                  <a:pt x="646903" y="68321"/>
                  <a:pt x="649948" y="67770"/>
                  <a:pt x="652794" y="66669"/>
                </a:cubicBezTo>
                <a:cubicBezTo>
                  <a:pt x="655641" y="65568"/>
                  <a:pt x="658150" y="63733"/>
                  <a:pt x="660323" y="61163"/>
                </a:cubicBezTo>
                <a:cubicBezTo>
                  <a:pt x="662496" y="58594"/>
                  <a:pt x="664210" y="55153"/>
                  <a:pt x="665464" y="50841"/>
                </a:cubicBezTo>
                <a:cubicBezTo>
                  <a:pt x="666719" y="46528"/>
                  <a:pt x="667347" y="41160"/>
                  <a:pt x="667347" y="34738"/>
                </a:cubicBezTo>
                <a:cubicBezTo>
                  <a:pt x="667347" y="28499"/>
                  <a:pt x="666719" y="23254"/>
                  <a:pt x="665464" y="19002"/>
                </a:cubicBezTo>
                <a:cubicBezTo>
                  <a:pt x="664210" y="14751"/>
                  <a:pt x="662496" y="11341"/>
                  <a:pt x="660323" y="8771"/>
                </a:cubicBezTo>
                <a:cubicBezTo>
                  <a:pt x="658150" y="6202"/>
                  <a:pt x="655641" y="4367"/>
                  <a:pt x="652794" y="3266"/>
                </a:cubicBezTo>
                <a:cubicBezTo>
                  <a:pt x="649948" y="2164"/>
                  <a:pt x="646903" y="1614"/>
                  <a:pt x="643659" y="1614"/>
                </a:cubicBezTo>
                <a:cubicBezTo>
                  <a:pt x="640477" y="1614"/>
                  <a:pt x="637462" y="2164"/>
                  <a:pt x="634616" y="3266"/>
                </a:cubicBezTo>
                <a:cubicBezTo>
                  <a:pt x="631770" y="4367"/>
                  <a:pt x="629276" y="6202"/>
                  <a:pt x="627133" y="8771"/>
                </a:cubicBezTo>
                <a:cubicBezTo>
                  <a:pt x="624991" y="11341"/>
                  <a:pt x="623292" y="14751"/>
                  <a:pt x="622037" y="19002"/>
                </a:cubicBezTo>
                <a:cubicBezTo>
                  <a:pt x="620782" y="23254"/>
                  <a:pt x="620155" y="28499"/>
                  <a:pt x="620155" y="34738"/>
                </a:cubicBezTo>
                <a:close/>
                <a:moveTo>
                  <a:pt x="684454" y="34738"/>
                </a:moveTo>
                <a:cubicBezTo>
                  <a:pt x="684454" y="33637"/>
                  <a:pt x="684469" y="32308"/>
                  <a:pt x="684500" y="30750"/>
                </a:cubicBezTo>
                <a:cubicBezTo>
                  <a:pt x="684531" y="29192"/>
                  <a:pt x="684638" y="27588"/>
                  <a:pt x="684821" y="25938"/>
                </a:cubicBezTo>
                <a:cubicBezTo>
                  <a:pt x="685005" y="24288"/>
                  <a:pt x="685311" y="22654"/>
                  <a:pt x="685738" y="21035"/>
                </a:cubicBezTo>
                <a:cubicBezTo>
                  <a:pt x="686167" y="19416"/>
                  <a:pt x="686764" y="17964"/>
                  <a:pt x="687529" y="16681"/>
                </a:cubicBezTo>
                <a:cubicBezTo>
                  <a:pt x="688295" y="15398"/>
                  <a:pt x="689274" y="14359"/>
                  <a:pt x="690468" y="13565"/>
                </a:cubicBezTo>
                <a:cubicBezTo>
                  <a:pt x="691662" y="12770"/>
                  <a:pt x="693146" y="12373"/>
                  <a:pt x="694920" y="12373"/>
                </a:cubicBezTo>
                <a:cubicBezTo>
                  <a:pt x="696696" y="12373"/>
                  <a:pt x="698195" y="12770"/>
                  <a:pt x="699420" y="13565"/>
                </a:cubicBezTo>
                <a:cubicBezTo>
                  <a:pt x="700644" y="14359"/>
                  <a:pt x="701654" y="15398"/>
                  <a:pt x="702450" y="16681"/>
                </a:cubicBezTo>
                <a:cubicBezTo>
                  <a:pt x="703246" y="17964"/>
                  <a:pt x="703843" y="19416"/>
                  <a:pt x="704240" y="21035"/>
                </a:cubicBezTo>
                <a:cubicBezTo>
                  <a:pt x="704638" y="22654"/>
                  <a:pt x="704944" y="24288"/>
                  <a:pt x="705158" y="25938"/>
                </a:cubicBezTo>
                <a:cubicBezTo>
                  <a:pt x="705372" y="27588"/>
                  <a:pt x="705494" y="29192"/>
                  <a:pt x="705525" y="30750"/>
                </a:cubicBezTo>
                <a:cubicBezTo>
                  <a:pt x="705556" y="32308"/>
                  <a:pt x="705571" y="33637"/>
                  <a:pt x="705571" y="34738"/>
                </a:cubicBezTo>
                <a:cubicBezTo>
                  <a:pt x="705571" y="36570"/>
                  <a:pt x="705510" y="38785"/>
                  <a:pt x="705388" y="41382"/>
                </a:cubicBezTo>
                <a:cubicBezTo>
                  <a:pt x="705266" y="43979"/>
                  <a:pt x="704883" y="46485"/>
                  <a:pt x="704240" y="48898"/>
                </a:cubicBezTo>
                <a:cubicBezTo>
                  <a:pt x="703598" y="51311"/>
                  <a:pt x="702557" y="53374"/>
                  <a:pt x="701118" y="55085"/>
                </a:cubicBezTo>
                <a:cubicBezTo>
                  <a:pt x="699680" y="56796"/>
                  <a:pt x="697614" y="57651"/>
                  <a:pt x="694920" y="57651"/>
                </a:cubicBezTo>
                <a:cubicBezTo>
                  <a:pt x="692288" y="57651"/>
                  <a:pt x="690268" y="56796"/>
                  <a:pt x="688860" y="55085"/>
                </a:cubicBezTo>
                <a:cubicBezTo>
                  <a:pt x="687452" y="53374"/>
                  <a:pt x="686427" y="51311"/>
                  <a:pt x="685785" y="48898"/>
                </a:cubicBezTo>
                <a:cubicBezTo>
                  <a:pt x="685142" y="46485"/>
                  <a:pt x="684760" y="43979"/>
                  <a:pt x="684637" y="41382"/>
                </a:cubicBezTo>
                <a:cubicBezTo>
                  <a:pt x="684515" y="38785"/>
                  <a:pt x="684454" y="36570"/>
                  <a:pt x="684454" y="34738"/>
                </a:cubicBezTo>
                <a:moveTo>
                  <a:pt x="671417" y="34738"/>
                </a:moveTo>
                <a:cubicBezTo>
                  <a:pt x="671417" y="41160"/>
                  <a:pt x="672044" y="46528"/>
                  <a:pt x="673298" y="50841"/>
                </a:cubicBezTo>
                <a:cubicBezTo>
                  <a:pt x="674553" y="55153"/>
                  <a:pt x="676252" y="58594"/>
                  <a:pt x="678395" y="61163"/>
                </a:cubicBezTo>
                <a:cubicBezTo>
                  <a:pt x="680537" y="63733"/>
                  <a:pt x="683031" y="65568"/>
                  <a:pt x="685877" y="66669"/>
                </a:cubicBezTo>
                <a:cubicBezTo>
                  <a:pt x="688724" y="67770"/>
                  <a:pt x="691738" y="68321"/>
                  <a:pt x="694920" y="68321"/>
                </a:cubicBezTo>
                <a:cubicBezTo>
                  <a:pt x="698165" y="68321"/>
                  <a:pt x="701210" y="67770"/>
                  <a:pt x="704056" y="66669"/>
                </a:cubicBezTo>
                <a:cubicBezTo>
                  <a:pt x="706902" y="65568"/>
                  <a:pt x="709412" y="63733"/>
                  <a:pt x="711584" y="61163"/>
                </a:cubicBezTo>
                <a:cubicBezTo>
                  <a:pt x="713757" y="58594"/>
                  <a:pt x="715471" y="55153"/>
                  <a:pt x="716726" y="50841"/>
                </a:cubicBezTo>
                <a:cubicBezTo>
                  <a:pt x="717981" y="46528"/>
                  <a:pt x="718608" y="41160"/>
                  <a:pt x="718608" y="34738"/>
                </a:cubicBezTo>
                <a:cubicBezTo>
                  <a:pt x="718608" y="28499"/>
                  <a:pt x="717981" y="23254"/>
                  <a:pt x="716726" y="19002"/>
                </a:cubicBezTo>
                <a:cubicBezTo>
                  <a:pt x="715471" y="14751"/>
                  <a:pt x="713757" y="11341"/>
                  <a:pt x="711584" y="8771"/>
                </a:cubicBezTo>
                <a:cubicBezTo>
                  <a:pt x="709412" y="6202"/>
                  <a:pt x="706902" y="4367"/>
                  <a:pt x="704056" y="3266"/>
                </a:cubicBezTo>
                <a:cubicBezTo>
                  <a:pt x="701210" y="2164"/>
                  <a:pt x="698165" y="1614"/>
                  <a:pt x="694920" y="1614"/>
                </a:cubicBezTo>
                <a:cubicBezTo>
                  <a:pt x="691738" y="1614"/>
                  <a:pt x="688724" y="2164"/>
                  <a:pt x="685877" y="3266"/>
                </a:cubicBezTo>
                <a:cubicBezTo>
                  <a:pt x="683031" y="4367"/>
                  <a:pt x="680537" y="6202"/>
                  <a:pt x="678395" y="8771"/>
                </a:cubicBezTo>
                <a:cubicBezTo>
                  <a:pt x="676252" y="11341"/>
                  <a:pt x="674553" y="14751"/>
                  <a:pt x="673298" y="19002"/>
                </a:cubicBezTo>
                <a:cubicBezTo>
                  <a:pt x="672044" y="23254"/>
                  <a:pt x="671417" y="28499"/>
                  <a:pt x="671417" y="34738"/>
                </a:cubicBezTo>
                <a:close/>
                <a:moveTo>
                  <a:pt x="726351" y="52989"/>
                </a:moveTo>
                <a:lnTo>
                  <a:pt x="726351" y="67155"/>
                </a:lnTo>
                <a:lnTo>
                  <a:pt x="732961" y="67155"/>
                </a:lnTo>
                <a:cubicBezTo>
                  <a:pt x="733023" y="68135"/>
                  <a:pt x="732900" y="69099"/>
                  <a:pt x="732594" y="70048"/>
                </a:cubicBezTo>
                <a:cubicBezTo>
                  <a:pt x="732288" y="70997"/>
                  <a:pt x="731829" y="71854"/>
                  <a:pt x="731217" y="72619"/>
                </a:cubicBezTo>
                <a:cubicBezTo>
                  <a:pt x="730605" y="73385"/>
                  <a:pt x="729886" y="74043"/>
                  <a:pt x="729059" y="74594"/>
                </a:cubicBezTo>
                <a:cubicBezTo>
                  <a:pt x="728233" y="75145"/>
                  <a:pt x="727361" y="75512"/>
                  <a:pt x="726443" y="75695"/>
                </a:cubicBezTo>
                <a:lnTo>
                  <a:pt x="726443" y="82308"/>
                </a:lnTo>
                <a:cubicBezTo>
                  <a:pt x="728401" y="82001"/>
                  <a:pt x="730253" y="81434"/>
                  <a:pt x="731997" y="80607"/>
                </a:cubicBezTo>
                <a:cubicBezTo>
                  <a:pt x="733742" y="79780"/>
                  <a:pt x="735257" y="78723"/>
                  <a:pt x="736542" y="77437"/>
                </a:cubicBezTo>
                <a:cubicBezTo>
                  <a:pt x="737828" y="76150"/>
                  <a:pt x="738853" y="74633"/>
                  <a:pt x="739618" y="72886"/>
                </a:cubicBezTo>
                <a:cubicBezTo>
                  <a:pt x="740383" y="71141"/>
                  <a:pt x="740766" y="69226"/>
                  <a:pt x="740766" y="67142"/>
                </a:cubicBezTo>
                <a:lnTo>
                  <a:pt x="740766" y="52989"/>
                </a:lnTo>
                <a:lnTo>
                  <a:pt x="726351" y="52989"/>
                </a:lnTo>
                <a:close/>
                <a:moveTo>
                  <a:pt x="807236" y="67155"/>
                </a:moveTo>
                <a:lnTo>
                  <a:pt x="807236" y="2869"/>
                </a:lnTo>
                <a:lnTo>
                  <a:pt x="796863" y="2869"/>
                </a:lnTo>
                <a:cubicBezTo>
                  <a:pt x="796495" y="5311"/>
                  <a:pt x="795729" y="7357"/>
                  <a:pt x="794566" y="9007"/>
                </a:cubicBezTo>
                <a:cubicBezTo>
                  <a:pt x="793404" y="10655"/>
                  <a:pt x="791980" y="11983"/>
                  <a:pt x="790296" y="12991"/>
                </a:cubicBezTo>
                <a:cubicBezTo>
                  <a:pt x="788613" y="13998"/>
                  <a:pt x="786716" y="14700"/>
                  <a:pt x="784604" y="15098"/>
                </a:cubicBezTo>
                <a:cubicBezTo>
                  <a:pt x="782493" y="15495"/>
                  <a:pt x="780305" y="15662"/>
                  <a:pt x="778041" y="15601"/>
                </a:cubicBezTo>
                <a:lnTo>
                  <a:pt x="778041" y="25463"/>
                </a:lnTo>
                <a:lnTo>
                  <a:pt x="794199" y="25463"/>
                </a:lnTo>
                <a:lnTo>
                  <a:pt x="794199" y="67155"/>
                </a:lnTo>
                <a:lnTo>
                  <a:pt x="807236" y="67155"/>
                </a:lnTo>
                <a:close/>
                <a:moveTo>
                  <a:pt x="828017" y="52989"/>
                </a:moveTo>
                <a:lnTo>
                  <a:pt x="828017" y="67155"/>
                </a:lnTo>
                <a:lnTo>
                  <a:pt x="842431" y="67155"/>
                </a:lnTo>
                <a:lnTo>
                  <a:pt x="842431" y="52989"/>
                </a:lnTo>
                <a:lnTo>
                  <a:pt x="828017" y="52989"/>
                </a:lnTo>
                <a:close/>
                <a:moveTo>
                  <a:pt x="862721" y="34738"/>
                </a:moveTo>
                <a:cubicBezTo>
                  <a:pt x="862721" y="33637"/>
                  <a:pt x="862736" y="32308"/>
                  <a:pt x="862767" y="30750"/>
                </a:cubicBezTo>
                <a:cubicBezTo>
                  <a:pt x="862798" y="29192"/>
                  <a:pt x="862905" y="27588"/>
                  <a:pt x="863088" y="25938"/>
                </a:cubicBezTo>
                <a:cubicBezTo>
                  <a:pt x="863272" y="24288"/>
                  <a:pt x="863578" y="22654"/>
                  <a:pt x="864006" y="21035"/>
                </a:cubicBezTo>
                <a:cubicBezTo>
                  <a:pt x="864434" y="19416"/>
                  <a:pt x="865031" y="17964"/>
                  <a:pt x="865796" y="16681"/>
                </a:cubicBezTo>
                <a:cubicBezTo>
                  <a:pt x="866562" y="15398"/>
                  <a:pt x="867541" y="14359"/>
                  <a:pt x="868735" y="13565"/>
                </a:cubicBezTo>
                <a:cubicBezTo>
                  <a:pt x="869929" y="12770"/>
                  <a:pt x="871413" y="12373"/>
                  <a:pt x="873187" y="12373"/>
                </a:cubicBezTo>
                <a:cubicBezTo>
                  <a:pt x="874963" y="12373"/>
                  <a:pt x="876463" y="12770"/>
                  <a:pt x="877687" y="13565"/>
                </a:cubicBezTo>
                <a:cubicBezTo>
                  <a:pt x="878911" y="14359"/>
                  <a:pt x="879922" y="15398"/>
                  <a:pt x="880717" y="16681"/>
                </a:cubicBezTo>
                <a:cubicBezTo>
                  <a:pt x="881513" y="17964"/>
                  <a:pt x="882110" y="19416"/>
                  <a:pt x="882508" y="21035"/>
                </a:cubicBezTo>
                <a:cubicBezTo>
                  <a:pt x="882906" y="22654"/>
                  <a:pt x="883211" y="24288"/>
                  <a:pt x="883425" y="25938"/>
                </a:cubicBezTo>
                <a:cubicBezTo>
                  <a:pt x="883639" y="27588"/>
                  <a:pt x="883761" y="29192"/>
                  <a:pt x="883792" y="30750"/>
                </a:cubicBezTo>
                <a:cubicBezTo>
                  <a:pt x="883823" y="32308"/>
                  <a:pt x="883839" y="33637"/>
                  <a:pt x="883839" y="34738"/>
                </a:cubicBezTo>
                <a:cubicBezTo>
                  <a:pt x="883839" y="36570"/>
                  <a:pt x="883777" y="38785"/>
                  <a:pt x="883655" y="41382"/>
                </a:cubicBezTo>
                <a:cubicBezTo>
                  <a:pt x="883533" y="43979"/>
                  <a:pt x="883150" y="46485"/>
                  <a:pt x="882508" y="48898"/>
                </a:cubicBezTo>
                <a:cubicBezTo>
                  <a:pt x="881865" y="51311"/>
                  <a:pt x="880824" y="53374"/>
                  <a:pt x="879385" y="55085"/>
                </a:cubicBezTo>
                <a:cubicBezTo>
                  <a:pt x="877947" y="56796"/>
                  <a:pt x="875881" y="57651"/>
                  <a:pt x="873187" y="57651"/>
                </a:cubicBezTo>
                <a:cubicBezTo>
                  <a:pt x="870555" y="57651"/>
                  <a:pt x="868535" y="56796"/>
                  <a:pt x="867127" y="55085"/>
                </a:cubicBezTo>
                <a:cubicBezTo>
                  <a:pt x="865719" y="53374"/>
                  <a:pt x="864694" y="51311"/>
                  <a:pt x="864052" y="48898"/>
                </a:cubicBezTo>
                <a:cubicBezTo>
                  <a:pt x="863409" y="46485"/>
                  <a:pt x="863027" y="43979"/>
                  <a:pt x="862904" y="41382"/>
                </a:cubicBezTo>
                <a:cubicBezTo>
                  <a:pt x="862782" y="38785"/>
                  <a:pt x="862721" y="36570"/>
                  <a:pt x="862721" y="34738"/>
                </a:cubicBezTo>
                <a:moveTo>
                  <a:pt x="849684" y="34738"/>
                </a:moveTo>
                <a:cubicBezTo>
                  <a:pt x="849684" y="41160"/>
                  <a:pt x="850311" y="46528"/>
                  <a:pt x="851565" y="50841"/>
                </a:cubicBezTo>
                <a:cubicBezTo>
                  <a:pt x="852820" y="55153"/>
                  <a:pt x="854519" y="58594"/>
                  <a:pt x="856662" y="61163"/>
                </a:cubicBezTo>
                <a:cubicBezTo>
                  <a:pt x="858804" y="63733"/>
                  <a:pt x="861298" y="65568"/>
                  <a:pt x="864144" y="66669"/>
                </a:cubicBezTo>
                <a:cubicBezTo>
                  <a:pt x="866991" y="67770"/>
                  <a:pt x="870005" y="68321"/>
                  <a:pt x="873187" y="68321"/>
                </a:cubicBezTo>
                <a:cubicBezTo>
                  <a:pt x="876432" y="68321"/>
                  <a:pt x="879477" y="67770"/>
                  <a:pt x="882323" y="66669"/>
                </a:cubicBezTo>
                <a:cubicBezTo>
                  <a:pt x="885169" y="65568"/>
                  <a:pt x="887679" y="63733"/>
                  <a:pt x="889851" y="61163"/>
                </a:cubicBezTo>
                <a:cubicBezTo>
                  <a:pt x="892025" y="58594"/>
                  <a:pt x="893738" y="55153"/>
                  <a:pt x="894993" y="50841"/>
                </a:cubicBezTo>
                <a:cubicBezTo>
                  <a:pt x="896248" y="46528"/>
                  <a:pt x="896876" y="41160"/>
                  <a:pt x="896876" y="34738"/>
                </a:cubicBezTo>
                <a:cubicBezTo>
                  <a:pt x="896876" y="28499"/>
                  <a:pt x="896248" y="23254"/>
                  <a:pt x="894993" y="19002"/>
                </a:cubicBezTo>
                <a:cubicBezTo>
                  <a:pt x="893738" y="14751"/>
                  <a:pt x="892025" y="11341"/>
                  <a:pt x="889851" y="8771"/>
                </a:cubicBezTo>
                <a:cubicBezTo>
                  <a:pt x="887679" y="6202"/>
                  <a:pt x="885169" y="4367"/>
                  <a:pt x="882323" y="3266"/>
                </a:cubicBezTo>
                <a:cubicBezTo>
                  <a:pt x="879477" y="2164"/>
                  <a:pt x="876432" y="1614"/>
                  <a:pt x="873187" y="1614"/>
                </a:cubicBezTo>
                <a:cubicBezTo>
                  <a:pt x="870005" y="1614"/>
                  <a:pt x="866991" y="2164"/>
                  <a:pt x="864144" y="3266"/>
                </a:cubicBezTo>
                <a:cubicBezTo>
                  <a:pt x="861298" y="4367"/>
                  <a:pt x="858804" y="6202"/>
                  <a:pt x="856662" y="8771"/>
                </a:cubicBezTo>
                <a:cubicBezTo>
                  <a:pt x="854519" y="11341"/>
                  <a:pt x="852820" y="14751"/>
                  <a:pt x="851565" y="19002"/>
                </a:cubicBezTo>
                <a:cubicBezTo>
                  <a:pt x="850311" y="23254"/>
                  <a:pt x="849684" y="28499"/>
                  <a:pt x="849684" y="34738"/>
                </a:cubicBezTo>
                <a:close/>
                <a:moveTo>
                  <a:pt x="913982" y="34738"/>
                </a:moveTo>
                <a:cubicBezTo>
                  <a:pt x="913982" y="33637"/>
                  <a:pt x="913998" y="32308"/>
                  <a:pt x="914029" y="30750"/>
                </a:cubicBezTo>
                <a:cubicBezTo>
                  <a:pt x="914059" y="29192"/>
                  <a:pt x="914166" y="27588"/>
                  <a:pt x="914349" y="25938"/>
                </a:cubicBezTo>
                <a:cubicBezTo>
                  <a:pt x="914533" y="24288"/>
                  <a:pt x="914839" y="22654"/>
                  <a:pt x="915267" y="21035"/>
                </a:cubicBezTo>
                <a:cubicBezTo>
                  <a:pt x="915696" y="19416"/>
                  <a:pt x="916293" y="17964"/>
                  <a:pt x="917057" y="16681"/>
                </a:cubicBezTo>
                <a:cubicBezTo>
                  <a:pt x="917823" y="15398"/>
                  <a:pt x="918803" y="14359"/>
                  <a:pt x="919997" y="13565"/>
                </a:cubicBezTo>
                <a:cubicBezTo>
                  <a:pt x="921190" y="12770"/>
                  <a:pt x="922674" y="12373"/>
                  <a:pt x="924449" y="12373"/>
                </a:cubicBezTo>
                <a:cubicBezTo>
                  <a:pt x="926224" y="12373"/>
                  <a:pt x="927724" y="12770"/>
                  <a:pt x="928949" y="13565"/>
                </a:cubicBezTo>
                <a:cubicBezTo>
                  <a:pt x="930173" y="14359"/>
                  <a:pt x="931183" y="15398"/>
                  <a:pt x="931979" y="16681"/>
                </a:cubicBezTo>
                <a:cubicBezTo>
                  <a:pt x="932775" y="17964"/>
                  <a:pt x="933371" y="19416"/>
                  <a:pt x="933769" y="21035"/>
                </a:cubicBezTo>
                <a:cubicBezTo>
                  <a:pt x="934167" y="22654"/>
                  <a:pt x="934473" y="24288"/>
                  <a:pt x="934687" y="25938"/>
                </a:cubicBezTo>
                <a:cubicBezTo>
                  <a:pt x="934901" y="27588"/>
                  <a:pt x="935023" y="29192"/>
                  <a:pt x="935054" y="30750"/>
                </a:cubicBezTo>
                <a:cubicBezTo>
                  <a:pt x="935085" y="32308"/>
                  <a:pt x="935100" y="33637"/>
                  <a:pt x="935100" y="34738"/>
                </a:cubicBezTo>
                <a:cubicBezTo>
                  <a:pt x="935100" y="36570"/>
                  <a:pt x="935039" y="38785"/>
                  <a:pt x="934917" y="41382"/>
                </a:cubicBezTo>
                <a:cubicBezTo>
                  <a:pt x="934794" y="43979"/>
                  <a:pt x="934412" y="46485"/>
                  <a:pt x="933769" y="48898"/>
                </a:cubicBezTo>
                <a:cubicBezTo>
                  <a:pt x="933127" y="51311"/>
                  <a:pt x="932086" y="53374"/>
                  <a:pt x="930647" y="55085"/>
                </a:cubicBezTo>
                <a:cubicBezTo>
                  <a:pt x="929208" y="56796"/>
                  <a:pt x="927142" y="57651"/>
                  <a:pt x="924449" y="57651"/>
                </a:cubicBezTo>
                <a:cubicBezTo>
                  <a:pt x="921817" y="57651"/>
                  <a:pt x="919797" y="56796"/>
                  <a:pt x="918388" y="55085"/>
                </a:cubicBezTo>
                <a:cubicBezTo>
                  <a:pt x="916981" y="53374"/>
                  <a:pt x="915956" y="51311"/>
                  <a:pt x="915313" y="48898"/>
                </a:cubicBezTo>
                <a:cubicBezTo>
                  <a:pt x="914671" y="46485"/>
                  <a:pt x="914288" y="43979"/>
                  <a:pt x="914166" y="41382"/>
                </a:cubicBezTo>
                <a:cubicBezTo>
                  <a:pt x="914044" y="38785"/>
                  <a:pt x="913982" y="36570"/>
                  <a:pt x="913982" y="34738"/>
                </a:cubicBezTo>
                <a:moveTo>
                  <a:pt x="900945" y="34738"/>
                </a:moveTo>
                <a:cubicBezTo>
                  <a:pt x="900945" y="41160"/>
                  <a:pt x="901573" y="46528"/>
                  <a:pt x="902827" y="50841"/>
                </a:cubicBezTo>
                <a:cubicBezTo>
                  <a:pt x="904082" y="55153"/>
                  <a:pt x="905781" y="58594"/>
                  <a:pt x="907923" y="61163"/>
                </a:cubicBezTo>
                <a:cubicBezTo>
                  <a:pt x="910066" y="63733"/>
                  <a:pt x="912560" y="65568"/>
                  <a:pt x="915406" y="66669"/>
                </a:cubicBezTo>
                <a:cubicBezTo>
                  <a:pt x="918252" y="67770"/>
                  <a:pt x="921267" y="68321"/>
                  <a:pt x="924449" y="68321"/>
                </a:cubicBezTo>
                <a:cubicBezTo>
                  <a:pt x="927693" y="68321"/>
                  <a:pt x="930739" y="67770"/>
                  <a:pt x="933584" y="66669"/>
                </a:cubicBezTo>
                <a:cubicBezTo>
                  <a:pt x="936431" y="65568"/>
                  <a:pt x="938940" y="63733"/>
                  <a:pt x="941113" y="61163"/>
                </a:cubicBezTo>
                <a:cubicBezTo>
                  <a:pt x="943286" y="58594"/>
                  <a:pt x="945000" y="55153"/>
                  <a:pt x="946254" y="50841"/>
                </a:cubicBezTo>
                <a:cubicBezTo>
                  <a:pt x="947510" y="46528"/>
                  <a:pt x="948137" y="41160"/>
                  <a:pt x="948137" y="34738"/>
                </a:cubicBezTo>
                <a:cubicBezTo>
                  <a:pt x="948137" y="28499"/>
                  <a:pt x="947510" y="23254"/>
                  <a:pt x="946254" y="19002"/>
                </a:cubicBezTo>
                <a:cubicBezTo>
                  <a:pt x="945000" y="14751"/>
                  <a:pt x="943286" y="11341"/>
                  <a:pt x="941113" y="8771"/>
                </a:cubicBezTo>
                <a:cubicBezTo>
                  <a:pt x="938940" y="6202"/>
                  <a:pt x="936431" y="4367"/>
                  <a:pt x="933584" y="3266"/>
                </a:cubicBezTo>
                <a:cubicBezTo>
                  <a:pt x="930739" y="2164"/>
                  <a:pt x="927693" y="1614"/>
                  <a:pt x="924449" y="1614"/>
                </a:cubicBezTo>
                <a:cubicBezTo>
                  <a:pt x="921267" y="1614"/>
                  <a:pt x="918252" y="2164"/>
                  <a:pt x="915406" y="3266"/>
                </a:cubicBezTo>
                <a:cubicBezTo>
                  <a:pt x="912560" y="4367"/>
                  <a:pt x="910066" y="6202"/>
                  <a:pt x="907923" y="8771"/>
                </a:cubicBezTo>
                <a:cubicBezTo>
                  <a:pt x="905781" y="11341"/>
                  <a:pt x="904082" y="14751"/>
                  <a:pt x="902827" y="19002"/>
                </a:cubicBezTo>
                <a:cubicBezTo>
                  <a:pt x="901573" y="23254"/>
                  <a:pt x="900945" y="28499"/>
                  <a:pt x="900945" y="34738"/>
                </a:cubicBezTo>
                <a:close/>
                <a:moveTo>
                  <a:pt x="965244" y="34738"/>
                </a:moveTo>
                <a:cubicBezTo>
                  <a:pt x="965244" y="33637"/>
                  <a:pt x="965259" y="32308"/>
                  <a:pt x="965290" y="30750"/>
                </a:cubicBezTo>
                <a:cubicBezTo>
                  <a:pt x="965321" y="29192"/>
                  <a:pt x="965428" y="27588"/>
                  <a:pt x="965611" y="25938"/>
                </a:cubicBezTo>
                <a:cubicBezTo>
                  <a:pt x="965795" y="24288"/>
                  <a:pt x="966101" y="22654"/>
                  <a:pt x="966529" y="21035"/>
                </a:cubicBezTo>
                <a:cubicBezTo>
                  <a:pt x="966957" y="19416"/>
                  <a:pt x="967554" y="17964"/>
                  <a:pt x="968319" y="16681"/>
                </a:cubicBezTo>
                <a:cubicBezTo>
                  <a:pt x="969085" y="15398"/>
                  <a:pt x="970065" y="14359"/>
                  <a:pt x="971258" y="13565"/>
                </a:cubicBezTo>
                <a:cubicBezTo>
                  <a:pt x="972452" y="12770"/>
                  <a:pt x="973936" y="12373"/>
                  <a:pt x="975710" y="12373"/>
                </a:cubicBezTo>
                <a:cubicBezTo>
                  <a:pt x="977486" y="12373"/>
                  <a:pt x="978986" y="12770"/>
                  <a:pt x="980210" y="13565"/>
                </a:cubicBezTo>
                <a:cubicBezTo>
                  <a:pt x="981435" y="14359"/>
                  <a:pt x="982445" y="15398"/>
                  <a:pt x="983240" y="16681"/>
                </a:cubicBezTo>
                <a:cubicBezTo>
                  <a:pt x="984036" y="17964"/>
                  <a:pt x="984633" y="19416"/>
                  <a:pt x="985031" y="21035"/>
                </a:cubicBezTo>
                <a:cubicBezTo>
                  <a:pt x="985429" y="22654"/>
                  <a:pt x="985734" y="24288"/>
                  <a:pt x="985948" y="25938"/>
                </a:cubicBezTo>
                <a:cubicBezTo>
                  <a:pt x="986162" y="27588"/>
                  <a:pt x="986285" y="29192"/>
                  <a:pt x="986315" y="30750"/>
                </a:cubicBezTo>
                <a:cubicBezTo>
                  <a:pt x="986346" y="32308"/>
                  <a:pt x="986362" y="33637"/>
                  <a:pt x="986362" y="34738"/>
                </a:cubicBezTo>
                <a:cubicBezTo>
                  <a:pt x="986362" y="36570"/>
                  <a:pt x="986300" y="38785"/>
                  <a:pt x="986178" y="41382"/>
                </a:cubicBezTo>
                <a:cubicBezTo>
                  <a:pt x="986056" y="43979"/>
                  <a:pt x="985673" y="46485"/>
                  <a:pt x="985031" y="48898"/>
                </a:cubicBezTo>
                <a:cubicBezTo>
                  <a:pt x="984388" y="51311"/>
                  <a:pt x="983347" y="53374"/>
                  <a:pt x="981908" y="55085"/>
                </a:cubicBezTo>
                <a:cubicBezTo>
                  <a:pt x="980470" y="56796"/>
                  <a:pt x="978404" y="57651"/>
                  <a:pt x="975710" y="57651"/>
                </a:cubicBezTo>
                <a:cubicBezTo>
                  <a:pt x="973078" y="57651"/>
                  <a:pt x="971058" y="56796"/>
                  <a:pt x="969650" y="55085"/>
                </a:cubicBezTo>
                <a:cubicBezTo>
                  <a:pt x="968242" y="53374"/>
                  <a:pt x="967217" y="51311"/>
                  <a:pt x="966575" y="48898"/>
                </a:cubicBezTo>
                <a:cubicBezTo>
                  <a:pt x="965932" y="46485"/>
                  <a:pt x="965550" y="43979"/>
                  <a:pt x="965427" y="41382"/>
                </a:cubicBezTo>
                <a:cubicBezTo>
                  <a:pt x="965305" y="38785"/>
                  <a:pt x="965244" y="36570"/>
                  <a:pt x="965244" y="34738"/>
                </a:cubicBezTo>
                <a:moveTo>
                  <a:pt x="952207" y="34738"/>
                </a:moveTo>
                <a:cubicBezTo>
                  <a:pt x="952207" y="41160"/>
                  <a:pt x="952834" y="46528"/>
                  <a:pt x="954088" y="50841"/>
                </a:cubicBezTo>
                <a:cubicBezTo>
                  <a:pt x="955344" y="55153"/>
                  <a:pt x="957042" y="58594"/>
                  <a:pt x="959185" y="61163"/>
                </a:cubicBezTo>
                <a:cubicBezTo>
                  <a:pt x="961327" y="63733"/>
                  <a:pt x="963822" y="65568"/>
                  <a:pt x="966667" y="66669"/>
                </a:cubicBezTo>
                <a:cubicBezTo>
                  <a:pt x="969514" y="67770"/>
                  <a:pt x="972528" y="68321"/>
                  <a:pt x="975710" y="68321"/>
                </a:cubicBezTo>
                <a:cubicBezTo>
                  <a:pt x="978955" y="68321"/>
                  <a:pt x="982000" y="67770"/>
                  <a:pt x="984846" y="66669"/>
                </a:cubicBezTo>
                <a:cubicBezTo>
                  <a:pt x="987693" y="65568"/>
                  <a:pt x="990202" y="63733"/>
                  <a:pt x="992374" y="61163"/>
                </a:cubicBezTo>
                <a:cubicBezTo>
                  <a:pt x="994548" y="58594"/>
                  <a:pt x="996262" y="55153"/>
                  <a:pt x="997516" y="50841"/>
                </a:cubicBezTo>
                <a:cubicBezTo>
                  <a:pt x="998771" y="46528"/>
                  <a:pt x="999399" y="41160"/>
                  <a:pt x="999399" y="34738"/>
                </a:cubicBezTo>
                <a:cubicBezTo>
                  <a:pt x="999399" y="28499"/>
                  <a:pt x="998771" y="23254"/>
                  <a:pt x="997516" y="19002"/>
                </a:cubicBezTo>
                <a:cubicBezTo>
                  <a:pt x="996262" y="14751"/>
                  <a:pt x="994548" y="11341"/>
                  <a:pt x="992374" y="8771"/>
                </a:cubicBezTo>
                <a:cubicBezTo>
                  <a:pt x="990202" y="6202"/>
                  <a:pt x="987693" y="4367"/>
                  <a:pt x="984846" y="3266"/>
                </a:cubicBezTo>
                <a:cubicBezTo>
                  <a:pt x="982000" y="2164"/>
                  <a:pt x="978955" y="1614"/>
                  <a:pt x="975710" y="1614"/>
                </a:cubicBezTo>
                <a:cubicBezTo>
                  <a:pt x="972528" y="1614"/>
                  <a:pt x="969514" y="2164"/>
                  <a:pt x="966667" y="3266"/>
                </a:cubicBezTo>
                <a:cubicBezTo>
                  <a:pt x="963822" y="4367"/>
                  <a:pt x="961327" y="6202"/>
                  <a:pt x="959185" y="8771"/>
                </a:cubicBezTo>
                <a:cubicBezTo>
                  <a:pt x="957042" y="11341"/>
                  <a:pt x="955344" y="14751"/>
                  <a:pt x="954088" y="19002"/>
                </a:cubicBezTo>
                <a:cubicBezTo>
                  <a:pt x="952834" y="23254"/>
                  <a:pt x="952207" y="28499"/>
                  <a:pt x="952207" y="34738"/>
                </a:cubicBezTo>
                <a:close/>
                <a:moveTo>
                  <a:pt x="1016505" y="34738"/>
                </a:moveTo>
                <a:cubicBezTo>
                  <a:pt x="1016505" y="33637"/>
                  <a:pt x="1016521" y="32308"/>
                  <a:pt x="1016551" y="30750"/>
                </a:cubicBezTo>
                <a:cubicBezTo>
                  <a:pt x="1016582" y="29192"/>
                  <a:pt x="1016689" y="27588"/>
                  <a:pt x="1016872" y="25938"/>
                </a:cubicBezTo>
                <a:cubicBezTo>
                  <a:pt x="1017056" y="24288"/>
                  <a:pt x="1017362" y="22654"/>
                  <a:pt x="1017790" y="21035"/>
                </a:cubicBezTo>
                <a:cubicBezTo>
                  <a:pt x="1018219" y="19416"/>
                  <a:pt x="1018815" y="17964"/>
                  <a:pt x="1019580" y="16681"/>
                </a:cubicBezTo>
                <a:cubicBezTo>
                  <a:pt x="1020346" y="15398"/>
                  <a:pt x="1021326" y="14359"/>
                  <a:pt x="1022519" y="13565"/>
                </a:cubicBezTo>
                <a:cubicBezTo>
                  <a:pt x="1023713" y="12770"/>
                  <a:pt x="1025197" y="12373"/>
                  <a:pt x="1026972" y="12373"/>
                </a:cubicBezTo>
                <a:cubicBezTo>
                  <a:pt x="1028747" y="12373"/>
                  <a:pt x="1030247" y="12770"/>
                  <a:pt x="1031471" y="13565"/>
                </a:cubicBezTo>
                <a:cubicBezTo>
                  <a:pt x="1032696" y="14359"/>
                  <a:pt x="1033706" y="15398"/>
                  <a:pt x="1034502" y="16681"/>
                </a:cubicBezTo>
                <a:cubicBezTo>
                  <a:pt x="1035297" y="17964"/>
                  <a:pt x="1035894" y="19416"/>
                  <a:pt x="1036292" y="21035"/>
                </a:cubicBezTo>
                <a:cubicBezTo>
                  <a:pt x="1036690" y="22654"/>
                  <a:pt x="1036996" y="24288"/>
                  <a:pt x="1037210" y="25938"/>
                </a:cubicBezTo>
                <a:cubicBezTo>
                  <a:pt x="1037423" y="27588"/>
                  <a:pt x="1037546" y="29192"/>
                  <a:pt x="1037577" y="30750"/>
                </a:cubicBezTo>
                <a:cubicBezTo>
                  <a:pt x="1037607" y="32308"/>
                  <a:pt x="1037623" y="33637"/>
                  <a:pt x="1037623" y="34738"/>
                </a:cubicBezTo>
                <a:cubicBezTo>
                  <a:pt x="1037623" y="36570"/>
                  <a:pt x="1037562" y="38785"/>
                  <a:pt x="1037439" y="41382"/>
                </a:cubicBezTo>
                <a:cubicBezTo>
                  <a:pt x="1037317" y="43979"/>
                  <a:pt x="1036935" y="46485"/>
                  <a:pt x="1036292" y="48898"/>
                </a:cubicBezTo>
                <a:cubicBezTo>
                  <a:pt x="1035649" y="51311"/>
                  <a:pt x="1034608" y="53374"/>
                  <a:pt x="1033169" y="55085"/>
                </a:cubicBezTo>
                <a:cubicBezTo>
                  <a:pt x="1031731" y="56796"/>
                  <a:pt x="1029665" y="57651"/>
                  <a:pt x="1026972" y="57651"/>
                </a:cubicBezTo>
                <a:cubicBezTo>
                  <a:pt x="1024340" y="57651"/>
                  <a:pt x="1022320" y="56796"/>
                  <a:pt x="1020911" y="55085"/>
                </a:cubicBezTo>
                <a:cubicBezTo>
                  <a:pt x="1019504" y="53374"/>
                  <a:pt x="1018479" y="51311"/>
                  <a:pt x="1017836" y="48898"/>
                </a:cubicBezTo>
                <a:cubicBezTo>
                  <a:pt x="1017194" y="46485"/>
                  <a:pt x="1016811" y="43979"/>
                  <a:pt x="1016689" y="41382"/>
                </a:cubicBezTo>
                <a:cubicBezTo>
                  <a:pt x="1016566" y="38785"/>
                  <a:pt x="1016505" y="36570"/>
                  <a:pt x="1016505" y="34738"/>
                </a:cubicBezTo>
                <a:moveTo>
                  <a:pt x="1003468" y="34738"/>
                </a:moveTo>
                <a:cubicBezTo>
                  <a:pt x="1003468" y="41160"/>
                  <a:pt x="1004095" y="46528"/>
                  <a:pt x="1005350" y="50841"/>
                </a:cubicBezTo>
                <a:cubicBezTo>
                  <a:pt x="1006605" y="55153"/>
                  <a:pt x="1008304" y="58594"/>
                  <a:pt x="1010446" y="61163"/>
                </a:cubicBezTo>
                <a:cubicBezTo>
                  <a:pt x="1012589" y="63733"/>
                  <a:pt x="1015083" y="65568"/>
                  <a:pt x="1017929" y="66669"/>
                </a:cubicBezTo>
                <a:cubicBezTo>
                  <a:pt x="1020775" y="67770"/>
                  <a:pt x="1023790" y="68321"/>
                  <a:pt x="1026972" y="68321"/>
                </a:cubicBezTo>
                <a:cubicBezTo>
                  <a:pt x="1030216" y="68321"/>
                  <a:pt x="1033261" y="67770"/>
                  <a:pt x="1036107" y="66669"/>
                </a:cubicBezTo>
                <a:cubicBezTo>
                  <a:pt x="1038954" y="65568"/>
                  <a:pt x="1041463" y="63733"/>
                  <a:pt x="1043636" y="61163"/>
                </a:cubicBezTo>
                <a:cubicBezTo>
                  <a:pt x="1045809" y="58594"/>
                  <a:pt x="1047523" y="55153"/>
                  <a:pt x="1048777" y="50841"/>
                </a:cubicBezTo>
                <a:cubicBezTo>
                  <a:pt x="1050032" y="46528"/>
                  <a:pt x="1050660" y="41160"/>
                  <a:pt x="1050660" y="34738"/>
                </a:cubicBezTo>
                <a:cubicBezTo>
                  <a:pt x="1050660" y="28499"/>
                  <a:pt x="1050032" y="23254"/>
                  <a:pt x="1048777" y="19002"/>
                </a:cubicBezTo>
                <a:cubicBezTo>
                  <a:pt x="1047523" y="14751"/>
                  <a:pt x="1045809" y="11341"/>
                  <a:pt x="1043636" y="8771"/>
                </a:cubicBezTo>
                <a:cubicBezTo>
                  <a:pt x="1041463" y="6202"/>
                  <a:pt x="1038954" y="4367"/>
                  <a:pt x="1036107" y="3266"/>
                </a:cubicBezTo>
                <a:cubicBezTo>
                  <a:pt x="1033261" y="2164"/>
                  <a:pt x="1030216" y="1614"/>
                  <a:pt x="1026972" y="1614"/>
                </a:cubicBezTo>
                <a:cubicBezTo>
                  <a:pt x="1023790" y="1614"/>
                  <a:pt x="1020775" y="2164"/>
                  <a:pt x="1017929" y="3266"/>
                </a:cubicBezTo>
                <a:cubicBezTo>
                  <a:pt x="1015083" y="4367"/>
                  <a:pt x="1012589" y="6202"/>
                  <a:pt x="1010446" y="8771"/>
                </a:cubicBezTo>
                <a:cubicBezTo>
                  <a:pt x="1008304" y="11341"/>
                  <a:pt x="1006605" y="14751"/>
                  <a:pt x="1005350" y="19002"/>
                </a:cubicBezTo>
                <a:cubicBezTo>
                  <a:pt x="1004095" y="23254"/>
                  <a:pt x="1003468" y="28499"/>
                  <a:pt x="1003468" y="34738"/>
                </a:cubicBezTo>
                <a:close/>
                <a:moveTo>
                  <a:pt x="1077132" y="83742"/>
                </a:moveTo>
                <a:lnTo>
                  <a:pt x="1077132" y="0"/>
                </a:lnTo>
                <a:lnTo>
                  <a:pt x="1052894" y="0"/>
                </a:lnTo>
                <a:lnTo>
                  <a:pt x="1052894" y="10311"/>
                </a:lnTo>
                <a:lnTo>
                  <a:pt x="1064095" y="10311"/>
                </a:lnTo>
                <a:lnTo>
                  <a:pt x="1064095" y="73431"/>
                </a:lnTo>
                <a:lnTo>
                  <a:pt x="1052894" y="73431"/>
                </a:lnTo>
                <a:lnTo>
                  <a:pt x="1052894" y="83742"/>
                </a:lnTo>
                <a:lnTo>
                  <a:pt x="1077132" y="8374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y1=torch.arccos(y1)">
            <a:extLst xmlns:a="http://schemas.openxmlformats.org/drawingml/2006/main">
              <a:ext uri="{FF2B5EF4-FFF2-40B4-BE49-F238E27FC236}">
                <a16:creationId xmlns:a16="http://schemas.microsoft.com/office/drawing/2014/main" id="{062D69F1-5881-4BE5-8EE9-F80AA493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14" y="3189097"/>
            <a:ext cx="908842" cy="83742"/>
          </a:xfrm>
          <a:custGeom xmlns:a="http://schemas.openxmlformats.org/drawingml/2006/main">
            <a:pathLst>
              <a:path w="908842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3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2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26223" y="19725"/>
                </a:moveTo>
                <a:lnTo>
                  <a:pt x="226223" y="5469"/>
                </a:lnTo>
                <a:lnTo>
                  <a:pt x="213186" y="5469"/>
                </a:lnTo>
                <a:lnTo>
                  <a:pt x="213186" y="19725"/>
                </a:lnTo>
                <a:lnTo>
                  <a:pt x="205291" y="19725"/>
                </a:lnTo>
                <a:lnTo>
                  <a:pt x="205291" y="28422"/>
                </a:lnTo>
                <a:lnTo>
                  <a:pt x="213186" y="28422"/>
                </a:lnTo>
                <a:lnTo>
                  <a:pt x="213186" y="56409"/>
                </a:lnTo>
                <a:cubicBezTo>
                  <a:pt x="213186" y="58795"/>
                  <a:pt x="213584" y="60722"/>
                  <a:pt x="214380" y="62190"/>
                </a:cubicBezTo>
                <a:cubicBezTo>
                  <a:pt x="215176" y="63658"/>
                  <a:pt x="216262" y="64790"/>
                  <a:pt x="217638" y="65586"/>
                </a:cubicBezTo>
                <a:cubicBezTo>
                  <a:pt x="219016" y="66381"/>
                  <a:pt x="220607" y="66916"/>
                  <a:pt x="222413" y="67190"/>
                </a:cubicBezTo>
                <a:cubicBezTo>
                  <a:pt x="224219" y="67466"/>
                  <a:pt x="226132" y="67603"/>
                  <a:pt x="228152" y="67603"/>
                </a:cubicBezTo>
                <a:cubicBezTo>
                  <a:pt x="229438" y="67603"/>
                  <a:pt x="230753" y="67573"/>
                  <a:pt x="232100" y="67514"/>
                </a:cubicBezTo>
                <a:cubicBezTo>
                  <a:pt x="233447" y="67454"/>
                  <a:pt x="234671" y="67334"/>
                  <a:pt x="235772" y="67155"/>
                </a:cubicBezTo>
                <a:lnTo>
                  <a:pt x="235772" y="57015"/>
                </a:lnTo>
                <a:cubicBezTo>
                  <a:pt x="235160" y="57137"/>
                  <a:pt x="234518" y="57229"/>
                  <a:pt x="233844" y="57291"/>
                </a:cubicBezTo>
                <a:cubicBezTo>
                  <a:pt x="233171" y="57352"/>
                  <a:pt x="232467" y="57382"/>
                  <a:pt x="231733" y="57382"/>
                </a:cubicBezTo>
                <a:cubicBezTo>
                  <a:pt x="229529" y="57382"/>
                  <a:pt x="228059" y="57016"/>
                  <a:pt x="227324" y="56282"/>
                </a:cubicBezTo>
                <a:cubicBezTo>
                  <a:pt x="226590" y="55549"/>
                  <a:pt x="226223" y="54083"/>
                  <a:pt x="226223" y="51884"/>
                </a:cubicBezTo>
                <a:lnTo>
                  <a:pt x="226223" y="28422"/>
                </a:lnTo>
                <a:lnTo>
                  <a:pt x="235772" y="28422"/>
                </a:lnTo>
                <a:lnTo>
                  <a:pt x="235772" y="19725"/>
                </a:lnTo>
                <a:lnTo>
                  <a:pt x="226223" y="19725"/>
                </a:lnTo>
                <a:close/>
                <a:moveTo>
                  <a:pt x="253399" y="43486"/>
                </a:moveTo>
                <a:cubicBezTo>
                  <a:pt x="253399" y="41589"/>
                  <a:pt x="253583" y="39722"/>
                  <a:pt x="253950" y="37885"/>
                </a:cubicBezTo>
                <a:cubicBezTo>
                  <a:pt x="254317" y="36048"/>
                  <a:pt x="254944" y="34426"/>
                  <a:pt x="255831" y="33019"/>
                </a:cubicBezTo>
                <a:cubicBezTo>
                  <a:pt x="256720" y="31610"/>
                  <a:pt x="257898" y="30462"/>
                  <a:pt x="259367" y="29575"/>
                </a:cubicBezTo>
                <a:cubicBezTo>
                  <a:pt x="260836" y="28687"/>
                  <a:pt x="262673" y="28243"/>
                  <a:pt x="264876" y="28243"/>
                </a:cubicBezTo>
                <a:cubicBezTo>
                  <a:pt x="267080" y="28243"/>
                  <a:pt x="268932" y="28687"/>
                  <a:pt x="270431" y="29575"/>
                </a:cubicBezTo>
                <a:cubicBezTo>
                  <a:pt x="271930" y="30462"/>
                  <a:pt x="273124" y="31610"/>
                  <a:pt x="274011" y="33019"/>
                </a:cubicBezTo>
                <a:cubicBezTo>
                  <a:pt x="274900" y="34426"/>
                  <a:pt x="275527" y="36048"/>
                  <a:pt x="275894" y="37885"/>
                </a:cubicBezTo>
                <a:cubicBezTo>
                  <a:pt x="276261" y="39722"/>
                  <a:pt x="276445" y="41589"/>
                  <a:pt x="276445" y="43486"/>
                </a:cubicBezTo>
                <a:cubicBezTo>
                  <a:pt x="276445" y="45384"/>
                  <a:pt x="276261" y="47236"/>
                  <a:pt x="275894" y="49042"/>
                </a:cubicBezTo>
                <a:cubicBezTo>
                  <a:pt x="275527" y="50848"/>
                  <a:pt x="274900" y="52470"/>
                  <a:pt x="274011" y="53909"/>
                </a:cubicBezTo>
                <a:cubicBezTo>
                  <a:pt x="273124" y="55348"/>
                  <a:pt x="271930" y="56495"/>
                  <a:pt x="270431" y="57353"/>
                </a:cubicBezTo>
                <a:cubicBezTo>
                  <a:pt x="268932" y="58209"/>
                  <a:pt x="267080" y="58637"/>
                  <a:pt x="264876" y="58637"/>
                </a:cubicBezTo>
                <a:cubicBezTo>
                  <a:pt x="262673" y="58637"/>
                  <a:pt x="260836" y="58209"/>
                  <a:pt x="259367" y="57353"/>
                </a:cubicBezTo>
                <a:cubicBezTo>
                  <a:pt x="257898" y="56495"/>
                  <a:pt x="256720" y="55348"/>
                  <a:pt x="255831" y="53909"/>
                </a:cubicBezTo>
                <a:cubicBezTo>
                  <a:pt x="254944" y="52470"/>
                  <a:pt x="254317" y="50848"/>
                  <a:pt x="253950" y="49042"/>
                </a:cubicBezTo>
                <a:cubicBezTo>
                  <a:pt x="253583" y="47236"/>
                  <a:pt x="253399" y="45384"/>
                  <a:pt x="253399" y="43486"/>
                </a:cubicBezTo>
                <a:moveTo>
                  <a:pt x="240362" y="43488"/>
                </a:moveTo>
                <a:cubicBezTo>
                  <a:pt x="240362" y="47289"/>
                  <a:pt x="240944" y="50722"/>
                  <a:pt x="242107" y="53787"/>
                </a:cubicBezTo>
                <a:cubicBezTo>
                  <a:pt x="243269" y="56853"/>
                  <a:pt x="244922" y="59474"/>
                  <a:pt x="247064" y="61651"/>
                </a:cubicBezTo>
                <a:cubicBezTo>
                  <a:pt x="249207" y="63827"/>
                  <a:pt x="251778" y="65498"/>
                  <a:pt x="254777" y="66663"/>
                </a:cubicBezTo>
                <a:cubicBezTo>
                  <a:pt x="257776" y="67828"/>
                  <a:pt x="261143" y="68410"/>
                  <a:pt x="264876" y="68410"/>
                </a:cubicBezTo>
                <a:cubicBezTo>
                  <a:pt x="268610" y="68410"/>
                  <a:pt x="271992" y="67828"/>
                  <a:pt x="275021" y="66663"/>
                </a:cubicBezTo>
                <a:cubicBezTo>
                  <a:pt x="278051" y="65498"/>
                  <a:pt x="280637" y="63827"/>
                  <a:pt x="282780" y="61651"/>
                </a:cubicBezTo>
                <a:cubicBezTo>
                  <a:pt x="284922" y="59474"/>
                  <a:pt x="286575" y="56853"/>
                  <a:pt x="287738" y="53787"/>
                </a:cubicBezTo>
                <a:cubicBezTo>
                  <a:pt x="288900" y="50722"/>
                  <a:pt x="289482" y="47289"/>
                  <a:pt x="289482" y="43488"/>
                </a:cubicBezTo>
                <a:cubicBezTo>
                  <a:pt x="289482" y="39687"/>
                  <a:pt x="288900" y="36238"/>
                  <a:pt x="287738" y="33142"/>
                </a:cubicBezTo>
                <a:cubicBezTo>
                  <a:pt x="286575" y="30045"/>
                  <a:pt x="284922" y="27408"/>
                  <a:pt x="282780" y="25232"/>
                </a:cubicBezTo>
                <a:cubicBezTo>
                  <a:pt x="280637" y="23055"/>
                  <a:pt x="278051" y="21369"/>
                  <a:pt x="275021" y="20173"/>
                </a:cubicBezTo>
                <a:cubicBezTo>
                  <a:pt x="271992" y="18978"/>
                  <a:pt x="268610" y="18380"/>
                  <a:pt x="264876" y="18380"/>
                </a:cubicBezTo>
                <a:cubicBezTo>
                  <a:pt x="261143" y="18380"/>
                  <a:pt x="257776" y="18978"/>
                  <a:pt x="254777" y="20173"/>
                </a:cubicBezTo>
                <a:cubicBezTo>
                  <a:pt x="251778" y="21369"/>
                  <a:pt x="249207" y="23055"/>
                  <a:pt x="247064" y="25232"/>
                </a:cubicBezTo>
                <a:cubicBezTo>
                  <a:pt x="244922" y="27408"/>
                  <a:pt x="243269" y="30045"/>
                  <a:pt x="242107" y="33142"/>
                </a:cubicBezTo>
                <a:cubicBezTo>
                  <a:pt x="240944" y="36238"/>
                  <a:pt x="240362" y="39687"/>
                  <a:pt x="240362" y="43488"/>
                </a:cubicBezTo>
                <a:close/>
                <a:moveTo>
                  <a:pt x="297684" y="19654"/>
                </a:moveTo>
                <a:lnTo>
                  <a:pt x="297684" y="67155"/>
                </a:lnTo>
                <a:lnTo>
                  <a:pt x="310721" y="67155"/>
                </a:lnTo>
                <a:lnTo>
                  <a:pt x="310721" y="45740"/>
                </a:lnTo>
                <a:cubicBezTo>
                  <a:pt x="310721" y="43596"/>
                  <a:pt x="310935" y="41605"/>
                  <a:pt x="311364" y="39767"/>
                </a:cubicBezTo>
                <a:cubicBezTo>
                  <a:pt x="311793" y="37929"/>
                  <a:pt x="312512" y="36321"/>
                  <a:pt x="313521" y="34942"/>
                </a:cubicBezTo>
                <a:cubicBezTo>
                  <a:pt x="314531" y="33564"/>
                  <a:pt x="315862" y="32476"/>
                  <a:pt x="317514" y="31679"/>
                </a:cubicBezTo>
                <a:cubicBezTo>
                  <a:pt x="319167" y="30883"/>
                  <a:pt x="321187" y="30484"/>
                  <a:pt x="323575" y="30484"/>
                </a:cubicBezTo>
                <a:cubicBezTo>
                  <a:pt x="324370" y="30484"/>
                  <a:pt x="325196" y="30531"/>
                  <a:pt x="326053" y="30623"/>
                </a:cubicBezTo>
                <a:cubicBezTo>
                  <a:pt x="326910" y="30714"/>
                  <a:pt x="327645" y="30821"/>
                  <a:pt x="328256" y="30944"/>
                </a:cubicBezTo>
                <a:lnTo>
                  <a:pt x="328256" y="18838"/>
                </a:lnTo>
                <a:cubicBezTo>
                  <a:pt x="327216" y="18533"/>
                  <a:pt x="326268" y="18380"/>
                  <a:pt x="325411" y="18380"/>
                </a:cubicBezTo>
                <a:cubicBezTo>
                  <a:pt x="323758" y="18380"/>
                  <a:pt x="322167" y="18625"/>
                  <a:pt x="320637" y="19114"/>
                </a:cubicBezTo>
                <a:cubicBezTo>
                  <a:pt x="319107" y="19603"/>
                  <a:pt x="317669" y="20290"/>
                  <a:pt x="316322" y="21176"/>
                </a:cubicBezTo>
                <a:cubicBezTo>
                  <a:pt x="314975" y="22063"/>
                  <a:pt x="313782" y="23133"/>
                  <a:pt x="312741" y="24386"/>
                </a:cubicBezTo>
                <a:cubicBezTo>
                  <a:pt x="311701" y="25639"/>
                  <a:pt x="310874" y="27000"/>
                  <a:pt x="310261" y="28467"/>
                </a:cubicBezTo>
                <a:lnTo>
                  <a:pt x="310078" y="28467"/>
                </a:lnTo>
                <a:lnTo>
                  <a:pt x="310078" y="19654"/>
                </a:lnTo>
                <a:lnTo>
                  <a:pt x="297684" y="19654"/>
                </a:lnTo>
                <a:close/>
                <a:moveTo>
                  <a:pt x="365962" y="36402"/>
                </a:moveTo>
                <a:lnTo>
                  <a:pt x="378723" y="36402"/>
                </a:lnTo>
                <a:cubicBezTo>
                  <a:pt x="378540" y="33337"/>
                  <a:pt x="377805" y="30686"/>
                  <a:pt x="376519" y="28449"/>
                </a:cubicBezTo>
                <a:cubicBezTo>
                  <a:pt x="375234" y="26211"/>
                  <a:pt x="373566" y="24341"/>
                  <a:pt x="371515" y="22839"/>
                </a:cubicBezTo>
                <a:cubicBezTo>
                  <a:pt x="369465" y="21338"/>
                  <a:pt x="367139" y="20219"/>
                  <a:pt x="364538" y="19484"/>
                </a:cubicBezTo>
                <a:cubicBezTo>
                  <a:pt x="361937" y="18748"/>
                  <a:pt x="359229" y="18380"/>
                  <a:pt x="356413" y="18380"/>
                </a:cubicBezTo>
                <a:cubicBezTo>
                  <a:pt x="352557" y="18380"/>
                  <a:pt x="349128" y="19024"/>
                  <a:pt x="346129" y="20312"/>
                </a:cubicBezTo>
                <a:cubicBezTo>
                  <a:pt x="343130" y="21599"/>
                  <a:pt x="340590" y="23392"/>
                  <a:pt x="338509" y="25692"/>
                </a:cubicBezTo>
                <a:cubicBezTo>
                  <a:pt x="336428" y="27991"/>
                  <a:pt x="334852" y="30720"/>
                  <a:pt x="333781" y="33877"/>
                </a:cubicBezTo>
                <a:cubicBezTo>
                  <a:pt x="332710" y="37034"/>
                  <a:pt x="332174" y="40452"/>
                  <a:pt x="332174" y="44131"/>
                </a:cubicBezTo>
                <a:cubicBezTo>
                  <a:pt x="332174" y="47687"/>
                  <a:pt x="332755" y="50952"/>
                  <a:pt x="333918" y="53926"/>
                </a:cubicBezTo>
                <a:cubicBezTo>
                  <a:pt x="335081" y="56899"/>
                  <a:pt x="336703" y="59458"/>
                  <a:pt x="338783" y="61605"/>
                </a:cubicBezTo>
                <a:cubicBezTo>
                  <a:pt x="340865" y="63751"/>
                  <a:pt x="343390" y="65422"/>
                  <a:pt x="346358" y="66617"/>
                </a:cubicBezTo>
                <a:cubicBezTo>
                  <a:pt x="349327" y="67813"/>
                  <a:pt x="352587" y="68410"/>
                  <a:pt x="356137" y="68410"/>
                </a:cubicBezTo>
                <a:cubicBezTo>
                  <a:pt x="362441" y="68410"/>
                  <a:pt x="367613" y="66751"/>
                  <a:pt x="371652" y="63433"/>
                </a:cubicBezTo>
                <a:cubicBezTo>
                  <a:pt x="375692" y="60114"/>
                  <a:pt x="378141" y="55302"/>
                  <a:pt x="378999" y="48998"/>
                </a:cubicBezTo>
                <a:lnTo>
                  <a:pt x="366420" y="48998"/>
                </a:lnTo>
                <a:cubicBezTo>
                  <a:pt x="365992" y="51936"/>
                  <a:pt x="364936" y="54277"/>
                  <a:pt x="363252" y="56022"/>
                </a:cubicBezTo>
                <a:cubicBezTo>
                  <a:pt x="361569" y="57766"/>
                  <a:pt x="359167" y="58637"/>
                  <a:pt x="356046" y="58637"/>
                </a:cubicBezTo>
                <a:cubicBezTo>
                  <a:pt x="354026" y="58637"/>
                  <a:pt x="352311" y="58178"/>
                  <a:pt x="350903" y="57260"/>
                </a:cubicBezTo>
                <a:cubicBezTo>
                  <a:pt x="349495" y="56342"/>
                  <a:pt x="348378" y="55164"/>
                  <a:pt x="347552" y="53726"/>
                </a:cubicBezTo>
                <a:cubicBezTo>
                  <a:pt x="346726" y="52287"/>
                  <a:pt x="346129" y="50679"/>
                  <a:pt x="345762" y="48904"/>
                </a:cubicBezTo>
                <a:cubicBezTo>
                  <a:pt x="345394" y="47128"/>
                  <a:pt x="345211" y="45384"/>
                  <a:pt x="345211" y="43670"/>
                </a:cubicBezTo>
                <a:cubicBezTo>
                  <a:pt x="345211" y="41894"/>
                  <a:pt x="345394" y="40104"/>
                  <a:pt x="345762" y="38299"/>
                </a:cubicBezTo>
                <a:cubicBezTo>
                  <a:pt x="346129" y="36492"/>
                  <a:pt x="346757" y="34839"/>
                  <a:pt x="347644" y="33339"/>
                </a:cubicBezTo>
                <a:cubicBezTo>
                  <a:pt x="348532" y="31839"/>
                  <a:pt x="349679" y="30615"/>
                  <a:pt x="351086" y="29666"/>
                </a:cubicBezTo>
                <a:cubicBezTo>
                  <a:pt x="352495" y="28717"/>
                  <a:pt x="354239" y="28243"/>
                  <a:pt x="356320" y="28243"/>
                </a:cubicBezTo>
                <a:cubicBezTo>
                  <a:pt x="361890" y="28243"/>
                  <a:pt x="365104" y="30962"/>
                  <a:pt x="365962" y="36402"/>
                </a:cubicBezTo>
                <a:close/>
                <a:moveTo>
                  <a:pt x="386435" y="1614"/>
                </a:moveTo>
                <a:lnTo>
                  <a:pt x="386435" y="67155"/>
                </a:lnTo>
                <a:lnTo>
                  <a:pt x="399472" y="67155"/>
                </a:lnTo>
                <a:lnTo>
                  <a:pt x="399472" y="42277"/>
                </a:lnTo>
                <a:cubicBezTo>
                  <a:pt x="399472" y="37442"/>
                  <a:pt x="400268" y="33969"/>
                  <a:pt x="401859" y="31859"/>
                </a:cubicBezTo>
                <a:cubicBezTo>
                  <a:pt x="403451" y="29747"/>
                  <a:pt x="406021" y="28691"/>
                  <a:pt x="409571" y="28691"/>
                </a:cubicBezTo>
                <a:cubicBezTo>
                  <a:pt x="412694" y="28691"/>
                  <a:pt x="414866" y="29655"/>
                  <a:pt x="416090" y="31583"/>
                </a:cubicBezTo>
                <a:cubicBezTo>
                  <a:pt x="417314" y="33510"/>
                  <a:pt x="417927" y="36433"/>
                  <a:pt x="417927" y="40350"/>
                </a:cubicBezTo>
                <a:lnTo>
                  <a:pt x="417927" y="67155"/>
                </a:lnTo>
                <a:lnTo>
                  <a:pt x="430964" y="67155"/>
                </a:lnTo>
                <a:lnTo>
                  <a:pt x="430964" y="37946"/>
                </a:lnTo>
                <a:cubicBezTo>
                  <a:pt x="430964" y="35006"/>
                  <a:pt x="430704" y="32327"/>
                  <a:pt x="430183" y="29908"/>
                </a:cubicBezTo>
                <a:cubicBezTo>
                  <a:pt x="429663" y="27490"/>
                  <a:pt x="428760" y="25438"/>
                  <a:pt x="427474" y="23754"/>
                </a:cubicBezTo>
                <a:cubicBezTo>
                  <a:pt x="426189" y="22070"/>
                  <a:pt x="424429" y="20754"/>
                  <a:pt x="422195" y="19805"/>
                </a:cubicBezTo>
                <a:cubicBezTo>
                  <a:pt x="419961" y="18855"/>
                  <a:pt x="417100" y="18380"/>
                  <a:pt x="413612" y="18380"/>
                </a:cubicBezTo>
                <a:cubicBezTo>
                  <a:pt x="411163" y="18380"/>
                  <a:pt x="408653" y="19009"/>
                  <a:pt x="406082" y="20267"/>
                </a:cubicBezTo>
                <a:cubicBezTo>
                  <a:pt x="403511" y="21525"/>
                  <a:pt x="401400" y="23535"/>
                  <a:pt x="399748" y="26297"/>
                </a:cubicBezTo>
                <a:lnTo>
                  <a:pt x="399472" y="26297"/>
                </a:lnTo>
                <a:lnTo>
                  <a:pt x="399472" y="1614"/>
                </a:lnTo>
                <a:lnTo>
                  <a:pt x="386435" y="1614"/>
                </a:lnTo>
                <a:close/>
                <a:moveTo>
                  <a:pt x="441307" y="52989"/>
                </a:moveTo>
                <a:lnTo>
                  <a:pt x="441307" y="67155"/>
                </a:lnTo>
                <a:lnTo>
                  <a:pt x="455722" y="67155"/>
                </a:lnTo>
                <a:lnTo>
                  <a:pt x="455722" y="52989"/>
                </a:lnTo>
                <a:lnTo>
                  <a:pt x="441307" y="52989"/>
                </a:lnTo>
                <a:close/>
                <a:moveTo>
                  <a:pt x="465454" y="34286"/>
                </a:moveTo>
                <a:cubicBezTo>
                  <a:pt x="465637" y="31226"/>
                  <a:pt x="466402" y="28686"/>
                  <a:pt x="467749" y="26667"/>
                </a:cubicBezTo>
                <a:cubicBezTo>
                  <a:pt x="469096" y="24647"/>
                  <a:pt x="470810" y="23024"/>
                  <a:pt x="472891" y="21800"/>
                </a:cubicBezTo>
                <a:cubicBezTo>
                  <a:pt x="474971" y="20575"/>
                  <a:pt x="477312" y="19703"/>
                  <a:pt x="479913" y="19183"/>
                </a:cubicBezTo>
                <a:cubicBezTo>
                  <a:pt x="482515" y="18663"/>
                  <a:pt x="485132" y="18403"/>
                  <a:pt x="487764" y="18403"/>
                </a:cubicBezTo>
                <a:cubicBezTo>
                  <a:pt x="490151" y="18403"/>
                  <a:pt x="492569" y="18571"/>
                  <a:pt x="495017" y="18908"/>
                </a:cubicBezTo>
                <a:cubicBezTo>
                  <a:pt x="497466" y="19245"/>
                  <a:pt x="499700" y="19903"/>
                  <a:pt x="501719" y="20882"/>
                </a:cubicBezTo>
                <a:cubicBezTo>
                  <a:pt x="503739" y="21861"/>
                  <a:pt x="505392" y="23223"/>
                  <a:pt x="506677" y="24967"/>
                </a:cubicBezTo>
                <a:cubicBezTo>
                  <a:pt x="507963" y="26712"/>
                  <a:pt x="508606" y="29023"/>
                  <a:pt x="508606" y="31899"/>
                </a:cubicBezTo>
                <a:lnTo>
                  <a:pt x="508606" y="56596"/>
                </a:lnTo>
                <a:cubicBezTo>
                  <a:pt x="508606" y="58739"/>
                  <a:pt x="508728" y="60789"/>
                  <a:pt x="508973" y="62748"/>
                </a:cubicBezTo>
                <a:cubicBezTo>
                  <a:pt x="509218" y="64706"/>
                  <a:pt x="509646" y="66175"/>
                  <a:pt x="510258" y="67155"/>
                </a:cubicBezTo>
                <a:lnTo>
                  <a:pt x="497037" y="67155"/>
                </a:lnTo>
                <a:cubicBezTo>
                  <a:pt x="496792" y="66421"/>
                  <a:pt x="496593" y="65671"/>
                  <a:pt x="496440" y="64907"/>
                </a:cubicBezTo>
                <a:cubicBezTo>
                  <a:pt x="496287" y="64141"/>
                  <a:pt x="496180" y="63360"/>
                  <a:pt x="496119" y="62564"/>
                </a:cubicBezTo>
                <a:cubicBezTo>
                  <a:pt x="494039" y="64707"/>
                  <a:pt x="491590" y="66207"/>
                  <a:pt x="488774" y="67064"/>
                </a:cubicBezTo>
                <a:cubicBezTo>
                  <a:pt x="485958" y="67920"/>
                  <a:pt x="483081" y="68349"/>
                  <a:pt x="480143" y="68349"/>
                </a:cubicBezTo>
                <a:cubicBezTo>
                  <a:pt x="477879" y="68349"/>
                  <a:pt x="475768" y="68073"/>
                  <a:pt x="473808" y="67522"/>
                </a:cubicBezTo>
                <a:cubicBezTo>
                  <a:pt x="471850" y="66971"/>
                  <a:pt x="470136" y="66114"/>
                  <a:pt x="468667" y="64951"/>
                </a:cubicBezTo>
                <a:cubicBezTo>
                  <a:pt x="467199" y="63789"/>
                  <a:pt x="466051" y="62320"/>
                  <a:pt x="465225" y="60545"/>
                </a:cubicBezTo>
                <a:cubicBezTo>
                  <a:pt x="464398" y="58770"/>
                  <a:pt x="463985" y="56658"/>
                  <a:pt x="463985" y="54209"/>
                </a:cubicBezTo>
                <a:cubicBezTo>
                  <a:pt x="463985" y="51516"/>
                  <a:pt x="464459" y="49298"/>
                  <a:pt x="465408" y="47553"/>
                </a:cubicBezTo>
                <a:cubicBezTo>
                  <a:pt x="466357" y="45809"/>
                  <a:pt x="467581" y="44416"/>
                  <a:pt x="469080" y="43376"/>
                </a:cubicBezTo>
                <a:cubicBezTo>
                  <a:pt x="470580" y="42335"/>
                  <a:pt x="472294" y="41555"/>
                  <a:pt x="474221" y="41035"/>
                </a:cubicBezTo>
                <a:cubicBezTo>
                  <a:pt x="476150" y="40514"/>
                  <a:pt x="478094" y="40102"/>
                  <a:pt x="480052" y="39796"/>
                </a:cubicBezTo>
                <a:cubicBezTo>
                  <a:pt x="482011" y="39490"/>
                  <a:pt x="483938" y="39245"/>
                  <a:pt x="485835" y="39061"/>
                </a:cubicBezTo>
                <a:cubicBezTo>
                  <a:pt x="487733" y="38877"/>
                  <a:pt x="489416" y="38601"/>
                  <a:pt x="490886" y="38234"/>
                </a:cubicBezTo>
                <a:cubicBezTo>
                  <a:pt x="492355" y="37867"/>
                  <a:pt x="493517" y="37332"/>
                  <a:pt x="494374" y="36629"/>
                </a:cubicBezTo>
                <a:cubicBezTo>
                  <a:pt x="495231" y="35925"/>
                  <a:pt x="495630" y="34899"/>
                  <a:pt x="495569" y="33552"/>
                </a:cubicBezTo>
                <a:cubicBezTo>
                  <a:pt x="495569" y="32144"/>
                  <a:pt x="495339" y="31027"/>
                  <a:pt x="494880" y="30201"/>
                </a:cubicBezTo>
                <a:cubicBezTo>
                  <a:pt x="494420" y="29375"/>
                  <a:pt x="493808" y="28732"/>
                  <a:pt x="493043" y="28274"/>
                </a:cubicBezTo>
                <a:cubicBezTo>
                  <a:pt x="492278" y="27814"/>
                  <a:pt x="491390" y="27508"/>
                  <a:pt x="490380" y="27355"/>
                </a:cubicBezTo>
                <a:cubicBezTo>
                  <a:pt x="489370" y="27201"/>
                  <a:pt x="488284" y="27125"/>
                  <a:pt x="487121" y="27125"/>
                </a:cubicBezTo>
                <a:cubicBezTo>
                  <a:pt x="484551" y="27125"/>
                  <a:pt x="482531" y="27676"/>
                  <a:pt x="481062" y="28778"/>
                </a:cubicBezTo>
                <a:cubicBezTo>
                  <a:pt x="479593" y="29880"/>
                  <a:pt x="478736" y="31716"/>
                  <a:pt x="478491" y="34286"/>
                </a:cubicBezTo>
                <a:lnTo>
                  <a:pt x="465454" y="34286"/>
                </a:lnTo>
                <a:moveTo>
                  <a:pt x="495569" y="43926"/>
                </a:moveTo>
                <a:cubicBezTo>
                  <a:pt x="495018" y="44417"/>
                  <a:pt x="494329" y="44799"/>
                  <a:pt x="493502" y="45075"/>
                </a:cubicBezTo>
                <a:cubicBezTo>
                  <a:pt x="492676" y="45350"/>
                  <a:pt x="491788" y="45580"/>
                  <a:pt x="490839" y="45764"/>
                </a:cubicBezTo>
                <a:cubicBezTo>
                  <a:pt x="489891" y="45947"/>
                  <a:pt x="488897" y="46100"/>
                  <a:pt x="487855" y="46222"/>
                </a:cubicBezTo>
                <a:cubicBezTo>
                  <a:pt x="486815" y="46345"/>
                  <a:pt x="485774" y="46497"/>
                  <a:pt x="484734" y="46680"/>
                </a:cubicBezTo>
                <a:cubicBezTo>
                  <a:pt x="483755" y="46864"/>
                  <a:pt x="482791" y="47110"/>
                  <a:pt x="481843" y="47416"/>
                </a:cubicBezTo>
                <a:cubicBezTo>
                  <a:pt x="480894" y="47721"/>
                  <a:pt x="480067" y="48135"/>
                  <a:pt x="479363" y="48656"/>
                </a:cubicBezTo>
                <a:cubicBezTo>
                  <a:pt x="478660" y="49176"/>
                  <a:pt x="478094" y="49834"/>
                  <a:pt x="477665" y="50630"/>
                </a:cubicBezTo>
                <a:cubicBezTo>
                  <a:pt x="477236" y="51424"/>
                  <a:pt x="477022" y="52434"/>
                  <a:pt x="477022" y="53658"/>
                </a:cubicBezTo>
                <a:cubicBezTo>
                  <a:pt x="477022" y="54821"/>
                  <a:pt x="477236" y="55801"/>
                  <a:pt x="477665" y="56596"/>
                </a:cubicBezTo>
                <a:cubicBezTo>
                  <a:pt x="478094" y="57392"/>
                  <a:pt x="478675" y="58020"/>
                  <a:pt x="479409" y="58479"/>
                </a:cubicBezTo>
                <a:cubicBezTo>
                  <a:pt x="480144" y="58938"/>
                  <a:pt x="481001" y="59259"/>
                  <a:pt x="481980" y="59443"/>
                </a:cubicBezTo>
                <a:cubicBezTo>
                  <a:pt x="482960" y="59627"/>
                  <a:pt x="483970" y="59719"/>
                  <a:pt x="485010" y="59719"/>
                </a:cubicBezTo>
                <a:cubicBezTo>
                  <a:pt x="487580" y="59719"/>
                  <a:pt x="489569" y="59291"/>
                  <a:pt x="490977" y="58434"/>
                </a:cubicBezTo>
                <a:cubicBezTo>
                  <a:pt x="492385" y="57577"/>
                  <a:pt x="493426" y="56551"/>
                  <a:pt x="494099" y="55358"/>
                </a:cubicBezTo>
                <a:cubicBezTo>
                  <a:pt x="494773" y="54164"/>
                  <a:pt x="495186" y="52955"/>
                  <a:pt x="495339" y="51731"/>
                </a:cubicBezTo>
                <a:cubicBezTo>
                  <a:pt x="495492" y="50506"/>
                  <a:pt x="495569" y="49527"/>
                  <a:pt x="495569" y="48793"/>
                </a:cubicBezTo>
                <a:lnTo>
                  <a:pt x="495569" y="43926"/>
                </a:lnTo>
                <a:close/>
                <a:moveTo>
                  <a:pt x="518797" y="19654"/>
                </a:moveTo>
                <a:lnTo>
                  <a:pt x="518797" y="67155"/>
                </a:lnTo>
                <a:lnTo>
                  <a:pt x="531834" y="67155"/>
                </a:lnTo>
                <a:lnTo>
                  <a:pt x="531834" y="45740"/>
                </a:lnTo>
                <a:cubicBezTo>
                  <a:pt x="531834" y="43596"/>
                  <a:pt x="532048" y="41605"/>
                  <a:pt x="532477" y="39767"/>
                </a:cubicBezTo>
                <a:cubicBezTo>
                  <a:pt x="532905" y="37929"/>
                  <a:pt x="533624" y="36321"/>
                  <a:pt x="534634" y="34942"/>
                </a:cubicBezTo>
                <a:cubicBezTo>
                  <a:pt x="535644" y="33564"/>
                  <a:pt x="536975" y="32476"/>
                  <a:pt x="538627" y="31679"/>
                </a:cubicBezTo>
                <a:cubicBezTo>
                  <a:pt x="540280" y="30883"/>
                  <a:pt x="542300" y="30484"/>
                  <a:pt x="544687" y="30484"/>
                </a:cubicBezTo>
                <a:cubicBezTo>
                  <a:pt x="545483" y="30484"/>
                  <a:pt x="546309" y="30531"/>
                  <a:pt x="547165" y="30623"/>
                </a:cubicBezTo>
                <a:cubicBezTo>
                  <a:pt x="548023" y="30714"/>
                  <a:pt x="548757" y="30821"/>
                  <a:pt x="549369" y="30944"/>
                </a:cubicBezTo>
                <a:lnTo>
                  <a:pt x="549369" y="18838"/>
                </a:lnTo>
                <a:cubicBezTo>
                  <a:pt x="548329" y="18533"/>
                  <a:pt x="547380" y="18380"/>
                  <a:pt x="546524" y="18380"/>
                </a:cubicBezTo>
                <a:cubicBezTo>
                  <a:pt x="544871" y="18380"/>
                  <a:pt x="543279" y="18625"/>
                  <a:pt x="541749" y="19114"/>
                </a:cubicBezTo>
                <a:cubicBezTo>
                  <a:pt x="540220" y="19603"/>
                  <a:pt x="538781" y="20290"/>
                  <a:pt x="537435" y="21176"/>
                </a:cubicBezTo>
                <a:cubicBezTo>
                  <a:pt x="536088" y="22063"/>
                  <a:pt x="534894" y="23133"/>
                  <a:pt x="533854" y="24386"/>
                </a:cubicBezTo>
                <a:cubicBezTo>
                  <a:pt x="532813" y="25639"/>
                  <a:pt x="531987" y="27000"/>
                  <a:pt x="531374" y="28467"/>
                </a:cubicBezTo>
                <a:lnTo>
                  <a:pt x="531191" y="28467"/>
                </a:lnTo>
                <a:lnTo>
                  <a:pt x="531191" y="19654"/>
                </a:lnTo>
                <a:lnTo>
                  <a:pt x="518797" y="19654"/>
                </a:lnTo>
                <a:close/>
                <a:moveTo>
                  <a:pt x="587074" y="36402"/>
                </a:moveTo>
                <a:lnTo>
                  <a:pt x="599835" y="36402"/>
                </a:lnTo>
                <a:cubicBezTo>
                  <a:pt x="599652" y="33337"/>
                  <a:pt x="598918" y="30686"/>
                  <a:pt x="597632" y="28449"/>
                </a:cubicBezTo>
                <a:cubicBezTo>
                  <a:pt x="596346" y="26211"/>
                  <a:pt x="594678" y="24341"/>
                  <a:pt x="592627" y="22839"/>
                </a:cubicBezTo>
                <a:cubicBezTo>
                  <a:pt x="590577" y="21338"/>
                  <a:pt x="588252" y="20219"/>
                  <a:pt x="585651" y="19484"/>
                </a:cubicBezTo>
                <a:cubicBezTo>
                  <a:pt x="583050" y="18748"/>
                  <a:pt x="580341" y="18380"/>
                  <a:pt x="577525" y="18380"/>
                </a:cubicBezTo>
                <a:cubicBezTo>
                  <a:pt x="573669" y="18380"/>
                  <a:pt x="570241" y="19024"/>
                  <a:pt x="567241" y="20312"/>
                </a:cubicBezTo>
                <a:cubicBezTo>
                  <a:pt x="564242" y="21599"/>
                  <a:pt x="561702" y="23392"/>
                  <a:pt x="559621" y="25692"/>
                </a:cubicBezTo>
                <a:cubicBezTo>
                  <a:pt x="557541" y="27991"/>
                  <a:pt x="555965" y="30720"/>
                  <a:pt x="554893" y="33877"/>
                </a:cubicBezTo>
                <a:cubicBezTo>
                  <a:pt x="553822" y="37034"/>
                  <a:pt x="553286" y="40452"/>
                  <a:pt x="553286" y="44131"/>
                </a:cubicBezTo>
                <a:cubicBezTo>
                  <a:pt x="553286" y="47687"/>
                  <a:pt x="553868" y="50952"/>
                  <a:pt x="555031" y="53926"/>
                </a:cubicBezTo>
                <a:cubicBezTo>
                  <a:pt x="556193" y="56899"/>
                  <a:pt x="557815" y="59458"/>
                  <a:pt x="559896" y="61605"/>
                </a:cubicBezTo>
                <a:cubicBezTo>
                  <a:pt x="561978" y="63751"/>
                  <a:pt x="564503" y="65422"/>
                  <a:pt x="567471" y="66617"/>
                </a:cubicBezTo>
                <a:cubicBezTo>
                  <a:pt x="570440" y="67813"/>
                  <a:pt x="573699" y="68410"/>
                  <a:pt x="577249" y="68410"/>
                </a:cubicBezTo>
                <a:cubicBezTo>
                  <a:pt x="583554" y="68410"/>
                  <a:pt x="588725" y="66751"/>
                  <a:pt x="592765" y="63433"/>
                </a:cubicBezTo>
                <a:cubicBezTo>
                  <a:pt x="596805" y="60114"/>
                  <a:pt x="599254" y="55302"/>
                  <a:pt x="600111" y="48998"/>
                </a:cubicBezTo>
                <a:lnTo>
                  <a:pt x="587532" y="48998"/>
                </a:lnTo>
                <a:cubicBezTo>
                  <a:pt x="587104" y="51936"/>
                  <a:pt x="586049" y="54277"/>
                  <a:pt x="584365" y="56022"/>
                </a:cubicBezTo>
                <a:cubicBezTo>
                  <a:pt x="582682" y="57766"/>
                  <a:pt x="580280" y="58637"/>
                  <a:pt x="577158" y="58637"/>
                </a:cubicBezTo>
                <a:cubicBezTo>
                  <a:pt x="575138" y="58637"/>
                  <a:pt x="573424" y="58178"/>
                  <a:pt x="572015" y="57260"/>
                </a:cubicBezTo>
                <a:cubicBezTo>
                  <a:pt x="570608" y="56342"/>
                  <a:pt x="569491" y="55164"/>
                  <a:pt x="568664" y="53726"/>
                </a:cubicBezTo>
                <a:cubicBezTo>
                  <a:pt x="567839" y="52287"/>
                  <a:pt x="567242" y="50679"/>
                  <a:pt x="566874" y="48904"/>
                </a:cubicBezTo>
                <a:cubicBezTo>
                  <a:pt x="566507" y="47128"/>
                  <a:pt x="566324" y="45384"/>
                  <a:pt x="566324" y="43670"/>
                </a:cubicBezTo>
                <a:cubicBezTo>
                  <a:pt x="566324" y="41894"/>
                  <a:pt x="566507" y="40104"/>
                  <a:pt x="566874" y="38299"/>
                </a:cubicBezTo>
                <a:cubicBezTo>
                  <a:pt x="567242" y="36492"/>
                  <a:pt x="567870" y="34839"/>
                  <a:pt x="568757" y="33339"/>
                </a:cubicBezTo>
                <a:cubicBezTo>
                  <a:pt x="569644" y="31839"/>
                  <a:pt x="570792" y="30615"/>
                  <a:pt x="572199" y="29666"/>
                </a:cubicBezTo>
                <a:cubicBezTo>
                  <a:pt x="573607" y="28717"/>
                  <a:pt x="575352" y="28243"/>
                  <a:pt x="577433" y="28243"/>
                </a:cubicBezTo>
                <a:cubicBezTo>
                  <a:pt x="583003" y="28243"/>
                  <a:pt x="586217" y="30962"/>
                  <a:pt x="587074" y="36402"/>
                </a:cubicBezTo>
                <a:close/>
                <a:moveTo>
                  <a:pt x="639866" y="36402"/>
                </a:moveTo>
                <a:lnTo>
                  <a:pt x="652627" y="36402"/>
                </a:lnTo>
                <a:cubicBezTo>
                  <a:pt x="652444" y="33337"/>
                  <a:pt x="651709" y="30686"/>
                  <a:pt x="650423" y="28449"/>
                </a:cubicBezTo>
                <a:cubicBezTo>
                  <a:pt x="649138" y="26211"/>
                  <a:pt x="647470" y="24341"/>
                  <a:pt x="645419" y="22839"/>
                </a:cubicBezTo>
                <a:cubicBezTo>
                  <a:pt x="643369" y="21338"/>
                  <a:pt x="641043" y="20219"/>
                  <a:pt x="638442" y="19484"/>
                </a:cubicBezTo>
                <a:cubicBezTo>
                  <a:pt x="635841" y="18748"/>
                  <a:pt x="633133" y="18380"/>
                  <a:pt x="630317" y="18380"/>
                </a:cubicBezTo>
                <a:cubicBezTo>
                  <a:pt x="626461" y="18380"/>
                  <a:pt x="623032" y="19024"/>
                  <a:pt x="620033" y="20312"/>
                </a:cubicBezTo>
                <a:cubicBezTo>
                  <a:pt x="617034" y="21599"/>
                  <a:pt x="614494" y="23392"/>
                  <a:pt x="612413" y="25692"/>
                </a:cubicBezTo>
                <a:cubicBezTo>
                  <a:pt x="610332" y="27991"/>
                  <a:pt x="608756" y="30720"/>
                  <a:pt x="607685" y="33877"/>
                </a:cubicBezTo>
                <a:cubicBezTo>
                  <a:pt x="606614" y="37034"/>
                  <a:pt x="606078" y="40452"/>
                  <a:pt x="606078" y="44131"/>
                </a:cubicBezTo>
                <a:cubicBezTo>
                  <a:pt x="606078" y="47687"/>
                  <a:pt x="606659" y="50952"/>
                  <a:pt x="607822" y="53926"/>
                </a:cubicBezTo>
                <a:cubicBezTo>
                  <a:pt x="608985" y="56899"/>
                  <a:pt x="610607" y="59458"/>
                  <a:pt x="612688" y="61605"/>
                </a:cubicBezTo>
                <a:cubicBezTo>
                  <a:pt x="614769" y="63751"/>
                  <a:pt x="617294" y="65422"/>
                  <a:pt x="620262" y="66617"/>
                </a:cubicBezTo>
                <a:cubicBezTo>
                  <a:pt x="623231" y="67813"/>
                  <a:pt x="626491" y="68410"/>
                  <a:pt x="630041" y="68410"/>
                </a:cubicBezTo>
                <a:cubicBezTo>
                  <a:pt x="636345" y="68410"/>
                  <a:pt x="641517" y="66751"/>
                  <a:pt x="645556" y="63433"/>
                </a:cubicBezTo>
                <a:cubicBezTo>
                  <a:pt x="649596" y="60114"/>
                  <a:pt x="652045" y="55302"/>
                  <a:pt x="652903" y="48998"/>
                </a:cubicBezTo>
                <a:lnTo>
                  <a:pt x="640324" y="48998"/>
                </a:lnTo>
                <a:cubicBezTo>
                  <a:pt x="639896" y="51936"/>
                  <a:pt x="638840" y="54277"/>
                  <a:pt x="637156" y="56022"/>
                </a:cubicBezTo>
                <a:cubicBezTo>
                  <a:pt x="635473" y="57766"/>
                  <a:pt x="633071" y="58637"/>
                  <a:pt x="629950" y="58637"/>
                </a:cubicBezTo>
                <a:cubicBezTo>
                  <a:pt x="627930" y="58637"/>
                  <a:pt x="626215" y="58178"/>
                  <a:pt x="624807" y="57260"/>
                </a:cubicBezTo>
                <a:cubicBezTo>
                  <a:pt x="623400" y="56342"/>
                  <a:pt x="622283" y="55164"/>
                  <a:pt x="621456" y="53726"/>
                </a:cubicBezTo>
                <a:cubicBezTo>
                  <a:pt x="620630" y="52287"/>
                  <a:pt x="620034" y="50679"/>
                  <a:pt x="619666" y="48904"/>
                </a:cubicBezTo>
                <a:cubicBezTo>
                  <a:pt x="619299" y="47128"/>
                  <a:pt x="619115" y="45384"/>
                  <a:pt x="619115" y="43670"/>
                </a:cubicBezTo>
                <a:cubicBezTo>
                  <a:pt x="619115" y="41894"/>
                  <a:pt x="619299" y="40104"/>
                  <a:pt x="619666" y="38299"/>
                </a:cubicBezTo>
                <a:cubicBezTo>
                  <a:pt x="620034" y="36492"/>
                  <a:pt x="620661" y="34839"/>
                  <a:pt x="621548" y="33339"/>
                </a:cubicBezTo>
                <a:cubicBezTo>
                  <a:pt x="622436" y="31839"/>
                  <a:pt x="623583" y="30615"/>
                  <a:pt x="624991" y="29666"/>
                </a:cubicBezTo>
                <a:cubicBezTo>
                  <a:pt x="626399" y="28717"/>
                  <a:pt x="628144" y="28243"/>
                  <a:pt x="630224" y="28243"/>
                </a:cubicBezTo>
                <a:cubicBezTo>
                  <a:pt x="635795" y="28243"/>
                  <a:pt x="639008" y="30962"/>
                  <a:pt x="639866" y="36402"/>
                </a:cubicBezTo>
                <a:close/>
                <a:moveTo>
                  <a:pt x="671907" y="43486"/>
                </a:moveTo>
                <a:cubicBezTo>
                  <a:pt x="671907" y="41589"/>
                  <a:pt x="672090" y="39722"/>
                  <a:pt x="672457" y="37885"/>
                </a:cubicBezTo>
                <a:cubicBezTo>
                  <a:pt x="672824" y="36048"/>
                  <a:pt x="673451" y="34426"/>
                  <a:pt x="674339" y="33019"/>
                </a:cubicBezTo>
                <a:cubicBezTo>
                  <a:pt x="675227" y="31610"/>
                  <a:pt x="676405" y="30462"/>
                  <a:pt x="677875" y="29575"/>
                </a:cubicBezTo>
                <a:cubicBezTo>
                  <a:pt x="679344" y="28687"/>
                  <a:pt x="681180" y="28243"/>
                  <a:pt x="683383" y="28243"/>
                </a:cubicBezTo>
                <a:cubicBezTo>
                  <a:pt x="685587" y="28243"/>
                  <a:pt x="687439" y="28687"/>
                  <a:pt x="688938" y="29575"/>
                </a:cubicBezTo>
                <a:cubicBezTo>
                  <a:pt x="690438" y="30462"/>
                  <a:pt x="691631" y="31610"/>
                  <a:pt x="692518" y="33019"/>
                </a:cubicBezTo>
                <a:cubicBezTo>
                  <a:pt x="693407" y="34426"/>
                  <a:pt x="694034" y="36048"/>
                  <a:pt x="694401" y="37885"/>
                </a:cubicBezTo>
                <a:cubicBezTo>
                  <a:pt x="694768" y="39722"/>
                  <a:pt x="694952" y="41589"/>
                  <a:pt x="694952" y="43486"/>
                </a:cubicBezTo>
                <a:cubicBezTo>
                  <a:pt x="694952" y="45384"/>
                  <a:pt x="694768" y="47236"/>
                  <a:pt x="694401" y="49042"/>
                </a:cubicBezTo>
                <a:cubicBezTo>
                  <a:pt x="694034" y="50848"/>
                  <a:pt x="693407" y="52470"/>
                  <a:pt x="692518" y="53909"/>
                </a:cubicBezTo>
                <a:cubicBezTo>
                  <a:pt x="691631" y="55348"/>
                  <a:pt x="690438" y="56495"/>
                  <a:pt x="688938" y="57353"/>
                </a:cubicBezTo>
                <a:cubicBezTo>
                  <a:pt x="687439" y="58209"/>
                  <a:pt x="685587" y="58637"/>
                  <a:pt x="683383" y="58637"/>
                </a:cubicBezTo>
                <a:cubicBezTo>
                  <a:pt x="681180" y="58637"/>
                  <a:pt x="679344" y="58209"/>
                  <a:pt x="677875" y="57353"/>
                </a:cubicBezTo>
                <a:cubicBezTo>
                  <a:pt x="676405" y="56495"/>
                  <a:pt x="675227" y="55348"/>
                  <a:pt x="674339" y="53909"/>
                </a:cubicBezTo>
                <a:cubicBezTo>
                  <a:pt x="673451" y="52470"/>
                  <a:pt x="672824" y="50848"/>
                  <a:pt x="672457" y="49042"/>
                </a:cubicBezTo>
                <a:cubicBezTo>
                  <a:pt x="672090" y="47236"/>
                  <a:pt x="671907" y="45384"/>
                  <a:pt x="671907" y="43486"/>
                </a:cubicBezTo>
                <a:moveTo>
                  <a:pt x="658870" y="43488"/>
                </a:moveTo>
                <a:cubicBezTo>
                  <a:pt x="658870" y="47289"/>
                  <a:pt x="659451" y="50722"/>
                  <a:pt x="660614" y="53787"/>
                </a:cubicBezTo>
                <a:cubicBezTo>
                  <a:pt x="661776" y="56853"/>
                  <a:pt x="663429" y="59474"/>
                  <a:pt x="665572" y="61651"/>
                </a:cubicBezTo>
                <a:cubicBezTo>
                  <a:pt x="667714" y="63827"/>
                  <a:pt x="670285" y="65498"/>
                  <a:pt x="673284" y="66663"/>
                </a:cubicBezTo>
                <a:cubicBezTo>
                  <a:pt x="676284" y="67828"/>
                  <a:pt x="679650" y="68410"/>
                  <a:pt x="683383" y="68410"/>
                </a:cubicBezTo>
                <a:cubicBezTo>
                  <a:pt x="687117" y="68410"/>
                  <a:pt x="690499" y="67828"/>
                  <a:pt x="693529" y="66663"/>
                </a:cubicBezTo>
                <a:cubicBezTo>
                  <a:pt x="696558" y="65498"/>
                  <a:pt x="699144" y="63827"/>
                  <a:pt x="701287" y="61651"/>
                </a:cubicBezTo>
                <a:cubicBezTo>
                  <a:pt x="703429" y="59474"/>
                  <a:pt x="705082" y="56853"/>
                  <a:pt x="706245" y="53787"/>
                </a:cubicBezTo>
                <a:cubicBezTo>
                  <a:pt x="707408" y="50722"/>
                  <a:pt x="707989" y="47289"/>
                  <a:pt x="707989" y="43488"/>
                </a:cubicBezTo>
                <a:cubicBezTo>
                  <a:pt x="707989" y="39687"/>
                  <a:pt x="707408" y="36238"/>
                  <a:pt x="706245" y="33142"/>
                </a:cubicBezTo>
                <a:cubicBezTo>
                  <a:pt x="705082" y="30045"/>
                  <a:pt x="703429" y="27408"/>
                  <a:pt x="701287" y="25232"/>
                </a:cubicBezTo>
                <a:cubicBezTo>
                  <a:pt x="699144" y="23055"/>
                  <a:pt x="696558" y="21369"/>
                  <a:pt x="693529" y="20173"/>
                </a:cubicBezTo>
                <a:cubicBezTo>
                  <a:pt x="690499" y="18978"/>
                  <a:pt x="687117" y="18380"/>
                  <a:pt x="683383" y="18380"/>
                </a:cubicBezTo>
                <a:cubicBezTo>
                  <a:pt x="679650" y="18380"/>
                  <a:pt x="676284" y="18978"/>
                  <a:pt x="673284" y="20173"/>
                </a:cubicBezTo>
                <a:cubicBezTo>
                  <a:pt x="670285" y="21369"/>
                  <a:pt x="667714" y="23055"/>
                  <a:pt x="665572" y="25232"/>
                </a:cubicBezTo>
                <a:cubicBezTo>
                  <a:pt x="663429" y="27408"/>
                  <a:pt x="661776" y="30045"/>
                  <a:pt x="660614" y="33142"/>
                </a:cubicBezTo>
                <a:cubicBezTo>
                  <a:pt x="659451" y="36238"/>
                  <a:pt x="658870" y="39687"/>
                  <a:pt x="658870" y="43488"/>
                </a:cubicBezTo>
                <a:close/>
                <a:moveTo>
                  <a:pt x="726290" y="51734"/>
                </a:moveTo>
                <a:lnTo>
                  <a:pt x="713896" y="51734"/>
                </a:lnTo>
                <a:cubicBezTo>
                  <a:pt x="714019" y="54911"/>
                  <a:pt x="714738" y="57554"/>
                  <a:pt x="716054" y="59661"/>
                </a:cubicBezTo>
                <a:cubicBezTo>
                  <a:pt x="717370" y="61768"/>
                  <a:pt x="719053" y="63464"/>
                  <a:pt x="721103" y="64747"/>
                </a:cubicBezTo>
                <a:cubicBezTo>
                  <a:pt x="723154" y="66030"/>
                  <a:pt x="725495" y="66946"/>
                  <a:pt x="728127" y="67495"/>
                </a:cubicBezTo>
                <a:cubicBezTo>
                  <a:pt x="730759" y="68046"/>
                  <a:pt x="733452" y="68321"/>
                  <a:pt x="736206" y="68321"/>
                </a:cubicBezTo>
                <a:cubicBezTo>
                  <a:pt x="738899" y="68321"/>
                  <a:pt x="741546" y="68060"/>
                  <a:pt x="744147" y="67539"/>
                </a:cubicBezTo>
                <a:cubicBezTo>
                  <a:pt x="746749" y="67019"/>
                  <a:pt x="749059" y="66116"/>
                  <a:pt x="751079" y="64830"/>
                </a:cubicBezTo>
                <a:cubicBezTo>
                  <a:pt x="753099" y="63543"/>
                  <a:pt x="754736" y="61844"/>
                  <a:pt x="755990" y="59732"/>
                </a:cubicBezTo>
                <a:cubicBezTo>
                  <a:pt x="757245" y="57619"/>
                  <a:pt x="757873" y="55001"/>
                  <a:pt x="757873" y="51878"/>
                </a:cubicBezTo>
                <a:cubicBezTo>
                  <a:pt x="757873" y="49674"/>
                  <a:pt x="757444" y="47822"/>
                  <a:pt x="756587" y="46322"/>
                </a:cubicBezTo>
                <a:cubicBezTo>
                  <a:pt x="755731" y="44821"/>
                  <a:pt x="754598" y="43565"/>
                  <a:pt x="753190" y="42555"/>
                </a:cubicBezTo>
                <a:cubicBezTo>
                  <a:pt x="751782" y="41544"/>
                  <a:pt x="750176" y="40733"/>
                  <a:pt x="748371" y="40121"/>
                </a:cubicBezTo>
                <a:cubicBezTo>
                  <a:pt x="746565" y="39509"/>
                  <a:pt x="744714" y="38988"/>
                  <a:pt x="742816" y="38559"/>
                </a:cubicBezTo>
                <a:cubicBezTo>
                  <a:pt x="740980" y="38131"/>
                  <a:pt x="739174" y="37733"/>
                  <a:pt x="737398" y="37366"/>
                </a:cubicBezTo>
                <a:cubicBezTo>
                  <a:pt x="735624" y="36998"/>
                  <a:pt x="734048" y="36584"/>
                  <a:pt x="732670" y="36126"/>
                </a:cubicBezTo>
                <a:cubicBezTo>
                  <a:pt x="731294" y="35666"/>
                  <a:pt x="730177" y="35069"/>
                  <a:pt x="729319" y="34334"/>
                </a:cubicBezTo>
                <a:cubicBezTo>
                  <a:pt x="728463" y="33599"/>
                  <a:pt x="728035" y="32650"/>
                  <a:pt x="728035" y="31486"/>
                </a:cubicBezTo>
                <a:cubicBezTo>
                  <a:pt x="728035" y="30506"/>
                  <a:pt x="728279" y="29725"/>
                  <a:pt x="728769" y="29144"/>
                </a:cubicBezTo>
                <a:cubicBezTo>
                  <a:pt x="729259" y="28562"/>
                  <a:pt x="729856" y="28118"/>
                  <a:pt x="730559" y="27813"/>
                </a:cubicBezTo>
                <a:cubicBezTo>
                  <a:pt x="731263" y="27506"/>
                  <a:pt x="732044" y="27307"/>
                  <a:pt x="732900" y="27216"/>
                </a:cubicBezTo>
                <a:cubicBezTo>
                  <a:pt x="733757" y="27123"/>
                  <a:pt x="734553" y="27077"/>
                  <a:pt x="735287" y="27077"/>
                </a:cubicBezTo>
                <a:cubicBezTo>
                  <a:pt x="737613" y="27077"/>
                  <a:pt x="739632" y="27523"/>
                  <a:pt x="741346" y="28415"/>
                </a:cubicBezTo>
                <a:cubicBezTo>
                  <a:pt x="743060" y="29306"/>
                  <a:pt x="744009" y="31012"/>
                  <a:pt x="744193" y="33533"/>
                </a:cubicBezTo>
                <a:lnTo>
                  <a:pt x="756588" y="33533"/>
                </a:lnTo>
                <a:cubicBezTo>
                  <a:pt x="756344" y="30594"/>
                  <a:pt x="755594" y="28161"/>
                  <a:pt x="754338" y="26232"/>
                </a:cubicBezTo>
                <a:cubicBezTo>
                  <a:pt x="753084" y="24304"/>
                  <a:pt x="751508" y="22758"/>
                  <a:pt x="749610" y="21595"/>
                </a:cubicBezTo>
                <a:cubicBezTo>
                  <a:pt x="747713" y="20432"/>
                  <a:pt x="745556" y="19605"/>
                  <a:pt x="743138" y="19116"/>
                </a:cubicBezTo>
                <a:cubicBezTo>
                  <a:pt x="740720" y="18625"/>
                  <a:pt x="738226" y="18380"/>
                  <a:pt x="735656" y="18380"/>
                </a:cubicBezTo>
                <a:cubicBezTo>
                  <a:pt x="733084" y="18380"/>
                  <a:pt x="730574" y="18610"/>
                  <a:pt x="728126" y="19069"/>
                </a:cubicBezTo>
                <a:cubicBezTo>
                  <a:pt x="725678" y="19528"/>
                  <a:pt x="723475" y="20324"/>
                  <a:pt x="721516" y="21457"/>
                </a:cubicBezTo>
                <a:cubicBezTo>
                  <a:pt x="719558" y="22590"/>
                  <a:pt x="717981" y="24136"/>
                  <a:pt x="716788" y="26095"/>
                </a:cubicBezTo>
                <a:cubicBezTo>
                  <a:pt x="715594" y="28055"/>
                  <a:pt x="714998" y="30566"/>
                  <a:pt x="714998" y="33628"/>
                </a:cubicBezTo>
                <a:cubicBezTo>
                  <a:pt x="714998" y="35710"/>
                  <a:pt x="715426" y="37470"/>
                  <a:pt x="716282" y="38909"/>
                </a:cubicBezTo>
                <a:cubicBezTo>
                  <a:pt x="717140" y="40348"/>
                  <a:pt x="718272" y="41542"/>
                  <a:pt x="719679" y="42492"/>
                </a:cubicBezTo>
                <a:cubicBezTo>
                  <a:pt x="721088" y="43441"/>
                  <a:pt x="722695" y="44206"/>
                  <a:pt x="724500" y="44788"/>
                </a:cubicBezTo>
                <a:cubicBezTo>
                  <a:pt x="726305" y="45370"/>
                  <a:pt x="728157" y="45875"/>
                  <a:pt x="730055" y="46304"/>
                </a:cubicBezTo>
                <a:cubicBezTo>
                  <a:pt x="734706" y="47283"/>
                  <a:pt x="738332" y="48263"/>
                  <a:pt x="740933" y="49243"/>
                </a:cubicBezTo>
                <a:cubicBezTo>
                  <a:pt x="743535" y="50222"/>
                  <a:pt x="744836" y="51692"/>
                  <a:pt x="744836" y="53651"/>
                </a:cubicBezTo>
                <a:cubicBezTo>
                  <a:pt x="744836" y="54814"/>
                  <a:pt x="744560" y="55779"/>
                  <a:pt x="744009" y="56544"/>
                </a:cubicBezTo>
                <a:cubicBezTo>
                  <a:pt x="743458" y="57310"/>
                  <a:pt x="742770" y="57923"/>
                  <a:pt x="741943" y="58382"/>
                </a:cubicBezTo>
                <a:cubicBezTo>
                  <a:pt x="741117" y="58841"/>
                  <a:pt x="740199" y="59178"/>
                  <a:pt x="739189" y="59393"/>
                </a:cubicBezTo>
                <a:cubicBezTo>
                  <a:pt x="738179" y="59606"/>
                  <a:pt x="737215" y="59713"/>
                  <a:pt x="736297" y="59713"/>
                </a:cubicBezTo>
                <a:cubicBezTo>
                  <a:pt x="735012" y="59713"/>
                  <a:pt x="733773" y="59561"/>
                  <a:pt x="732579" y="59255"/>
                </a:cubicBezTo>
                <a:cubicBezTo>
                  <a:pt x="731386" y="58949"/>
                  <a:pt x="730330" y="58475"/>
                  <a:pt x="729412" y="57833"/>
                </a:cubicBezTo>
                <a:cubicBezTo>
                  <a:pt x="728494" y="57191"/>
                  <a:pt x="727744" y="56365"/>
                  <a:pt x="727162" y="55356"/>
                </a:cubicBezTo>
                <a:cubicBezTo>
                  <a:pt x="726581" y="54348"/>
                  <a:pt x="726290" y="53140"/>
                  <a:pt x="726290" y="51734"/>
                </a:cubicBezTo>
                <a:close/>
                <a:moveTo>
                  <a:pt x="788018" y="0"/>
                </a:moveTo>
                <a:lnTo>
                  <a:pt x="777093" y="0"/>
                </a:lnTo>
                <a:cubicBezTo>
                  <a:pt x="775073" y="2938"/>
                  <a:pt x="773313" y="6152"/>
                  <a:pt x="771813" y="9641"/>
                </a:cubicBezTo>
                <a:cubicBezTo>
                  <a:pt x="770314" y="13130"/>
                  <a:pt x="769059" y="16742"/>
                  <a:pt x="768049" y="20476"/>
                </a:cubicBezTo>
                <a:cubicBezTo>
                  <a:pt x="767039" y="24210"/>
                  <a:pt x="766274" y="27959"/>
                  <a:pt x="765754" y="31724"/>
                </a:cubicBezTo>
                <a:cubicBezTo>
                  <a:pt x="765234" y="35489"/>
                  <a:pt x="764974" y="39086"/>
                  <a:pt x="764974" y="42514"/>
                </a:cubicBezTo>
                <a:cubicBezTo>
                  <a:pt x="764974" y="49737"/>
                  <a:pt x="766030" y="56838"/>
                  <a:pt x="768141" y="63817"/>
                </a:cubicBezTo>
                <a:cubicBezTo>
                  <a:pt x="770253" y="70795"/>
                  <a:pt x="773237" y="77437"/>
                  <a:pt x="777093" y="83742"/>
                </a:cubicBezTo>
                <a:lnTo>
                  <a:pt x="787927" y="83742"/>
                </a:lnTo>
                <a:cubicBezTo>
                  <a:pt x="784437" y="77070"/>
                  <a:pt x="781912" y="70214"/>
                  <a:pt x="780352" y="63175"/>
                </a:cubicBezTo>
                <a:cubicBezTo>
                  <a:pt x="778791" y="56135"/>
                  <a:pt x="778011" y="48942"/>
                  <a:pt x="778011" y="41595"/>
                </a:cubicBezTo>
                <a:cubicBezTo>
                  <a:pt x="778011" y="34372"/>
                  <a:pt x="778806" y="27256"/>
                  <a:pt x="780398" y="20248"/>
                </a:cubicBezTo>
                <a:cubicBezTo>
                  <a:pt x="781989" y="13238"/>
                  <a:pt x="784529" y="6489"/>
                  <a:pt x="788018" y="0"/>
                </a:cubicBezTo>
                <a:close/>
                <a:moveTo>
                  <a:pt x="816113" y="73011"/>
                </a:moveTo>
                <a:lnTo>
                  <a:pt x="835943" y="19725"/>
                </a:lnTo>
                <a:lnTo>
                  <a:pt x="822448" y="19725"/>
                </a:lnTo>
                <a:lnTo>
                  <a:pt x="812073" y="52192"/>
                </a:lnTo>
                <a:lnTo>
                  <a:pt x="811889" y="52192"/>
                </a:lnTo>
                <a:lnTo>
                  <a:pt x="801147" y="19725"/>
                </a:lnTo>
                <a:lnTo>
                  <a:pt x="787283" y="19725"/>
                </a:lnTo>
                <a:lnTo>
                  <a:pt x="803901" y="64215"/>
                </a:lnTo>
                <a:cubicBezTo>
                  <a:pt x="804269" y="65132"/>
                  <a:pt x="804453" y="66110"/>
                  <a:pt x="804453" y="67149"/>
                </a:cubicBezTo>
                <a:cubicBezTo>
                  <a:pt x="804453" y="68556"/>
                  <a:pt x="804040" y="69840"/>
                  <a:pt x="803213" y="71002"/>
                </a:cubicBezTo>
                <a:cubicBezTo>
                  <a:pt x="802387" y="72164"/>
                  <a:pt x="801117" y="72837"/>
                  <a:pt x="799403" y="73021"/>
                </a:cubicBezTo>
                <a:cubicBezTo>
                  <a:pt x="798118" y="73081"/>
                  <a:pt x="796832" y="73051"/>
                  <a:pt x="795546" y="72928"/>
                </a:cubicBezTo>
                <a:cubicBezTo>
                  <a:pt x="794261" y="72806"/>
                  <a:pt x="793007" y="72684"/>
                  <a:pt x="791783" y="72561"/>
                </a:cubicBezTo>
                <a:lnTo>
                  <a:pt x="791783" y="83294"/>
                </a:lnTo>
                <a:cubicBezTo>
                  <a:pt x="793129" y="83413"/>
                  <a:pt x="794460" y="83518"/>
                  <a:pt x="795776" y="83608"/>
                </a:cubicBezTo>
                <a:cubicBezTo>
                  <a:pt x="797092" y="83697"/>
                  <a:pt x="798423" y="83742"/>
                  <a:pt x="799770" y="83742"/>
                </a:cubicBezTo>
                <a:cubicBezTo>
                  <a:pt x="804238" y="83742"/>
                  <a:pt x="807727" y="82916"/>
                  <a:pt x="810236" y="81265"/>
                </a:cubicBezTo>
                <a:cubicBezTo>
                  <a:pt x="812746" y="79615"/>
                  <a:pt x="814705" y="76864"/>
                  <a:pt x="816113" y="73011"/>
                </a:cubicBezTo>
                <a:close/>
                <a:moveTo>
                  <a:pt x="871169" y="67155"/>
                </a:moveTo>
                <a:lnTo>
                  <a:pt x="871169" y="2869"/>
                </a:lnTo>
                <a:lnTo>
                  <a:pt x="860795" y="2869"/>
                </a:lnTo>
                <a:cubicBezTo>
                  <a:pt x="860427" y="5311"/>
                  <a:pt x="859661" y="7357"/>
                  <a:pt x="858499" y="9007"/>
                </a:cubicBezTo>
                <a:cubicBezTo>
                  <a:pt x="857336" y="10655"/>
                  <a:pt x="855912" y="11983"/>
                  <a:pt x="854229" y="12991"/>
                </a:cubicBezTo>
                <a:cubicBezTo>
                  <a:pt x="852546" y="13998"/>
                  <a:pt x="850648" y="14700"/>
                  <a:pt x="848537" y="15098"/>
                </a:cubicBezTo>
                <a:cubicBezTo>
                  <a:pt x="846425" y="15495"/>
                  <a:pt x="844237" y="15662"/>
                  <a:pt x="841973" y="15601"/>
                </a:cubicBezTo>
                <a:lnTo>
                  <a:pt x="841973" y="25463"/>
                </a:lnTo>
                <a:lnTo>
                  <a:pt x="858132" y="25463"/>
                </a:lnTo>
                <a:lnTo>
                  <a:pt x="858132" y="67155"/>
                </a:lnTo>
                <a:lnTo>
                  <a:pt x="871169" y="67155"/>
                </a:lnTo>
                <a:close/>
                <a:moveTo>
                  <a:pt x="885889" y="83742"/>
                </a:moveTo>
                <a:lnTo>
                  <a:pt x="896723" y="83742"/>
                </a:lnTo>
                <a:cubicBezTo>
                  <a:pt x="898743" y="80865"/>
                  <a:pt x="900518" y="77681"/>
                  <a:pt x="902048" y="74192"/>
                </a:cubicBezTo>
                <a:cubicBezTo>
                  <a:pt x="903578" y="70703"/>
                  <a:pt x="904849" y="67107"/>
                  <a:pt x="905858" y="63403"/>
                </a:cubicBezTo>
                <a:cubicBezTo>
                  <a:pt x="906868" y="59700"/>
                  <a:pt x="907617" y="55966"/>
                  <a:pt x="908107" y="52202"/>
                </a:cubicBezTo>
                <a:cubicBezTo>
                  <a:pt x="908597" y="48437"/>
                  <a:pt x="908842" y="44840"/>
                  <a:pt x="908842" y="41412"/>
                </a:cubicBezTo>
                <a:cubicBezTo>
                  <a:pt x="908842" y="34188"/>
                  <a:pt x="907786" y="27057"/>
                  <a:pt x="905675" y="20018"/>
                </a:cubicBezTo>
                <a:cubicBezTo>
                  <a:pt x="903563" y="12978"/>
                  <a:pt x="900579" y="6305"/>
                  <a:pt x="896723" y="0"/>
                </a:cubicBezTo>
                <a:lnTo>
                  <a:pt x="885980" y="0"/>
                </a:lnTo>
                <a:cubicBezTo>
                  <a:pt x="889347" y="6672"/>
                  <a:pt x="891827" y="13559"/>
                  <a:pt x="893418" y="20660"/>
                </a:cubicBezTo>
                <a:cubicBezTo>
                  <a:pt x="895009" y="27760"/>
                  <a:pt x="895805" y="34984"/>
                  <a:pt x="895805" y="42331"/>
                </a:cubicBezTo>
                <a:cubicBezTo>
                  <a:pt x="895805" y="49554"/>
                  <a:pt x="894994" y="56639"/>
                  <a:pt x="893372" y="63587"/>
                </a:cubicBezTo>
                <a:cubicBezTo>
                  <a:pt x="891749" y="70535"/>
                  <a:pt x="889255" y="77253"/>
                  <a:pt x="885889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print(y1)">
            <a:extLst xmlns:a="http://schemas.openxmlformats.org/drawingml/2006/main">
              <a:ext uri="{FF2B5EF4-FFF2-40B4-BE49-F238E27FC236}">
                <a16:creationId xmlns:a16="http://schemas.microsoft.com/office/drawing/2014/main" id="{7D45E85A-5E60-453C-8099-F36AB9F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31" y="3299271"/>
            <a:ext cx="345671" cy="83742"/>
          </a:xfrm>
          <a:custGeom xmlns:a="http://schemas.openxmlformats.org/drawingml/2006/main">
            <a:pathLst>
              <a:path w="345671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3" y="41605"/>
                  <a:pt x="69532" y="39767"/>
                </a:cubicBezTo>
                <a:cubicBezTo>
                  <a:pt x="69961" y="37929"/>
                  <a:pt x="70680" y="36321"/>
                  <a:pt x="71690" y="34942"/>
                </a:cubicBezTo>
                <a:cubicBezTo>
                  <a:pt x="72699" y="33564"/>
                  <a:pt x="74030" y="32476"/>
                  <a:pt x="75682" y="31679"/>
                </a:cubicBezTo>
                <a:cubicBezTo>
                  <a:pt x="77335" y="30883"/>
                  <a:pt x="79355" y="30484"/>
                  <a:pt x="81743" y="30484"/>
                </a:cubicBezTo>
                <a:cubicBezTo>
                  <a:pt x="82538" y="30484"/>
                  <a:pt x="83364" y="30531"/>
                  <a:pt x="84221" y="30623"/>
                </a:cubicBezTo>
                <a:cubicBezTo>
                  <a:pt x="85078" y="30714"/>
                  <a:pt x="85813" y="30821"/>
                  <a:pt x="86425" y="30944"/>
                </a:cubicBezTo>
                <a:lnTo>
                  <a:pt x="86425" y="18838"/>
                </a:lnTo>
                <a:cubicBezTo>
                  <a:pt x="85384" y="18533"/>
                  <a:pt x="84436" y="18380"/>
                  <a:pt x="83579" y="18380"/>
                </a:cubicBezTo>
                <a:cubicBezTo>
                  <a:pt x="81926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3" y="22063"/>
                  <a:pt x="71950" y="23133"/>
                  <a:pt x="70909" y="24386"/>
                </a:cubicBezTo>
                <a:cubicBezTo>
                  <a:pt x="69869" y="25639"/>
                  <a:pt x="69042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9" y="1614"/>
                </a:lnTo>
                <a:lnTo>
                  <a:pt x="92179" y="12373"/>
                </a:lnTo>
                <a:lnTo>
                  <a:pt x="105216" y="12373"/>
                </a:lnTo>
                <a:moveTo>
                  <a:pt x="92179" y="19689"/>
                </a:moveTo>
                <a:lnTo>
                  <a:pt x="92179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9" y="19689"/>
                </a:lnTo>
                <a:close/>
                <a:moveTo>
                  <a:pt x="115530" y="19687"/>
                </a:moveTo>
                <a:lnTo>
                  <a:pt x="115530" y="67155"/>
                </a:lnTo>
                <a:lnTo>
                  <a:pt x="128567" y="67155"/>
                </a:lnTo>
                <a:lnTo>
                  <a:pt x="128567" y="42277"/>
                </a:lnTo>
                <a:cubicBezTo>
                  <a:pt x="128567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4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4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1" y="18380"/>
                  <a:pt x="137258" y="19009"/>
                  <a:pt x="134626" y="20267"/>
                </a:cubicBezTo>
                <a:cubicBezTo>
                  <a:pt x="131994" y="21525"/>
                  <a:pt x="129852" y="23535"/>
                  <a:pt x="128200" y="26297"/>
                </a:cubicBezTo>
                <a:lnTo>
                  <a:pt x="127924" y="26297"/>
                </a:lnTo>
                <a:lnTo>
                  <a:pt x="127924" y="19687"/>
                </a:lnTo>
                <a:lnTo>
                  <a:pt x="115530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8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3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6" y="67155"/>
                </a:cubicBezTo>
                <a:lnTo>
                  <a:pt x="195926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7" y="57382"/>
                </a:cubicBezTo>
                <a:cubicBezTo>
                  <a:pt x="189683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6" y="28422"/>
                </a:lnTo>
                <a:lnTo>
                  <a:pt x="195926" y="19725"/>
                </a:lnTo>
                <a:lnTo>
                  <a:pt x="186377" y="19725"/>
                </a:lnTo>
                <a:close/>
                <a:moveTo>
                  <a:pt x="224846" y="0"/>
                </a:moveTo>
                <a:lnTo>
                  <a:pt x="213921" y="0"/>
                </a:lnTo>
                <a:cubicBezTo>
                  <a:pt x="211901" y="2938"/>
                  <a:pt x="210141" y="6152"/>
                  <a:pt x="208641" y="9641"/>
                </a:cubicBezTo>
                <a:cubicBezTo>
                  <a:pt x="207142" y="13130"/>
                  <a:pt x="205887" y="16742"/>
                  <a:pt x="204877" y="20476"/>
                </a:cubicBezTo>
                <a:cubicBezTo>
                  <a:pt x="203867" y="24210"/>
                  <a:pt x="203102" y="27959"/>
                  <a:pt x="202582" y="31724"/>
                </a:cubicBezTo>
                <a:cubicBezTo>
                  <a:pt x="202062" y="35489"/>
                  <a:pt x="201802" y="39086"/>
                  <a:pt x="201802" y="42514"/>
                </a:cubicBezTo>
                <a:cubicBezTo>
                  <a:pt x="201802" y="49737"/>
                  <a:pt x="202858" y="56838"/>
                  <a:pt x="204969" y="63817"/>
                </a:cubicBezTo>
                <a:cubicBezTo>
                  <a:pt x="207081" y="70795"/>
                  <a:pt x="210065" y="77437"/>
                  <a:pt x="213921" y="83742"/>
                </a:cubicBezTo>
                <a:lnTo>
                  <a:pt x="224755" y="83742"/>
                </a:lnTo>
                <a:cubicBezTo>
                  <a:pt x="221266" y="77070"/>
                  <a:pt x="218741" y="70214"/>
                  <a:pt x="217180" y="63175"/>
                </a:cubicBezTo>
                <a:cubicBezTo>
                  <a:pt x="215619" y="56135"/>
                  <a:pt x="214839" y="48942"/>
                  <a:pt x="214839" y="41595"/>
                </a:cubicBezTo>
                <a:cubicBezTo>
                  <a:pt x="214839" y="34372"/>
                  <a:pt x="215635" y="27256"/>
                  <a:pt x="217226" y="20248"/>
                </a:cubicBezTo>
                <a:cubicBezTo>
                  <a:pt x="218818" y="13238"/>
                  <a:pt x="221358" y="6489"/>
                  <a:pt x="224846" y="0"/>
                </a:cubicBezTo>
                <a:close/>
                <a:moveTo>
                  <a:pt x="252941" y="73011"/>
                </a:moveTo>
                <a:lnTo>
                  <a:pt x="272771" y="19725"/>
                </a:lnTo>
                <a:lnTo>
                  <a:pt x="259276" y="19725"/>
                </a:lnTo>
                <a:lnTo>
                  <a:pt x="248901" y="52192"/>
                </a:lnTo>
                <a:lnTo>
                  <a:pt x="248717" y="52192"/>
                </a:lnTo>
                <a:lnTo>
                  <a:pt x="237975" y="19725"/>
                </a:lnTo>
                <a:lnTo>
                  <a:pt x="224111" y="19725"/>
                </a:lnTo>
                <a:lnTo>
                  <a:pt x="240729" y="64215"/>
                </a:lnTo>
                <a:cubicBezTo>
                  <a:pt x="241097" y="65132"/>
                  <a:pt x="241281" y="66110"/>
                  <a:pt x="241281" y="67149"/>
                </a:cubicBezTo>
                <a:cubicBezTo>
                  <a:pt x="241281" y="68556"/>
                  <a:pt x="240868" y="69840"/>
                  <a:pt x="240041" y="71002"/>
                </a:cubicBezTo>
                <a:cubicBezTo>
                  <a:pt x="239215" y="72164"/>
                  <a:pt x="237945" y="72837"/>
                  <a:pt x="236231" y="73021"/>
                </a:cubicBezTo>
                <a:cubicBezTo>
                  <a:pt x="234946" y="73081"/>
                  <a:pt x="233660" y="73051"/>
                  <a:pt x="232374" y="72928"/>
                </a:cubicBezTo>
                <a:cubicBezTo>
                  <a:pt x="231089" y="72806"/>
                  <a:pt x="229835" y="72684"/>
                  <a:pt x="228611" y="72561"/>
                </a:cubicBezTo>
                <a:lnTo>
                  <a:pt x="228611" y="83294"/>
                </a:lnTo>
                <a:cubicBezTo>
                  <a:pt x="229957" y="83413"/>
                  <a:pt x="231288" y="83518"/>
                  <a:pt x="232604" y="83608"/>
                </a:cubicBezTo>
                <a:cubicBezTo>
                  <a:pt x="233920" y="83697"/>
                  <a:pt x="235251" y="83742"/>
                  <a:pt x="236598" y="83742"/>
                </a:cubicBezTo>
                <a:cubicBezTo>
                  <a:pt x="241066" y="83742"/>
                  <a:pt x="244555" y="82916"/>
                  <a:pt x="247064" y="81265"/>
                </a:cubicBezTo>
                <a:cubicBezTo>
                  <a:pt x="249574" y="79615"/>
                  <a:pt x="251533" y="76864"/>
                  <a:pt x="252941" y="73011"/>
                </a:cubicBezTo>
                <a:close/>
                <a:moveTo>
                  <a:pt x="307997" y="67155"/>
                </a:moveTo>
                <a:lnTo>
                  <a:pt x="307997" y="2869"/>
                </a:lnTo>
                <a:lnTo>
                  <a:pt x="297623" y="2869"/>
                </a:lnTo>
                <a:cubicBezTo>
                  <a:pt x="297255" y="5311"/>
                  <a:pt x="296490" y="7357"/>
                  <a:pt x="295327" y="9007"/>
                </a:cubicBezTo>
                <a:cubicBezTo>
                  <a:pt x="294164" y="10655"/>
                  <a:pt x="292741" y="11983"/>
                  <a:pt x="291057" y="12991"/>
                </a:cubicBezTo>
                <a:cubicBezTo>
                  <a:pt x="289374" y="13998"/>
                  <a:pt x="287476" y="14700"/>
                  <a:pt x="285365" y="15098"/>
                </a:cubicBezTo>
                <a:cubicBezTo>
                  <a:pt x="283253" y="15495"/>
                  <a:pt x="281065" y="15662"/>
                  <a:pt x="278801" y="15601"/>
                </a:cubicBezTo>
                <a:lnTo>
                  <a:pt x="278801" y="25463"/>
                </a:lnTo>
                <a:lnTo>
                  <a:pt x="294960" y="25463"/>
                </a:lnTo>
                <a:lnTo>
                  <a:pt x="294960" y="67155"/>
                </a:lnTo>
                <a:lnTo>
                  <a:pt x="307997" y="67155"/>
                </a:lnTo>
                <a:close/>
                <a:moveTo>
                  <a:pt x="322718" y="83742"/>
                </a:moveTo>
                <a:lnTo>
                  <a:pt x="333551" y="83742"/>
                </a:lnTo>
                <a:cubicBezTo>
                  <a:pt x="335571" y="80865"/>
                  <a:pt x="337346" y="77681"/>
                  <a:pt x="338876" y="74192"/>
                </a:cubicBezTo>
                <a:cubicBezTo>
                  <a:pt x="340407" y="70703"/>
                  <a:pt x="341677" y="67107"/>
                  <a:pt x="342687" y="63403"/>
                </a:cubicBezTo>
                <a:cubicBezTo>
                  <a:pt x="343696" y="59700"/>
                  <a:pt x="344446" y="55966"/>
                  <a:pt x="344935" y="52202"/>
                </a:cubicBezTo>
                <a:cubicBezTo>
                  <a:pt x="345425" y="48437"/>
                  <a:pt x="345671" y="44840"/>
                  <a:pt x="345671" y="41412"/>
                </a:cubicBezTo>
                <a:cubicBezTo>
                  <a:pt x="345671" y="34188"/>
                  <a:pt x="344615" y="27057"/>
                  <a:pt x="342503" y="20018"/>
                </a:cubicBezTo>
                <a:cubicBezTo>
                  <a:pt x="340391" y="12978"/>
                  <a:pt x="337407" y="6305"/>
                  <a:pt x="333551" y="0"/>
                </a:cubicBezTo>
                <a:lnTo>
                  <a:pt x="322809" y="0"/>
                </a:lnTo>
                <a:cubicBezTo>
                  <a:pt x="326176" y="6672"/>
                  <a:pt x="328655" y="13559"/>
                  <a:pt x="330246" y="20660"/>
                </a:cubicBezTo>
                <a:cubicBezTo>
                  <a:pt x="331838" y="27760"/>
                  <a:pt x="332633" y="34984"/>
                  <a:pt x="332633" y="42331"/>
                </a:cubicBezTo>
                <a:cubicBezTo>
                  <a:pt x="332633" y="49554"/>
                  <a:pt x="331822" y="56639"/>
                  <a:pt x="330200" y="63587"/>
                </a:cubicBezTo>
                <a:cubicBezTo>
                  <a:pt x="328578" y="70535"/>
                  <a:pt x="326084" y="77253"/>
                  <a:pt x="322718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#output:[nan,nan]">
            <a:extLst xmlns:a="http://schemas.openxmlformats.org/drawingml/2006/main">
              <a:ext uri="{FF2B5EF4-FFF2-40B4-BE49-F238E27FC236}">
                <a16:creationId xmlns:a16="http://schemas.microsoft.com/office/drawing/2014/main" id="{8D59D687-B94B-4E90-9613-5CE16CB3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1" y="3299271"/>
            <a:ext cx="836892" cy="83742"/>
          </a:xfrm>
          <a:custGeom xmlns:a="http://schemas.openxmlformats.org/drawingml/2006/main">
            <a:pathLst>
              <a:path w="836892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5" y="43486"/>
                </a:moveTo>
                <a:cubicBezTo>
                  <a:pt x="90005" y="41589"/>
                  <a:pt x="90188" y="39722"/>
                  <a:pt x="90555" y="37885"/>
                </a:cubicBezTo>
                <a:cubicBezTo>
                  <a:pt x="90922" y="36048"/>
                  <a:pt x="91550" y="34426"/>
                  <a:pt x="92437" y="33019"/>
                </a:cubicBezTo>
                <a:cubicBezTo>
                  <a:pt x="93325" y="31610"/>
                  <a:pt x="94504" y="30462"/>
                  <a:pt x="95973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30" y="31610"/>
                  <a:pt x="110617" y="33019"/>
                </a:cubicBezTo>
                <a:cubicBezTo>
                  <a:pt x="111505" y="34426"/>
                  <a:pt x="112133" y="36048"/>
                  <a:pt x="112500" y="37885"/>
                </a:cubicBezTo>
                <a:cubicBezTo>
                  <a:pt x="112867" y="39722"/>
                  <a:pt x="113050" y="41589"/>
                  <a:pt x="113050" y="43486"/>
                </a:cubicBezTo>
                <a:cubicBezTo>
                  <a:pt x="113050" y="45384"/>
                  <a:pt x="112867" y="47236"/>
                  <a:pt x="112500" y="49042"/>
                </a:cubicBezTo>
                <a:cubicBezTo>
                  <a:pt x="112133" y="50848"/>
                  <a:pt x="111505" y="52470"/>
                  <a:pt x="110617" y="53909"/>
                </a:cubicBezTo>
                <a:cubicBezTo>
                  <a:pt x="109730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3" y="57353"/>
                </a:cubicBezTo>
                <a:cubicBezTo>
                  <a:pt x="94504" y="56495"/>
                  <a:pt x="93325" y="55348"/>
                  <a:pt x="92437" y="53909"/>
                </a:cubicBezTo>
                <a:cubicBezTo>
                  <a:pt x="91550" y="52470"/>
                  <a:pt x="90922" y="50848"/>
                  <a:pt x="90555" y="49042"/>
                </a:cubicBezTo>
                <a:cubicBezTo>
                  <a:pt x="90188" y="47236"/>
                  <a:pt x="90005" y="45384"/>
                  <a:pt x="90005" y="43486"/>
                </a:cubicBezTo>
                <a:moveTo>
                  <a:pt x="76968" y="43488"/>
                </a:moveTo>
                <a:cubicBezTo>
                  <a:pt x="76968" y="47289"/>
                  <a:pt x="77549" y="50722"/>
                  <a:pt x="78712" y="53787"/>
                </a:cubicBezTo>
                <a:cubicBezTo>
                  <a:pt x="79875" y="56853"/>
                  <a:pt x="81527" y="59474"/>
                  <a:pt x="83670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2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7" y="66663"/>
                </a:cubicBezTo>
                <a:cubicBezTo>
                  <a:pt x="114657" y="65498"/>
                  <a:pt x="117243" y="63827"/>
                  <a:pt x="119385" y="61651"/>
                </a:cubicBezTo>
                <a:cubicBezTo>
                  <a:pt x="121528" y="59474"/>
                  <a:pt x="123180" y="56853"/>
                  <a:pt x="124343" y="53787"/>
                </a:cubicBezTo>
                <a:cubicBezTo>
                  <a:pt x="125506" y="50722"/>
                  <a:pt x="126087" y="47289"/>
                  <a:pt x="126087" y="43488"/>
                </a:cubicBezTo>
                <a:cubicBezTo>
                  <a:pt x="126087" y="39687"/>
                  <a:pt x="125506" y="36238"/>
                  <a:pt x="124343" y="33142"/>
                </a:cubicBezTo>
                <a:cubicBezTo>
                  <a:pt x="123180" y="30045"/>
                  <a:pt x="121528" y="27408"/>
                  <a:pt x="119385" y="25232"/>
                </a:cubicBezTo>
                <a:cubicBezTo>
                  <a:pt x="117243" y="23055"/>
                  <a:pt x="114657" y="21369"/>
                  <a:pt x="111627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2" y="18978"/>
                  <a:pt x="91382" y="20173"/>
                </a:cubicBezTo>
                <a:cubicBezTo>
                  <a:pt x="88383" y="21369"/>
                  <a:pt x="85812" y="23055"/>
                  <a:pt x="83670" y="25232"/>
                </a:cubicBezTo>
                <a:cubicBezTo>
                  <a:pt x="81527" y="27408"/>
                  <a:pt x="79875" y="30045"/>
                  <a:pt x="78712" y="33142"/>
                </a:cubicBezTo>
                <a:cubicBezTo>
                  <a:pt x="77549" y="36238"/>
                  <a:pt x="76968" y="39687"/>
                  <a:pt x="76968" y="43488"/>
                </a:cubicBezTo>
                <a:close/>
                <a:moveTo>
                  <a:pt x="178818" y="67105"/>
                </a:moveTo>
                <a:lnTo>
                  <a:pt x="178818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5" y="52833"/>
                  <a:pt x="163394" y="54940"/>
                </a:cubicBezTo>
                <a:cubicBezTo>
                  <a:pt x="161802" y="57046"/>
                  <a:pt x="159232" y="58099"/>
                  <a:pt x="155682" y="58099"/>
                </a:cubicBezTo>
                <a:cubicBezTo>
                  <a:pt x="152559" y="58099"/>
                  <a:pt x="150386" y="57138"/>
                  <a:pt x="149162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70" y="56906"/>
                </a:cubicBezTo>
                <a:cubicBezTo>
                  <a:pt x="135590" y="59320"/>
                  <a:pt x="136493" y="61368"/>
                  <a:pt x="137778" y="63049"/>
                </a:cubicBezTo>
                <a:cubicBezTo>
                  <a:pt x="139064" y="64730"/>
                  <a:pt x="140824" y="66029"/>
                  <a:pt x="143058" y="66946"/>
                </a:cubicBezTo>
                <a:cubicBezTo>
                  <a:pt x="145292" y="67863"/>
                  <a:pt x="148153" y="68321"/>
                  <a:pt x="151643" y="68321"/>
                </a:cubicBezTo>
                <a:cubicBezTo>
                  <a:pt x="154397" y="68321"/>
                  <a:pt x="157090" y="67707"/>
                  <a:pt x="159722" y="66480"/>
                </a:cubicBezTo>
                <a:cubicBezTo>
                  <a:pt x="162354" y="65252"/>
                  <a:pt x="164496" y="63256"/>
                  <a:pt x="166148" y="60494"/>
                </a:cubicBezTo>
                <a:lnTo>
                  <a:pt x="166424" y="60494"/>
                </a:lnTo>
                <a:lnTo>
                  <a:pt x="166424" y="67105"/>
                </a:lnTo>
                <a:lnTo>
                  <a:pt x="178818" y="67105"/>
                </a:lnTo>
                <a:close/>
                <a:moveTo>
                  <a:pt x="205137" y="19725"/>
                </a:moveTo>
                <a:lnTo>
                  <a:pt x="205137" y="5469"/>
                </a:lnTo>
                <a:lnTo>
                  <a:pt x="192100" y="5469"/>
                </a:lnTo>
                <a:lnTo>
                  <a:pt x="192100" y="19725"/>
                </a:lnTo>
                <a:lnTo>
                  <a:pt x="184204" y="19725"/>
                </a:lnTo>
                <a:lnTo>
                  <a:pt x="184204" y="28422"/>
                </a:lnTo>
                <a:lnTo>
                  <a:pt x="192100" y="28422"/>
                </a:lnTo>
                <a:lnTo>
                  <a:pt x="192100" y="56409"/>
                </a:lnTo>
                <a:cubicBezTo>
                  <a:pt x="192100" y="58795"/>
                  <a:pt x="192497" y="60722"/>
                  <a:pt x="193293" y="62190"/>
                </a:cubicBezTo>
                <a:cubicBezTo>
                  <a:pt x="194089" y="63658"/>
                  <a:pt x="195175" y="64790"/>
                  <a:pt x="196552" y="65586"/>
                </a:cubicBezTo>
                <a:cubicBezTo>
                  <a:pt x="197929" y="66381"/>
                  <a:pt x="199521" y="66916"/>
                  <a:pt x="201326" y="67190"/>
                </a:cubicBezTo>
                <a:cubicBezTo>
                  <a:pt x="203132" y="67466"/>
                  <a:pt x="205046" y="67603"/>
                  <a:pt x="207066" y="67603"/>
                </a:cubicBezTo>
                <a:cubicBezTo>
                  <a:pt x="208351" y="67603"/>
                  <a:pt x="209667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4" y="57137"/>
                  <a:pt x="213431" y="57229"/>
                  <a:pt x="212758" y="57291"/>
                </a:cubicBezTo>
                <a:cubicBezTo>
                  <a:pt x="212084" y="57352"/>
                  <a:pt x="211381" y="57382"/>
                  <a:pt x="210646" y="57382"/>
                </a:cubicBezTo>
                <a:cubicBezTo>
                  <a:pt x="208442" y="57382"/>
                  <a:pt x="206973" y="57016"/>
                  <a:pt x="206238" y="56282"/>
                </a:cubicBezTo>
                <a:cubicBezTo>
                  <a:pt x="205504" y="55549"/>
                  <a:pt x="205137" y="54083"/>
                  <a:pt x="205137" y="51884"/>
                </a:cubicBezTo>
                <a:lnTo>
                  <a:pt x="205137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7" y="19725"/>
                </a:lnTo>
                <a:close/>
                <a:moveTo>
                  <a:pt x="244708" y="58637"/>
                </a:moveTo>
                <a:cubicBezTo>
                  <a:pt x="242626" y="58637"/>
                  <a:pt x="240851" y="58209"/>
                  <a:pt x="239382" y="57353"/>
                </a:cubicBezTo>
                <a:cubicBezTo>
                  <a:pt x="237913" y="56495"/>
                  <a:pt x="236735" y="55378"/>
                  <a:pt x="235847" y="54000"/>
                </a:cubicBezTo>
                <a:cubicBezTo>
                  <a:pt x="234960" y="52623"/>
                  <a:pt x="234317" y="51016"/>
                  <a:pt x="233919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6" y="39722"/>
                  <a:pt x="233873" y="37885"/>
                </a:cubicBezTo>
                <a:cubicBezTo>
                  <a:pt x="234240" y="36048"/>
                  <a:pt x="234867" y="34426"/>
                  <a:pt x="235755" y="33019"/>
                </a:cubicBezTo>
                <a:cubicBezTo>
                  <a:pt x="236643" y="31610"/>
                  <a:pt x="237806" y="30462"/>
                  <a:pt x="239244" y="29575"/>
                </a:cubicBezTo>
                <a:cubicBezTo>
                  <a:pt x="240683" y="28687"/>
                  <a:pt x="242473" y="28243"/>
                  <a:pt x="244616" y="28243"/>
                </a:cubicBezTo>
                <a:cubicBezTo>
                  <a:pt x="246697" y="28243"/>
                  <a:pt x="248457" y="28687"/>
                  <a:pt x="249896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8" y="34503"/>
                  <a:pt x="255006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7" y="47343"/>
                  <a:pt x="255450" y="49180"/>
                </a:cubicBezTo>
                <a:cubicBezTo>
                  <a:pt x="255083" y="51016"/>
                  <a:pt x="254456" y="52623"/>
                  <a:pt x="253567" y="54000"/>
                </a:cubicBezTo>
                <a:cubicBezTo>
                  <a:pt x="252680" y="55378"/>
                  <a:pt x="251517" y="56495"/>
                  <a:pt x="250079" y="57353"/>
                </a:cubicBezTo>
                <a:cubicBezTo>
                  <a:pt x="248641" y="58209"/>
                  <a:pt x="246850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6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50" y="67811"/>
                  <a:pt x="245258" y="68410"/>
                  <a:pt x="248196" y="68410"/>
                </a:cubicBezTo>
                <a:cubicBezTo>
                  <a:pt x="251686" y="68410"/>
                  <a:pt x="254731" y="67736"/>
                  <a:pt x="257332" y="66387"/>
                </a:cubicBezTo>
                <a:cubicBezTo>
                  <a:pt x="259933" y="65039"/>
                  <a:pt x="262106" y="63230"/>
                  <a:pt x="263850" y="60962"/>
                </a:cubicBezTo>
                <a:cubicBezTo>
                  <a:pt x="265595" y="58693"/>
                  <a:pt x="266895" y="56087"/>
                  <a:pt x="267752" y="53144"/>
                </a:cubicBezTo>
                <a:cubicBezTo>
                  <a:pt x="268609" y="50201"/>
                  <a:pt x="269038" y="47136"/>
                  <a:pt x="269038" y="43947"/>
                </a:cubicBezTo>
                <a:cubicBezTo>
                  <a:pt x="269038" y="40575"/>
                  <a:pt x="268609" y="37340"/>
                  <a:pt x="267752" y="34244"/>
                </a:cubicBezTo>
                <a:cubicBezTo>
                  <a:pt x="266895" y="31148"/>
                  <a:pt x="265580" y="28436"/>
                  <a:pt x="263804" y="26106"/>
                </a:cubicBezTo>
                <a:cubicBezTo>
                  <a:pt x="262030" y="23776"/>
                  <a:pt x="259796" y="21906"/>
                  <a:pt x="257102" y="20496"/>
                </a:cubicBezTo>
                <a:cubicBezTo>
                  <a:pt x="254409" y="19085"/>
                  <a:pt x="251196" y="18380"/>
                  <a:pt x="247462" y="18380"/>
                </a:cubicBezTo>
                <a:cubicBezTo>
                  <a:pt x="244524" y="18380"/>
                  <a:pt x="241830" y="18964"/>
                  <a:pt x="239382" y="20131"/>
                </a:cubicBezTo>
                <a:cubicBezTo>
                  <a:pt x="236934" y="21299"/>
                  <a:pt x="234914" y="23173"/>
                  <a:pt x="233323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6" y="67105"/>
                </a:moveTo>
                <a:lnTo>
                  <a:pt x="321126" y="19725"/>
                </a:lnTo>
                <a:lnTo>
                  <a:pt x="308089" y="19725"/>
                </a:lnTo>
                <a:lnTo>
                  <a:pt x="308089" y="44545"/>
                </a:lnTo>
                <a:cubicBezTo>
                  <a:pt x="308089" y="49368"/>
                  <a:pt x="307293" y="52833"/>
                  <a:pt x="305702" y="54940"/>
                </a:cubicBezTo>
                <a:cubicBezTo>
                  <a:pt x="304110" y="57046"/>
                  <a:pt x="301539" y="58099"/>
                  <a:pt x="297989" y="58099"/>
                </a:cubicBezTo>
                <a:cubicBezTo>
                  <a:pt x="294867" y="58099"/>
                  <a:pt x="292694" y="57138"/>
                  <a:pt x="291469" y="55215"/>
                </a:cubicBezTo>
                <a:cubicBezTo>
                  <a:pt x="290246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8" y="59320"/>
                  <a:pt x="278800" y="61368"/>
                  <a:pt x="280085" y="63049"/>
                </a:cubicBezTo>
                <a:cubicBezTo>
                  <a:pt x="281372" y="64730"/>
                  <a:pt x="283132" y="66029"/>
                  <a:pt x="285366" y="66946"/>
                </a:cubicBezTo>
                <a:cubicBezTo>
                  <a:pt x="287600" y="67863"/>
                  <a:pt x="290461" y="68321"/>
                  <a:pt x="293950" y="68321"/>
                </a:cubicBezTo>
                <a:cubicBezTo>
                  <a:pt x="296705" y="68321"/>
                  <a:pt x="299398" y="67707"/>
                  <a:pt x="302030" y="66480"/>
                </a:cubicBezTo>
                <a:cubicBezTo>
                  <a:pt x="304662" y="65252"/>
                  <a:pt x="306804" y="63256"/>
                  <a:pt x="308456" y="60494"/>
                </a:cubicBezTo>
                <a:lnTo>
                  <a:pt x="308732" y="60494"/>
                </a:lnTo>
                <a:lnTo>
                  <a:pt x="308732" y="67105"/>
                </a:lnTo>
                <a:lnTo>
                  <a:pt x="321126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2" y="19725"/>
                </a:lnTo>
                <a:lnTo>
                  <a:pt x="326512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1" y="62190"/>
                </a:cubicBezTo>
                <a:cubicBezTo>
                  <a:pt x="336397" y="63658"/>
                  <a:pt x="337483" y="64790"/>
                  <a:pt x="338860" y="65586"/>
                </a:cubicBezTo>
                <a:cubicBezTo>
                  <a:pt x="340237" y="66381"/>
                  <a:pt x="341829" y="66916"/>
                  <a:pt x="343634" y="67190"/>
                </a:cubicBezTo>
                <a:cubicBezTo>
                  <a:pt x="345440" y="67466"/>
                  <a:pt x="347353" y="67603"/>
                  <a:pt x="349374" y="67603"/>
                </a:cubicBezTo>
                <a:cubicBezTo>
                  <a:pt x="350659" y="67603"/>
                  <a:pt x="351975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9" y="57229"/>
                  <a:pt x="355066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1" y="57016"/>
                  <a:pt x="348546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4" y="0"/>
                </a:moveTo>
                <a:lnTo>
                  <a:pt x="414834" y="83742"/>
                </a:lnTo>
                <a:lnTo>
                  <a:pt x="439073" y="83742"/>
                </a:lnTo>
                <a:lnTo>
                  <a:pt x="439073" y="73431"/>
                </a:lnTo>
                <a:lnTo>
                  <a:pt x="427873" y="73431"/>
                </a:lnTo>
                <a:lnTo>
                  <a:pt x="427873" y="10311"/>
                </a:lnTo>
                <a:lnTo>
                  <a:pt x="439073" y="10311"/>
                </a:lnTo>
                <a:lnTo>
                  <a:pt x="439073" y="0"/>
                </a:lnTo>
                <a:lnTo>
                  <a:pt x="414834" y="0"/>
                </a:lnTo>
                <a:close/>
                <a:moveTo>
                  <a:pt x="444153" y="19687"/>
                </a:moveTo>
                <a:lnTo>
                  <a:pt x="444153" y="67155"/>
                </a:lnTo>
                <a:lnTo>
                  <a:pt x="457190" y="67155"/>
                </a:lnTo>
                <a:lnTo>
                  <a:pt x="457190" y="42277"/>
                </a:lnTo>
                <a:cubicBezTo>
                  <a:pt x="457190" y="37442"/>
                  <a:pt x="457986" y="33969"/>
                  <a:pt x="459577" y="31859"/>
                </a:cubicBezTo>
                <a:cubicBezTo>
                  <a:pt x="461169" y="29747"/>
                  <a:pt x="463740" y="28691"/>
                  <a:pt x="467290" y="28691"/>
                </a:cubicBezTo>
                <a:cubicBezTo>
                  <a:pt x="470412" y="28691"/>
                  <a:pt x="472585" y="29655"/>
                  <a:pt x="473808" y="31583"/>
                </a:cubicBezTo>
                <a:cubicBezTo>
                  <a:pt x="475033" y="33510"/>
                  <a:pt x="475645" y="36433"/>
                  <a:pt x="475645" y="40350"/>
                </a:cubicBezTo>
                <a:lnTo>
                  <a:pt x="475645" y="67155"/>
                </a:lnTo>
                <a:lnTo>
                  <a:pt x="488682" y="67155"/>
                </a:lnTo>
                <a:lnTo>
                  <a:pt x="488682" y="37946"/>
                </a:lnTo>
                <a:cubicBezTo>
                  <a:pt x="488682" y="35006"/>
                  <a:pt x="488422" y="32327"/>
                  <a:pt x="487902" y="29908"/>
                </a:cubicBezTo>
                <a:cubicBezTo>
                  <a:pt x="487381" y="27490"/>
                  <a:pt x="486478" y="25438"/>
                  <a:pt x="485192" y="23754"/>
                </a:cubicBezTo>
                <a:cubicBezTo>
                  <a:pt x="483907" y="22070"/>
                  <a:pt x="482147" y="20754"/>
                  <a:pt x="479913" y="19805"/>
                </a:cubicBezTo>
                <a:cubicBezTo>
                  <a:pt x="477679" y="18855"/>
                  <a:pt x="474818" y="18380"/>
                  <a:pt x="471329" y="18380"/>
                </a:cubicBezTo>
                <a:cubicBezTo>
                  <a:pt x="468574" y="18380"/>
                  <a:pt x="465881" y="19009"/>
                  <a:pt x="463249" y="20267"/>
                </a:cubicBezTo>
                <a:cubicBezTo>
                  <a:pt x="460617" y="21525"/>
                  <a:pt x="458475" y="23535"/>
                  <a:pt x="456823" y="26297"/>
                </a:cubicBezTo>
                <a:lnTo>
                  <a:pt x="456547" y="26297"/>
                </a:lnTo>
                <a:lnTo>
                  <a:pt x="456547" y="19687"/>
                </a:lnTo>
                <a:lnTo>
                  <a:pt x="444153" y="19687"/>
                </a:lnTo>
                <a:close/>
                <a:moveTo>
                  <a:pt x="497924" y="34286"/>
                </a:moveTo>
                <a:cubicBezTo>
                  <a:pt x="498107" y="31226"/>
                  <a:pt x="498872" y="28686"/>
                  <a:pt x="500219" y="26667"/>
                </a:cubicBezTo>
                <a:cubicBezTo>
                  <a:pt x="501566" y="24647"/>
                  <a:pt x="503280" y="23024"/>
                  <a:pt x="505360" y="21800"/>
                </a:cubicBezTo>
                <a:cubicBezTo>
                  <a:pt x="507441" y="20575"/>
                  <a:pt x="509782" y="19703"/>
                  <a:pt x="512383" y="19183"/>
                </a:cubicBezTo>
                <a:cubicBezTo>
                  <a:pt x="514985" y="18663"/>
                  <a:pt x="517602" y="18403"/>
                  <a:pt x="520234" y="18403"/>
                </a:cubicBezTo>
                <a:cubicBezTo>
                  <a:pt x="522621" y="18403"/>
                  <a:pt x="525039" y="18571"/>
                  <a:pt x="527487" y="18908"/>
                </a:cubicBezTo>
                <a:cubicBezTo>
                  <a:pt x="529936" y="19245"/>
                  <a:pt x="532170" y="19903"/>
                  <a:pt x="534189" y="20882"/>
                </a:cubicBezTo>
                <a:cubicBezTo>
                  <a:pt x="536209" y="21861"/>
                  <a:pt x="537862" y="23223"/>
                  <a:pt x="539147" y="24967"/>
                </a:cubicBezTo>
                <a:cubicBezTo>
                  <a:pt x="540433" y="26712"/>
                  <a:pt x="541076" y="29023"/>
                  <a:pt x="541076" y="31899"/>
                </a:cubicBezTo>
                <a:lnTo>
                  <a:pt x="541076" y="56596"/>
                </a:lnTo>
                <a:cubicBezTo>
                  <a:pt x="541076" y="58739"/>
                  <a:pt x="541198" y="60789"/>
                  <a:pt x="541443" y="62748"/>
                </a:cubicBezTo>
                <a:cubicBezTo>
                  <a:pt x="541688" y="64706"/>
                  <a:pt x="542116" y="66175"/>
                  <a:pt x="542728" y="67155"/>
                </a:cubicBezTo>
                <a:lnTo>
                  <a:pt x="529507" y="67155"/>
                </a:lnTo>
                <a:cubicBezTo>
                  <a:pt x="529262" y="66421"/>
                  <a:pt x="529063" y="65671"/>
                  <a:pt x="528910" y="64907"/>
                </a:cubicBezTo>
                <a:cubicBezTo>
                  <a:pt x="528757" y="64141"/>
                  <a:pt x="528650" y="63360"/>
                  <a:pt x="528589" y="62564"/>
                </a:cubicBezTo>
                <a:cubicBezTo>
                  <a:pt x="526508" y="64707"/>
                  <a:pt x="524060" y="66207"/>
                  <a:pt x="521244" y="67064"/>
                </a:cubicBezTo>
                <a:cubicBezTo>
                  <a:pt x="518428" y="67920"/>
                  <a:pt x="515551" y="68349"/>
                  <a:pt x="512613" y="68349"/>
                </a:cubicBezTo>
                <a:cubicBezTo>
                  <a:pt x="510349" y="68349"/>
                  <a:pt x="508238" y="68073"/>
                  <a:pt x="506278" y="67522"/>
                </a:cubicBezTo>
                <a:cubicBezTo>
                  <a:pt x="504320" y="66971"/>
                  <a:pt x="502606" y="66114"/>
                  <a:pt x="501137" y="64951"/>
                </a:cubicBezTo>
                <a:cubicBezTo>
                  <a:pt x="499668" y="63789"/>
                  <a:pt x="498521" y="62320"/>
                  <a:pt x="497695" y="60545"/>
                </a:cubicBezTo>
                <a:cubicBezTo>
                  <a:pt x="496868" y="58770"/>
                  <a:pt x="496455" y="56658"/>
                  <a:pt x="496455" y="54209"/>
                </a:cubicBezTo>
                <a:cubicBezTo>
                  <a:pt x="496455" y="51516"/>
                  <a:pt x="496929" y="49298"/>
                  <a:pt x="497878" y="47553"/>
                </a:cubicBezTo>
                <a:cubicBezTo>
                  <a:pt x="498827" y="45809"/>
                  <a:pt x="500051" y="44416"/>
                  <a:pt x="501550" y="43376"/>
                </a:cubicBezTo>
                <a:cubicBezTo>
                  <a:pt x="503050" y="42335"/>
                  <a:pt x="504764" y="41555"/>
                  <a:pt x="506691" y="41035"/>
                </a:cubicBezTo>
                <a:cubicBezTo>
                  <a:pt x="508620" y="40514"/>
                  <a:pt x="510564" y="40102"/>
                  <a:pt x="512522" y="39796"/>
                </a:cubicBezTo>
                <a:cubicBezTo>
                  <a:pt x="514481" y="39490"/>
                  <a:pt x="516408" y="39245"/>
                  <a:pt x="518305" y="39061"/>
                </a:cubicBezTo>
                <a:cubicBezTo>
                  <a:pt x="520203" y="38877"/>
                  <a:pt x="521886" y="38601"/>
                  <a:pt x="523355" y="38234"/>
                </a:cubicBezTo>
                <a:cubicBezTo>
                  <a:pt x="524825" y="37867"/>
                  <a:pt x="525987" y="37332"/>
                  <a:pt x="526844" y="36629"/>
                </a:cubicBezTo>
                <a:cubicBezTo>
                  <a:pt x="527701" y="35925"/>
                  <a:pt x="528099" y="34899"/>
                  <a:pt x="528039" y="33552"/>
                </a:cubicBezTo>
                <a:cubicBezTo>
                  <a:pt x="528039" y="32144"/>
                  <a:pt x="527809" y="31027"/>
                  <a:pt x="527349" y="30201"/>
                </a:cubicBezTo>
                <a:cubicBezTo>
                  <a:pt x="526890" y="29375"/>
                  <a:pt x="526278" y="28732"/>
                  <a:pt x="525513" y="28274"/>
                </a:cubicBezTo>
                <a:cubicBezTo>
                  <a:pt x="524748" y="27814"/>
                  <a:pt x="523860" y="27508"/>
                  <a:pt x="522850" y="27355"/>
                </a:cubicBezTo>
                <a:cubicBezTo>
                  <a:pt x="521840" y="27201"/>
                  <a:pt x="520754" y="27125"/>
                  <a:pt x="519591" y="27125"/>
                </a:cubicBezTo>
                <a:cubicBezTo>
                  <a:pt x="517021" y="27125"/>
                  <a:pt x="515001" y="27676"/>
                  <a:pt x="513532" y="28778"/>
                </a:cubicBezTo>
                <a:cubicBezTo>
                  <a:pt x="512063" y="29880"/>
                  <a:pt x="511206" y="31716"/>
                  <a:pt x="510961" y="34286"/>
                </a:cubicBezTo>
                <a:lnTo>
                  <a:pt x="497924" y="34286"/>
                </a:lnTo>
                <a:moveTo>
                  <a:pt x="528039" y="43926"/>
                </a:moveTo>
                <a:cubicBezTo>
                  <a:pt x="527488" y="44417"/>
                  <a:pt x="526799" y="44799"/>
                  <a:pt x="525972" y="45075"/>
                </a:cubicBezTo>
                <a:cubicBezTo>
                  <a:pt x="525146" y="45350"/>
                  <a:pt x="524258" y="45580"/>
                  <a:pt x="523309" y="45764"/>
                </a:cubicBezTo>
                <a:cubicBezTo>
                  <a:pt x="522361" y="45947"/>
                  <a:pt x="521367" y="46100"/>
                  <a:pt x="520325" y="46222"/>
                </a:cubicBezTo>
                <a:cubicBezTo>
                  <a:pt x="519285" y="46345"/>
                  <a:pt x="518244" y="46497"/>
                  <a:pt x="517204" y="46680"/>
                </a:cubicBezTo>
                <a:cubicBezTo>
                  <a:pt x="516225" y="46864"/>
                  <a:pt x="515261" y="47110"/>
                  <a:pt x="514312" y="47416"/>
                </a:cubicBezTo>
                <a:cubicBezTo>
                  <a:pt x="513364" y="47721"/>
                  <a:pt x="512537" y="48135"/>
                  <a:pt x="511833" y="48656"/>
                </a:cubicBezTo>
                <a:cubicBezTo>
                  <a:pt x="511130" y="49176"/>
                  <a:pt x="510564" y="49834"/>
                  <a:pt x="510135" y="50630"/>
                </a:cubicBezTo>
                <a:cubicBezTo>
                  <a:pt x="509706" y="51424"/>
                  <a:pt x="509492" y="52434"/>
                  <a:pt x="509492" y="53658"/>
                </a:cubicBezTo>
                <a:cubicBezTo>
                  <a:pt x="509492" y="54821"/>
                  <a:pt x="509706" y="55801"/>
                  <a:pt x="510135" y="56596"/>
                </a:cubicBezTo>
                <a:cubicBezTo>
                  <a:pt x="510564" y="57392"/>
                  <a:pt x="511145" y="58020"/>
                  <a:pt x="511879" y="58479"/>
                </a:cubicBezTo>
                <a:cubicBezTo>
                  <a:pt x="512614" y="58938"/>
                  <a:pt x="513471" y="59259"/>
                  <a:pt x="514450" y="59443"/>
                </a:cubicBezTo>
                <a:cubicBezTo>
                  <a:pt x="515429" y="59627"/>
                  <a:pt x="516440" y="59719"/>
                  <a:pt x="517480" y="59719"/>
                </a:cubicBezTo>
                <a:cubicBezTo>
                  <a:pt x="520050" y="59719"/>
                  <a:pt x="522039" y="59291"/>
                  <a:pt x="523446" y="58434"/>
                </a:cubicBezTo>
                <a:cubicBezTo>
                  <a:pt x="524855" y="57577"/>
                  <a:pt x="525896" y="56551"/>
                  <a:pt x="526569" y="55358"/>
                </a:cubicBezTo>
                <a:cubicBezTo>
                  <a:pt x="527243" y="54164"/>
                  <a:pt x="527656" y="52955"/>
                  <a:pt x="527809" y="51731"/>
                </a:cubicBezTo>
                <a:cubicBezTo>
                  <a:pt x="527962" y="50506"/>
                  <a:pt x="528039" y="49527"/>
                  <a:pt x="528039" y="48793"/>
                </a:cubicBezTo>
                <a:lnTo>
                  <a:pt x="528039" y="43926"/>
                </a:lnTo>
                <a:close/>
                <a:moveTo>
                  <a:pt x="551266" y="19687"/>
                </a:moveTo>
                <a:lnTo>
                  <a:pt x="551266" y="67155"/>
                </a:lnTo>
                <a:lnTo>
                  <a:pt x="564303" y="67155"/>
                </a:lnTo>
                <a:lnTo>
                  <a:pt x="564303" y="42277"/>
                </a:lnTo>
                <a:cubicBezTo>
                  <a:pt x="564303" y="37442"/>
                  <a:pt x="565099" y="33969"/>
                  <a:pt x="566691" y="31859"/>
                </a:cubicBezTo>
                <a:cubicBezTo>
                  <a:pt x="568282" y="29747"/>
                  <a:pt x="570853" y="28691"/>
                  <a:pt x="574403" y="28691"/>
                </a:cubicBezTo>
                <a:cubicBezTo>
                  <a:pt x="577525" y="28691"/>
                  <a:pt x="579698" y="29655"/>
                  <a:pt x="580921" y="31583"/>
                </a:cubicBezTo>
                <a:cubicBezTo>
                  <a:pt x="582146" y="33510"/>
                  <a:pt x="582758" y="36433"/>
                  <a:pt x="582758" y="40350"/>
                </a:cubicBezTo>
                <a:lnTo>
                  <a:pt x="582758" y="67155"/>
                </a:lnTo>
                <a:lnTo>
                  <a:pt x="595795" y="67155"/>
                </a:lnTo>
                <a:lnTo>
                  <a:pt x="595795" y="37946"/>
                </a:lnTo>
                <a:cubicBezTo>
                  <a:pt x="595795" y="35006"/>
                  <a:pt x="595535" y="32327"/>
                  <a:pt x="595015" y="29908"/>
                </a:cubicBezTo>
                <a:cubicBezTo>
                  <a:pt x="594494" y="27490"/>
                  <a:pt x="593591" y="25438"/>
                  <a:pt x="592305" y="23754"/>
                </a:cubicBezTo>
                <a:cubicBezTo>
                  <a:pt x="591020" y="22070"/>
                  <a:pt x="589261" y="20754"/>
                  <a:pt x="587027" y="19805"/>
                </a:cubicBezTo>
                <a:cubicBezTo>
                  <a:pt x="584793" y="18855"/>
                  <a:pt x="581931" y="18380"/>
                  <a:pt x="578442" y="18380"/>
                </a:cubicBezTo>
                <a:cubicBezTo>
                  <a:pt x="575687" y="18380"/>
                  <a:pt x="572994" y="19009"/>
                  <a:pt x="570362" y="20267"/>
                </a:cubicBezTo>
                <a:cubicBezTo>
                  <a:pt x="567731" y="21525"/>
                  <a:pt x="565589" y="23535"/>
                  <a:pt x="563936" y="26297"/>
                </a:cubicBezTo>
                <a:lnTo>
                  <a:pt x="563660" y="26297"/>
                </a:lnTo>
                <a:lnTo>
                  <a:pt x="563660" y="19687"/>
                </a:lnTo>
                <a:lnTo>
                  <a:pt x="551266" y="19687"/>
                </a:lnTo>
                <a:close/>
                <a:moveTo>
                  <a:pt x="606231" y="52989"/>
                </a:moveTo>
                <a:lnTo>
                  <a:pt x="606231" y="67155"/>
                </a:lnTo>
                <a:lnTo>
                  <a:pt x="612841" y="67155"/>
                </a:lnTo>
                <a:cubicBezTo>
                  <a:pt x="612903" y="68135"/>
                  <a:pt x="612780" y="69099"/>
                  <a:pt x="612474" y="70048"/>
                </a:cubicBezTo>
                <a:cubicBezTo>
                  <a:pt x="612168" y="70997"/>
                  <a:pt x="611708" y="71854"/>
                  <a:pt x="611097" y="72619"/>
                </a:cubicBezTo>
                <a:cubicBezTo>
                  <a:pt x="610485" y="73385"/>
                  <a:pt x="609766" y="74043"/>
                  <a:pt x="608939" y="74594"/>
                </a:cubicBezTo>
                <a:cubicBezTo>
                  <a:pt x="608113" y="75145"/>
                  <a:pt x="607240" y="75512"/>
                  <a:pt x="606322" y="75695"/>
                </a:cubicBezTo>
                <a:lnTo>
                  <a:pt x="606322" y="82308"/>
                </a:lnTo>
                <a:cubicBezTo>
                  <a:pt x="608281" y="82001"/>
                  <a:pt x="610132" y="81434"/>
                  <a:pt x="611877" y="80607"/>
                </a:cubicBezTo>
                <a:cubicBezTo>
                  <a:pt x="613622" y="79780"/>
                  <a:pt x="615137" y="78723"/>
                  <a:pt x="616422" y="77437"/>
                </a:cubicBezTo>
                <a:cubicBezTo>
                  <a:pt x="617708" y="76150"/>
                  <a:pt x="618733" y="74633"/>
                  <a:pt x="619498" y="72886"/>
                </a:cubicBezTo>
                <a:cubicBezTo>
                  <a:pt x="620263" y="71141"/>
                  <a:pt x="620645" y="69226"/>
                  <a:pt x="620645" y="67142"/>
                </a:cubicBezTo>
                <a:lnTo>
                  <a:pt x="620645" y="52989"/>
                </a:lnTo>
                <a:lnTo>
                  <a:pt x="606231" y="52989"/>
                </a:lnTo>
                <a:close/>
                <a:moveTo>
                  <a:pt x="656085" y="19687"/>
                </a:moveTo>
                <a:lnTo>
                  <a:pt x="656085" y="67155"/>
                </a:lnTo>
                <a:lnTo>
                  <a:pt x="669122" y="67155"/>
                </a:lnTo>
                <a:lnTo>
                  <a:pt x="669122" y="42277"/>
                </a:lnTo>
                <a:cubicBezTo>
                  <a:pt x="669122" y="37442"/>
                  <a:pt x="669917" y="33969"/>
                  <a:pt x="671509" y="31859"/>
                </a:cubicBezTo>
                <a:cubicBezTo>
                  <a:pt x="673100" y="29747"/>
                  <a:pt x="675671" y="28691"/>
                  <a:pt x="679221" y="28691"/>
                </a:cubicBezTo>
                <a:cubicBezTo>
                  <a:pt x="682343" y="28691"/>
                  <a:pt x="684516" y="29655"/>
                  <a:pt x="685740" y="31583"/>
                </a:cubicBezTo>
                <a:cubicBezTo>
                  <a:pt x="686964" y="33510"/>
                  <a:pt x="687576" y="36433"/>
                  <a:pt x="687576" y="40350"/>
                </a:cubicBezTo>
                <a:lnTo>
                  <a:pt x="687576" y="67155"/>
                </a:lnTo>
                <a:lnTo>
                  <a:pt x="700613" y="67155"/>
                </a:lnTo>
                <a:lnTo>
                  <a:pt x="700613" y="37946"/>
                </a:lnTo>
                <a:cubicBezTo>
                  <a:pt x="700613" y="35006"/>
                  <a:pt x="700353" y="32327"/>
                  <a:pt x="699833" y="29908"/>
                </a:cubicBezTo>
                <a:cubicBezTo>
                  <a:pt x="699313" y="27490"/>
                  <a:pt x="698410" y="25438"/>
                  <a:pt x="697123" y="23754"/>
                </a:cubicBezTo>
                <a:cubicBezTo>
                  <a:pt x="695838" y="22070"/>
                  <a:pt x="694079" y="20754"/>
                  <a:pt x="691845" y="19805"/>
                </a:cubicBezTo>
                <a:cubicBezTo>
                  <a:pt x="689611" y="18855"/>
                  <a:pt x="686749" y="18380"/>
                  <a:pt x="683260" y="18380"/>
                </a:cubicBezTo>
                <a:cubicBezTo>
                  <a:pt x="680506" y="18380"/>
                  <a:pt x="677813" y="19009"/>
                  <a:pt x="675181" y="20267"/>
                </a:cubicBezTo>
                <a:cubicBezTo>
                  <a:pt x="672549" y="21525"/>
                  <a:pt x="670407" y="23535"/>
                  <a:pt x="668755" y="26297"/>
                </a:cubicBezTo>
                <a:lnTo>
                  <a:pt x="668479" y="26297"/>
                </a:lnTo>
                <a:lnTo>
                  <a:pt x="668479" y="19687"/>
                </a:lnTo>
                <a:lnTo>
                  <a:pt x="656085" y="19687"/>
                </a:lnTo>
                <a:close/>
                <a:moveTo>
                  <a:pt x="709856" y="34286"/>
                </a:moveTo>
                <a:cubicBezTo>
                  <a:pt x="710039" y="31226"/>
                  <a:pt x="710804" y="28686"/>
                  <a:pt x="712150" y="26667"/>
                </a:cubicBezTo>
                <a:cubicBezTo>
                  <a:pt x="713497" y="24647"/>
                  <a:pt x="715211" y="23024"/>
                  <a:pt x="717292" y="21800"/>
                </a:cubicBezTo>
                <a:cubicBezTo>
                  <a:pt x="719373" y="20575"/>
                  <a:pt x="721714" y="19703"/>
                  <a:pt x="724315" y="19183"/>
                </a:cubicBezTo>
                <a:cubicBezTo>
                  <a:pt x="726917" y="18663"/>
                  <a:pt x="729534" y="18403"/>
                  <a:pt x="732166" y="18403"/>
                </a:cubicBezTo>
                <a:cubicBezTo>
                  <a:pt x="734553" y="18403"/>
                  <a:pt x="736970" y="18571"/>
                  <a:pt x="739418" y="18908"/>
                </a:cubicBezTo>
                <a:cubicBezTo>
                  <a:pt x="741867" y="19245"/>
                  <a:pt x="744101" y="19903"/>
                  <a:pt x="746120" y="20882"/>
                </a:cubicBezTo>
                <a:cubicBezTo>
                  <a:pt x="748140" y="21861"/>
                  <a:pt x="749793" y="23223"/>
                  <a:pt x="751078" y="24967"/>
                </a:cubicBezTo>
                <a:cubicBezTo>
                  <a:pt x="752364" y="26712"/>
                  <a:pt x="753007" y="29023"/>
                  <a:pt x="753007" y="31899"/>
                </a:cubicBezTo>
                <a:lnTo>
                  <a:pt x="753007" y="56596"/>
                </a:lnTo>
                <a:cubicBezTo>
                  <a:pt x="753007" y="58739"/>
                  <a:pt x="753130" y="60789"/>
                  <a:pt x="753374" y="62748"/>
                </a:cubicBezTo>
                <a:cubicBezTo>
                  <a:pt x="753619" y="64706"/>
                  <a:pt x="754047" y="66175"/>
                  <a:pt x="754659" y="67155"/>
                </a:cubicBezTo>
                <a:lnTo>
                  <a:pt x="741438" y="67155"/>
                </a:lnTo>
                <a:cubicBezTo>
                  <a:pt x="741194" y="66421"/>
                  <a:pt x="740995" y="65671"/>
                  <a:pt x="740841" y="64907"/>
                </a:cubicBezTo>
                <a:cubicBezTo>
                  <a:pt x="740688" y="64141"/>
                  <a:pt x="740581" y="63360"/>
                  <a:pt x="740521" y="62564"/>
                </a:cubicBezTo>
                <a:cubicBezTo>
                  <a:pt x="738440" y="64707"/>
                  <a:pt x="735991" y="66207"/>
                  <a:pt x="733176" y="67064"/>
                </a:cubicBezTo>
                <a:cubicBezTo>
                  <a:pt x="730360" y="67920"/>
                  <a:pt x="727483" y="68349"/>
                  <a:pt x="724544" y="68349"/>
                </a:cubicBezTo>
                <a:cubicBezTo>
                  <a:pt x="722281" y="68349"/>
                  <a:pt x="720169" y="68073"/>
                  <a:pt x="718209" y="67522"/>
                </a:cubicBezTo>
                <a:cubicBezTo>
                  <a:pt x="716251" y="66971"/>
                  <a:pt x="714537" y="66114"/>
                  <a:pt x="713068" y="64951"/>
                </a:cubicBezTo>
                <a:cubicBezTo>
                  <a:pt x="711600" y="63789"/>
                  <a:pt x="710452" y="62320"/>
                  <a:pt x="709626" y="60545"/>
                </a:cubicBezTo>
                <a:cubicBezTo>
                  <a:pt x="708799" y="58770"/>
                  <a:pt x="708386" y="56658"/>
                  <a:pt x="708386" y="54209"/>
                </a:cubicBezTo>
                <a:cubicBezTo>
                  <a:pt x="708386" y="51516"/>
                  <a:pt x="708861" y="49298"/>
                  <a:pt x="709809" y="47553"/>
                </a:cubicBezTo>
                <a:cubicBezTo>
                  <a:pt x="710758" y="45809"/>
                  <a:pt x="711982" y="44416"/>
                  <a:pt x="713481" y="43376"/>
                </a:cubicBezTo>
                <a:cubicBezTo>
                  <a:pt x="714981" y="42335"/>
                  <a:pt x="716695" y="41555"/>
                  <a:pt x="718623" y="41035"/>
                </a:cubicBezTo>
                <a:cubicBezTo>
                  <a:pt x="720551" y="40514"/>
                  <a:pt x="722495" y="40102"/>
                  <a:pt x="724453" y="39796"/>
                </a:cubicBezTo>
                <a:cubicBezTo>
                  <a:pt x="726412" y="39490"/>
                  <a:pt x="728340" y="39245"/>
                  <a:pt x="730236" y="39061"/>
                </a:cubicBezTo>
                <a:cubicBezTo>
                  <a:pt x="732134" y="38877"/>
                  <a:pt x="733818" y="38601"/>
                  <a:pt x="735287" y="38234"/>
                </a:cubicBezTo>
                <a:cubicBezTo>
                  <a:pt x="736756" y="37867"/>
                  <a:pt x="737919" y="37332"/>
                  <a:pt x="738775" y="36629"/>
                </a:cubicBezTo>
                <a:cubicBezTo>
                  <a:pt x="739632" y="35925"/>
                  <a:pt x="740031" y="34899"/>
                  <a:pt x="739970" y="33552"/>
                </a:cubicBezTo>
                <a:cubicBezTo>
                  <a:pt x="739970" y="32144"/>
                  <a:pt x="739740" y="31027"/>
                  <a:pt x="739281" y="30201"/>
                </a:cubicBezTo>
                <a:cubicBezTo>
                  <a:pt x="738821" y="29375"/>
                  <a:pt x="738209" y="28732"/>
                  <a:pt x="737444" y="28274"/>
                </a:cubicBezTo>
                <a:cubicBezTo>
                  <a:pt x="736679" y="27814"/>
                  <a:pt x="735792" y="27508"/>
                  <a:pt x="734781" y="27355"/>
                </a:cubicBezTo>
                <a:cubicBezTo>
                  <a:pt x="733771" y="27201"/>
                  <a:pt x="732685" y="27125"/>
                  <a:pt x="731522" y="27125"/>
                </a:cubicBezTo>
                <a:cubicBezTo>
                  <a:pt x="728952" y="27125"/>
                  <a:pt x="726933" y="27676"/>
                  <a:pt x="725463" y="28778"/>
                </a:cubicBezTo>
                <a:cubicBezTo>
                  <a:pt x="723994" y="29880"/>
                  <a:pt x="723137" y="31716"/>
                  <a:pt x="722893" y="34286"/>
                </a:cubicBezTo>
                <a:lnTo>
                  <a:pt x="709856" y="34286"/>
                </a:lnTo>
                <a:moveTo>
                  <a:pt x="739970" y="43926"/>
                </a:moveTo>
                <a:cubicBezTo>
                  <a:pt x="739419" y="44417"/>
                  <a:pt x="738730" y="44799"/>
                  <a:pt x="737904" y="45075"/>
                </a:cubicBezTo>
                <a:cubicBezTo>
                  <a:pt x="737077" y="45350"/>
                  <a:pt x="736189" y="45580"/>
                  <a:pt x="735241" y="45764"/>
                </a:cubicBezTo>
                <a:cubicBezTo>
                  <a:pt x="734293" y="45947"/>
                  <a:pt x="733298" y="46100"/>
                  <a:pt x="732257" y="46222"/>
                </a:cubicBezTo>
                <a:cubicBezTo>
                  <a:pt x="731216" y="46345"/>
                  <a:pt x="730176" y="46497"/>
                  <a:pt x="729135" y="46680"/>
                </a:cubicBezTo>
                <a:cubicBezTo>
                  <a:pt x="728157" y="46864"/>
                  <a:pt x="727193" y="47110"/>
                  <a:pt x="726244" y="47416"/>
                </a:cubicBezTo>
                <a:cubicBezTo>
                  <a:pt x="725295" y="47721"/>
                  <a:pt x="724468" y="48135"/>
                  <a:pt x="723764" y="48656"/>
                </a:cubicBezTo>
                <a:cubicBezTo>
                  <a:pt x="723061" y="49176"/>
                  <a:pt x="722495" y="49834"/>
                  <a:pt x="722066" y="50630"/>
                </a:cubicBezTo>
                <a:cubicBezTo>
                  <a:pt x="721638" y="51424"/>
                  <a:pt x="721423" y="52434"/>
                  <a:pt x="721423" y="53658"/>
                </a:cubicBezTo>
                <a:cubicBezTo>
                  <a:pt x="721423" y="54821"/>
                  <a:pt x="721638" y="55801"/>
                  <a:pt x="722066" y="56596"/>
                </a:cubicBezTo>
                <a:cubicBezTo>
                  <a:pt x="722495" y="57392"/>
                  <a:pt x="723076" y="58020"/>
                  <a:pt x="723810" y="58479"/>
                </a:cubicBezTo>
                <a:cubicBezTo>
                  <a:pt x="724545" y="58938"/>
                  <a:pt x="725402" y="59259"/>
                  <a:pt x="726381" y="59443"/>
                </a:cubicBezTo>
                <a:cubicBezTo>
                  <a:pt x="727361" y="59627"/>
                  <a:pt x="728371" y="59719"/>
                  <a:pt x="729411" y="59719"/>
                </a:cubicBezTo>
                <a:cubicBezTo>
                  <a:pt x="731982" y="59719"/>
                  <a:pt x="733970" y="59291"/>
                  <a:pt x="735378" y="58434"/>
                </a:cubicBezTo>
                <a:cubicBezTo>
                  <a:pt x="736786" y="57577"/>
                  <a:pt x="737827" y="56551"/>
                  <a:pt x="738501" y="55358"/>
                </a:cubicBezTo>
                <a:cubicBezTo>
                  <a:pt x="739174" y="54164"/>
                  <a:pt x="739587" y="52955"/>
                  <a:pt x="739740" y="51731"/>
                </a:cubicBezTo>
                <a:cubicBezTo>
                  <a:pt x="739894" y="50506"/>
                  <a:pt x="739970" y="49527"/>
                  <a:pt x="739970" y="48793"/>
                </a:cubicBezTo>
                <a:lnTo>
                  <a:pt x="739970" y="43926"/>
                </a:lnTo>
                <a:close/>
                <a:moveTo>
                  <a:pt x="763198" y="19687"/>
                </a:moveTo>
                <a:lnTo>
                  <a:pt x="763198" y="67155"/>
                </a:lnTo>
                <a:lnTo>
                  <a:pt x="776235" y="67155"/>
                </a:lnTo>
                <a:lnTo>
                  <a:pt x="776235" y="42277"/>
                </a:lnTo>
                <a:cubicBezTo>
                  <a:pt x="776235" y="37442"/>
                  <a:pt x="777030" y="33969"/>
                  <a:pt x="778622" y="31859"/>
                </a:cubicBezTo>
                <a:cubicBezTo>
                  <a:pt x="780213" y="29747"/>
                  <a:pt x="782784" y="28691"/>
                  <a:pt x="786334" y="28691"/>
                </a:cubicBezTo>
                <a:cubicBezTo>
                  <a:pt x="789456" y="28691"/>
                  <a:pt x="791629" y="29655"/>
                  <a:pt x="792853" y="31583"/>
                </a:cubicBezTo>
                <a:cubicBezTo>
                  <a:pt x="794077" y="33510"/>
                  <a:pt x="794689" y="36433"/>
                  <a:pt x="794689" y="40350"/>
                </a:cubicBezTo>
                <a:lnTo>
                  <a:pt x="794689" y="67155"/>
                </a:lnTo>
                <a:lnTo>
                  <a:pt x="807726" y="67155"/>
                </a:lnTo>
                <a:lnTo>
                  <a:pt x="807726" y="37946"/>
                </a:lnTo>
                <a:cubicBezTo>
                  <a:pt x="807726" y="35006"/>
                  <a:pt x="807466" y="32327"/>
                  <a:pt x="806946" y="29908"/>
                </a:cubicBezTo>
                <a:cubicBezTo>
                  <a:pt x="806426" y="27490"/>
                  <a:pt x="805523" y="25438"/>
                  <a:pt x="804237" y="23754"/>
                </a:cubicBezTo>
                <a:cubicBezTo>
                  <a:pt x="802951" y="22070"/>
                  <a:pt x="801192" y="20754"/>
                  <a:pt x="798958" y="19805"/>
                </a:cubicBezTo>
                <a:cubicBezTo>
                  <a:pt x="796724" y="18855"/>
                  <a:pt x="793862" y="18380"/>
                  <a:pt x="790373" y="18380"/>
                </a:cubicBezTo>
                <a:cubicBezTo>
                  <a:pt x="787619" y="18380"/>
                  <a:pt x="784926" y="19009"/>
                  <a:pt x="782294" y="20267"/>
                </a:cubicBezTo>
                <a:cubicBezTo>
                  <a:pt x="779662" y="21525"/>
                  <a:pt x="777520" y="23535"/>
                  <a:pt x="775868" y="26297"/>
                </a:cubicBezTo>
                <a:lnTo>
                  <a:pt x="775592" y="26297"/>
                </a:lnTo>
                <a:lnTo>
                  <a:pt x="775592" y="19687"/>
                </a:lnTo>
                <a:lnTo>
                  <a:pt x="763198" y="19687"/>
                </a:lnTo>
                <a:close/>
                <a:moveTo>
                  <a:pt x="836892" y="83742"/>
                </a:moveTo>
                <a:lnTo>
                  <a:pt x="836892" y="0"/>
                </a:lnTo>
                <a:lnTo>
                  <a:pt x="812654" y="0"/>
                </a:lnTo>
                <a:lnTo>
                  <a:pt x="812654" y="10311"/>
                </a:lnTo>
                <a:lnTo>
                  <a:pt x="823855" y="10311"/>
                </a:lnTo>
                <a:lnTo>
                  <a:pt x="823855" y="73431"/>
                </a:lnTo>
                <a:lnTo>
                  <a:pt x="812654" y="73431"/>
                </a:lnTo>
                <a:lnTo>
                  <a:pt x="812654" y="83742"/>
                </a:lnTo>
                <a:lnTo>
                  <a:pt x="836892" y="837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bugdescription">
            <a:extLst xmlns:a="http://schemas.openxmlformats.org/drawingml/2006/main">
              <a:ext uri="{FF2B5EF4-FFF2-40B4-BE49-F238E27FC236}">
                <a16:creationId xmlns:a16="http://schemas.microsoft.com/office/drawing/2014/main" id="{182D4355-F9A1-4924-A4C1-CA4833C0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89" y="1857149"/>
            <a:ext cx="673437" cy="83473"/>
          </a:xfrm>
          <a:custGeom xmlns:a="http://schemas.openxmlformats.org/drawingml/2006/main">
            <a:pathLst>
              <a:path w="673437" h="83473">
                <a:moveTo>
                  <a:pt x="34796" y="41872"/>
                </a:moveTo>
                <a:cubicBezTo>
                  <a:pt x="34796" y="43831"/>
                  <a:pt x="34582" y="45729"/>
                  <a:pt x="34153" y="47566"/>
                </a:cubicBezTo>
                <a:cubicBezTo>
                  <a:pt x="33725" y="49402"/>
                  <a:pt x="33051" y="51024"/>
                  <a:pt x="32133" y="52433"/>
                </a:cubicBezTo>
                <a:cubicBezTo>
                  <a:pt x="31215" y="53840"/>
                  <a:pt x="30067" y="54957"/>
                  <a:pt x="28690" y="55784"/>
                </a:cubicBezTo>
                <a:cubicBezTo>
                  <a:pt x="27313" y="56610"/>
                  <a:pt x="25645" y="57024"/>
                  <a:pt x="23687" y="57024"/>
                </a:cubicBezTo>
                <a:cubicBezTo>
                  <a:pt x="21789" y="57024"/>
                  <a:pt x="20137" y="56610"/>
                  <a:pt x="18729" y="55784"/>
                </a:cubicBezTo>
                <a:cubicBezTo>
                  <a:pt x="17322" y="54957"/>
                  <a:pt x="16159" y="53840"/>
                  <a:pt x="15241" y="52433"/>
                </a:cubicBezTo>
                <a:cubicBezTo>
                  <a:pt x="14323" y="51024"/>
                  <a:pt x="13649" y="49402"/>
                  <a:pt x="13221" y="47566"/>
                </a:cubicBezTo>
                <a:cubicBezTo>
                  <a:pt x="12792" y="45729"/>
                  <a:pt x="12578" y="43831"/>
                  <a:pt x="12578" y="41872"/>
                </a:cubicBezTo>
                <a:cubicBezTo>
                  <a:pt x="12578" y="39852"/>
                  <a:pt x="12792" y="37924"/>
                  <a:pt x="13221" y="36088"/>
                </a:cubicBezTo>
                <a:cubicBezTo>
                  <a:pt x="13649" y="34251"/>
                  <a:pt x="14323" y="32629"/>
                  <a:pt x="15241" y="31221"/>
                </a:cubicBezTo>
                <a:cubicBezTo>
                  <a:pt x="16159" y="29813"/>
                  <a:pt x="17322" y="28695"/>
                  <a:pt x="18729" y="27869"/>
                </a:cubicBezTo>
                <a:cubicBezTo>
                  <a:pt x="20137" y="27042"/>
                  <a:pt x="21789" y="26629"/>
                  <a:pt x="23687" y="26629"/>
                </a:cubicBezTo>
                <a:cubicBezTo>
                  <a:pt x="25645" y="26629"/>
                  <a:pt x="27313" y="27042"/>
                  <a:pt x="28690" y="27869"/>
                </a:cubicBezTo>
                <a:cubicBezTo>
                  <a:pt x="30067" y="28695"/>
                  <a:pt x="31215" y="29813"/>
                  <a:pt x="32133" y="31221"/>
                </a:cubicBezTo>
                <a:cubicBezTo>
                  <a:pt x="33051" y="32629"/>
                  <a:pt x="33725" y="34251"/>
                  <a:pt x="34153" y="36088"/>
                </a:cubicBezTo>
                <a:cubicBezTo>
                  <a:pt x="34582" y="37924"/>
                  <a:pt x="34796" y="39852"/>
                  <a:pt x="34796" y="41872"/>
                </a:cubicBezTo>
                <a:moveTo>
                  <a:pt x="0" y="0"/>
                </a:moveTo>
                <a:lnTo>
                  <a:pt x="0" y="65572"/>
                </a:lnTo>
                <a:lnTo>
                  <a:pt x="12394" y="65572"/>
                </a:lnTo>
                <a:lnTo>
                  <a:pt x="12394" y="59513"/>
                </a:lnTo>
                <a:lnTo>
                  <a:pt x="12578" y="59513"/>
                </a:lnTo>
                <a:cubicBezTo>
                  <a:pt x="13985" y="62156"/>
                  <a:pt x="16066" y="64031"/>
                  <a:pt x="18820" y="65138"/>
                </a:cubicBezTo>
                <a:cubicBezTo>
                  <a:pt x="21575" y="66244"/>
                  <a:pt x="24697" y="66796"/>
                  <a:pt x="28185" y="66796"/>
                </a:cubicBezTo>
                <a:cubicBezTo>
                  <a:pt x="30573" y="66796"/>
                  <a:pt x="32929" y="66306"/>
                  <a:pt x="35254" y="65325"/>
                </a:cubicBezTo>
                <a:cubicBezTo>
                  <a:pt x="37581" y="64344"/>
                  <a:pt x="39678" y="62842"/>
                  <a:pt x="41545" y="60819"/>
                </a:cubicBezTo>
                <a:cubicBezTo>
                  <a:pt x="43412" y="58796"/>
                  <a:pt x="44926" y="56205"/>
                  <a:pt x="46089" y="53048"/>
                </a:cubicBezTo>
                <a:cubicBezTo>
                  <a:pt x="47252" y="49890"/>
                  <a:pt x="47833" y="46135"/>
                  <a:pt x="47833" y="41781"/>
                </a:cubicBezTo>
                <a:cubicBezTo>
                  <a:pt x="47833" y="37428"/>
                  <a:pt x="47252" y="33673"/>
                  <a:pt x="46089" y="30515"/>
                </a:cubicBezTo>
                <a:cubicBezTo>
                  <a:pt x="44926" y="27357"/>
                  <a:pt x="43412" y="24767"/>
                  <a:pt x="41545" y="22744"/>
                </a:cubicBezTo>
                <a:cubicBezTo>
                  <a:pt x="39678" y="20721"/>
                  <a:pt x="37581" y="19219"/>
                  <a:pt x="35254" y="18239"/>
                </a:cubicBezTo>
                <a:cubicBezTo>
                  <a:pt x="32929" y="17257"/>
                  <a:pt x="30573" y="16766"/>
                  <a:pt x="28185" y="16766"/>
                </a:cubicBezTo>
                <a:cubicBezTo>
                  <a:pt x="25248" y="16766"/>
                  <a:pt x="22417" y="17335"/>
                  <a:pt x="19693" y="18471"/>
                </a:cubicBezTo>
                <a:cubicBezTo>
                  <a:pt x="16969" y="19608"/>
                  <a:pt x="14812" y="21405"/>
                  <a:pt x="13221" y="23863"/>
                </a:cubicBezTo>
                <a:lnTo>
                  <a:pt x="13037" y="23863"/>
                </a:lnTo>
                <a:lnTo>
                  <a:pt x="13037" y="0"/>
                </a:lnTo>
                <a:lnTo>
                  <a:pt x="0" y="0"/>
                </a:lnTo>
                <a:close/>
                <a:moveTo>
                  <a:pt x="100381" y="65491"/>
                </a:moveTo>
                <a:lnTo>
                  <a:pt x="100381" y="18111"/>
                </a:lnTo>
                <a:lnTo>
                  <a:pt x="87344" y="18111"/>
                </a:lnTo>
                <a:lnTo>
                  <a:pt x="87344" y="42932"/>
                </a:lnTo>
                <a:cubicBezTo>
                  <a:pt x="87344" y="47755"/>
                  <a:pt x="86548" y="51219"/>
                  <a:pt x="84956" y="53326"/>
                </a:cubicBezTo>
                <a:cubicBezTo>
                  <a:pt x="83365" y="55433"/>
                  <a:pt x="80794" y="56486"/>
                  <a:pt x="77244" y="56486"/>
                </a:cubicBezTo>
                <a:cubicBezTo>
                  <a:pt x="74122" y="56486"/>
                  <a:pt x="71949" y="55524"/>
                  <a:pt x="70724" y="53601"/>
                </a:cubicBezTo>
                <a:cubicBezTo>
                  <a:pt x="69501" y="51677"/>
                  <a:pt x="68889" y="48761"/>
                  <a:pt x="68889" y="44854"/>
                </a:cubicBezTo>
                <a:lnTo>
                  <a:pt x="68889" y="18111"/>
                </a:lnTo>
                <a:lnTo>
                  <a:pt x="55852" y="18111"/>
                </a:lnTo>
                <a:lnTo>
                  <a:pt x="55852" y="47269"/>
                </a:lnTo>
                <a:cubicBezTo>
                  <a:pt x="55852" y="50202"/>
                  <a:pt x="56112" y="52877"/>
                  <a:pt x="56632" y="55292"/>
                </a:cubicBezTo>
                <a:cubicBezTo>
                  <a:pt x="57153" y="57706"/>
                  <a:pt x="58055" y="59754"/>
                  <a:pt x="59340" y="61435"/>
                </a:cubicBezTo>
                <a:cubicBezTo>
                  <a:pt x="60626" y="63116"/>
                  <a:pt x="62387" y="64415"/>
                  <a:pt x="64621" y="65332"/>
                </a:cubicBezTo>
                <a:cubicBezTo>
                  <a:pt x="66855" y="66249"/>
                  <a:pt x="69716" y="66707"/>
                  <a:pt x="73205" y="66707"/>
                </a:cubicBezTo>
                <a:cubicBezTo>
                  <a:pt x="75960" y="66707"/>
                  <a:pt x="78653" y="66093"/>
                  <a:pt x="81285" y="64866"/>
                </a:cubicBezTo>
                <a:cubicBezTo>
                  <a:pt x="83916" y="63638"/>
                  <a:pt x="86059" y="61642"/>
                  <a:pt x="87711" y="58880"/>
                </a:cubicBezTo>
                <a:lnTo>
                  <a:pt x="87987" y="58880"/>
                </a:lnTo>
                <a:lnTo>
                  <a:pt x="87987" y="65491"/>
                </a:lnTo>
                <a:lnTo>
                  <a:pt x="100381" y="65491"/>
                </a:lnTo>
                <a:close/>
                <a:moveTo>
                  <a:pt x="132300" y="54334"/>
                </a:moveTo>
                <a:cubicBezTo>
                  <a:pt x="130280" y="54334"/>
                  <a:pt x="128596" y="53906"/>
                  <a:pt x="127249" y="53049"/>
                </a:cubicBezTo>
                <a:cubicBezTo>
                  <a:pt x="125903" y="52193"/>
                  <a:pt x="124816" y="51092"/>
                  <a:pt x="123989" y="49747"/>
                </a:cubicBezTo>
                <a:cubicBezTo>
                  <a:pt x="123164" y="48401"/>
                  <a:pt x="122582" y="46888"/>
                  <a:pt x="122245" y="45207"/>
                </a:cubicBezTo>
                <a:cubicBezTo>
                  <a:pt x="121909" y="43525"/>
                  <a:pt x="121741" y="41827"/>
                  <a:pt x="121741" y="40114"/>
                </a:cubicBezTo>
                <a:cubicBezTo>
                  <a:pt x="121741" y="38341"/>
                  <a:pt x="121940" y="36644"/>
                  <a:pt x="122338" y="35023"/>
                </a:cubicBezTo>
                <a:cubicBezTo>
                  <a:pt x="122736" y="33402"/>
                  <a:pt x="123378" y="31965"/>
                  <a:pt x="124265" y="30711"/>
                </a:cubicBezTo>
                <a:cubicBezTo>
                  <a:pt x="125154" y="29458"/>
                  <a:pt x="126256" y="28464"/>
                  <a:pt x="127572" y="27730"/>
                </a:cubicBezTo>
                <a:cubicBezTo>
                  <a:pt x="128888" y="26996"/>
                  <a:pt x="130464" y="26629"/>
                  <a:pt x="132300" y="26629"/>
                </a:cubicBezTo>
                <a:cubicBezTo>
                  <a:pt x="134442" y="26629"/>
                  <a:pt x="136217" y="27027"/>
                  <a:pt x="137625" y="27823"/>
                </a:cubicBezTo>
                <a:cubicBezTo>
                  <a:pt x="139032" y="28617"/>
                  <a:pt x="140165" y="29688"/>
                  <a:pt x="141022" y="31033"/>
                </a:cubicBezTo>
                <a:cubicBezTo>
                  <a:pt x="141879" y="32378"/>
                  <a:pt x="142492" y="33922"/>
                  <a:pt x="142859" y="35665"/>
                </a:cubicBezTo>
                <a:cubicBezTo>
                  <a:pt x="143226" y="37408"/>
                  <a:pt x="143409" y="39258"/>
                  <a:pt x="143409" y="41215"/>
                </a:cubicBezTo>
                <a:cubicBezTo>
                  <a:pt x="143409" y="42927"/>
                  <a:pt x="143179" y="44563"/>
                  <a:pt x="142720" y="46123"/>
                </a:cubicBezTo>
                <a:cubicBezTo>
                  <a:pt x="142261" y="47683"/>
                  <a:pt x="141573" y="49074"/>
                  <a:pt x="140655" y="50298"/>
                </a:cubicBezTo>
                <a:cubicBezTo>
                  <a:pt x="139737" y="51520"/>
                  <a:pt x="138574" y="52499"/>
                  <a:pt x="137165" y="53233"/>
                </a:cubicBezTo>
                <a:cubicBezTo>
                  <a:pt x="135758" y="53967"/>
                  <a:pt x="134136" y="54334"/>
                  <a:pt x="132300" y="54334"/>
                </a:cubicBezTo>
                <a:moveTo>
                  <a:pt x="155803" y="62532"/>
                </a:moveTo>
                <a:lnTo>
                  <a:pt x="155803" y="18082"/>
                </a:lnTo>
                <a:lnTo>
                  <a:pt x="143409" y="18082"/>
                </a:lnTo>
                <a:lnTo>
                  <a:pt x="143409" y="24417"/>
                </a:lnTo>
                <a:lnTo>
                  <a:pt x="143226" y="24417"/>
                </a:lnTo>
                <a:cubicBezTo>
                  <a:pt x="141634" y="21651"/>
                  <a:pt x="139660" y="19685"/>
                  <a:pt x="137304" y="18518"/>
                </a:cubicBezTo>
                <a:cubicBezTo>
                  <a:pt x="134948" y="17350"/>
                  <a:pt x="132208" y="16766"/>
                  <a:pt x="129086" y="16766"/>
                </a:cubicBezTo>
                <a:cubicBezTo>
                  <a:pt x="125781" y="16766"/>
                  <a:pt x="122858" y="17410"/>
                  <a:pt x="120318" y="18697"/>
                </a:cubicBezTo>
                <a:cubicBezTo>
                  <a:pt x="117778" y="19984"/>
                  <a:pt x="115652" y="21715"/>
                  <a:pt x="113938" y="23890"/>
                </a:cubicBezTo>
                <a:cubicBezTo>
                  <a:pt x="112224" y="26065"/>
                  <a:pt x="110923" y="28578"/>
                  <a:pt x="110035" y="31427"/>
                </a:cubicBezTo>
                <a:cubicBezTo>
                  <a:pt x="109148" y="34277"/>
                  <a:pt x="108704" y="37233"/>
                  <a:pt x="108704" y="40298"/>
                </a:cubicBezTo>
                <a:cubicBezTo>
                  <a:pt x="108704" y="43545"/>
                  <a:pt x="109086" y="46624"/>
                  <a:pt x="109851" y="49536"/>
                </a:cubicBezTo>
                <a:cubicBezTo>
                  <a:pt x="110616" y="52446"/>
                  <a:pt x="111825" y="54989"/>
                  <a:pt x="113477" y="57165"/>
                </a:cubicBezTo>
                <a:cubicBezTo>
                  <a:pt x="115130" y="59340"/>
                  <a:pt x="117242" y="61056"/>
                  <a:pt x="119813" y="62312"/>
                </a:cubicBezTo>
                <a:cubicBezTo>
                  <a:pt x="122384" y="63568"/>
                  <a:pt x="125445" y="64196"/>
                  <a:pt x="128995" y="64196"/>
                </a:cubicBezTo>
                <a:cubicBezTo>
                  <a:pt x="131872" y="64196"/>
                  <a:pt x="134610" y="63597"/>
                  <a:pt x="137211" y="62399"/>
                </a:cubicBezTo>
                <a:cubicBezTo>
                  <a:pt x="139813" y="61201"/>
                  <a:pt x="141818" y="59342"/>
                  <a:pt x="143226" y="56822"/>
                </a:cubicBezTo>
                <a:lnTo>
                  <a:pt x="143409" y="56822"/>
                </a:lnTo>
                <a:lnTo>
                  <a:pt x="143409" y="63083"/>
                </a:lnTo>
                <a:cubicBezTo>
                  <a:pt x="143471" y="66459"/>
                  <a:pt x="142660" y="69252"/>
                  <a:pt x="140976" y="71462"/>
                </a:cubicBezTo>
                <a:cubicBezTo>
                  <a:pt x="139293" y="73671"/>
                  <a:pt x="136615" y="74776"/>
                  <a:pt x="132943" y="74776"/>
                </a:cubicBezTo>
                <a:cubicBezTo>
                  <a:pt x="130617" y="74776"/>
                  <a:pt x="128567" y="74300"/>
                  <a:pt x="126791" y="73347"/>
                </a:cubicBezTo>
                <a:cubicBezTo>
                  <a:pt x="125016" y="72395"/>
                  <a:pt x="123822" y="70689"/>
                  <a:pt x="123211" y="68231"/>
                </a:cubicBezTo>
                <a:lnTo>
                  <a:pt x="110265" y="68231"/>
                </a:lnTo>
                <a:cubicBezTo>
                  <a:pt x="110449" y="70925"/>
                  <a:pt x="111198" y="73235"/>
                  <a:pt x="112514" y="75163"/>
                </a:cubicBezTo>
                <a:cubicBezTo>
                  <a:pt x="113830" y="77091"/>
                  <a:pt x="115483" y="78668"/>
                  <a:pt x="117472" y="79892"/>
                </a:cubicBezTo>
                <a:cubicBezTo>
                  <a:pt x="119462" y="81117"/>
                  <a:pt x="121665" y="82019"/>
                  <a:pt x="124082" y="82600"/>
                </a:cubicBezTo>
                <a:cubicBezTo>
                  <a:pt x="126500" y="83182"/>
                  <a:pt x="128872" y="83473"/>
                  <a:pt x="131199" y="83473"/>
                </a:cubicBezTo>
                <a:cubicBezTo>
                  <a:pt x="136645" y="83473"/>
                  <a:pt x="140991" y="82738"/>
                  <a:pt x="144234" y="81268"/>
                </a:cubicBezTo>
                <a:cubicBezTo>
                  <a:pt x="147479" y="79799"/>
                  <a:pt x="149958" y="78008"/>
                  <a:pt x="151672" y="75895"/>
                </a:cubicBezTo>
                <a:cubicBezTo>
                  <a:pt x="153386" y="73783"/>
                  <a:pt x="154503" y="71502"/>
                  <a:pt x="155023" y="69053"/>
                </a:cubicBezTo>
                <a:cubicBezTo>
                  <a:pt x="155543" y="66605"/>
                  <a:pt x="155803" y="64431"/>
                  <a:pt x="155803" y="62532"/>
                </a:cubicBezTo>
                <a:close/>
                <a:moveTo>
                  <a:pt x="224969" y="41689"/>
                </a:moveTo>
                <a:cubicBezTo>
                  <a:pt x="224969" y="43647"/>
                  <a:pt x="224785" y="45545"/>
                  <a:pt x="224418" y="47382"/>
                </a:cubicBezTo>
                <a:cubicBezTo>
                  <a:pt x="224051" y="49218"/>
                  <a:pt x="223439" y="50856"/>
                  <a:pt x="222582" y="52295"/>
                </a:cubicBezTo>
                <a:cubicBezTo>
                  <a:pt x="221724" y="53734"/>
                  <a:pt x="220576" y="54882"/>
                  <a:pt x="219138" y="55739"/>
                </a:cubicBezTo>
                <a:cubicBezTo>
                  <a:pt x="217700" y="56595"/>
                  <a:pt x="215909" y="57024"/>
                  <a:pt x="213767" y="57024"/>
                </a:cubicBezTo>
                <a:cubicBezTo>
                  <a:pt x="211748" y="57024"/>
                  <a:pt x="210019" y="56580"/>
                  <a:pt x="208579" y="55693"/>
                </a:cubicBezTo>
                <a:cubicBezTo>
                  <a:pt x="207141" y="54804"/>
                  <a:pt x="205947" y="53641"/>
                  <a:pt x="204999" y="52203"/>
                </a:cubicBezTo>
                <a:cubicBezTo>
                  <a:pt x="204051" y="50764"/>
                  <a:pt x="203362" y="49126"/>
                  <a:pt x="202934" y="47290"/>
                </a:cubicBezTo>
                <a:cubicBezTo>
                  <a:pt x="202505" y="45454"/>
                  <a:pt x="202291" y="43617"/>
                  <a:pt x="202291" y="41780"/>
                </a:cubicBezTo>
                <a:cubicBezTo>
                  <a:pt x="202291" y="39821"/>
                  <a:pt x="202489" y="37939"/>
                  <a:pt x="202887" y="36133"/>
                </a:cubicBezTo>
                <a:cubicBezTo>
                  <a:pt x="203285" y="34327"/>
                  <a:pt x="203928" y="32720"/>
                  <a:pt x="204815" y="31312"/>
                </a:cubicBezTo>
                <a:cubicBezTo>
                  <a:pt x="205703" y="29904"/>
                  <a:pt x="206881" y="28771"/>
                  <a:pt x="208350" y="27915"/>
                </a:cubicBezTo>
                <a:cubicBezTo>
                  <a:pt x="209819" y="27058"/>
                  <a:pt x="211624" y="26629"/>
                  <a:pt x="213767" y="26629"/>
                </a:cubicBezTo>
                <a:cubicBezTo>
                  <a:pt x="215909" y="26629"/>
                  <a:pt x="217684" y="27058"/>
                  <a:pt x="219092" y="27915"/>
                </a:cubicBezTo>
                <a:cubicBezTo>
                  <a:pt x="220500" y="28771"/>
                  <a:pt x="221648" y="29888"/>
                  <a:pt x="222535" y="31266"/>
                </a:cubicBezTo>
                <a:cubicBezTo>
                  <a:pt x="223424" y="32644"/>
                  <a:pt x="224051" y="34236"/>
                  <a:pt x="224418" y="36042"/>
                </a:cubicBezTo>
                <a:cubicBezTo>
                  <a:pt x="224785" y="37847"/>
                  <a:pt x="224969" y="39729"/>
                  <a:pt x="224969" y="41689"/>
                </a:cubicBezTo>
                <a:moveTo>
                  <a:pt x="225152" y="59538"/>
                </a:moveTo>
                <a:lnTo>
                  <a:pt x="225152" y="65601"/>
                </a:lnTo>
                <a:lnTo>
                  <a:pt x="237546" y="65601"/>
                </a:lnTo>
                <a:lnTo>
                  <a:pt x="237546" y="0"/>
                </a:lnTo>
                <a:lnTo>
                  <a:pt x="224509" y="0"/>
                </a:lnTo>
                <a:lnTo>
                  <a:pt x="224509" y="23863"/>
                </a:lnTo>
                <a:lnTo>
                  <a:pt x="224326" y="23863"/>
                </a:lnTo>
                <a:cubicBezTo>
                  <a:pt x="222857" y="21529"/>
                  <a:pt x="220852" y="19762"/>
                  <a:pt x="218312" y="18564"/>
                </a:cubicBezTo>
                <a:cubicBezTo>
                  <a:pt x="215772" y="17365"/>
                  <a:pt x="213095" y="16766"/>
                  <a:pt x="210279" y="16766"/>
                </a:cubicBezTo>
                <a:cubicBezTo>
                  <a:pt x="206789" y="16766"/>
                  <a:pt x="203729" y="17456"/>
                  <a:pt x="201097" y="18836"/>
                </a:cubicBezTo>
                <a:cubicBezTo>
                  <a:pt x="198465" y="20215"/>
                  <a:pt x="196277" y="22039"/>
                  <a:pt x="194532" y="24308"/>
                </a:cubicBezTo>
                <a:cubicBezTo>
                  <a:pt x="192788" y="26576"/>
                  <a:pt x="191473" y="29197"/>
                  <a:pt x="190584" y="32171"/>
                </a:cubicBezTo>
                <a:cubicBezTo>
                  <a:pt x="189697" y="35145"/>
                  <a:pt x="189253" y="38225"/>
                  <a:pt x="189253" y="41413"/>
                </a:cubicBezTo>
                <a:cubicBezTo>
                  <a:pt x="189253" y="44724"/>
                  <a:pt x="189697" y="47912"/>
                  <a:pt x="190584" y="50979"/>
                </a:cubicBezTo>
                <a:cubicBezTo>
                  <a:pt x="191473" y="54044"/>
                  <a:pt x="192788" y="56757"/>
                  <a:pt x="194532" y="59118"/>
                </a:cubicBezTo>
                <a:cubicBezTo>
                  <a:pt x="196277" y="61478"/>
                  <a:pt x="198495" y="63348"/>
                  <a:pt x="201188" y="64727"/>
                </a:cubicBezTo>
                <a:cubicBezTo>
                  <a:pt x="203882" y="66107"/>
                  <a:pt x="207004" y="66796"/>
                  <a:pt x="210555" y="66796"/>
                </a:cubicBezTo>
                <a:cubicBezTo>
                  <a:pt x="213676" y="66796"/>
                  <a:pt x="216476" y="66230"/>
                  <a:pt x="218955" y="65097"/>
                </a:cubicBezTo>
                <a:cubicBezTo>
                  <a:pt x="221434" y="63963"/>
                  <a:pt x="223439" y="62110"/>
                  <a:pt x="224969" y="59538"/>
                </a:cubicBezTo>
                <a:lnTo>
                  <a:pt x="225152" y="59538"/>
                </a:lnTo>
                <a:close/>
                <a:moveTo>
                  <a:pt x="279075" y="36760"/>
                </a:moveTo>
                <a:lnTo>
                  <a:pt x="257868" y="36760"/>
                </a:lnTo>
                <a:cubicBezTo>
                  <a:pt x="257929" y="35840"/>
                  <a:pt x="258127" y="34796"/>
                  <a:pt x="258463" y="33629"/>
                </a:cubicBezTo>
                <a:cubicBezTo>
                  <a:pt x="258801" y="32462"/>
                  <a:pt x="259382" y="31357"/>
                  <a:pt x="260209" y="30313"/>
                </a:cubicBezTo>
                <a:cubicBezTo>
                  <a:pt x="261036" y="29269"/>
                  <a:pt x="262137" y="28394"/>
                  <a:pt x="263514" y="27688"/>
                </a:cubicBezTo>
                <a:cubicBezTo>
                  <a:pt x="264891" y="26982"/>
                  <a:pt x="266621" y="26629"/>
                  <a:pt x="268701" y="26629"/>
                </a:cubicBezTo>
                <a:cubicBezTo>
                  <a:pt x="271884" y="26629"/>
                  <a:pt x="274256" y="27489"/>
                  <a:pt x="275817" y="29208"/>
                </a:cubicBezTo>
                <a:cubicBezTo>
                  <a:pt x="277377" y="30927"/>
                  <a:pt x="278464" y="33445"/>
                  <a:pt x="279075" y="36760"/>
                </a:cubicBezTo>
                <a:moveTo>
                  <a:pt x="257868" y="45009"/>
                </a:moveTo>
                <a:lnTo>
                  <a:pt x="292114" y="45009"/>
                </a:lnTo>
                <a:cubicBezTo>
                  <a:pt x="292359" y="41329"/>
                  <a:pt x="292052" y="37803"/>
                  <a:pt x="291195" y="34429"/>
                </a:cubicBezTo>
                <a:cubicBezTo>
                  <a:pt x="290338" y="31056"/>
                  <a:pt x="288946" y="28051"/>
                  <a:pt x="287017" y="25414"/>
                </a:cubicBezTo>
                <a:cubicBezTo>
                  <a:pt x="285090" y="22777"/>
                  <a:pt x="282626" y="20676"/>
                  <a:pt x="279626" y="19113"/>
                </a:cubicBezTo>
                <a:cubicBezTo>
                  <a:pt x="276627" y="17549"/>
                  <a:pt x="273108" y="16766"/>
                  <a:pt x="269069" y="16766"/>
                </a:cubicBezTo>
                <a:cubicBezTo>
                  <a:pt x="265457" y="16766"/>
                  <a:pt x="262167" y="17410"/>
                  <a:pt x="259199" y="18698"/>
                </a:cubicBezTo>
                <a:cubicBezTo>
                  <a:pt x="256231" y="19985"/>
                  <a:pt x="253676" y="21748"/>
                  <a:pt x="251533" y="23985"/>
                </a:cubicBezTo>
                <a:cubicBezTo>
                  <a:pt x="249391" y="26223"/>
                  <a:pt x="247738" y="28875"/>
                  <a:pt x="246575" y="31941"/>
                </a:cubicBezTo>
                <a:cubicBezTo>
                  <a:pt x="245412" y="35006"/>
                  <a:pt x="244831" y="38317"/>
                  <a:pt x="244831" y="41874"/>
                </a:cubicBezTo>
                <a:cubicBezTo>
                  <a:pt x="244831" y="45552"/>
                  <a:pt x="245397" y="48924"/>
                  <a:pt x="246529" y="51990"/>
                </a:cubicBezTo>
                <a:cubicBezTo>
                  <a:pt x="247662" y="55055"/>
                  <a:pt x="249269" y="57692"/>
                  <a:pt x="251350" y="59900"/>
                </a:cubicBezTo>
                <a:cubicBezTo>
                  <a:pt x="253430" y="62107"/>
                  <a:pt x="255970" y="63808"/>
                  <a:pt x="258969" y="65003"/>
                </a:cubicBezTo>
                <a:cubicBezTo>
                  <a:pt x="261968" y="66199"/>
                  <a:pt x="265335" y="66796"/>
                  <a:pt x="269069" y="66796"/>
                </a:cubicBezTo>
                <a:cubicBezTo>
                  <a:pt x="274455" y="66796"/>
                  <a:pt x="279045" y="65573"/>
                  <a:pt x="282840" y="63127"/>
                </a:cubicBezTo>
                <a:cubicBezTo>
                  <a:pt x="286635" y="60681"/>
                  <a:pt x="289451" y="56614"/>
                  <a:pt x="291287" y="50927"/>
                </a:cubicBezTo>
                <a:lnTo>
                  <a:pt x="279811" y="50927"/>
                </a:lnTo>
                <a:cubicBezTo>
                  <a:pt x="279382" y="52383"/>
                  <a:pt x="278219" y="53763"/>
                  <a:pt x="276321" y="55068"/>
                </a:cubicBezTo>
                <a:cubicBezTo>
                  <a:pt x="274424" y="56372"/>
                  <a:pt x="272160" y="57024"/>
                  <a:pt x="269528" y="57024"/>
                </a:cubicBezTo>
                <a:cubicBezTo>
                  <a:pt x="265856" y="57024"/>
                  <a:pt x="263040" y="56076"/>
                  <a:pt x="261080" y="54181"/>
                </a:cubicBezTo>
                <a:cubicBezTo>
                  <a:pt x="259122" y="52285"/>
                  <a:pt x="258051" y="49228"/>
                  <a:pt x="257868" y="45009"/>
                </a:cubicBezTo>
                <a:close/>
                <a:moveTo>
                  <a:pt x="310017" y="50120"/>
                </a:moveTo>
                <a:lnTo>
                  <a:pt x="297622" y="50120"/>
                </a:lnTo>
                <a:cubicBezTo>
                  <a:pt x="297745" y="53297"/>
                  <a:pt x="298464" y="55940"/>
                  <a:pt x="299780" y="58048"/>
                </a:cubicBezTo>
                <a:cubicBezTo>
                  <a:pt x="301096" y="60155"/>
                  <a:pt x="302779" y="61850"/>
                  <a:pt x="304829" y="63133"/>
                </a:cubicBezTo>
                <a:cubicBezTo>
                  <a:pt x="306880" y="64416"/>
                  <a:pt x="309221" y="65332"/>
                  <a:pt x="311853" y="65882"/>
                </a:cubicBezTo>
                <a:cubicBezTo>
                  <a:pt x="314485" y="66432"/>
                  <a:pt x="317178" y="66707"/>
                  <a:pt x="319932" y="66707"/>
                </a:cubicBezTo>
                <a:cubicBezTo>
                  <a:pt x="322625" y="66707"/>
                  <a:pt x="325272" y="66446"/>
                  <a:pt x="327873" y="65925"/>
                </a:cubicBezTo>
                <a:cubicBezTo>
                  <a:pt x="330475" y="65405"/>
                  <a:pt x="332785" y="64502"/>
                  <a:pt x="334805" y="63216"/>
                </a:cubicBezTo>
                <a:cubicBezTo>
                  <a:pt x="336825" y="61930"/>
                  <a:pt x="338462" y="60230"/>
                  <a:pt x="339716" y="58118"/>
                </a:cubicBezTo>
                <a:cubicBezTo>
                  <a:pt x="340972" y="56005"/>
                  <a:pt x="341599" y="53387"/>
                  <a:pt x="341599" y="50264"/>
                </a:cubicBezTo>
                <a:cubicBezTo>
                  <a:pt x="341599" y="48060"/>
                  <a:pt x="341170" y="46208"/>
                  <a:pt x="340313" y="44708"/>
                </a:cubicBezTo>
                <a:cubicBezTo>
                  <a:pt x="339457" y="43207"/>
                  <a:pt x="338324" y="41951"/>
                  <a:pt x="336916" y="40941"/>
                </a:cubicBezTo>
                <a:cubicBezTo>
                  <a:pt x="335508" y="39930"/>
                  <a:pt x="333902" y="39119"/>
                  <a:pt x="332097" y="38507"/>
                </a:cubicBezTo>
                <a:cubicBezTo>
                  <a:pt x="330291" y="37895"/>
                  <a:pt x="328440" y="37374"/>
                  <a:pt x="326542" y="36945"/>
                </a:cubicBezTo>
                <a:cubicBezTo>
                  <a:pt x="324706" y="36517"/>
                  <a:pt x="322900" y="36119"/>
                  <a:pt x="321125" y="35752"/>
                </a:cubicBezTo>
                <a:cubicBezTo>
                  <a:pt x="319350" y="35384"/>
                  <a:pt x="317774" y="34971"/>
                  <a:pt x="316396" y="34512"/>
                </a:cubicBezTo>
                <a:cubicBezTo>
                  <a:pt x="315020" y="34052"/>
                  <a:pt x="313903" y="33455"/>
                  <a:pt x="313045" y="32720"/>
                </a:cubicBezTo>
                <a:cubicBezTo>
                  <a:pt x="312189" y="31985"/>
                  <a:pt x="311761" y="31036"/>
                  <a:pt x="311761" y="29872"/>
                </a:cubicBezTo>
                <a:cubicBezTo>
                  <a:pt x="311761" y="28892"/>
                  <a:pt x="312005" y="28112"/>
                  <a:pt x="312495" y="27530"/>
                </a:cubicBezTo>
                <a:cubicBezTo>
                  <a:pt x="312985" y="26948"/>
                  <a:pt x="313582" y="26504"/>
                  <a:pt x="314285" y="26199"/>
                </a:cubicBezTo>
                <a:cubicBezTo>
                  <a:pt x="314989" y="25892"/>
                  <a:pt x="315770" y="25694"/>
                  <a:pt x="316626" y="25602"/>
                </a:cubicBezTo>
                <a:cubicBezTo>
                  <a:pt x="317483" y="25510"/>
                  <a:pt x="318279" y="25463"/>
                  <a:pt x="319013" y="25463"/>
                </a:cubicBezTo>
                <a:cubicBezTo>
                  <a:pt x="321339" y="25463"/>
                  <a:pt x="323359" y="25909"/>
                  <a:pt x="325072" y="26801"/>
                </a:cubicBezTo>
                <a:cubicBezTo>
                  <a:pt x="326786" y="27692"/>
                  <a:pt x="327735" y="29398"/>
                  <a:pt x="327919" y="31919"/>
                </a:cubicBezTo>
                <a:lnTo>
                  <a:pt x="340314" y="31919"/>
                </a:lnTo>
                <a:cubicBezTo>
                  <a:pt x="340070" y="28981"/>
                  <a:pt x="339320" y="26547"/>
                  <a:pt x="338065" y="24619"/>
                </a:cubicBezTo>
                <a:cubicBezTo>
                  <a:pt x="336810" y="22690"/>
                  <a:pt x="335234" y="21144"/>
                  <a:pt x="333336" y="19981"/>
                </a:cubicBezTo>
                <a:cubicBezTo>
                  <a:pt x="331440" y="18818"/>
                  <a:pt x="329282" y="17991"/>
                  <a:pt x="326864" y="17502"/>
                </a:cubicBezTo>
                <a:cubicBezTo>
                  <a:pt x="324446" y="17012"/>
                  <a:pt x="321952" y="16766"/>
                  <a:pt x="319382" y="16766"/>
                </a:cubicBezTo>
                <a:cubicBezTo>
                  <a:pt x="316811" y="16766"/>
                  <a:pt x="314301" y="16996"/>
                  <a:pt x="311852" y="17456"/>
                </a:cubicBezTo>
                <a:cubicBezTo>
                  <a:pt x="309404" y="17914"/>
                  <a:pt x="307201" y="18710"/>
                  <a:pt x="305242" y="19843"/>
                </a:cubicBezTo>
                <a:cubicBezTo>
                  <a:pt x="303284" y="20976"/>
                  <a:pt x="301708" y="22522"/>
                  <a:pt x="300514" y="24481"/>
                </a:cubicBezTo>
                <a:cubicBezTo>
                  <a:pt x="299320" y="26441"/>
                  <a:pt x="298724" y="28952"/>
                  <a:pt x="298724" y="32014"/>
                </a:cubicBezTo>
                <a:cubicBezTo>
                  <a:pt x="298724" y="34096"/>
                  <a:pt x="299152" y="35856"/>
                  <a:pt x="300008" y="37296"/>
                </a:cubicBezTo>
                <a:cubicBezTo>
                  <a:pt x="300866" y="38734"/>
                  <a:pt x="301998" y="39928"/>
                  <a:pt x="303406" y="40878"/>
                </a:cubicBezTo>
                <a:cubicBezTo>
                  <a:pt x="304814" y="41827"/>
                  <a:pt x="306421" y="42592"/>
                  <a:pt x="308226" y="43174"/>
                </a:cubicBezTo>
                <a:cubicBezTo>
                  <a:pt x="310031" y="43756"/>
                  <a:pt x="311883" y="44261"/>
                  <a:pt x="313781" y="44690"/>
                </a:cubicBezTo>
                <a:cubicBezTo>
                  <a:pt x="318432" y="45669"/>
                  <a:pt x="322058" y="46649"/>
                  <a:pt x="324659" y="47629"/>
                </a:cubicBezTo>
                <a:cubicBezTo>
                  <a:pt x="327261" y="48609"/>
                  <a:pt x="328562" y="50078"/>
                  <a:pt x="328562" y="52038"/>
                </a:cubicBezTo>
                <a:cubicBezTo>
                  <a:pt x="328562" y="53200"/>
                  <a:pt x="328287" y="54165"/>
                  <a:pt x="327736" y="54931"/>
                </a:cubicBezTo>
                <a:cubicBezTo>
                  <a:pt x="327184" y="55696"/>
                  <a:pt x="326496" y="56309"/>
                  <a:pt x="325669" y="56769"/>
                </a:cubicBezTo>
                <a:cubicBezTo>
                  <a:pt x="324844" y="57227"/>
                  <a:pt x="323925" y="57564"/>
                  <a:pt x="322915" y="57779"/>
                </a:cubicBezTo>
                <a:cubicBezTo>
                  <a:pt x="321905" y="57993"/>
                  <a:pt x="320941" y="58099"/>
                  <a:pt x="320023" y="58099"/>
                </a:cubicBezTo>
                <a:cubicBezTo>
                  <a:pt x="318738" y="58099"/>
                  <a:pt x="317499" y="57947"/>
                  <a:pt x="316305" y="57641"/>
                </a:cubicBezTo>
                <a:cubicBezTo>
                  <a:pt x="315112" y="57335"/>
                  <a:pt x="314056" y="56861"/>
                  <a:pt x="313138" y="56219"/>
                </a:cubicBezTo>
                <a:cubicBezTo>
                  <a:pt x="312220" y="55577"/>
                  <a:pt x="311470" y="54751"/>
                  <a:pt x="310888" y="53743"/>
                </a:cubicBezTo>
                <a:cubicBezTo>
                  <a:pt x="310307" y="52734"/>
                  <a:pt x="310017" y="51526"/>
                  <a:pt x="310017" y="50120"/>
                </a:cubicBezTo>
                <a:close/>
                <a:moveTo>
                  <a:pt x="381201" y="34788"/>
                </a:moveTo>
                <a:lnTo>
                  <a:pt x="393962" y="34788"/>
                </a:lnTo>
                <a:cubicBezTo>
                  <a:pt x="393779" y="31723"/>
                  <a:pt x="393045" y="29072"/>
                  <a:pt x="391759" y="26835"/>
                </a:cubicBezTo>
                <a:cubicBezTo>
                  <a:pt x="390473" y="24597"/>
                  <a:pt x="388805" y="22727"/>
                  <a:pt x="386754" y="21226"/>
                </a:cubicBezTo>
                <a:cubicBezTo>
                  <a:pt x="384704" y="19724"/>
                  <a:pt x="382379" y="18605"/>
                  <a:pt x="379778" y="17870"/>
                </a:cubicBezTo>
                <a:cubicBezTo>
                  <a:pt x="377177" y="17134"/>
                  <a:pt x="374468" y="16766"/>
                  <a:pt x="371652" y="16766"/>
                </a:cubicBezTo>
                <a:cubicBezTo>
                  <a:pt x="367796" y="16766"/>
                  <a:pt x="364368" y="17410"/>
                  <a:pt x="361368" y="18698"/>
                </a:cubicBezTo>
                <a:cubicBezTo>
                  <a:pt x="358369" y="19985"/>
                  <a:pt x="355829" y="21778"/>
                  <a:pt x="353748" y="24078"/>
                </a:cubicBezTo>
                <a:cubicBezTo>
                  <a:pt x="351668" y="26377"/>
                  <a:pt x="350092" y="29106"/>
                  <a:pt x="349020" y="32263"/>
                </a:cubicBezTo>
                <a:cubicBezTo>
                  <a:pt x="347949" y="35420"/>
                  <a:pt x="347413" y="38838"/>
                  <a:pt x="347413" y="42517"/>
                </a:cubicBezTo>
                <a:cubicBezTo>
                  <a:pt x="347413" y="46073"/>
                  <a:pt x="347995" y="49338"/>
                  <a:pt x="349158" y="52312"/>
                </a:cubicBezTo>
                <a:cubicBezTo>
                  <a:pt x="350320" y="55285"/>
                  <a:pt x="351942" y="57844"/>
                  <a:pt x="354023" y="59991"/>
                </a:cubicBezTo>
                <a:cubicBezTo>
                  <a:pt x="356105" y="62137"/>
                  <a:pt x="358630" y="63808"/>
                  <a:pt x="361598" y="65003"/>
                </a:cubicBezTo>
                <a:cubicBezTo>
                  <a:pt x="364567" y="66199"/>
                  <a:pt x="367826" y="66796"/>
                  <a:pt x="371376" y="66796"/>
                </a:cubicBezTo>
                <a:cubicBezTo>
                  <a:pt x="377681" y="66796"/>
                  <a:pt x="382852" y="65137"/>
                  <a:pt x="386892" y="61819"/>
                </a:cubicBezTo>
                <a:cubicBezTo>
                  <a:pt x="390932" y="58500"/>
                  <a:pt x="393381" y="53688"/>
                  <a:pt x="394238" y="47384"/>
                </a:cubicBezTo>
                <a:lnTo>
                  <a:pt x="381659" y="47384"/>
                </a:lnTo>
                <a:cubicBezTo>
                  <a:pt x="381231" y="50322"/>
                  <a:pt x="380176" y="52663"/>
                  <a:pt x="378492" y="54408"/>
                </a:cubicBezTo>
                <a:cubicBezTo>
                  <a:pt x="376809" y="56152"/>
                  <a:pt x="374407" y="57024"/>
                  <a:pt x="371285" y="57024"/>
                </a:cubicBezTo>
                <a:cubicBezTo>
                  <a:pt x="369265" y="57024"/>
                  <a:pt x="367551" y="56564"/>
                  <a:pt x="366143" y="55646"/>
                </a:cubicBezTo>
                <a:cubicBezTo>
                  <a:pt x="364735" y="54728"/>
                  <a:pt x="363618" y="53550"/>
                  <a:pt x="362791" y="52112"/>
                </a:cubicBezTo>
                <a:cubicBezTo>
                  <a:pt x="361966" y="50673"/>
                  <a:pt x="361369" y="49065"/>
                  <a:pt x="361001" y="47290"/>
                </a:cubicBezTo>
                <a:cubicBezTo>
                  <a:pt x="360634" y="45514"/>
                  <a:pt x="360451" y="43770"/>
                  <a:pt x="360451" y="42056"/>
                </a:cubicBezTo>
                <a:cubicBezTo>
                  <a:pt x="360451" y="40281"/>
                  <a:pt x="360634" y="38490"/>
                  <a:pt x="361001" y="36685"/>
                </a:cubicBezTo>
                <a:cubicBezTo>
                  <a:pt x="361369" y="34879"/>
                  <a:pt x="361997" y="33225"/>
                  <a:pt x="362884" y="31726"/>
                </a:cubicBezTo>
                <a:cubicBezTo>
                  <a:pt x="363771" y="30226"/>
                  <a:pt x="364919" y="29001"/>
                  <a:pt x="366326" y="28052"/>
                </a:cubicBezTo>
                <a:cubicBezTo>
                  <a:pt x="367734" y="27103"/>
                  <a:pt x="369479" y="26629"/>
                  <a:pt x="371560" y="26629"/>
                </a:cubicBezTo>
                <a:cubicBezTo>
                  <a:pt x="377130" y="26629"/>
                  <a:pt x="380344" y="29349"/>
                  <a:pt x="381201" y="34788"/>
                </a:cubicBezTo>
                <a:close/>
                <a:moveTo>
                  <a:pt x="401674" y="18040"/>
                </a:moveTo>
                <a:lnTo>
                  <a:pt x="401674" y="65541"/>
                </a:lnTo>
                <a:lnTo>
                  <a:pt x="414712" y="65541"/>
                </a:lnTo>
                <a:lnTo>
                  <a:pt x="414712" y="44127"/>
                </a:lnTo>
                <a:cubicBezTo>
                  <a:pt x="414712" y="41982"/>
                  <a:pt x="414926" y="39991"/>
                  <a:pt x="415355" y="38153"/>
                </a:cubicBezTo>
                <a:cubicBezTo>
                  <a:pt x="415783" y="36315"/>
                  <a:pt x="416502" y="34707"/>
                  <a:pt x="417512" y="33328"/>
                </a:cubicBezTo>
                <a:cubicBezTo>
                  <a:pt x="418522" y="31950"/>
                  <a:pt x="419853" y="30862"/>
                  <a:pt x="421505" y="30065"/>
                </a:cubicBezTo>
                <a:cubicBezTo>
                  <a:pt x="423158" y="29269"/>
                  <a:pt x="425178" y="28870"/>
                  <a:pt x="427565" y="28870"/>
                </a:cubicBezTo>
                <a:cubicBezTo>
                  <a:pt x="428361" y="28870"/>
                  <a:pt x="429187" y="28917"/>
                  <a:pt x="430043" y="29009"/>
                </a:cubicBezTo>
                <a:cubicBezTo>
                  <a:pt x="430901" y="29101"/>
                  <a:pt x="431635" y="29208"/>
                  <a:pt x="432247" y="29330"/>
                </a:cubicBezTo>
                <a:lnTo>
                  <a:pt x="432247" y="17224"/>
                </a:lnTo>
                <a:cubicBezTo>
                  <a:pt x="431207" y="16919"/>
                  <a:pt x="430258" y="16766"/>
                  <a:pt x="429402" y="16766"/>
                </a:cubicBezTo>
                <a:cubicBezTo>
                  <a:pt x="427749" y="16766"/>
                  <a:pt x="426157" y="17011"/>
                  <a:pt x="424627" y="17500"/>
                </a:cubicBezTo>
                <a:cubicBezTo>
                  <a:pt x="423098" y="17989"/>
                  <a:pt x="421659" y="18676"/>
                  <a:pt x="420312" y="19563"/>
                </a:cubicBezTo>
                <a:cubicBezTo>
                  <a:pt x="418966" y="20449"/>
                  <a:pt x="417772" y="21519"/>
                  <a:pt x="416732" y="22772"/>
                </a:cubicBezTo>
                <a:cubicBezTo>
                  <a:pt x="415691" y="24026"/>
                  <a:pt x="414865" y="25386"/>
                  <a:pt x="414252" y="26853"/>
                </a:cubicBezTo>
                <a:lnTo>
                  <a:pt x="414069" y="26853"/>
                </a:lnTo>
                <a:lnTo>
                  <a:pt x="414069" y="18040"/>
                </a:lnTo>
                <a:lnTo>
                  <a:pt x="401674" y="18040"/>
                </a:lnTo>
                <a:close/>
                <a:moveTo>
                  <a:pt x="451039" y="10759"/>
                </a:moveTo>
                <a:lnTo>
                  <a:pt x="451039" y="0"/>
                </a:lnTo>
                <a:lnTo>
                  <a:pt x="438002" y="0"/>
                </a:lnTo>
                <a:lnTo>
                  <a:pt x="438002" y="10759"/>
                </a:lnTo>
                <a:lnTo>
                  <a:pt x="451039" y="10759"/>
                </a:lnTo>
                <a:moveTo>
                  <a:pt x="438002" y="18075"/>
                </a:moveTo>
                <a:lnTo>
                  <a:pt x="438002" y="65541"/>
                </a:lnTo>
                <a:lnTo>
                  <a:pt x="451039" y="65541"/>
                </a:lnTo>
                <a:lnTo>
                  <a:pt x="451039" y="18075"/>
                </a:lnTo>
                <a:lnTo>
                  <a:pt x="438002" y="18075"/>
                </a:lnTo>
                <a:close/>
                <a:moveTo>
                  <a:pt x="485315" y="57024"/>
                </a:moveTo>
                <a:cubicBezTo>
                  <a:pt x="483233" y="57024"/>
                  <a:pt x="481458" y="56595"/>
                  <a:pt x="479989" y="55739"/>
                </a:cubicBezTo>
                <a:cubicBezTo>
                  <a:pt x="478521" y="54882"/>
                  <a:pt x="477342" y="53764"/>
                  <a:pt x="476454" y="52386"/>
                </a:cubicBezTo>
                <a:cubicBezTo>
                  <a:pt x="475567" y="51009"/>
                  <a:pt x="474924" y="49402"/>
                  <a:pt x="474527" y="47566"/>
                </a:cubicBezTo>
                <a:cubicBezTo>
                  <a:pt x="474129" y="45729"/>
                  <a:pt x="473930" y="43861"/>
                  <a:pt x="473930" y="41964"/>
                </a:cubicBezTo>
                <a:cubicBezTo>
                  <a:pt x="473930" y="40005"/>
                  <a:pt x="474113" y="38108"/>
                  <a:pt x="474480" y="36272"/>
                </a:cubicBezTo>
                <a:cubicBezTo>
                  <a:pt x="474847" y="34434"/>
                  <a:pt x="475475" y="32812"/>
                  <a:pt x="476362" y="31405"/>
                </a:cubicBezTo>
                <a:cubicBezTo>
                  <a:pt x="477250" y="29996"/>
                  <a:pt x="478413" y="28848"/>
                  <a:pt x="479852" y="27961"/>
                </a:cubicBezTo>
                <a:cubicBezTo>
                  <a:pt x="481290" y="27073"/>
                  <a:pt x="483080" y="26629"/>
                  <a:pt x="485223" y="26629"/>
                </a:cubicBezTo>
                <a:cubicBezTo>
                  <a:pt x="487304" y="26629"/>
                  <a:pt x="489065" y="27073"/>
                  <a:pt x="490503" y="27961"/>
                </a:cubicBezTo>
                <a:cubicBezTo>
                  <a:pt x="491941" y="28848"/>
                  <a:pt x="493119" y="30012"/>
                  <a:pt x="494037" y="31451"/>
                </a:cubicBezTo>
                <a:cubicBezTo>
                  <a:pt x="494955" y="32889"/>
                  <a:pt x="495613" y="34526"/>
                  <a:pt x="496011" y="36363"/>
                </a:cubicBezTo>
                <a:cubicBezTo>
                  <a:pt x="496409" y="38199"/>
                  <a:pt x="496608" y="40066"/>
                  <a:pt x="496608" y="41964"/>
                </a:cubicBezTo>
                <a:cubicBezTo>
                  <a:pt x="496608" y="43861"/>
                  <a:pt x="496425" y="45729"/>
                  <a:pt x="496058" y="47566"/>
                </a:cubicBezTo>
                <a:cubicBezTo>
                  <a:pt x="495690" y="49402"/>
                  <a:pt x="495063" y="51009"/>
                  <a:pt x="494175" y="52386"/>
                </a:cubicBezTo>
                <a:cubicBezTo>
                  <a:pt x="493287" y="53764"/>
                  <a:pt x="492125" y="54882"/>
                  <a:pt x="490686" y="55739"/>
                </a:cubicBezTo>
                <a:cubicBezTo>
                  <a:pt x="489248" y="56595"/>
                  <a:pt x="487458" y="57024"/>
                  <a:pt x="485315" y="57024"/>
                </a:cubicBezTo>
                <a:moveTo>
                  <a:pt x="461352" y="18082"/>
                </a:moveTo>
                <a:lnTo>
                  <a:pt x="461352" y="82128"/>
                </a:lnTo>
                <a:lnTo>
                  <a:pt x="474389" y="82128"/>
                </a:lnTo>
                <a:lnTo>
                  <a:pt x="474389" y="59698"/>
                </a:lnTo>
                <a:lnTo>
                  <a:pt x="474573" y="59698"/>
                </a:lnTo>
                <a:cubicBezTo>
                  <a:pt x="476164" y="62034"/>
                  <a:pt x="478199" y="63801"/>
                  <a:pt x="480678" y="64999"/>
                </a:cubicBezTo>
                <a:cubicBezTo>
                  <a:pt x="483157" y="66197"/>
                  <a:pt x="485865" y="66796"/>
                  <a:pt x="488803" y="66796"/>
                </a:cubicBezTo>
                <a:cubicBezTo>
                  <a:pt x="492293" y="66796"/>
                  <a:pt x="495338" y="66122"/>
                  <a:pt x="497939" y="64773"/>
                </a:cubicBezTo>
                <a:cubicBezTo>
                  <a:pt x="500540" y="63425"/>
                  <a:pt x="502713" y="61616"/>
                  <a:pt x="504458" y="59348"/>
                </a:cubicBezTo>
                <a:cubicBezTo>
                  <a:pt x="506202" y="57079"/>
                  <a:pt x="507503" y="54473"/>
                  <a:pt x="508359" y="51530"/>
                </a:cubicBezTo>
                <a:cubicBezTo>
                  <a:pt x="509216" y="48588"/>
                  <a:pt x="509645" y="45522"/>
                  <a:pt x="509645" y="42333"/>
                </a:cubicBezTo>
                <a:cubicBezTo>
                  <a:pt x="509645" y="38961"/>
                  <a:pt x="509216" y="35727"/>
                  <a:pt x="508359" y="32631"/>
                </a:cubicBezTo>
                <a:cubicBezTo>
                  <a:pt x="507503" y="29534"/>
                  <a:pt x="506187" y="26822"/>
                  <a:pt x="504411" y="24492"/>
                </a:cubicBezTo>
                <a:cubicBezTo>
                  <a:pt x="502637" y="22162"/>
                  <a:pt x="500403" y="20292"/>
                  <a:pt x="497709" y="18882"/>
                </a:cubicBezTo>
                <a:cubicBezTo>
                  <a:pt x="495017" y="17471"/>
                  <a:pt x="491803" y="16766"/>
                  <a:pt x="488069" y="16766"/>
                </a:cubicBezTo>
                <a:cubicBezTo>
                  <a:pt x="485131" y="16766"/>
                  <a:pt x="482438" y="17350"/>
                  <a:pt x="479989" y="18518"/>
                </a:cubicBezTo>
                <a:cubicBezTo>
                  <a:pt x="477541" y="19685"/>
                  <a:pt x="475521" y="21559"/>
                  <a:pt x="473930" y="24141"/>
                </a:cubicBezTo>
                <a:lnTo>
                  <a:pt x="473746" y="24141"/>
                </a:lnTo>
                <a:lnTo>
                  <a:pt x="473746" y="18082"/>
                </a:lnTo>
                <a:lnTo>
                  <a:pt x="461352" y="18082"/>
                </a:lnTo>
                <a:close/>
                <a:moveTo>
                  <a:pt x="533730" y="18111"/>
                </a:moveTo>
                <a:lnTo>
                  <a:pt x="533730" y="3855"/>
                </a:lnTo>
                <a:lnTo>
                  <a:pt x="520693" y="3855"/>
                </a:lnTo>
                <a:lnTo>
                  <a:pt x="520693" y="18111"/>
                </a:lnTo>
                <a:lnTo>
                  <a:pt x="512797" y="18111"/>
                </a:lnTo>
                <a:lnTo>
                  <a:pt x="512797" y="26808"/>
                </a:lnTo>
                <a:lnTo>
                  <a:pt x="520693" y="26808"/>
                </a:lnTo>
                <a:lnTo>
                  <a:pt x="520693" y="54795"/>
                </a:lnTo>
                <a:cubicBezTo>
                  <a:pt x="520693" y="57181"/>
                  <a:pt x="521091" y="59108"/>
                  <a:pt x="521886" y="60576"/>
                </a:cubicBezTo>
                <a:cubicBezTo>
                  <a:pt x="522682" y="62044"/>
                  <a:pt x="523768" y="63176"/>
                  <a:pt x="525145" y="63972"/>
                </a:cubicBezTo>
                <a:cubicBezTo>
                  <a:pt x="526522" y="64767"/>
                  <a:pt x="528114" y="65302"/>
                  <a:pt x="529919" y="65576"/>
                </a:cubicBezTo>
                <a:cubicBezTo>
                  <a:pt x="531725" y="65852"/>
                  <a:pt x="533639" y="65989"/>
                  <a:pt x="535659" y="65989"/>
                </a:cubicBezTo>
                <a:cubicBezTo>
                  <a:pt x="536944" y="65989"/>
                  <a:pt x="538260" y="65960"/>
                  <a:pt x="539607" y="65900"/>
                </a:cubicBezTo>
                <a:cubicBezTo>
                  <a:pt x="540953" y="65840"/>
                  <a:pt x="542177" y="65721"/>
                  <a:pt x="543279" y="65541"/>
                </a:cubicBezTo>
                <a:lnTo>
                  <a:pt x="543279" y="55401"/>
                </a:lnTo>
                <a:cubicBezTo>
                  <a:pt x="542667" y="55524"/>
                  <a:pt x="542024" y="55616"/>
                  <a:pt x="541351" y="55677"/>
                </a:cubicBezTo>
                <a:cubicBezTo>
                  <a:pt x="540677" y="55738"/>
                  <a:pt x="539974" y="55768"/>
                  <a:pt x="539240" y="55768"/>
                </a:cubicBezTo>
                <a:cubicBezTo>
                  <a:pt x="537035" y="55768"/>
                  <a:pt x="535566" y="55402"/>
                  <a:pt x="534831" y="54669"/>
                </a:cubicBezTo>
                <a:cubicBezTo>
                  <a:pt x="534097" y="53935"/>
                  <a:pt x="533730" y="52469"/>
                  <a:pt x="533730" y="50270"/>
                </a:cubicBezTo>
                <a:lnTo>
                  <a:pt x="533730" y="26808"/>
                </a:lnTo>
                <a:lnTo>
                  <a:pt x="543279" y="26808"/>
                </a:lnTo>
                <a:lnTo>
                  <a:pt x="543279" y="18111"/>
                </a:lnTo>
                <a:lnTo>
                  <a:pt x="533730" y="18111"/>
                </a:lnTo>
                <a:close/>
                <a:moveTo>
                  <a:pt x="562742" y="10759"/>
                </a:moveTo>
                <a:lnTo>
                  <a:pt x="562742" y="0"/>
                </a:lnTo>
                <a:lnTo>
                  <a:pt x="549705" y="0"/>
                </a:lnTo>
                <a:lnTo>
                  <a:pt x="549705" y="10759"/>
                </a:lnTo>
                <a:lnTo>
                  <a:pt x="562742" y="10759"/>
                </a:lnTo>
                <a:moveTo>
                  <a:pt x="549705" y="18075"/>
                </a:moveTo>
                <a:lnTo>
                  <a:pt x="549705" y="65541"/>
                </a:lnTo>
                <a:lnTo>
                  <a:pt x="562742" y="65541"/>
                </a:lnTo>
                <a:lnTo>
                  <a:pt x="562742" y="18075"/>
                </a:lnTo>
                <a:lnTo>
                  <a:pt x="549705" y="18075"/>
                </a:lnTo>
                <a:close/>
                <a:moveTo>
                  <a:pt x="584624" y="41872"/>
                </a:moveTo>
                <a:cubicBezTo>
                  <a:pt x="584624" y="39975"/>
                  <a:pt x="584808" y="38108"/>
                  <a:pt x="585175" y="36272"/>
                </a:cubicBezTo>
                <a:cubicBezTo>
                  <a:pt x="585542" y="34434"/>
                  <a:pt x="586169" y="32812"/>
                  <a:pt x="587056" y="31405"/>
                </a:cubicBezTo>
                <a:cubicBezTo>
                  <a:pt x="587944" y="29996"/>
                  <a:pt x="589123" y="28848"/>
                  <a:pt x="590592" y="27961"/>
                </a:cubicBezTo>
                <a:cubicBezTo>
                  <a:pt x="592061" y="27073"/>
                  <a:pt x="593897" y="26629"/>
                  <a:pt x="596101" y="26629"/>
                </a:cubicBezTo>
                <a:cubicBezTo>
                  <a:pt x="598305" y="26629"/>
                  <a:pt x="600156" y="27073"/>
                  <a:pt x="601655" y="27961"/>
                </a:cubicBezTo>
                <a:cubicBezTo>
                  <a:pt x="603155" y="28848"/>
                  <a:pt x="604349" y="29996"/>
                  <a:pt x="605236" y="31405"/>
                </a:cubicBezTo>
                <a:cubicBezTo>
                  <a:pt x="606124" y="32812"/>
                  <a:pt x="606752" y="34434"/>
                  <a:pt x="607119" y="36272"/>
                </a:cubicBezTo>
                <a:cubicBezTo>
                  <a:pt x="607486" y="38108"/>
                  <a:pt x="607670" y="39975"/>
                  <a:pt x="607670" y="41872"/>
                </a:cubicBezTo>
                <a:cubicBezTo>
                  <a:pt x="607670" y="43770"/>
                  <a:pt x="607486" y="45622"/>
                  <a:pt x="607119" y="47429"/>
                </a:cubicBezTo>
                <a:cubicBezTo>
                  <a:pt x="606752" y="49234"/>
                  <a:pt x="606124" y="50856"/>
                  <a:pt x="605236" y="52295"/>
                </a:cubicBezTo>
                <a:cubicBezTo>
                  <a:pt x="604349" y="53734"/>
                  <a:pt x="603155" y="54882"/>
                  <a:pt x="601655" y="55739"/>
                </a:cubicBezTo>
                <a:cubicBezTo>
                  <a:pt x="600156" y="56595"/>
                  <a:pt x="598305" y="57024"/>
                  <a:pt x="596101" y="57024"/>
                </a:cubicBezTo>
                <a:cubicBezTo>
                  <a:pt x="593897" y="57024"/>
                  <a:pt x="592061" y="56595"/>
                  <a:pt x="590592" y="55739"/>
                </a:cubicBezTo>
                <a:cubicBezTo>
                  <a:pt x="589123" y="54882"/>
                  <a:pt x="587944" y="53734"/>
                  <a:pt x="587056" y="52295"/>
                </a:cubicBezTo>
                <a:cubicBezTo>
                  <a:pt x="586169" y="50856"/>
                  <a:pt x="585542" y="49234"/>
                  <a:pt x="585175" y="47429"/>
                </a:cubicBezTo>
                <a:cubicBezTo>
                  <a:pt x="584808" y="45622"/>
                  <a:pt x="584624" y="43770"/>
                  <a:pt x="584624" y="41872"/>
                </a:cubicBezTo>
                <a:moveTo>
                  <a:pt x="571587" y="41874"/>
                </a:moveTo>
                <a:cubicBezTo>
                  <a:pt x="571587" y="45675"/>
                  <a:pt x="572169" y="49108"/>
                  <a:pt x="573331" y="52174"/>
                </a:cubicBezTo>
                <a:cubicBezTo>
                  <a:pt x="574494" y="55239"/>
                  <a:pt x="576147" y="57860"/>
                  <a:pt x="578289" y="60037"/>
                </a:cubicBezTo>
                <a:cubicBezTo>
                  <a:pt x="580432" y="62213"/>
                  <a:pt x="583002" y="63884"/>
                  <a:pt x="586001" y="65049"/>
                </a:cubicBezTo>
                <a:cubicBezTo>
                  <a:pt x="589001" y="66214"/>
                  <a:pt x="592368" y="66796"/>
                  <a:pt x="596101" y="66796"/>
                </a:cubicBezTo>
                <a:cubicBezTo>
                  <a:pt x="599835" y="66796"/>
                  <a:pt x="603216" y="66214"/>
                  <a:pt x="606246" y="65049"/>
                </a:cubicBezTo>
                <a:cubicBezTo>
                  <a:pt x="609276" y="63884"/>
                  <a:pt x="611862" y="62213"/>
                  <a:pt x="614005" y="60037"/>
                </a:cubicBezTo>
                <a:cubicBezTo>
                  <a:pt x="616147" y="57860"/>
                  <a:pt x="617800" y="55239"/>
                  <a:pt x="618963" y="52174"/>
                </a:cubicBezTo>
                <a:cubicBezTo>
                  <a:pt x="620125" y="49108"/>
                  <a:pt x="620707" y="45675"/>
                  <a:pt x="620707" y="41874"/>
                </a:cubicBezTo>
                <a:cubicBezTo>
                  <a:pt x="620707" y="38073"/>
                  <a:pt x="620125" y="34624"/>
                  <a:pt x="618963" y="31528"/>
                </a:cubicBezTo>
                <a:cubicBezTo>
                  <a:pt x="617800" y="28431"/>
                  <a:pt x="616147" y="25794"/>
                  <a:pt x="614005" y="23618"/>
                </a:cubicBezTo>
                <a:cubicBezTo>
                  <a:pt x="611862" y="21441"/>
                  <a:pt x="609276" y="19755"/>
                  <a:pt x="606246" y="18560"/>
                </a:cubicBezTo>
                <a:cubicBezTo>
                  <a:pt x="603216" y="17364"/>
                  <a:pt x="599835" y="16766"/>
                  <a:pt x="596101" y="16766"/>
                </a:cubicBezTo>
                <a:cubicBezTo>
                  <a:pt x="592368" y="16766"/>
                  <a:pt x="589001" y="17364"/>
                  <a:pt x="586001" y="18560"/>
                </a:cubicBezTo>
                <a:cubicBezTo>
                  <a:pt x="583002" y="19755"/>
                  <a:pt x="580432" y="21441"/>
                  <a:pt x="578289" y="23618"/>
                </a:cubicBezTo>
                <a:cubicBezTo>
                  <a:pt x="576147" y="25794"/>
                  <a:pt x="574494" y="28431"/>
                  <a:pt x="573331" y="31528"/>
                </a:cubicBezTo>
                <a:cubicBezTo>
                  <a:pt x="572169" y="34624"/>
                  <a:pt x="571587" y="38073"/>
                  <a:pt x="571587" y="41874"/>
                </a:cubicBezTo>
                <a:close/>
                <a:moveTo>
                  <a:pt x="628908" y="18073"/>
                </a:moveTo>
                <a:lnTo>
                  <a:pt x="628908" y="65541"/>
                </a:lnTo>
                <a:lnTo>
                  <a:pt x="641945" y="65541"/>
                </a:lnTo>
                <a:lnTo>
                  <a:pt x="641945" y="40663"/>
                </a:lnTo>
                <a:cubicBezTo>
                  <a:pt x="641945" y="35828"/>
                  <a:pt x="642741" y="32355"/>
                  <a:pt x="644333" y="30245"/>
                </a:cubicBezTo>
                <a:cubicBezTo>
                  <a:pt x="645924" y="28133"/>
                  <a:pt x="648495" y="27077"/>
                  <a:pt x="652045" y="27077"/>
                </a:cubicBezTo>
                <a:cubicBezTo>
                  <a:pt x="655167" y="27077"/>
                  <a:pt x="657340" y="28041"/>
                  <a:pt x="658563" y="29969"/>
                </a:cubicBezTo>
                <a:cubicBezTo>
                  <a:pt x="659788" y="31896"/>
                  <a:pt x="660400" y="34819"/>
                  <a:pt x="660400" y="38736"/>
                </a:cubicBezTo>
                <a:lnTo>
                  <a:pt x="660400" y="65541"/>
                </a:lnTo>
                <a:lnTo>
                  <a:pt x="673437" y="65541"/>
                </a:lnTo>
                <a:lnTo>
                  <a:pt x="673437" y="36332"/>
                </a:lnTo>
                <a:cubicBezTo>
                  <a:pt x="673437" y="33393"/>
                  <a:pt x="673177" y="30714"/>
                  <a:pt x="672657" y="28295"/>
                </a:cubicBezTo>
                <a:cubicBezTo>
                  <a:pt x="672136" y="25876"/>
                  <a:pt x="671233" y="23824"/>
                  <a:pt x="669947" y="22140"/>
                </a:cubicBezTo>
                <a:cubicBezTo>
                  <a:pt x="668662" y="20456"/>
                  <a:pt x="666903" y="19140"/>
                  <a:pt x="664669" y="18191"/>
                </a:cubicBezTo>
                <a:cubicBezTo>
                  <a:pt x="662434" y="17241"/>
                  <a:pt x="659573" y="16766"/>
                  <a:pt x="656084" y="16766"/>
                </a:cubicBezTo>
                <a:cubicBezTo>
                  <a:pt x="653329" y="16766"/>
                  <a:pt x="650636" y="17395"/>
                  <a:pt x="648004" y="18653"/>
                </a:cubicBezTo>
                <a:cubicBezTo>
                  <a:pt x="645373" y="19911"/>
                  <a:pt x="643231" y="21921"/>
                  <a:pt x="641578" y="24683"/>
                </a:cubicBezTo>
                <a:lnTo>
                  <a:pt x="641302" y="24683"/>
                </a:lnTo>
                <a:lnTo>
                  <a:pt x="641302" y="18073"/>
                </a:lnTo>
                <a:lnTo>
                  <a:pt x="628908" y="18073"/>
                </a:lnTo>
                <a:close/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codeto">
            <a:extLst xmlns:a="http://schemas.openxmlformats.org/drawingml/2006/main">
              <a:ext uri="{FF2B5EF4-FFF2-40B4-BE49-F238E27FC236}">
                <a16:creationId xmlns:a16="http://schemas.microsoft.com/office/drawing/2014/main" id="{1A77C15B-F9B4-49EB-A530-9613252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229" y="2637547"/>
            <a:ext cx="323788" cy="66796"/>
          </a:xfrm>
          <a:custGeom xmlns:a="http://schemas.openxmlformats.org/drawingml/2006/main">
            <a:pathLst>
              <a:path w="323788" h="66796">
                <a:moveTo>
                  <a:pt x="33788" y="34788"/>
                </a:moveTo>
                <a:lnTo>
                  <a:pt x="46549" y="34788"/>
                </a:lnTo>
                <a:cubicBezTo>
                  <a:pt x="46366" y="31723"/>
                  <a:pt x="45631" y="29072"/>
                  <a:pt x="44345" y="26835"/>
                </a:cubicBezTo>
                <a:cubicBezTo>
                  <a:pt x="43060" y="24597"/>
                  <a:pt x="41392" y="22727"/>
                  <a:pt x="39341" y="21226"/>
                </a:cubicBezTo>
                <a:cubicBezTo>
                  <a:pt x="37291" y="19724"/>
                  <a:pt x="34965" y="18605"/>
                  <a:pt x="32364" y="17870"/>
                </a:cubicBezTo>
                <a:cubicBezTo>
                  <a:pt x="29763" y="17134"/>
                  <a:pt x="27055" y="16766"/>
                  <a:pt x="24239" y="16766"/>
                </a:cubicBezTo>
                <a:cubicBezTo>
                  <a:pt x="20383" y="16766"/>
                  <a:pt x="16955" y="17410"/>
                  <a:pt x="13955" y="18698"/>
                </a:cubicBezTo>
                <a:cubicBezTo>
                  <a:pt x="10956" y="19985"/>
                  <a:pt x="8416" y="21778"/>
                  <a:pt x="6335" y="24078"/>
                </a:cubicBezTo>
                <a:cubicBezTo>
                  <a:pt x="4254" y="26377"/>
                  <a:pt x="2678" y="29106"/>
                  <a:pt x="1607" y="32263"/>
                </a:cubicBezTo>
                <a:cubicBezTo>
                  <a:pt x="536" y="35420"/>
                  <a:pt x="0" y="38838"/>
                  <a:pt x="0" y="42517"/>
                </a:cubicBezTo>
                <a:cubicBezTo>
                  <a:pt x="0" y="46073"/>
                  <a:pt x="581" y="49338"/>
                  <a:pt x="1744" y="52312"/>
                </a:cubicBezTo>
                <a:cubicBezTo>
                  <a:pt x="2907" y="55285"/>
                  <a:pt x="4529" y="57844"/>
                  <a:pt x="6610" y="59991"/>
                </a:cubicBezTo>
                <a:cubicBezTo>
                  <a:pt x="8691" y="62137"/>
                  <a:pt x="11216" y="63808"/>
                  <a:pt x="14184" y="65003"/>
                </a:cubicBezTo>
                <a:cubicBezTo>
                  <a:pt x="17153" y="66199"/>
                  <a:pt x="20413" y="66796"/>
                  <a:pt x="23963" y="66796"/>
                </a:cubicBezTo>
                <a:cubicBezTo>
                  <a:pt x="30267" y="66796"/>
                  <a:pt x="35439" y="65137"/>
                  <a:pt x="39478" y="61819"/>
                </a:cubicBezTo>
                <a:cubicBezTo>
                  <a:pt x="43519" y="58500"/>
                  <a:pt x="45967" y="53688"/>
                  <a:pt x="46825" y="47384"/>
                </a:cubicBezTo>
                <a:lnTo>
                  <a:pt x="34246" y="47384"/>
                </a:lnTo>
                <a:cubicBezTo>
                  <a:pt x="33818" y="50322"/>
                  <a:pt x="32762" y="52663"/>
                  <a:pt x="31078" y="54408"/>
                </a:cubicBezTo>
                <a:cubicBezTo>
                  <a:pt x="29395" y="56152"/>
                  <a:pt x="26993" y="57024"/>
                  <a:pt x="23872" y="57024"/>
                </a:cubicBezTo>
                <a:cubicBezTo>
                  <a:pt x="21852" y="57024"/>
                  <a:pt x="20137" y="56564"/>
                  <a:pt x="18729" y="55646"/>
                </a:cubicBezTo>
                <a:cubicBezTo>
                  <a:pt x="17322" y="54728"/>
                  <a:pt x="16205" y="53550"/>
                  <a:pt x="15378" y="52112"/>
                </a:cubicBezTo>
                <a:cubicBezTo>
                  <a:pt x="14552" y="50673"/>
                  <a:pt x="13956" y="49065"/>
                  <a:pt x="13588" y="47290"/>
                </a:cubicBezTo>
                <a:cubicBezTo>
                  <a:pt x="13221" y="45514"/>
                  <a:pt x="13037" y="43770"/>
                  <a:pt x="13037" y="42056"/>
                </a:cubicBezTo>
                <a:cubicBezTo>
                  <a:pt x="13037" y="40281"/>
                  <a:pt x="13221" y="38490"/>
                  <a:pt x="13588" y="36685"/>
                </a:cubicBezTo>
                <a:cubicBezTo>
                  <a:pt x="13956" y="34879"/>
                  <a:pt x="14583" y="33225"/>
                  <a:pt x="15470" y="31726"/>
                </a:cubicBezTo>
                <a:cubicBezTo>
                  <a:pt x="16358" y="30226"/>
                  <a:pt x="17505" y="29001"/>
                  <a:pt x="18913" y="28052"/>
                </a:cubicBezTo>
                <a:cubicBezTo>
                  <a:pt x="20321" y="27103"/>
                  <a:pt x="22066" y="26629"/>
                  <a:pt x="24146" y="26629"/>
                </a:cubicBezTo>
                <a:cubicBezTo>
                  <a:pt x="29717" y="26629"/>
                  <a:pt x="32930" y="29349"/>
                  <a:pt x="33788" y="34788"/>
                </a:cubicBezTo>
                <a:close/>
                <a:moveTo>
                  <a:pt x="65829" y="41872"/>
                </a:moveTo>
                <a:cubicBezTo>
                  <a:pt x="65829" y="39975"/>
                  <a:pt x="66012" y="38108"/>
                  <a:pt x="66379" y="36272"/>
                </a:cubicBezTo>
                <a:cubicBezTo>
                  <a:pt x="66746" y="34434"/>
                  <a:pt x="67373" y="32812"/>
                  <a:pt x="68261" y="31405"/>
                </a:cubicBezTo>
                <a:cubicBezTo>
                  <a:pt x="69149" y="29996"/>
                  <a:pt x="70327" y="28848"/>
                  <a:pt x="71796" y="27961"/>
                </a:cubicBezTo>
                <a:cubicBezTo>
                  <a:pt x="73266" y="27073"/>
                  <a:pt x="75102" y="26629"/>
                  <a:pt x="77305" y="26629"/>
                </a:cubicBezTo>
                <a:cubicBezTo>
                  <a:pt x="79509" y="26629"/>
                  <a:pt x="81361" y="27073"/>
                  <a:pt x="82860" y="27961"/>
                </a:cubicBezTo>
                <a:cubicBezTo>
                  <a:pt x="84360" y="28848"/>
                  <a:pt x="85553" y="29996"/>
                  <a:pt x="86440" y="31405"/>
                </a:cubicBezTo>
                <a:cubicBezTo>
                  <a:pt x="87329" y="32812"/>
                  <a:pt x="87956" y="34434"/>
                  <a:pt x="88323" y="36272"/>
                </a:cubicBezTo>
                <a:cubicBezTo>
                  <a:pt x="88690" y="38108"/>
                  <a:pt x="88874" y="39975"/>
                  <a:pt x="88874" y="41872"/>
                </a:cubicBezTo>
                <a:cubicBezTo>
                  <a:pt x="88874" y="43770"/>
                  <a:pt x="88690" y="45622"/>
                  <a:pt x="88323" y="47429"/>
                </a:cubicBezTo>
                <a:cubicBezTo>
                  <a:pt x="87956" y="49234"/>
                  <a:pt x="87329" y="50856"/>
                  <a:pt x="86440" y="52295"/>
                </a:cubicBezTo>
                <a:cubicBezTo>
                  <a:pt x="85553" y="53734"/>
                  <a:pt x="84360" y="54882"/>
                  <a:pt x="82860" y="55739"/>
                </a:cubicBezTo>
                <a:cubicBezTo>
                  <a:pt x="81361" y="56595"/>
                  <a:pt x="79509" y="57024"/>
                  <a:pt x="77305" y="57024"/>
                </a:cubicBezTo>
                <a:cubicBezTo>
                  <a:pt x="75102" y="57024"/>
                  <a:pt x="73266" y="56595"/>
                  <a:pt x="71796" y="55739"/>
                </a:cubicBezTo>
                <a:cubicBezTo>
                  <a:pt x="70327" y="54882"/>
                  <a:pt x="69149" y="53734"/>
                  <a:pt x="68261" y="52295"/>
                </a:cubicBezTo>
                <a:cubicBezTo>
                  <a:pt x="67373" y="50856"/>
                  <a:pt x="66746" y="49234"/>
                  <a:pt x="66379" y="47429"/>
                </a:cubicBezTo>
                <a:cubicBezTo>
                  <a:pt x="66012" y="45622"/>
                  <a:pt x="65829" y="43770"/>
                  <a:pt x="65829" y="41872"/>
                </a:cubicBezTo>
                <a:moveTo>
                  <a:pt x="52791" y="41874"/>
                </a:moveTo>
                <a:cubicBezTo>
                  <a:pt x="52791" y="45675"/>
                  <a:pt x="53373" y="49108"/>
                  <a:pt x="54536" y="52174"/>
                </a:cubicBezTo>
                <a:cubicBezTo>
                  <a:pt x="55698" y="55239"/>
                  <a:pt x="57351" y="57860"/>
                  <a:pt x="59494" y="60037"/>
                </a:cubicBezTo>
                <a:cubicBezTo>
                  <a:pt x="61636" y="62213"/>
                  <a:pt x="64207" y="63884"/>
                  <a:pt x="67206" y="65049"/>
                </a:cubicBezTo>
                <a:cubicBezTo>
                  <a:pt x="70206" y="66214"/>
                  <a:pt x="73572" y="66796"/>
                  <a:pt x="77305" y="66796"/>
                </a:cubicBezTo>
                <a:cubicBezTo>
                  <a:pt x="81039" y="66796"/>
                  <a:pt x="84421" y="66214"/>
                  <a:pt x="87451" y="65049"/>
                </a:cubicBezTo>
                <a:cubicBezTo>
                  <a:pt x="90480" y="63884"/>
                  <a:pt x="93066" y="62213"/>
                  <a:pt x="95209" y="60037"/>
                </a:cubicBezTo>
                <a:cubicBezTo>
                  <a:pt x="97351" y="57860"/>
                  <a:pt x="99004" y="55239"/>
                  <a:pt x="100167" y="52174"/>
                </a:cubicBezTo>
                <a:cubicBezTo>
                  <a:pt x="101330" y="49108"/>
                  <a:pt x="101911" y="45675"/>
                  <a:pt x="101911" y="41874"/>
                </a:cubicBezTo>
                <a:cubicBezTo>
                  <a:pt x="101911" y="38073"/>
                  <a:pt x="101330" y="34624"/>
                  <a:pt x="100167" y="31528"/>
                </a:cubicBezTo>
                <a:cubicBezTo>
                  <a:pt x="99004" y="28431"/>
                  <a:pt x="97351" y="25794"/>
                  <a:pt x="95209" y="23618"/>
                </a:cubicBezTo>
                <a:cubicBezTo>
                  <a:pt x="93066" y="21441"/>
                  <a:pt x="90480" y="19755"/>
                  <a:pt x="87451" y="18560"/>
                </a:cubicBezTo>
                <a:cubicBezTo>
                  <a:pt x="84421" y="17364"/>
                  <a:pt x="81039" y="16766"/>
                  <a:pt x="77305" y="16766"/>
                </a:cubicBezTo>
                <a:cubicBezTo>
                  <a:pt x="73572" y="16766"/>
                  <a:pt x="70206" y="17364"/>
                  <a:pt x="67206" y="18560"/>
                </a:cubicBezTo>
                <a:cubicBezTo>
                  <a:pt x="64207" y="19755"/>
                  <a:pt x="61636" y="21441"/>
                  <a:pt x="59494" y="23618"/>
                </a:cubicBezTo>
                <a:cubicBezTo>
                  <a:pt x="57351" y="25794"/>
                  <a:pt x="55698" y="28431"/>
                  <a:pt x="54536" y="31528"/>
                </a:cubicBezTo>
                <a:cubicBezTo>
                  <a:pt x="53373" y="34624"/>
                  <a:pt x="52791" y="38073"/>
                  <a:pt x="52791" y="41874"/>
                </a:cubicBezTo>
                <a:close/>
                <a:moveTo>
                  <a:pt x="143808" y="41689"/>
                </a:moveTo>
                <a:cubicBezTo>
                  <a:pt x="143808" y="43647"/>
                  <a:pt x="143624" y="45545"/>
                  <a:pt x="143257" y="47382"/>
                </a:cubicBezTo>
                <a:cubicBezTo>
                  <a:pt x="142890" y="49218"/>
                  <a:pt x="142278" y="50856"/>
                  <a:pt x="141421" y="52295"/>
                </a:cubicBezTo>
                <a:cubicBezTo>
                  <a:pt x="140563" y="53734"/>
                  <a:pt x="139415" y="54882"/>
                  <a:pt x="137977" y="55739"/>
                </a:cubicBezTo>
                <a:cubicBezTo>
                  <a:pt x="136539" y="56595"/>
                  <a:pt x="134748" y="57024"/>
                  <a:pt x="132606" y="57024"/>
                </a:cubicBezTo>
                <a:cubicBezTo>
                  <a:pt x="130587" y="57024"/>
                  <a:pt x="128858" y="56580"/>
                  <a:pt x="127418" y="55693"/>
                </a:cubicBezTo>
                <a:cubicBezTo>
                  <a:pt x="125980" y="54804"/>
                  <a:pt x="124786" y="53641"/>
                  <a:pt x="123838" y="52203"/>
                </a:cubicBezTo>
                <a:cubicBezTo>
                  <a:pt x="122890" y="50764"/>
                  <a:pt x="122201" y="49126"/>
                  <a:pt x="121773" y="47290"/>
                </a:cubicBezTo>
                <a:cubicBezTo>
                  <a:pt x="121344" y="45454"/>
                  <a:pt x="121130" y="43617"/>
                  <a:pt x="121130" y="41780"/>
                </a:cubicBezTo>
                <a:cubicBezTo>
                  <a:pt x="121130" y="39821"/>
                  <a:pt x="121328" y="37939"/>
                  <a:pt x="121726" y="36133"/>
                </a:cubicBezTo>
                <a:cubicBezTo>
                  <a:pt x="122124" y="34327"/>
                  <a:pt x="122767" y="32720"/>
                  <a:pt x="123654" y="31312"/>
                </a:cubicBezTo>
                <a:cubicBezTo>
                  <a:pt x="124542" y="29904"/>
                  <a:pt x="125720" y="28771"/>
                  <a:pt x="127189" y="27915"/>
                </a:cubicBezTo>
                <a:cubicBezTo>
                  <a:pt x="128658" y="27058"/>
                  <a:pt x="130463" y="26629"/>
                  <a:pt x="132606" y="26629"/>
                </a:cubicBezTo>
                <a:cubicBezTo>
                  <a:pt x="134748" y="26629"/>
                  <a:pt x="136523" y="27058"/>
                  <a:pt x="137931" y="27915"/>
                </a:cubicBezTo>
                <a:cubicBezTo>
                  <a:pt x="139339" y="28771"/>
                  <a:pt x="140487" y="29888"/>
                  <a:pt x="141374" y="31266"/>
                </a:cubicBezTo>
                <a:cubicBezTo>
                  <a:pt x="142263" y="32644"/>
                  <a:pt x="142890" y="34236"/>
                  <a:pt x="143257" y="36042"/>
                </a:cubicBezTo>
                <a:cubicBezTo>
                  <a:pt x="143624" y="37847"/>
                  <a:pt x="143808" y="39729"/>
                  <a:pt x="143808" y="41689"/>
                </a:cubicBezTo>
                <a:moveTo>
                  <a:pt x="143991" y="59538"/>
                </a:moveTo>
                <a:lnTo>
                  <a:pt x="143991" y="65601"/>
                </a:lnTo>
                <a:lnTo>
                  <a:pt x="156385" y="65601"/>
                </a:lnTo>
                <a:lnTo>
                  <a:pt x="156385" y="0"/>
                </a:lnTo>
                <a:lnTo>
                  <a:pt x="143348" y="0"/>
                </a:lnTo>
                <a:lnTo>
                  <a:pt x="143348" y="23863"/>
                </a:lnTo>
                <a:lnTo>
                  <a:pt x="143165" y="23863"/>
                </a:lnTo>
                <a:cubicBezTo>
                  <a:pt x="141696" y="21529"/>
                  <a:pt x="139691" y="19762"/>
                  <a:pt x="137151" y="18564"/>
                </a:cubicBezTo>
                <a:cubicBezTo>
                  <a:pt x="134611" y="17365"/>
                  <a:pt x="131934" y="16766"/>
                  <a:pt x="129118" y="16766"/>
                </a:cubicBezTo>
                <a:cubicBezTo>
                  <a:pt x="125628" y="16766"/>
                  <a:pt x="122568" y="17456"/>
                  <a:pt x="119936" y="18836"/>
                </a:cubicBezTo>
                <a:cubicBezTo>
                  <a:pt x="117304" y="20215"/>
                  <a:pt x="115116" y="22039"/>
                  <a:pt x="113371" y="24308"/>
                </a:cubicBezTo>
                <a:cubicBezTo>
                  <a:pt x="111627" y="26576"/>
                  <a:pt x="110312" y="29197"/>
                  <a:pt x="109423" y="32171"/>
                </a:cubicBezTo>
                <a:cubicBezTo>
                  <a:pt x="108536" y="35145"/>
                  <a:pt x="108092" y="38225"/>
                  <a:pt x="108092" y="41413"/>
                </a:cubicBezTo>
                <a:cubicBezTo>
                  <a:pt x="108092" y="44724"/>
                  <a:pt x="108536" y="47912"/>
                  <a:pt x="109423" y="50979"/>
                </a:cubicBezTo>
                <a:cubicBezTo>
                  <a:pt x="110312" y="54044"/>
                  <a:pt x="111627" y="56757"/>
                  <a:pt x="113371" y="59118"/>
                </a:cubicBezTo>
                <a:cubicBezTo>
                  <a:pt x="115116" y="61478"/>
                  <a:pt x="117334" y="63348"/>
                  <a:pt x="120027" y="64727"/>
                </a:cubicBezTo>
                <a:cubicBezTo>
                  <a:pt x="122721" y="66107"/>
                  <a:pt x="125843" y="66796"/>
                  <a:pt x="129394" y="66796"/>
                </a:cubicBezTo>
                <a:cubicBezTo>
                  <a:pt x="132515" y="66796"/>
                  <a:pt x="135315" y="66230"/>
                  <a:pt x="137794" y="65097"/>
                </a:cubicBezTo>
                <a:cubicBezTo>
                  <a:pt x="140273" y="63963"/>
                  <a:pt x="142278" y="62110"/>
                  <a:pt x="143808" y="59538"/>
                </a:cubicBezTo>
                <a:lnTo>
                  <a:pt x="143991" y="59538"/>
                </a:lnTo>
                <a:close/>
                <a:moveTo>
                  <a:pt x="197914" y="36760"/>
                </a:moveTo>
                <a:lnTo>
                  <a:pt x="176707" y="36760"/>
                </a:lnTo>
                <a:cubicBezTo>
                  <a:pt x="176768" y="35840"/>
                  <a:pt x="176966" y="34796"/>
                  <a:pt x="177302" y="33629"/>
                </a:cubicBezTo>
                <a:cubicBezTo>
                  <a:pt x="177640" y="32462"/>
                  <a:pt x="178221" y="31357"/>
                  <a:pt x="179048" y="30313"/>
                </a:cubicBezTo>
                <a:cubicBezTo>
                  <a:pt x="179875" y="29269"/>
                  <a:pt x="180976" y="28394"/>
                  <a:pt x="182353" y="27688"/>
                </a:cubicBezTo>
                <a:cubicBezTo>
                  <a:pt x="183730" y="26982"/>
                  <a:pt x="185460" y="26629"/>
                  <a:pt x="187540" y="26629"/>
                </a:cubicBezTo>
                <a:cubicBezTo>
                  <a:pt x="190723" y="26629"/>
                  <a:pt x="193095" y="27489"/>
                  <a:pt x="194656" y="29208"/>
                </a:cubicBezTo>
                <a:cubicBezTo>
                  <a:pt x="196216" y="30927"/>
                  <a:pt x="197303" y="33445"/>
                  <a:pt x="197914" y="36760"/>
                </a:cubicBezTo>
                <a:moveTo>
                  <a:pt x="176707" y="45009"/>
                </a:moveTo>
                <a:lnTo>
                  <a:pt x="210953" y="45009"/>
                </a:lnTo>
                <a:cubicBezTo>
                  <a:pt x="211197" y="41329"/>
                  <a:pt x="210891" y="37803"/>
                  <a:pt x="210034" y="34429"/>
                </a:cubicBezTo>
                <a:cubicBezTo>
                  <a:pt x="209177" y="31056"/>
                  <a:pt x="207785" y="28051"/>
                  <a:pt x="205856" y="25414"/>
                </a:cubicBezTo>
                <a:cubicBezTo>
                  <a:pt x="203929" y="22777"/>
                  <a:pt x="201465" y="20676"/>
                  <a:pt x="198465" y="19113"/>
                </a:cubicBezTo>
                <a:cubicBezTo>
                  <a:pt x="195466" y="17549"/>
                  <a:pt x="191947" y="16766"/>
                  <a:pt x="187907" y="16766"/>
                </a:cubicBezTo>
                <a:cubicBezTo>
                  <a:pt x="184296" y="16766"/>
                  <a:pt x="181006" y="17410"/>
                  <a:pt x="178038" y="18698"/>
                </a:cubicBezTo>
                <a:cubicBezTo>
                  <a:pt x="175070" y="19985"/>
                  <a:pt x="172514" y="21748"/>
                  <a:pt x="170372" y="23985"/>
                </a:cubicBezTo>
                <a:cubicBezTo>
                  <a:pt x="168229" y="26223"/>
                  <a:pt x="166577" y="28875"/>
                  <a:pt x="165414" y="31941"/>
                </a:cubicBezTo>
                <a:cubicBezTo>
                  <a:pt x="164251" y="35006"/>
                  <a:pt x="163670" y="38317"/>
                  <a:pt x="163670" y="41874"/>
                </a:cubicBezTo>
                <a:cubicBezTo>
                  <a:pt x="163670" y="45552"/>
                  <a:pt x="164236" y="48924"/>
                  <a:pt x="165368" y="51990"/>
                </a:cubicBezTo>
                <a:cubicBezTo>
                  <a:pt x="166501" y="55055"/>
                  <a:pt x="168108" y="57692"/>
                  <a:pt x="170188" y="59900"/>
                </a:cubicBezTo>
                <a:cubicBezTo>
                  <a:pt x="172269" y="62107"/>
                  <a:pt x="174809" y="63808"/>
                  <a:pt x="177808" y="65003"/>
                </a:cubicBezTo>
                <a:cubicBezTo>
                  <a:pt x="180807" y="66199"/>
                  <a:pt x="184173" y="66796"/>
                  <a:pt x="187907" y="66796"/>
                </a:cubicBezTo>
                <a:cubicBezTo>
                  <a:pt x="193294" y="66796"/>
                  <a:pt x="197884" y="65573"/>
                  <a:pt x="201679" y="63127"/>
                </a:cubicBezTo>
                <a:cubicBezTo>
                  <a:pt x="205474" y="60681"/>
                  <a:pt x="208290" y="56614"/>
                  <a:pt x="210126" y="50927"/>
                </a:cubicBezTo>
                <a:lnTo>
                  <a:pt x="198650" y="50927"/>
                </a:lnTo>
                <a:cubicBezTo>
                  <a:pt x="198221" y="52383"/>
                  <a:pt x="197058" y="53763"/>
                  <a:pt x="195160" y="55068"/>
                </a:cubicBezTo>
                <a:cubicBezTo>
                  <a:pt x="193263" y="56372"/>
                  <a:pt x="190999" y="57024"/>
                  <a:pt x="188367" y="57024"/>
                </a:cubicBezTo>
                <a:cubicBezTo>
                  <a:pt x="184695" y="57024"/>
                  <a:pt x="181879" y="56076"/>
                  <a:pt x="179919" y="54181"/>
                </a:cubicBezTo>
                <a:cubicBezTo>
                  <a:pt x="177961" y="52285"/>
                  <a:pt x="176890" y="49228"/>
                  <a:pt x="176707" y="45009"/>
                </a:cubicBezTo>
                <a:close/>
                <a:moveTo>
                  <a:pt x="260530" y="18111"/>
                </a:moveTo>
                <a:lnTo>
                  <a:pt x="260530" y="3855"/>
                </a:lnTo>
                <a:lnTo>
                  <a:pt x="247493" y="3855"/>
                </a:lnTo>
                <a:lnTo>
                  <a:pt x="247493" y="18111"/>
                </a:lnTo>
                <a:lnTo>
                  <a:pt x="239597" y="18111"/>
                </a:lnTo>
                <a:lnTo>
                  <a:pt x="239597" y="26808"/>
                </a:lnTo>
                <a:lnTo>
                  <a:pt x="247493" y="26808"/>
                </a:lnTo>
                <a:lnTo>
                  <a:pt x="247493" y="54795"/>
                </a:lnTo>
                <a:cubicBezTo>
                  <a:pt x="247493" y="57181"/>
                  <a:pt x="247891" y="59108"/>
                  <a:pt x="248686" y="60576"/>
                </a:cubicBezTo>
                <a:cubicBezTo>
                  <a:pt x="249482" y="62044"/>
                  <a:pt x="250568" y="63176"/>
                  <a:pt x="251945" y="63972"/>
                </a:cubicBezTo>
                <a:cubicBezTo>
                  <a:pt x="253323" y="64767"/>
                  <a:pt x="254914" y="65302"/>
                  <a:pt x="256719" y="65576"/>
                </a:cubicBezTo>
                <a:cubicBezTo>
                  <a:pt x="258526" y="65852"/>
                  <a:pt x="260439" y="65989"/>
                  <a:pt x="262459" y="65989"/>
                </a:cubicBezTo>
                <a:cubicBezTo>
                  <a:pt x="263744" y="65989"/>
                  <a:pt x="265060" y="65960"/>
                  <a:pt x="266407" y="65900"/>
                </a:cubicBezTo>
                <a:cubicBezTo>
                  <a:pt x="267754" y="65840"/>
                  <a:pt x="268977" y="65721"/>
                  <a:pt x="270079" y="65541"/>
                </a:cubicBezTo>
                <a:lnTo>
                  <a:pt x="270079" y="55401"/>
                </a:lnTo>
                <a:cubicBezTo>
                  <a:pt x="269467" y="55524"/>
                  <a:pt x="268824" y="55616"/>
                  <a:pt x="268151" y="55677"/>
                </a:cubicBezTo>
                <a:cubicBezTo>
                  <a:pt x="267478" y="55738"/>
                  <a:pt x="266774" y="55768"/>
                  <a:pt x="266040" y="55768"/>
                </a:cubicBezTo>
                <a:cubicBezTo>
                  <a:pt x="263836" y="55768"/>
                  <a:pt x="262366" y="55402"/>
                  <a:pt x="261631" y="54669"/>
                </a:cubicBezTo>
                <a:cubicBezTo>
                  <a:pt x="260897" y="53935"/>
                  <a:pt x="260530" y="52469"/>
                  <a:pt x="260530" y="50270"/>
                </a:cubicBezTo>
                <a:lnTo>
                  <a:pt x="260530" y="26808"/>
                </a:lnTo>
                <a:lnTo>
                  <a:pt x="270079" y="26808"/>
                </a:lnTo>
                <a:lnTo>
                  <a:pt x="270079" y="18111"/>
                </a:lnTo>
                <a:lnTo>
                  <a:pt x="260530" y="18111"/>
                </a:lnTo>
                <a:close/>
                <a:moveTo>
                  <a:pt x="287706" y="41872"/>
                </a:moveTo>
                <a:cubicBezTo>
                  <a:pt x="287706" y="39975"/>
                  <a:pt x="287889" y="38108"/>
                  <a:pt x="288257" y="36272"/>
                </a:cubicBezTo>
                <a:cubicBezTo>
                  <a:pt x="288624" y="34434"/>
                  <a:pt x="289251" y="32812"/>
                  <a:pt x="290138" y="31405"/>
                </a:cubicBezTo>
                <a:cubicBezTo>
                  <a:pt x="291026" y="29996"/>
                  <a:pt x="292205" y="28848"/>
                  <a:pt x="293674" y="27961"/>
                </a:cubicBezTo>
                <a:cubicBezTo>
                  <a:pt x="295143" y="27073"/>
                  <a:pt x="296979" y="26629"/>
                  <a:pt x="299182" y="26629"/>
                </a:cubicBezTo>
                <a:cubicBezTo>
                  <a:pt x="301387" y="26629"/>
                  <a:pt x="303238" y="27073"/>
                  <a:pt x="304737" y="27961"/>
                </a:cubicBezTo>
                <a:cubicBezTo>
                  <a:pt x="306237" y="28848"/>
                  <a:pt x="307431" y="29996"/>
                  <a:pt x="308318" y="31405"/>
                </a:cubicBezTo>
                <a:cubicBezTo>
                  <a:pt x="309206" y="32812"/>
                  <a:pt x="309834" y="34434"/>
                  <a:pt x="310201" y="36272"/>
                </a:cubicBezTo>
                <a:cubicBezTo>
                  <a:pt x="310568" y="38108"/>
                  <a:pt x="310751" y="39975"/>
                  <a:pt x="310751" y="41872"/>
                </a:cubicBezTo>
                <a:cubicBezTo>
                  <a:pt x="310751" y="43770"/>
                  <a:pt x="310568" y="45622"/>
                  <a:pt x="310201" y="47429"/>
                </a:cubicBezTo>
                <a:cubicBezTo>
                  <a:pt x="309834" y="49234"/>
                  <a:pt x="309206" y="50856"/>
                  <a:pt x="308318" y="52295"/>
                </a:cubicBezTo>
                <a:cubicBezTo>
                  <a:pt x="307431" y="53734"/>
                  <a:pt x="306237" y="54882"/>
                  <a:pt x="304737" y="55739"/>
                </a:cubicBezTo>
                <a:cubicBezTo>
                  <a:pt x="303238" y="56595"/>
                  <a:pt x="301387" y="57024"/>
                  <a:pt x="299182" y="57024"/>
                </a:cubicBezTo>
                <a:cubicBezTo>
                  <a:pt x="296979" y="57024"/>
                  <a:pt x="295143" y="56595"/>
                  <a:pt x="293674" y="55739"/>
                </a:cubicBezTo>
                <a:cubicBezTo>
                  <a:pt x="292205" y="54882"/>
                  <a:pt x="291026" y="53734"/>
                  <a:pt x="290138" y="52295"/>
                </a:cubicBezTo>
                <a:cubicBezTo>
                  <a:pt x="289251" y="50856"/>
                  <a:pt x="288624" y="49234"/>
                  <a:pt x="288257" y="47429"/>
                </a:cubicBezTo>
                <a:cubicBezTo>
                  <a:pt x="287889" y="45622"/>
                  <a:pt x="287706" y="43770"/>
                  <a:pt x="287706" y="41872"/>
                </a:cubicBezTo>
                <a:moveTo>
                  <a:pt x="274669" y="41874"/>
                </a:moveTo>
                <a:cubicBezTo>
                  <a:pt x="274669" y="45675"/>
                  <a:pt x="275250" y="49108"/>
                  <a:pt x="276413" y="52174"/>
                </a:cubicBezTo>
                <a:cubicBezTo>
                  <a:pt x="277576" y="55239"/>
                  <a:pt x="279228" y="57860"/>
                  <a:pt x="281371" y="60037"/>
                </a:cubicBezTo>
                <a:cubicBezTo>
                  <a:pt x="283513" y="62213"/>
                  <a:pt x="286084" y="63884"/>
                  <a:pt x="289083" y="65049"/>
                </a:cubicBezTo>
                <a:cubicBezTo>
                  <a:pt x="292083" y="66214"/>
                  <a:pt x="295449" y="66796"/>
                  <a:pt x="299182" y="66796"/>
                </a:cubicBezTo>
                <a:cubicBezTo>
                  <a:pt x="302916" y="66796"/>
                  <a:pt x="306298" y="66214"/>
                  <a:pt x="309328" y="65049"/>
                </a:cubicBezTo>
                <a:cubicBezTo>
                  <a:pt x="312358" y="63884"/>
                  <a:pt x="314944" y="62213"/>
                  <a:pt x="317086" y="60037"/>
                </a:cubicBezTo>
                <a:cubicBezTo>
                  <a:pt x="319229" y="57860"/>
                  <a:pt x="320881" y="55239"/>
                  <a:pt x="322044" y="52174"/>
                </a:cubicBezTo>
                <a:cubicBezTo>
                  <a:pt x="323207" y="49108"/>
                  <a:pt x="323788" y="45675"/>
                  <a:pt x="323788" y="41874"/>
                </a:cubicBezTo>
                <a:cubicBezTo>
                  <a:pt x="323788" y="38073"/>
                  <a:pt x="323207" y="34624"/>
                  <a:pt x="322044" y="31528"/>
                </a:cubicBezTo>
                <a:cubicBezTo>
                  <a:pt x="320881" y="28431"/>
                  <a:pt x="319229" y="25794"/>
                  <a:pt x="317086" y="23618"/>
                </a:cubicBezTo>
                <a:cubicBezTo>
                  <a:pt x="314944" y="21441"/>
                  <a:pt x="312358" y="19755"/>
                  <a:pt x="309328" y="18560"/>
                </a:cubicBezTo>
                <a:cubicBezTo>
                  <a:pt x="306298" y="17364"/>
                  <a:pt x="302916" y="16766"/>
                  <a:pt x="299182" y="16766"/>
                </a:cubicBezTo>
                <a:cubicBezTo>
                  <a:pt x="295449" y="16766"/>
                  <a:pt x="292083" y="17364"/>
                  <a:pt x="289083" y="18560"/>
                </a:cubicBezTo>
                <a:cubicBezTo>
                  <a:pt x="286084" y="19755"/>
                  <a:pt x="283513" y="21441"/>
                  <a:pt x="281371" y="23618"/>
                </a:cubicBezTo>
                <a:cubicBezTo>
                  <a:pt x="279228" y="25794"/>
                  <a:pt x="277576" y="28431"/>
                  <a:pt x="276413" y="31528"/>
                </a:cubicBezTo>
                <a:cubicBezTo>
                  <a:pt x="275250" y="34624"/>
                  <a:pt x="274669" y="38073"/>
                  <a:pt x="274669" y="41874"/>
                </a:cubicBezTo>
                <a:close/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reproducebug">
            <a:extLst xmlns:a="http://schemas.openxmlformats.org/drawingml/2006/main">
              <a:ext uri="{FF2B5EF4-FFF2-40B4-BE49-F238E27FC236}">
                <a16:creationId xmlns:a16="http://schemas.microsoft.com/office/drawing/2014/main" id="{14BEB99E-94FE-47CF-9F77-A3C965C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19" y="2747721"/>
            <a:ext cx="633223" cy="83473"/>
          </a:xfrm>
          <a:custGeom xmlns:a="http://schemas.openxmlformats.org/drawingml/2006/main">
            <a:pathLst>
              <a:path w="633223" h="83473">
                <a:moveTo>
                  <a:pt x="0" y="18040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44127"/>
                </a:lnTo>
                <a:cubicBezTo>
                  <a:pt x="13037" y="41982"/>
                  <a:pt x="13251" y="39991"/>
                  <a:pt x="13680" y="38153"/>
                </a:cubicBezTo>
                <a:cubicBezTo>
                  <a:pt x="14109" y="36315"/>
                  <a:pt x="14828" y="34707"/>
                  <a:pt x="15838" y="33328"/>
                </a:cubicBezTo>
                <a:cubicBezTo>
                  <a:pt x="16847" y="31950"/>
                  <a:pt x="18178" y="30862"/>
                  <a:pt x="19830" y="30065"/>
                </a:cubicBezTo>
                <a:cubicBezTo>
                  <a:pt x="21483" y="29269"/>
                  <a:pt x="23503" y="28870"/>
                  <a:pt x="25891" y="28870"/>
                </a:cubicBezTo>
                <a:cubicBezTo>
                  <a:pt x="26686" y="28870"/>
                  <a:pt x="27512" y="28917"/>
                  <a:pt x="28369" y="29009"/>
                </a:cubicBezTo>
                <a:cubicBezTo>
                  <a:pt x="29226" y="29101"/>
                  <a:pt x="29961" y="29208"/>
                  <a:pt x="30573" y="29330"/>
                </a:cubicBezTo>
                <a:lnTo>
                  <a:pt x="30573" y="17224"/>
                </a:lnTo>
                <a:cubicBezTo>
                  <a:pt x="29532" y="16919"/>
                  <a:pt x="28584" y="16766"/>
                  <a:pt x="27727" y="16766"/>
                </a:cubicBezTo>
                <a:cubicBezTo>
                  <a:pt x="26074" y="16766"/>
                  <a:pt x="24483" y="17011"/>
                  <a:pt x="22953" y="17500"/>
                </a:cubicBezTo>
                <a:cubicBezTo>
                  <a:pt x="21423" y="17989"/>
                  <a:pt x="19985" y="18676"/>
                  <a:pt x="18638" y="19563"/>
                </a:cubicBezTo>
                <a:cubicBezTo>
                  <a:pt x="17291" y="20449"/>
                  <a:pt x="16098" y="21519"/>
                  <a:pt x="15057" y="22772"/>
                </a:cubicBezTo>
                <a:cubicBezTo>
                  <a:pt x="14017" y="24026"/>
                  <a:pt x="13190" y="25386"/>
                  <a:pt x="12578" y="26853"/>
                </a:cubicBezTo>
                <a:lnTo>
                  <a:pt x="12394" y="26853"/>
                </a:lnTo>
                <a:lnTo>
                  <a:pt x="12394" y="18040"/>
                </a:lnTo>
                <a:lnTo>
                  <a:pt x="0" y="18040"/>
                </a:lnTo>
                <a:close/>
                <a:moveTo>
                  <a:pt x="67909" y="36760"/>
                </a:moveTo>
                <a:lnTo>
                  <a:pt x="46702" y="36760"/>
                </a:lnTo>
                <a:cubicBezTo>
                  <a:pt x="46762" y="35840"/>
                  <a:pt x="46961" y="34796"/>
                  <a:pt x="47297" y="33629"/>
                </a:cubicBezTo>
                <a:cubicBezTo>
                  <a:pt x="47634" y="32462"/>
                  <a:pt x="48216" y="31357"/>
                  <a:pt x="49043" y="30313"/>
                </a:cubicBezTo>
                <a:cubicBezTo>
                  <a:pt x="49869" y="29269"/>
                  <a:pt x="50971" y="28394"/>
                  <a:pt x="52347" y="27688"/>
                </a:cubicBezTo>
                <a:cubicBezTo>
                  <a:pt x="53725" y="26982"/>
                  <a:pt x="55454" y="26629"/>
                  <a:pt x="57535" y="26629"/>
                </a:cubicBezTo>
                <a:cubicBezTo>
                  <a:pt x="60718" y="26629"/>
                  <a:pt x="63090" y="27489"/>
                  <a:pt x="64650" y="29208"/>
                </a:cubicBezTo>
                <a:cubicBezTo>
                  <a:pt x="66211" y="30927"/>
                  <a:pt x="67297" y="33445"/>
                  <a:pt x="67909" y="36760"/>
                </a:cubicBezTo>
                <a:moveTo>
                  <a:pt x="46702" y="45009"/>
                </a:moveTo>
                <a:lnTo>
                  <a:pt x="80947" y="45009"/>
                </a:lnTo>
                <a:cubicBezTo>
                  <a:pt x="81192" y="41329"/>
                  <a:pt x="80886" y="37803"/>
                  <a:pt x="80028" y="34429"/>
                </a:cubicBezTo>
                <a:cubicBezTo>
                  <a:pt x="79172" y="31056"/>
                  <a:pt x="77780" y="28051"/>
                  <a:pt x="75851" y="25414"/>
                </a:cubicBezTo>
                <a:cubicBezTo>
                  <a:pt x="73923" y="22777"/>
                  <a:pt x="71459" y="20676"/>
                  <a:pt x="68460" y="19113"/>
                </a:cubicBezTo>
                <a:cubicBezTo>
                  <a:pt x="65461" y="17549"/>
                  <a:pt x="61942" y="16766"/>
                  <a:pt x="57902" y="16766"/>
                </a:cubicBezTo>
                <a:cubicBezTo>
                  <a:pt x="54291" y="16766"/>
                  <a:pt x="51001" y="17410"/>
                  <a:pt x="48033" y="18698"/>
                </a:cubicBezTo>
                <a:cubicBezTo>
                  <a:pt x="45064" y="19985"/>
                  <a:pt x="42509" y="21748"/>
                  <a:pt x="40367" y="23985"/>
                </a:cubicBezTo>
                <a:cubicBezTo>
                  <a:pt x="38224" y="26223"/>
                  <a:pt x="36572" y="28875"/>
                  <a:pt x="35409" y="31941"/>
                </a:cubicBezTo>
                <a:cubicBezTo>
                  <a:pt x="34246" y="35006"/>
                  <a:pt x="33665" y="38317"/>
                  <a:pt x="33665" y="41874"/>
                </a:cubicBezTo>
                <a:cubicBezTo>
                  <a:pt x="33665" y="45552"/>
                  <a:pt x="34231" y="48924"/>
                  <a:pt x="35363" y="51990"/>
                </a:cubicBezTo>
                <a:cubicBezTo>
                  <a:pt x="36495" y="55055"/>
                  <a:pt x="38102" y="57692"/>
                  <a:pt x="40183" y="59900"/>
                </a:cubicBezTo>
                <a:cubicBezTo>
                  <a:pt x="42264" y="62107"/>
                  <a:pt x="44804" y="63808"/>
                  <a:pt x="47803" y="65003"/>
                </a:cubicBezTo>
                <a:cubicBezTo>
                  <a:pt x="50802" y="66199"/>
                  <a:pt x="54168" y="66796"/>
                  <a:pt x="57902" y="66796"/>
                </a:cubicBezTo>
                <a:cubicBezTo>
                  <a:pt x="63288" y="66796"/>
                  <a:pt x="67879" y="65573"/>
                  <a:pt x="71673" y="63127"/>
                </a:cubicBezTo>
                <a:cubicBezTo>
                  <a:pt x="75469" y="60681"/>
                  <a:pt x="78285" y="56614"/>
                  <a:pt x="80121" y="50927"/>
                </a:cubicBezTo>
                <a:lnTo>
                  <a:pt x="68644" y="50927"/>
                </a:lnTo>
                <a:cubicBezTo>
                  <a:pt x="68216" y="52383"/>
                  <a:pt x="67053" y="53763"/>
                  <a:pt x="65155" y="55068"/>
                </a:cubicBezTo>
                <a:cubicBezTo>
                  <a:pt x="63258" y="56372"/>
                  <a:pt x="60994" y="57024"/>
                  <a:pt x="58362" y="57024"/>
                </a:cubicBezTo>
                <a:cubicBezTo>
                  <a:pt x="54689" y="57024"/>
                  <a:pt x="51873" y="56076"/>
                  <a:pt x="49914" y="54181"/>
                </a:cubicBezTo>
                <a:cubicBezTo>
                  <a:pt x="47956" y="52285"/>
                  <a:pt x="46885" y="49228"/>
                  <a:pt x="46702" y="45009"/>
                </a:cubicBezTo>
                <a:close/>
                <a:moveTo>
                  <a:pt x="112714" y="57024"/>
                </a:moveTo>
                <a:cubicBezTo>
                  <a:pt x="110632" y="57024"/>
                  <a:pt x="108857" y="56595"/>
                  <a:pt x="107388" y="55739"/>
                </a:cubicBezTo>
                <a:cubicBezTo>
                  <a:pt x="105920" y="54882"/>
                  <a:pt x="104741" y="53764"/>
                  <a:pt x="103853" y="52386"/>
                </a:cubicBezTo>
                <a:cubicBezTo>
                  <a:pt x="102966" y="51009"/>
                  <a:pt x="102323" y="49402"/>
                  <a:pt x="101925" y="47566"/>
                </a:cubicBezTo>
                <a:cubicBezTo>
                  <a:pt x="101528" y="45729"/>
                  <a:pt x="101329" y="43861"/>
                  <a:pt x="101329" y="41964"/>
                </a:cubicBezTo>
                <a:cubicBezTo>
                  <a:pt x="101329" y="40005"/>
                  <a:pt x="101512" y="38108"/>
                  <a:pt x="101879" y="36272"/>
                </a:cubicBezTo>
                <a:cubicBezTo>
                  <a:pt x="102246" y="34434"/>
                  <a:pt x="102873" y="32812"/>
                  <a:pt x="103761" y="31405"/>
                </a:cubicBezTo>
                <a:cubicBezTo>
                  <a:pt x="104649" y="29996"/>
                  <a:pt x="105812" y="28848"/>
                  <a:pt x="107250" y="27961"/>
                </a:cubicBezTo>
                <a:cubicBezTo>
                  <a:pt x="108689" y="27073"/>
                  <a:pt x="110479" y="26629"/>
                  <a:pt x="112622" y="26629"/>
                </a:cubicBezTo>
                <a:cubicBezTo>
                  <a:pt x="114703" y="26629"/>
                  <a:pt x="116463" y="27073"/>
                  <a:pt x="117902" y="27961"/>
                </a:cubicBezTo>
                <a:cubicBezTo>
                  <a:pt x="119340" y="28848"/>
                  <a:pt x="120518" y="30012"/>
                  <a:pt x="121436" y="31451"/>
                </a:cubicBezTo>
                <a:cubicBezTo>
                  <a:pt x="122354" y="32889"/>
                  <a:pt x="123012" y="34526"/>
                  <a:pt x="123410" y="36363"/>
                </a:cubicBezTo>
                <a:cubicBezTo>
                  <a:pt x="123808" y="38199"/>
                  <a:pt x="124007" y="40066"/>
                  <a:pt x="124007" y="41964"/>
                </a:cubicBezTo>
                <a:cubicBezTo>
                  <a:pt x="124007" y="43861"/>
                  <a:pt x="123823" y="45729"/>
                  <a:pt x="123456" y="47566"/>
                </a:cubicBezTo>
                <a:cubicBezTo>
                  <a:pt x="123089" y="49402"/>
                  <a:pt x="122462" y="51009"/>
                  <a:pt x="121574" y="52386"/>
                </a:cubicBezTo>
                <a:cubicBezTo>
                  <a:pt x="120686" y="53764"/>
                  <a:pt x="119523" y="54882"/>
                  <a:pt x="118085" y="55739"/>
                </a:cubicBezTo>
                <a:cubicBezTo>
                  <a:pt x="116647" y="56595"/>
                  <a:pt x="114857" y="57024"/>
                  <a:pt x="112714" y="57024"/>
                </a:cubicBezTo>
                <a:moveTo>
                  <a:pt x="88751" y="18082"/>
                </a:moveTo>
                <a:lnTo>
                  <a:pt x="88751" y="82128"/>
                </a:lnTo>
                <a:lnTo>
                  <a:pt x="101788" y="82128"/>
                </a:lnTo>
                <a:lnTo>
                  <a:pt x="101788" y="59698"/>
                </a:lnTo>
                <a:lnTo>
                  <a:pt x="101972" y="59698"/>
                </a:lnTo>
                <a:cubicBezTo>
                  <a:pt x="103563" y="62034"/>
                  <a:pt x="105598" y="63801"/>
                  <a:pt x="108077" y="64999"/>
                </a:cubicBezTo>
                <a:cubicBezTo>
                  <a:pt x="110556" y="66197"/>
                  <a:pt x="113264" y="66796"/>
                  <a:pt x="116202" y="66796"/>
                </a:cubicBezTo>
                <a:cubicBezTo>
                  <a:pt x="119692" y="66796"/>
                  <a:pt x="122737" y="66122"/>
                  <a:pt x="125338" y="64773"/>
                </a:cubicBezTo>
                <a:cubicBezTo>
                  <a:pt x="127939" y="63425"/>
                  <a:pt x="130112" y="61616"/>
                  <a:pt x="131856" y="59348"/>
                </a:cubicBezTo>
                <a:cubicBezTo>
                  <a:pt x="133601" y="57079"/>
                  <a:pt x="134902" y="54473"/>
                  <a:pt x="135758" y="51530"/>
                </a:cubicBezTo>
                <a:cubicBezTo>
                  <a:pt x="136615" y="48588"/>
                  <a:pt x="137044" y="45522"/>
                  <a:pt x="137044" y="42333"/>
                </a:cubicBezTo>
                <a:cubicBezTo>
                  <a:pt x="137044" y="38961"/>
                  <a:pt x="136615" y="35727"/>
                  <a:pt x="135758" y="32631"/>
                </a:cubicBezTo>
                <a:cubicBezTo>
                  <a:pt x="134902" y="29534"/>
                  <a:pt x="133586" y="26822"/>
                  <a:pt x="131810" y="24492"/>
                </a:cubicBezTo>
                <a:cubicBezTo>
                  <a:pt x="130036" y="22162"/>
                  <a:pt x="127802" y="20292"/>
                  <a:pt x="125108" y="18882"/>
                </a:cubicBezTo>
                <a:cubicBezTo>
                  <a:pt x="122415" y="17471"/>
                  <a:pt x="119202" y="16766"/>
                  <a:pt x="115468" y="16766"/>
                </a:cubicBezTo>
                <a:cubicBezTo>
                  <a:pt x="112530" y="16766"/>
                  <a:pt x="109837" y="17350"/>
                  <a:pt x="107388" y="18518"/>
                </a:cubicBezTo>
                <a:cubicBezTo>
                  <a:pt x="104940" y="19685"/>
                  <a:pt x="102920" y="21559"/>
                  <a:pt x="101329" y="24141"/>
                </a:cubicBezTo>
                <a:lnTo>
                  <a:pt x="101145" y="24141"/>
                </a:lnTo>
                <a:lnTo>
                  <a:pt x="101145" y="18082"/>
                </a:lnTo>
                <a:lnTo>
                  <a:pt x="88751" y="18082"/>
                </a:lnTo>
                <a:close/>
                <a:moveTo>
                  <a:pt x="144603" y="18040"/>
                </a:moveTo>
                <a:lnTo>
                  <a:pt x="144603" y="65541"/>
                </a:lnTo>
                <a:lnTo>
                  <a:pt x="157640" y="65541"/>
                </a:lnTo>
                <a:lnTo>
                  <a:pt x="157640" y="44127"/>
                </a:lnTo>
                <a:cubicBezTo>
                  <a:pt x="157640" y="41982"/>
                  <a:pt x="157854" y="39991"/>
                  <a:pt x="158283" y="38153"/>
                </a:cubicBezTo>
                <a:cubicBezTo>
                  <a:pt x="158712" y="36315"/>
                  <a:pt x="159431" y="34707"/>
                  <a:pt x="160440" y="33328"/>
                </a:cubicBezTo>
                <a:cubicBezTo>
                  <a:pt x="161450" y="31950"/>
                  <a:pt x="162781" y="30862"/>
                  <a:pt x="164433" y="30065"/>
                </a:cubicBezTo>
                <a:cubicBezTo>
                  <a:pt x="166086" y="29269"/>
                  <a:pt x="168106" y="28870"/>
                  <a:pt x="170494" y="28870"/>
                </a:cubicBezTo>
                <a:cubicBezTo>
                  <a:pt x="171289" y="28870"/>
                  <a:pt x="172115" y="28917"/>
                  <a:pt x="172972" y="29009"/>
                </a:cubicBezTo>
                <a:cubicBezTo>
                  <a:pt x="173829" y="29101"/>
                  <a:pt x="174564" y="29208"/>
                  <a:pt x="175175" y="29330"/>
                </a:cubicBezTo>
                <a:lnTo>
                  <a:pt x="175175" y="17224"/>
                </a:lnTo>
                <a:cubicBezTo>
                  <a:pt x="174135" y="16919"/>
                  <a:pt x="173187" y="16766"/>
                  <a:pt x="172330" y="16766"/>
                </a:cubicBezTo>
                <a:cubicBezTo>
                  <a:pt x="170677" y="16766"/>
                  <a:pt x="169086" y="17011"/>
                  <a:pt x="167556" y="17500"/>
                </a:cubicBezTo>
                <a:cubicBezTo>
                  <a:pt x="166026" y="17989"/>
                  <a:pt x="164588" y="18676"/>
                  <a:pt x="163241" y="19563"/>
                </a:cubicBezTo>
                <a:cubicBezTo>
                  <a:pt x="161894" y="20449"/>
                  <a:pt x="160701" y="21519"/>
                  <a:pt x="159660" y="22772"/>
                </a:cubicBezTo>
                <a:cubicBezTo>
                  <a:pt x="158620" y="24026"/>
                  <a:pt x="157793" y="25386"/>
                  <a:pt x="157180" y="26853"/>
                </a:cubicBezTo>
                <a:lnTo>
                  <a:pt x="156997" y="26853"/>
                </a:lnTo>
                <a:lnTo>
                  <a:pt x="156997" y="18040"/>
                </a:lnTo>
                <a:lnTo>
                  <a:pt x="144603" y="18040"/>
                </a:lnTo>
                <a:close/>
                <a:moveTo>
                  <a:pt x="192130" y="41872"/>
                </a:moveTo>
                <a:cubicBezTo>
                  <a:pt x="192130" y="39975"/>
                  <a:pt x="192313" y="38108"/>
                  <a:pt x="192680" y="36272"/>
                </a:cubicBezTo>
                <a:cubicBezTo>
                  <a:pt x="193047" y="34434"/>
                  <a:pt x="193675" y="32812"/>
                  <a:pt x="194562" y="31405"/>
                </a:cubicBezTo>
                <a:cubicBezTo>
                  <a:pt x="195450" y="29996"/>
                  <a:pt x="196629" y="28848"/>
                  <a:pt x="198098" y="27961"/>
                </a:cubicBezTo>
                <a:cubicBezTo>
                  <a:pt x="199567" y="27073"/>
                  <a:pt x="201403" y="26629"/>
                  <a:pt x="203606" y="26629"/>
                </a:cubicBezTo>
                <a:cubicBezTo>
                  <a:pt x="205810" y="26629"/>
                  <a:pt x="207662" y="27073"/>
                  <a:pt x="209161" y="27961"/>
                </a:cubicBezTo>
                <a:cubicBezTo>
                  <a:pt x="210661" y="28848"/>
                  <a:pt x="211854" y="29996"/>
                  <a:pt x="212742" y="31405"/>
                </a:cubicBezTo>
                <a:cubicBezTo>
                  <a:pt x="213630" y="32812"/>
                  <a:pt x="214257" y="34434"/>
                  <a:pt x="214625" y="36272"/>
                </a:cubicBezTo>
                <a:cubicBezTo>
                  <a:pt x="214992" y="38108"/>
                  <a:pt x="215175" y="39975"/>
                  <a:pt x="215175" y="41872"/>
                </a:cubicBezTo>
                <a:cubicBezTo>
                  <a:pt x="215175" y="43770"/>
                  <a:pt x="214992" y="45622"/>
                  <a:pt x="214625" y="47429"/>
                </a:cubicBezTo>
                <a:cubicBezTo>
                  <a:pt x="214257" y="49234"/>
                  <a:pt x="213630" y="50856"/>
                  <a:pt x="212742" y="52295"/>
                </a:cubicBezTo>
                <a:cubicBezTo>
                  <a:pt x="211854" y="53734"/>
                  <a:pt x="210661" y="54882"/>
                  <a:pt x="209161" y="55739"/>
                </a:cubicBezTo>
                <a:cubicBezTo>
                  <a:pt x="207662" y="56595"/>
                  <a:pt x="205810" y="57024"/>
                  <a:pt x="203606" y="57024"/>
                </a:cubicBezTo>
                <a:cubicBezTo>
                  <a:pt x="201403" y="57024"/>
                  <a:pt x="199567" y="56595"/>
                  <a:pt x="198098" y="55739"/>
                </a:cubicBezTo>
                <a:cubicBezTo>
                  <a:pt x="196629" y="54882"/>
                  <a:pt x="195450" y="53734"/>
                  <a:pt x="194562" y="52295"/>
                </a:cubicBezTo>
                <a:cubicBezTo>
                  <a:pt x="193675" y="50856"/>
                  <a:pt x="193047" y="49234"/>
                  <a:pt x="192680" y="47429"/>
                </a:cubicBezTo>
                <a:cubicBezTo>
                  <a:pt x="192313" y="45622"/>
                  <a:pt x="192130" y="43770"/>
                  <a:pt x="192130" y="41872"/>
                </a:cubicBezTo>
                <a:moveTo>
                  <a:pt x="179093" y="41874"/>
                </a:moveTo>
                <a:cubicBezTo>
                  <a:pt x="179093" y="45675"/>
                  <a:pt x="179674" y="49108"/>
                  <a:pt x="180837" y="52174"/>
                </a:cubicBezTo>
                <a:cubicBezTo>
                  <a:pt x="182000" y="55239"/>
                  <a:pt x="183652" y="57860"/>
                  <a:pt x="185795" y="60037"/>
                </a:cubicBezTo>
                <a:cubicBezTo>
                  <a:pt x="187937" y="62213"/>
                  <a:pt x="190508" y="63884"/>
                  <a:pt x="193507" y="65049"/>
                </a:cubicBezTo>
                <a:cubicBezTo>
                  <a:pt x="196507" y="66214"/>
                  <a:pt x="199873" y="66796"/>
                  <a:pt x="203606" y="66796"/>
                </a:cubicBezTo>
                <a:cubicBezTo>
                  <a:pt x="207340" y="66796"/>
                  <a:pt x="210722" y="66214"/>
                  <a:pt x="213752" y="65049"/>
                </a:cubicBezTo>
                <a:cubicBezTo>
                  <a:pt x="216782" y="63884"/>
                  <a:pt x="219368" y="62213"/>
                  <a:pt x="221510" y="60037"/>
                </a:cubicBezTo>
                <a:cubicBezTo>
                  <a:pt x="223653" y="57860"/>
                  <a:pt x="225305" y="55239"/>
                  <a:pt x="226468" y="52174"/>
                </a:cubicBezTo>
                <a:cubicBezTo>
                  <a:pt x="227631" y="49108"/>
                  <a:pt x="228212" y="45675"/>
                  <a:pt x="228212" y="41874"/>
                </a:cubicBezTo>
                <a:cubicBezTo>
                  <a:pt x="228212" y="38073"/>
                  <a:pt x="227631" y="34624"/>
                  <a:pt x="226468" y="31528"/>
                </a:cubicBezTo>
                <a:cubicBezTo>
                  <a:pt x="225305" y="28431"/>
                  <a:pt x="223653" y="25794"/>
                  <a:pt x="221510" y="23618"/>
                </a:cubicBezTo>
                <a:cubicBezTo>
                  <a:pt x="219368" y="21441"/>
                  <a:pt x="216782" y="19755"/>
                  <a:pt x="213752" y="18560"/>
                </a:cubicBezTo>
                <a:cubicBezTo>
                  <a:pt x="210722" y="17364"/>
                  <a:pt x="207340" y="16766"/>
                  <a:pt x="203606" y="16766"/>
                </a:cubicBezTo>
                <a:cubicBezTo>
                  <a:pt x="199873" y="16766"/>
                  <a:pt x="196507" y="17364"/>
                  <a:pt x="193507" y="18560"/>
                </a:cubicBezTo>
                <a:cubicBezTo>
                  <a:pt x="190508" y="19755"/>
                  <a:pt x="187937" y="21441"/>
                  <a:pt x="185795" y="23618"/>
                </a:cubicBezTo>
                <a:cubicBezTo>
                  <a:pt x="183652" y="25794"/>
                  <a:pt x="182000" y="28431"/>
                  <a:pt x="180837" y="31528"/>
                </a:cubicBezTo>
                <a:cubicBezTo>
                  <a:pt x="179674" y="34624"/>
                  <a:pt x="179093" y="38073"/>
                  <a:pt x="179093" y="41874"/>
                </a:cubicBezTo>
                <a:close/>
                <a:moveTo>
                  <a:pt x="270110" y="41689"/>
                </a:moveTo>
                <a:cubicBezTo>
                  <a:pt x="270110" y="43647"/>
                  <a:pt x="269926" y="45545"/>
                  <a:pt x="269559" y="47382"/>
                </a:cubicBezTo>
                <a:cubicBezTo>
                  <a:pt x="269192" y="49218"/>
                  <a:pt x="268580" y="50856"/>
                  <a:pt x="267722" y="52295"/>
                </a:cubicBezTo>
                <a:cubicBezTo>
                  <a:pt x="266865" y="53734"/>
                  <a:pt x="265717" y="54882"/>
                  <a:pt x="264279" y="55739"/>
                </a:cubicBezTo>
                <a:cubicBezTo>
                  <a:pt x="262841" y="56595"/>
                  <a:pt x="261050" y="57024"/>
                  <a:pt x="258908" y="57024"/>
                </a:cubicBezTo>
                <a:cubicBezTo>
                  <a:pt x="256889" y="57024"/>
                  <a:pt x="255159" y="56580"/>
                  <a:pt x="253720" y="55693"/>
                </a:cubicBezTo>
                <a:cubicBezTo>
                  <a:pt x="252282" y="54804"/>
                  <a:pt x="251088" y="53641"/>
                  <a:pt x="250139" y="52203"/>
                </a:cubicBezTo>
                <a:cubicBezTo>
                  <a:pt x="249191" y="50764"/>
                  <a:pt x="248503" y="49126"/>
                  <a:pt x="248074" y="47290"/>
                </a:cubicBezTo>
                <a:cubicBezTo>
                  <a:pt x="247646" y="45454"/>
                  <a:pt x="247431" y="43617"/>
                  <a:pt x="247431" y="41780"/>
                </a:cubicBezTo>
                <a:cubicBezTo>
                  <a:pt x="247431" y="39821"/>
                  <a:pt x="247630" y="37939"/>
                  <a:pt x="248028" y="36133"/>
                </a:cubicBezTo>
                <a:cubicBezTo>
                  <a:pt x="248426" y="34327"/>
                  <a:pt x="249069" y="32720"/>
                  <a:pt x="249956" y="31312"/>
                </a:cubicBezTo>
                <a:cubicBezTo>
                  <a:pt x="250844" y="29904"/>
                  <a:pt x="252022" y="28771"/>
                  <a:pt x="253490" y="27915"/>
                </a:cubicBezTo>
                <a:cubicBezTo>
                  <a:pt x="254959" y="27058"/>
                  <a:pt x="256765" y="26629"/>
                  <a:pt x="258908" y="26629"/>
                </a:cubicBezTo>
                <a:cubicBezTo>
                  <a:pt x="261050" y="26629"/>
                  <a:pt x="262825" y="27058"/>
                  <a:pt x="264233" y="27915"/>
                </a:cubicBezTo>
                <a:cubicBezTo>
                  <a:pt x="265641" y="28771"/>
                  <a:pt x="266789" y="29888"/>
                  <a:pt x="267676" y="31266"/>
                </a:cubicBezTo>
                <a:cubicBezTo>
                  <a:pt x="268564" y="32644"/>
                  <a:pt x="269192" y="34236"/>
                  <a:pt x="269559" y="36042"/>
                </a:cubicBezTo>
                <a:cubicBezTo>
                  <a:pt x="269926" y="37847"/>
                  <a:pt x="270110" y="39729"/>
                  <a:pt x="270110" y="41689"/>
                </a:cubicBezTo>
                <a:moveTo>
                  <a:pt x="270293" y="59538"/>
                </a:moveTo>
                <a:lnTo>
                  <a:pt x="270293" y="65601"/>
                </a:lnTo>
                <a:lnTo>
                  <a:pt x="282687" y="65601"/>
                </a:lnTo>
                <a:lnTo>
                  <a:pt x="282687" y="0"/>
                </a:lnTo>
                <a:lnTo>
                  <a:pt x="269650" y="0"/>
                </a:lnTo>
                <a:lnTo>
                  <a:pt x="269650" y="23863"/>
                </a:lnTo>
                <a:lnTo>
                  <a:pt x="269467" y="23863"/>
                </a:lnTo>
                <a:cubicBezTo>
                  <a:pt x="267997" y="21529"/>
                  <a:pt x="265993" y="19762"/>
                  <a:pt x="263452" y="18564"/>
                </a:cubicBezTo>
                <a:cubicBezTo>
                  <a:pt x="260913" y="17365"/>
                  <a:pt x="258235" y="16766"/>
                  <a:pt x="255419" y="16766"/>
                </a:cubicBezTo>
                <a:cubicBezTo>
                  <a:pt x="251930" y="16766"/>
                  <a:pt x="248870" y="17456"/>
                  <a:pt x="246238" y="18836"/>
                </a:cubicBezTo>
                <a:cubicBezTo>
                  <a:pt x="243606" y="20215"/>
                  <a:pt x="241418" y="22039"/>
                  <a:pt x="239673" y="24308"/>
                </a:cubicBezTo>
                <a:cubicBezTo>
                  <a:pt x="237929" y="26576"/>
                  <a:pt x="236613" y="29197"/>
                  <a:pt x="235725" y="32171"/>
                </a:cubicBezTo>
                <a:cubicBezTo>
                  <a:pt x="234838" y="35145"/>
                  <a:pt x="234394" y="38225"/>
                  <a:pt x="234394" y="41413"/>
                </a:cubicBezTo>
                <a:cubicBezTo>
                  <a:pt x="234394" y="44724"/>
                  <a:pt x="234838" y="47912"/>
                  <a:pt x="235725" y="50979"/>
                </a:cubicBezTo>
                <a:cubicBezTo>
                  <a:pt x="236613" y="54044"/>
                  <a:pt x="237929" y="56757"/>
                  <a:pt x="239673" y="59118"/>
                </a:cubicBezTo>
                <a:cubicBezTo>
                  <a:pt x="241418" y="61478"/>
                  <a:pt x="243636" y="63348"/>
                  <a:pt x="246329" y="64727"/>
                </a:cubicBezTo>
                <a:cubicBezTo>
                  <a:pt x="249022" y="66107"/>
                  <a:pt x="252145" y="66796"/>
                  <a:pt x="255695" y="66796"/>
                </a:cubicBezTo>
                <a:cubicBezTo>
                  <a:pt x="258817" y="66796"/>
                  <a:pt x="261617" y="66230"/>
                  <a:pt x="264095" y="65097"/>
                </a:cubicBezTo>
                <a:cubicBezTo>
                  <a:pt x="266575" y="63963"/>
                  <a:pt x="268580" y="62110"/>
                  <a:pt x="270110" y="59538"/>
                </a:cubicBezTo>
                <a:lnTo>
                  <a:pt x="270293" y="59538"/>
                </a:lnTo>
                <a:close/>
                <a:moveTo>
                  <a:pt x="336795" y="65491"/>
                </a:moveTo>
                <a:lnTo>
                  <a:pt x="336795" y="18111"/>
                </a:lnTo>
                <a:lnTo>
                  <a:pt x="323758" y="18111"/>
                </a:lnTo>
                <a:lnTo>
                  <a:pt x="323758" y="42932"/>
                </a:lnTo>
                <a:cubicBezTo>
                  <a:pt x="323758" y="47755"/>
                  <a:pt x="322962" y="51219"/>
                  <a:pt x="321371" y="53326"/>
                </a:cubicBezTo>
                <a:cubicBezTo>
                  <a:pt x="319779" y="55433"/>
                  <a:pt x="317208" y="56486"/>
                  <a:pt x="313658" y="56486"/>
                </a:cubicBezTo>
                <a:cubicBezTo>
                  <a:pt x="310536" y="56486"/>
                  <a:pt x="308363" y="55524"/>
                  <a:pt x="307139" y="53601"/>
                </a:cubicBezTo>
                <a:cubicBezTo>
                  <a:pt x="305915" y="51677"/>
                  <a:pt x="305303" y="48761"/>
                  <a:pt x="305303" y="44854"/>
                </a:cubicBezTo>
                <a:lnTo>
                  <a:pt x="305303" y="18111"/>
                </a:lnTo>
                <a:lnTo>
                  <a:pt x="292266" y="18111"/>
                </a:lnTo>
                <a:lnTo>
                  <a:pt x="292266" y="47269"/>
                </a:lnTo>
                <a:cubicBezTo>
                  <a:pt x="292266" y="50202"/>
                  <a:pt x="292526" y="52877"/>
                  <a:pt x="293047" y="55292"/>
                </a:cubicBezTo>
                <a:cubicBezTo>
                  <a:pt x="293567" y="57706"/>
                  <a:pt x="294469" y="59754"/>
                  <a:pt x="295755" y="61435"/>
                </a:cubicBezTo>
                <a:cubicBezTo>
                  <a:pt x="297041" y="63116"/>
                  <a:pt x="298801" y="64415"/>
                  <a:pt x="301035" y="65332"/>
                </a:cubicBezTo>
                <a:cubicBezTo>
                  <a:pt x="303269" y="66249"/>
                  <a:pt x="306130" y="66707"/>
                  <a:pt x="309620" y="66707"/>
                </a:cubicBezTo>
                <a:cubicBezTo>
                  <a:pt x="312374" y="66707"/>
                  <a:pt x="315067" y="66093"/>
                  <a:pt x="317699" y="64866"/>
                </a:cubicBezTo>
                <a:cubicBezTo>
                  <a:pt x="320331" y="63638"/>
                  <a:pt x="322473" y="61642"/>
                  <a:pt x="324125" y="58880"/>
                </a:cubicBezTo>
                <a:lnTo>
                  <a:pt x="324401" y="58880"/>
                </a:lnTo>
                <a:lnTo>
                  <a:pt x="324401" y="65491"/>
                </a:lnTo>
                <a:lnTo>
                  <a:pt x="336795" y="65491"/>
                </a:lnTo>
                <a:close/>
                <a:moveTo>
                  <a:pt x="378906" y="34788"/>
                </a:moveTo>
                <a:lnTo>
                  <a:pt x="391667" y="34788"/>
                </a:lnTo>
                <a:cubicBezTo>
                  <a:pt x="391484" y="31723"/>
                  <a:pt x="390750" y="29072"/>
                  <a:pt x="389464" y="26835"/>
                </a:cubicBezTo>
                <a:cubicBezTo>
                  <a:pt x="388179" y="24597"/>
                  <a:pt x="386511" y="22727"/>
                  <a:pt x="384460" y="21226"/>
                </a:cubicBezTo>
                <a:cubicBezTo>
                  <a:pt x="382410" y="19724"/>
                  <a:pt x="380084" y="18605"/>
                  <a:pt x="377483" y="17870"/>
                </a:cubicBezTo>
                <a:cubicBezTo>
                  <a:pt x="374882" y="17134"/>
                  <a:pt x="372173" y="16766"/>
                  <a:pt x="369358" y="16766"/>
                </a:cubicBezTo>
                <a:cubicBezTo>
                  <a:pt x="365501" y="16766"/>
                  <a:pt x="362073" y="17410"/>
                  <a:pt x="359073" y="18698"/>
                </a:cubicBezTo>
                <a:cubicBezTo>
                  <a:pt x="356074" y="19985"/>
                  <a:pt x="353534" y="21778"/>
                  <a:pt x="351454" y="24078"/>
                </a:cubicBezTo>
                <a:cubicBezTo>
                  <a:pt x="349373" y="26377"/>
                  <a:pt x="347797" y="29106"/>
                  <a:pt x="346725" y="32263"/>
                </a:cubicBezTo>
                <a:cubicBezTo>
                  <a:pt x="345654" y="35420"/>
                  <a:pt x="345119" y="38838"/>
                  <a:pt x="345119" y="42517"/>
                </a:cubicBezTo>
                <a:cubicBezTo>
                  <a:pt x="345119" y="46073"/>
                  <a:pt x="345700" y="49338"/>
                  <a:pt x="346863" y="52312"/>
                </a:cubicBezTo>
                <a:cubicBezTo>
                  <a:pt x="348026" y="55285"/>
                  <a:pt x="349647" y="57844"/>
                  <a:pt x="351728" y="59991"/>
                </a:cubicBezTo>
                <a:cubicBezTo>
                  <a:pt x="353810" y="62137"/>
                  <a:pt x="356335" y="63808"/>
                  <a:pt x="359303" y="65003"/>
                </a:cubicBezTo>
                <a:cubicBezTo>
                  <a:pt x="362272" y="66199"/>
                  <a:pt x="365532" y="66796"/>
                  <a:pt x="369082" y="66796"/>
                </a:cubicBezTo>
                <a:cubicBezTo>
                  <a:pt x="375386" y="66796"/>
                  <a:pt x="380558" y="65137"/>
                  <a:pt x="384597" y="61819"/>
                </a:cubicBezTo>
                <a:cubicBezTo>
                  <a:pt x="388637" y="58500"/>
                  <a:pt x="391086" y="53688"/>
                  <a:pt x="391943" y="47384"/>
                </a:cubicBezTo>
                <a:lnTo>
                  <a:pt x="379364" y="47384"/>
                </a:lnTo>
                <a:cubicBezTo>
                  <a:pt x="378937" y="50322"/>
                  <a:pt x="377881" y="52663"/>
                  <a:pt x="376197" y="54408"/>
                </a:cubicBezTo>
                <a:cubicBezTo>
                  <a:pt x="374514" y="56152"/>
                  <a:pt x="372112" y="57024"/>
                  <a:pt x="368990" y="57024"/>
                </a:cubicBezTo>
                <a:cubicBezTo>
                  <a:pt x="366970" y="57024"/>
                  <a:pt x="365256" y="56564"/>
                  <a:pt x="363848" y="55646"/>
                </a:cubicBezTo>
                <a:cubicBezTo>
                  <a:pt x="362440" y="54728"/>
                  <a:pt x="361323" y="53550"/>
                  <a:pt x="360497" y="52112"/>
                </a:cubicBezTo>
                <a:cubicBezTo>
                  <a:pt x="359671" y="50673"/>
                  <a:pt x="359074" y="49065"/>
                  <a:pt x="358706" y="47290"/>
                </a:cubicBezTo>
                <a:cubicBezTo>
                  <a:pt x="358339" y="45514"/>
                  <a:pt x="358156" y="43770"/>
                  <a:pt x="358156" y="42056"/>
                </a:cubicBezTo>
                <a:cubicBezTo>
                  <a:pt x="358156" y="40281"/>
                  <a:pt x="358339" y="38490"/>
                  <a:pt x="358706" y="36685"/>
                </a:cubicBezTo>
                <a:cubicBezTo>
                  <a:pt x="359074" y="34879"/>
                  <a:pt x="359702" y="33225"/>
                  <a:pt x="360589" y="31726"/>
                </a:cubicBezTo>
                <a:cubicBezTo>
                  <a:pt x="361476" y="30226"/>
                  <a:pt x="362624" y="29001"/>
                  <a:pt x="364031" y="28052"/>
                </a:cubicBezTo>
                <a:cubicBezTo>
                  <a:pt x="365440" y="27103"/>
                  <a:pt x="367184" y="26629"/>
                  <a:pt x="369265" y="26629"/>
                </a:cubicBezTo>
                <a:cubicBezTo>
                  <a:pt x="374835" y="26629"/>
                  <a:pt x="378049" y="29349"/>
                  <a:pt x="378906" y="34788"/>
                </a:cubicBezTo>
                <a:close/>
                <a:moveTo>
                  <a:pt x="431330" y="36760"/>
                </a:moveTo>
                <a:lnTo>
                  <a:pt x="410122" y="36760"/>
                </a:lnTo>
                <a:cubicBezTo>
                  <a:pt x="410183" y="35840"/>
                  <a:pt x="410381" y="34796"/>
                  <a:pt x="410718" y="33629"/>
                </a:cubicBezTo>
                <a:cubicBezTo>
                  <a:pt x="411055" y="32462"/>
                  <a:pt x="411637" y="31357"/>
                  <a:pt x="412463" y="30313"/>
                </a:cubicBezTo>
                <a:cubicBezTo>
                  <a:pt x="413290" y="29269"/>
                  <a:pt x="414391" y="28394"/>
                  <a:pt x="415768" y="27688"/>
                </a:cubicBezTo>
                <a:cubicBezTo>
                  <a:pt x="417146" y="26982"/>
                  <a:pt x="418875" y="26629"/>
                  <a:pt x="420956" y="26629"/>
                </a:cubicBezTo>
                <a:cubicBezTo>
                  <a:pt x="424139" y="26629"/>
                  <a:pt x="426510" y="27489"/>
                  <a:pt x="428071" y="29208"/>
                </a:cubicBezTo>
                <a:cubicBezTo>
                  <a:pt x="429632" y="30927"/>
                  <a:pt x="430718" y="33445"/>
                  <a:pt x="431330" y="36760"/>
                </a:cubicBezTo>
                <a:moveTo>
                  <a:pt x="410122" y="45009"/>
                </a:moveTo>
                <a:lnTo>
                  <a:pt x="444368" y="45009"/>
                </a:lnTo>
                <a:cubicBezTo>
                  <a:pt x="444613" y="41329"/>
                  <a:pt x="444306" y="37803"/>
                  <a:pt x="443449" y="34429"/>
                </a:cubicBezTo>
                <a:cubicBezTo>
                  <a:pt x="442593" y="31056"/>
                  <a:pt x="441200" y="28051"/>
                  <a:pt x="439271" y="25414"/>
                </a:cubicBezTo>
                <a:cubicBezTo>
                  <a:pt x="437344" y="22777"/>
                  <a:pt x="434880" y="20676"/>
                  <a:pt x="431880" y="19113"/>
                </a:cubicBezTo>
                <a:cubicBezTo>
                  <a:pt x="428881" y="17549"/>
                  <a:pt x="425362" y="16766"/>
                  <a:pt x="421323" y="16766"/>
                </a:cubicBezTo>
                <a:cubicBezTo>
                  <a:pt x="417711" y="16766"/>
                  <a:pt x="414421" y="17410"/>
                  <a:pt x="411453" y="18698"/>
                </a:cubicBezTo>
                <a:cubicBezTo>
                  <a:pt x="408485" y="19985"/>
                  <a:pt x="405930" y="21748"/>
                  <a:pt x="403787" y="23985"/>
                </a:cubicBezTo>
                <a:cubicBezTo>
                  <a:pt x="401645" y="26223"/>
                  <a:pt x="399992" y="28875"/>
                  <a:pt x="398829" y="31941"/>
                </a:cubicBezTo>
                <a:cubicBezTo>
                  <a:pt x="397667" y="35006"/>
                  <a:pt x="397085" y="38317"/>
                  <a:pt x="397085" y="41874"/>
                </a:cubicBezTo>
                <a:cubicBezTo>
                  <a:pt x="397085" y="45552"/>
                  <a:pt x="397651" y="48924"/>
                  <a:pt x="398783" y="51990"/>
                </a:cubicBezTo>
                <a:cubicBezTo>
                  <a:pt x="399916" y="55055"/>
                  <a:pt x="401523" y="57692"/>
                  <a:pt x="403604" y="59900"/>
                </a:cubicBezTo>
                <a:cubicBezTo>
                  <a:pt x="405685" y="62107"/>
                  <a:pt x="408224" y="63808"/>
                  <a:pt x="411223" y="65003"/>
                </a:cubicBezTo>
                <a:cubicBezTo>
                  <a:pt x="414222" y="66199"/>
                  <a:pt x="417589" y="66796"/>
                  <a:pt x="421323" y="66796"/>
                </a:cubicBezTo>
                <a:cubicBezTo>
                  <a:pt x="426709" y="66796"/>
                  <a:pt x="431299" y="65573"/>
                  <a:pt x="435094" y="63127"/>
                </a:cubicBezTo>
                <a:cubicBezTo>
                  <a:pt x="438889" y="60681"/>
                  <a:pt x="441705" y="56614"/>
                  <a:pt x="443541" y="50927"/>
                </a:cubicBezTo>
                <a:lnTo>
                  <a:pt x="432065" y="50927"/>
                </a:lnTo>
                <a:cubicBezTo>
                  <a:pt x="431636" y="52383"/>
                  <a:pt x="430473" y="53763"/>
                  <a:pt x="428575" y="55068"/>
                </a:cubicBezTo>
                <a:cubicBezTo>
                  <a:pt x="426678" y="56372"/>
                  <a:pt x="424414" y="57024"/>
                  <a:pt x="421782" y="57024"/>
                </a:cubicBezTo>
                <a:cubicBezTo>
                  <a:pt x="418110" y="57024"/>
                  <a:pt x="415294" y="56076"/>
                  <a:pt x="413335" y="54181"/>
                </a:cubicBezTo>
                <a:cubicBezTo>
                  <a:pt x="411376" y="52285"/>
                  <a:pt x="410305" y="49228"/>
                  <a:pt x="410122" y="45009"/>
                </a:cubicBezTo>
                <a:close/>
                <a:moveTo>
                  <a:pt x="512215" y="41872"/>
                </a:moveTo>
                <a:cubicBezTo>
                  <a:pt x="512215" y="43831"/>
                  <a:pt x="512001" y="45729"/>
                  <a:pt x="511572" y="47566"/>
                </a:cubicBezTo>
                <a:cubicBezTo>
                  <a:pt x="511144" y="49402"/>
                  <a:pt x="510470" y="51024"/>
                  <a:pt x="509552" y="52433"/>
                </a:cubicBezTo>
                <a:cubicBezTo>
                  <a:pt x="508634" y="53840"/>
                  <a:pt x="507486" y="54957"/>
                  <a:pt x="506109" y="55784"/>
                </a:cubicBezTo>
                <a:cubicBezTo>
                  <a:pt x="504732" y="56610"/>
                  <a:pt x="503065" y="57024"/>
                  <a:pt x="501106" y="57024"/>
                </a:cubicBezTo>
                <a:cubicBezTo>
                  <a:pt x="499208" y="57024"/>
                  <a:pt x="497556" y="56610"/>
                  <a:pt x="496148" y="55784"/>
                </a:cubicBezTo>
                <a:cubicBezTo>
                  <a:pt x="494741" y="54957"/>
                  <a:pt x="493578" y="53840"/>
                  <a:pt x="492660" y="52433"/>
                </a:cubicBezTo>
                <a:cubicBezTo>
                  <a:pt x="491742" y="51024"/>
                  <a:pt x="491068" y="49402"/>
                  <a:pt x="490640" y="47566"/>
                </a:cubicBezTo>
                <a:cubicBezTo>
                  <a:pt x="490211" y="45729"/>
                  <a:pt x="489997" y="43831"/>
                  <a:pt x="489997" y="41872"/>
                </a:cubicBezTo>
                <a:cubicBezTo>
                  <a:pt x="489997" y="39852"/>
                  <a:pt x="490211" y="37924"/>
                  <a:pt x="490640" y="36088"/>
                </a:cubicBezTo>
                <a:cubicBezTo>
                  <a:pt x="491068" y="34251"/>
                  <a:pt x="491742" y="32629"/>
                  <a:pt x="492660" y="31221"/>
                </a:cubicBezTo>
                <a:cubicBezTo>
                  <a:pt x="493578" y="29813"/>
                  <a:pt x="494741" y="28695"/>
                  <a:pt x="496148" y="27869"/>
                </a:cubicBezTo>
                <a:cubicBezTo>
                  <a:pt x="497556" y="27042"/>
                  <a:pt x="499208" y="26629"/>
                  <a:pt x="501106" y="26629"/>
                </a:cubicBezTo>
                <a:cubicBezTo>
                  <a:pt x="503065" y="26629"/>
                  <a:pt x="504732" y="27042"/>
                  <a:pt x="506109" y="27869"/>
                </a:cubicBezTo>
                <a:cubicBezTo>
                  <a:pt x="507486" y="28695"/>
                  <a:pt x="508634" y="29813"/>
                  <a:pt x="509552" y="31221"/>
                </a:cubicBezTo>
                <a:cubicBezTo>
                  <a:pt x="510470" y="32629"/>
                  <a:pt x="511144" y="34251"/>
                  <a:pt x="511572" y="36088"/>
                </a:cubicBezTo>
                <a:cubicBezTo>
                  <a:pt x="512001" y="37924"/>
                  <a:pt x="512215" y="39852"/>
                  <a:pt x="512215" y="41872"/>
                </a:cubicBezTo>
                <a:moveTo>
                  <a:pt x="477419" y="0"/>
                </a:moveTo>
                <a:lnTo>
                  <a:pt x="477419" y="65572"/>
                </a:lnTo>
                <a:lnTo>
                  <a:pt x="489813" y="65572"/>
                </a:lnTo>
                <a:lnTo>
                  <a:pt x="489813" y="59513"/>
                </a:lnTo>
                <a:lnTo>
                  <a:pt x="489997" y="59513"/>
                </a:lnTo>
                <a:cubicBezTo>
                  <a:pt x="491404" y="62156"/>
                  <a:pt x="493485" y="64031"/>
                  <a:pt x="496239" y="65138"/>
                </a:cubicBezTo>
                <a:cubicBezTo>
                  <a:pt x="498994" y="66244"/>
                  <a:pt x="502116" y="66796"/>
                  <a:pt x="505604" y="66796"/>
                </a:cubicBezTo>
                <a:cubicBezTo>
                  <a:pt x="507992" y="66796"/>
                  <a:pt x="510348" y="66306"/>
                  <a:pt x="512674" y="65325"/>
                </a:cubicBezTo>
                <a:cubicBezTo>
                  <a:pt x="515000" y="64344"/>
                  <a:pt x="517097" y="62842"/>
                  <a:pt x="518964" y="60819"/>
                </a:cubicBezTo>
                <a:cubicBezTo>
                  <a:pt x="520831" y="58796"/>
                  <a:pt x="522346" y="56205"/>
                  <a:pt x="523508" y="53048"/>
                </a:cubicBezTo>
                <a:cubicBezTo>
                  <a:pt x="524671" y="49890"/>
                  <a:pt x="525253" y="46135"/>
                  <a:pt x="525253" y="41781"/>
                </a:cubicBezTo>
                <a:cubicBezTo>
                  <a:pt x="525253" y="37428"/>
                  <a:pt x="524671" y="33673"/>
                  <a:pt x="523508" y="30515"/>
                </a:cubicBezTo>
                <a:cubicBezTo>
                  <a:pt x="522346" y="27357"/>
                  <a:pt x="520831" y="24767"/>
                  <a:pt x="518964" y="22744"/>
                </a:cubicBezTo>
                <a:cubicBezTo>
                  <a:pt x="517097" y="20721"/>
                  <a:pt x="515000" y="19219"/>
                  <a:pt x="512674" y="18239"/>
                </a:cubicBezTo>
                <a:cubicBezTo>
                  <a:pt x="510348" y="17257"/>
                  <a:pt x="507992" y="16766"/>
                  <a:pt x="505604" y="16766"/>
                </a:cubicBezTo>
                <a:cubicBezTo>
                  <a:pt x="502667" y="16766"/>
                  <a:pt x="499836" y="17335"/>
                  <a:pt x="497112" y="18471"/>
                </a:cubicBezTo>
                <a:cubicBezTo>
                  <a:pt x="494389" y="19608"/>
                  <a:pt x="492231" y="21405"/>
                  <a:pt x="490640" y="23863"/>
                </a:cubicBezTo>
                <a:lnTo>
                  <a:pt x="490456" y="23863"/>
                </a:lnTo>
                <a:lnTo>
                  <a:pt x="490456" y="0"/>
                </a:lnTo>
                <a:lnTo>
                  <a:pt x="477419" y="0"/>
                </a:lnTo>
                <a:close/>
                <a:moveTo>
                  <a:pt x="577800" y="65491"/>
                </a:moveTo>
                <a:lnTo>
                  <a:pt x="577800" y="18111"/>
                </a:lnTo>
                <a:lnTo>
                  <a:pt x="564763" y="18111"/>
                </a:lnTo>
                <a:lnTo>
                  <a:pt x="564763" y="42932"/>
                </a:lnTo>
                <a:cubicBezTo>
                  <a:pt x="564763" y="47755"/>
                  <a:pt x="563967" y="51219"/>
                  <a:pt x="562376" y="53326"/>
                </a:cubicBezTo>
                <a:cubicBezTo>
                  <a:pt x="560784" y="55433"/>
                  <a:pt x="558213" y="56486"/>
                  <a:pt x="554663" y="56486"/>
                </a:cubicBezTo>
                <a:cubicBezTo>
                  <a:pt x="551541" y="56486"/>
                  <a:pt x="549368" y="55524"/>
                  <a:pt x="548144" y="53601"/>
                </a:cubicBezTo>
                <a:cubicBezTo>
                  <a:pt x="546920" y="51677"/>
                  <a:pt x="546308" y="48761"/>
                  <a:pt x="546308" y="44854"/>
                </a:cubicBezTo>
                <a:lnTo>
                  <a:pt x="546308" y="18111"/>
                </a:lnTo>
                <a:lnTo>
                  <a:pt x="533271" y="18111"/>
                </a:lnTo>
                <a:lnTo>
                  <a:pt x="533271" y="47269"/>
                </a:lnTo>
                <a:cubicBezTo>
                  <a:pt x="533271" y="50202"/>
                  <a:pt x="533531" y="52877"/>
                  <a:pt x="534052" y="55292"/>
                </a:cubicBezTo>
                <a:cubicBezTo>
                  <a:pt x="534572" y="57706"/>
                  <a:pt x="535474" y="59754"/>
                  <a:pt x="536760" y="61435"/>
                </a:cubicBezTo>
                <a:cubicBezTo>
                  <a:pt x="538046" y="63116"/>
                  <a:pt x="539806" y="64415"/>
                  <a:pt x="542040" y="65332"/>
                </a:cubicBezTo>
                <a:cubicBezTo>
                  <a:pt x="544274" y="66249"/>
                  <a:pt x="547135" y="66707"/>
                  <a:pt x="550625" y="66707"/>
                </a:cubicBezTo>
                <a:cubicBezTo>
                  <a:pt x="553379" y="66707"/>
                  <a:pt x="556072" y="66093"/>
                  <a:pt x="558704" y="64866"/>
                </a:cubicBezTo>
                <a:cubicBezTo>
                  <a:pt x="561336" y="63638"/>
                  <a:pt x="563478" y="61642"/>
                  <a:pt x="565130" y="58880"/>
                </a:cubicBezTo>
                <a:lnTo>
                  <a:pt x="565406" y="58880"/>
                </a:lnTo>
                <a:lnTo>
                  <a:pt x="565406" y="65491"/>
                </a:lnTo>
                <a:lnTo>
                  <a:pt x="577800" y="65491"/>
                </a:lnTo>
                <a:close/>
                <a:moveTo>
                  <a:pt x="609719" y="54334"/>
                </a:moveTo>
                <a:cubicBezTo>
                  <a:pt x="607699" y="54334"/>
                  <a:pt x="606016" y="53906"/>
                  <a:pt x="604669" y="53049"/>
                </a:cubicBezTo>
                <a:cubicBezTo>
                  <a:pt x="603322" y="52193"/>
                  <a:pt x="602236" y="51092"/>
                  <a:pt x="601409" y="49747"/>
                </a:cubicBezTo>
                <a:cubicBezTo>
                  <a:pt x="600584" y="48401"/>
                  <a:pt x="600002" y="46888"/>
                  <a:pt x="599665" y="45207"/>
                </a:cubicBezTo>
                <a:cubicBezTo>
                  <a:pt x="599329" y="43525"/>
                  <a:pt x="599161" y="41827"/>
                  <a:pt x="599161" y="40114"/>
                </a:cubicBezTo>
                <a:cubicBezTo>
                  <a:pt x="599161" y="38341"/>
                  <a:pt x="599360" y="36644"/>
                  <a:pt x="599757" y="35023"/>
                </a:cubicBezTo>
                <a:cubicBezTo>
                  <a:pt x="600155" y="33402"/>
                  <a:pt x="600798" y="31965"/>
                  <a:pt x="601685" y="30711"/>
                </a:cubicBezTo>
                <a:cubicBezTo>
                  <a:pt x="602573" y="29458"/>
                  <a:pt x="603675" y="28464"/>
                  <a:pt x="604991" y="27730"/>
                </a:cubicBezTo>
                <a:cubicBezTo>
                  <a:pt x="606307" y="26996"/>
                  <a:pt x="607883" y="26629"/>
                  <a:pt x="609719" y="26629"/>
                </a:cubicBezTo>
                <a:cubicBezTo>
                  <a:pt x="611862" y="26629"/>
                  <a:pt x="613637" y="27027"/>
                  <a:pt x="615044" y="27823"/>
                </a:cubicBezTo>
                <a:cubicBezTo>
                  <a:pt x="616452" y="28617"/>
                  <a:pt x="617584" y="29688"/>
                  <a:pt x="618442" y="31033"/>
                </a:cubicBezTo>
                <a:cubicBezTo>
                  <a:pt x="619299" y="32378"/>
                  <a:pt x="619911" y="33922"/>
                  <a:pt x="620278" y="35665"/>
                </a:cubicBezTo>
                <a:cubicBezTo>
                  <a:pt x="620645" y="37408"/>
                  <a:pt x="620829" y="39258"/>
                  <a:pt x="620829" y="41215"/>
                </a:cubicBezTo>
                <a:cubicBezTo>
                  <a:pt x="620829" y="42927"/>
                  <a:pt x="620599" y="44563"/>
                  <a:pt x="620140" y="46123"/>
                </a:cubicBezTo>
                <a:cubicBezTo>
                  <a:pt x="619681" y="47683"/>
                  <a:pt x="618993" y="49074"/>
                  <a:pt x="618075" y="50298"/>
                </a:cubicBezTo>
                <a:cubicBezTo>
                  <a:pt x="617157" y="51520"/>
                  <a:pt x="615993" y="52499"/>
                  <a:pt x="614585" y="53233"/>
                </a:cubicBezTo>
                <a:cubicBezTo>
                  <a:pt x="613177" y="53967"/>
                  <a:pt x="611556" y="54334"/>
                  <a:pt x="609719" y="54334"/>
                </a:cubicBezTo>
                <a:moveTo>
                  <a:pt x="633223" y="62532"/>
                </a:moveTo>
                <a:lnTo>
                  <a:pt x="633223" y="18082"/>
                </a:lnTo>
                <a:lnTo>
                  <a:pt x="620829" y="18082"/>
                </a:lnTo>
                <a:lnTo>
                  <a:pt x="620829" y="24417"/>
                </a:lnTo>
                <a:lnTo>
                  <a:pt x="620645" y="24417"/>
                </a:lnTo>
                <a:cubicBezTo>
                  <a:pt x="619054" y="21651"/>
                  <a:pt x="617080" y="19685"/>
                  <a:pt x="614724" y="18518"/>
                </a:cubicBezTo>
                <a:cubicBezTo>
                  <a:pt x="612367" y="17350"/>
                  <a:pt x="609628" y="16766"/>
                  <a:pt x="606506" y="16766"/>
                </a:cubicBezTo>
                <a:cubicBezTo>
                  <a:pt x="603200" y="16766"/>
                  <a:pt x="600278" y="17410"/>
                  <a:pt x="597737" y="18697"/>
                </a:cubicBezTo>
                <a:cubicBezTo>
                  <a:pt x="595198" y="19984"/>
                  <a:pt x="593071" y="21715"/>
                  <a:pt x="591357" y="23890"/>
                </a:cubicBezTo>
                <a:cubicBezTo>
                  <a:pt x="589644" y="26065"/>
                  <a:pt x="588343" y="28578"/>
                  <a:pt x="587454" y="31427"/>
                </a:cubicBezTo>
                <a:cubicBezTo>
                  <a:pt x="586567" y="34277"/>
                  <a:pt x="586124" y="37233"/>
                  <a:pt x="586124" y="40298"/>
                </a:cubicBezTo>
                <a:cubicBezTo>
                  <a:pt x="586124" y="43545"/>
                  <a:pt x="586506" y="46624"/>
                  <a:pt x="587271" y="49536"/>
                </a:cubicBezTo>
                <a:cubicBezTo>
                  <a:pt x="588036" y="52446"/>
                  <a:pt x="589244" y="54989"/>
                  <a:pt x="590897" y="57165"/>
                </a:cubicBezTo>
                <a:cubicBezTo>
                  <a:pt x="592550" y="59340"/>
                  <a:pt x="594662" y="61056"/>
                  <a:pt x="597233" y="62312"/>
                </a:cubicBezTo>
                <a:cubicBezTo>
                  <a:pt x="599804" y="63568"/>
                  <a:pt x="602865" y="64196"/>
                  <a:pt x="606415" y="64196"/>
                </a:cubicBezTo>
                <a:cubicBezTo>
                  <a:pt x="609291" y="64196"/>
                  <a:pt x="612030" y="63597"/>
                  <a:pt x="614631" y="62399"/>
                </a:cubicBezTo>
                <a:cubicBezTo>
                  <a:pt x="617233" y="61201"/>
                  <a:pt x="619238" y="59342"/>
                  <a:pt x="620645" y="56822"/>
                </a:cubicBezTo>
                <a:lnTo>
                  <a:pt x="620829" y="56822"/>
                </a:lnTo>
                <a:lnTo>
                  <a:pt x="620829" y="63083"/>
                </a:lnTo>
                <a:cubicBezTo>
                  <a:pt x="620891" y="66459"/>
                  <a:pt x="620079" y="69252"/>
                  <a:pt x="618395" y="71462"/>
                </a:cubicBezTo>
                <a:cubicBezTo>
                  <a:pt x="616712" y="73671"/>
                  <a:pt x="614035" y="74776"/>
                  <a:pt x="610363" y="74776"/>
                </a:cubicBezTo>
                <a:cubicBezTo>
                  <a:pt x="608037" y="74776"/>
                  <a:pt x="605986" y="74300"/>
                  <a:pt x="604211" y="73347"/>
                </a:cubicBezTo>
                <a:cubicBezTo>
                  <a:pt x="602436" y="72395"/>
                  <a:pt x="601242" y="70689"/>
                  <a:pt x="600630" y="68231"/>
                </a:cubicBezTo>
                <a:lnTo>
                  <a:pt x="587684" y="68231"/>
                </a:lnTo>
                <a:cubicBezTo>
                  <a:pt x="587868" y="70925"/>
                  <a:pt x="588618" y="73235"/>
                  <a:pt x="589934" y="75163"/>
                </a:cubicBezTo>
                <a:cubicBezTo>
                  <a:pt x="591250" y="77091"/>
                  <a:pt x="592903" y="78668"/>
                  <a:pt x="594892" y="79892"/>
                </a:cubicBezTo>
                <a:cubicBezTo>
                  <a:pt x="596881" y="81117"/>
                  <a:pt x="599085" y="82019"/>
                  <a:pt x="601502" y="82600"/>
                </a:cubicBezTo>
                <a:cubicBezTo>
                  <a:pt x="603920" y="83182"/>
                  <a:pt x="606292" y="83473"/>
                  <a:pt x="608618" y="83473"/>
                </a:cubicBezTo>
                <a:cubicBezTo>
                  <a:pt x="614065" y="83473"/>
                  <a:pt x="618410" y="82738"/>
                  <a:pt x="621654" y="81268"/>
                </a:cubicBezTo>
                <a:cubicBezTo>
                  <a:pt x="624899" y="79799"/>
                  <a:pt x="627378" y="78008"/>
                  <a:pt x="629092" y="75895"/>
                </a:cubicBezTo>
                <a:cubicBezTo>
                  <a:pt x="630805" y="73783"/>
                  <a:pt x="631922" y="71502"/>
                  <a:pt x="632443" y="69053"/>
                </a:cubicBezTo>
                <a:cubicBezTo>
                  <a:pt x="632963" y="66605"/>
                  <a:pt x="633223" y="64431"/>
                  <a:pt x="633223" y="62532"/>
                </a:cubicBezTo>
                <a:close/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92A51-E30C-46F0-B649-1EEDD7B0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43" y="2077240"/>
            <a:ext cx="224295" cy="1313669"/>
          </a:xfrm>
          <a:custGeom xmlns:a="http://schemas.openxmlformats.org/drawingml/2006/main">
            <a:pathLst>
              <a:path w="224295" h="1313669">
                <a:moveTo>
                  <a:pt x="88904" y="18332"/>
                </a:moveTo>
                <a:lnTo>
                  <a:pt x="87649" y="15562"/>
                </a:lnTo>
                <a:lnTo>
                  <a:pt x="84926" y="12609"/>
                </a:lnTo>
                <a:lnTo>
                  <a:pt x="81620" y="10467"/>
                </a:lnTo>
                <a:lnTo>
                  <a:pt x="78040" y="8829"/>
                </a:lnTo>
                <a:lnTo>
                  <a:pt x="74031" y="7452"/>
                </a:lnTo>
                <a:lnTo>
                  <a:pt x="69532" y="6213"/>
                </a:lnTo>
                <a:lnTo>
                  <a:pt x="64528" y="5096"/>
                </a:lnTo>
                <a:lnTo>
                  <a:pt x="58958" y="4070"/>
                </a:lnTo>
                <a:lnTo>
                  <a:pt x="46548" y="2372"/>
                </a:lnTo>
                <a:lnTo>
                  <a:pt x="32379" y="1086"/>
                </a:lnTo>
                <a:lnTo>
                  <a:pt x="16801" y="275"/>
                </a:lnTo>
                <a:lnTo>
                  <a:pt x="245" y="0"/>
                </a:lnTo>
                <a:lnTo>
                  <a:pt x="0" y="15302"/>
                </a:lnTo>
                <a:lnTo>
                  <a:pt x="16419" y="15577"/>
                </a:lnTo>
                <a:lnTo>
                  <a:pt x="16144" y="15562"/>
                </a:lnTo>
                <a:lnTo>
                  <a:pt x="31159" y="16343"/>
                </a:lnTo>
                <a:lnTo>
                  <a:pt x="44937" y="17593"/>
                </a:lnTo>
                <a:lnTo>
                  <a:pt x="56694" y="19204"/>
                </a:lnTo>
                <a:lnTo>
                  <a:pt x="56357" y="19158"/>
                </a:lnTo>
                <a:lnTo>
                  <a:pt x="61538" y="20107"/>
                </a:lnTo>
                <a:lnTo>
                  <a:pt x="65849" y="21062"/>
                </a:lnTo>
                <a:lnTo>
                  <a:pt x="69575" y="22094"/>
                </a:lnTo>
                <a:lnTo>
                  <a:pt x="72399" y="23078"/>
                </a:lnTo>
                <a:lnTo>
                  <a:pt x="73954" y="23790"/>
                </a:lnTo>
                <a:lnTo>
                  <a:pt x="73954" y="643828"/>
                </a:lnTo>
                <a:lnTo>
                  <a:pt x="74306" y="646154"/>
                </a:lnTo>
                <a:lnTo>
                  <a:pt x="75561" y="648924"/>
                </a:lnTo>
                <a:lnTo>
                  <a:pt x="78285" y="651877"/>
                </a:lnTo>
                <a:lnTo>
                  <a:pt x="81590" y="654019"/>
                </a:lnTo>
                <a:lnTo>
                  <a:pt x="85170" y="655656"/>
                </a:lnTo>
                <a:lnTo>
                  <a:pt x="88600" y="656835"/>
                </a:lnTo>
                <a:lnTo>
                  <a:pt x="85170" y="658013"/>
                </a:lnTo>
                <a:lnTo>
                  <a:pt x="81590" y="659650"/>
                </a:lnTo>
                <a:lnTo>
                  <a:pt x="78285" y="661792"/>
                </a:lnTo>
                <a:lnTo>
                  <a:pt x="75561" y="664746"/>
                </a:lnTo>
                <a:lnTo>
                  <a:pt x="74306" y="667515"/>
                </a:lnTo>
                <a:lnTo>
                  <a:pt x="73954" y="669841"/>
                </a:lnTo>
                <a:lnTo>
                  <a:pt x="73954" y="1289879"/>
                </a:lnTo>
                <a:lnTo>
                  <a:pt x="72399" y="1290591"/>
                </a:lnTo>
                <a:lnTo>
                  <a:pt x="69575" y="1291575"/>
                </a:lnTo>
                <a:lnTo>
                  <a:pt x="65849" y="1292608"/>
                </a:lnTo>
                <a:lnTo>
                  <a:pt x="61538" y="1293562"/>
                </a:lnTo>
                <a:lnTo>
                  <a:pt x="56357" y="1294511"/>
                </a:lnTo>
                <a:lnTo>
                  <a:pt x="56694" y="1294465"/>
                </a:lnTo>
                <a:lnTo>
                  <a:pt x="44937" y="1296077"/>
                </a:lnTo>
                <a:lnTo>
                  <a:pt x="31159" y="1297326"/>
                </a:lnTo>
                <a:lnTo>
                  <a:pt x="16144" y="1298107"/>
                </a:lnTo>
                <a:lnTo>
                  <a:pt x="16419" y="1298092"/>
                </a:lnTo>
                <a:lnTo>
                  <a:pt x="0" y="1298367"/>
                </a:lnTo>
                <a:lnTo>
                  <a:pt x="245" y="1313669"/>
                </a:lnTo>
                <a:lnTo>
                  <a:pt x="16801" y="1313394"/>
                </a:lnTo>
                <a:lnTo>
                  <a:pt x="32379" y="1312583"/>
                </a:lnTo>
                <a:lnTo>
                  <a:pt x="46548" y="1311297"/>
                </a:lnTo>
                <a:lnTo>
                  <a:pt x="58958" y="1309599"/>
                </a:lnTo>
                <a:lnTo>
                  <a:pt x="64528" y="1308574"/>
                </a:lnTo>
                <a:lnTo>
                  <a:pt x="69532" y="1307457"/>
                </a:lnTo>
                <a:lnTo>
                  <a:pt x="74031" y="1306217"/>
                </a:lnTo>
                <a:lnTo>
                  <a:pt x="78040" y="1304840"/>
                </a:lnTo>
                <a:lnTo>
                  <a:pt x="81620" y="1303203"/>
                </a:lnTo>
                <a:lnTo>
                  <a:pt x="84926" y="1301060"/>
                </a:lnTo>
                <a:lnTo>
                  <a:pt x="87649" y="1298107"/>
                </a:lnTo>
                <a:lnTo>
                  <a:pt x="88904" y="1295337"/>
                </a:lnTo>
                <a:lnTo>
                  <a:pt x="89256" y="1293012"/>
                </a:lnTo>
                <a:lnTo>
                  <a:pt x="89256" y="672974"/>
                </a:lnTo>
                <a:lnTo>
                  <a:pt x="90811" y="672261"/>
                </a:lnTo>
                <a:lnTo>
                  <a:pt x="93635" y="671278"/>
                </a:lnTo>
                <a:lnTo>
                  <a:pt x="97362" y="670245"/>
                </a:lnTo>
                <a:lnTo>
                  <a:pt x="101673" y="669290"/>
                </a:lnTo>
                <a:lnTo>
                  <a:pt x="106853" y="668342"/>
                </a:lnTo>
                <a:lnTo>
                  <a:pt x="106517" y="668388"/>
                </a:lnTo>
                <a:lnTo>
                  <a:pt x="118273" y="666776"/>
                </a:lnTo>
                <a:lnTo>
                  <a:pt x="132051" y="665527"/>
                </a:lnTo>
                <a:lnTo>
                  <a:pt x="147067" y="664746"/>
                </a:lnTo>
                <a:lnTo>
                  <a:pt x="146791" y="664761"/>
                </a:lnTo>
                <a:lnTo>
                  <a:pt x="224295" y="663460"/>
                </a:lnTo>
                <a:lnTo>
                  <a:pt x="224295" y="650209"/>
                </a:lnTo>
                <a:lnTo>
                  <a:pt x="146791" y="648908"/>
                </a:lnTo>
                <a:lnTo>
                  <a:pt x="147067" y="648924"/>
                </a:lnTo>
                <a:lnTo>
                  <a:pt x="132051" y="648143"/>
                </a:lnTo>
                <a:lnTo>
                  <a:pt x="118273" y="646893"/>
                </a:lnTo>
                <a:lnTo>
                  <a:pt x="106517" y="645282"/>
                </a:lnTo>
                <a:lnTo>
                  <a:pt x="106853" y="645328"/>
                </a:lnTo>
                <a:lnTo>
                  <a:pt x="101673" y="644379"/>
                </a:lnTo>
                <a:lnTo>
                  <a:pt x="97362" y="643424"/>
                </a:lnTo>
                <a:lnTo>
                  <a:pt x="93635" y="642391"/>
                </a:lnTo>
                <a:lnTo>
                  <a:pt x="90811" y="641408"/>
                </a:lnTo>
                <a:lnTo>
                  <a:pt x="89256" y="640695"/>
                </a:lnTo>
                <a:lnTo>
                  <a:pt x="89256" y="20658"/>
                </a:lnTo>
                <a:lnTo>
                  <a:pt x="88904" y="18332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D9DD1-829E-45C3-AA55-E5E46303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32" y="1888261"/>
            <a:ext cx="1205791" cy="15302"/>
          </a:xfrm>
          <a:custGeom xmlns:a="http://schemas.openxmlformats.org/drawingml/2006/main">
            <a:pathLst>
              <a:path w="1205791" h="15302">
                <a:moveTo>
                  <a:pt x="1205791" y="0"/>
                </a:moveTo>
                <a:lnTo>
                  <a:pt x="1144583" y="0"/>
                </a:lnTo>
                <a:lnTo>
                  <a:pt x="1144583" y="15302"/>
                </a:lnTo>
                <a:lnTo>
                  <a:pt x="1205791" y="15302"/>
                </a:lnTo>
                <a:lnTo>
                  <a:pt x="1205791" y="0"/>
                </a:lnTo>
                <a:close/>
                <a:moveTo>
                  <a:pt x="1098677" y="0"/>
                </a:moveTo>
                <a:lnTo>
                  <a:pt x="1037470" y="0"/>
                </a:lnTo>
                <a:lnTo>
                  <a:pt x="1037470" y="15302"/>
                </a:lnTo>
                <a:lnTo>
                  <a:pt x="1098677" y="15302"/>
                </a:lnTo>
                <a:lnTo>
                  <a:pt x="1098677" y="0"/>
                </a:lnTo>
                <a:close/>
                <a:moveTo>
                  <a:pt x="991564" y="0"/>
                </a:moveTo>
                <a:lnTo>
                  <a:pt x="930356" y="0"/>
                </a:lnTo>
                <a:lnTo>
                  <a:pt x="930356" y="15302"/>
                </a:lnTo>
                <a:lnTo>
                  <a:pt x="991564" y="15302"/>
                </a:lnTo>
                <a:lnTo>
                  <a:pt x="991564" y="0"/>
                </a:lnTo>
                <a:close/>
                <a:moveTo>
                  <a:pt x="884451" y="0"/>
                </a:moveTo>
                <a:lnTo>
                  <a:pt x="823243" y="0"/>
                </a:lnTo>
                <a:lnTo>
                  <a:pt x="823243" y="15302"/>
                </a:lnTo>
                <a:lnTo>
                  <a:pt x="884451" y="15302"/>
                </a:lnTo>
                <a:lnTo>
                  <a:pt x="884451" y="0"/>
                </a:lnTo>
                <a:close/>
                <a:moveTo>
                  <a:pt x="777337" y="0"/>
                </a:moveTo>
                <a:lnTo>
                  <a:pt x="716130" y="0"/>
                </a:lnTo>
                <a:lnTo>
                  <a:pt x="716130" y="15302"/>
                </a:lnTo>
                <a:lnTo>
                  <a:pt x="777337" y="15302"/>
                </a:lnTo>
                <a:lnTo>
                  <a:pt x="777337" y="0"/>
                </a:lnTo>
                <a:close/>
                <a:moveTo>
                  <a:pt x="670224" y="0"/>
                </a:moveTo>
                <a:lnTo>
                  <a:pt x="609016" y="0"/>
                </a:lnTo>
                <a:lnTo>
                  <a:pt x="609016" y="15302"/>
                </a:lnTo>
                <a:lnTo>
                  <a:pt x="670224" y="15302"/>
                </a:lnTo>
                <a:lnTo>
                  <a:pt x="670224" y="0"/>
                </a:lnTo>
                <a:close/>
                <a:moveTo>
                  <a:pt x="563110" y="0"/>
                </a:moveTo>
                <a:lnTo>
                  <a:pt x="501903" y="0"/>
                </a:lnTo>
                <a:lnTo>
                  <a:pt x="501903" y="15302"/>
                </a:lnTo>
                <a:lnTo>
                  <a:pt x="563110" y="15302"/>
                </a:lnTo>
                <a:lnTo>
                  <a:pt x="563110" y="0"/>
                </a:lnTo>
                <a:close/>
                <a:moveTo>
                  <a:pt x="455997" y="0"/>
                </a:moveTo>
                <a:lnTo>
                  <a:pt x="394789" y="0"/>
                </a:lnTo>
                <a:lnTo>
                  <a:pt x="394789" y="15302"/>
                </a:lnTo>
                <a:lnTo>
                  <a:pt x="455997" y="15302"/>
                </a:lnTo>
                <a:lnTo>
                  <a:pt x="455997" y="0"/>
                </a:lnTo>
                <a:close/>
                <a:moveTo>
                  <a:pt x="348884" y="0"/>
                </a:moveTo>
                <a:lnTo>
                  <a:pt x="287676" y="0"/>
                </a:lnTo>
                <a:lnTo>
                  <a:pt x="287676" y="15302"/>
                </a:lnTo>
                <a:lnTo>
                  <a:pt x="348884" y="15302"/>
                </a:lnTo>
                <a:lnTo>
                  <a:pt x="348884" y="0"/>
                </a:lnTo>
                <a:close/>
                <a:moveTo>
                  <a:pt x="241770" y="0"/>
                </a:moveTo>
                <a:lnTo>
                  <a:pt x="180563" y="0"/>
                </a:lnTo>
                <a:lnTo>
                  <a:pt x="180563" y="15302"/>
                </a:lnTo>
                <a:lnTo>
                  <a:pt x="241770" y="15302"/>
                </a:lnTo>
                <a:lnTo>
                  <a:pt x="241770" y="0"/>
                </a:lnTo>
                <a:close/>
                <a:moveTo>
                  <a:pt x="134657" y="0"/>
                </a:moveTo>
                <a:lnTo>
                  <a:pt x="73449" y="0"/>
                </a:lnTo>
                <a:lnTo>
                  <a:pt x="73449" y="15302"/>
                </a:lnTo>
                <a:lnTo>
                  <a:pt x="134657" y="15302"/>
                </a:lnTo>
                <a:lnTo>
                  <a:pt x="134657" y="0"/>
                </a:lnTo>
                <a:close/>
                <a:moveTo>
                  <a:pt x="27543" y="0"/>
                </a:moveTo>
                <a:lnTo>
                  <a:pt x="0" y="0"/>
                </a:lnTo>
                <a:lnTo>
                  <a:pt x="0" y="15302"/>
                </a:lnTo>
                <a:lnTo>
                  <a:pt x="27543" y="15302"/>
                </a:lnTo>
                <a:lnTo>
                  <a:pt x="27543" y="0"/>
                </a:lnTo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crawlgithubissues">
            <a:extLst xmlns:a="http://schemas.openxmlformats.org/drawingml/2006/main">
              <a:ext uri="{FF2B5EF4-FFF2-40B4-BE49-F238E27FC236}">
                <a16:creationId xmlns:a16="http://schemas.microsoft.com/office/drawing/2014/main" id="{CD8A0D27-E7E5-4CF4-BBC2-0ADA170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459" y="1190611"/>
            <a:ext cx="1268916" cy="127631"/>
          </a:xfrm>
          <a:custGeom xmlns:a="http://schemas.openxmlformats.org/drawingml/2006/main">
            <a:pathLst>
              <a:path w="1268916" h="127631">
                <a:moveTo>
                  <a:pt x="45659" y="71683"/>
                </a:moveTo>
                <a:lnTo>
                  <a:pt x="64420" y="74709"/>
                </a:lnTo>
                <a:cubicBezTo>
                  <a:pt x="61327" y="83070"/>
                  <a:pt x="56755" y="89430"/>
                  <a:pt x="50703" y="93790"/>
                </a:cubicBezTo>
                <a:cubicBezTo>
                  <a:pt x="44651" y="98149"/>
                  <a:pt x="37635" y="100329"/>
                  <a:pt x="29655" y="100329"/>
                </a:cubicBezTo>
                <a:cubicBezTo>
                  <a:pt x="20554" y="100329"/>
                  <a:pt x="13337" y="97612"/>
                  <a:pt x="8002" y="92178"/>
                </a:cubicBezTo>
                <a:cubicBezTo>
                  <a:pt x="2667" y="86744"/>
                  <a:pt x="0" y="79266"/>
                  <a:pt x="0" y="69745"/>
                </a:cubicBezTo>
                <a:cubicBezTo>
                  <a:pt x="0" y="61976"/>
                  <a:pt x="1614" y="54633"/>
                  <a:pt x="4842" y="47716"/>
                </a:cubicBezTo>
                <a:cubicBezTo>
                  <a:pt x="8069" y="40800"/>
                  <a:pt x="12933" y="35355"/>
                  <a:pt x="19434" y="31380"/>
                </a:cubicBezTo>
                <a:cubicBezTo>
                  <a:pt x="25934" y="27406"/>
                  <a:pt x="33062" y="25419"/>
                  <a:pt x="40818" y="25419"/>
                </a:cubicBezTo>
                <a:cubicBezTo>
                  <a:pt x="49246" y="25419"/>
                  <a:pt x="55970" y="27631"/>
                  <a:pt x="60991" y="32055"/>
                </a:cubicBezTo>
                <a:cubicBezTo>
                  <a:pt x="66012" y="36479"/>
                  <a:pt x="68836" y="42303"/>
                  <a:pt x="69464" y="49526"/>
                </a:cubicBezTo>
                <a:lnTo>
                  <a:pt x="51106" y="51509"/>
                </a:lnTo>
                <a:cubicBezTo>
                  <a:pt x="50658" y="47451"/>
                  <a:pt x="49436" y="44464"/>
                  <a:pt x="47441" y="42549"/>
                </a:cubicBezTo>
                <a:cubicBezTo>
                  <a:pt x="45446" y="40633"/>
                  <a:pt x="42835" y="39674"/>
                  <a:pt x="39607" y="39674"/>
                </a:cubicBezTo>
                <a:cubicBezTo>
                  <a:pt x="35886" y="39674"/>
                  <a:pt x="32412" y="41066"/>
                  <a:pt x="29184" y="43850"/>
                </a:cubicBezTo>
                <a:cubicBezTo>
                  <a:pt x="25956" y="46634"/>
                  <a:pt x="23480" y="50798"/>
                  <a:pt x="21754" y="56343"/>
                </a:cubicBezTo>
                <a:cubicBezTo>
                  <a:pt x="20028" y="61888"/>
                  <a:pt x="19165" y="67084"/>
                  <a:pt x="19165" y="71933"/>
                </a:cubicBezTo>
                <a:cubicBezTo>
                  <a:pt x="19165" y="76153"/>
                  <a:pt x="20196" y="79408"/>
                  <a:pt x="22258" y="81698"/>
                </a:cubicBezTo>
                <a:cubicBezTo>
                  <a:pt x="24320" y="83987"/>
                  <a:pt x="26898" y="85132"/>
                  <a:pt x="29991" y="85132"/>
                </a:cubicBezTo>
                <a:cubicBezTo>
                  <a:pt x="33084" y="85132"/>
                  <a:pt x="36066" y="84011"/>
                  <a:pt x="38935" y="81770"/>
                </a:cubicBezTo>
                <a:cubicBezTo>
                  <a:pt x="41804" y="79528"/>
                  <a:pt x="44045" y="76166"/>
                  <a:pt x="45659" y="71683"/>
                </a:cubicBezTo>
                <a:close/>
                <a:moveTo>
                  <a:pt x="87605" y="27167"/>
                </a:moveTo>
                <a:lnTo>
                  <a:pt x="105626" y="27167"/>
                </a:lnTo>
                <a:lnTo>
                  <a:pt x="102735" y="40990"/>
                </a:lnTo>
                <a:cubicBezTo>
                  <a:pt x="109459" y="30609"/>
                  <a:pt x="116744" y="25419"/>
                  <a:pt x="124589" y="25419"/>
                </a:cubicBezTo>
                <a:cubicBezTo>
                  <a:pt x="127369" y="25419"/>
                  <a:pt x="130350" y="26113"/>
                  <a:pt x="133533" y="27503"/>
                </a:cubicBezTo>
                <a:lnTo>
                  <a:pt x="126136" y="43306"/>
                </a:lnTo>
                <a:cubicBezTo>
                  <a:pt x="124388" y="42678"/>
                  <a:pt x="122527" y="42364"/>
                  <a:pt x="120555" y="42364"/>
                </a:cubicBezTo>
                <a:cubicBezTo>
                  <a:pt x="117237" y="42364"/>
                  <a:pt x="113864" y="43622"/>
                  <a:pt x="110434" y="46138"/>
                </a:cubicBezTo>
                <a:cubicBezTo>
                  <a:pt x="107005" y="48653"/>
                  <a:pt x="104326" y="52010"/>
                  <a:pt x="102398" y="56210"/>
                </a:cubicBezTo>
                <a:cubicBezTo>
                  <a:pt x="100471" y="60409"/>
                  <a:pt x="98566" y="67068"/>
                  <a:pt x="96683" y="76186"/>
                </a:cubicBezTo>
                <a:lnTo>
                  <a:pt x="91976" y="98581"/>
                </a:lnTo>
                <a:lnTo>
                  <a:pt x="72676" y="98581"/>
                </a:lnTo>
                <a:lnTo>
                  <a:pt x="87605" y="27167"/>
                </a:lnTo>
                <a:close/>
                <a:moveTo>
                  <a:pt x="154543" y="47340"/>
                </a:moveTo>
                <a:lnTo>
                  <a:pt x="135715" y="45739"/>
                </a:lnTo>
                <a:cubicBezTo>
                  <a:pt x="137867" y="39369"/>
                  <a:pt x="141621" y="34390"/>
                  <a:pt x="146978" y="30802"/>
                </a:cubicBezTo>
                <a:cubicBezTo>
                  <a:pt x="152335" y="27213"/>
                  <a:pt x="159430" y="25419"/>
                  <a:pt x="168261" y="25419"/>
                </a:cubicBezTo>
                <a:cubicBezTo>
                  <a:pt x="177451" y="25419"/>
                  <a:pt x="184243" y="27270"/>
                  <a:pt x="188636" y="30973"/>
                </a:cubicBezTo>
                <a:cubicBezTo>
                  <a:pt x="193030" y="34674"/>
                  <a:pt x="195226" y="39194"/>
                  <a:pt x="195226" y="44533"/>
                </a:cubicBezTo>
                <a:cubicBezTo>
                  <a:pt x="195226" y="46687"/>
                  <a:pt x="195036" y="48977"/>
                  <a:pt x="194655" y="51400"/>
                </a:cubicBezTo>
                <a:cubicBezTo>
                  <a:pt x="194274" y="53822"/>
                  <a:pt x="192940" y="60194"/>
                  <a:pt x="190654" y="70515"/>
                </a:cubicBezTo>
                <a:cubicBezTo>
                  <a:pt x="188771" y="79039"/>
                  <a:pt x="187829" y="85007"/>
                  <a:pt x="187829" y="88418"/>
                </a:cubicBezTo>
                <a:cubicBezTo>
                  <a:pt x="187829" y="91470"/>
                  <a:pt x="188367" y="94857"/>
                  <a:pt x="189443" y="98581"/>
                </a:cubicBezTo>
                <a:lnTo>
                  <a:pt x="170682" y="98581"/>
                </a:lnTo>
                <a:cubicBezTo>
                  <a:pt x="169920" y="95981"/>
                  <a:pt x="169449" y="93291"/>
                  <a:pt x="169270" y="90511"/>
                </a:cubicBezTo>
                <a:cubicBezTo>
                  <a:pt x="166446" y="93649"/>
                  <a:pt x="163195" y="96070"/>
                  <a:pt x="159519" y="97774"/>
                </a:cubicBezTo>
                <a:cubicBezTo>
                  <a:pt x="155843" y="99477"/>
                  <a:pt x="152145" y="100329"/>
                  <a:pt x="148424" y="100329"/>
                </a:cubicBezTo>
                <a:cubicBezTo>
                  <a:pt x="142506" y="100329"/>
                  <a:pt x="137620" y="98387"/>
                  <a:pt x="133765" y="94504"/>
                </a:cubicBezTo>
                <a:cubicBezTo>
                  <a:pt x="129909" y="90621"/>
                  <a:pt x="127982" y="85626"/>
                  <a:pt x="127982" y="79521"/>
                </a:cubicBezTo>
                <a:cubicBezTo>
                  <a:pt x="127982" y="72697"/>
                  <a:pt x="130100" y="67243"/>
                  <a:pt x="134336" y="63158"/>
                </a:cubicBezTo>
                <a:cubicBezTo>
                  <a:pt x="138573" y="59072"/>
                  <a:pt x="146138" y="56603"/>
                  <a:pt x="157031" y="55750"/>
                </a:cubicBezTo>
                <a:cubicBezTo>
                  <a:pt x="166221" y="54987"/>
                  <a:pt x="172363" y="54066"/>
                  <a:pt x="175456" y="52989"/>
                </a:cubicBezTo>
                <a:cubicBezTo>
                  <a:pt x="176263" y="50299"/>
                  <a:pt x="176667" y="48147"/>
                  <a:pt x="176667" y="46533"/>
                </a:cubicBezTo>
                <a:cubicBezTo>
                  <a:pt x="176667" y="44471"/>
                  <a:pt x="175837" y="42745"/>
                  <a:pt x="174179" y="41356"/>
                </a:cubicBezTo>
                <a:cubicBezTo>
                  <a:pt x="172520" y="39966"/>
                  <a:pt x="170054" y="39271"/>
                  <a:pt x="166782" y="39271"/>
                </a:cubicBezTo>
                <a:cubicBezTo>
                  <a:pt x="163330" y="39271"/>
                  <a:pt x="160606" y="39971"/>
                  <a:pt x="158612" y="41372"/>
                </a:cubicBezTo>
                <a:cubicBezTo>
                  <a:pt x="156617" y="42772"/>
                  <a:pt x="155261" y="44761"/>
                  <a:pt x="154543" y="47340"/>
                </a:cubicBezTo>
                <a:moveTo>
                  <a:pt x="172901" y="65227"/>
                </a:moveTo>
                <a:cubicBezTo>
                  <a:pt x="171735" y="65543"/>
                  <a:pt x="170189" y="65835"/>
                  <a:pt x="168261" y="66104"/>
                </a:cubicBezTo>
                <a:cubicBezTo>
                  <a:pt x="158578" y="67273"/>
                  <a:pt x="152257" y="68983"/>
                  <a:pt x="149298" y="71231"/>
                </a:cubicBezTo>
                <a:cubicBezTo>
                  <a:pt x="147191" y="72851"/>
                  <a:pt x="146138" y="75033"/>
                  <a:pt x="146138" y="77777"/>
                </a:cubicBezTo>
                <a:cubicBezTo>
                  <a:pt x="146138" y="80025"/>
                  <a:pt x="146945" y="81926"/>
                  <a:pt x="148558" y="83478"/>
                </a:cubicBezTo>
                <a:cubicBezTo>
                  <a:pt x="150172" y="85029"/>
                  <a:pt x="152302" y="85804"/>
                  <a:pt x="154947" y="85804"/>
                </a:cubicBezTo>
                <a:cubicBezTo>
                  <a:pt x="157861" y="85804"/>
                  <a:pt x="160606" y="85096"/>
                  <a:pt x="163184" y="83680"/>
                </a:cubicBezTo>
                <a:cubicBezTo>
                  <a:pt x="165762" y="82262"/>
                  <a:pt x="167690" y="80440"/>
                  <a:pt x="168967" y="78214"/>
                </a:cubicBezTo>
                <a:cubicBezTo>
                  <a:pt x="170245" y="75988"/>
                  <a:pt x="171377" y="72514"/>
                  <a:pt x="172363" y="67791"/>
                </a:cubicBezTo>
                <a:lnTo>
                  <a:pt x="172901" y="65227"/>
                </a:lnTo>
                <a:close/>
                <a:moveTo>
                  <a:pt x="278460" y="98581"/>
                </a:moveTo>
                <a:lnTo>
                  <a:pt x="260304" y="98581"/>
                </a:lnTo>
                <a:lnTo>
                  <a:pt x="256808" y="53123"/>
                </a:lnTo>
                <a:lnTo>
                  <a:pt x="235020" y="98581"/>
                </a:lnTo>
                <a:lnTo>
                  <a:pt x="217133" y="98581"/>
                </a:lnTo>
                <a:lnTo>
                  <a:pt x="208190" y="27167"/>
                </a:lnTo>
                <a:lnTo>
                  <a:pt x="225337" y="27167"/>
                </a:lnTo>
                <a:lnTo>
                  <a:pt x="230313" y="75045"/>
                </a:lnTo>
                <a:lnTo>
                  <a:pt x="252571" y="27167"/>
                </a:lnTo>
                <a:lnTo>
                  <a:pt x="270122" y="27167"/>
                </a:lnTo>
                <a:lnTo>
                  <a:pt x="272543" y="75045"/>
                </a:lnTo>
                <a:lnTo>
                  <a:pt x="294666" y="27167"/>
                </a:lnTo>
                <a:lnTo>
                  <a:pt x="314033" y="27167"/>
                </a:lnTo>
                <a:lnTo>
                  <a:pt x="278460" y="98581"/>
                </a:lnTo>
                <a:close/>
                <a:moveTo>
                  <a:pt x="310797" y="98581"/>
                </a:moveTo>
                <a:lnTo>
                  <a:pt x="331442" y="0"/>
                </a:lnTo>
                <a:lnTo>
                  <a:pt x="350674" y="0"/>
                </a:lnTo>
                <a:lnTo>
                  <a:pt x="330097" y="98581"/>
                </a:lnTo>
                <a:lnTo>
                  <a:pt x="310797" y="98581"/>
                </a:lnTo>
                <a:close/>
                <a:moveTo>
                  <a:pt x="386433" y="102346"/>
                </a:moveTo>
                <a:lnTo>
                  <a:pt x="406808" y="105305"/>
                </a:lnTo>
                <a:cubicBezTo>
                  <a:pt x="406808" y="107367"/>
                  <a:pt x="407144" y="108925"/>
                  <a:pt x="407817" y="109979"/>
                </a:cubicBezTo>
                <a:cubicBezTo>
                  <a:pt x="408489" y="111032"/>
                  <a:pt x="409576" y="111929"/>
                  <a:pt x="411078" y="112669"/>
                </a:cubicBezTo>
                <a:cubicBezTo>
                  <a:pt x="412580" y="113408"/>
                  <a:pt x="414631" y="113778"/>
                  <a:pt x="417231" y="113778"/>
                </a:cubicBezTo>
                <a:cubicBezTo>
                  <a:pt x="421311" y="113778"/>
                  <a:pt x="424583" y="112970"/>
                  <a:pt x="427049" y="111355"/>
                </a:cubicBezTo>
                <a:cubicBezTo>
                  <a:pt x="428887" y="110099"/>
                  <a:pt x="430389" y="108078"/>
                  <a:pt x="431554" y="105295"/>
                </a:cubicBezTo>
                <a:cubicBezTo>
                  <a:pt x="432271" y="103545"/>
                  <a:pt x="433191" y="99730"/>
                  <a:pt x="434311" y="93851"/>
                </a:cubicBezTo>
                <a:lnTo>
                  <a:pt x="434984" y="90511"/>
                </a:lnTo>
                <a:cubicBezTo>
                  <a:pt x="428304" y="96070"/>
                  <a:pt x="421400" y="98850"/>
                  <a:pt x="414272" y="98850"/>
                </a:cubicBezTo>
                <a:cubicBezTo>
                  <a:pt x="407279" y="98850"/>
                  <a:pt x="401541" y="96382"/>
                  <a:pt x="397058" y="91447"/>
                </a:cubicBezTo>
                <a:cubicBezTo>
                  <a:pt x="392575" y="86511"/>
                  <a:pt x="390333" y="79286"/>
                  <a:pt x="390333" y="69773"/>
                </a:cubicBezTo>
                <a:cubicBezTo>
                  <a:pt x="390333" y="61383"/>
                  <a:pt x="391857" y="53688"/>
                  <a:pt x="394906" y="46689"/>
                </a:cubicBezTo>
                <a:cubicBezTo>
                  <a:pt x="397954" y="39688"/>
                  <a:pt x="402236" y="34394"/>
                  <a:pt x="407750" y="30804"/>
                </a:cubicBezTo>
                <a:cubicBezTo>
                  <a:pt x="413264" y="27214"/>
                  <a:pt x="418890" y="25419"/>
                  <a:pt x="424628" y="25419"/>
                </a:cubicBezTo>
                <a:cubicBezTo>
                  <a:pt x="429380" y="25419"/>
                  <a:pt x="433728" y="26678"/>
                  <a:pt x="437673" y="29197"/>
                </a:cubicBezTo>
                <a:cubicBezTo>
                  <a:pt x="441619" y="31716"/>
                  <a:pt x="444689" y="35247"/>
                  <a:pt x="446886" y="39790"/>
                </a:cubicBezTo>
                <a:lnTo>
                  <a:pt x="449576" y="27167"/>
                </a:lnTo>
                <a:lnTo>
                  <a:pt x="467665" y="27167"/>
                </a:lnTo>
                <a:lnTo>
                  <a:pt x="455292" y="86618"/>
                </a:lnTo>
                <a:cubicBezTo>
                  <a:pt x="453274" y="96196"/>
                  <a:pt x="451571" y="103031"/>
                  <a:pt x="450181" y="107123"/>
                </a:cubicBezTo>
                <a:cubicBezTo>
                  <a:pt x="448791" y="111216"/>
                  <a:pt x="447200" y="114477"/>
                  <a:pt x="445407" y="116905"/>
                </a:cubicBezTo>
                <a:cubicBezTo>
                  <a:pt x="443613" y="119333"/>
                  <a:pt x="441350" y="121368"/>
                  <a:pt x="438615" y="123010"/>
                </a:cubicBezTo>
                <a:cubicBezTo>
                  <a:pt x="435880" y="124651"/>
                  <a:pt x="432653" y="125832"/>
                  <a:pt x="428932" y="126550"/>
                </a:cubicBezTo>
                <a:cubicBezTo>
                  <a:pt x="425211" y="127270"/>
                  <a:pt x="421176" y="127631"/>
                  <a:pt x="416828" y="127631"/>
                </a:cubicBezTo>
                <a:cubicBezTo>
                  <a:pt x="406741" y="127631"/>
                  <a:pt x="399120" y="125900"/>
                  <a:pt x="393964" y="122438"/>
                </a:cubicBezTo>
                <a:cubicBezTo>
                  <a:pt x="388809" y="118978"/>
                  <a:pt x="386231" y="113225"/>
                  <a:pt x="386231" y="105179"/>
                </a:cubicBezTo>
                <a:cubicBezTo>
                  <a:pt x="386231" y="104325"/>
                  <a:pt x="386299" y="103380"/>
                  <a:pt x="386433" y="102346"/>
                </a:cubicBezTo>
                <a:moveTo>
                  <a:pt x="409162" y="67808"/>
                </a:moveTo>
                <a:cubicBezTo>
                  <a:pt x="409162" y="73224"/>
                  <a:pt x="410383" y="77353"/>
                  <a:pt x="412827" y="80196"/>
                </a:cubicBezTo>
                <a:cubicBezTo>
                  <a:pt x="415270" y="83038"/>
                  <a:pt x="418329" y="84459"/>
                  <a:pt x="422005" y="84459"/>
                </a:cubicBezTo>
                <a:cubicBezTo>
                  <a:pt x="425368" y="84459"/>
                  <a:pt x="428629" y="83184"/>
                  <a:pt x="431790" y="80633"/>
                </a:cubicBezTo>
                <a:cubicBezTo>
                  <a:pt x="434950" y="78080"/>
                  <a:pt x="437371" y="74454"/>
                  <a:pt x="439052" y="69754"/>
                </a:cubicBezTo>
                <a:cubicBezTo>
                  <a:pt x="440733" y="65054"/>
                  <a:pt x="441574" y="60510"/>
                  <a:pt x="441574" y="56124"/>
                </a:cubicBezTo>
                <a:cubicBezTo>
                  <a:pt x="441574" y="51065"/>
                  <a:pt x="440206" y="46992"/>
                  <a:pt x="437472" y="43905"/>
                </a:cubicBezTo>
                <a:cubicBezTo>
                  <a:pt x="434737" y="40815"/>
                  <a:pt x="431577" y="39271"/>
                  <a:pt x="427990" y="39271"/>
                </a:cubicBezTo>
                <a:cubicBezTo>
                  <a:pt x="424538" y="39271"/>
                  <a:pt x="421367" y="40636"/>
                  <a:pt x="418475" y="43367"/>
                </a:cubicBezTo>
                <a:cubicBezTo>
                  <a:pt x="415584" y="46097"/>
                  <a:pt x="413196" y="50305"/>
                  <a:pt x="411314" y="55990"/>
                </a:cubicBezTo>
                <a:cubicBezTo>
                  <a:pt x="409879" y="60377"/>
                  <a:pt x="409162" y="64317"/>
                  <a:pt x="409162" y="67808"/>
                </a:cubicBezTo>
                <a:close/>
                <a:moveTo>
                  <a:pt x="492179" y="0"/>
                </a:moveTo>
                <a:lnTo>
                  <a:pt x="511478" y="0"/>
                </a:lnTo>
                <a:lnTo>
                  <a:pt x="507847" y="17484"/>
                </a:lnTo>
                <a:lnTo>
                  <a:pt x="488548" y="17484"/>
                </a:lnTo>
                <a:lnTo>
                  <a:pt x="492179" y="0"/>
                </a:lnTo>
                <a:moveTo>
                  <a:pt x="486531" y="27167"/>
                </a:moveTo>
                <a:lnTo>
                  <a:pt x="505830" y="27167"/>
                </a:lnTo>
                <a:lnTo>
                  <a:pt x="490901" y="98581"/>
                </a:lnTo>
                <a:lnTo>
                  <a:pt x="471602" y="98581"/>
                </a:lnTo>
                <a:lnTo>
                  <a:pt x="486531" y="27167"/>
                </a:lnTo>
                <a:close/>
                <a:moveTo>
                  <a:pt x="514698" y="41557"/>
                </a:moveTo>
                <a:lnTo>
                  <a:pt x="517657" y="27167"/>
                </a:lnTo>
                <a:lnTo>
                  <a:pt x="527151" y="27167"/>
                </a:lnTo>
                <a:lnTo>
                  <a:pt x="529496" y="15735"/>
                </a:lnTo>
                <a:lnTo>
                  <a:pt x="551548" y="2421"/>
                </a:lnTo>
                <a:lnTo>
                  <a:pt x="546450" y="27167"/>
                </a:lnTo>
                <a:lnTo>
                  <a:pt x="558138" y="27167"/>
                </a:lnTo>
                <a:lnTo>
                  <a:pt x="555180" y="41557"/>
                </a:lnTo>
                <a:lnTo>
                  <a:pt x="543485" y="41557"/>
                </a:lnTo>
                <a:lnTo>
                  <a:pt x="537091" y="71490"/>
                </a:lnTo>
                <a:cubicBezTo>
                  <a:pt x="535970" y="76907"/>
                  <a:pt x="535410" y="79996"/>
                  <a:pt x="535410" y="80757"/>
                </a:cubicBezTo>
                <a:cubicBezTo>
                  <a:pt x="535410" y="82238"/>
                  <a:pt x="535880" y="83393"/>
                  <a:pt x="536822" y="84224"/>
                </a:cubicBezTo>
                <a:cubicBezTo>
                  <a:pt x="537763" y="85053"/>
                  <a:pt x="539467" y="85468"/>
                  <a:pt x="541932" y="85468"/>
                </a:cubicBezTo>
                <a:cubicBezTo>
                  <a:pt x="542784" y="85468"/>
                  <a:pt x="544914" y="85311"/>
                  <a:pt x="548321" y="84997"/>
                </a:cubicBezTo>
                <a:lnTo>
                  <a:pt x="545295" y="99320"/>
                </a:lnTo>
                <a:cubicBezTo>
                  <a:pt x="541977" y="99993"/>
                  <a:pt x="538570" y="100329"/>
                  <a:pt x="535074" y="100329"/>
                </a:cubicBezTo>
                <a:cubicBezTo>
                  <a:pt x="528259" y="100329"/>
                  <a:pt x="523306" y="99012"/>
                  <a:pt x="520212" y="96379"/>
                </a:cubicBezTo>
                <a:cubicBezTo>
                  <a:pt x="517119" y="93743"/>
                  <a:pt x="515573" y="90084"/>
                  <a:pt x="515573" y="85401"/>
                </a:cubicBezTo>
                <a:cubicBezTo>
                  <a:pt x="515573" y="83204"/>
                  <a:pt x="516402" y="78138"/>
                  <a:pt x="518061" y="70201"/>
                </a:cubicBezTo>
                <a:lnTo>
                  <a:pt x="524291" y="41557"/>
                </a:lnTo>
                <a:lnTo>
                  <a:pt x="514698" y="41557"/>
                </a:lnTo>
                <a:close/>
                <a:moveTo>
                  <a:pt x="575331" y="98581"/>
                </a:moveTo>
                <a:lnTo>
                  <a:pt x="556032" y="98581"/>
                </a:lnTo>
                <a:lnTo>
                  <a:pt x="576676" y="0"/>
                </a:lnTo>
                <a:lnTo>
                  <a:pt x="595975" y="0"/>
                </a:lnTo>
                <a:lnTo>
                  <a:pt x="588578" y="35110"/>
                </a:lnTo>
                <a:cubicBezTo>
                  <a:pt x="592927" y="31676"/>
                  <a:pt x="596984" y="29203"/>
                  <a:pt x="600749" y="27690"/>
                </a:cubicBezTo>
                <a:cubicBezTo>
                  <a:pt x="604515" y="26176"/>
                  <a:pt x="608550" y="25419"/>
                  <a:pt x="612854" y="25419"/>
                </a:cubicBezTo>
                <a:cubicBezTo>
                  <a:pt x="618637" y="25419"/>
                  <a:pt x="623209" y="27084"/>
                  <a:pt x="626571" y="30416"/>
                </a:cubicBezTo>
                <a:cubicBezTo>
                  <a:pt x="629934" y="33747"/>
                  <a:pt x="631615" y="38114"/>
                  <a:pt x="631615" y="43518"/>
                </a:cubicBezTo>
                <a:cubicBezTo>
                  <a:pt x="631615" y="46379"/>
                  <a:pt x="630987" y="50813"/>
                  <a:pt x="629732" y="56822"/>
                </a:cubicBezTo>
                <a:lnTo>
                  <a:pt x="620990" y="98581"/>
                </a:lnTo>
                <a:lnTo>
                  <a:pt x="601691" y="98581"/>
                </a:lnTo>
                <a:lnTo>
                  <a:pt x="610634" y="55996"/>
                </a:lnTo>
                <a:cubicBezTo>
                  <a:pt x="611576" y="51394"/>
                  <a:pt x="612047" y="48443"/>
                  <a:pt x="612047" y="47143"/>
                </a:cubicBezTo>
                <a:cubicBezTo>
                  <a:pt x="612047" y="44765"/>
                  <a:pt x="611307" y="42859"/>
                  <a:pt x="609828" y="41425"/>
                </a:cubicBezTo>
                <a:cubicBezTo>
                  <a:pt x="608348" y="39989"/>
                  <a:pt x="606331" y="39271"/>
                  <a:pt x="603776" y="39271"/>
                </a:cubicBezTo>
                <a:cubicBezTo>
                  <a:pt x="600548" y="39271"/>
                  <a:pt x="597455" y="40392"/>
                  <a:pt x="594496" y="42633"/>
                </a:cubicBezTo>
                <a:cubicBezTo>
                  <a:pt x="590640" y="45592"/>
                  <a:pt x="587704" y="49223"/>
                  <a:pt x="585687" y="53527"/>
                </a:cubicBezTo>
                <a:cubicBezTo>
                  <a:pt x="584566" y="55904"/>
                  <a:pt x="583087" y="61486"/>
                  <a:pt x="581249" y="70273"/>
                </a:cubicBezTo>
                <a:lnTo>
                  <a:pt x="575331" y="98581"/>
                </a:lnTo>
                <a:close/>
                <a:moveTo>
                  <a:pt x="654717" y="27167"/>
                </a:moveTo>
                <a:lnTo>
                  <a:pt x="674016" y="27167"/>
                </a:lnTo>
                <a:lnTo>
                  <a:pt x="665207" y="69464"/>
                </a:lnTo>
                <a:cubicBezTo>
                  <a:pt x="664131" y="74530"/>
                  <a:pt x="663593" y="77690"/>
                  <a:pt x="663593" y="78945"/>
                </a:cubicBezTo>
                <a:cubicBezTo>
                  <a:pt x="663593" y="81007"/>
                  <a:pt x="664356" y="82778"/>
                  <a:pt x="665880" y="84258"/>
                </a:cubicBezTo>
                <a:cubicBezTo>
                  <a:pt x="667404" y="85737"/>
                  <a:pt x="669354" y="86477"/>
                  <a:pt x="671730" y="86477"/>
                </a:cubicBezTo>
                <a:cubicBezTo>
                  <a:pt x="673434" y="86477"/>
                  <a:pt x="675115" y="86152"/>
                  <a:pt x="676773" y="85504"/>
                </a:cubicBezTo>
                <a:cubicBezTo>
                  <a:pt x="678432" y="84854"/>
                  <a:pt x="680136" y="83868"/>
                  <a:pt x="681884" y="82547"/>
                </a:cubicBezTo>
                <a:cubicBezTo>
                  <a:pt x="683632" y="81225"/>
                  <a:pt x="685201" y="79712"/>
                  <a:pt x="686591" y="78010"/>
                </a:cubicBezTo>
                <a:cubicBezTo>
                  <a:pt x="687981" y="76308"/>
                  <a:pt x="689281" y="74069"/>
                  <a:pt x="690491" y="71292"/>
                </a:cubicBezTo>
                <a:cubicBezTo>
                  <a:pt x="691343" y="69231"/>
                  <a:pt x="692262" y="65870"/>
                  <a:pt x="693248" y="61207"/>
                </a:cubicBezTo>
                <a:lnTo>
                  <a:pt x="700376" y="27167"/>
                </a:lnTo>
                <a:lnTo>
                  <a:pt x="719676" y="27167"/>
                </a:lnTo>
                <a:lnTo>
                  <a:pt x="704747" y="98581"/>
                </a:lnTo>
                <a:lnTo>
                  <a:pt x="686726" y="98581"/>
                </a:lnTo>
                <a:lnTo>
                  <a:pt x="688743" y="88948"/>
                </a:lnTo>
                <a:cubicBezTo>
                  <a:pt x="680853" y="96535"/>
                  <a:pt x="672268" y="100329"/>
                  <a:pt x="662988" y="100329"/>
                </a:cubicBezTo>
                <a:cubicBezTo>
                  <a:pt x="657116" y="100329"/>
                  <a:pt x="652498" y="98642"/>
                  <a:pt x="649136" y="95269"/>
                </a:cubicBezTo>
                <a:cubicBezTo>
                  <a:pt x="645774" y="91894"/>
                  <a:pt x="644092" y="87372"/>
                  <a:pt x="644092" y="81702"/>
                </a:cubicBezTo>
                <a:cubicBezTo>
                  <a:pt x="644092" y="79237"/>
                  <a:pt x="644855" y="74328"/>
                  <a:pt x="646379" y="66976"/>
                </a:cubicBezTo>
                <a:lnTo>
                  <a:pt x="654717" y="27167"/>
                </a:lnTo>
                <a:close/>
                <a:moveTo>
                  <a:pt x="723546" y="98581"/>
                </a:moveTo>
                <a:lnTo>
                  <a:pt x="744123" y="0"/>
                </a:lnTo>
                <a:lnTo>
                  <a:pt x="763489" y="0"/>
                </a:lnTo>
                <a:lnTo>
                  <a:pt x="756563" y="32918"/>
                </a:lnTo>
                <a:cubicBezTo>
                  <a:pt x="760105" y="30216"/>
                  <a:pt x="763411" y="28290"/>
                  <a:pt x="766482" y="27142"/>
                </a:cubicBezTo>
                <a:cubicBezTo>
                  <a:pt x="769552" y="25993"/>
                  <a:pt x="772903" y="25419"/>
                  <a:pt x="776535" y="25419"/>
                </a:cubicBezTo>
                <a:cubicBezTo>
                  <a:pt x="784066" y="25419"/>
                  <a:pt x="790096" y="27945"/>
                  <a:pt x="794624" y="32998"/>
                </a:cubicBezTo>
                <a:cubicBezTo>
                  <a:pt x="799151" y="38050"/>
                  <a:pt x="801415" y="45404"/>
                  <a:pt x="801415" y="55059"/>
                </a:cubicBezTo>
                <a:cubicBezTo>
                  <a:pt x="801415" y="61572"/>
                  <a:pt x="800351" y="67893"/>
                  <a:pt x="798221" y="74024"/>
                </a:cubicBezTo>
                <a:cubicBezTo>
                  <a:pt x="796092" y="80153"/>
                  <a:pt x="793245" y="85137"/>
                  <a:pt x="789681" y="88977"/>
                </a:cubicBezTo>
                <a:cubicBezTo>
                  <a:pt x="786117" y="92817"/>
                  <a:pt x="782374" y="95670"/>
                  <a:pt x="778451" y="97534"/>
                </a:cubicBezTo>
                <a:cubicBezTo>
                  <a:pt x="774529" y="99398"/>
                  <a:pt x="770415" y="100329"/>
                  <a:pt x="766112" y="100329"/>
                </a:cubicBezTo>
                <a:cubicBezTo>
                  <a:pt x="755891" y="100329"/>
                  <a:pt x="748382" y="95874"/>
                  <a:pt x="743585" y="86964"/>
                </a:cubicBezTo>
                <a:lnTo>
                  <a:pt x="741097" y="98581"/>
                </a:lnTo>
                <a:lnTo>
                  <a:pt x="723546" y="98581"/>
                </a:lnTo>
                <a:moveTo>
                  <a:pt x="749570" y="69552"/>
                </a:moveTo>
                <a:cubicBezTo>
                  <a:pt x="749570" y="74363"/>
                  <a:pt x="750926" y="78274"/>
                  <a:pt x="753638" y="81286"/>
                </a:cubicBezTo>
                <a:cubicBezTo>
                  <a:pt x="756350" y="84298"/>
                  <a:pt x="759544" y="85804"/>
                  <a:pt x="763220" y="85804"/>
                </a:cubicBezTo>
                <a:cubicBezTo>
                  <a:pt x="766448" y="85804"/>
                  <a:pt x="769530" y="84635"/>
                  <a:pt x="772466" y="82297"/>
                </a:cubicBezTo>
                <a:cubicBezTo>
                  <a:pt x="775403" y="79959"/>
                  <a:pt x="777846" y="76228"/>
                  <a:pt x="779796" y="71103"/>
                </a:cubicBezTo>
                <a:cubicBezTo>
                  <a:pt x="781746" y="65977"/>
                  <a:pt x="782721" y="60806"/>
                  <a:pt x="782721" y="55590"/>
                </a:cubicBezTo>
                <a:cubicBezTo>
                  <a:pt x="782721" y="50511"/>
                  <a:pt x="781410" y="46521"/>
                  <a:pt x="778787" y="43621"/>
                </a:cubicBezTo>
                <a:cubicBezTo>
                  <a:pt x="776165" y="40721"/>
                  <a:pt x="772993" y="39271"/>
                  <a:pt x="769272" y="39271"/>
                </a:cubicBezTo>
                <a:cubicBezTo>
                  <a:pt x="764431" y="39271"/>
                  <a:pt x="760261" y="41519"/>
                  <a:pt x="756765" y="46014"/>
                </a:cubicBezTo>
                <a:cubicBezTo>
                  <a:pt x="751968" y="52174"/>
                  <a:pt x="749570" y="60020"/>
                  <a:pt x="749570" y="69552"/>
                </a:cubicBezTo>
                <a:close/>
                <a:moveTo>
                  <a:pt x="867076" y="0"/>
                </a:moveTo>
                <a:lnTo>
                  <a:pt x="886375" y="0"/>
                </a:lnTo>
                <a:lnTo>
                  <a:pt x="882744" y="17484"/>
                </a:lnTo>
                <a:lnTo>
                  <a:pt x="863445" y="17484"/>
                </a:lnTo>
                <a:lnTo>
                  <a:pt x="867076" y="0"/>
                </a:lnTo>
                <a:moveTo>
                  <a:pt x="861427" y="27167"/>
                </a:moveTo>
                <a:lnTo>
                  <a:pt x="880727" y="27167"/>
                </a:lnTo>
                <a:lnTo>
                  <a:pt x="865798" y="98581"/>
                </a:lnTo>
                <a:lnTo>
                  <a:pt x="846499" y="98581"/>
                </a:lnTo>
                <a:lnTo>
                  <a:pt x="861427" y="27167"/>
                </a:lnTo>
                <a:close/>
                <a:moveTo>
                  <a:pt x="882266" y="78561"/>
                </a:moveTo>
                <a:lnTo>
                  <a:pt x="900960" y="75583"/>
                </a:lnTo>
                <a:cubicBezTo>
                  <a:pt x="902618" y="79552"/>
                  <a:pt x="904680" y="82360"/>
                  <a:pt x="907146" y="84008"/>
                </a:cubicBezTo>
                <a:cubicBezTo>
                  <a:pt x="909612" y="85654"/>
                  <a:pt x="912974" y="86477"/>
                  <a:pt x="917233" y="86477"/>
                </a:cubicBezTo>
                <a:cubicBezTo>
                  <a:pt x="921626" y="86477"/>
                  <a:pt x="925145" y="85493"/>
                  <a:pt x="927790" y="83526"/>
                </a:cubicBezTo>
                <a:cubicBezTo>
                  <a:pt x="929628" y="82184"/>
                  <a:pt x="930547" y="80552"/>
                  <a:pt x="930547" y="78630"/>
                </a:cubicBezTo>
                <a:cubicBezTo>
                  <a:pt x="930547" y="77333"/>
                  <a:pt x="930077" y="76167"/>
                  <a:pt x="929135" y="75133"/>
                </a:cubicBezTo>
                <a:cubicBezTo>
                  <a:pt x="928149" y="74146"/>
                  <a:pt x="925482" y="72933"/>
                  <a:pt x="921133" y="71496"/>
                </a:cubicBezTo>
                <a:cubicBezTo>
                  <a:pt x="909477" y="67633"/>
                  <a:pt x="902260" y="64580"/>
                  <a:pt x="899480" y="62336"/>
                </a:cubicBezTo>
                <a:cubicBezTo>
                  <a:pt x="895132" y="58832"/>
                  <a:pt x="892957" y="54251"/>
                  <a:pt x="892957" y="48593"/>
                </a:cubicBezTo>
                <a:cubicBezTo>
                  <a:pt x="892957" y="42934"/>
                  <a:pt x="895064" y="38061"/>
                  <a:pt x="899278" y="33973"/>
                </a:cubicBezTo>
                <a:cubicBezTo>
                  <a:pt x="905151" y="28270"/>
                  <a:pt x="913871" y="25419"/>
                  <a:pt x="925437" y="25419"/>
                </a:cubicBezTo>
                <a:cubicBezTo>
                  <a:pt x="934627" y="25419"/>
                  <a:pt x="941575" y="27100"/>
                  <a:pt x="946283" y="30462"/>
                </a:cubicBezTo>
                <a:cubicBezTo>
                  <a:pt x="950990" y="33824"/>
                  <a:pt x="953971" y="38374"/>
                  <a:pt x="955226" y="44113"/>
                </a:cubicBezTo>
                <a:lnTo>
                  <a:pt x="937406" y="47206"/>
                </a:lnTo>
                <a:cubicBezTo>
                  <a:pt x="936465" y="44606"/>
                  <a:pt x="934941" y="42656"/>
                  <a:pt x="932834" y="41356"/>
                </a:cubicBezTo>
                <a:cubicBezTo>
                  <a:pt x="929964" y="39607"/>
                  <a:pt x="926513" y="38733"/>
                  <a:pt x="922478" y="38733"/>
                </a:cubicBezTo>
                <a:cubicBezTo>
                  <a:pt x="918443" y="38733"/>
                  <a:pt x="915540" y="39408"/>
                  <a:pt x="913770" y="40759"/>
                </a:cubicBezTo>
                <a:cubicBezTo>
                  <a:pt x="911999" y="42109"/>
                  <a:pt x="911114" y="43663"/>
                  <a:pt x="911114" y="45420"/>
                </a:cubicBezTo>
                <a:cubicBezTo>
                  <a:pt x="911114" y="47220"/>
                  <a:pt x="912010" y="48704"/>
                  <a:pt x="913803" y="49872"/>
                </a:cubicBezTo>
                <a:cubicBezTo>
                  <a:pt x="914924" y="50591"/>
                  <a:pt x="918533" y="51848"/>
                  <a:pt x="924630" y="53644"/>
                </a:cubicBezTo>
                <a:cubicBezTo>
                  <a:pt x="934044" y="56385"/>
                  <a:pt x="940343" y="59079"/>
                  <a:pt x="943526" y="61729"/>
                </a:cubicBezTo>
                <a:cubicBezTo>
                  <a:pt x="948008" y="65456"/>
                  <a:pt x="950250" y="69948"/>
                  <a:pt x="950250" y="75203"/>
                </a:cubicBezTo>
                <a:cubicBezTo>
                  <a:pt x="950250" y="81983"/>
                  <a:pt x="947403" y="87866"/>
                  <a:pt x="941710" y="92852"/>
                </a:cubicBezTo>
                <a:cubicBezTo>
                  <a:pt x="936017" y="97837"/>
                  <a:pt x="927992" y="100329"/>
                  <a:pt x="917636" y="100329"/>
                </a:cubicBezTo>
                <a:cubicBezTo>
                  <a:pt x="907325" y="100329"/>
                  <a:pt x="899357" y="98425"/>
                  <a:pt x="893731" y="94618"/>
                </a:cubicBezTo>
                <a:cubicBezTo>
                  <a:pt x="888105" y="90808"/>
                  <a:pt x="884283" y="85456"/>
                  <a:pt x="882266" y="78561"/>
                </a:cubicBezTo>
                <a:close/>
                <a:moveTo>
                  <a:pt x="958775" y="78561"/>
                </a:moveTo>
                <a:lnTo>
                  <a:pt x="977469" y="75583"/>
                </a:lnTo>
                <a:cubicBezTo>
                  <a:pt x="979128" y="79552"/>
                  <a:pt x="981190" y="82360"/>
                  <a:pt x="983656" y="84008"/>
                </a:cubicBezTo>
                <a:cubicBezTo>
                  <a:pt x="986122" y="85654"/>
                  <a:pt x="989484" y="86477"/>
                  <a:pt x="993743" y="86477"/>
                </a:cubicBezTo>
                <a:cubicBezTo>
                  <a:pt x="998136" y="86477"/>
                  <a:pt x="1001655" y="85493"/>
                  <a:pt x="1004300" y="83526"/>
                </a:cubicBezTo>
                <a:cubicBezTo>
                  <a:pt x="1006138" y="82184"/>
                  <a:pt x="1007057" y="80552"/>
                  <a:pt x="1007057" y="78630"/>
                </a:cubicBezTo>
                <a:cubicBezTo>
                  <a:pt x="1007057" y="77333"/>
                  <a:pt x="1006586" y="76167"/>
                  <a:pt x="1005645" y="75133"/>
                </a:cubicBezTo>
                <a:cubicBezTo>
                  <a:pt x="1004659" y="74146"/>
                  <a:pt x="1001991" y="72933"/>
                  <a:pt x="997643" y="71496"/>
                </a:cubicBezTo>
                <a:cubicBezTo>
                  <a:pt x="985987" y="67633"/>
                  <a:pt x="978770" y="64580"/>
                  <a:pt x="975990" y="62336"/>
                </a:cubicBezTo>
                <a:cubicBezTo>
                  <a:pt x="971642" y="58832"/>
                  <a:pt x="969467" y="54251"/>
                  <a:pt x="969467" y="48593"/>
                </a:cubicBezTo>
                <a:cubicBezTo>
                  <a:pt x="969467" y="42934"/>
                  <a:pt x="971574" y="38061"/>
                  <a:pt x="975788" y="33973"/>
                </a:cubicBezTo>
                <a:cubicBezTo>
                  <a:pt x="981661" y="28270"/>
                  <a:pt x="990380" y="25419"/>
                  <a:pt x="1001947" y="25419"/>
                </a:cubicBezTo>
                <a:cubicBezTo>
                  <a:pt x="1011137" y="25419"/>
                  <a:pt x="1018085" y="27100"/>
                  <a:pt x="1022792" y="30462"/>
                </a:cubicBezTo>
                <a:cubicBezTo>
                  <a:pt x="1027500" y="33824"/>
                  <a:pt x="1030481" y="38374"/>
                  <a:pt x="1031736" y="44113"/>
                </a:cubicBezTo>
                <a:lnTo>
                  <a:pt x="1013916" y="47206"/>
                </a:lnTo>
                <a:cubicBezTo>
                  <a:pt x="1012975" y="44606"/>
                  <a:pt x="1011450" y="42656"/>
                  <a:pt x="1009343" y="41356"/>
                </a:cubicBezTo>
                <a:cubicBezTo>
                  <a:pt x="1006474" y="39607"/>
                  <a:pt x="1003022" y="38733"/>
                  <a:pt x="998988" y="38733"/>
                </a:cubicBezTo>
                <a:cubicBezTo>
                  <a:pt x="994953" y="38733"/>
                  <a:pt x="992050" y="39408"/>
                  <a:pt x="990280" y="40759"/>
                </a:cubicBezTo>
                <a:cubicBezTo>
                  <a:pt x="988509" y="42109"/>
                  <a:pt x="987623" y="43663"/>
                  <a:pt x="987623" y="45420"/>
                </a:cubicBezTo>
                <a:cubicBezTo>
                  <a:pt x="987623" y="47220"/>
                  <a:pt x="988520" y="48704"/>
                  <a:pt x="990313" y="49872"/>
                </a:cubicBezTo>
                <a:cubicBezTo>
                  <a:pt x="991434" y="50591"/>
                  <a:pt x="995043" y="51848"/>
                  <a:pt x="1001140" y="53644"/>
                </a:cubicBezTo>
                <a:cubicBezTo>
                  <a:pt x="1010554" y="56385"/>
                  <a:pt x="1016852" y="59079"/>
                  <a:pt x="1020035" y="61729"/>
                </a:cubicBezTo>
                <a:cubicBezTo>
                  <a:pt x="1024518" y="65456"/>
                  <a:pt x="1026760" y="69948"/>
                  <a:pt x="1026760" y="75203"/>
                </a:cubicBezTo>
                <a:cubicBezTo>
                  <a:pt x="1026760" y="81983"/>
                  <a:pt x="1023913" y="87866"/>
                  <a:pt x="1018220" y="92852"/>
                </a:cubicBezTo>
                <a:cubicBezTo>
                  <a:pt x="1012526" y="97837"/>
                  <a:pt x="1004502" y="100329"/>
                  <a:pt x="994146" y="100329"/>
                </a:cubicBezTo>
                <a:cubicBezTo>
                  <a:pt x="983835" y="100329"/>
                  <a:pt x="975867" y="98425"/>
                  <a:pt x="970241" y="94618"/>
                </a:cubicBezTo>
                <a:cubicBezTo>
                  <a:pt x="964614" y="90808"/>
                  <a:pt x="960793" y="85456"/>
                  <a:pt x="958775" y="78561"/>
                </a:cubicBezTo>
                <a:close/>
                <a:moveTo>
                  <a:pt x="1052567" y="27167"/>
                </a:moveTo>
                <a:lnTo>
                  <a:pt x="1071866" y="27167"/>
                </a:lnTo>
                <a:lnTo>
                  <a:pt x="1063057" y="69464"/>
                </a:lnTo>
                <a:cubicBezTo>
                  <a:pt x="1061981" y="74530"/>
                  <a:pt x="1061443" y="77690"/>
                  <a:pt x="1061443" y="78945"/>
                </a:cubicBezTo>
                <a:cubicBezTo>
                  <a:pt x="1061443" y="81007"/>
                  <a:pt x="1062206" y="82778"/>
                  <a:pt x="1063730" y="84258"/>
                </a:cubicBezTo>
                <a:cubicBezTo>
                  <a:pt x="1065254" y="85737"/>
                  <a:pt x="1067204" y="86477"/>
                  <a:pt x="1069580" y="86477"/>
                </a:cubicBezTo>
                <a:cubicBezTo>
                  <a:pt x="1071284" y="86477"/>
                  <a:pt x="1072965" y="86152"/>
                  <a:pt x="1074623" y="85504"/>
                </a:cubicBezTo>
                <a:cubicBezTo>
                  <a:pt x="1076282" y="84854"/>
                  <a:pt x="1077986" y="83868"/>
                  <a:pt x="1079734" y="82547"/>
                </a:cubicBezTo>
                <a:cubicBezTo>
                  <a:pt x="1081482" y="81225"/>
                  <a:pt x="1083051" y="79712"/>
                  <a:pt x="1084441" y="78010"/>
                </a:cubicBezTo>
                <a:cubicBezTo>
                  <a:pt x="1085831" y="76308"/>
                  <a:pt x="1087131" y="74069"/>
                  <a:pt x="1088341" y="71292"/>
                </a:cubicBezTo>
                <a:cubicBezTo>
                  <a:pt x="1089193" y="69231"/>
                  <a:pt x="1090112" y="65870"/>
                  <a:pt x="1091098" y="61207"/>
                </a:cubicBezTo>
                <a:lnTo>
                  <a:pt x="1098226" y="27167"/>
                </a:lnTo>
                <a:lnTo>
                  <a:pt x="1117526" y="27167"/>
                </a:lnTo>
                <a:lnTo>
                  <a:pt x="1102597" y="98581"/>
                </a:lnTo>
                <a:lnTo>
                  <a:pt x="1084576" y="98581"/>
                </a:lnTo>
                <a:lnTo>
                  <a:pt x="1086593" y="88948"/>
                </a:lnTo>
                <a:cubicBezTo>
                  <a:pt x="1078703" y="96535"/>
                  <a:pt x="1070118" y="100329"/>
                  <a:pt x="1060838" y="100329"/>
                </a:cubicBezTo>
                <a:cubicBezTo>
                  <a:pt x="1054966" y="100329"/>
                  <a:pt x="1050348" y="98642"/>
                  <a:pt x="1046986" y="95269"/>
                </a:cubicBezTo>
                <a:cubicBezTo>
                  <a:pt x="1043624" y="91894"/>
                  <a:pt x="1041942" y="87372"/>
                  <a:pt x="1041942" y="81702"/>
                </a:cubicBezTo>
                <a:cubicBezTo>
                  <a:pt x="1041942" y="79237"/>
                  <a:pt x="1042705" y="74328"/>
                  <a:pt x="1044229" y="66976"/>
                </a:cubicBezTo>
                <a:lnTo>
                  <a:pt x="1052567" y="27167"/>
                </a:lnTo>
                <a:close/>
                <a:moveTo>
                  <a:pt x="1191465" y="68859"/>
                </a:moveTo>
                <a:lnTo>
                  <a:pt x="1143049" y="68859"/>
                </a:lnTo>
                <a:cubicBezTo>
                  <a:pt x="1143004" y="69621"/>
                  <a:pt x="1142981" y="70203"/>
                  <a:pt x="1142981" y="70607"/>
                </a:cubicBezTo>
                <a:cubicBezTo>
                  <a:pt x="1142981" y="75359"/>
                  <a:pt x="1144338" y="79192"/>
                  <a:pt x="1147050" y="82106"/>
                </a:cubicBezTo>
                <a:cubicBezTo>
                  <a:pt x="1149762" y="85020"/>
                  <a:pt x="1153068" y="86477"/>
                  <a:pt x="1156968" y="86477"/>
                </a:cubicBezTo>
                <a:cubicBezTo>
                  <a:pt x="1163379" y="86477"/>
                  <a:pt x="1168378" y="83159"/>
                  <a:pt x="1171964" y="76525"/>
                </a:cubicBezTo>
                <a:lnTo>
                  <a:pt x="1189246" y="79483"/>
                </a:lnTo>
                <a:cubicBezTo>
                  <a:pt x="1185884" y="86432"/>
                  <a:pt x="1181389" y="91643"/>
                  <a:pt x="1175763" y="95118"/>
                </a:cubicBezTo>
                <a:cubicBezTo>
                  <a:pt x="1170137" y="98592"/>
                  <a:pt x="1163827" y="100329"/>
                  <a:pt x="1156834" y="100329"/>
                </a:cubicBezTo>
                <a:cubicBezTo>
                  <a:pt x="1147240" y="100329"/>
                  <a:pt x="1139440" y="97286"/>
                  <a:pt x="1133433" y="91201"/>
                </a:cubicBezTo>
                <a:cubicBezTo>
                  <a:pt x="1127425" y="85115"/>
                  <a:pt x="1124422" y="77065"/>
                  <a:pt x="1124422" y="67051"/>
                </a:cubicBezTo>
                <a:cubicBezTo>
                  <a:pt x="1124422" y="57260"/>
                  <a:pt x="1127134" y="48547"/>
                  <a:pt x="1132558" y="40912"/>
                </a:cubicBezTo>
                <a:cubicBezTo>
                  <a:pt x="1139955" y="30583"/>
                  <a:pt x="1150513" y="25419"/>
                  <a:pt x="1164231" y="25419"/>
                </a:cubicBezTo>
                <a:cubicBezTo>
                  <a:pt x="1172973" y="25419"/>
                  <a:pt x="1179921" y="28124"/>
                  <a:pt x="1185077" y="33534"/>
                </a:cubicBezTo>
                <a:cubicBezTo>
                  <a:pt x="1190232" y="38945"/>
                  <a:pt x="1192810" y="46521"/>
                  <a:pt x="1192810" y="56265"/>
                </a:cubicBezTo>
                <a:cubicBezTo>
                  <a:pt x="1192810" y="60934"/>
                  <a:pt x="1192361" y="65132"/>
                  <a:pt x="1191465" y="68859"/>
                </a:cubicBezTo>
                <a:moveTo>
                  <a:pt x="1175192" y="57024"/>
                </a:moveTo>
                <a:cubicBezTo>
                  <a:pt x="1175236" y="56175"/>
                  <a:pt x="1175259" y="55527"/>
                  <a:pt x="1175259" y="55082"/>
                </a:cubicBezTo>
                <a:cubicBezTo>
                  <a:pt x="1175259" y="49812"/>
                  <a:pt x="1174071" y="45859"/>
                  <a:pt x="1171695" y="43224"/>
                </a:cubicBezTo>
                <a:cubicBezTo>
                  <a:pt x="1169319" y="40588"/>
                  <a:pt x="1166136" y="39271"/>
                  <a:pt x="1162146" y="39271"/>
                </a:cubicBezTo>
                <a:cubicBezTo>
                  <a:pt x="1158156" y="39271"/>
                  <a:pt x="1154581" y="40767"/>
                  <a:pt x="1151421" y="43760"/>
                </a:cubicBezTo>
                <a:cubicBezTo>
                  <a:pt x="1148260" y="46752"/>
                  <a:pt x="1146120" y="51173"/>
                  <a:pt x="1144999" y="57024"/>
                </a:cubicBezTo>
                <a:lnTo>
                  <a:pt x="1175192" y="57024"/>
                </a:lnTo>
                <a:close/>
                <a:moveTo>
                  <a:pt x="1195955" y="78561"/>
                </a:moveTo>
                <a:lnTo>
                  <a:pt x="1214649" y="75583"/>
                </a:lnTo>
                <a:cubicBezTo>
                  <a:pt x="1216308" y="79552"/>
                  <a:pt x="1218370" y="82360"/>
                  <a:pt x="1220836" y="84008"/>
                </a:cubicBezTo>
                <a:cubicBezTo>
                  <a:pt x="1223301" y="85654"/>
                  <a:pt x="1226663" y="86477"/>
                  <a:pt x="1230922" y="86477"/>
                </a:cubicBezTo>
                <a:cubicBezTo>
                  <a:pt x="1235316" y="86477"/>
                  <a:pt x="1238835" y="85493"/>
                  <a:pt x="1241480" y="83526"/>
                </a:cubicBezTo>
                <a:cubicBezTo>
                  <a:pt x="1243318" y="82184"/>
                  <a:pt x="1244237" y="80552"/>
                  <a:pt x="1244237" y="78630"/>
                </a:cubicBezTo>
                <a:cubicBezTo>
                  <a:pt x="1244237" y="77333"/>
                  <a:pt x="1243766" y="76167"/>
                  <a:pt x="1242825" y="75133"/>
                </a:cubicBezTo>
                <a:cubicBezTo>
                  <a:pt x="1241838" y="74146"/>
                  <a:pt x="1239171" y="72933"/>
                  <a:pt x="1234822" y="71496"/>
                </a:cubicBezTo>
                <a:cubicBezTo>
                  <a:pt x="1223167" y="67633"/>
                  <a:pt x="1215949" y="64580"/>
                  <a:pt x="1213170" y="62336"/>
                </a:cubicBezTo>
                <a:cubicBezTo>
                  <a:pt x="1208821" y="58832"/>
                  <a:pt x="1206647" y="54251"/>
                  <a:pt x="1206647" y="48593"/>
                </a:cubicBezTo>
                <a:cubicBezTo>
                  <a:pt x="1206647" y="42934"/>
                  <a:pt x="1208754" y="38061"/>
                  <a:pt x="1212968" y="33973"/>
                </a:cubicBezTo>
                <a:cubicBezTo>
                  <a:pt x="1218841" y="28270"/>
                  <a:pt x="1227560" y="25419"/>
                  <a:pt x="1239126" y="25419"/>
                </a:cubicBezTo>
                <a:cubicBezTo>
                  <a:pt x="1248316" y="25419"/>
                  <a:pt x="1255265" y="27100"/>
                  <a:pt x="1259972" y="30462"/>
                </a:cubicBezTo>
                <a:cubicBezTo>
                  <a:pt x="1264679" y="33824"/>
                  <a:pt x="1267660" y="38374"/>
                  <a:pt x="1268916" y="44113"/>
                </a:cubicBezTo>
                <a:lnTo>
                  <a:pt x="1251096" y="47206"/>
                </a:lnTo>
                <a:cubicBezTo>
                  <a:pt x="1250154" y="44606"/>
                  <a:pt x="1248630" y="42656"/>
                  <a:pt x="1246523" y="41356"/>
                </a:cubicBezTo>
                <a:cubicBezTo>
                  <a:pt x="1243654" y="39607"/>
                  <a:pt x="1240202" y="38733"/>
                  <a:pt x="1236167" y="38733"/>
                </a:cubicBezTo>
                <a:cubicBezTo>
                  <a:pt x="1232133" y="38733"/>
                  <a:pt x="1229230" y="39408"/>
                  <a:pt x="1227459" y="40759"/>
                </a:cubicBezTo>
                <a:cubicBezTo>
                  <a:pt x="1225688" y="42109"/>
                  <a:pt x="1224803" y="43663"/>
                  <a:pt x="1224803" y="45420"/>
                </a:cubicBezTo>
                <a:cubicBezTo>
                  <a:pt x="1224803" y="47220"/>
                  <a:pt x="1225700" y="48704"/>
                  <a:pt x="1227493" y="49872"/>
                </a:cubicBezTo>
                <a:cubicBezTo>
                  <a:pt x="1228614" y="50591"/>
                  <a:pt x="1232222" y="51848"/>
                  <a:pt x="1238319" y="53644"/>
                </a:cubicBezTo>
                <a:cubicBezTo>
                  <a:pt x="1247733" y="56385"/>
                  <a:pt x="1254032" y="59079"/>
                  <a:pt x="1257215" y="61729"/>
                </a:cubicBezTo>
                <a:cubicBezTo>
                  <a:pt x="1261698" y="65456"/>
                  <a:pt x="1263939" y="69948"/>
                  <a:pt x="1263939" y="75203"/>
                </a:cubicBezTo>
                <a:cubicBezTo>
                  <a:pt x="1263939" y="81983"/>
                  <a:pt x="1261093" y="87866"/>
                  <a:pt x="1255399" y="92852"/>
                </a:cubicBezTo>
                <a:cubicBezTo>
                  <a:pt x="1249706" y="97837"/>
                  <a:pt x="1241681" y="100329"/>
                  <a:pt x="1231326" y="100329"/>
                </a:cubicBezTo>
                <a:cubicBezTo>
                  <a:pt x="1221015" y="100329"/>
                  <a:pt x="1213046" y="98425"/>
                  <a:pt x="1207420" y="94618"/>
                </a:cubicBezTo>
                <a:cubicBezTo>
                  <a:pt x="1201794" y="90808"/>
                  <a:pt x="1197972" y="85456"/>
                  <a:pt x="1195955" y="78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extractcodesthat">
            <a:extLst xmlns:a="http://schemas.openxmlformats.org/drawingml/2006/main">
              <a:ext uri="{FF2B5EF4-FFF2-40B4-BE49-F238E27FC236}">
                <a16:creationId xmlns:a16="http://schemas.microsoft.com/office/drawing/2014/main" id="{07A94555-4F1C-439D-8A2C-FF6160C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93" y="5130088"/>
            <a:ext cx="1178135" cy="100329"/>
          </a:xfrm>
          <a:custGeom xmlns:a="http://schemas.openxmlformats.org/drawingml/2006/main">
            <a:pathLst>
              <a:path w="1178135" h="100329">
                <a:moveTo>
                  <a:pt x="67043" y="68859"/>
                </a:moveTo>
                <a:lnTo>
                  <a:pt x="18627" y="68859"/>
                </a:lnTo>
                <a:cubicBezTo>
                  <a:pt x="18582" y="69621"/>
                  <a:pt x="18560" y="70203"/>
                  <a:pt x="18560" y="70607"/>
                </a:cubicBezTo>
                <a:cubicBezTo>
                  <a:pt x="18560" y="75359"/>
                  <a:pt x="19916" y="79192"/>
                  <a:pt x="22628" y="82106"/>
                </a:cubicBezTo>
                <a:cubicBezTo>
                  <a:pt x="25340" y="85020"/>
                  <a:pt x="28646" y="86477"/>
                  <a:pt x="32546" y="86477"/>
                </a:cubicBezTo>
                <a:cubicBezTo>
                  <a:pt x="38957" y="86477"/>
                  <a:pt x="43956" y="83159"/>
                  <a:pt x="47542" y="76525"/>
                </a:cubicBezTo>
                <a:lnTo>
                  <a:pt x="64824" y="79483"/>
                </a:lnTo>
                <a:cubicBezTo>
                  <a:pt x="61462" y="86432"/>
                  <a:pt x="56967" y="91643"/>
                  <a:pt x="51341" y="95118"/>
                </a:cubicBezTo>
                <a:cubicBezTo>
                  <a:pt x="45715" y="98592"/>
                  <a:pt x="39405" y="100329"/>
                  <a:pt x="32412" y="100329"/>
                </a:cubicBezTo>
                <a:cubicBezTo>
                  <a:pt x="22818" y="100329"/>
                  <a:pt x="15018" y="97286"/>
                  <a:pt x="9011" y="91201"/>
                </a:cubicBezTo>
                <a:cubicBezTo>
                  <a:pt x="3004" y="85115"/>
                  <a:pt x="0" y="77065"/>
                  <a:pt x="0" y="67051"/>
                </a:cubicBezTo>
                <a:cubicBezTo>
                  <a:pt x="0" y="57260"/>
                  <a:pt x="2712" y="48547"/>
                  <a:pt x="8137" y="40912"/>
                </a:cubicBezTo>
                <a:cubicBezTo>
                  <a:pt x="15534" y="30583"/>
                  <a:pt x="26091" y="25419"/>
                  <a:pt x="39809" y="25419"/>
                </a:cubicBezTo>
                <a:cubicBezTo>
                  <a:pt x="48551" y="25419"/>
                  <a:pt x="55499" y="28124"/>
                  <a:pt x="60655" y="33534"/>
                </a:cubicBezTo>
                <a:cubicBezTo>
                  <a:pt x="65810" y="38945"/>
                  <a:pt x="68388" y="46521"/>
                  <a:pt x="68388" y="56265"/>
                </a:cubicBezTo>
                <a:cubicBezTo>
                  <a:pt x="68388" y="60934"/>
                  <a:pt x="67940" y="65132"/>
                  <a:pt x="67043" y="68859"/>
                </a:cubicBezTo>
                <a:moveTo>
                  <a:pt x="50770" y="57024"/>
                </a:moveTo>
                <a:cubicBezTo>
                  <a:pt x="50815" y="56175"/>
                  <a:pt x="50837" y="55527"/>
                  <a:pt x="50837" y="55082"/>
                </a:cubicBezTo>
                <a:cubicBezTo>
                  <a:pt x="50837" y="49812"/>
                  <a:pt x="49649" y="45859"/>
                  <a:pt x="47273" y="43224"/>
                </a:cubicBezTo>
                <a:cubicBezTo>
                  <a:pt x="44897" y="40588"/>
                  <a:pt x="41714" y="39271"/>
                  <a:pt x="37724" y="39271"/>
                </a:cubicBezTo>
                <a:cubicBezTo>
                  <a:pt x="33734" y="39271"/>
                  <a:pt x="30159" y="40767"/>
                  <a:pt x="26999" y="43760"/>
                </a:cubicBezTo>
                <a:cubicBezTo>
                  <a:pt x="23838" y="46752"/>
                  <a:pt x="21698" y="51173"/>
                  <a:pt x="20577" y="57024"/>
                </a:cubicBezTo>
                <a:lnTo>
                  <a:pt x="50770" y="57024"/>
                </a:lnTo>
                <a:close/>
                <a:moveTo>
                  <a:pt x="106904" y="78630"/>
                </a:moveTo>
                <a:lnTo>
                  <a:pt x="89152" y="98581"/>
                </a:lnTo>
                <a:lnTo>
                  <a:pt x="65481" y="98581"/>
                </a:lnTo>
                <a:lnTo>
                  <a:pt x="98499" y="61907"/>
                </a:lnTo>
                <a:lnTo>
                  <a:pt x="80343" y="27167"/>
                </a:lnTo>
                <a:lnTo>
                  <a:pt x="100852" y="27167"/>
                </a:lnTo>
                <a:lnTo>
                  <a:pt x="111275" y="47420"/>
                </a:lnTo>
                <a:lnTo>
                  <a:pt x="129364" y="27167"/>
                </a:lnTo>
                <a:lnTo>
                  <a:pt x="152832" y="27167"/>
                </a:lnTo>
                <a:lnTo>
                  <a:pt x="119681" y="64278"/>
                </a:lnTo>
                <a:lnTo>
                  <a:pt x="137702" y="98581"/>
                </a:lnTo>
                <a:lnTo>
                  <a:pt x="117193" y="98581"/>
                </a:lnTo>
                <a:lnTo>
                  <a:pt x="106904" y="78630"/>
                </a:lnTo>
                <a:close/>
                <a:moveTo>
                  <a:pt x="155373" y="41557"/>
                </a:moveTo>
                <a:lnTo>
                  <a:pt x="158331" y="27167"/>
                </a:lnTo>
                <a:lnTo>
                  <a:pt x="167825" y="27167"/>
                </a:lnTo>
                <a:lnTo>
                  <a:pt x="170171" y="15735"/>
                </a:lnTo>
                <a:lnTo>
                  <a:pt x="192223" y="2421"/>
                </a:lnTo>
                <a:lnTo>
                  <a:pt x="187125" y="27167"/>
                </a:lnTo>
                <a:lnTo>
                  <a:pt x="198813" y="27167"/>
                </a:lnTo>
                <a:lnTo>
                  <a:pt x="195854" y="41557"/>
                </a:lnTo>
                <a:lnTo>
                  <a:pt x="184160" y="41557"/>
                </a:lnTo>
                <a:lnTo>
                  <a:pt x="177765" y="71490"/>
                </a:lnTo>
                <a:cubicBezTo>
                  <a:pt x="176644" y="76907"/>
                  <a:pt x="176084" y="79996"/>
                  <a:pt x="176084" y="80757"/>
                </a:cubicBezTo>
                <a:cubicBezTo>
                  <a:pt x="176084" y="82238"/>
                  <a:pt x="176555" y="83393"/>
                  <a:pt x="177496" y="84224"/>
                </a:cubicBezTo>
                <a:cubicBezTo>
                  <a:pt x="178438" y="85053"/>
                  <a:pt x="180141" y="85468"/>
                  <a:pt x="182607" y="85468"/>
                </a:cubicBezTo>
                <a:cubicBezTo>
                  <a:pt x="183458" y="85468"/>
                  <a:pt x="185588" y="85311"/>
                  <a:pt x="188995" y="84997"/>
                </a:cubicBezTo>
                <a:lnTo>
                  <a:pt x="185969" y="99320"/>
                </a:lnTo>
                <a:cubicBezTo>
                  <a:pt x="182652" y="99993"/>
                  <a:pt x="179244" y="100329"/>
                  <a:pt x="175748" y="100329"/>
                </a:cubicBezTo>
                <a:cubicBezTo>
                  <a:pt x="168934" y="100329"/>
                  <a:pt x="163980" y="99012"/>
                  <a:pt x="160887" y="96379"/>
                </a:cubicBezTo>
                <a:cubicBezTo>
                  <a:pt x="157793" y="93743"/>
                  <a:pt x="156247" y="90084"/>
                  <a:pt x="156247" y="85401"/>
                </a:cubicBezTo>
                <a:cubicBezTo>
                  <a:pt x="156247" y="83204"/>
                  <a:pt x="157076" y="78138"/>
                  <a:pt x="158735" y="70201"/>
                </a:cubicBezTo>
                <a:lnTo>
                  <a:pt x="164965" y="41557"/>
                </a:lnTo>
                <a:lnTo>
                  <a:pt x="155373" y="41557"/>
                </a:lnTo>
                <a:close/>
                <a:moveTo>
                  <a:pt x="210289" y="27167"/>
                </a:moveTo>
                <a:lnTo>
                  <a:pt x="228311" y="27167"/>
                </a:lnTo>
                <a:lnTo>
                  <a:pt x="225419" y="40990"/>
                </a:lnTo>
                <a:cubicBezTo>
                  <a:pt x="232144" y="30609"/>
                  <a:pt x="239429" y="25419"/>
                  <a:pt x="247274" y="25419"/>
                </a:cubicBezTo>
                <a:cubicBezTo>
                  <a:pt x="250053" y="25419"/>
                  <a:pt x="253035" y="26113"/>
                  <a:pt x="256217" y="27503"/>
                </a:cubicBezTo>
                <a:lnTo>
                  <a:pt x="248821" y="43306"/>
                </a:lnTo>
                <a:cubicBezTo>
                  <a:pt x="247072" y="42678"/>
                  <a:pt x="245212" y="42364"/>
                  <a:pt x="243239" y="42364"/>
                </a:cubicBezTo>
                <a:cubicBezTo>
                  <a:pt x="239922" y="42364"/>
                  <a:pt x="236548" y="43622"/>
                  <a:pt x="233119" y="46138"/>
                </a:cubicBezTo>
                <a:cubicBezTo>
                  <a:pt x="229689" y="48653"/>
                  <a:pt x="227011" y="52010"/>
                  <a:pt x="225083" y="56210"/>
                </a:cubicBezTo>
                <a:cubicBezTo>
                  <a:pt x="223155" y="60409"/>
                  <a:pt x="221250" y="67068"/>
                  <a:pt x="219367" y="76186"/>
                </a:cubicBezTo>
                <a:lnTo>
                  <a:pt x="214660" y="98581"/>
                </a:lnTo>
                <a:lnTo>
                  <a:pt x="195361" y="98581"/>
                </a:lnTo>
                <a:lnTo>
                  <a:pt x="210289" y="27167"/>
                </a:lnTo>
                <a:close/>
                <a:moveTo>
                  <a:pt x="277228" y="47340"/>
                </a:moveTo>
                <a:lnTo>
                  <a:pt x="258399" y="45739"/>
                </a:lnTo>
                <a:cubicBezTo>
                  <a:pt x="260551" y="39369"/>
                  <a:pt x="264305" y="34390"/>
                  <a:pt x="269663" y="30802"/>
                </a:cubicBezTo>
                <a:cubicBezTo>
                  <a:pt x="275020" y="27213"/>
                  <a:pt x="282114" y="25419"/>
                  <a:pt x="290946" y="25419"/>
                </a:cubicBezTo>
                <a:cubicBezTo>
                  <a:pt x="300136" y="25419"/>
                  <a:pt x="306927" y="27270"/>
                  <a:pt x="311321" y="30973"/>
                </a:cubicBezTo>
                <a:cubicBezTo>
                  <a:pt x="315714" y="34674"/>
                  <a:pt x="317911" y="39194"/>
                  <a:pt x="317911" y="44533"/>
                </a:cubicBezTo>
                <a:cubicBezTo>
                  <a:pt x="317911" y="46687"/>
                  <a:pt x="317720" y="48977"/>
                  <a:pt x="317339" y="51400"/>
                </a:cubicBezTo>
                <a:cubicBezTo>
                  <a:pt x="316958" y="53822"/>
                  <a:pt x="315624" y="60194"/>
                  <a:pt x="313338" y="70515"/>
                </a:cubicBezTo>
                <a:cubicBezTo>
                  <a:pt x="311455" y="79039"/>
                  <a:pt x="310514" y="85007"/>
                  <a:pt x="310514" y="88418"/>
                </a:cubicBezTo>
                <a:cubicBezTo>
                  <a:pt x="310514" y="91470"/>
                  <a:pt x="311052" y="94857"/>
                  <a:pt x="312128" y="98581"/>
                </a:cubicBezTo>
                <a:lnTo>
                  <a:pt x="293366" y="98581"/>
                </a:lnTo>
                <a:cubicBezTo>
                  <a:pt x="292604" y="95981"/>
                  <a:pt x="292134" y="93291"/>
                  <a:pt x="291954" y="90511"/>
                </a:cubicBezTo>
                <a:cubicBezTo>
                  <a:pt x="289130" y="93649"/>
                  <a:pt x="285880" y="96070"/>
                  <a:pt x="282204" y="97774"/>
                </a:cubicBezTo>
                <a:cubicBezTo>
                  <a:pt x="278528" y="99477"/>
                  <a:pt x="274829" y="100329"/>
                  <a:pt x="271108" y="100329"/>
                </a:cubicBezTo>
                <a:cubicBezTo>
                  <a:pt x="265191" y="100329"/>
                  <a:pt x="260304" y="98387"/>
                  <a:pt x="256449" y="94504"/>
                </a:cubicBezTo>
                <a:cubicBezTo>
                  <a:pt x="252594" y="90621"/>
                  <a:pt x="250666" y="85626"/>
                  <a:pt x="250666" y="79521"/>
                </a:cubicBezTo>
                <a:cubicBezTo>
                  <a:pt x="250666" y="72697"/>
                  <a:pt x="252784" y="67243"/>
                  <a:pt x="257021" y="63158"/>
                </a:cubicBezTo>
                <a:cubicBezTo>
                  <a:pt x="261257" y="59072"/>
                  <a:pt x="268822" y="56603"/>
                  <a:pt x="279716" y="55750"/>
                </a:cubicBezTo>
                <a:cubicBezTo>
                  <a:pt x="288906" y="54987"/>
                  <a:pt x="295048" y="54066"/>
                  <a:pt x="298141" y="52989"/>
                </a:cubicBezTo>
                <a:cubicBezTo>
                  <a:pt x="298948" y="50299"/>
                  <a:pt x="299351" y="48147"/>
                  <a:pt x="299351" y="46533"/>
                </a:cubicBezTo>
                <a:cubicBezTo>
                  <a:pt x="299351" y="44471"/>
                  <a:pt x="298522" y="42745"/>
                  <a:pt x="296863" y="41356"/>
                </a:cubicBezTo>
                <a:cubicBezTo>
                  <a:pt x="295204" y="39966"/>
                  <a:pt x="292739" y="39271"/>
                  <a:pt x="289466" y="39271"/>
                </a:cubicBezTo>
                <a:cubicBezTo>
                  <a:pt x="286014" y="39271"/>
                  <a:pt x="283291" y="39971"/>
                  <a:pt x="281296" y="41372"/>
                </a:cubicBezTo>
                <a:cubicBezTo>
                  <a:pt x="279301" y="42772"/>
                  <a:pt x="277945" y="44761"/>
                  <a:pt x="277228" y="47340"/>
                </a:cubicBezTo>
                <a:moveTo>
                  <a:pt x="295585" y="65227"/>
                </a:moveTo>
                <a:cubicBezTo>
                  <a:pt x="294420" y="65543"/>
                  <a:pt x="292873" y="65835"/>
                  <a:pt x="290946" y="66104"/>
                </a:cubicBezTo>
                <a:cubicBezTo>
                  <a:pt x="281262" y="67273"/>
                  <a:pt x="274941" y="68983"/>
                  <a:pt x="271983" y="71231"/>
                </a:cubicBezTo>
                <a:cubicBezTo>
                  <a:pt x="269876" y="72851"/>
                  <a:pt x="268822" y="75033"/>
                  <a:pt x="268822" y="77777"/>
                </a:cubicBezTo>
                <a:cubicBezTo>
                  <a:pt x="268822" y="80025"/>
                  <a:pt x="269629" y="81926"/>
                  <a:pt x="271243" y="83478"/>
                </a:cubicBezTo>
                <a:cubicBezTo>
                  <a:pt x="272857" y="85029"/>
                  <a:pt x="274986" y="85804"/>
                  <a:pt x="277631" y="85804"/>
                </a:cubicBezTo>
                <a:cubicBezTo>
                  <a:pt x="280545" y="85804"/>
                  <a:pt x="283291" y="85096"/>
                  <a:pt x="285869" y="83680"/>
                </a:cubicBezTo>
                <a:cubicBezTo>
                  <a:pt x="288446" y="82262"/>
                  <a:pt x="290374" y="80440"/>
                  <a:pt x="291652" y="78214"/>
                </a:cubicBezTo>
                <a:cubicBezTo>
                  <a:pt x="292929" y="75988"/>
                  <a:pt x="294061" y="72514"/>
                  <a:pt x="295048" y="67791"/>
                </a:cubicBezTo>
                <a:lnTo>
                  <a:pt x="295585" y="65227"/>
                </a:lnTo>
                <a:close/>
                <a:moveTo>
                  <a:pt x="374919" y="71683"/>
                </a:moveTo>
                <a:lnTo>
                  <a:pt x="393681" y="74709"/>
                </a:lnTo>
                <a:cubicBezTo>
                  <a:pt x="390587" y="83070"/>
                  <a:pt x="386015" y="89430"/>
                  <a:pt x="379963" y="93790"/>
                </a:cubicBezTo>
                <a:cubicBezTo>
                  <a:pt x="373911" y="98149"/>
                  <a:pt x="366895" y="100329"/>
                  <a:pt x="358915" y="100329"/>
                </a:cubicBezTo>
                <a:cubicBezTo>
                  <a:pt x="349815" y="100329"/>
                  <a:pt x="342597" y="97612"/>
                  <a:pt x="337262" y="92178"/>
                </a:cubicBezTo>
                <a:cubicBezTo>
                  <a:pt x="331928" y="86744"/>
                  <a:pt x="329260" y="79266"/>
                  <a:pt x="329260" y="69745"/>
                </a:cubicBezTo>
                <a:cubicBezTo>
                  <a:pt x="329260" y="61976"/>
                  <a:pt x="330874" y="54633"/>
                  <a:pt x="334102" y="47716"/>
                </a:cubicBezTo>
                <a:cubicBezTo>
                  <a:pt x="337330" y="40800"/>
                  <a:pt x="342194" y="35355"/>
                  <a:pt x="348694" y="31380"/>
                </a:cubicBezTo>
                <a:cubicBezTo>
                  <a:pt x="355194" y="27406"/>
                  <a:pt x="362322" y="25419"/>
                  <a:pt x="370078" y="25419"/>
                </a:cubicBezTo>
                <a:cubicBezTo>
                  <a:pt x="378506" y="25419"/>
                  <a:pt x="385230" y="27631"/>
                  <a:pt x="390251" y="32055"/>
                </a:cubicBezTo>
                <a:cubicBezTo>
                  <a:pt x="395272" y="36479"/>
                  <a:pt x="398096" y="42303"/>
                  <a:pt x="398724" y="49526"/>
                </a:cubicBezTo>
                <a:lnTo>
                  <a:pt x="380366" y="51509"/>
                </a:lnTo>
                <a:cubicBezTo>
                  <a:pt x="379918" y="47451"/>
                  <a:pt x="378696" y="44464"/>
                  <a:pt x="376701" y="42549"/>
                </a:cubicBezTo>
                <a:cubicBezTo>
                  <a:pt x="374706" y="40633"/>
                  <a:pt x="372095" y="39674"/>
                  <a:pt x="368867" y="39674"/>
                </a:cubicBezTo>
                <a:cubicBezTo>
                  <a:pt x="365146" y="39674"/>
                  <a:pt x="361672" y="41066"/>
                  <a:pt x="358444" y="43850"/>
                </a:cubicBezTo>
                <a:cubicBezTo>
                  <a:pt x="355217" y="46634"/>
                  <a:pt x="352740" y="50798"/>
                  <a:pt x="351014" y="56343"/>
                </a:cubicBezTo>
                <a:cubicBezTo>
                  <a:pt x="349288" y="61888"/>
                  <a:pt x="348425" y="67084"/>
                  <a:pt x="348425" y="71933"/>
                </a:cubicBezTo>
                <a:cubicBezTo>
                  <a:pt x="348425" y="76153"/>
                  <a:pt x="349456" y="79408"/>
                  <a:pt x="351518" y="81698"/>
                </a:cubicBezTo>
                <a:cubicBezTo>
                  <a:pt x="353580" y="83987"/>
                  <a:pt x="356158" y="85132"/>
                  <a:pt x="359251" y="85132"/>
                </a:cubicBezTo>
                <a:cubicBezTo>
                  <a:pt x="362345" y="85132"/>
                  <a:pt x="365326" y="84011"/>
                  <a:pt x="368195" y="81770"/>
                </a:cubicBezTo>
                <a:cubicBezTo>
                  <a:pt x="371064" y="79528"/>
                  <a:pt x="373305" y="76166"/>
                  <a:pt x="374919" y="71683"/>
                </a:cubicBezTo>
                <a:close/>
                <a:moveTo>
                  <a:pt x="407854" y="41557"/>
                </a:moveTo>
                <a:lnTo>
                  <a:pt x="410813" y="27167"/>
                </a:lnTo>
                <a:lnTo>
                  <a:pt x="420307" y="27167"/>
                </a:lnTo>
                <a:lnTo>
                  <a:pt x="422652" y="15735"/>
                </a:lnTo>
                <a:lnTo>
                  <a:pt x="444704" y="2421"/>
                </a:lnTo>
                <a:lnTo>
                  <a:pt x="439606" y="27167"/>
                </a:lnTo>
                <a:lnTo>
                  <a:pt x="451294" y="27167"/>
                </a:lnTo>
                <a:lnTo>
                  <a:pt x="448336" y="41557"/>
                </a:lnTo>
                <a:lnTo>
                  <a:pt x="436641" y="41557"/>
                </a:lnTo>
                <a:lnTo>
                  <a:pt x="430247" y="71490"/>
                </a:lnTo>
                <a:cubicBezTo>
                  <a:pt x="429126" y="76907"/>
                  <a:pt x="428566" y="79996"/>
                  <a:pt x="428566" y="80757"/>
                </a:cubicBezTo>
                <a:cubicBezTo>
                  <a:pt x="428566" y="82238"/>
                  <a:pt x="429036" y="83393"/>
                  <a:pt x="429978" y="84224"/>
                </a:cubicBezTo>
                <a:cubicBezTo>
                  <a:pt x="430919" y="85053"/>
                  <a:pt x="432623" y="85468"/>
                  <a:pt x="435088" y="85468"/>
                </a:cubicBezTo>
                <a:cubicBezTo>
                  <a:pt x="435940" y="85468"/>
                  <a:pt x="438070" y="85311"/>
                  <a:pt x="441477" y="84997"/>
                </a:cubicBezTo>
                <a:lnTo>
                  <a:pt x="438451" y="99320"/>
                </a:lnTo>
                <a:cubicBezTo>
                  <a:pt x="435133" y="99993"/>
                  <a:pt x="431726" y="100329"/>
                  <a:pt x="428229" y="100329"/>
                </a:cubicBezTo>
                <a:cubicBezTo>
                  <a:pt x="421415" y="100329"/>
                  <a:pt x="416462" y="99012"/>
                  <a:pt x="413368" y="96379"/>
                </a:cubicBezTo>
                <a:cubicBezTo>
                  <a:pt x="410275" y="93743"/>
                  <a:pt x="408728" y="90084"/>
                  <a:pt x="408728" y="85401"/>
                </a:cubicBezTo>
                <a:cubicBezTo>
                  <a:pt x="408728" y="83204"/>
                  <a:pt x="409558" y="78138"/>
                  <a:pt x="411216" y="70201"/>
                </a:cubicBezTo>
                <a:lnTo>
                  <a:pt x="417447" y="41557"/>
                </a:lnTo>
                <a:lnTo>
                  <a:pt x="407854" y="41557"/>
                </a:lnTo>
                <a:close/>
                <a:moveTo>
                  <a:pt x="535589" y="71683"/>
                </a:moveTo>
                <a:lnTo>
                  <a:pt x="554351" y="74709"/>
                </a:lnTo>
                <a:cubicBezTo>
                  <a:pt x="551257" y="83070"/>
                  <a:pt x="546685" y="89430"/>
                  <a:pt x="540633" y="93790"/>
                </a:cubicBezTo>
                <a:cubicBezTo>
                  <a:pt x="534581" y="98149"/>
                  <a:pt x="527565" y="100329"/>
                  <a:pt x="519585" y="100329"/>
                </a:cubicBezTo>
                <a:cubicBezTo>
                  <a:pt x="510485" y="100329"/>
                  <a:pt x="503267" y="97612"/>
                  <a:pt x="497932" y="92178"/>
                </a:cubicBezTo>
                <a:cubicBezTo>
                  <a:pt x="492598" y="86744"/>
                  <a:pt x="489930" y="79266"/>
                  <a:pt x="489930" y="69745"/>
                </a:cubicBezTo>
                <a:cubicBezTo>
                  <a:pt x="489930" y="61976"/>
                  <a:pt x="491544" y="54633"/>
                  <a:pt x="494772" y="47716"/>
                </a:cubicBezTo>
                <a:cubicBezTo>
                  <a:pt x="498000" y="40800"/>
                  <a:pt x="502864" y="35355"/>
                  <a:pt x="509364" y="31380"/>
                </a:cubicBezTo>
                <a:cubicBezTo>
                  <a:pt x="515864" y="27406"/>
                  <a:pt x="522992" y="25419"/>
                  <a:pt x="530748" y="25419"/>
                </a:cubicBezTo>
                <a:cubicBezTo>
                  <a:pt x="539176" y="25419"/>
                  <a:pt x="545900" y="27631"/>
                  <a:pt x="550921" y="32055"/>
                </a:cubicBezTo>
                <a:cubicBezTo>
                  <a:pt x="555942" y="36479"/>
                  <a:pt x="558766" y="42303"/>
                  <a:pt x="559394" y="49526"/>
                </a:cubicBezTo>
                <a:lnTo>
                  <a:pt x="541036" y="51509"/>
                </a:lnTo>
                <a:cubicBezTo>
                  <a:pt x="540588" y="47451"/>
                  <a:pt x="539366" y="44464"/>
                  <a:pt x="537371" y="42549"/>
                </a:cubicBezTo>
                <a:cubicBezTo>
                  <a:pt x="535376" y="40633"/>
                  <a:pt x="532765" y="39674"/>
                  <a:pt x="529537" y="39674"/>
                </a:cubicBezTo>
                <a:cubicBezTo>
                  <a:pt x="525817" y="39674"/>
                  <a:pt x="522342" y="41066"/>
                  <a:pt x="519114" y="43850"/>
                </a:cubicBezTo>
                <a:cubicBezTo>
                  <a:pt x="515887" y="46634"/>
                  <a:pt x="513410" y="50798"/>
                  <a:pt x="511684" y="56343"/>
                </a:cubicBezTo>
                <a:cubicBezTo>
                  <a:pt x="509958" y="61888"/>
                  <a:pt x="509095" y="67084"/>
                  <a:pt x="509095" y="71933"/>
                </a:cubicBezTo>
                <a:cubicBezTo>
                  <a:pt x="509095" y="76153"/>
                  <a:pt x="510126" y="79408"/>
                  <a:pt x="512188" y="81698"/>
                </a:cubicBezTo>
                <a:cubicBezTo>
                  <a:pt x="514250" y="83987"/>
                  <a:pt x="516828" y="85132"/>
                  <a:pt x="519921" y="85132"/>
                </a:cubicBezTo>
                <a:cubicBezTo>
                  <a:pt x="523015" y="85132"/>
                  <a:pt x="525996" y="84011"/>
                  <a:pt x="528865" y="81770"/>
                </a:cubicBezTo>
                <a:cubicBezTo>
                  <a:pt x="531734" y="79528"/>
                  <a:pt x="533976" y="76166"/>
                  <a:pt x="535589" y="71683"/>
                </a:cubicBezTo>
                <a:close/>
                <a:moveTo>
                  <a:pt x="566507" y="68936"/>
                </a:moveTo>
                <a:cubicBezTo>
                  <a:pt x="566507" y="55688"/>
                  <a:pt x="570239" y="45123"/>
                  <a:pt x="577703" y="37241"/>
                </a:cubicBezTo>
                <a:cubicBezTo>
                  <a:pt x="585167" y="29359"/>
                  <a:pt x="594974" y="25419"/>
                  <a:pt x="607123" y="25419"/>
                </a:cubicBezTo>
                <a:cubicBezTo>
                  <a:pt x="617658" y="25419"/>
                  <a:pt x="625884" y="28327"/>
                  <a:pt x="631802" y="34144"/>
                </a:cubicBezTo>
                <a:cubicBezTo>
                  <a:pt x="637719" y="39959"/>
                  <a:pt x="640678" y="47784"/>
                  <a:pt x="640678" y="57620"/>
                </a:cubicBezTo>
                <a:cubicBezTo>
                  <a:pt x="640678" y="69206"/>
                  <a:pt x="636979" y="79221"/>
                  <a:pt x="629582" y="87664"/>
                </a:cubicBezTo>
                <a:cubicBezTo>
                  <a:pt x="622186" y="96107"/>
                  <a:pt x="612278" y="100329"/>
                  <a:pt x="599860" y="100329"/>
                </a:cubicBezTo>
                <a:cubicBezTo>
                  <a:pt x="593136" y="100329"/>
                  <a:pt x="587173" y="98982"/>
                  <a:pt x="581973" y="96288"/>
                </a:cubicBezTo>
                <a:cubicBezTo>
                  <a:pt x="576773" y="93593"/>
                  <a:pt x="572895" y="89775"/>
                  <a:pt x="570340" y="84836"/>
                </a:cubicBezTo>
                <a:cubicBezTo>
                  <a:pt x="567785" y="79894"/>
                  <a:pt x="566507" y="74595"/>
                  <a:pt x="566507" y="68936"/>
                </a:cubicBezTo>
                <a:moveTo>
                  <a:pt x="621513" y="55118"/>
                </a:moveTo>
                <a:cubicBezTo>
                  <a:pt x="621513" y="50532"/>
                  <a:pt x="620179" y="46857"/>
                  <a:pt x="617512" y="44092"/>
                </a:cubicBezTo>
                <a:cubicBezTo>
                  <a:pt x="614845" y="41326"/>
                  <a:pt x="611404" y="39943"/>
                  <a:pt x="607190" y="39943"/>
                </a:cubicBezTo>
                <a:cubicBezTo>
                  <a:pt x="603021" y="39943"/>
                  <a:pt x="599322" y="41236"/>
                  <a:pt x="596095" y="43823"/>
                </a:cubicBezTo>
                <a:cubicBezTo>
                  <a:pt x="592867" y="46407"/>
                  <a:pt x="590356" y="50162"/>
                  <a:pt x="588563" y="55086"/>
                </a:cubicBezTo>
                <a:cubicBezTo>
                  <a:pt x="586770" y="60009"/>
                  <a:pt x="585873" y="64538"/>
                  <a:pt x="585873" y="68674"/>
                </a:cubicBezTo>
                <a:cubicBezTo>
                  <a:pt x="585873" y="73800"/>
                  <a:pt x="587263" y="77869"/>
                  <a:pt x="590043" y="80883"/>
                </a:cubicBezTo>
                <a:cubicBezTo>
                  <a:pt x="592822" y="83895"/>
                  <a:pt x="596319" y="85401"/>
                  <a:pt x="600533" y="85401"/>
                </a:cubicBezTo>
                <a:cubicBezTo>
                  <a:pt x="605823" y="85401"/>
                  <a:pt x="610261" y="83130"/>
                  <a:pt x="613847" y="78588"/>
                </a:cubicBezTo>
                <a:cubicBezTo>
                  <a:pt x="618958" y="72159"/>
                  <a:pt x="621513" y="64336"/>
                  <a:pt x="621513" y="55118"/>
                </a:cubicBezTo>
                <a:close/>
                <a:moveTo>
                  <a:pt x="713810" y="98581"/>
                </a:moveTo>
                <a:lnTo>
                  <a:pt x="695520" y="98581"/>
                </a:lnTo>
                <a:lnTo>
                  <a:pt x="697134" y="90854"/>
                </a:lnTo>
                <a:cubicBezTo>
                  <a:pt x="693637" y="94239"/>
                  <a:pt x="690196" y="96664"/>
                  <a:pt x="686812" y="98131"/>
                </a:cubicBezTo>
                <a:cubicBezTo>
                  <a:pt x="683427" y="99596"/>
                  <a:pt x="679605" y="100329"/>
                  <a:pt x="675346" y="100329"/>
                </a:cubicBezTo>
                <a:cubicBezTo>
                  <a:pt x="667949" y="100329"/>
                  <a:pt x="661953" y="97803"/>
                  <a:pt x="657358" y="92751"/>
                </a:cubicBezTo>
                <a:cubicBezTo>
                  <a:pt x="652763" y="87698"/>
                  <a:pt x="650466" y="80231"/>
                  <a:pt x="650466" y="70351"/>
                </a:cubicBezTo>
                <a:cubicBezTo>
                  <a:pt x="650466" y="58899"/>
                  <a:pt x="653694" y="48548"/>
                  <a:pt x="660149" y="39296"/>
                </a:cubicBezTo>
                <a:cubicBezTo>
                  <a:pt x="666605" y="30044"/>
                  <a:pt x="675145" y="25419"/>
                  <a:pt x="685769" y="25419"/>
                </a:cubicBezTo>
                <a:cubicBezTo>
                  <a:pt x="695363" y="25419"/>
                  <a:pt x="702558" y="29229"/>
                  <a:pt x="707355" y="36850"/>
                </a:cubicBezTo>
                <a:lnTo>
                  <a:pt x="715088" y="0"/>
                </a:lnTo>
                <a:lnTo>
                  <a:pt x="734387" y="0"/>
                </a:lnTo>
                <a:lnTo>
                  <a:pt x="713810" y="98581"/>
                </a:lnTo>
                <a:moveTo>
                  <a:pt x="669227" y="69508"/>
                </a:moveTo>
                <a:cubicBezTo>
                  <a:pt x="669227" y="74626"/>
                  <a:pt x="670516" y="78621"/>
                  <a:pt x="673094" y="81494"/>
                </a:cubicBezTo>
                <a:cubicBezTo>
                  <a:pt x="675671" y="84368"/>
                  <a:pt x="678843" y="85804"/>
                  <a:pt x="682609" y="85804"/>
                </a:cubicBezTo>
                <a:cubicBezTo>
                  <a:pt x="686106" y="85804"/>
                  <a:pt x="689367" y="84604"/>
                  <a:pt x="692393" y="82202"/>
                </a:cubicBezTo>
                <a:cubicBezTo>
                  <a:pt x="695419" y="79800"/>
                  <a:pt x="697840" y="76129"/>
                  <a:pt x="699655" y="71191"/>
                </a:cubicBezTo>
                <a:cubicBezTo>
                  <a:pt x="701471" y="66253"/>
                  <a:pt x="702379" y="61516"/>
                  <a:pt x="702379" y="56982"/>
                </a:cubicBezTo>
                <a:cubicBezTo>
                  <a:pt x="702379" y="51819"/>
                  <a:pt x="700989" y="47644"/>
                  <a:pt x="698210" y="44457"/>
                </a:cubicBezTo>
                <a:cubicBezTo>
                  <a:pt x="695430" y="41269"/>
                  <a:pt x="692225" y="39674"/>
                  <a:pt x="688594" y="39674"/>
                </a:cubicBezTo>
                <a:cubicBezTo>
                  <a:pt x="682945" y="39674"/>
                  <a:pt x="678305" y="42817"/>
                  <a:pt x="674674" y="49103"/>
                </a:cubicBezTo>
                <a:cubicBezTo>
                  <a:pt x="671043" y="55388"/>
                  <a:pt x="669227" y="62189"/>
                  <a:pt x="669227" y="69508"/>
                </a:cubicBezTo>
                <a:close/>
                <a:moveTo>
                  <a:pt x="801535" y="68859"/>
                </a:moveTo>
                <a:lnTo>
                  <a:pt x="753119" y="68859"/>
                </a:lnTo>
                <a:cubicBezTo>
                  <a:pt x="753074" y="69621"/>
                  <a:pt x="753051" y="70203"/>
                  <a:pt x="753051" y="70607"/>
                </a:cubicBezTo>
                <a:cubicBezTo>
                  <a:pt x="753051" y="75359"/>
                  <a:pt x="754408" y="79192"/>
                  <a:pt x="757120" y="82106"/>
                </a:cubicBezTo>
                <a:cubicBezTo>
                  <a:pt x="759832" y="85020"/>
                  <a:pt x="763138" y="86477"/>
                  <a:pt x="767038" y="86477"/>
                </a:cubicBezTo>
                <a:cubicBezTo>
                  <a:pt x="773449" y="86477"/>
                  <a:pt x="778448" y="83159"/>
                  <a:pt x="782034" y="76525"/>
                </a:cubicBezTo>
                <a:lnTo>
                  <a:pt x="799316" y="79483"/>
                </a:lnTo>
                <a:cubicBezTo>
                  <a:pt x="795954" y="86432"/>
                  <a:pt x="791459" y="91643"/>
                  <a:pt x="785833" y="95118"/>
                </a:cubicBezTo>
                <a:cubicBezTo>
                  <a:pt x="780207" y="98592"/>
                  <a:pt x="773897" y="100329"/>
                  <a:pt x="766904" y="100329"/>
                </a:cubicBezTo>
                <a:cubicBezTo>
                  <a:pt x="757310" y="100329"/>
                  <a:pt x="749510" y="97286"/>
                  <a:pt x="743503" y="91201"/>
                </a:cubicBezTo>
                <a:cubicBezTo>
                  <a:pt x="737495" y="85115"/>
                  <a:pt x="734492" y="77065"/>
                  <a:pt x="734492" y="67051"/>
                </a:cubicBezTo>
                <a:cubicBezTo>
                  <a:pt x="734492" y="57260"/>
                  <a:pt x="737204" y="48547"/>
                  <a:pt x="742628" y="40912"/>
                </a:cubicBezTo>
                <a:cubicBezTo>
                  <a:pt x="750025" y="30583"/>
                  <a:pt x="760583" y="25419"/>
                  <a:pt x="774301" y="25419"/>
                </a:cubicBezTo>
                <a:cubicBezTo>
                  <a:pt x="783043" y="25419"/>
                  <a:pt x="789991" y="28124"/>
                  <a:pt x="795147" y="33534"/>
                </a:cubicBezTo>
                <a:cubicBezTo>
                  <a:pt x="800302" y="38945"/>
                  <a:pt x="802880" y="46521"/>
                  <a:pt x="802880" y="56265"/>
                </a:cubicBezTo>
                <a:cubicBezTo>
                  <a:pt x="802880" y="60934"/>
                  <a:pt x="802431" y="65132"/>
                  <a:pt x="801535" y="68859"/>
                </a:cubicBezTo>
                <a:moveTo>
                  <a:pt x="785262" y="57024"/>
                </a:moveTo>
                <a:cubicBezTo>
                  <a:pt x="785306" y="56175"/>
                  <a:pt x="785329" y="55527"/>
                  <a:pt x="785329" y="55082"/>
                </a:cubicBezTo>
                <a:cubicBezTo>
                  <a:pt x="785329" y="49812"/>
                  <a:pt x="784141" y="45859"/>
                  <a:pt x="781765" y="43224"/>
                </a:cubicBezTo>
                <a:cubicBezTo>
                  <a:pt x="779389" y="40588"/>
                  <a:pt x="776206" y="39271"/>
                  <a:pt x="772216" y="39271"/>
                </a:cubicBezTo>
                <a:cubicBezTo>
                  <a:pt x="768226" y="39271"/>
                  <a:pt x="764651" y="40767"/>
                  <a:pt x="761491" y="43760"/>
                </a:cubicBezTo>
                <a:cubicBezTo>
                  <a:pt x="758330" y="46752"/>
                  <a:pt x="756190" y="51173"/>
                  <a:pt x="755069" y="57024"/>
                </a:cubicBezTo>
                <a:lnTo>
                  <a:pt x="785262" y="57024"/>
                </a:lnTo>
                <a:close/>
                <a:moveTo>
                  <a:pt x="806025" y="78561"/>
                </a:moveTo>
                <a:lnTo>
                  <a:pt x="824719" y="75583"/>
                </a:lnTo>
                <a:cubicBezTo>
                  <a:pt x="826378" y="79552"/>
                  <a:pt x="828440" y="82360"/>
                  <a:pt x="830906" y="84008"/>
                </a:cubicBezTo>
                <a:cubicBezTo>
                  <a:pt x="833371" y="85654"/>
                  <a:pt x="836734" y="86477"/>
                  <a:pt x="840992" y="86477"/>
                </a:cubicBezTo>
                <a:cubicBezTo>
                  <a:pt x="845386" y="86477"/>
                  <a:pt x="848905" y="85493"/>
                  <a:pt x="851550" y="83526"/>
                </a:cubicBezTo>
                <a:cubicBezTo>
                  <a:pt x="853388" y="82184"/>
                  <a:pt x="854307" y="80552"/>
                  <a:pt x="854307" y="78630"/>
                </a:cubicBezTo>
                <a:cubicBezTo>
                  <a:pt x="854307" y="77333"/>
                  <a:pt x="853836" y="76167"/>
                  <a:pt x="852895" y="75133"/>
                </a:cubicBezTo>
                <a:cubicBezTo>
                  <a:pt x="851908" y="74146"/>
                  <a:pt x="849241" y="72933"/>
                  <a:pt x="844893" y="71496"/>
                </a:cubicBezTo>
                <a:cubicBezTo>
                  <a:pt x="833237" y="67633"/>
                  <a:pt x="826019" y="64580"/>
                  <a:pt x="823240" y="62336"/>
                </a:cubicBezTo>
                <a:cubicBezTo>
                  <a:pt x="818891" y="58832"/>
                  <a:pt x="816717" y="54251"/>
                  <a:pt x="816717" y="48593"/>
                </a:cubicBezTo>
                <a:cubicBezTo>
                  <a:pt x="816717" y="42934"/>
                  <a:pt x="818824" y="38061"/>
                  <a:pt x="823038" y="33973"/>
                </a:cubicBezTo>
                <a:cubicBezTo>
                  <a:pt x="828911" y="28270"/>
                  <a:pt x="837630" y="25419"/>
                  <a:pt x="849196" y="25419"/>
                </a:cubicBezTo>
                <a:cubicBezTo>
                  <a:pt x="858386" y="25419"/>
                  <a:pt x="865335" y="27100"/>
                  <a:pt x="870042" y="30462"/>
                </a:cubicBezTo>
                <a:cubicBezTo>
                  <a:pt x="874749" y="33824"/>
                  <a:pt x="877730" y="38374"/>
                  <a:pt x="878986" y="44113"/>
                </a:cubicBezTo>
                <a:lnTo>
                  <a:pt x="861166" y="47206"/>
                </a:lnTo>
                <a:cubicBezTo>
                  <a:pt x="860224" y="44606"/>
                  <a:pt x="858700" y="42656"/>
                  <a:pt x="856593" y="41356"/>
                </a:cubicBezTo>
                <a:cubicBezTo>
                  <a:pt x="853724" y="39607"/>
                  <a:pt x="850272" y="38733"/>
                  <a:pt x="846238" y="38733"/>
                </a:cubicBezTo>
                <a:cubicBezTo>
                  <a:pt x="842203" y="38733"/>
                  <a:pt x="839300" y="39408"/>
                  <a:pt x="837529" y="40759"/>
                </a:cubicBezTo>
                <a:cubicBezTo>
                  <a:pt x="835759" y="42109"/>
                  <a:pt x="834873" y="43663"/>
                  <a:pt x="834873" y="45420"/>
                </a:cubicBezTo>
                <a:cubicBezTo>
                  <a:pt x="834873" y="47220"/>
                  <a:pt x="835770" y="48704"/>
                  <a:pt x="837563" y="49872"/>
                </a:cubicBezTo>
                <a:cubicBezTo>
                  <a:pt x="838684" y="50591"/>
                  <a:pt x="842292" y="51848"/>
                  <a:pt x="848389" y="53644"/>
                </a:cubicBezTo>
                <a:cubicBezTo>
                  <a:pt x="857804" y="56385"/>
                  <a:pt x="864102" y="59079"/>
                  <a:pt x="867285" y="61729"/>
                </a:cubicBezTo>
                <a:cubicBezTo>
                  <a:pt x="871768" y="65456"/>
                  <a:pt x="874010" y="69948"/>
                  <a:pt x="874010" y="75203"/>
                </a:cubicBezTo>
                <a:cubicBezTo>
                  <a:pt x="874010" y="81983"/>
                  <a:pt x="871163" y="87866"/>
                  <a:pt x="865470" y="92852"/>
                </a:cubicBezTo>
                <a:cubicBezTo>
                  <a:pt x="859776" y="97837"/>
                  <a:pt x="851752" y="100329"/>
                  <a:pt x="841396" y="100329"/>
                </a:cubicBezTo>
                <a:cubicBezTo>
                  <a:pt x="831085" y="100329"/>
                  <a:pt x="823117" y="98425"/>
                  <a:pt x="817490" y="94618"/>
                </a:cubicBezTo>
                <a:cubicBezTo>
                  <a:pt x="811864" y="90808"/>
                  <a:pt x="808043" y="85456"/>
                  <a:pt x="806025" y="78561"/>
                </a:cubicBezTo>
                <a:close/>
                <a:moveTo>
                  <a:pt x="928119" y="41557"/>
                </a:moveTo>
                <a:lnTo>
                  <a:pt x="931078" y="27167"/>
                </a:lnTo>
                <a:lnTo>
                  <a:pt x="940572" y="27167"/>
                </a:lnTo>
                <a:lnTo>
                  <a:pt x="942917" y="15735"/>
                </a:lnTo>
                <a:lnTo>
                  <a:pt x="964969" y="2421"/>
                </a:lnTo>
                <a:lnTo>
                  <a:pt x="959871" y="27167"/>
                </a:lnTo>
                <a:lnTo>
                  <a:pt x="971559" y="27167"/>
                </a:lnTo>
                <a:lnTo>
                  <a:pt x="968601" y="41557"/>
                </a:lnTo>
                <a:lnTo>
                  <a:pt x="956906" y="41557"/>
                </a:lnTo>
                <a:lnTo>
                  <a:pt x="950512" y="71490"/>
                </a:lnTo>
                <a:cubicBezTo>
                  <a:pt x="949391" y="76907"/>
                  <a:pt x="948831" y="79996"/>
                  <a:pt x="948831" y="80757"/>
                </a:cubicBezTo>
                <a:cubicBezTo>
                  <a:pt x="948831" y="82238"/>
                  <a:pt x="949301" y="83393"/>
                  <a:pt x="950243" y="84224"/>
                </a:cubicBezTo>
                <a:cubicBezTo>
                  <a:pt x="951184" y="85053"/>
                  <a:pt x="952888" y="85468"/>
                  <a:pt x="955353" y="85468"/>
                </a:cubicBezTo>
                <a:cubicBezTo>
                  <a:pt x="956205" y="85468"/>
                  <a:pt x="958334" y="85311"/>
                  <a:pt x="961742" y="84997"/>
                </a:cubicBezTo>
                <a:lnTo>
                  <a:pt x="958716" y="99320"/>
                </a:lnTo>
                <a:cubicBezTo>
                  <a:pt x="955398" y="99993"/>
                  <a:pt x="951991" y="100329"/>
                  <a:pt x="948494" y="100329"/>
                </a:cubicBezTo>
                <a:cubicBezTo>
                  <a:pt x="941680" y="100329"/>
                  <a:pt x="936727" y="99012"/>
                  <a:pt x="933633" y="96379"/>
                </a:cubicBezTo>
                <a:cubicBezTo>
                  <a:pt x="930540" y="93743"/>
                  <a:pt x="928993" y="90084"/>
                  <a:pt x="928993" y="85401"/>
                </a:cubicBezTo>
                <a:cubicBezTo>
                  <a:pt x="928993" y="83204"/>
                  <a:pt x="929823" y="78138"/>
                  <a:pt x="931481" y="70201"/>
                </a:cubicBezTo>
                <a:lnTo>
                  <a:pt x="937712" y="41557"/>
                </a:lnTo>
                <a:lnTo>
                  <a:pt x="928119" y="41557"/>
                </a:lnTo>
                <a:close/>
                <a:moveTo>
                  <a:pt x="988752" y="98581"/>
                </a:moveTo>
                <a:lnTo>
                  <a:pt x="969453" y="98581"/>
                </a:lnTo>
                <a:lnTo>
                  <a:pt x="990097" y="0"/>
                </a:lnTo>
                <a:lnTo>
                  <a:pt x="1009396" y="0"/>
                </a:lnTo>
                <a:lnTo>
                  <a:pt x="1001999" y="35110"/>
                </a:lnTo>
                <a:cubicBezTo>
                  <a:pt x="1006348" y="31676"/>
                  <a:pt x="1010405" y="29203"/>
                  <a:pt x="1014170" y="27690"/>
                </a:cubicBezTo>
                <a:cubicBezTo>
                  <a:pt x="1017936" y="26176"/>
                  <a:pt x="1021971" y="25419"/>
                  <a:pt x="1026274" y="25419"/>
                </a:cubicBezTo>
                <a:cubicBezTo>
                  <a:pt x="1032057" y="25419"/>
                  <a:pt x="1036630" y="27084"/>
                  <a:pt x="1039992" y="30416"/>
                </a:cubicBezTo>
                <a:cubicBezTo>
                  <a:pt x="1043355" y="33747"/>
                  <a:pt x="1045036" y="38114"/>
                  <a:pt x="1045036" y="43518"/>
                </a:cubicBezTo>
                <a:cubicBezTo>
                  <a:pt x="1045036" y="46379"/>
                  <a:pt x="1044408" y="50813"/>
                  <a:pt x="1043153" y="56822"/>
                </a:cubicBezTo>
                <a:lnTo>
                  <a:pt x="1034411" y="98581"/>
                </a:lnTo>
                <a:lnTo>
                  <a:pt x="1015112" y="98581"/>
                </a:lnTo>
                <a:lnTo>
                  <a:pt x="1024055" y="55996"/>
                </a:lnTo>
                <a:cubicBezTo>
                  <a:pt x="1024997" y="51394"/>
                  <a:pt x="1025467" y="48443"/>
                  <a:pt x="1025467" y="47143"/>
                </a:cubicBezTo>
                <a:cubicBezTo>
                  <a:pt x="1025467" y="44765"/>
                  <a:pt x="1024728" y="42859"/>
                  <a:pt x="1023248" y="41425"/>
                </a:cubicBezTo>
                <a:cubicBezTo>
                  <a:pt x="1021769" y="39989"/>
                  <a:pt x="1019752" y="39271"/>
                  <a:pt x="1017196" y="39271"/>
                </a:cubicBezTo>
                <a:cubicBezTo>
                  <a:pt x="1013969" y="39271"/>
                  <a:pt x="1010875" y="40392"/>
                  <a:pt x="1007917" y="42633"/>
                </a:cubicBezTo>
                <a:cubicBezTo>
                  <a:pt x="1004061" y="45592"/>
                  <a:pt x="1001125" y="49223"/>
                  <a:pt x="999107" y="53527"/>
                </a:cubicBezTo>
                <a:cubicBezTo>
                  <a:pt x="997987" y="55904"/>
                  <a:pt x="996507" y="61486"/>
                  <a:pt x="994669" y="70273"/>
                </a:cubicBezTo>
                <a:lnTo>
                  <a:pt x="988752" y="98581"/>
                </a:lnTo>
                <a:close/>
                <a:moveTo>
                  <a:pt x="1080578" y="47340"/>
                </a:moveTo>
                <a:lnTo>
                  <a:pt x="1061749" y="45739"/>
                </a:lnTo>
                <a:cubicBezTo>
                  <a:pt x="1063901" y="39369"/>
                  <a:pt x="1067656" y="34390"/>
                  <a:pt x="1073013" y="30802"/>
                </a:cubicBezTo>
                <a:cubicBezTo>
                  <a:pt x="1078370" y="27213"/>
                  <a:pt x="1085464" y="25419"/>
                  <a:pt x="1094296" y="25419"/>
                </a:cubicBezTo>
                <a:cubicBezTo>
                  <a:pt x="1103486" y="25419"/>
                  <a:pt x="1110278" y="27270"/>
                  <a:pt x="1114671" y="30973"/>
                </a:cubicBezTo>
                <a:cubicBezTo>
                  <a:pt x="1119064" y="34674"/>
                  <a:pt x="1121261" y="39194"/>
                  <a:pt x="1121261" y="44533"/>
                </a:cubicBezTo>
                <a:cubicBezTo>
                  <a:pt x="1121261" y="46687"/>
                  <a:pt x="1121070" y="48977"/>
                  <a:pt x="1120689" y="51400"/>
                </a:cubicBezTo>
                <a:cubicBezTo>
                  <a:pt x="1120308" y="53822"/>
                  <a:pt x="1118975" y="60194"/>
                  <a:pt x="1116688" y="70515"/>
                </a:cubicBezTo>
                <a:cubicBezTo>
                  <a:pt x="1114805" y="79039"/>
                  <a:pt x="1113864" y="85007"/>
                  <a:pt x="1113864" y="88418"/>
                </a:cubicBezTo>
                <a:cubicBezTo>
                  <a:pt x="1113864" y="91470"/>
                  <a:pt x="1114402" y="94857"/>
                  <a:pt x="1115478" y="98581"/>
                </a:cubicBezTo>
                <a:lnTo>
                  <a:pt x="1096717" y="98581"/>
                </a:lnTo>
                <a:cubicBezTo>
                  <a:pt x="1095955" y="95981"/>
                  <a:pt x="1095484" y="93291"/>
                  <a:pt x="1095305" y="90511"/>
                </a:cubicBezTo>
                <a:cubicBezTo>
                  <a:pt x="1092480" y="93649"/>
                  <a:pt x="1089230" y="96070"/>
                  <a:pt x="1085554" y="97774"/>
                </a:cubicBezTo>
                <a:cubicBezTo>
                  <a:pt x="1081878" y="99477"/>
                  <a:pt x="1078180" y="100329"/>
                  <a:pt x="1074459" y="100329"/>
                </a:cubicBezTo>
                <a:cubicBezTo>
                  <a:pt x="1068541" y="100329"/>
                  <a:pt x="1063655" y="98387"/>
                  <a:pt x="1059799" y="94504"/>
                </a:cubicBezTo>
                <a:cubicBezTo>
                  <a:pt x="1055944" y="90621"/>
                  <a:pt x="1054016" y="85626"/>
                  <a:pt x="1054016" y="79521"/>
                </a:cubicBezTo>
                <a:cubicBezTo>
                  <a:pt x="1054016" y="72697"/>
                  <a:pt x="1056134" y="67243"/>
                  <a:pt x="1060371" y="63158"/>
                </a:cubicBezTo>
                <a:cubicBezTo>
                  <a:pt x="1064607" y="59072"/>
                  <a:pt x="1072172" y="56603"/>
                  <a:pt x="1083066" y="55750"/>
                </a:cubicBezTo>
                <a:cubicBezTo>
                  <a:pt x="1092256" y="54987"/>
                  <a:pt x="1098398" y="54066"/>
                  <a:pt x="1101491" y="52989"/>
                </a:cubicBezTo>
                <a:cubicBezTo>
                  <a:pt x="1102298" y="50299"/>
                  <a:pt x="1102701" y="48147"/>
                  <a:pt x="1102701" y="46533"/>
                </a:cubicBezTo>
                <a:cubicBezTo>
                  <a:pt x="1102701" y="44471"/>
                  <a:pt x="1101872" y="42745"/>
                  <a:pt x="1100213" y="41356"/>
                </a:cubicBezTo>
                <a:cubicBezTo>
                  <a:pt x="1098555" y="39966"/>
                  <a:pt x="1096089" y="39271"/>
                  <a:pt x="1092816" y="39271"/>
                </a:cubicBezTo>
                <a:cubicBezTo>
                  <a:pt x="1089365" y="39271"/>
                  <a:pt x="1086641" y="39971"/>
                  <a:pt x="1084646" y="41372"/>
                </a:cubicBezTo>
                <a:cubicBezTo>
                  <a:pt x="1082651" y="42772"/>
                  <a:pt x="1081295" y="44761"/>
                  <a:pt x="1080578" y="47340"/>
                </a:cubicBezTo>
                <a:moveTo>
                  <a:pt x="1098936" y="65227"/>
                </a:moveTo>
                <a:cubicBezTo>
                  <a:pt x="1097770" y="65543"/>
                  <a:pt x="1096224" y="65835"/>
                  <a:pt x="1094296" y="66104"/>
                </a:cubicBezTo>
                <a:cubicBezTo>
                  <a:pt x="1084613" y="67273"/>
                  <a:pt x="1078292" y="68983"/>
                  <a:pt x="1075333" y="71231"/>
                </a:cubicBezTo>
                <a:cubicBezTo>
                  <a:pt x="1073226" y="72851"/>
                  <a:pt x="1072172" y="75033"/>
                  <a:pt x="1072172" y="77777"/>
                </a:cubicBezTo>
                <a:cubicBezTo>
                  <a:pt x="1072172" y="80025"/>
                  <a:pt x="1072979" y="81926"/>
                  <a:pt x="1074593" y="83478"/>
                </a:cubicBezTo>
                <a:cubicBezTo>
                  <a:pt x="1076207" y="85029"/>
                  <a:pt x="1078336" y="85804"/>
                  <a:pt x="1080981" y="85804"/>
                </a:cubicBezTo>
                <a:cubicBezTo>
                  <a:pt x="1083895" y="85804"/>
                  <a:pt x="1086641" y="85096"/>
                  <a:pt x="1089219" y="83680"/>
                </a:cubicBezTo>
                <a:cubicBezTo>
                  <a:pt x="1091797" y="82262"/>
                  <a:pt x="1093724" y="80440"/>
                  <a:pt x="1095002" y="78214"/>
                </a:cubicBezTo>
                <a:cubicBezTo>
                  <a:pt x="1096280" y="75988"/>
                  <a:pt x="1097412" y="72514"/>
                  <a:pt x="1098398" y="67791"/>
                </a:cubicBezTo>
                <a:lnTo>
                  <a:pt x="1098936" y="65227"/>
                </a:lnTo>
                <a:close/>
                <a:moveTo>
                  <a:pt x="1134695" y="41557"/>
                </a:moveTo>
                <a:lnTo>
                  <a:pt x="1137654" y="27167"/>
                </a:lnTo>
                <a:lnTo>
                  <a:pt x="1147148" y="27167"/>
                </a:lnTo>
                <a:lnTo>
                  <a:pt x="1149493" y="15735"/>
                </a:lnTo>
                <a:lnTo>
                  <a:pt x="1171545" y="2421"/>
                </a:lnTo>
                <a:lnTo>
                  <a:pt x="1166447" y="27167"/>
                </a:lnTo>
                <a:lnTo>
                  <a:pt x="1178135" y="27167"/>
                </a:lnTo>
                <a:lnTo>
                  <a:pt x="1175176" y="41557"/>
                </a:lnTo>
                <a:lnTo>
                  <a:pt x="1163482" y="41557"/>
                </a:lnTo>
                <a:lnTo>
                  <a:pt x="1157088" y="71490"/>
                </a:lnTo>
                <a:cubicBezTo>
                  <a:pt x="1155967" y="76907"/>
                  <a:pt x="1155406" y="79996"/>
                  <a:pt x="1155406" y="80757"/>
                </a:cubicBezTo>
                <a:cubicBezTo>
                  <a:pt x="1155406" y="82238"/>
                  <a:pt x="1155877" y="83393"/>
                  <a:pt x="1156819" y="84224"/>
                </a:cubicBezTo>
                <a:cubicBezTo>
                  <a:pt x="1157760" y="85053"/>
                  <a:pt x="1159463" y="85468"/>
                  <a:pt x="1161929" y="85468"/>
                </a:cubicBezTo>
                <a:cubicBezTo>
                  <a:pt x="1162781" y="85468"/>
                  <a:pt x="1164910" y="85311"/>
                  <a:pt x="1168317" y="84997"/>
                </a:cubicBezTo>
                <a:lnTo>
                  <a:pt x="1165291" y="99320"/>
                </a:lnTo>
                <a:cubicBezTo>
                  <a:pt x="1161974" y="99993"/>
                  <a:pt x="1158567" y="100329"/>
                  <a:pt x="1155070" y="100329"/>
                </a:cubicBezTo>
                <a:cubicBezTo>
                  <a:pt x="1148256" y="100329"/>
                  <a:pt x="1143302" y="99012"/>
                  <a:pt x="1140209" y="96379"/>
                </a:cubicBezTo>
                <a:cubicBezTo>
                  <a:pt x="1137116" y="93743"/>
                  <a:pt x="1135569" y="90084"/>
                  <a:pt x="1135569" y="85401"/>
                </a:cubicBezTo>
                <a:cubicBezTo>
                  <a:pt x="1135569" y="83204"/>
                  <a:pt x="1136399" y="78138"/>
                  <a:pt x="1138057" y="70201"/>
                </a:cubicBezTo>
                <a:lnTo>
                  <a:pt x="1144288" y="41557"/>
                </a:lnTo>
                <a:lnTo>
                  <a:pt x="1134695" y="415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reproducebugs">
            <a:extLst xmlns:a="http://schemas.openxmlformats.org/drawingml/2006/main">
              <a:ext uri="{FF2B5EF4-FFF2-40B4-BE49-F238E27FC236}">
                <a16:creationId xmlns:a16="http://schemas.microsoft.com/office/drawing/2014/main" id="{D94A0D87-AD86-4C01-B92D-45DAE2DB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29" y="5295349"/>
            <a:ext cx="1035569" cy="127631"/>
          </a:xfrm>
          <a:custGeom xmlns:a="http://schemas.openxmlformats.org/drawingml/2006/main">
            <a:pathLst>
              <a:path w="1035569" h="127631">
                <a:moveTo>
                  <a:pt x="14928" y="27167"/>
                </a:moveTo>
                <a:lnTo>
                  <a:pt x="32950" y="27167"/>
                </a:lnTo>
                <a:lnTo>
                  <a:pt x="30058" y="40990"/>
                </a:lnTo>
                <a:cubicBezTo>
                  <a:pt x="36783" y="30609"/>
                  <a:pt x="44068" y="25419"/>
                  <a:pt x="51913" y="25419"/>
                </a:cubicBezTo>
                <a:cubicBezTo>
                  <a:pt x="54692" y="25419"/>
                  <a:pt x="57674" y="26113"/>
                  <a:pt x="60856" y="27503"/>
                </a:cubicBezTo>
                <a:lnTo>
                  <a:pt x="53460" y="43306"/>
                </a:lnTo>
                <a:cubicBezTo>
                  <a:pt x="51711" y="42678"/>
                  <a:pt x="49851" y="42364"/>
                  <a:pt x="47878" y="42364"/>
                </a:cubicBezTo>
                <a:cubicBezTo>
                  <a:pt x="44561" y="42364"/>
                  <a:pt x="41187" y="43622"/>
                  <a:pt x="37758" y="46138"/>
                </a:cubicBezTo>
                <a:cubicBezTo>
                  <a:pt x="34328" y="48653"/>
                  <a:pt x="31650" y="52010"/>
                  <a:pt x="29722" y="56210"/>
                </a:cubicBezTo>
                <a:cubicBezTo>
                  <a:pt x="27794" y="60409"/>
                  <a:pt x="25889" y="67068"/>
                  <a:pt x="24006" y="76186"/>
                </a:cubicBez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124164" y="68859"/>
                </a:moveTo>
                <a:lnTo>
                  <a:pt x="75748" y="68859"/>
                </a:lnTo>
                <a:cubicBezTo>
                  <a:pt x="75703" y="69621"/>
                  <a:pt x="75680" y="70203"/>
                  <a:pt x="75680" y="70607"/>
                </a:cubicBezTo>
                <a:cubicBezTo>
                  <a:pt x="75680" y="75359"/>
                  <a:pt x="77036" y="79192"/>
                  <a:pt x="79749" y="82106"/>
                </a:cubicBezTo>
                <a:cubicBezTo>
                  <a:pt x="82461" y="85020"/>
                  <a:pt x="85767" y="86477"/>
                  <a:pt x="89667" y="86477"/>
                </a:cubicBezTo>
                <a:cubicBezTo>
                  <a:pt x="96078" y="86477"/>
                  <a:pt x="101076" y="83159"/>
                  <a:pt x="104663" y="76525"/>
                </a:cubicBezTo>
                <a:lnTo>
                  <a:pt x="121945" y="79483"/>
                </a:lnTo>
                <a:cubicBezTo>
                  <a:pt x="118582" y="86432"/>
                  <a:pt x="114088" y="91643"/>
                  <a:pt x="108462" y="95118"/>
                </a:cubicBezTo>
                <a:cubicBezTo>
                  <a:pt x="102836" y="98592"/>
                  <a:pt x="96526" y="100329"/>
                  <a:pt x="89533" y="100329"/>
                </a:cubicBezTo>
                <a:cubicBezTo>
                  <a:pt x="79939" y="100329"/>
                  <a:pt x="72139" y="97286"/>
                  <a:pt x="66132" y="91201"/>
                </a:cubicBezTo>
                <a:cubicBezTo>
                  <a:pt x="60124" y="85115"/>
                  <a:pt x="57121" y="77065"/>
                  <a:pt x="57121" y="67051"/>
                </a:cubicBezTo>
                <a:cubicBezTo>
                  <a:pt x="57121" y="57260"/>
                  <a:pt x="59833" y="48547"/>
                  <a:pt x="65257" y="40912"/>
                </a:cubicBezTo>
                <a:cubicBezTo>
                  <a:pt x="72654" y="30583"/>
                  <a:pt x="83212" y="25419"/>
                  <a:pt x="96930" y="25419"/>
                </a:cubicBezTo>
                <a:cubicBezTo>
                  <a:pt x="105671" y="25419"/>
                  <a:pt x="112620" y="28124"/>
                  <a:pt x="117776" y="33534"/>
                </a:cubicBezTo>
                <a:cubicBezTo>
                  <a:pt x="122931" y="38945"/>
                  <a:pt x="125509" y="46521"/>
                  <a:pt x="125509" y="56265"/>
                </a:cubicBezTo>
                <a:cubicBezTo>
                  <a:pt x="125509" y="60934"/>
                  <a:pt x="125060" y="65132"/>
                  <a:pt x="124164" y="68859"/>
                </a:cubicBezTo>
                <a:moveTo>
                  <a:pt x="107891" y="57024"/>
                </a:moveTo>
                <a:cubicBezTo>
                  <a:pt x="107935" y="56175"/>
                  <a:pt x="107958" y="55527"/>
                  <a:pt x="107958" y="55082"/>
                </a:cubicBezTo>
                <a:cubicBezTo>
                  <a:pt x="107958" y="49812"/>
                  <a:pt x="106770" y="45859"/>
                  <a:pt x="104394" y="43224"/>
                </a:cubicBezTo>
                <a:cubicBezTo>
                  <a:pt x="102018" y="40588"/>
                  <a:pt x="98835" y="39271"/>
                  <a:pt x="94845" y="39271"/>
                </a:cubicBezTo>
                <a:cubicBezTo>
                  <a:pt x="90855" y="39271"/>
                  <a:pt x="87280" y="40767"/>
                  <a:pt x="84120" y="43760"/>
                </a:cubicBezTo>
                <a:cubicBezTo>
                  <a:pt x="80959" y="46752"/>
                  <a:pt x="78818" y="51173"/>
                  <a:pt x="77698" y="57024"/>
                </a:cubicBezTo>
                <a:lnTo>
                  <a:pt x="107891" y="57024"/>
                </a:lnTo>
                <a:close/>
                <a:moveTo>
                  <a:pt x="145465" y="27167"/>
                </a:moveTo>
                <a:lnTo>
                  <a:pt x="163756" y="27167"/>
                </a:lnTo>
                <a:lnTo>
                  <a:pt x="162209" y="34513"/>
                </a:lnTo>
                <a:cubicBezTo>
                  <a:pt x="166109" y="31256"/>
                  <a:pt x="169763" y="28926"/>
                  <a:pt x="173170" y="27524"/>
                </a:cubicBezTo>
                <a:cubicBezTo>
                  <a:pt x="176577" y="26120"/>
                  <a:pt x="180231" y="25419"/>
                  <a:pt x="184131" y="25419"/>
                </a:cubicBezTo>
                <a:cubicBezTo>
                  <a:pt x="191618" y="25419"/>
                  <a:pt x="197636" y="28001"/>
                  <a:pt x="202186" y="33166"/>
                </a:cubicBezTo>
                <a:cubicBezTo>
                  <a:pt x="206736" y="38330"/>
                  <a:pt x="209012" y="46032"/>
                  <a:pt x="209012" y="56271"/>
                </a:cubicBezTo>
                <a:cubicBezTo>
                  <a:pt x="209012" y="69161"/>
                  <a:pt x="205089" y="80052"/>
                  <a:pt x="197244" y="88944"/>
                </a:cubicBezTo>
                <a:cubicBezTo>
                  <a:pt x="190519" y="96534"/>
                  <a:pt x="182562" y="100329"/>
                  <a:pt x="173372" y="100329"/>
                </a:cubicBezTo>
                <a:cubicBezTo>
                  <a:pt x="163913" y="100329"/>
                  <a:pt x="156762" y="96514"/>
                  <a:pt x="151921" y="88885"/>
                </a:cubicBezTo>
                <a:lnTo>
                  <a:pt x="144188" y="125882"/>
                </a:lnTo>
                <a:lnTo>
                  <a:pt x="124888" y="125882"/>
                </a:lnTo>
                <a:lnTo>
                  <a:pt x="145465" y="27167"/>
                </a:lnTo>
                <a:moveTo>
                  <a:pt x="157099" y="68102"/>
                </a:moveTo>
                <a:cubicBezTo>
                  <a:pt x="157099" y="73709"/>
                  <a:pt x="158455" y="78061"/>
                  <a:pt x="161167" y="81158"/>
                </a:cubicBezTo>
                <a:cubicBezTo>
                  <a:pt x="163879" y="84256"/>
                  <a:pt x="167073" y="85804"/>
                  <a:pt x="170749" y="85804"/>
                </a:cubicBezTo>
                <a:cubicBezTo>
                  <a:pt x="173932" y="85804"/>
                  <a:pt x="177003" y="84646"/>
                  <a:pt x="179962" y="82331"/>
                </a:cubicBezTo>
                <a:cubicBezTo>
                  <a:pt x="182921" y="80015"/>
                  <a:pt x="185375" y="76171"/>
                  <a:pt x="187325" y="70798"/>
                </a:cubicBezTo>
                <a:cubicBezTo>
                  <a:pt x="189275" y="65426"/>
                  <a:pt x="190250" y="60447"/>
                  <a:pt x="190250" y="55861"/>
                </a:cubicBezTo>
                <a:cubicBezTo>
                  <a:pt x="190250" y="50511"/>
                  <a:pt x="188973" y="46409"/>
                  <a:pt x="186417" y="43554"/>
                </a:cubicBezTo>
                <a:cubicBezTo>
                  <a:pt x="183862" y="40698"/>
                  <a:pt x="180612" y="39271"/>
                  <a:pt x="176667" y="39271"/>
                </a:cubicBezTo>
                <a:cubicBezTo>
                  <a:pt x="172991" y="39271"/>
                  <a:pt x="169640" y="40581"/>
                  <a:pt x="166614" y="43203"/>
                </a:cubicBezTo>
                <a:cubicBezTo>
                  <a:pt x="163588" y="45824"/>
                  <a:pt x="161245" y="49677"/>
                  <a:pt x="159587" y="54762"/>
                </a:cubicBezTo>
                <a:cubicBezTo>
                  <a:pt x="157928" y="59848"/>
                  <a:pt x="157099" y="64294"/>
                  <a:pt x="157099" y="68102"/>
                </a:cubicBezTo>
                <a:close/>
                <a:moveTo>
                  <a:pt x="229155" y="27167"/>
                </a:moveTo>
                <a:lnTo>
                  <a:pt x="247177" y="27167"/>
                </a:lnTo>
                <a:lnTo>
                  <a:pt x="244285" y="40990"/>
                </a:lnTo>
                <a:cubicBezTo>
                  <a:pt x="251010" y="30609"/>
                  <a:pt x="258295" y="25419"/>
                  <a:pt x="266140" y="25419"/>
                </a:cubicBezTo>
                <a:cubicBezTo>
                  <a:pt x="268919" y="25419"/>
                  <a:pt x="271900" y="26113"/>
                  <a:pt x="275083" y="27503"/>
                </a:cubicBezTo>
                <a:lnTo>
                  <a:pt x="267686" y="43306"/>
                </a:lnTo>
                <a:cubicBezTo>
                  <a:pt x="265938" y="42678"/>
                  <a:pt x="264078" y="42364"/>
                  <a:pt x="262105" y="42364"/>
                </a:cubicBezTo>
                <a:cubicBezTo>
                  <a:pt x="258788" y="42364"/>
                  <a:pt x="255414" y="43622"/>
                  <a:pt x="251985" y="46138"/>
                </a:cubicBezTo>
                <a:cubicBezTo>
                  <a:pt x="248555" y="48653"/>
                  <a:pt x="245877" y="52010"/>
                  <a:pt x="243949" y="56210"/>
                </a:cubicBezTo>
                <a:cubicBezTo>
                  <a:pt x="242021" y="60409"/>
                  <a:pt x="240116" y="67068"/>
                  <a:pt x="238233" y="76186"/>
                </a:cubicBezTo>
                <a:lnTo>
                  <a:pt x="233526" y="98581"/>
                </a:lnTo>
                <a:lnTo>
                  <a:pt x="214227" y="98581"/>
                </a:lnTo>
                <a:lnTo>
                  <a:pt x="229155" y="27167"/>
                </a:lnTo>
                <a:close/>
                <a:moveTo>
                  <a:pt x="271684" y="68936"/>
                </a:moveTo>
                <a:cubicBezTo>
                  <a:pt x="271684" y="55688"/>
                  <a:pt x="275416" y="45123"/>
                  <a:pt x="282880" y="37241"/>
                </a:cubicBezTo>
                <a:cubicBezTo>
                  <a:pt x="290344" y="29359"/>
                  <a:pt x="300151" y="25419"/>
                  <a:pt x="312299" y="25419"/>
                </a:cubicBezTo>
                <a:cubicBezTo>
                  <a:pt x="322834" y="25419"/>
                  <a:pt x="331061" y="28327"/>
                  <a:pt x="336978" y="34144"/>
                </a:cubicBezTo>
                <a:cubicBezTo>
                  <a:pt x="342896" y="39959"/>
                  <a:pt x="345855" y="47784"/>
                  <a:pt x="345855" y="57620"/>
                </a:cubicBezTo>
                <a:cubicBezTo>
                  <a:pt x="345855" y="69206"/>
                  <a:pt x="342156" y="79221"/>
                  <a:pt x="334759" y="87664"/>
                </a:cubicBezTo>
                <a:cubicBezTo>
                  <a:pt x="327362" y="96107"/>
                  <a:pt x="317455" y="100329"/>
                  <a:pt x="305037" y="100329"/>
                </a:cubicBezTo>
                <a:cubicBezTo>
                  <a:pt x="298313" y="100329"/>
                  <a:pt x="292350" y="98982"/>
                  <a:pt x="287150" y="96288"/>
                </a:cubicBezTo>
                <a:cubicBezTo>
                  <a:pt x="281950" y="93593"/>
                  <a:pt x="278072" y="89775"/>
                  <a:pt x="275517" y="84836"/>
                </a:cubicBezTo>
                <a:cubicBezTo>
                  <a:pt x="272961" y="79894"/>
                  <a:pt x="271684" y="74595"/>
                  <a:pt x="271684" y="68936"/>
                </a:cubicBezTo>
                <a:moveTo>
                  <a:pt x="326690" y="55118"/>
                </a:moveTo>
                <a:cubicBezTo>
                  <a:pt x="326690" y="50532"/>
                  <a:pt x="325356" y="46857"/>
                  <a:pt x="322689" y="44092"/>
                </a:cubicBezTo>
                <a:cubicBezTo>
                  <a:pt x="320021" y="41326"/>
                  <a:pt x="316581" y="39943"/>
                  <a:pt x="312367" y="39943"/>
                </a:cubicBezTo>
                <a:cubicBezTo>
                  <a:pt x="308198" y="39943"/>
                  <a:pt x="304499" y="41236"/>
                  <a:pt x="301271" y="43823"/>
                </a:cubicBezTo>
                <a:cubicBezTo>
                  <a:pt x="298044" y="46407"/>
                  <a:pt x="295533" y="50162"/>
                  <a:pt x="293740" y="55086"/>
                </a:cubicBezTo>
                <a:cubicBezTo>
                  <a:pt x="291947" y="60009"/>
                  <a:pt x="291050" y="64538"/>
                  <a:pt x="291050" y="68674"/>
                </a:cubicBezTo>
                <a:cubicBezTo>
                  <a:pt x="291050" y="73800"/>
                  <a:pt x="292440" y="77869"/>
                  <a:pt x="295219" y="80883"/>
                </a:cubicBezTo>
                <a:cubicBezTo>
                  <a:pt x="297999" y="83895"/>
                  <a:pt x="301495" y="85401"/>
                  <a:pt x="305709" y="85401"/>
                </a:cubicBezTo>
                <a:cubicBezTo>
                  <a:pt x="310999" y="85401"/>
                  <a:pt x="315438" y="83130"/>
                  <a:pt x="319024" y="78588"/>
                </a:cubicBezTo>
                <a:cubicBezTo>
                  <a:pt x="324135" y="72159"/>
                  <a:pt x="326690" y="64336"/>
                  <a:pt x="326690" y="55118"/>
                </a:cubicBezTo>
                <a:close/>
                <a:moveTo>
                  <a:pt x="418987" y="98581"/>
                </a:moveTo>
                <a:lnTo>
                  <a:pt x="400696" y="98581"/>
                </a:lnTo>
                <a:lnTo>
                  <a:pt x="402310" y="90854"/>
                </a:lnTo>
                <a:cubicBezTo>
                  <a:pt x="398814" y="94239"/>
                  <a:pt x="395373" y="96664"/>
                  <a:pt x="391988" y="98131"/>
                </a:cubicBezTo>
                <a:cubicBezTo>
                  <a:pt x="388604" y="99596"/>
                  <a:pt x="384782" y="100329"/>
                  <a:pt x="380523" y="100329"/>
                </a:cubicBezTo>
                <a:cubicBezTo>
                  <a:pt x="373126" y="100329"/>
                  <a:pt x="367130" y="97803"/>
                  <a:pt x="362535" y="92751"/>
                </a:cubicBezTo>
                <a:cubicBezTo>
                  <a:pt x="357940" y="87698"/>
                  <a:pt x="355643" y="80231"/>
                  <a:pt x="355643" y="70351"/>
                </a:cubicBezTo>
                <a:cubicBezTo>
                  <a:pt x="355643" y="58899"/>
                  <a:pt x="358870" y="48548"/>
                  <a:pt x="365326" y="39296"/>
                </a:cubicBezTo>
                <a:cubicBezTo>
                  <a:pt x="371781" y="30044"/>
                  <a:pt x="380321" y="25419"/>
                  <a:pt x="390946" y="25419"/>
                </a:cubicBezTo>
                <a:cubicBezTo>
                  <a:pt x="400540" y="25419"/>
                  <a:pt x="407735" y="29229"/>
                  <a:pt x="412532" y="36850"/>
                </a:cubicBezTo>
                <a:lnTo>
                  <a:pt x="420265" y="0"/>
                </a:lnTo>
                <a:lnTo>
                  <a:pt x="439564" y="0"/>
                </a:lnTo>
                <a:lnTo>
                  <a:pt x="418987" y="98581"/>
                </a:lnTo>
                <a:moveTo>
                  <a:pt x="374404" y="69508"/>
                </a:moveTo>
                <a:cubicBezTo>
                  <a:pt x="374404" y="74626"/>
                  <a:pt x="375693" y="78621"/>
                  <a:pt x="378270" y="81494"/>
                </a:cubicBezTo>
                <a:cubicBezTo>
                  <a:pt x="380848" y="84368"/>
                  <a:pt x="384020" y="85804"/>
                  <a:pt x="387785" y="85804"/>
                </a:cubicBezTo>
                <a:cubicBezTo>
                  <a:pt x="391282" y="85804"/>
                  <a:pt x="394544" y="84604"/>
                  <a:pt x="397570" y="82202"/>
                </a:cubicBezTo>
                <a:cubicBezTo>
                  <a:pt x="400596" y="79800"/>
                  <a:pt x="403016" y="76129"/>
                  <a:pt x="404832" y="71191"/>
                </a:cubicBezTo>
                <a:cubicBezTo>
                  <a:pt x="406648" y="66253"/>
                  <a:pt x="407555" y="61516"/>
                  <a:pt x="407555" y="56982"/>
                </a:cubicBezTo>
                <a:cubicBezTo>
                  <a:pt x="407555" y="51819"/>
                  <a:pt x="406166" y="47644"/>
                  <a:pt x="403386" y="44457"/>
                </a:cubicBezTo>
                <a:cubicBezTo>
                  <a:pt x="400607" y="41269"/>
                  <a:pt x="397401" y="39674"/>
                  <a:pt x="393770" y="39674"/>
                </a:cubicBezTo>
                <a:cubicBezTo>
                  <a:pt x="388122" y="39674"/>
                  <a:pt x="383482" y="42817"/>
                  <a:pt x="379851" y="49103"/>
                </a:cubicBezTo>
                <a:cubicBezTo>
                  <a:pt x="376219" y="55388"/>
                  <a:pt x="374404" y="62189"/>
                  <a:pt x="374404" y="69508"/>
                </a:cubicBezTo>
                <a:close/>
                <a:moveTo>
                  <a:pt x="451974" y="27167"/>
                </a:moveTo>
                <a:lnTo>
                  <a:pt x="471273" y="27167"/>
                </a:lnTo>
                <a:lnTo>
                  <a:pt x="462464" y="69464"/>
                </a:lnTo>
                <a:cubicBezTo>
                  <a:pt x="461388" y="74530"/>
                  <a:pt x="460850" y="77690"/>
                  <a:pt x="460850" y="78945"/>
                </a:cubicBezTo>
                <a:cubicBezTo>
                  <a:pt x="460850" y="81007"/>
                  <a:pt x="461613" y="82778"/>
                  <a:pt x="463137" y="84258"/>
                </a:cubicBezTo>
                <a:cubicBezTo>
                  <a:pt x="464661" y="85737"/>
                  <a:pt x="466611" y="86477"/>
                  <a:pt x="468987" y="86477"/>
                </a:cubicBezTo>
                <a:cubicBezTo>
                  <a:pt x="470691" y="86477"/>
                  <a:pt x="472372" y="86152"/>
                  <a:pt x="474030" y="85504"/>
                </a:cubicBezTo>
                <a:cubicBezTo>
                  <a:pt x="475689" y="84854"/>
                  <a:pt x="477393" y="83868"/>
                  <a:pt x="479141" y="82547"/>
                </a:cubicBezTo>
                <a:cubicBezTo>
                  <a:pt x="480889" y="81225"/>
                  <a:pt x="482458" y="79712"/>
                  <a:pt x="483848" y="78010"/>
                </a:cubicBezTo>
                <a:cubicBezTo>
                  <a:pt x="485238" y="76308"/>
                  <a:pt x="486538" y="74069"/>
                  <a:pt x="487748" y="71292"/>
                </a:cubicBezTo>
                <a:cubicBezTo>
                  <a:pt x="488600" y="69231"/>
                  <a:pt x="489519" y="65870"/>
                  <a:pt x="490505" y="61207"/>
                </a:cubicBezTo>
                <a:lnTo>
                  <a:pt x="497633" y="27167"/>
                </a:lnTo>
                <a:lnTo>
                  <a:pt x="516933" y="27167"/>
                </a:lnTo>
                <a:lnTo>
                  <a:pt x="502004" y="98581"/>
                </a:lnTo>
                <a:lnTo>
                  <a:pt x="483983" y="98581"/>
                </a:lnTo>
                <a:lnTo>
                  <a:pt x="486000" y="88948"/>
                </a:lnTo>
                <a:cubicBezTo>
                  <a:pt x="478110" y="96535"/>
                  <a:pt x="469525" y="100329"/>
                  <a:pt x="460245" y="100329"/>
                </a:cubicBezTo>
                <a:cubicBezTo>
                  <a:pt x="454373" y="100329"/>
                  <a:pt x="449755" y="98642"/>
                  <a:pt x="446393" y="95269"/>
                </a:cubicBezTo>
                <a:cubicBezTo>
                  <a:pt x="443031" y="91894"/>
                  <a:pt x="441350" y="87372"/>
                  <a:pt x="441350" y="81702"/>
                </a:cubicBezTo>
                <a:cubicBezTo>
                  <a:pt x="441350" y="79237"/>
                  <a:pt x="442112" y="74328"/>
                  <a:pt x="443636" y="66976"/>
                </a:cubicBezTo>
                <a:lnTo>
                  <a:pt x="451974" y="27167"/>
                </a:lnTo>
                <a:close/>
                <a:moveTo>
                  <a:pt x="569757" y="71683"/>
                </a:moveTo>
                <a:lnTo>
                  <a:pt x="588518" y="74709"/>
                </a:lnTo>
                <a:cubicBezTo>
                  <a:pt x="585425" y="83070"/>
                  <a:pt x="580853" y="89430"/>
                  <a:pt x="574801" y="93790"/>
                </a:cubicBezTo>
                <a:cubicBezTo>
                  <a:pt x="568749" y="98149"/>
                  <a:pt x="561733" y="100329"/>
                  <a:pt x="553753" y="100329"/>
                </a:cubicBezTo>
                <a:cubicBezTo>
                  <a:pt x="544652" y="100329"/>
                  <a:pt x="537435" y="97612"/>
                  <a:pt x="532100" y="92178"/>
                </a:cubicBezTo>
                <a:cubicBezTo>
                  <a:pt x="526765" y="86744"/>
                  <a:pt x="524098" y="79266"/>
                  <a:pt x="524098" y="69745"/>
                </a:cubicBezTo>
                <a:cubicBezTo>
                  <a:pt x="524098" y="61976"/>
                  <a:pt x="525712" y="54633"/>
                  <a:pt x="528940" y="47716"/>
                </a:cubicBezTo>
                <a:cubicBezTo>
                  <a:pt x="532167" y="40800"/>
                  <a:pt x="537031" y="35355"/>
                  <a:pt x="543532" y="31380"/>
                </a:cubicBezTo>
                <a:cubicBezTo>
                  <a:pt x="550032" y="27406"/>
                  <a:pt x="557160" y="25419"/>
                  <a:pt x="564916" y="25419"/>
                </a:cubicBezTo>
                <a:cubicBezTo>
                  <a:pt x="573344" y="25419"/>
                  <a:pt x="580068" y="27631"/>
                  <a:pt x="585089" y="32055"/>
                </a:cubicBezTo>
                <a:cubicBezTo>
                  <a:pt x="590110" y="36479"/>
                  <a:pt x="592934" y="42303"/>
                  <a:pt x="593562" y="49526"/>
                </a:cubicBezTo>
                <a:lnTo>
                  <a:pt x="575204" y="51509"/>
                </a:lnTo>
                <a:cubicBezTo>
                  <a:pt x="574756" y="47451"/>
                  <a:pt x="573534" y="44464"/>
                  <a:pt x="571539" y="42549"/>
                </a:cubicBezTo>
                <a:cubicBezTo>
                  <a:pt x="569544" y="40633"/>
                  <a:pt x="566933" y="39674"/>
                  <a:pt x="563705" y="39674"/>
                </a:cubicBezTo>
                <a:cubicBezTo>
                  <a:pt x="559984" y="39674"/>
                  <a:pt x="556510" y="41066"/>
                  <a:pt x="553282" y="43850"/>
                </a:cubicBezTo>
                <a:cubicBezTo>
                  <a:pt x="550054" y="46634"/>
                  <a:pt x="547578" y="50798"/>
                  <a:pt x="545852" y="56343"/>
                </a:cubicBezTo>
                <a:cubicBezTo>
                  <a:pt x="544126" y="61888"/>
                  <a:pt x="543263" y="67084"/>
                  <a:pt x="543263" y="71933"/>
                </a:cubicBezTo>
                <a:cubicBezTo>
                  <a:pt x="543263" y="76153"/>
                  <a:pt x="544294" y="79408"/>
                  <a:pt x="546356" y="81698"/>
                </a:cubicBezTo>
                <a:cubicBezTo>
                  <a:pt x="548418" y="83987"/>
                  <a:pt x="550996" y="85132"/>
                  <a:pt x="554089" y="85132"/>
                </a:cubicBezTo>
                <a:cubicBezTo>
                  <a:pt x="557182" y="85132"/>
                  <a:pt x="560164" y="84011"/>
                  <a:pt x="563033" y="81770"/>
                </a:cubicBezTo>
                <a:cubicBezTo>
                  <a:pt x="565902" y="79528"/>
                  <a:pt x="568143" y="76166"/>
                  <a:pt x="569757" y="71683"/>
                </a:cubicBezTo>
                <a:close/>
                <a:moveTo>
                  <a:pt x="667382" y="68859"/>
                </a:moveTo>
                <a:lnTo>
                  <a:pt x="618965" y="68859"/>
                </a:lnTo>
                <a:cubicBezTo>
                  <a:pt x="618921" y="69621"/>
                  <a:pt x="618898" y="70203"/>
                  <a:pt x="618898" y="70607"/>
                </a:cubicBezTo>
                <a:cubicBezTo>
                  <a:pt x="618898" y="75359"/>
                  <a:pt x="620254" y="79192"/>
                  <a:pt x="622966" y="82106"/>
                </a:cubicBezTo>
                <a:cubicBezTo>
                  <a:pt x="625679" y="85020"/>
                  <a:pt x="628985" y="86477"/>
                  <a:pt x="632885" y="86477"/>
                </a:cubicBezTo>
                <a:cubicBezTo>
                  <a:pt x="639296" y="86477"/>
                  <a:pt x="644294" y="83159"/>
                  <a:pt x="647881" y="76525"/>
                </a:cubicBezTo>
                <a:lnTo>
                  <a:pt x="665163" y="79483"/>
                </a:lnTo>
                <a:cubicBezTo>
                  <a:pt x="661800" y="86432"/>
                  <a:pt x="657306" y="91643"/>
                  <a:pt x="651680" y="95118"/>
                </a:cubicBezTo>
                <a:cubicBezTo>
                  <a:pt x="646054" y="98592"/>
                  <a:pt x="639744" y="100329"/>
                  <a:pt x="632751" y="100329"/>
                </a:cubicBezTo>
                <a:cubicBezTo>
                  <a:pt x="623157" y="100329"/>
                  <a:pt x="615357" y="97286"/>
                  <a:pt x="609349" y="91201"/>
                </a:cubicBezTo>
                <a:cubicBezTo>
                  <a:pt x="603342" y="85115"/>
                  <a:pt x="600339" y="77065"/>
                  <a:pt x="600339" y="67051"/>
                </a:cubicBezTo>
                <a:cubicBezTo>
                  <a:pt x="600339" y="57260"/>
                  <a:pt x="603051" y="48547"/>
                  <a:pt x="608475" y="40912"/>
                </a:cubicBezTo>
                <a:cubicBezTo>
                  <a:pt x="615872" y="30583"/>
                  <a:pt x="626430" y="25419"/>
                  <a:pt x="640148" y="25419"/>
                </a:cubicBezTo>
                <a:cubicBezTo>
                  <a:pt x="648889" y="25419"/>
                  <a:pt x="655838" y="28124"/>
                  <a:pt x="660993" y="33534"/>
                </a:cubicBezTo>
                <a:cubicBezTo>
                  <a:pt x="666149" y="38945"/>
                  <a:pt x="668727" y="46521"/>
                  <a:pt x="668727" y="56265"/>
                </a:cubicBezTo>
                <a:cubicBezTo>
                  <a:pt x="668727" y="60934"/>
                  <a:pt x="668278" y="65132"/>
                  <a:pt x="667382" y="68859"/>
                </a:cubicBezTo>
                <a:moveTo>
                  <a:pt x="651108" y="57024"/>
                </a:moveTo>
                <a:cubicBezTo>
                  <a:pt x="651153" y="56175"/>
                  <a:pt x="651176" y="55527"/>
                  <a:pt x="651176" y="55082"/>
                </a:cubicBezTo>
                <a:cubicBezTo>
                  <a:pt x="651176" y="49812"/>
                  <a:pt x="649988" y="45859"/>
                  <a:pt x="647612" y="43224"/>
                </a:cubicBezTo>
                <a:cubicBezTo>
                  <a:pt x="645236" y="40588"/>
                  <a:pt x="642053" y="39271"/>
                  <a:pt x="638063" y="39271"/>
                </a:cubicBezTo>
                <a:cubicBezTo>
                  <a:pt x="634073" y="39271"/>
                  <a:pt x="630498" y="40767"/>
                  <a:pt x="627337" y="43760"/>
                </a:cubicBezTo>
                <a:cubicBezTo>
                  <a:pt x="624177" y="46752"/>
                  <a:pt x="622036" y="51173"/>
                  <a:pt x="620916" y="57024"/>
                </a:cubicBezTo>
                <a:lnTo>
                  <a:pt x="651108" y="57024"/>
                </a:lnTo>
                <a:close/>
                <a:moveTo>
                  <a:pt x="712077" y="98581"/>
                </a:moveTo>
                <a:lnTo>
                  <a:pt x="732654" y="0"/>
                </a:lnTo>
                <a:lnTo>
                  <a:pt x="752020" y="0"/>
                </a:lnTo>
                <a:lnTo>
                  <a:pt x="745094" y="32918"/>
                </a:lnTo>
                <a:cubicBezTo>
                  <a:pt x="748636" y="30216"/>
                  <a:pt x="751942" y="28290"/>
                  <a:pt x="755013" y="27142"/>
                </a:cubicBezTo>
                <a:cubicBezTo>
                  <a:pt x="758083" y="25993"/>
                  <a:pt x="761434" y="25419"/>
                  <a:pt x="765066" y="25419"/>
                </a:cubicBezTo>
                <a:cubicBezTo>
                  <a:pt x="772597" y="25419"/>
                  <a:pt x="778627" y="27945"/>
                  <a:pt x="783154" y="32998"/>
                </a:cubicBezTo>
                <a:cubicBezTo>
                  <a:pt x="787682" y="38050"/>
                  <a:pt x="789946" y="45404"/>
                  <a:pt x="789946" y="55059"/>
                </a:cubicBezTo>
                <a:cubicBezTo>
                  <a:pt x="789946" y="61572"/>
                  <a:pt x="788881" y="67893"/>
                  <a:pt x="786752" y="74024"/>
                </a:cubicBezTo>
                <a:cubicBezTo>
                  <a:pt x="784623" y="80153"/>
                  <a:pt x="781776" y="85137"/>
                  <a:pt x="778212" y="88977"/>
                </a:cubicBezTo>
                <a:cubicBezTo>
                  <a:pt x="774648" y="92817"/>
                  <a:pt x="770905" y="95670"/>
                  <a:pt x="766982" y="97534"/>
                </a:cubicBezTo>
                <a:cubicBezTo>
                  <a:pt x="763060" y="99398"/>
                  <a:pt x="758946" y="100329"/>
                  <a:pt x="754643" y="100329"/>
                </a:cubicBezTo>
                <a:cubicBezTo>
                  <a:pt x="744422" y="100329"/>
                  <a:pt x="736913" y="95874"/>
                  <a:pt x="732116" y="86964"/>
                </a:cubicBezTo>
                <a:lnTo>
                  <a:pt x="729628" y="98581"/>
                </a:lnTo>
                <a:lnTo>
                  <a:pt x="712077" y="98581"/>
                </a:lnTo>
                <a:moveTo>
                  <a:pt x="738101" y="69552"/>
                </a:moveTo>
                <a:cubicBezTo>
                  <a:pt x="738101" y="74363"/>
                  <a:pt x="739457" y="78274"/>
                  <a:pt x="742169" y="81286"/>
                </a:cubicBezTo>
                <a:cubicBezTo>
                  <a:pt x="744881" y="84298"/>
                  <a:pt x="748075" y="85804"/>
                  <a:pt x="751751" y="85804"/>
                </a:cubicBezTo>
                <a:cubicBezTo>
                  <a:pt x="754979" y="85804"/>
                  <a:pt x="758061" y="84635"/>
                  <a:pt x="760997" y="82297"/>
                </a:cubicBezTo>
                <a:cubicBezTo>
                  <a:pt x="763934" y="79959"/>
                  <a:pt x="766377" y="76228"/>
                  <a:pt x="768327" y="71103"/>
                </a:cubicBezTo>
                <a:cubicBezTo>
                  <a:pt x="770277" y="65977"/>
                  <a:pt x="771252" y="60806"/>
                  <a:pt x="771252" y="55590"/>
                </a:cubicBezTo>
                <a:cubicBezTo>
                  <a:pt x="771252" y="50511"/>
                  <a:pt x="769941" y="46521"/>
                  <a:pt x="767318" y="43621"/>
                </a:cubicBezTo>
                <a:cubicBezTo>
                  <a:pt x="764696" y="40721"/>
                  <a:pt x="761524" y="39271"/>
                  <a:pt x="757803" y="39271"/>
                </a:cubicBezTo>
                <a:cubicBezTo>
                  <a:pt x="752962" y="39271"/>
                  <a:pt x="748792" y="41519"/>
                  <a:pt x="745296" y="46014"/>
                </a:cubicBezTo>
                <a:cubicBezTo>
                  <a:pt x="740499" y="52174"/>
                  <a:pt x="738101" y="60020"/>
                  <a:pt x="738101" y="69552"/>
                </a:cubicBezTo>
                <a:close/>
                <a:moveTo>
                  <a:pt x="811569" y="27167"/>
                </a:moveTo>
                <a:lnTo>
                  <a:pt x="830869" y="27167"/>
                </a:lnTo>
                <a:lnTo>
                  <a:pt x="822060" y="69464"/>
                </a:lnTo>
                <a:cubicBezTo>
                  <a:pt x="820984" y="74530"/>
                  <a:pt x="820446" y="77690"/>
                  <a:pt x="820446" y="78945"/>
                </a:cubicBezTo>
                <a:cubicBezTo>
                  <a:pt x="820446" y="81007"/>
                  <a:pt x="821208" y="82778"/>
                  <a:pt x="822732" y="84258"/>
                </a:cubicBezTo>
                <a:cubicBezTo>
                  <a:pt x="824256" y="85737"/>
                  <a:pt x="826206" y="86477"/>
                  <a:pt x="828582" y="86477"/>
                </a:cubicBezTo>
                <a:cubicBezTo>
                  <a:pt x="830286" y="86477"/>
                  <a:pt x="831967" y="86152"/>
                  <a:pt x="833626" y="85504"/>
                </a:cubicBezTo>
                <a:cubicBezTo>
                  <a:pt x="835284" y="84854"/>
                  <a:pt x="836988" y="83868"/>
                  <a:pt x="838736" y="82547"/>
                </a:cubicBezTo>
                <a:cubicBezTo>
                  <a:pt x="840485" y="81225"/>
                  <a:pt x="842054" y="79712"/>
                  <a:pt x="843443" y="78010"/>
                </a:cubicBezTo>
                <a:cubicBezTo>
                  <a:pt x="844833" y="76308"/>
                  <a:pt x="846133" y="74069"/>
                  <a:pt x="847344" y="71292"/>
                </a:cubicBezTo>
                <a:cubicBezTo>
                  <a:pt x="848195" y="69231"/>
                  <a:pt x="849114" y="65870"/>
                  <a:pt x="850101" y="61207"/>
                </a:cubicBezTo>
                <a:lnTo>
                  <a:pt x="857229" y="27167"/>
                </a:lnTo>
                <a:lnTo>
                  <a:pt x="876528" y="27167"/>
                </a:lnTo>
                <a:lnTo>
                  <a:pt x="861599" y="98581"/>
                </a:lnTo>
                <a:lnTo>
                  <a:pt x="843578" y="98581"/>
                </a:lnTo>
                <a:lnTo>
                  <a:pt x="845595" y="88948"/>
                </a:lnTo>
                <a:cubicBezTo>
                  <a:pt x="837705" y="96535"/>
                  <a:pt x="829120" y="100329"/>
                  <a:pt x="819841" y="100329"/>
                </a:cubicBezTo>
                <a:cubicBezTo>
                  <a:pt x="813968" y="100329"/>
                  <a:pt x="809350" y="98642"/>
                  <a:pt x="805988" y="95269"/>
                </a:cubicBezTo>
                <a:cubicBezTo>
                  <a:pt x="802626" y="91894"/>
                  <a:pt x="800945" y="87372"/>
                  <a:pt x="800945" y="81702"/>
                </a:cubicBezTo>
                <a:cubicBezTo>
                  <a:pt x="800945" y="79237"/>
                  <a:pt x="801707" y="74328"/>
                  <a:pt x="803231" y="66976"/>
                </a:cubicBezTo>
                <a:lnTo>
                  <a:pt x="811569" y="27167"/>
                </a:lnTo>
                <a:close/>
                <a:moveTo>
                  <a:pt x="879927" y="102346"/>
                </a:moveTo>
                <a:lnTo>
                  <a:pt x="900302" y="105305"/>
                </a:lnTo>
                <a:cubicBezTo>
                  <a:pt x="900302" y="107367"/>
                  <a:pt x="900639" y="108925"/>
                  <a:pt x="901311" y="109979"/>
                </a:cubicBezTo>
                <a:cubicBezTo>
                  <a:pt x="901983" y="111032"/>
                  <a:pt x="903071" y="111929"/>
                  <a:pt x="904572" y="112669"/>
                </a:cubicBezTo>
                <a:cubicBezTo>
                  <a:pt x="906074" y="113408"/>
                  <a:pt x="908125" y="113778"/>
                  <a:pt x="910725" y="113778"/>
                </a:cubicBezTo>
                <a:cubicBezTo>
                  <a:pt x="914805" y="113778"/>
                  <a:pt x="918077" y="112970"/>
                  <a:pt x="920543" y="111355"/>
                </a:cubicBezTo>
                <a:cubicBezTo>
                  <a:pt x="922381" y="110099"/>
                  <a:pt x="923883" y="108078"/>
                  <a:pt x="925048" y="105295"/>
                </a:cubicBezTo>
                <a:cubicBezTo>
                  <a:pt x="925766" y="103545"/>
                  <a:pt x="926685" y="99730"/>
                  <a:pt x="927805" y="93851"/>
                </a:cubicBezTo>
                <a:lnTo>
                  <a:pt x="928478" y="90511"/>
                </a:lnTo>
                <a:cubicBezTo>
                  <a:pt x="921798" y="96070"/>
                  <a:pt x="914894" y="98850"/>
                  <a:pt x="907766" y="98850"/>
                </a:cubicBezTo>
                <a:cubicBezTo>
                  <a:pt x="900773" y="98850"/>
                  <a:pt x="895035" y="96382"/>
                  <a:pt x="890552" y="91447"/>
                </a:cubicBezTo>
                <a:cubicBezTo>
                  <a:pt x="886069" y="86511"/>
                  <a:pt x="883827" y="79286"/>
                  <a:pt x="883827" y="69773"/>
                </a:cubicBezTo>
                <a:cubicBezTo>
                  <a:pt x="883827" y="61383"/>
                  <a:pt x="885352" y="53688"/>
                  <a:pt x="888400" y="46689"/>
                </a:cubicBezTo>
                <a:cubicBezTo>
                  <a:pt x="891448" y="39688"/>
                  <a:pt x="895730" y="34394"/>
                  <a:pt x="901244" y="30804"/>
                </a:cubicBezTo>
                <a:cubicBezTo>
                  <a:pt x="906758" y="27214"/>
                  <a:pt x="912384" y="25419"/>
                  <a:pt x="918122" y="25419"/>
                </a:cubicBezTo>
                <a:cubicBezTo>
                  <a:pt x="922874" y="25419"/>
                  <a:pt x="927223" y="26678"/>
                  <a:pt x="931168" y="29197"/>
                </a:cubicBezTo>
                <a:cubicBezTo>
                  <a:pt x="935113" y="31716"/>
                  <a:pt x="938183" y="35247"/>
                  <a:pt x="940380" y="39790"/>
                </a:cubicBezTo>
                <a:lnTo>
                  <a:pt x="943070" y="27167"/>
                </a:lnTo>
                <a:lnTo>
                  <a:pt x="961159" y="27167"/>
                </a:lnTo>
                <a:lnTo>
                  <a:pt x="948786" y="86618"/>
                </a:lnTo>
                <a:cubicBezTo>
                  <a:pt x="946768" y="96196"/>
                  <a:pt x="945065" y="103031"/>
                  <a:pt x="943675" y="107123"/>
                </a:cubicBezTo>
                <a:cubicBezTo>
                  <a:pt x="942285" y="111216"/>
                  <a:pt x="940694" y="114477"/>
                  <a:pt x="938901" y="116905"/>
                </a:cubicBezTo>
                <a:cubicBezTo>
                  <a:pt x="937108" y="119333"/>
                  <a:pt x="934844" y="121368"/>
                  <a:pt x="932109" y="123010"/>
                </a:cubicBezTo>
                <a:cubicBezTo>
                  <a:pt x="929374" y="124651"/>
                  <a:pt x="926147" y="125832"/>
                  <a:pt x="922426" y="126550"/>
                </a:cubicBezTo>
                <a:cubicBezTo>
                  <a:pt x="918705" y="127270"/>
                  <a:pt x="914670" y="127631"/>
                  <a:pt x="910322" y="127631"/>
                </a:cubicBezTo>
                <a:cubicBezTo>
                  <a:pt x="900235" y="127631"/>
                  <a:pt x="892614" y="125900"/>
                  <a:pt x="887459" y="122438"/>
                </a:cubicBezTo>
                <a:cubicBezTo>
                  <a:pt x="882303" y="118978"/>
                  <a:pt x="879725" y="113225"/>
                  <a:pt x="879725" y="105179"/>
                </a:cubicBezTo>
                <a:cubicBezTo>
                  <a:pt x="879725" y="104325"/>
                  <a:pt x="879793" y="103380"/>
                  <a:pt x="879927" y="102346"/>
                </a:cubicBezTo>
                <a:moveTo>
                  <a:pt x="902656" y="67808"/>
                </a:moveTo>
                <a:cubicBezTo>
                  <a:pt x="902656" y="73224"/>
                  <a:pt x="903877" y="77353"/>
                  <a:pt x="906321" y="80196"/>
                </a:cubicBezTo>
                <a:cubicBezTo>
                  <a:pt x="908764" y="83038"/>
                  <a:pt x="911824" y="84459"/>
                  <a:pt x="915500" y="84459"/>
                </a:cubicBezTo>
                <a:cubicBezTo>
                  <a:pt x="918862" y="84459"/>
                  <a:pt x="922123" y="83184"/>
                  <a:pt x="925284" y="80633"/>
                </a:cubicBezTo>
                <a:cubicBezTo>
                  <a:pt x="928444" y="78080"/>
                  <a:pt x="930865" y="74454"/>
                  <a:pt x="932546" y="69754"/>
                </a:cubicBezTo>
                <a:cubicBezTo>
                  <a:pt x="934227" y="65054"/>
                  <a:pt x="935068" y="60510"/>
                  <a:pt x="935068" y="56124"/>
                </a:cubicBezTo>
                <a:cubicBezTo>
                  <a:pt x="935068" y="51065"/>
                  <a:pt x="933701" y="46992"/>
                  <a:pt x="930966" y="43905"/>
                </a:cubicBezTo>
                <a:cubicBezTo>
                  <a:pt x="928231" y="40815"/>
                  <a:pt x="925071" y="39271"/>
                  <a:pt x="921484" y="39271"/>
                </a:cubicBezTo>
                <a:cubicBezTo>
                  <a:pt x="918032" y="39271"/>
                  <a:pt x="914861" y="40636"/>
                  <a:pt x="911969" y="43367"/>
                </a:cubicBezTo>
                <a:cubicBezTo>
                  <a:pt x="909078" y="46097"/>
                  <a:pt x="906691" y="50305"/>
                  <a:pt x="904808" y="55990"/>
                </a:cubicBezTo>
                <a:cubicBezTo>
                  <a:pt x="903373" y="60377"/>
                  <a:pt x="902656" y="64317"/>
                  <a:pt x="902656" y="67808"/>
                </a:cubicBezTo>
                <a:close/>
                <a:moveTo>
                  <a:pt x="962608" y="78561"/>
                </a:moveTo>
                <a:lnTo>
                  <a:pt x="981302" y="75583"/>
                </a:lnTo>
                <a:cubicBezTo>
                  <a:pt x="982961" y="79552"/>
                  <a:pt x="985023" y="82360"/>
                  <a:pt x="987489" y="84008"/>
                </a:cubicBezTo>
                <a:cubicBezTo>
                  <a:pt x="989954" y="85654"/>
                  <a:pt x="993317" y="86477"/>
                  <a:pt x="997576" y="86477"/>
                </a:cubicBezTo>
                <a:cubicBezTo>
                  <a:pt x="1001969" y="86477"/>
                  <a:pt x="1005488" y="85493"/>
                  <a:pt x="1008133" y="83526"/>
                </a:cubicBezTo>
                <a:cubicBezTo>
                  <a:pt x="1009971" y="82184"/>
                  <a:pt x="1010890" y="80552"/>
                  <a:pt x="1010890" y="78630"/>
                </a:cubicBezTo>
                <a:cubicBezTo>
                  <a:pt x="1010890" y="77333"/>
                  <a:pt x="1010419" y="76167"/>
                  <a:pt x="1009478" y="75133"/>
                </a:cubicBezTo>
                <a:cubicBezTo>
                  <a:pt x="1008492" y="74146"/>
                  <a:pt x="1005824" y="72933"/>
                  <a:pt x="1001476" y="71496"/>
                </a:cubicBezTo>
                <a:cubicBezTo>
                  <a:pt x="989820" y="67633"/>
                  <a:pt x="982602" y="64580"/>
                  <a:pt x="979823" y="62336"/>
                </a:cubicBezTo>
                <a:cubicBezTo>
                  <a:pt x="975474" y="58832"/>
                  <a:pt x="973300" y="54251"/>
                  <a:pt x="973300" y="48593"/>
                </a:cubicBezTo>
                <a:cubicBezTo>
                  <a:pt x="973300" y="42934"/>
                  <a:pt x="975407" y="38061"/>
                  <a:pt x="979621" y="33973"/>
                </a:cubicBezTo>
                <a:cubicBezTo>
                  <a:pt x="985494" y="28270"/>
                  <a:pt x="994213" y="25419"/>
                  <a:pt x="1005779" y="25419"/>
                </a:cubicBezTo>
                <a:cubicBezTo>
                  <a:pt x="1014969" y="25419"/>
                  <a:pt x="1021918" y="27100"/>
                  <a:pt x="1026625" y="30462"/>
                </a:cubicBezTo>
                <a:cubicBezTo>
                  <a:pt x="1031332" y="33824"/>
                  <a:pt x="1034314" y="38374"/>
                  <a:pt x="1035569" y="44113"/>
                </a:cubicBezTo>
                <a:lnTo>
                  <a:pt x="1017749" y="47206"/>
                </a:lnTo>
                <a:cubicBezTo>
                  <a:pt x="1016808" y="44606"/>
                  <a:pt x="1015283" y="42656"/>
                  <a:pt x="1013176" y="41356"/>
                </a:cubicBezTo>
                <a:cubicBezTo>
                  <a:pt x="1010307" y="39607"/>
                  <a:pt x="1006855" y="38733"/>
                  <a:pt x="1002821" y="38733"/>
                </a:cubicBezTo>
                <a:cubicBezTo>
                  <a:pt x="998786" y="38733"/>
                  <a:pt x="995883" y="39408"/>
                  <a:pt x="994112" y="40759"/>
                </a:cubicBezTo>
                <a:cubicBezTo>
                  <a:pt x="992342" y="42109"/>
                  <a:pt x="991456" y="43663"/>
                  <a:pt x="991456" y="45420"/>
                </a:cubicBezTo>
                <a:cubicBezTo>
                  <a:pt x="991456" y="47220"/>
                  <a:pt x="992353" y="48704"/>
                  <a:pt x="994146" y="49872"/>
                </a:cubicBezTo>
                <a:cubicBezTo>
                  <a:pt x="995267" y="50591"/>
                  <a:pt x="998876" y="51848"/>
                  <a:pt x="1004972" y="53644"/>
                </a:cubicBezTo>
                <a:cubicBezTo>
                  <a:pt x="1014387" y="56385"/>
                  <a:pt x="1020685" y="59079"/>
                  <a:pt x="1023868" y="61729"/>
                </a:cubicBezTo>
                <a:cubicBezTo>
                  <a:pt x="1028351" y="65456"/>
                  <a:pt x="1030593" y="69948"/>
                  <a:pt x="1030593" y="75203"/>
                </a:cubicBezTo>
                <a:cubicBezTo>
                  <a:pt x="1030593" y="81983"/>
                  <a:pt x="1027746" y="87866"/>
                  <a:pt x="1022053" y="92852"/>
                </a:cubicBezTo>
                <a:cubicBezTo>
                  <a:pt x="1016359" y="97837"/>
                  <a:pt x="1008335" y="100329"/>
                  <a:pt x="997979" y="100329"/>
                </a:cubicBezTo>
                <a:cubicBezTo>
                  <a:pt x="987668" y="100329"/>
                  <a:pt x="979700" y="98425"/>
                  <a:pt x="974073" y="94618"/>
                </a:cubicBezTo>
                <a:cubicBezTo>
                  <a:pt x="968447" y="90808"/>
                  <a:pt x="964626" y="85456"/>
                  <a:pt x="962608" y="78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90cc5501346f1"/>
          <a:stretch xmlns:a="http://schemas.openxmlformats.org/drawingml/2006/main"/>
        </p:blipFill>
        <p:spPr>
          <a:xfrm xmlns:a="http://schemas.openxmlformats.org/drawingml/2006/main">
            <a:off x="1462262" y="5592839"/>
            <a:ext cx="2200477" cy="1498731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1a6d7349e485b"/>
          <a:stretch xmlns:a="http://schemas.openxmlformats.org/drawingml/2006/main"/>
        </p:blipFill>
        <p:spPr>
          <a:xfrm xmlns:a="http://schemas.openxmlformats.org/drawingml/2006/main">
            <a:off x="1426303" y="5628799"/>
            <a:ext cx="2200477" cy="1498731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044928a354bb9"/>
          <a:stretch xmlns:a="http://schemas.openxmlformats.org/drawingml/2006/main"/>
        </p:blipFill>
        <p:spPr>
          <a:xfrm xmlns:a="http://schemas.openxmlformats.org/drawingml/2006/main">
            <a:off x="1390343" y="5664758"/>
            <a:ext cx="2200477" cy="1498731"/>
          </a:xfrm>
          <a:prstGeom xmlns:a="http://schemas.openxmlformats.org/drawingml/2006/main" prst="rect">
            <a:avLst/>
          </a:prstGeom>
        </p:spPr>
      </p:pic>
      <p:sp>
        <p:nvSpPr>
          <p:cNvPr id="59" name="Text importtorch">
            <a:extLst xmlns:a="http://schemas.openxmlformats.org/drawingml/2006/main">
              <a:ext uri="{FF2B5EF4-FFF2-40B4-BE49-F238E27FC236}">
                <a16:creationId xmlns:a16="http://schemas.microsoft.com/office/drawing/2014/main" id="{596F32F3-27B5-475A-9656-7CA105AD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834" y="5753782"/>
            <a:ext cx="533057" cy="82128"/>
          </a:xfrm>
          <a:custGeom xmlns:a="http://schemas.openxmlformats.org/drawingml/2006/main">
            <a:pathLst>
              <a:path w="533057" h="82128">
                <a:moveTo>
                  <a:pt x="13037" y="10759"/>
                </a:moveTo>
                <a:lnTo>
                  <a:pt x="13037" y="0"/>
                </a:lnTo>
                <a:lnTo>
                  <a:pt x="0" y="0"/>
                </a:lnTo>
                <a:lnTo>
                  <a:pt x="0" y="10759"/>
                </a:lnTo>
                <a:lnTo>
                  <a:pt x="13037" y="10759"/>
                </a:lnTo>
                <a:moveTo>
                  <a:pt x="0" y="18075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18075"/>
                </a:lnTo>
                <a:lnTo>
                  <a:pt x="0" y="18075"/>
                </a:lnTo>
                <a:close/>
                <a:moveTo>
                  <a:pt x="23718" y="18073"/>
                </a:moveTo>
                <a:lnTo>
                  <a:pt x="23718" y="65541"/>
                </a:lnTo>
                <a:lnTo>
                  <a:pt x="36755" y="65541"/>
                </a:lnTo>
                <a:lnTo>
                  <a:pt x="36755" y="38002"/>
                </a:lnTo>
                <a:cubicBezTo>
                  <a:pt x="36755" y="35676"/>
                  <a:pt x="37092" y="33794"/>
                  <a:pt x="37765" y="32356"/>
                </a:cubicBezTo>
                <a:cubicBezTo>
                  <a:pt x="38438" y="30918"/>
                  <a:pt x="39250" y="29816"/>
                  <a:pt x="40198" y="29051"/>
                </a:cubicBezTo>
                <a:cubicBezTo>
                  <a:pt x="41147" y="28286"/>
                  <a:pt x="42127" y="27766"/>
                  <a:pt x="43136" y="27490"/>
                </a:cubicBezTo>
                <a:cubicBezTo>
                  <a:pt x="44146" y="27215"/>
                  <a:pt x="44957" y="27077"/>
                  <a:pt x="45570" y="27077"/>
                </a:cubicBezTo>
                <a:cubicBezTo>
                  <a:pt x="47651" y="27077"/>
                  <a:pt x="49227" y="27429"/>
                  <a:pt x="50298" y="28134"/>
                </a:cubicBezTo>
                <a:cubicBezTo>
                  <a:pt x="51369" y="28837"/>
                  <a:pt x="52134" y="29770"/>
                  <a:pt x="52593" y="30933"/>
                </a:cubicBezTo>
                <a:cubicBezTo>
                  <a:pt x="53052" y="32095"/>
                  <a:pt x="53312" y="33366"/>
                  <a:pt x="53373" y="34743"/>
                </a:cubicBezTo>
                <a:cubicBezTo>
                  <a:pt x="53435" y="36120"/>
                  <a:pt x="53465" y="37512"/>
                  <a:pt x="53465" y="38919"/>
                </a:cubicBezTo>
                <a:lnTo>
                  <a:pt x="53465" y="65541"/>
                </a:lnTo>
                <a:lnTo>
                  <a:pt x="66502" y="65541"/>
                </a:lnTo>
                <a:lnTo>
                  <a:pt x="66502" y="39103"/>
                </a:lnTo>
                <a:cubicBezTo>
                  <a:pt x="66502" y="37634"/>
                  <a:pt x="66609" y="36180"/>
                  <a:pt x="66823" y="34743"/>
                </a:cubicBezTo>
                <a:cubicBezTo>
                  <a:pt x="67038" y="33305"/>
                  <a:pt x="67467" y="32020"/>
                  <a:pt x="68109" y="30888"/>
                </a:cubicBezTo>
                <a:cubicBezTo>
                  <a:pt x="68752" y="29755"/>
                  <a:pt x="69639" y="28837"/>
                  <a:pt x="70771" y="28134"/>
                </a:cubicBezTo>
                <a:cubicBezTo>
                  <a:pt x="71904" y="27429"/>
                  <a:pt x="73388" y="27077"/>
                  <a:pt x="75225" y="27077"/>
                </a:cubicBezTo>
                <a:cubicBezTo>
                  <a:pt x="77061" y="27077"/>
                  <a:pt x="78514" y="27384"/>
                  <a:pt x="79584" y="27996"/>
                </a:cubicBezTo>
                <a:cubicBezTo>
                  <a:pt x="80656" y="28608"/>
                  <a:pt x="81467" y="29434"/>
                  <a:pt x="82018" y="30474"/>
                </a:cubicBezTo>
                <a:cubicBezTo>
                  <a:pt x="82569" y="31514"/>
                  <a:pt x="82905" y="32738"/>
                  <a:pt x="83028" y="34146"/>
                </a:cubicBezTo>
                <a:cubicBezTo>
                  <a:pt x="83150" y="35554"/>
                  <a:pt x="83211" y="37053"/>
                  <a:pt x="83211" y="38643"/>
                </a:cubicBezTo>
                <a:lnTo>
                  <a:pt x="83211" y="65541"/>
                </a:lnTo>
                <a:lnTo>
                  <a:pt x="96250" y="65541"/>
                </a:lnTo>
                <a:lnTo>
                  <a:pt x="96250" y="33760"/>
                </a:lnTo>
                <a:cubicBezTo>
                  <a:pt x="96250" y="30698"/>
                  <a:pt x="95821" y="28080"/>
                  <a:pt x="94964" y="25906"/>
                </a:cubicBezTo>
                <a:cubicBezTo>
                  <a:pt x="94107" y="23732"/>
                  <a:pt x="92914" y="21971"/>
                  <a:pt x="91383" y="20625"/>
                </a:cubicBezTo>
                <a:cubicBezTo>
                  <a:pt x="89853" y="19277"/>
                  <a:pt x="88017" y="18297"/>
                  <a:pt x="85874" y="17685"/>
                </a:cubicBezTo>
                <a:cubicBezTo>
                  <a:pt x="83733" y="17073"/>
                  <a:pt x="81407" y="16766"/>
                  <a:pt x="78898" y="16766"/>
                </a:cubicBezTo>
                <a:cubicBezTo>
                  <a:pt x="75593" y="16766"/>
                  <a:pt x="72731" y="17564"/>
                  <a:pt x="70313" y="19161"/>
                </a:cubicBezTo>
                <a:cubicBezTo>
                  <a:pt x="67895" y="20756"/>
                  <a:pt x="65982" y="22597"/>
                  <a:pt x="64575" y="24683"/>
                </a:cubicBezTo>
                <a:cubicBezTo>
                  <a:pt x="63290" y="21737"/>
                  <a:pt x="61407" y="19682"/>
                  <a:pt x="58928" y="18516"/>
                </a:cubicBezTo>
                <a:cubicBezTo>
                  <a:pt x="56449" y="17350"/>
                  <a:pt x="53710" y="16766"/>
                  <a:pt x="50711" y="16766"/>
                </a:cubicBezTo>
                <a:cubicBezTo>
                  <a:pt x="47590" y="16766"/>
                  <a:pt x="44820" y="17442"/>
                  <a:pt x="42402" y="18792"/>
                </a:cubicBezTo>
                <a:cubicBezTo>
                  <a:pt x="39984" y="20142"/>
                  <a:pt x="37918" y="22044"/>
                  <a:pt x="36204" y="24499"/>
                </a:cubicBezTo>
                <a:lnTo>
                  <a:pt x="36021" y="24499"/>
                </a:lnTo>
                <a:lnTo>
                  <a:pt x="36021" y="18073"/>
                </a:lnTo>
                <a:lnTo>
                  <a:pt x="23718" y="18073"/>
                </a:lnTo>
                <a:close/>
                <a:moveTo>
                  <a:pt x="130709" y="57024"/>
                </a:moveTo>
                <a:cubicBezTo>
                  <a:pt x="128627" y="57024"/>
                  <a:pt x="126852" y="56595"/>
                  <a:pt x="125383" y="55739"/>
                </a:cubicBezTo>
                <a:cubicBezTo>
                  <a:pt x="123915" y="54882"/>
                  <a:pt x="122736" y="53764"/>
                  <a:pt x="121848" y="52386"/>
                </a:cubicBezTo>
                <a:cubicBezTo>
                  <a:pt x="120961" y="51009"/>
                  <a:pt x="120318" y="49402"/>
                  <a:pt x="119921" y="47566"/>
                </a:cubicBezTo>
                <a:cubicBezTo>
                  <a:pt x="119523" y="45729"/>
                  <a:pt x="119324" y="43861"/>
                  <a:pt x="119324" y="41964"/>
                </a:cubicBezTo>
                <a:cubicBezTo>
                  <a:pt x="119324" y="40005"/>
                  <a:pt x="119507" y="38108"/>
                  <a:pt x="119874" y="36272"/>
                </a:cubicBezTo>
                <a:cubicBezTo>
                  <a:pt x="120241" y="34434"/>
                  <a:pt x="120868" y="32812"/>
                  <a:pt x="121756" y="31405"/>
                </a:cubicBezTo>
                <a:cubicBezTo>
                  <a:pt x="122644" y="29996"/>
                  <a:pt x="123807" y="28848"/>
                  <a:pt x="125245" y="27961"/>
                </a:cubicBezTo>
                <a:cubicBezTo>
                  <a:pt x="126684" y="27073"/>
                  <a:pt x="128474" y="26629"/>
                  <a:pt x="130617" y="26629"/>
                </a:cubicBezTo>
                <a:cubicBezTo>
                  <a:pt x="132698" y="26629"/>
                  <a:pt x="134458" y="27073"/>
                  <a:pt x="135897" y="27961"/>
                </a:cubicBezTo>
                <a:cubicBezTo>
                  <a:pt x="137335" y="28848"/>
                  <a:pt x="138513" y="30012"/>
                  <a:pt x="139431" y="31451"/>
                </a:cubicBezTo>
                <a:cubicBezTo>
                  <a:pt x="140349" y="32889"/>
                  <a:pt x="141007" y="34526"/>
                  <a:pt x="141405" y="36363"/>
                </a:cubicBezTo>
                <a:cubicBezTo>
                  <a:pt x="141803" y="38199"/>
                  <a:pt x="142002" y="40066"/>
                  <a:pt x="142002" y="41964"/>
                </a:cubicBezTo>
                <a:cubicBezTo>
                  <a:pt x="142002" y="43861"/>
                  <a:pt x="141819" y="45729"/>
                  <a:pt x="141451" y="47566"/>
                </a:cubicBezTo>
                <a:cubicBezTo>
                  <a:pt x="141084" y="49402"/>
                  <a:pt x="140457" y="51009"/>
                  <a:pt x="139569" y="52386"/>
                </a:cubicBezTo>
                <a:cubicBezTo>
                  <a:pt x="138681" y="53764"/>
                  <a:pt x="137519" y="54882"/>
                  <a:pt x="136080" y="55739"/>
                </a:cubicBezTo>
                <a:cubicBezTo>
                  <a:pt x="134642" y="56595"/>
                  <a:pt x="132852" y="57024"/>
                  <a:pt x="130709" y="57024"/>
                </a:cubicBezTo>
                <a:moveTo>
                  <a:pt x="106746" y="18082"/>
                </a:moveTo>
                <a:lnTo>
                  <a:pt x="106746" y="82128"/>
                </a:lnTo>
                <a:lnTo>
                  <a:pt x="119783" y="82128"/>
                </a:lnTo>
                <a:lnTo>
                  <a:pt x="119783" y="59698"/>
                </a:lnTo>
                <a:lnTo>
                  <a:pt x="119967" y="59698"/>
                </a:lnTo>
                <a:cubicBezTo>
                  <a:pt x="121558" y="62034"/>
                  <a:pt x="123593" y="63801"/>
                  <a:pt x="126072" y="64999"/>
                </a:cubicBezTo>
                <a:cubicBezTo>
                  <a:pt x="128551" y="66197"/>
                  <a:pt x="131259" y="66796"/>
                  <a:pt x="134197" y="66796"/>
                </a:cubicBezTo>
                <a:cubicBezTo>
                  <a:pt x="137687" y="66796"/>
                  <a:pt x="140732" y="66122"/>
                  <a:pt x="143333" y="64773"/>
                </a:cubicBezTo>
                <a:cubicBezTo>
                  <a:pt x="145934" y="63425"/>
                  <a:pt x="148107" y="61616"/>
                  <a:pt x="149851" y="59348"/>
                </a:cubicBezTo>
                <a:cubicBezTo>
                  <a:pt x="151596" y="57079"/>
                  <a:pt x="152897" y="54473"/>
                  <a:pt x="153753" y="51530"/>
                </a:cubicBezTo>
                <a:cubicBezTo>
                  <a:pt x="154610" y="48588"/>
                  <a:pt x="155039" y="45522"/>
                  <a:pt x="155039" y="42333"/>
                </a:cubicBezTo>
                <a:cubicBezTo>
                  <a:pt x="155039" y="38961"/>
                  <a:pt x="154610" y="35727"/>
                  <a:pt x="153753" y="32631"/>
                </a:cubicBezTo>
                <a:cubicBezTo>
                  <a:pt x="152897" y="29534"/>
                  <a:pt x="151581" y="26822"/>
                  <a:pt x="149805" y="24492"/>
                </a:cubicBezTo>
                <a:cubicBezTo>
                  <a:pt x="148031" y="22162"/>
                  <a:pt x="145797" y="20292"/>
                  <a:pt x="143103" y="18882"/>
                </a:cubicBezTo>
                <a:cubicBezTo>
                  <a:pt x="140411" y="17471"/>
                  <a:pt x="137197" y="16766"/>
                  <a:pt x="133463" y="16766"/>
                </a:cubicBezTo>
                <a:cubicBezTo>
                  <a:pt x="130525" y="16766"/>
                  <a:pt x="127832" y="17350"/>
                  <a:pt x="125383" y="18518"/>
                </a:cubicBezTo>
                <a:cubicBezTo>
                  <a:pt x="122935" y="19685"/>
                  <a:pt x="120915" y="21559"/>
                  <a:pt x="119324" y="24141"/>
                </a:cubicBezTo>
                <a:lnTo>
                  <a:pt x="119140" y="24141"/>
                </a:lnTo>
                <a:lnTo>
                  <a:pt x="119140" y="18082"/>
                </a:lnTo>
                <a:lnTo>
                  <a:pt x="106746" y="18082"/>
                </a:lnTo>
                <a:close/>
                <a:moveTo>
                  <a:pt x="174166" y="41872"/>
                </a:moveTo>
                <a:cubicBezTo>
                  <a:pt x="174166" y="39975"/>
                  <a:pt x="174349" y="38108"/>
                  <a:pt x="174716" y="36272"/>
                </a:cubicBezTo>
                <a:cubicBezTo>
                  <a:pt x="175083" y="34434"/>
                  <a:pt x="175711" y="32812"/>
                  <a:pt x="176598" y="31405"/>
                </a:cubicBezTo>
                <a:cubicBezTo>
                  <a:pt x="177486" y="29996"/>
                  <a:pt x="178665" y="28848"/>
                  <a:pt x="180134" y="27961"/>
                </a:cubicBezTo>
                <a:cubicBezTo>
                  <a:pt x="181603" y="27073"/>
                  <a:pt x="183439" y="26629"/>
                  <a:pt x="185642" y="26629"/>
                </a:cubicBezTo>
                <a:cubicBezTo>
                  <a:pt x="187846" y="26629"/>
                  <a:pt x="189698" y="27073"/>
                  <a:pt x="191197" y="27961"/>
                </a:cubicBezTo>
                <a:cubicBezTo>
                  <a:pt x="192697" y="28848"/>
                  <a:pt x="193890" y="29996"/>
                  <a:pt x="194778" y="31405"/>
                </a:cubicBezTo>
                <a:cubicBezTo>
                  <a:pt x="195666" y="32812"/>
                  <a:pt x="196294" y="34434"/>
                  <a:pt x="196661" y="36272"/>
                </a:cubicBezTo>
                <a:cubicBezTo>
                  <a:pt x="197028" y="38108"/>
                  <a:pt x="197211" y="39975"/>
                  <a:pt x="197211" y="41872"/>
                </a:cubicBezTo>
                <a:cubicBezTo>
                  <a:pt x="197211" y="43770"/>
                  <a:pt x="197028" y="45622"/>
                  <a:pt x="196661" y="47429"/>
                </a:cubicBezTo>
                <a:cubicBezTo>
                  <a:pt x="196294" y="49234"/>
                  <a:pt x="195666" y="50856"/>
                  <a:pt x="194778" y="52295"/>
                </a:cubicBezTo>
                <a:cubicBezTo>
                  <a:pt x="193890" y="53734"/>
                  <a:pt x="192697" y="54882"/>
                  <a:pt x="191197" y="55739"/>
                </a:cubicBezTo>
                <a:cubicBezTo>
                  <a:pt x="189698" y="56595"/>
                  <a:pt x="187846" y="57024"/>
                  <a:pt x="185642" y="57024"/>
                </a:cubicBezTo>
                <a:cubicBezTo>
                  <a:pt x="183439" y="57024"/>
                  <a:pt x="181603" y="56595"/>
                  <a:pt x="180134" y="55739"/>
                </a:cubicBezTo>
                <a:cubicBezTo>
                  <a:pt x="178665" y="54882"/>
                  <a:pt x="177486" y="53734"/>
                  <a:pt x="176598" y="52295"/>
                </a:cubicBezTo>
                <a:cubicBezTo>
                  <a:pt x="175711" y="50856"/>
                  <a:pt x="175083" y="49234"/>
                  <a:pt x="174716" y="47429"/>
                </a:cubicBezTo>
                <a:cubicBezTo>
                  <a:pt x="174349" y="45622"/>
                  <a:pt x="174166" y="43770"/>
                  <a:pt x="174166" y="41872"/>
                </a:cubicBezTo>
                <a:moveTo>
                  <a:pt x="161129" y="41874"/>
                </a:moveTo>
                <a:cubicBezTo>
                  <a:pt x="161129" y="45675"/>
                  <a:pt x="161710" y="49108"/>
                  <a:pt x="162873" y="52174"/>
                </a:cubicBezTo>
                <a:cubicBezTo>
                  <a:pt x="164036" y="55239"/>
                  <a:pt x="165688" y="57860"/>
                  <a:pt x="167831" y="60037"/>
                </a:cubicBezTo>
                <a:cubicBezTo>
                  <a:pt x="169973" y="62213"/>
                  <a:pt x="172544" y="63884"/>
                  <a:pt x="175543" y="65049"/>
                </a:cubicBezTo>
                <a:cubicBezTo>
                  <a:pt x="178543" y="66214"/>
                  <a:pt x="181909" y="66796"/>
                  <a:pt x="185642" y="66796"/>
                </a:cubicBezTo>
                <a:cubicBezTo>
                  <a:pt x="189376" y="66796"/>
                  <a:pt x="192758" y="66214"/>
                  <a:pt x="195788" y="65049"/>
                </a:cubicBezTo>
                <a:cubicBezTo>
                  <a:pt x="198818" y="63884"/>
                  <a:pt x="201404" y="62213"/>
                  <a:pt x="203546" y="60037"/>
                </a:cubicBezTo>
                <a:cubicBezTo>
                  <a:pt x="205689" y="57860"/>
                  <a:pt x="207341" y="55239"/>
                  <a:pt x="208504" y="52174"/>
                </a:cubicBezTo>
                <a:cubicBezTo>
                  <a:pt x="209667" y="49108"/>
                  <a:pt x="210248" y="45675"/>
                  <a:pt x="210248" y="41874"/>
                </a:cubicBezTo>
                <a:cubicBezTo>
                  <a:pt x="210248" y="38073"/>
                  <a:pt x="209667" y="34624"/>
                  <a:pt x="208504" y="31528"/>
                </a:cubicBezTo>
                <a:cubicBezTo>
                  <a:pt x="207341" y="28431"/>
                  <a:pt x="205689" y="25794"/>
                  <a:pt x="203546" y="23618"/>
                </a:cubicBezTo>
                <a:cubicBezTo>
                  <a:pt x="201404" y="21441"/>
                  <a:pt x="198818" y="19755"/>
                  <a:pt x="195788" y="18560"/>
                </a:cubicBezTo>
                <a:cubicBezTo>
                  <a:pt x="192758" y="17364"/>
                  <a:pt x="189376" y="16766"/>
                  <a:pt x="185642" y="16766"/>
                </a:cubicBezTo>
                <a:cubicBezTo>
                  <a:pt x="181909" y="16766"/>
                  <a:pt x="178543" y="17364"/>
                  <a:pt x="175543" y="18560"/>
                </a:cubicBezTo>
                <a:cubicBezTo>
                  <a:pt x="172544" y="19755"/>
                  <a:pt x="169973" y="21441"/>
                  <a:pt x="167831" y="23618"/>
                </a:cubicBezTo>
                <a:cubicBezTo>
                  <a:pt x="165688" y="25794"/>
                  <a:pt x="164036" y="28431"/>
                  <a:pt x="162873" y="31528"/>
                </a:cubicBezTo>
                <a:cubicBezTo>
                  <a:pt x="161710" y="34624"/>
                  <a:pt x="161129" y="38073"/>
                  <a:pt x="161129" y="41874"/>
                </a:cubicBezTo>
                <a:close/>
                <a:moveTo>
                  <a:pt x="218450" y="18040"/>
                </a:moveTo>
                <a:lnTo>
                  <a:pt x="218450" y="65541"/>
                </a:lnTo>
                <a:lnTo>
                  <a:pt x="231487" y="65541"/>
                </a:lnTo>
                <a:lnTo>
                  <a:pt x="231487" y="44127"/>
                </a:lnTo>
                <a:cubicBezTo>
                  <a:pt x="231487" y="41982"/>
                  <a:pt x="231702" y="39991"/>
                  <a:pt x="232130" y="38153"/>
                </a:cubicBezTo>
                <a:cubicBezTo>
                  <a:pt x="232559" y="36315"/>
                  <a:pt x="233278" y="34707"/>
                  <a:pt x="234288" y="33328"/>
                </a:cubicBezTo>
                <a:cubicBezTo>
                  <a:pt x="235297" y="31950"/>
                  <a:pt x="236628" y="30862"/>
                  <a:pt x="238280" y="30065"/>
                </a:cubicBezTo>
                <a:cubicBezTo>
                  <a:pt x="239934" y="29269"/>
                  <a:pt x="241954" y="28870"/>
                  <a:pt x="244341" y="28870"/>
                </a:cubicBezTo>
                <a:cubicBezTo>
                  <a:pt x="245137" y="28870"/>
                  <a:pt x="245963" y="28917"/>
                  <a:pt x="246819" y="29009"/>
                </a:cubicBezTo>
                <a:cubicBezTo>
                  <a:pt x="247677" y="29101"/>
                  <a:pt x="248411" y="29208"/>
                  <a:pt x="249023" y="29330"/>
                </a:cubicBezTo>
                <a:lnTo>
                  <a:pt x="249023" y="17224"/>
                </a:lnTo>
                <a:cubicBezTo>
                  <a:pt x="247982" y="16919"/>
                  <a:pt x="247034" y="16766"/>
                  <a:pt x="246178" y="16766"/>
                </a:cubicBezTo>
                <a:cubicBezTo>
                  <a:pt x="244524" y="16766"/>
                  <a:pt x="242933" y="17011"/>
                  <a:pt x="241403" y="17500"/>
                </a:cubicBezTo>
                <a:cubicBezTo>
                  <a:pt x="239873" y="17989"/>
                  <a:pt x="238435" y="18676"/>
                  <a:pt x="237088" y="19563"/>
                </a:cubicBezTo>
                <a:cubicBezTo>
                  <a:pt x="235742" y="20449"/>
                  <a:pt x="234548" y="21519"/>
                  <a:pt x="233508" y="22772"/>
                </a:cubicBezTo>
                <a:cubicBezTo>
                  <a:pt x="232467" y="24026"/>
                  <a:pt x="231641" y="25386"/>
                  <a:pt x="231028" y="26853"/>
                </a:cubicBezTo>
                <a:lnTo>
                  <a:pt x="230844" y="26853"/>
                </a:lnTo>
                <a:lnTo>
                  <a:pt x="230844" y="18040"/>
                </a:lnTo>
                <a:lnTo>
                  <a:pt x="218450" y="18040"/>
                </a:lnTo>
                <a:close/>
                <a:moveTo>
                  <a:pt x="270935" y="18111"/>
                </a:moveTo>
                <a:lnTo>
                  <a:pt x="270935" y="3855"/>
                </a:lnTo>
                <a:lnTo>
                  <a:pt x="257898" y="3855"/>
                </a:lnTo>
                <a:lnTo>
                  <a:pt x="257898" y="18111"/>
                </a:lnTo>
                <a:lnTo>
                  <a:pt x="250002" y="18111"/>
                </a:lnTo>
                <a:lnTo>
                  <a:pt x="250002" y="26808"/>
                </a:lnTo>
                <a:lnTo>
                  <a:pt x="257898" y="26808"/>
                </a:lnTo>
                <a:lnTo>
                  <a:pt x="257898" y="54795"/>
                </a:lnTo>
                <a:cubicBezTo>
                  <a:pt x="257898" y="57181"/>
                  <a:pt x="258296" y="59108"/>
                  <a:pt x="259092" y="60576"/>
                </a:cubicBezTo>
                <a:cubicBezTo>
                  <a:pt x="259887" y="62044"/>
                  <a:pt x="260974" y="63176"/>
                  <a:pt x="262350" y="63972"/>
                </a:cubicBezTo>
                <a:cubicBezTo>
                  <a:pt x="263728" y="64767"/>
                  <a:pt x="265319" y="65302"/>
                  <a:pt x="267125" y="65576"/>
                </a:cubicBezTo>
                <a:cubicBezTo>
                  <a:pt x="268931" y="65852"/>
                  <a:pt x="270844" y="65989"/>
                  <a:pt x="272864" y="65989"/>
                </a:cubicBezTo>
                <a:cubicBezTo>
                  <a:pt x="274149" y="65989"/>
                  <a:pt x="275465" y="65960"/>
                  <a:pt x="276812" y="65900"/>
                </a:cubicBezTo>
                <a:cubicBezTo>
                  <a:pt x="278159" y="65840"/>
                  <a:pt x="279383" y="65721"/>
                  <a:pt x="280484" y="65541"/>
                </a:cubicBezTo>
                <a:lnTo>
                  <a:pt x="280484" y="55401"/>
                </a:lnTo>
                <a:cubicBezTo>
                  <a:pt x="279872" y="55524"/>
                  <a:pt x="279230" y="55616"/>
                  <a:pt x="278556" y="55677"/>
                </a:cubicBezTo>
                <a:cubicBezTo>
                  <a:pt x="277883" y="55738"/>
                  <a:pt x="277179" y="55768"/>
                  <a:pt x="276445" y="55768"/>
                </a:cubicBezTo>
                <a:cubicBezTo>
                  <a:pt x="274241" y="55768"/>
                  <a:pt x="272771" y="55402"/>
                  <a:pt x="272036" y="54669"/>
                </a:cubicBezTo>
                <a:cubicBezTo>
                  <a:pt x="271302" y="53935"/>
                  <a:pt x="270935" y="52469"/>
                  <a:pt x="270935" y="50270"/>
                </a:cubicBezTo>
                <a:lnTo>
                  <a:pt x="270935" y="26808"/>
                </a:lnTo>
                <a:lnTo>
                  <a:pt x="280484" y="26808"/>
                </a:lnTo>
                <a:lnTo>
                  <a:pt x="280484" y="18111"/>
                </a:lnTo>
                <a:lnTo>
                  <a:pt x="270935" y="18111"/>
                </a:lnTo>
                <a:close/>
                <a:moveTo>
                  <a:pt x="328317" y="18111"/>
                </a:moveTo>
                <a:lnTo>
                  <a:pt x="328317" y="3855"/>
                </a:lnTo>
                <a:lnTo>
                  <a:pt x="315280" y="3855"/>
                </a:lnTo>
                <a:lnTo>
                  <a:pt x="315280" y="18111"/>
                </a:lnTo>
                <a:lnTo>
                  <a:pt x="307385" y="18111"/>
                </a:lnTo>
                <a:lnTo>
                  <a:pt x="307385" y="26808"/>
                </a:lnTo>
                <a:lnTo>
                  <a:pt x="315280" y="26808"/>
                </a:lnTo>
                <a:lnTo>
                  <a:pt x="315280" y="54795"/>
                </a:lnTo>
                <a:cubicBezTo>
                  <a:pt x="315280" y="57181"/>
                  <a:pt x="315678" y="59108"/>
                  <a:pt x="316474" y="60576"/>
                </a:cubicBezTo>
                <a:cubicBezTo>
                  <a:pt x="317270" y="62044"/>
                  <a:pt x="318356" y="63176"/>
                  <a:pt x="319732" y="63972"/>
                </a:cubicBezTo>
                <a:cubicBezTo>
                  <a:pt x="321110" y="64767"/>
                  <a:pt x="322701" y="65302"/>
                  <a:pt x="324507" y="65576"/>
                </a:cubicBezTo>
                <a:cubicBezTo>
                  <a:pt x="326313" y="65852"/>
                  <a:pt x="328226" y="65989"/>
                  <a:pt x="330246" y="65989"/>
                </a:cubicBezTo>
                <a:cubicBezTo>
                  <a:pt x="331532" y="65989"/>
                  <a:pt x="332847" y="65960"/>
                  <a:pt x="334194" y="65900"/>
                </a:cubicBezTo>
                <a:cubicBezTo>
                  <a:pt x="335541" y="65840"/>
                  <a:pt x="336765" y="65721"/>
                  <a:pt x="337866" y="65541"/>
                </a:cubicBezTo>
                <a:lnTo>
                  <a:pt x="337866" y="55401"/>
                </a:lnTo>
                <a:cubicBezTo>
                  <a:pt x="337254" y="55524"/>
                  <a:pt x="336612" y="55616"/>
                  <a:pt x="335938" y="55677"/>
                </a:cubicBezTo>
                <a:cubicBezTo>
                  <a:pt x="335265" y="55738"/>
                  <a:pt x="334561" y="55768"/>
                  <a:pt x="333827" y="55768"/>
                </a:cubicBezTo>
                <a:cubicBezTo>
                  <a:pt x="331623" y="55768"/>
                  <a:pt x="330153" y="55402"/>
                  <a:pt x="329418" y="54669"/>
                </a:cubicBezTo>
                <a:cubicBezTo>
                  <a:pt x="328684" y="53935"/>
                  <a:pt x="328317" y="52469"/>
                  <a:pt x="328317" y="50270"/>
                </a:cubicBezTo>
                <a:lnTo>
                  <a:pt x="328317" y="26808"/>
                </a:lnTo>
                <a:lnTo>
                  <a:pt x="337866" y="26808"/>
                </a:lnTo>
                <a:lnTo>
                  <a:pt x="337866" y="18111"/>
                </a:lnTo>
                <a:lnTo>
                  <a:pt x="328317" y="18111"/>
                </a:lnTo>
                <a:close/>
                <a:moveTo>
                  <a:pt x="355493" y="41872"/>
                </a:moveTo>
                <a:cubicBezTo>
                  <a:pt x="355493" y="39975"/>
                  <a:pt x="355677" y="38108"/>
                  <a:pt x="356044" y="36272"/>
                </a:cubicBezTo>
                <a:cubicBezTo>
                  <a:pt x="356411" y="34434"/>
                  <a:pt x="357038" y="32812"/>
                  <a:pt x="357925" y="31405"/>
                </a:cubicBezTo>
                <a:cubicBezTo>
                  <a:pt x="358814" y="29996"/>
                  <a:pt x="359992" y="28848"/>
                  <a:pt x="361461" y="27961"/>
                </a:cubicBezTo>
                <a:cubicBezTo>
                  <a:pt x="362931" y="27073"/>
                  <a:pt x="364767" y="26629"/>
                  <a:pt x="366970" y="26629"/>
                </a:cubicBezTo>
                <a:cubicBezTo>
                  <a:pt x="369174" y="26629"/>
                  <a:pt x="371026" y="27073"/>
                  <a:pt x="372525" y="27961"/>
                </a:cubicBezTo>
                <a:cubicBezTo>
                  <a:pt x="374024" y="28848"/>
                  <a:pt x="375218" y="29996"/>
                  <a:pt x="376105" y="31405"/>
                </a:cubicBezTo>
                <a:cubicBezTo>
                  <a:pt x="376994" y="32812"/>
                  <a:pt x="377621" y="34434"/>
                  <a:pt x="377988" y="36272"/>
                </a:cubicBezTo>
                <a:cubicBezTo>
                  <a:pt x="378355" y="38108"/>
                  <a:pt x="378539" y="39975"/>
                  <a:pt x="378539" y="41872"/>
                </a:cubicBezTo>
                <a:cubicBezTo>
                  <a:pt x="378539" y="43770"/>
                  <a:pt x="378355" y="45622"/>
                  <a:pt x="377988" y="47429"/>
                </a:cubicBezTo>
                <a:cubicBezTo>
                  <a:pt x="377621" y="49234"/>
                  <a:pt x="376994" y="50856"/>
                  <a:pt x="376105" y="52295"/>
                </a:cubicBezTo>
                <a:cubicBezTo>
                  <a:pt x="375218" y="53734"/>
                  <a:pt x="374024" y="54882"/>
                  <a:pt x="372525" y="55739"/>
                </a:cubicBezTo>
                <a:cubicBezTo>
                  <a:pt x="371026" y="56595"/>
                  <a:pt x="369174" y="57024"/>
                  <a:pt x="366970" y="57024"/>
                </a:cubicBezTo>
                <a:cubicBezTo>
                  <a:pt x="364767" y="57024"/>
                  <a:pt x="362931" y="56595"/>
                  <a:pt x="361461" y="55739"/>
                </a:cubicBezTo>
                <a:cubicBezTo>
                  <a:pt x="359992" y="54882"/>
                  <a:pt x="358814" y="53734"/>
                  <a:pt x="357925" y="52295"/>
                </a:cubicBezTo>
                <a:cubicBezTo>
                  <a:pt x="357038" y="50856"/>
                  <a:pt x="356411" y="49234"/>
                  <a:pt x="356044" y="47429"/>
                </a:cubicBezTo>
                <a:cubicBezTo>
                  <a:pt x="355677" y="45622"/>
                  <a:pt x="355493" y="43770"/>
                  <a:pt x="355493" y="41872"/>
                </a:cubicBezTo>
                <a:moveTo>
                  <a:pt x="342456" y="41874"/>
                </a:moveTo>
                <a:cubicBezTo>
                  <a:pt x="342456" y="45675"/>
                  <a:pt x="343038" y="49108"/>
                  <a:pt x="344201" y="52174"/>
                </a:cubicBezTo>
                <a:cubicBezTo>
                  <a:pt x="345363" y="55239"/>
                  <a:pt x="347016" y="57860"/>
                  <a:pt x="349158" y="60037"/>
                </a:cubicBezTo>
                <a:cubicBezTo>
                  <a:pt x="351301" y="62213"/>
                  <a:pt x="353872" y="63884"/>
                  <a:pt x="356871" y="65049"/>
                </a:cubicBezTo>
                <a:cubicBezTo>
                  <a:pt x="359870" y="66214"/>
                  <a:pt x="363237" y="66796"/>
                  <a:pt x="366970" y="66796"/>
                </a:cubicBezTo>
                <a:cubicBezTo>
                  <a:pt x="370704" y="66796"/>
                  <a:pt x="374086" y="66214"/>
                  <a:pt x="377115" y="65049"/>
                </a:cubicBezTo>
                <a:cubicBezTo>
                  <a:pt x="380145" y="63884"/>
                  <a:pt x="382731" y="62213"/>
                  <a:pt x="384874" y="60037"/>
                </a:cubicBezTo>
                <a:cubicBezTo>
                  <a:pt x="387016" y="57860"/>
                  <a:pt x="388669" y="55239"/>
                  <a:pt x="389832" y="52174"/>
                </a:cubicBezTo>
                <a:cubicBezTo>
                  <a:pt x="390994" y="49108"/>
                  <a:pt x="391576" y="45675"/>
                  <a:pt x="391576" y="41874"/>
                </a:cubicBezTo>
                <a:cubicBezTo>
                  <a:pt x="391576" y="38073"/>
                  <a:pt x="390994" y="34624"/>
                  <a:pt x="389832" y="31528"/>
                </a:cubicBezTo>
                <a:cubicBezTo>
                  <a:pt x="388669" y="28431"/>
                  <a:pt x="387016" y="25794"/>
                  <a:pt x="384874" y="23618"/>
                </a:cubicBezTo>
                <a:cubicBezTo>
                  <a:pt x="382731" y="21441"/>
                  <a:pt x="380145" y="19755"/>
                  <a:pt x="377115" y="18560"/>
                </a:cubicBezTo>
                <a:cubicBezTo>
                  <a:pt x="374086" y="17364"/>
                  <a:pt x="370704" y="16766"/>
                  <a:pt x="366970" y="16766"/>
                </a:cubicBezTo>
                <a:cubicBezTo>
                  <a:pt x="363237" y="16766"/>
                  <a:pt x="359870" y="17364"/>
                  <a:pt x="356871" y="18560"/>
                </a:cubicBezTo>
                <a:cubicBezTo>
                  <a:pt x="353872" y="19755"/>
                  <a:pt x="351301" y="21441"/>
                  <a:pt x="349158" y="23618"/>
                </a:cubicBezTo>
                <a:cubicBezTo>
                  <a:pt x="347016" y="25794"/>
                  <a:pt x="345363" y="28431"/>
                  <a:pt x="344201" y="31528"/>
                </a:cubicBezTo>
                <a:cubicBezTo>
                  <a:pt x="343038" y="34624"/>
                  <a:pt x="342456" y="38073"/>
                  <a:pt x="342456" y="41874"/>
                </a:cubicBezTo>
                <a:close/>
                <a:moveTo>
                  <a:pt x="399778" y="18040"/>
                </a:moveTo>
                <a:lnTo>
                  <a:pt x="399778" y="65541"/>
                </a:lnTo>
                <a:lnTo>
                  <a:pt x="412815" y="65541"/>
                </a:lnTo>
                <a:lnTo>
                  <a:pt x="412815" y="44127"/>
                </a:lnTo>
                <a:cubicBezTo>
                  <a:pt x="412815" y="41982"/>
                  <a:pt x="413029" y="39991"/>
                  <a:pt x="413458" y="38153"/>
                </a:cubicBezTo>
                <a:cubicBezTo>
                  <a:pt x="413887" y="36315"/>
                  <a:pt x="414606" y="34707"/>
                  <a:pt x="415615" y="33328"/>
                </a:cubicBezTo>
                <a:cubicBezTo>
                  <a:pt x="416625" y="31950"/>
                  <a:pt x="417956" y="30862"/>
                  <a:pt x="419608" y="30065"/>
                </a:cubicBezTo>
                <a:cubicBezTo>
                  <a:pt x="421261" y="29269"/>
                  <a:pt x="423281" y="28870"/>
                  <a:pt x="425669" y="28870"/>
                </a:cubicBezTo>
                <a:cubicBezTo>
                  <a:pt x="426464" y="28870"/>
                  <a:pt x="427290" y="28917"/>
                  <a:pt x="428147" y="29009"/>
                </a:cubicBezTo>
                <a:cubicBezTo>
                  <a:pt x="429004" y="29101"/>
                  <a:pt x="429739" y="29208"/>
                  <a:pt x="430350" y="29330"/>
                </a:cubicBezTo>
                <a:lnTo>
                  <a:pt x="430350" y="17224"/>
                </a:lnTo>
                <a:cubicBezTo>
                  <a:pt x="429310" y="16919"/>
                  <a:pt x="428362" y="16766"/>
                  <a:pt x="427505" y="16766"/>
                </a:cubicBezTo>
                <a:cubicBezTo>
                  <a:pt x="425852" y="16766"/>
                  <a:pt x="424261" y="17011"/>
                  <a:pt x="422731" y="17500"/>
                </a:cubicBezTo>
                <a:cubicBezTo>
                  <a:pt x="421201" y="17989"/>
                  <a:pt x="419763" y="18676"/>
                  <a:pt x="418416" y="19563"/>
                </a:cubicBezTo>
                <a:cubicBezTo>
                  <a:pt x="417069" y="20449"/>
                  <a:pt x="415876" y="21519"/>
                  <a:pt x="414835" y="22772"/>
                </a:cubicBezTo>
                <a:cubicBezTo>
                  <a:pt x="413795" y="24026"/>
                  <a:pt x="412968" y="25386"/>
                  <a:pt x="412356" y="26853"/>
                </a:cubicBezTo>
                <a:lnTo>
                  <a:pt x="412172" y="26853"/>
                </a:lnTo>
                <a:lnTo>
                  <a:pt x="412172" y="18040"/>
                </a:lnTo>
                <a:lnTo>
                  <a:pt x="399778" y="18040"/>
                </a:lnTo>
                <a:close/>
                <a:moveTo>
                  <a:pt x="468055" y="34788"/>
                </a:moveTo>
                <a:lnTo>
                  <a:pt x="480816" y="34788"/>
                </a:lnTo>
                <a:cubicBezTo>
                  <a:pt x="480633" y="31723"/>
                  <a:pt x="479899" y="29072"/>
                  <a:pt x="478613" y="26835"/>
                </a:cubicBezTo>
                <a:cubicBezTo>
                  <a:pt x="477328" y="24597"/>
                  <a:pt x="475660" y="22727"/>
                  <a:pt x="473609" y="21226"/>
                </a:cubicBezTo>
                <a:cubicBezTo>
                  <a:pt x="471559" y="19724"/>
                  <a:pt x="469233" y="18605"/>
                  <a:pt x="466632" y="17870"/>
                </a:cubicBezTo>
                <a:cubicBezTo>
                  <a:pt x="464031" y="17134"/>
                  <a:pt x="461323" y="16766"/>
                  <a:pt x="458507" y="16766"/>
                </a:cubicBezTo>
                <a:cubicBezTo>
                  <a:pt x="454650" y="16766"/>
                  <a:pt x="451222" y="17410"/>
                  <a:pt x="448222" y="18698"/>
                </a:cubicBezTo>
                <a:cubicBezTo>
                  <a:pt x="445223" y="19985"/>
                  <a:pt x="442684" y="21778"/>
                  <a:pt x="440603" y="24078"/>
                </a:cubicBezTo>
                <a:cubicBezTo>
                  <a:pt x="438522" y="26377"/>
                  <a:pt x="436946" y="29106"/>
                  <a:pt x="435875" y="32263"/>
                </a:cubicBezTo>
                <a:cubicBezTo>
                  <a:pt x="434803" y="35420"/>
                  <a:pt x="434268" y="38838"/>
                  <a:pt x="434268" y="42517"/>
                </a:cubicBezTo>
                <a:cubicBezTo>
                  <a:pt x="434268" y="46073"/>
                  <a:pt x="434849" y="49338"/>
                  <a:pt x="436012" y="52312"/>
                </a:cubicBezTo>
                <a:cubicBezTo>
                  <a:pt x="437175" y="55285"/>
                  <a:pt x="438796" y="57844"/>
                  <a:pt x="440877" y="59991"/>
                </a:cubicBezTo>
                <a:cubicBezTo>
                  <a:pt x="442959" y="62137"/>
                  <a:pt x="445484" y="63808"/>
                  <a:pt x="448452" y="65003"/>
                </a:cubicBezTo>
                <a:cubicBezTo>
                  <a:pt x="451421" y="66199"/>
                  <a:pt x="454681" y="66796"/>
                  <a:pt x="458231" y="66796"/>
                </a:cubicBezTo>
                <a:cubicBezTo>
                  <a:pt x="464535" y="66796"/>
                  <a:pt x="469707" y="65137"/>
                  <a:pt x="473746" y="61819"/>
                </a:cubicBezTo>
                <a:cubicBezTo>
                  <a:pt x="477786" y="58500"/>
                  <a:pt x="480235" y="53688"/>
                  <a:pt x="481092" y="47384"/>
                </a:cubicBezTo>
                <a:lnTo>
                  <a:pt x="468513" y="47384"/>
                </a:lnTo>
                <a:cubicBezTo>
                  <a:pt x="468086" y="50322"/>
                  <a:pt x="467030" y="52663"/>
                  <a:pt x="465346" y="54408"/>
                </a:cubicBezTo>
                <a:cubicBezTo>
                  <a:pt x="463663" y="56152"/>
                  <a:pt x="461261" y="57024"/>
                  <a:pt x="458140" y="57024"/>
                </a:cubicBezTo>
                <a:cubicBezTo>
                  <a:pt x="456119" y="57024"/>
                  <a:pt x="454405" y="56564"/>
                  <a:pt x="452997" y="55646"/>
                </a:cubicBezTo>
                <a:cubicBezTo>
                  <a:pt x="451589" y="54728"/>
                  <a:pt x="450472" y="53550"/>
                  <a:pt x="449646" y="52112"/>
                </a:cubicBezTo>
                <a:cubicBezTo>
                  <a:pt x="448820" y="50673"/>
                  <a:pt x="448223" y="49065"/>
                  <a:pt x="447855" y="47290"/>
                </a:cubicBezTo>
                <a:cubicBezTo>
                  <a:pt x="447488" y="45514"/>
                  <a:pt x="447305" y="43770"/>
                  <a:pt x="447305" y="42056"/>
                </a:cubicBezTo>
                <a:cubicBezTo>
                  <a:pt x="447305" y="40281"/>
                  <a:pt x="447488" y="38490"/>
                  <a:pt x="447855" y="36685"/>
                </a:cubicBezTo>
                <a:cubicBezTo>
                  <a:pt x="448223" y="34879"/>
                  <a:pt x="448851" y="33225"/>
                  <a:pt x="449738" y="31726"/>
                </a:cubicBezTo>
                <a:cubicBezTo>
                  <a:pt x="450625" y="30226"/>
                  <a:pt x="451773" y="29001"/>
                  <a:pt x="453180" y="28052"/>
                </a:cubicBezTo>
                <a:cubicBezTo>
                  <a:pt x="454589" y="27103"/>
                  <a:pt x="456333" y="26629"/>
                  <a:pt x="458414" y="26629"/>
                </a:cubicBezTo>
                <a:cubicBezTo>
                  <a:pt x="463984" y="26629"/>
                  <a:pt x="467198" y="29349"/>
                  <a:pt x="468055" y="34788"/>
                </a:cubicBezTo>
                <a:close/>
                <a:moveTo>
                  <a:pt x="488529" y="0"/>
                </a:moveTo>
                <a:lnTo>
                  <a:pt x="488529" y="65541"/>
                </a:lnTo>
                <a:lnTo>
                  <a:pt x="501566" y="65541"/>
                </a:lnTo>
                <a:lnTo>
                  <a:pt x="501566" y="40663"/>
                </a:lnTo>
                <a:cubicBezTo>
                  <a:pt x="501566" y="35828"/>
                  <a:pt x="502362" y="32355"/>
                  <a:pt x="503953" y="30245"/>
                </a:cubicBezTo>
                <a:cubicBezTo>
                  <a:pt x="505544" y="28133"/>
                  <a:pt x="508115" y="27077"/>
                  <a:pt x="511665" y="27077"/>
                </a:cubicBezTo>
                <a:cubicBezTo>
                  <a:pt x="514787" y="27077"/>
                  <a:pt x="516960" y="28041"/>
                  <a:pt x="518184" y="29969"/>
                </a:cubicBezTo>
                <a:cubicBezTo>
                  <a:pt x="519408" y="31896"/>
                  <a:pt x="520020" y="34819"/>
                  <a:pt x="520020" y="38736"/>
                </a:cubicBezTo>
                <a:lnTo>
                  <a:pt x="520020" y="65541"/>
                </a:lnTo>
                <a:lnTo>
                  <a:pt x="533057" y="65541"/>
                </a:lnTo>
                <a:lnTo>
                  <a:pt x="533057" y="36332"/>
                </a:lnTo>
                <a:cubicBezTo>
                  <a:pt x="533057" y="33393"/>
                  <a:pt x="532797" y="30714"/>
                  <a:pt x="532277" y="28295"/>
                </a:cubicBezTo>
                <a:cubicBezTo>
                  <a:pt x="531757" y="25876"/>
                  <a:pt x="530854" y="23824"/>
                  <a:pt x="529568" y="22140"/>
                </a:cubicBezTo>
                <a:cubicBezTo>
                  <a:pt x="528283" y="20456"/>
                  <a:pt x="526523" y="19140"/>
                  <a:pt x="524289" y="18191"/>
                </a:cubicBezTo>
                <a:cubicBezTo>
                  <a:pt x="522055" y="17241"/>
                  <a:pt x="519194" y="16766"/>
                  <a:pt x="515705" y="16766"/>
                </a:cubicBezTo>
                <a:cubicBezTo>
                  <a:pt x="513257" y="16766"/>
                  <a:pt x="510747" y="17395"/>
                  <a:pt x="508175" y="18653"/>
                </a:cubicBezTo>
                <a:cubicBezTo>
                  <a:pt x="505605" y="19911"/>
                  <a:pt x="503494" y="21921"/>
                  <a:pt x="501842" y="24683"/>
                </a:cubicBezTo>
                <a:lnTo>
                  <a:pt x="501566" y="24683"/>
                </a:lnTo>
                <a:lnTo>
                  <a:pt x="501566" y="0"/>
                </a:lnTo>
                <a:lnTo>
                  <a:pt x="4885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x=torch.ones(2)">
            <a:extLst xmlns:a="http://schemas.openxmlformats.org/drawingml/2006/main">
              <a:ext uri="{FF2B5EF4-FFF2-40B4-BE49-F238E27FC236}">
                <a16:creationId xmlns:a16="http://schemas.microsoft.com/office/drawing/2014/main" id="{C66FF055-4F03-4C13-B659-9669CD27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09" y="5862341"/>
            <a:ext cx="723995" cy="83742"/>
          </a:xfrm>
          <a:custGeom xmlns:a="http://schemas.openxmlformats.org/drawingml/2006/main">
            <a:pathLst>
              <a:path w="723995" h="83742">
                <a:moveTo>
                  <a:pt x="17077" y="42202"/>
                </a:moveTo>
                <a:lnTo>
                  <a:pt x="0" y="67155"/>
                </a:lnTo>
                <a:lnTo>
                  <a:pt x="14598" y="67155"/>
                </a:lnTo>
                <a:lnTo>
                  <a:pt x="24514" y="52202"/>
                </a:lnTo>
                <a:lnTo>
                  <a:pt x="34429" y="67155"/>
                </a:lnTo>
                <a:lnTo>
                  <a:pt x="49303" y="67155"/>
                </a:lnTo>
                <a:lnTo>
                  <a:pt x="31766" y="41926"/>
                </a:lnTo>
                <a:lnTo>
                  <a:pt x="47375" y="19725"/>
                </a:lnTo>
                <a:lnTo>
                  <a:pt x="32960" y="19725"/>
                </a:lnTo>
                <a:lnTo>
                  <a:pt x="24697" y="32111"/>
                </a:lnTo>
                <a:lnTo>
                  <a:pt x="16342" y="19725"/>
                </a:lnTo>
                <a:lnTo>
                  <a:pt x="1470" y="19725"/>
                </a:lnTo>
                <a:lnTo>
                  <a:pt x="17077" y="42202"/>
                </a:lnTo>
                <a:close/>
                <a:moveTo>
                  <a:pt x="124985" y="58727"/>
                </a:moveTo>
                <a:lnTo>
                  <a:pt x="124985" y="48865"/>
                </a:lnTo>
                <a:lnTo>
                  <a:pt x="78622" y="48865"/>
                </a:lnTo>
                <a:lnTo>
                  <a:pt x="78622" y="58727"/>
                </a:lnTo>
                <a:lnTo>
                  <a:pt x="124985" y="58727"/>
                </a:lnTo>
                <a:moveTo>
                  <a:pt x="124985" y="39092"/>
                </a:moveTo>
                <a:lnTo>
                  <a:pt x="124985" y="29229"/>
                </a:lnTo>
                <a:lnTo>
                  <a:pt x="78622" y="29229"/>
                </a:lnTo>
                <a:lnTo>
                  <a:pt x="78622" y="39092"/>
                </a:lnTo>
                <a:lnTo>
                  <a:pt x="124985" y="39092"/>
                </a:lnTo>
                <a:close/>
                <a:moveTo>
                  <a:pt x="176032" y="19725"/>
                </a:moveTo>
                <a:lnTo>
                  <a:pt x="176032" y="5469"/>
                </a:lnTo>
                <a:lnTo>
                  <a:pt x="162995" y="5469"/>
                </a:lnTo>
                <a:lnTo>
                  <a:pt x="162995" y="19725"/>
                </a:lnTo>
                <a:lnTo>
                  <a:pt x="155100" y="19725"/>
                </a:lnTo>
                <a:lnTo>
                  <a:pt x="155100" y="28422"/>
                </a:lnTo>
                <a:lnTo>
                  <a:pt x="162995" y="28422"/>
                </a:lnTo>
                <a:lnTo>
                  <a:pt x="162995" y="56409"/>
                </a:lnTo>
                <a:cubicBezTo>
                  <a:pt x="162995" y="58795"/>
                  <a:pt x="163393" y="60722"/>
                  <a:pt x="164189" y="62190"/>
                </a:cubicBezTo>
                <a:cubicBezTo>
                  <a:pt x="164985" y="63658"/>
                  <a:pt x="166071" y="64790"/>
                  <a:pt x="167448" y="65586"/>
                </a:cubicBezTo>
                <a:cubicBezTo>
                  <a:pt x="168825" y="66381"/>
                  <a:pt x="170417" y="66916"/>
                  <a:pt x="172222" y="67190"/>
                </a:cubicBezTo>
                <a:cubicBezTo>
                  <a:pt x="174028" y="67466"/>
                  <a:pt x="175941" y="67603"/>
                  <a:pt x="177962" y="67603"/>
                </a:cubicBezTo>
                <a:cubicBezTo>
                  <a:pt x="179247" y="67603"/>
                  <a:pt x="180563" y="67573"/>
                  <a:pt x="181909" y="67514"/>
                </a:cubicBezTo>
                <a:cubicBezTo>
                  <a:pt x="183256" y="67454"/>
                  <a:pt x="184480" y="67334"/>
                  <a:pt x="185581" y="67155"/>
                </a:cubicBezTo>
                <a:lnTo>
                  <a:pt x="185581" y="57015"/>
                </a:lnTo>
                <a:cubicBezTo>
                  <a:pt x="184969" y="57137"/>
                  <a:pt x="184327" y="57229"/>
                  <a:pt x="183654" y="57291"/>
                </a:cubicBezTo>
                <a:cubicBezTo>
                  <a:pt x="182980" y="57352"/>
                  <a:pt x="182276" y="57382"/>
                  <a:pt x="181542" y="57382"/>
                </a:cubicBezTo>
                <a:cubicBezTo>
                  <a:pt x="179338" y="57382"/>
                  <a:pt x="177869" y="57016"/>
                  <a:pt x="177134" y="56282"/>
                </a:cubicBezTo>
                <a:cubicBezTo>
                  <a:pt x="176399" y="55549"/>
                  <a:pt x="176032" y="54083"/>
                  <a:pt x="176032" y="51884"/>
                </a:cubicBezTo>
                <a:lnTo>
                  <a:pt x="176032" y="28422"/>
                </a:lnTo>
                <a:lnTo>
                  <a:pt x="185581" y="28422"/>
                </a:lnTo>
                <a:lnTo>
                  <a:pt x="185581" y="19725"/>
                </a:lnTo>
                <a:lnTo>
                  <a:pt x="176032" y="19725"/>
                </a:lnTo>
                <a:close/>
                <a:moveTo>
                  <a:pt x="203209" y="43486"/>
                </a:moveTo>
                <a:cubicBezTo>
                  <a:pt x="203209" y="41589"/>
                  <a:pt x="203392" y="39722"/>
                  <a:pt x="203759" y="37885"/>
                </a:cubicBezTo>
                <a:cubicBezTo>
                  <a:pt x="204126" y="36048"/>
                  <a:pt x="204753" y="34426"/>
                  <a:pt x="205641" y="33019"/>
                </a:cubicBezTo>
                <a:cubicBezTo>
                  <a:pt x="206529" y="31610"/>
                  <a:pt x="207707" y="30462"/>
                  <a:pt x="209177" y="29575"/>
                </a:cubicBezTo>
                <a:cubicBezTo>
                  <a:pt x="210646" y="28687"/>
                  <a:pt x="212482" y="28243"/>
                  <a:pt x="214685" y="28243"/>
                </a:cubicBezTo>
                <a:cubicBezTo>
                  <a:pt x="216889" y="28243"/>
                  <a:pt x="218741" y="28687"/>
                  <a:pt x="220240" y="29575"/>
                </a:cubicBezTo>
                <a:cubicBezTo>
                  <a:pt x="221740" y="30462"/>
                  <a:pt x="222933" y="31610"/>
                  <a:pt x="223820" y="33019"/>
                </a:cubicBezTo>
                <a:cubicBezTo>
                  <a:pt x="224709" y="34426"/>
                  <a:pt x="225336" y="36048"/>
                  <a:pt x="225703" y="37885"/>
                </a:cubicBezTo>
                <a:cubicBezTo>
                  <a:pt x="226070" y="39722"/>
                  <a:pt x="226254" y="41589"/>
                  <a:pt x="226254" y="43486"/>
                </a:cubicBezTo>
                <a:cubicBezTo>
                  <a:pt x="226254" y="45384"/>
                  <a:pt x="226070" y="47236"/>
                  <a:pt x="225703" y="49042"/>
                </a:cubicBezTo>
                <a:cubicBezTo>
                  <a:pt x="225336" y="50848"/>
                  <a:pt x="224709" y="52470"/>
                  <a:pt x="223820" y="53909"/>
                </a:cubicBezTo>
                <a:cubicBezTo>
                  <a:pt x="222933" y="55348"/>
                  <a:pt x="221740" y="56495"/>
                  <a:pt x="220240" y="57353"/>
                </a:cubicBezTo>
                <a:cubicBezTo>
                  <a:pt x="218741" y="58209"/>
                  <a:pt x="216889" y="58637"/>
                  <a:pt x="214685" y="58637"/>
                </a:cubicBezTo>
                <a:cubicBezTo>
                  <a:pt x="212482" y="58637"/>
                  <a:pt x="210646" y="58209"/>
                  <a:pt x="209177" y="57353"/>
                </a:cubicBezTo>
                <a:cubicBezTo>
                  <a:pt x="207707" y="56495"/>
                  <a:pt x="206529" y="55348"/>
                  <a:pt x="205641" y="53909"/>
                </a:cubicBezTo>
                <a:cubicBezTo>
                  <a:pt x="204753" y="52470"/>
                  <a:pt x="204126" y="50848"/>
                  <a:pt x="203759" y="49042"/>
                </a:cubicBezTo>
                <a:cubicBezTo>
                  <a:pt x="203392" y="47236"/>
                  <a:pt x="203209" y="45384"/>
                  <a:pt x="203209" y="43486"/>
                </a:cubicBezTo>
                <a:moveTo>
                  <a:pt x="190171" y="43488"/>
                </a:moveTo>
                <a:cubicBezTo>
                  <a:pt x="190171" y="47289"/>
                  <a:pt x="190753" y="50722"/>
                  <a:pt x="191916" y="53787"/>
                </a:cubicBezTo>
                <a:cubicBezTo>
                  <a:pt x="193078" y="56853"/>
                  <a:pt x="194731" y="59474"/>
                  <a:pt x="196874" y="61651"/>
                </a:cubicBezTo>
                <a:cubicBezTo>
                  <a:pt x="199016" y="63827"/>
                  <a:pt x="201587" y="65498"/>
                  <a:pt x="204586" y="66663"/>
                </a:cubicBezTo>
                <a:cubicBezTo>
                  <a:pt x="207586" y="67828"/>
                  <a:pt x="210952" y="68410"/>
                  <a:pt x="214685" y="68410"/>
                </a:cubicBezTo>
                <a:cubicBezTo>
                  <a:pt x="218419" y="68410"/>
                  <a:pt x="221801" y="67828"/>
                  <a:pt x="224831" y="66663"/>
                </a:cubicBezTo>
                <a:cubicBezTo>
                  <a:pt x="227860" y="65498"/>
                  <a:pt x="230446" y="63827"/>
                  <a:pt x="232589" y="61651"/>
                </a:cubicBezTo>
                <a:cubicBezTo>
                  <a:pt x="234731" y="59474"/>
                  <a:pt x="236384" y="56853"/>
                  <a:pt x="237547" y="53787"/>
                </a:cubicBezTo>
                <a:cubicBezTo>
                  <a:pt x="238710" y="50722"/>
                  <a:pt x="239291" y="47289"/>
                  <a:pt x="239291" y="43488"/>
                </a:cubicBezTo>
                <a:cubicBezTo>
                  <a:pt x="239291" y="39687"/>
                  <a:pt x="238710" y="36238"/>
                  <a:pt x="237547" y="33142"/>
                </a:cubicBezTo>
                <a:cubicBezTo>
                  <a:pt x="236384" y="30045"/>
                  <a:pt x="234731" y="27408"/>
                  <a:pt x="232589" y="25232"/>
                </a:cubicBezTo>
                <a:cubicBezTo>
                  <a:pt x="230446" y="23055"/>
                  <a:pt x="227860" y="21369"/>
                  <a:pt x="224831" y="20173"/>
                </a:cubicBezTo>
                <a:cubicBezTo>
                  <a:pt x="221801" y="18978"/>
                  <a:pt x="218419" y="18380"/>
                  <a:pt x="214685" y="18380"/>
                </a:cubicBezTo>
                <a:cubicBezTo>
                  <a:pt x="210952" y="18380"/>
                  <a:pt x="207586" y="18978"/>
                  <a:pt x="204586" y="20173"/>
                </a:cubicBezTo>
                <a:cubicBezTo>
                  <a:pt x="201587" y="21369"/>
                  <a:pt x="199016" y="23055"/>
                  <a:pt x="196874" y="25232"/>
                </a:cubicBezTo>
                <a:cubicBezTo>
                  <a:pt x="194731" y="27408"/>
                  <a:pt x="193078" y="30045"/>
                  <a:pt x="191916" y="33142"/>
                </a:cubicBezTo>
                <a:cubicBezTo>
                  <a:pt x="190753" y="36238"/>
                  <a:pt x="190171" y="39687"/>
                  <a:pt x="190171" y="43488"/>
                </a:cubicBezTo>
                <a:close/>
                <a:moveTo>
                  <a:pt x="247493" y="19654"/>
                </a:moveTo>
                <a:lnTo>
                  <a:pt x="247493" y="67155"/>
                </a:lnTo>
                <a:lnTo>
                  <a:pt x="260530" y="67155"/>
                </a:lnTo>
                <a:lnTo>
                  <a:pt x="260530" y="45740"/>
                </a:lnTo>
                <a:cubicBezTo>
                  <a:pt x="260530" y="43596"/>
                  <a:pt x="260745" y="41605"/>
                  <a:pt x="261173" y="39767"/>
                </a:cubicBezTo>
                <a:cubicBezTo>
                  <a:pt x="261602" y="37929"/>
                  <a:pt x="262321" y="36321"/>
                  <a:pt x="263331" y="34942"/>
                </a:cubicBezTo>
                <a:cubicBezTo>
                  <a:pt x="264340" y="33564"/>
                  <a:pt x="265671" y="32476"/>
                  <a:pt x="267323" y="31679"/>
                </a:cubicBezTo>
                <a:cubicBezTo>
                  <a:pt x="268976" y="30883"/>
                  <a:pt x="270997" y="30484"/>
                  <a:pt x="273384" y="30484"/>
                </a:cubicBezTo>
                <a:cubicBezTo>
                  <a:pt x="274179" y="30484"/>
                  <a:pt x="275006" y="30531"/>
                  <a:pt x="275862" y="30623"/>
                </a:cubicBezTo>
                <a:cubicBezTo>
                  <a:pt x="276719" y="30714"/>
                  <a:pt x="277454" y="30821"/>
                  <a:pt x="278066" y="30944"/>
                </a:cubicBezTo>
                <a:lnTo>
                  <a:pt x="278066" y="18838"/>
                </a:lnTo>
                <a:cubicBezTo>
                  <a:pt x="277025" y="18533"/>
                  <a:pt x="276077" y="18380"/>
                  <a:pt x="275220" y="18380"/>
                </a:cubicBezTo>
                <a:cubicBezTo>
                  <a:pt x="273567" y="18380"/>
                  <a:pt x="271976" y="18625"/>
                  <a:pt x="270446" y="19114"/>
                </a:cubicBezTo>
                <a:cubicBezTo>
                  <a:pt x="268916" y="19603"/>
                  <a:pt x="267478" y="20290"/>
                  <a:pt x="266131" y="21176"/>
                </a:cubicBezTo>
                <a:cubicBezTo>
                  <a:pt x="264784" y="22063"/>
                  <a:pt x="263591" y="23133"/>
                  <a:pt x="262550" y="24386"/>
                </a:cubicBezTo>
                <a:cubicBezTo>
                  <a:pt x="261510" y="25639"/>
                  <a:pt x="260683" y="27000"/>
                  <a:pt x="260071" y="28467"/>
                </a:cubicBezTo>
                <a:lnTo>
                  <a:pt x="259887" y="28467"/>
                </a:lnTo>
                <a:lnTo>
                  <a:pt x="259887" y="19654"/>
                </a:lnTo>
                <a:lnTo>
                  <a:pt x="247493" y="19654"/>
                </a:lnTo>
                <a:close/>
                <a:moveTo>
                  <a:pt x="315771" y="36402"/>
                </a:moveTo>
                <a:lnTo>
                  <a:pt x="328532" y="36402"/>
                </a:lnTo>
                <a:cubicBezTo>
                  <a:pt x="328349" y="33337"/>
                  <a:pt x="327614" y="30686"/>
                  <a:pt x="326328" y="28449"/>
                </a:cubicBezTo>
                <a:cubicBezTo>
                  <a:pt x="325043" y="26211"/>
                  <a:pt x="323375" y="24341"/>
                  <a:pt x="321324" y="22839"/>
                </a:cubicBezTo>
                <a:cubicBezTo>
                  <a:pt x="319274" y="21338"/>
                  <a:pt x="316948" y="20219"/>
                  <a:pt x="314347" y="19484"/>
                </a:cubicBezTo>
                <a:cubicBezTo>
                  <a:pt x="311746" y="18748"/>
                  <a:pt x="309038" y="18380"/>
                  <a:pt x="306222" y="18380"/>
                </a:cubicBezTo>
                <a:cubicBezTo>
                  <a:pt x="302366" y="18380"/>
                  <a:pt x="298938" y="19024"/>
                  <a:pt x="295938" y="20312"/>
                </a:cubicBezTo>
                <a:cubicBezTo>
                  <a:pt x="292939" y="21599"/>
                  <a:pt x="290399" y="23392"/>
                  <a:pt x="288318" y="25692"/>
                </a:cubicBezTo>
                <a:cubicBezTo>
                  <a:pt x="286237" y="27991"/>
                  <a:pt x="284661" y="30720"/>
                  <a:pt x="283590" y="33877"/>
                </a:cubicBezTo>
                <a:cubicBezTo>
                  <a:pt x="282519" y="37034"/>
                  <a:pt x="281983" y="40452"/>
                  <a:pt x="281983" y="44131"/>
                </a:cubicBezTo>
                <a:cubicBezTo>
                  <a:pt x="281983" y="47687"/>
                  <a:pt x="282564" y="50952"/>
                  <a:pt x="283727" y="53926"/>
                </a:cubicBezTo>
                <a:cubicBezTo>
                  <a:pt x="284890" y="56899"/>
                  <a:pt x="286512" y="59458"/>
                  <a:pt x="288593" y="61605"/>
                </a:cubicBezTo>
                <a:cubicBezTo>
                  <a:pt x="290674" y="63751"/>
                  <a:pt x="293199" y="65422"/>
                  <a:pt x="296168" y="66617"/>
                </a:cubicBezTo>
                <a:cubicBezTo>
                  <a:pt x="299137" y="67813"/>
                  <a:pt x="302396" y="68410"/>
                  <a:pt x="305946" y="68410"/>
                </a:cubicBezTo>
                <a:cubicBezTo>
                  <a:pt x="312250" y="68410"/>
                  <a:pt x="317422" y="66751"/>
                  <a:pt x="321461" y="63433"/>
                </a:cubicBezTo>
                <a:cubicBezTo>
                  <a:pt x="325502" y="60114"/>
                  <a:pt x="327950" y="55302"/>
                  <a:pt x="328808" y="48998"/>
                </a:cubicBezTo>
                <a:lnTo>
                  <a:pt x="316229" y="48998"/>
                </a:lnTo>
                <a:cubicBezTo>
                  <a:pt x="315801" y="51936"/>
                  <a:pt x="314745" y="54277"/>
                  <a:pt x="313061" y="56022"/>
                </a:cubicBezTo>
                <a:cubicBezTo>
                  <a:pt x="311378" y="57766"/>
                  <a:pt x="308976" y="58637"/>
                  <a:pt x="305855" y="58637"/>
                </a:cubicBezTo>
                <a:cubicBezTo>
                  <a:pt x="303835" y="58637"/>
                  <a:pt x="302121" y="58178"/>
                  <a:pt x="300712" y="57260"/>
                </a:cubicBezTo>
                <a:cubicBezTo>
                  <a:pt x="299305" y="56342"/>
                  <a:pt x="298188" y="55164"/>
                  <a:pt x="297361" y="53726"/>
                </a:cubicBezTo>
                <a:cubicBezTo>
                  <a:pt x="296535" y="52287"/>
                  <a:pt x="295939" y="50679"/>
                  <a:pt x="295571" y="48904"/>
                </a:cubicBezTo>
                <a:cubicBezTo>
                  <a:pt x="295204" y="47128"/>
                  <a:pt x="295020" y="45384"/>
                  <a:pt x="295020" y="43670"/>
                </a:cubicBezTo>
                <a:cubicBezTo>
                  <a:pt x="295020" y="41894"/>
                  <a:pt x="295204" y="40104"/>
                  <a:pt x="295571" y="38299"/>
                </a:cubicBezTo>
                <a:cubicBezTo>
                  <a:pt x="295939" y="36492"/>
                  <a:pt x="296566" y="34839"/>
                  <a:pt x="297454" y="33339"/>
                </a:cubicBezTo>
                <a:cubicBezTo>
                  <a:pt x="298341" y="31839"/>
                  <a:pt x="299488" y="30615"/>
                  <a:pt x="300896" y="29666"/>
                </a:cubicBezTo>
                <a:cubicBezTo>
                  <a:pt x="302304" y="28717"/>
                  <a:pt x="304049" y="28243"/>
                  <a:pt x="306130" y="28243"/>
                </a:cubicBezTo>
                <a:cubicBezTo>
                  <a:pt x="311700" y="28243"/>
                  <a:pt x="314913" y="30962"/>
                  <a:pt x="315771" y="36402"/>
                </a:cubicBezTo>
                <a:close/>
                <a:moveTo>
                  <a:pt x="336244" y="1614"/>
                </a:moveTo>
                <a:lnTo>
                  <a:pt x="336244" y="67155"/>
                </a:lnTo>
                <a:lnTo>
                  <a:pt x="349281" y="67155"/>
                </a:lnTo>
                <a:lnTo>
                  <a:pt x="349281" y="42277"/>
                </a:lnTo>
                <a:cubicBezTo>
                  <a:pt x="349281" y="37442"/>
                  <a:pt x="350077" y="33969"/>
                  <a:pt x="351668" y="31859"/>
                </a:cubicBezTo>
                <a:cubicBezTo>
                  <a:pt x="353260" y="29747"/>
                  <a:pt x="355831" y="28691"/>
                  <a:pt x="359381" y="28691"/>
                </a:cubicBezTo>
                <a:cubicBezTo>
                  <a:pt x="362503" y="28691"/>
                  <a:pt x="364676" y="29655"/>
                  <a:pt x="365899" y="31583"/>
                </a:cubicBezTo>
                <a:cubicBezTo>
                  <a:pt x="367124" y="33510"/>
                  <a:pt x="367736" y="36433"/>
                  <a:pt x="367736" y="40350"/>
                </a:cubicBezTo>
                <a:lnTo>
                  <a:pt x="367736" y="67155"/>
                </a:lnTo>
                <a:lnTo>
                  <a:pt x="380773" y="67155"/>
                </a:lnTo>
                <a:lnTo>
                  <a:pt x="380773" y="37946"/>
                </a:lnTo>
                <a:cubicBezTo>
                  <a:pt x="380773" y="35006"/>
                  <a:pt x="380513" y="32327"/>
                  <a:pt x="379992" y="29908"/>
                </a:cubicBezTo>
                <a:cubicBezTo>
                  <a:pt x="379472" y="27490"/>
                  <a:pt x="378569" y="25438"/>
                  <a:pt x="377283" y="23754"/>
                </a:cubicBezTo>
                <a:cubicBezTo>
                  <a:pt x="375998" y="22070"/>
                  <a:pt x="374238" y="20754"/>
                  <a:pt x="372004" y="19805"/>
                </a:cubicBezTo>
                <a:cubicBezTo>
                  <a:pt x="369770" y="18855"/>
                  <a:pt x="366909" y="18380"/>
                  <a:pt x="363421" y="18380"/>
                </a:cubicBezTo>
                <a:cubicBezTo>
                  <a:pt x="360972" y="18380"/>
                  <a:pt x="358462" y="19009"/>
                  <a:pt x="355891" y="20267"/>
                </a:cubicBezTo>
                <a:cubicBezTo>
                  <a:pt x="353321" y="21525"/>
                  <a:pt x="351209" y="23535"/>
                  <a:pt x="349557" y="26297"/>
                </a:cubicBezTo>
                <a:lnTo>
                  <a:pt x="349281" y="26297"/>
                </a:lnTo>
                <a:lnTo>
                  <a:pt x="349281" y="1614"/>
                </a:lnTo>
                <a:lnTo>
                  <a:pt x="336244" y="1614"/>
                </a:lnTo>
                <a:close/>
                <a:moveTo>
                  <a:pt x="391116" y="52989"/>
                </a:moveTo>
                <a:lnTo>
                  <a:pt x="391116" y="67155"/>
                </a:lnTo>
                <a:lnTo>
                  <a:pt x="405531" y="67155"/>
                </a:lnTo>
                <a:lnTo>
                  <a:pt x="405531" y="52989"/>
                </a:lnTo>
                <a:lnTo>
                  <a:pt x="391116" y="52989"/>
                </a:lnTo>
                <a:close/>
                <a:moveTo>
                  <a:pt x="427382" y="43486"/>
                </a:moveTo>
                <a:cubicBezTo>
                  <a:pt x="427382" y="41589"/>
                  <a:pt x="427565" y="39722"/>
                  <a:pt x="427932" y="37885"/>
                </a:cubicBezTo>
                <a:cubicBezTo>
                  <a:pt x="428299" y="36048"/>
                  <a:pt x="428926" y="34426"/>
                  <a:pt x="429814" y="33019"/>
                </a:cubicBezTo>
                <a:cubicBezTo>
                  <a:pt x="430702" y="31610"/>
                  <a:pt x="431881" y="30462"/>
                  <a:pt x="433350" y="29575"/>
                </a:cubicBezTo>
                <a:cubicBezTo>
                  <a:pt x="434819" y="28687"/>
                  <a:pt x="436655" y="28243"/>
                  <a:pt x="438858" y="28243"/>
                </a:cubicBezTo>
                <a:cubicBezTo>
                  <a:pt x="441062" y="28243"/>
                  <a:pt x="442914" y="28687"/>
                  <a:pt x="444413" y="29575"/>
                </a:cubicBezTo>
                <a:cubicBezTo>
                  <a:pt x="445913" y="30462"/>
                  <a:pt x="447106" y="31610"/>
                  <a:pt x="447994" y="33019"/>
                </a:cubicBezTo>
                <a:cubicBezTo>
                  <a:pt x="448882" y="34426"/>
                  <a:pt x="449509" y="36048"/>
                  <a:pt x="449876" y="37885"/>
                </a:cubicBezTo>
                <a:cubicBezTo>
                  <a:pt x="450243" y="39722"/>
                  <a:pt x="450427" y="41589"/>
                  <a:pt x="450427" y="43486"/>
                </a:cubicBezTo>
                <a:cubicBezTo>
                  <a:pt x="450427" y="45384"/>
                  <a:pt x="450243" y="47236"/>
                  <a:pt x="449876" y="49042"/>
                </a:cubicBezTo>
                <a:cubicBezTo>
                  <a:pt x="449509" y="50848"/>
                  <a:pt x="448882" y="52470"/>
                  <a:pt x="447994" y="53909"/>
                </a:cubicBezTo>
                <a:cubicBezTo>
                  <a:pt x="447106" y="55348"/>
                  <a:pt x="445913" y="56495"/>
                  <a:pt x="444413" y="57353"/>
                </a:cubicBezTo>
                <a:cubicBezTo>
                  <a:pt x="442914" y="58209"/>
                  <a:pt x="441062" y="58637"/>
                  <a:pt x="438858" y="58637"/>
                </a:cubicBezTo>
                <a:cubicBezTo>
                  <a:pt x="436655" y="58637"/>
                  <a:pt x="434819" y="58209"/>
                  <a:pt x="433350" y="57353"/>
                </a:cubicBezTo>
                <a:cubicBezTo>
                  <a:pt x="431881" y="56495"/>
                  <a:pt x="430702" y="55348"/>
                  <a:pt x="429814" y="53909"/>
                </a:cubicBezTo>
                <a:cubicBezTo>
                  <a:pt x="428926" y="52470"/>
                  <a:pt x="428299" y="50848"/>
                  <a:pt x="427932" y="49042"/>
                </a:cubicBezTo>
                <a:cubicBezTo>
                  <a:pt x="427565" y="47236"/>
                  <a:pt x="427382" y="45384"/>
                  <a:pt x="427382" y="43486"/>
                </a:cubicBezTo>
                <a:moveTo>
                  <a:pt x="414345" y="43488"/>
                </a:moveTo>
                <a:cubicBezTo>
                  <a:pt x="414345" y="47289"/>
                  <a:pt x="414926" y="50722"/>
                  <a:pt x="416089" y="53787"/>
                </a:cubicBezTo>
                <a:cubicBezTo>
                  <a:pt x="417252" y="56853"/>
                  <a:pt x="418904" y="59474"/>
                  <a:pt x="421047" y="61651"/>
                </a:cubicBezTo>
                <a:cubicBezTo>
                  <a:pt x="423189" y="63827"/>
                  <a:pt x="425760" y="65498"/>
                  <a:pt x="428759" y="66663"/>
                </a:cubicBezTo>
                <a:cubicBezTo>
                  <a:pt x="431759" y="67828"/>
                  <a:pt x="435125" y="68410"/>
                  <a:pt x="438858" y="68410"/>
                </a:cubicBezTo>
                <a:cubicBezTo>
                  <a:pt x="442592" y="68410"/>
                  <a:pt x="445974" y="67828"/>
                  <a:pt x="449004" y="66663"/>
                </a:cubicBezTo>
                <a:cubicBezTo>
                  <a:pt x="452033" y="65498"/>
                  <a:pt x="454620" y="63827"/>
                  <a:pt x="456762" y="61651"/>
                </a:cubicBezTo>
                <a:cubicBezTo>
                  <a:pt x="458904" y="59474"/>
                  <a:pt x="460557" y="56853"/>
                  <a:pt x="461720" y="53787"/>
                </a:cubicBezTo>
                <a:cubicBezTo>
                  <a:pt x="462883" y="50722"/>
                  <a:pt x="463464" y="47289"/>
                  <a:pt x="463464" y="43488"/>
                </a:cubicBezTo>
                <a:cubicBezTo>
                  <a:pt x="463464" y="39687"/>
                  <a:pt x="462883" y="36238"/>
                  <a:pt x="461720" y="33142"/>
                </a:cubicBezTo>
                <a:cubicBezTo>
                  <a:pt x="460557" y="30045"/>
                  <a:pt x="458904" y="27408"/>
                  <a:pt x="456762" y="25232"/>
                </a:cubicBezTo>
                <a:cubicBezTo>
                  <a:pt x="454620" y="23055"/>
                  <a:pt x="452033" y="21369"/>
                  <a:pt x="449004" y="20173"/>
                </a:cubicBezTo>
                <a:cubicBezTo>
                  <a:pt x="445974" y="18978"/>
                  <a:pt x="442592" y="18380"/>
                  <a:pt x="438858" y="18380"/>
                </a:cubicBezTo>
                <a:cubicBezTo>
                  <a:pt x="435125" y="18380"/>
                  <a:pt x="431759" y="18978"/>
                  <a:pt x="428759" y="20173"/>
                </a:cubicBezTo>
                <a:cubicBezTo>
                  <a:pt x="425760" y="21369"/>
                  <a:pt x="423189" y="23055"/>
                  <a:pt x="421047" y="25232"/>
                </a:cubicBezTo>
                <a:cubicBezTo>
                  <a:pt x="418904" y="27408"/>
                  <a:pt x="417252" y="30045"/>
                  <a:pt x="416089" y="33142"/>
                </a:cubicBezTo>
                <a:cubicBezTo>
                  <a:pt x="414926" y="36238"/>
                  <a:pt x="414345" y="39687"/>
                  <a:pt x="414345" y="43488"/>
                </a:cubicBezTo>
                <a:close/>
                <a:moveTo>
                  <a:pt x="471666" y="19687"/>
                </a:moveTo>
                <a:lnTo>
                  <a:pt x="471666" y="67155"/>
                </a:lnTo>
                <a:lnTo>
                  <a:pt x="484703" y="67155"/>
                </a:lnTo>
                <a:lnTo>
                  <a:pt x="484703" y="42277"/>
                </a:lnTo>
                <a:cubicBezTo>
                  <a:pt x="484703" y="37442"/>
                  <a:pt x="485499" y="33969"/>
                  <a:pt x="487090" y="31859"/>
                </a:cubicBezTo>
                <a:cubicBezTo>
                  <a:pt x="488682" y="29747"/>
                  <a:pt x="491252" y="28691"/>
                  <a:pt x="494802" y="28691"/>
                </a:cubicBezTo>
                <a:cubicBezTo>
                  <a:pt x="497925" y="28691"/>
                  <a:pt x="500098" y="29655"/>
                  <a:pt x="501321" y="31583"/>
                </a:cubicBezTo>
                <a:cubicBezTo>
                  <a:pt x="502545" y="33510"/>
                  <a:pt x="503158" y="36433"/>
                  <a:pt x="503158" y="40350"/>
                </a:cubicBezTo>
                <a:lnTo>
                  <a:pt x="503158" y="67155"/>
                </a:lnTo>
                <a:lnTo>
                  <a:pt x="516195" y="67155"/>
                </a:lnTo>
                <a:lnTo>
                  <a:pt x="516195" y="37946"/>
                </a:lnTo>
                <a:cubicBezTo>
                  <a:pt x="516195" y="35006"/>
                  <a:pt x="515935" y="32327"/>
                  <a:pt x="515414" y="29908"/>
                </a:cubicBezTo>
                <a:cubicBezTo>
                  <a:pt x="514894" y="27490"/>
                  <a:pt x="513991" y="25438"/>
                  <a:pt x="512705" y="23754"/>
                </a:cubicBezTo>
                <a:cubicBezTo>
                  <a:pt x="511420" y="22070"/>
                  <a:pt x="509660" y="20754"/>
                  <a:pt x="507426" y="19805"/>
                </a:cubicBezTo>
                <a:cubicBezTo>
                  <a:pt x="505192" y="18855"/>
                  <a:pt x="502331" y="18380"/>
                  <a:pt x="498841" y="18380"/>
                </a:cubicBezTo>
                <a:cubicBezTo>
                  <a:pt x="496087" y="18380"/>
                  <a:pt x="493394" y="19009"/>
                  <a:pt x="490762" y="20267"/>
                </a:cubicBezTo>
                <a:cubicBezTo>
                  <a:pt x="488130" y="21525"/>
                  <a:pt x="485988" y="23535"/>
                  <a:pt x="484336" y="26297"/>
                </a:cubicBezTo>
                <a:lnTo>
                  <a:pt x="484060" y="26297"/>
                </a:lnTo>
                <a:lnTo>
                  <a:pt x="484060" y="19687"/>
                </a:lnTo>
                <a:lnTo>
                  <a:pt x="471666" y="19687"/>
                </a:lnTo>
                <a:close/>
                <a:moveTo>
                  <a:pt x="557938" y="38374"/>
                </a:moveTo>
                <a:lnTo>
                  <a:pt x="536730" y="38374"/>
                </a:lnTo>
                <a:cubicBezTo>
                  <a:pt x="536791" y="37453"/>
                  <a:pt x="536990" y="36410"/>
                  <a:pt x="537326" y="35243"/>
                </a:cubicBezTo>
                <a:cubicBezTo>
                  <a:pt x="537663" y="34076"/>
                  <a:pt x="538245" y="32970"/>
                  <a:pt x="539071" y="31927"/>
                </a:cubicBezTo>
                <a:cubicBezTo>
                  <a:pt x="539898" y="30883"/>
                  <a:pt x="540999" y="30008"/>
                  <a:pt x="542376" y="29302"/>
                </a:cubicBezTo>
                <a:cubicBezTo>
                  <a:pt x="543754" y="28596"/>
                  <a:pt x="545483" y="28243"/>
                  <a:pt x="547564" y="28243"/>
                </a:cubicBezTo>
                <a:cubicBezTo>
                  <a:pt x="550747" y="28243"/>
                  <a:pt x="553118" y="29102"/>
                  <a:pt x="554679" y="30822"/>
                </a:cubicBezTo>
                <a:cubicBezTo>
                  <a:pt x="556240" y="32541"/>
                  <a:pt x="557326" y="35059"/>
                  <a:pt x="557938" y="38374"/>
                </a:cubicBezTo>
                <a:moveTo>
                  <a:pt x="536730" y="46623"/>
                </a:moveTo>
                <a:lnTo>
                  <a:pt x="570976" y="46623"/>
                </a:lnTo>
                <a:cubicBezTo>
                  <a:pt x="571221" y="42943"/>
                  <a:pt x="570914" y="39417"/>
                  <a:pt x="570057" y="36043"/>
                </a:cubicBezTo>
                <a:cubicBezTo>
                  <a:pt x="569201" y="32670"/>
                  <a:pt x="567808" y="29665"/>
                  <a:pt x="565880" y="27028"/>
                </a:cubicBezTo>
                <a:cubicBezTo>
                  <a:pt x="563952" y="24391"/>
                  <a:pt x="561488" y="22290"/>
                  <a:pt x="558488" y="20727"/>
                </a:cubicBezTo>
                <a:cubicBezTo>
                  <a:pt x="555489" y="19162"/>
                  <a:pt x="551970" y="18380"/>
                  <a:pt x="547931" y="18380"/>
                </a:cubicBezTo>
                <a:cubicBezTo>
                  <a:pt x="544319" y="18380"/>
                  <a:pt x="541029" y="19024"/>
                  <a:pt x="538061" y="20312"/>
                </a:cubicBezTo>
                <a:cubicBezTo>
                  <a:pt x="535093" y="21599"/>
                  <a:pt x="532538" y="23361"/>
                  <a:pt x="530395" y="25599"/>
                </a:cubicBezTo>
                <a:cubicBezTo>
                  <a:pt x="528253" y="27837"/>
                  <a:pt x="526600" y="30489"/>
                  <a:pt x="525437" y="33555"/>
                </a:cubicBezTo>
                <a:cubicBezTo>
                  <a:pt x="524275" y="36620"/>
                  <a:pt x="523693" y="39931"/>
                  <a:pt x="523693" y="43488"/>
                </a:cubicBezTo>
                <a:cubicBezTo>
                  <a:pt x="523693" y="47166"/>
                  <a:pt x="524259" y="50538"/>
                  <a:pt x="525391" y="53604"/>
                </a:cubicBezTo>
                <a:cubicBezTo>
                  <a:pt x="526524" y="56669"/>
                  <a:pt x="528131" y="59306"/>
                  <a:pt x="530212" y="61514"/>
                </a:cubicBezTo>
                <a:cubicBezTo>
                  <a:pt x="532293" y="63720"/>
                  <a:pt x="534833" y="65422"/>
                  <a:pt x="537831" y="66617"/>
                </a:cubicBezTo>
                <a:cubicBezTo>
                  <a:pt x="540830" y="67813"/>
                  <a:pt x="544197" y="68410"/>
                  <a:pt x="547931" y="68410"/>
                </a:cubicBezTo>
                <a:cubicBezTo>
                  <a:pt x="553317" y="68410"/>
                  <a:pt x="557907" y="67187"/>
                  <a:pt x="561702" y="64741"/>
                </a:cubicBezTo>
                <a:cubicBezTo>
                  <a:pt x="565498" y="62295"/>
                  <a:pt x="568313" y="58228"/>
                  <a:pt x="570150" y="52541"/>
                </a:cubicBezTo>
                <a:lnTo>
                  <a:pt x="558673" y="52541"/>
                </a:lnTo>
                <a:cubicBezTo>
                  <a:pt x="558244" y="53997"/>
                  <a:pt x="557081" y="55377"/>
                  <a:pt x="555183" y="56682"/>
                </a:cubicBezTo>
                <a:cubicBezTo>
                  <a:pt x="553287" y="57986"/>
                  <a:pt x="551022" y="58637"/>
                  <a:pt x="548390" y="58637"/>
                </a:cubicBezTo>
                <a:cubicBezTo>
                  <a:pt x="544718" y="58637"/>
                  <a:pt x="541902" y="57690"/>
                  <a:pt x="539943" y="55795"/>
                </a:cubicBezTo>
                <a:cubicBezTo>
                  <a:pt x="537984" y="53899"/>
                  <a:pt x="536913" y="50842"/>
                  <a:pt x="536730" y="46623"/>
                </a:cubicBezTo>
                <a:close/>
                <a:moveTo>
                  <a:pt x="588879" y="51734"/>
                </a:moveTo>
                <a:lnTo>
                  <a:pt x="576485" y="51734"/>
                </a:lnTo>
                <a:cubicBezTo>
                  <a:pt x="576607" y="54911"/>
                  <a:pt x="577326" y="57554"/>
                  <a:pt x="578642" y="59661"/>
                </a:cubicBezTo>
                <a:cubicBezTo>
                  <a:pt x="579958" y="61768"/>
                  <a:pt x="581641" y="63464"/>
                  <a:pt x="583691" y="64747"/>
                </a:cubicBezTo>
                <a:cubicBezTo>
                  <a:pt x="585742" y="66030"/>
                  <a:pt x="588084" y="66946"/>
                  <a:pt x="590716" y="67495"/>
                </a:cubicBezTo>
                <a:cubicBezTo>
                  <a:pt x="593347" y="68046"/>
                  <a:pt x="596041" y="68321"/>
                  <a:pt x="598795" y="68321"/>
                </a:cubicBezTo>
                <a:cubicBezTo>
                  <a:pt x="601487" y="68321"/>
                  <a:pt x="604134" y="68060"/>
                  <a:pt x="606735" y="67539"/>
                </a:cubicBezTo>
                <a:cubicBezTo>
                  <a:pt x="609337" y="67019"/>
                  <a:pt x="611648" y="66116"/>
                  <a:pt x="613667" y="64830"/>
                </a:cubicBezTo>
                <a:cubicBezTo>
                  <a:pt x="615687" y="63543"/>
                  <a:pt x="617324" y="61844"/>
                  <a:pt x="618579" y="59732"/>
                </a:cubicBezTo>
                <a:cubicBezTo>
                  <a:pt x="619834" y="57619"/>
                  <a:pt x="620462" y="55001"/>
                  <a:pt x="620462" y="51878"/>
                </a:cubicBezTo>
                <a:cubicBezTo>
                  <a:pt x="620462" y="49674"/>
                  <a:pt x="620033" y="47822"/>
                  <a:pt x="619176" y="46322"/>
                </a:cubicBezTo>
                <a:cubicBezTo>
                  <a:pt x="618319" y="44821"/>
                  <a:pt x="617187" y="43565"/>
                  <a:pt x="615778" y="42555"/>
                </a:cubicBezTo>
                <a:cubicBezTo>
                  <a:pt x="614371" y="41544"/>
                  <a:pt x="612764" y="40733"/>
                  <a:pt x="610959" y="40121"/>
                </a:cubicBezTo>
                <a:cubicBezTo>
                  <a:pt x="609154" y="39509"/>
                  <a:pt x="607302" y="38988"/>
                  <a:pt x="605404" y="38559"/>
                </a:cubicBezTo>
                <a:cubicBezTo>
                  <a:pt x="603568" y="38131"/>
                  <a:pt x="601762" y="37733"/>
                  <a:pt x="599987" y="37366"/>
                </a:cubicBezTo>
                <a:cubicBezTo>
                  <a:pt x="598212" y="36998"/>
                  <a:pt x="596636" y="36584"/>
                  <a:pt x="595259" y="36126"/>
                </a:cubicBezTo>
                <a:cubicBezTo>
                  <a:pt x="593882" y="35666"/>
                  <a:pt x="592765" y="35069"/>
                  <a:pt x="591908" y="34334"/>
                </a:cubicBezTo>
                <a:cubicBezTo>
                  <a:pt x="591051" y="33599"/>
                  <a:pt x="590623" y="32650"/>
                  <a:pt x="590623" y="31486"/>
                </a:cubicBezTo>
                <a:cubicBezTo>
                  <a:pt x="590623" y="30506"/>
                  <a:pt x="590868" y="29725"/>
                  <a:pt x="591357" y="29144"/>
                </a:cubicBezTo>
                <a:cubicBezTo>
                  <a:pt x="591848" y="28562"/>
                  <a:pt x="592444" y="28118"/>
                  <a:pt x="593148" y="27813"/>
                </a:cubicBezTo>
                <a:cubicBezTo>
                  <a:pt x="593852" y="27506"/>
                  <a:pt x="594632" y="27307"/>
                  <a:pt x="595489" y="27216"/>
                </a:cubicBezTo>
                <a:cubicBezTo>
                  <a:pt x="596346" y="27123"/>
                  <a:pt x="597142" y="27077"/>
                  <a:pt x="597876" y="27077"/>
                </a:cubicBezTo>
                <a:cubicBezTo>
                  <a:pt x="600201" y="27077"/>
                  <a:pt x="602221" y="27523"/>
                  <a:pt x="603935" y="28415"/>
                </a:cubicBezTo>
                <a:cubicBezTo>
                  <a:pt x="605649" y="29306"/>
                  <a:pt x="606597" y="31012"/>
                  <a:pt x="606781" y="33533"/>
                </a:cubicBezTo>
                <a:lnTo>
                  <a:pt x="619177" y="33533"/>
                </a:lnTo>
                <a:cubicBezTo>
                  <a:pt x="618932" y="30594"/>
                  <a:pt x="618182" y="28161"/>
                  <a:pt x="616927" y="26232"/>
                </a:cubicBezTo>
                <a:cubicBezTo>
                  <a:pt x="615673" y="24304"/>
                  <a:pt x="614097" y="22758"/>
                  <a:pt x="612199" y="21595"/>
                </a:cubicBezTo>
                <a:cubicBezTo>
                  <a:pt x="610302" y="20432"/>
                  <a:pt x="608145" y="19605"/>
                  <a:pt x="605727" y="19116"/>
                </a:cubicBezTo>
                <a:cubicBezTo>
                  <a:pt x="603309" y="18625"/>
                  <a:pt x="600814" y="18380"/>
                  <a:pt x="598244" y="18380"/>
                </a:cubicBezTo>
                <a:cubicBezTo>
                  <a:pt x="595673" y="18380"/>
                  <a:pt x="593163" y="18610"/>
                  <a:pt x="590714" y="19069"/>
                </a:cubicBezTo>
                <a:cubicBezTo>
                  <a:pt x="588266" y="19528"/>
                  <a:pt x="586063" y="20324"/>
                  <a:pt x="584105" y="21457"/>
                </a:cubicBezTo>
                <a:cubicBezTo>
                  <a:pt x="582146" y="22590"/>
                  <a:pt x="580570" y="24136"/>
                  <a:pt x="579376" y="26095"/>
                </a:cubicBezTo>
                <a:cubicBezTo>
                  <a:pt x="578183" y="28055"/>
                  <a:pt x="577586" y="30566"/>
                  <a:pt x="577586" y="33628"/>
                </a:cubicBezTo>
                <a:cubicBezTo>
                  <a:pt x="577586" y="35710"/>
                  <a:pt x="578014" y="37470"/>
                  <a:pt x="578871" y="38909"/>
                </a:cubicBezTo>
                <a:cubicBezTo>
                  <a:pt x="579728" y="40348"/>
                  <a:pt x="580860" y="41542"/>
                  <a:pt x="582268" y="42492"/>
                </a:cubicBezTo>
                <a:cubicBezTo>
                  <a:pt x="583676" y="43441"/>
                  <a:pt x="585283" y="44206"/>
                  <a:pt x="587089" y="44788"/>
                </a:cubicBezTo>
                <a:cubicBezTo>
                  <a:pt x="588894" y="45370"/>
                  <a:pt x="590745" y="45875"/>
                  <a:pt x="592643" y="46304"/>
                </a:cubicBezTo>
                <a:cubicBezTo>
                  <a:pt x="597294" y="47283"/>
                  <a:pt x="600920" y="48263"/>
                  <a:pt x="603522" y="49243"/>
                </a:cubicBezTo>
                <a:cubicBezTo>
                  <a:pt x="606124" y="50222"/>
                  <a:pt x="607424" y="51692"/>
                  <a:pt x="607424" y="53651"/>
                </a:cubicBezTo>
                <a:cubicBezTo>
                  <a:pt x="607424" y="54814"/>
                  <a:pt x="607149" y="55779"/>
                  <a:pt x="606598" y="56544"/>
                </a:cubicBezTo>
                <a:cubicBezTo>
                  <a:pt x="606047" y="57310"/>
                  <a:pt x="605358" y="57923"/>
                  <a:pt x="604532" y="58382"/>
                </a:cubicBezTo>
                <a:cubicBezTo>
                  <a:pt x="603706" y="58841"/>
                  <a:pt x="602788" y="59178"/>
                  <a:pt x="601777" y="59393"/>
                </a:cubicBezTo>
                <a:cubicBezTo>
                  <a:pt x="600768" y="59606"/>
                  <a:pt x="599804" y="59713"/>
                  <a:pt x="598886" y="59713"/>
                </a:cubicBezTo>
                <a:cubicBezTo>
                  <a:pt x="597601" y="59713"/>
                  <a:pt x="596361" y="59561"/>
                  <a:pt x="595168" y="59255"/>
                </a:cubicBezTo>
                <a:cubicBezTo>
                  <a:pt x="593974" y="58949"/>
                  <a:pt x="592918" y="58475"/>
                  <a:pt x="592000" y="57833"/>
                </a:cubicBezTo>
                <a:cubicBezTo>
                  <a:pt x="591082" y="57191"/>
                  <a:pt x="590332" y="56365"/>
                  <a:pt x="589750" y="55356"/>
                </a:cubicBezTo>
                <a:cubicBezTo>
                  <a:pt x="589169" y="54348"/>
                  <a:pt x="588879" y="53140"/>
                  <a:pt x="588879" y="51734"/>
                </a:cubicBezTo>
                <a:close/>
                <a:moveTo>
                  <a:pt x="650606" y="0"/>
                </a:moveTo>
                <a:lnTo>
                  <a:pt x="639682" y="0"/>
                </a:lnTo>
                <a:cubicBezTo>
                  <a:pt x="637661" y="2938"/>
                  <a:pt x="635901" y="6152"/>
                  <a:pt x="634401" y="9641"/>
                </a:cubicBezTo>
                <a:cubicBezTo>
                  <a:pt x="632902" y="13130"/>
                  <a:pt x="631648" y="16742"/>
                  <a:pt x="630637" y="20476"/>
                </a:cubicBezTo>
                <a:cubicBezTo>
                  <a:pt x="629627" y="24210"/>
                  <a:pt x="628863" y="27959"/>
                  <a:pt x="628342" y="31724"/>
                </a:cubicBezTo>
                <a:cubicBezTo>
                  <a:pt x="627822" y="35489"/>
                  <a:pt x="627562" y="39086"/>
                  <a:pt x="627562" y="42514"/>
                </a:cubicBezTo>
                <a:cubicBezTo>
                  <a:pt x="627562" y="49737"/>
                  <a:pt x="628618" y="56838"/>
                  <a:pt x="630730" y="63817"/>
                </a:cubicBezTo>
                <a:cubicBezTo>
                  <a:pt x="632841" y="70795"/>
                  <a:pt x="635825" y="77437"/>
                  <a:pt x="639682" y="83742"/>
                </a:cubicBezTo>
                <a:lnTo>
                  <a:pt x="650515" y="83742"/>
                </a:lnTo>
                <a:cubicBezTo>
                  <a:pt x="647026" y="77070"/>
                  <a:pt x="644501" y="70214"/>
                  <a:pt x="642940" y="63175"/>
                </a:cubicBezTo>
                <a:cubicBezTo>
                  <a:pt x="641379" y="56135"/>
                  <a:pt x="640599" y="48942"/>
                  <a:pt x="640599" y="41595"/>
                </a:cubicBezTo>
                <a:cubicBezTo>
                  <a:pt x="640599" y="34372"/>
                  <a:pt x="641395" y="27256"/>
                  <a:pt x="642986" y="20248"/>
                </a:cubicBezTo>
                <a:cubicBezTo>
                  <a:pt x="644578" y="13238"/>
                  <a:pt x="647118" y="6489"/>
                  <a:pt x="650606" y="0"/>
                </a:cubicBezTo>
                <a:close/>
                <a:moveTo>
                  <a:pt x="653728" y="27603"/>
                </a:moveTo>
                <a:lnTo>
                  <a:pt x="666215" y="27603"/>
                </a:lnTo>
                <a:cubicBezTo>
                  <a:pt x="666215" y="25889"/>
                  <a:pt x="666383" y="24160"/>
                  <a:pt x="666719" y="22415"/>
                </a:cubicBezTo>
                <a:cubicBezTo>
                  <a:pt x="667056" y="20670"/>
                  <a:pt x="667623" y="19079"/>
                  <a:pt x="668418" y="17641"/>
                </a:cubicBezTo>
                <a:cubicBezTo>
                  <a:pt x="669214" y="16202"/>
                  <a:pt x="670270" y="15039"/>
                  <a:pt x="671586" y="14152"/>
                </a:cubicBezTo>
                <a:cubicBezTo>
                  <a:pt x="672902" y="13265"/>
                  <a:pt x="674509" y="12821"/>
                  <a:pt x="676407" y="12821"/>
                </a:cubicBezTo>
                <a:cubicBezTo>
                  <a:pt x="679222" y="12821"/>
                  <a:pt x="681532" y="13693"/>
                  <a:pt x="683337" y="15437"/>
                </a:cubicBezTo>
                <a:cubicBezTo>
                  <a:pt x="685143" y="17181"/>
                  <a:pt x="686046" y="19613"/>
                  <a:pt x="686046" y="22733"/>
                </a:cubicBezTo>
                <a:cubicBezTo>
                  <a:pt x="686046" y="24691"/>
                  <a:pt x="685602" y="26436"/>
                  <a:pt x="684714" y="27965"/>
                </a:cubicBezTo>
                <a:cubicBezTo>
                  <a:pt x="683827" y="29495"/>
                  <a:pt x="682725" y="30872"/>
                  <a:pt x="681409" y="32095"/>
                </a:cubicBezTo>
                <a:cubicBezTo>
                  <a:pt x="680093" y="33319"/>
                  <a:pt x="678640" y="34435"/>
                  <a:pt x="677048" y="35445"/>
                </a:cubicBezTo>
                <a:cubicBezTo>
                  <a:pt x="675457" y="36455"/>
                  <a:pt x="673957" y="37449"/>
                  <a:pt x="672550" y="38428"/>
                </a:cubicBezTo>
                <a:cubicBezTo>
                  <a:pt x="669796" y="40324"/>
                  <a:pt x="667179" y="42191"/>
                  <a:pt x="664699" y="44027"/>
                </a:cubicBezTo>
                <a:cubicBezTo>
                  <a:pt x="662220" y="45862"/>
                  <a:pt x="660063" y="47866"/>
                  <a:pt x="658227" y="50038"/>
                </a:cubicBezTo>
                <a:cubicBezTo>
                  <a:pt x="656391" y="52210"/>
                  <a:pt x="654937" y="54673"/>
                  <a:pt x="653866" y="57427"/>
                </a:cubicBezTo>
                <a:cubicBezTo>
                  <a:pt x="652794" y="60180"/>
                  <a:pt x="652259" y="63423"/>
                  <a:pt x="652259" y="67155"/>
                </a:cubicBezTo>
                <a:lnTo>
                  <a:pt x="699451" y="67155"/>
                </a:lnTo>
                <a:lnTo>
                  <a:pt x="699451" y="55948"/>
                </a:lnTo>
                <a:lnTo>
                  <a:pt x="669060" y="55948"/>
                </a:lnTo>
                <a:cubicBezTo>
                  <a:pt x="670652" y="53745"/>
                  <a:pt x="672488" y="51818"/>
                  <a:pt x="674569" y="50166"/>
                </a:cubicBezTo>
                <a:cubicBezTo>
                  <a:pt x="676650" y="48514"/>
                  <a:pt x="678793" y="46969"/>
                  <a:pt x="680996" y="45532"/>
                </a:cubicBezTo>
                <a:cubicBezTo>
                  <a:pt x="683199" y="44093"/>
                  <a:pt x="685388" y="42640"/>
                  <a:pt x="687561" y="41172"/>
                </a:cubicBezTo>
                <a:cubicBezTo>
                  <a:pt x="689734" y="39703"/>
                  <a:pt x="691678" y="38066"/>
                  <a:pt x="693391" y="36262"/>
                </a:cubicBezTo>
                <a:cubicBezTo>
                  <a:pt x="695105" y="34456"/>
                  <a:pt x="696482" y="32391"/>
                  <a:pt x="697523" y="30067"/>
                </a:cubicBezTo>
                <a:cubicBezTo>
                  <a:pt x="698563" y="27741"/>
                  <a:pt x="699083" y="24957"/>
                  <a:pt x="699083" y="21713"/>
                </a:cubicBezTo>
                <a:cubicBezTo>
                  <a:pt x="699083" y="18593"/>
                  <a:pt x="698487" y="15778"/>
                  <a:pt x="697293" y="13270"/>
                </a:cubicBezTo>
                <a:cubicBezTo>
                  <a:pt x="696099" y="10761"/>
                  <a:pt x="694493" y="8650"/>
                  <a:pt x="692472" y="6937"/>
                </a:cubicBezTo>
                <a:cubicBezTo>
                  <a:pt x="690453" y="5224"/>
                  <a:pt x="688112" y="3908"/>
                  <a:pt x="685450" y="2991"/>
                </a:cubicBezTo>
                <a:cubicBezTo>
                  <a:pt x="682787" y="2073"/>
                  <a:pt x="679986" y="1614"/>
                  <a:pt x="677048" y="1614"/>
                </a:cubicBezTo>
                <a:cubicBezTo>
                  <a:pt x="673192" y="1614"/>
                  <a:pt x="669779" y="2272"/>
                  <a:pt x="666810" y="3589"/>
                </a:cubicBezTo>
                <a:cubicBezTo>
                  <a:pt x="663842" y="4906"/>
                  <a:pt x="661379" y="6744"/>
                  <a:pt x="659420" y="9102"/>
                </a:cubicBezTo>
                <a:cubicBezTo>
                  <a:pt x="657462" y="11459"/>
                  <a:pt x="655993" y="14214"/>
                  <a:pt x="655013" y="17366"/>
                </a:cubicBezTo>
                <a:cubicBezTo>
                  <a:pt x="654034" y="20518"/>
                  <a:pt x="653606" y="23930"/>
                  <a:pt x="653728" y="27603"/>
                </a:cubicBezTo>
                <a:close/>
                <a:moveTo>
                  <a:pt x="701042" y="83742"/>
                </a:moveTo>
                <a:lnTo>
                  <a:pt x="711875" y="83742"/>
                </a:lnTo>
                <a:cubicBezTo>
                  <a:pt x="713896" y="80865"/>
                  <a:pt x="715671" y="77681"/>
                  <a:pt x="717200" y="74192"/>
                </a:cubicBezTo>
                <a:cubicBezTo>
                  <a:pt x="718731" y="70703"/>
                  <a:pt x="720001" y="67107"/>
                  <a:pt x="721011" y="63403"/>
                </a:cubicBezTo>
                <a:cubicBezTo>
                  <a:pt x="722021" y="59700"/>
                  <a:pt x="722770" y="55966"/>
                  <a:pt x="723259" y="52202"/>
                </a:cubicBezTo>
                <a:cubicBezTo>
                  <a:pt x="723750" y="48437"/>
                  <a:pt x="723995" y="44840"/>
                  <a:pt x="723995" y="41412"/>
                </a:cubicBezTo>
                <a:cubicBezTo>
                  <a:pt x="723995" y="34188"/>
                  <a:pt x="722939" y="27057"/>
                  <a:pt x="720827" y="20018"/>
                </a:cubicBezTo>
                <a:cubicBezTo>
                  <a:pt x="718716" y="12978"/>
                  <a:pt x="715732" y="6305"/>
                  <a:pt x="711875" y="0"/>
                </a:cubicBezTo>
                <a:lnTo>
                  <a:pt x="701133" y="0"/>
                </a:lnTo>
                <a:cubicBezTo>
                  <a:pt x="704500" y="6672"/>
                  <a:pt x="706979" y="13559"/>
                  <a:pt x="708571" y="20660"/>
                </a:cubicBezTo>
                <a:cubicBezTo>
                  <a:pt x="710162" y="27760"/>
                  <a:pt x="710958" y="34984"/>
                  <a:pt x="710958" y="42331"/>
                </a:cubicBezTo>
                <a:cubicBezTo>
                  <a:pt x="710958" y="49554"/>
                  <a:pt x="710147" y="56639"/>
                  <a:pt x="708524" y="63587"/>
                </a:cubicBezTo>
                <a:cubicBezTo>
                  <a:pt x="706902" y="70535"/>
                  <a:pt x="704408" y="77253"/>
                  <a:pt x="701042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y=torch.sin(x)">
            <a:extLst xmlns:a="http://schemas.openxmlformats.org/drawingml/2006/main">
              <a:ext uri="{FF2B5EF4-FFF2-40B4-BE49-F238E27FC236}">
                <a16:creationId xmlns:a16="http://schemas.microsoft.com/office/drawing/2014/main" id="{5648963A-D226-498C-9056-3D2FDE1C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49" y="5972515"/>
            <a:ext cx="635703" cy="83742"/>
          </a:xfrm>
          <a:custGeom xmlns:a="http://schemas.openxmlformats.org/drawingml/2006/main">
            <a:pathLst>
              <a:path w="635703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74962" y="19725"/>
                </a:moveTo>
                <a:lnTo>
                  <a:pt x="174962" y="5469"/>
                </a:lnTo>
                <a:lnTo>
                  <a:pt x="161925" y="5469"/>
                </a:lnTo>
                <a:lnTo>
                  <a:pt x="161925" y="19725"/>
                </a:lnTo>
                <a:lnTo>
                  <a:pt x="154029" y="19725"/>
                </a:lnTo>
                <a:lnTo>
                  <a:pt x="154029" y="28422"/>
                </a:lnTo>
                <a:lnTo>
                  <a:pt x="161925" y="28422"/>
                </a:lnTo>
                <a:lnTo>
                  <a:pt x="161925" y="56409"/>
                </a:lnTo>
                <a:cubicBezTo>
                  <a:pt x="161925" y="58795"/>
                  <a:pt x="162323" y="60722"/>
                  <a:pt x="163118" y="62190"/>
                </a:cubicBezTo>
                <a:cubicBezTo>
                  <a:pt x="163914" y="63658"/>
                  <a:pt x="165000" y="64790"/>
                  <a:pt x="166377" y="65586"/>
                </a:cubicBezTo>
                <a:cubicBezTo>
                  <a:pt x="167755" y="66381"/>
                  <a:pt x="169346" y="66916"/>
                  <a:pt x="171151" y="67190"/>
                </a:cubicBezTo>
                <a:cubicBezTo>
                  <a:pt x="172958" y="67466"/>
                  <a:pt x="174871" y="67603"/>
                  <a:pt x="176891" y="67603"/>
                </a:cubicBezTo>
                <a:cubicBezTo>
                  <a:pt x="178176" y="67603"/>
                  <a:pt x="179492" y="67573"/>
                  <a:pt x="180839" y="67514"/>
                </a:cubicBezTo>
                <a:cubicBezTo>
                  <a:pt x="182186" y="67454"/>
                  <a:pt x="183410" y="67334"/>
                  <a:pt x="184511" y="67155"/>
                </a:cubicBezTo>
                <a:lnTo>
                  <a:pt x="184511" y="57015"/>
                </a:lnTo>
                <a:cubicBezTo>
                  <a:pt x="183899" y="57137"/>
                  <a:pt x="183256" y="57229"/>
                  <a:pt x="182583" y="57291"/>
                </a:cubicBezTo>
                <a:cubicBezTo>
                  <a:pt x="181910" y="57352"/>
                  <a:pt x="181206" y="57382"/>
                  <a:pt x="180472" y="57382"/>
                </a:cubicBezTo>
                <a:cubicBezTo>
                  <a:pt x="178268" y="57382"/>
                  <a:pt x="176798" y="57016"/>
                  <a:pt x="176063" y="56282"/>
                </a:cubicBezTo>
                <a:cubicBezTo>
                  <a:pt x="175329" y="55549"/>
                  <a:pt x="174962" y="54083"/>
                  <a:pt x="174962" y="51884"/>
                </a:cubicBezTo>
                <a:lnTo>
                  <a:pt x="174962" y="28422"/>
                </a:lnTo>
                <a:lnTo>
                  <a:pt x="184511" y="28422"/>
                </a:lnTo>
                <a:lnTo>
                  <a:pt x="184511" y="19725"/>
                </a:lnTo>
                <a:lnTo>
                  <a:pt x="174962" y="19725"/>
                </a:lnTo>
                <a:close/>
                <a:moveTo>
                  <a:pt x="202138" y="43486"/>
                </a:moveTo>
                <a:cubicBezTo>
                  <a:pt x="202138" y="41589"/>
                  <a:pt x="202322" y="39722"/>
                  <a:pt x="202689" y="37885"/>
                </a:cubicBezTo>
                <a:cubicBezTo>
                  <a:pt x="203056" y="36048"/>
                  <a:pt x="203683" y="34426"/>
                  <a:pt x="204570" y="33019"/>
                </a:cubicBezTo>
                <a:cubicBezTo>
                  <a:pt x="205458" y="31610"/>
                  <a:pt x="206637" y="30462"/>
                  <a:pt x="208106" y="29575"/>
                </a:cubicBezTo>
                <a:cubicBezTo>
                  <a:pt x="209575" y="28687"/>
                  <a:pt x="211411" y="28243"/>
                  <a:pt x="213614" y="28243"/>
                </a:cubicBezTo>
                <a:cubicBezTo>
                  <a:pt x="215819" y="28243"/>
                  <a:pt x="217670" y="28687"/>
                  <a:pt x="219169" y="29575"/>
                </a:cubicBezTo>
                <a:cubicBezTo>
                  <a:pt x="220669" y="30462"/>
                  <a:pt x="221863" y="31610"/>
                  <a:pt x="222750" y="33019"/>
                </a:cubicBezTo>
                <a:cubicBezTo>
                  <a:pt x="223638" y="34426"/>
                  <a:pt x="224266" y="36048"/>
                  <a:pt x="224633" y="37885"/>
                </a:cubicBezTo>
                <a:cubicBezTo>
                  <a:pt x="225000" y="39722"/>
                  <a:pt x="225183" y="41589"/>
                  <a:pt x="225183" y="43486"/>
                </a:cubicBezTo>
                <a:cubicBezTo>
                  <a:pt x="225183" y="45384"/>
                  <a:pt x="225000" y="47236"/>
                  <a:pt x="224633" y="49042"/>
                </a:cubicBezTo>
                <a:cubicBezTo>
                  <a:pt x="224266" y="50848"/>
                  <a:pt x="223638" y="52470"/>
                  <a:pt x="222750" y="53909"/>
                </a:cubicBezTo>
                <a:cubicBezTo>
                  <a:pt x="221863" y="55348"/>
                  <a:pt x="220669" y="56495"/>
                  <a:pt x="219169" y="57353"/>
                </a:cubicBezTo>
                <a:cubicBezTo>
                  <a:pt x="217670" y="58209"/>
                  <a:pt x="215819" y="58637"/>
                  <a:pt x="213614" y="58637"/>
                </a:cubicBezTo>
                <a:cubicBezTo>
                  <a:pt x="211411" y="58637"/>
                  <a:pt x="209575" y="58209"/>
                  <a:pt x="208106" y="57353"/>
                </a:cubicBezTo>
                <a:cubicBezTo>
                  <a:pt x="206637" y="56495"/>
                  <a:pt x="205458" y="55348"/>
                  <a:pt x="204570" y="53909"/>
                </a:cubicBezTo>
                <a:cubicBezTo>
                  <a:pt x="203683" y="52470"/>
                  <a:pt x="203056" y="50848"/>
                  <a:pt x="202689" y="49042"/>
                </a:cubicBezTo>
                <a:cubicBezTo>
                  <a:pt x="202322" y="47236"/>
                  <a:pt x="202138" y="45384"/>
                  <a:pt x="202138" y="43486"/>
                </a:cubicBezTo>
                <a:moveTo>
                  <a:pt x="189101" y="43488"/>
                </a:moveTo>
                <a:cubicBezTo>
                  <a:pt x="189101" y="47289"/>
                  <a:pt x="189682" y="50722"/>
                  <a:pt x="190845" y="53787"/>
                </a:cubicBezTo>
                <a:cubicBezTo>
                  <a:pt x="192008" y="56853"/>
                  <a:pt x="193661" y="59474"/>
                  <a:pt x="195803" y="61651"/>
                </a:cubicBezTo>
                <a:cubicBezTo>
                  <a:pt x="197946" y="63827"/>
                  <a:pt x="200516" y="65498"/>
                  <a:pt x="203515" y="66663"/>
                </a:cubicBezTo>
                <a:cubicBezTo>
                  <a:pt x="206515" y="67828"/>
                  <a:pt x="209881" y="68410"/>
                  <a:pt x="213614" y="68410"/>
                </a:cubicBezTo>
                <a:cubicBezTo>
                  <a:pt x="217348" y="68410"/>
                  <a:pt x="220730" y="67828"/>
                  <a:pt x="223760" y="66663"/>
                </a:cubicBezTo>
                <a:cubicBezTo>
                  <a:pt x="226790" y="65498"/>
                  <a:pt x="229376" y="63827"/>
                  <a:pt x="231518" y="61651"/>
                </a:cubicBezTo>
                <a:cubicBezTo>
                  <a:pt x="233661" y="59474"/>
                  <a:pt x="235314" y="56853"/>
                  <a:pt x="236476" y="53787"/>
                </a:cubicBezTo>
                <a:cubicBezTo>
                  <a:pt x="237639" y="50722"/>
                  <a:pt x="238220" y="47289"/>
                  <a:pt x="238220" y="43488"/>
                </a:cubicBezTo>
                <a:cubicBezTo>
                  <a:pt x="238220" y="39687"/>
                  <a:pt x="237639" y="36238"/>
                  <a:pt x="236476" y="33142"/>
                </a:cubicBezTo>
                <a:cubicBezTo>
                  <a:pt x="235314" y="30045"/>
                  <a:pt x="233661" y="27408"/>
                  <a:pt x="231518" y="25232"/>
                </a:cubicBezTo>
                <a:cubicBezTo>
                  <a:pt x="229376" y="23055"/>
                  <a:pt x="226790" y="21369"/>
                  <a:pt x="223760" y="20173"/>
                </a:cubicBezTo>
                <a:cubicBezTo>
                  <a:pt x="220730" y="18978"/>
                  <a:pt x="217348" y="18380"/>
                  <a:pt x="213614" y="18380"/>
                </a:cubicBezTo>
                <a:cubicBezTo>
                  <a:pt x="209881" y="18380"/>
                  <a:pt x="206515" y="18978"/>
                  <a:pt x="203515" y="20173"/>
                </a:cubicBezTo>
                <a:cubicBezTo>
                  <a:pt x="200516" y="21369"/>
                  <a:pt x="197946" y="23055"/>
                  <a:pt x="195803" y="25232"/>
                </a:cubicBezTo>
                <a:cubicBezTo>
                  <a:pt x="193661" y="27408"/>
                  <a:pt x="192008" y="30045"/>
                  <a:pt x="190845" y="33142"/>
                </a:cubicBezTo>
                <a:cubicBezTo>
                  <a:pt x="189682" y="36238"/>
                  <a:pt x="189101" y="39687"/>
                  <a:pt x="189101" y="43488"/>
                </a:cubicBezTo>
                <a:close/>
                <a:moveTo>
                  <a:pt x="246422" y="19654"/>
                </a:moveTo>
                <a:lnTo>
                  <a:pt x="246422" y="67155"/>
                </a:lnTo>
                <a:lnTo>
                  <a:pt x="259460" y="67155"/>
                </a:lnTo>
                <a:lnTo>
                  <a:pt x="259460" y="45740"/>
                </a:lnTo>
                <a:cubicBezTo>
                  <a:pt x="259460" y="43596"/>
                  <a:pt x="259674" y="41605"/>
                  <a:pt x="260103" y="39767"/>
                </a:cubicBezTo>
                <a:cubicBezTo>
                  <a:pt x="260531" y="37929"/>
                  <a:pt x="261250" y="36321"/>
                  <a:pt x="262260" y="34942"/>
                </a:cubicBezTo>
                <a:cubicBezTo>
                  <a:pt x="263270" y="33564"/>
                  <a:pt x="264601" y="32476"/>
                  <a:pt x="266253" y="31679"/>
                </a:cubicBezTo>
                <a:cubicBezTo>
                  <a:pt x="267906" y="30883"/>
                  <a:pt x="269926" y="30484"/>
                  <a:pt x="272313" y="30484"/>
                </a:cubicBezTo>
                <a:cubicBezTo>
                  <a:pt x="273109" y="30484"/>
                  <a:pt x="273935" y="30531"/>
                  <a:pt x="274791" y="30623"/>
                </a:cubicBezTo>
                <a:cubicBezTo>
                  <a:pt x="275649" y="30714"/>
                  <a:pt x="276383" y="30821"/>
                  <a:pt x="276995" y="30944"/>
                </a:cubicBezTo>
                <a:lnTo>
                  <a:pt x="276995" y="18838"/>
                </a:lnTo>
                <a:cubicBezTo>
                  <a:pt x="275955" y="18533"/>
                  <a:pt x="275006" y="18380"/>
                  <a:pt x="274150" y="18380"/>
                </a:cubicBezTo>
                <a:cubicBezTo>
                  <a:pt x="272497" y="18380"/>
                  <a:pt x="270905" y="18625"/>
                  <a:pt x="269375" y="19114"/>
                </a:cubicBezTo>
                <a:cubicBezTo>
                  <a:pt x="267846" y="19603"/>
                  <a:pt x="266407" y="20290"/>
                  <a:pt x="265060" y="21176"/>
                </a:cubicBezTo>
                <a:cubicBezTo>
                  <a:pt x="263714" y="22063"/>
                  <a:pt x="262520" y="23133"/>
                  <a:pt x="261480" y="24386"/>
                </a:cubicBezTo>
                <a:cubicBezTo>
                  <a:pt x="260439" y="25639"/>
                  <a:pt x="259613" y="27000"/>
                  <a:pt x="259000" y="28467"/>
                </a:cubicBezTo>
                <a:lnTo>
                  <a:pt x="258817" y="28467"/>
                </a:lnTo>
                <a:lnTo>
                  <a:pt x="258817" y="19654"/>
                </a:lnTo>
                <a:lnTo>
                  <a:pt x="246422" y="19654"/>
                </a:lnTo>
                <a:close/>
                <a:moveTo>
                  <a:pt x="314700" y="36402"/>
                </a:moveTo>
                <a:lnTo>
                  <a:pt x="327461" y="36402"/>
                </a:lnTo>
                <a:cubicBezTo>
                  <a:pt x="327278" y="33337"/>
                  <a:pt x="326543" y="30686"/>
                  <a:pt x="325257" y="28449"/>
                </a:cubicBezTo>
                <a:cubicBezTo>
                  <a:pt x="323972" y="26211"/>
                  <a:pt x="322304" y="24341"/>
                  <a:pt x="320253" y="22839"/>
                </a:cubicBezTo>
                <a:cubicBezTo>
                  <a:pt x="318203" y="21338"/>
                  <a:pt x="315878" y="20219"/>
                  <a:pt x="313277" y="19484"/>
                </a:cubicBezTo>
                <a:cubicBezTo>
                  <a:pt x="310676" y="18748"/>
                  <a:pt x="307967" y="18380"/>
                  <a:pt x="305151" y="18380"/>
                </a:cubicBezTo>
                <a:cubicBezTo>
                  <a:pt x="301295" y="18380"/>
                  <a:pt x="297867" y="19024"/>
                  <a:pt x="294867" y="20312"/>
                </a:cubicBezTo>
                <a:cubicBezTo>
                  <a:pt x="291868" y="21599"/>
                  <a:pt x="289328" y="23392"/>
                  <a:pt x="287247" y="25692"/>
                </a:cubicBezTo>
                <a:cubicBezTo>
                  <a:pt x="285166" y="27991"/>
                  <a:pt x="283590" y="30720"/>
                  <a:pt x="282519" y="33877"/>
                </a:cubicBezTo>
                <a:cubicBezTo>
                  <a:pt x="281448" y="37034"/>
                  <a:pt x="280912" y="40452"/>
                  <a:pt x="280912" y="44131"/>
                </a:cubicBezTo>
                <a:cubicBezTo>
                  <a:pt x="280912" y="47687"/>
                  <a:pt x="281494" y="50952"/>
                  <a:pt x="282656" y="53926"/>
                </a:cubicBezTo>
                <a:cubicBezTo>
                  <a:pt x="283819" y="56899"/>
                  <a:pt x="285441" y="59458"/>
                  <a:pt x="287522" y="61605"/>
                </a:cubicBezTo>
                <a:cubicBezTo>
                  <a:pt x="289604" y="63751"/>
                  <a:pt x="292129" y="65422"/>
                  <a:pt x="295097" y="66617"/>
                </a:cubicBezTo>
                <a:cubicBezTo>
                  <a:pt x="298066" y="67813"/>
                  <a:pt x="301325" y="68410"/>
                  <a:pt x="304875" y="68410"/>
                </a:cubicBezTo>
                <a:cubicBezTo>
                  <a:pt x="311179" y="68410"/>
                  <a:pt x="316351" y="66751"/>
                  <a:pt x="320391" y="63433"/>
                </a:cubicBezTo>
                <a:cubicBezTo>
                  <a:pt x="324431" y="60114"/>
                  <a:pt x="326880" y="55302"/>
                  <a:pt x="327737" y="48998"/>
                </a:cubicBezTo>
                <a:lnTo>
                  <a:pt x="315158" y="48998"/>
                </a:lnTo>
                <a:cubicBezTo>
                  <a:pt x="314730" y="51936"/>
                  <a:pt x="313674" y="54277"/>
                  <a:pt x="311991" y="56022"/>
                </a:cubicBezTo>
                <a:cubicBezTo>
                  <a:pt x="310308" y="57766"/>
                  <a:pt x="307905" y="58637"/>
                  <a:pt x="304784" y="58637"/>
                </a:cubicBezTo>
                <a:cubicBezTo>
                  <a:pt x="302764" y="58637"/>
                  <a:pt x="301050" y="58178"/>
                  <a:pt x="299641" y="57260"/>
                </a:cubicBezTo>
                <a:cubicBezTo>
                  <a:pt x="298234" y="56342"/>
                  <a:pt x="297117" y="55164"/>
                  <a:pt x="296290" y="53726"/>
                </a:cubicBezTo>
                <a:cubicBezTo>
                  <a:pt x="295465" y="52287"/>
                  <a:pt x="294868" y="50679"/>
                  <a:pt x="294500" y="48904"/>
                </a:cubicBezTo>
                <a:cubicBezTo>
                  <a:pt x="294133" y="47128"/>
                  <a:pt x="293949" y="45384"/>
                  <a:pt x="293949" y="43670"/>
                </a:cubicBezTo>
                <a:cubicBezTo>
                  <a:pt x="293949" y="41894"/>
                  <a:pt x="294133" y="40104"/>
                  <a:pt x="294500" y="38299"/>
                </a:cubicBezTo>
                <a:cubicBezTo>
                  <a:pt x="294868" y="36492"/>
                  <a:pt x="295496" y="34839"/>
                  <a:pt x="296383" y="33339"/>
                </a:cubicBezTo>
                <a:cubicBezTo>
                  <a:pt x="297270" y="31839"/>
                  <a:pt x="298417" y="30615"/>
                  <a:pt x="299825" y="29666"/>
                </a:cubicBezTo>
                <a:cubicBezTo>
                  <a:pt x="301233" y="28717"/>
                  <a:pt x="302978" y="28243"/>
                  <a:pt x="305059" y="28243"/>
                </a:cubicBezTo>
                <a:cubicBezTo>
                  <a:pt x="310629" y="28243"/>
                  <a:pt x="313843" y="30962"/>
                  <a:pt x="314700" y="36402"/>
                </a:cubicBezTo>
                <a:close/>
                <a:moveTo>
                  <a:pt x="335173" y="1614"/>
                </a:moveTo>
                <a:lnTo>
                  <a:pt x="335173" y="67155"/>
                </a:lnTo>
                <a:lnTo>
                  <a:pt x="348211" y="67155"/>
                </a:lnTo>
                <a:lnTo>
                  <a:pt x="348211" y="42277"/>
                </a:lnTo>
                <a:cubicBezTo>
                  <a:pt x="348211" y="37442"/>
                  <a:pt x="349006" y="33969"/>
                  <a:pt x="350598" y="31859"/>
                </a:cubicBezTo>
                <a:cubicBezTo>
                  <a:pt x="352189" y="29747"/>
                  <a:pt x="354760" y="28691"/>
                  <a:pt x="358310" y="28691"/>
                </a:cubicBezTo>
                <a:cubicBezTo>
                  <a:pt x="361432" y="28691"/>
                  <a:pt x="363605" y="29655"/>
                  <a:pt x="364828" y="31583"/>
                </a:cubicBezTo>
                <a:cubicBezTo>
                  <a:pt x="366053" y="33510"/>
                  <a:pt x="366665" y="36433"/>
                  <a:pt x="366665" y="40350"/>
                </a:cubicBezTo>
                <a:lnTo>
                  <a:pt x="366665" y="67155"/>
                </a:lnTo>
                <a:lnTo>
                  <a:pt x="379702" y="67155"/>
                </a:lnTo>
                <a:lnTo>
                  <a:pt x="379702" y="37946"/>
                </a:lnTo>
                <a:cubicBezTo>
                  <a:pt x="379702" y="35006"/>
                  <a:pt x="379442" y="32327"/>
                  <a:pt x="378922" y="29908"/>
                </a:cubicBezTo>
                <a:cubicBezTo>
                  <a:pt x="378402" y="27490"/>
                  <a:pt x="377498" y="25438"/>
                  <a:pt x="376212" y="23754"/>
                </a:cubicBezTo>
                <a:cubicBezTo>
                  <a:pt x="374927" y="22070"/>
                  <a:pt x="373168" y="20754"/>
                  <a:pt x="370934" y="19805"/>
                </a:cubicBezTo>
                <a:cubicBezTo>
                  <a:pt x="368700" y="18855"/>
                  <a:pt x="365838" y="18380"/>
                  <a:pt x="362350" y="18380"/>
                </a:cubicBezTo>
                <a:cubicBezTo>
                  <a:pt x="359901" y="18380"/>
                  <a:pt x="357391" y="19009"/>
                  <a:pt x="354820" y="20267"/>
                </a:cubicBezTo>
                <a:cubicBezTo>
                  <a:pt x="352250" y="21525"/>
                  <a:pt x="350139" y="23535"/>
                  <a:pt x="348487" y="26297"/>
                </a:cubicBezTo>
                <a:lnTo>
                  <a:pt x="348211" y="26297"/>
                </a:lnTo>
                <a:lnTo>
                  <a:pt x="348211" y="1614"/>
                </a:lnTo>
                <a:lnTo>
                  <a:pt x="335173" y="1614"/>
                </a:lnTo>
                <a:close/>
                <a:moveTo>
                  <a:pt x="390046" y="52989"/>
                </a:moveTo>
                <a:lnTo>
                  <a:pt x="390046" y="67155"/>
                </a:lnTo>
                <a:lnTo>
                  <a:pt x="404460" y="67155"/>
                </a:lnTo>
                <a:lnTo>
                  <a:pt x="404460" y="52989"/>
                </a:lnTo>
                <a:lnTo>
                  <a:pt x="390046" y="52989"/>
                </a:lnTo>
                <a:close/>
                <a:moveTo>
                  <a:pt x="424843" y="51734"/>
                </a:moveTo>
                <a:lnTo>
                  <a:pt x="412449" y="51734"/>
                </a:lnTo>
                <a:cubicBezTo>
                  <a:pt x="412571" y="54911"/>
                  <a:pt x="413290" y="57554"/>
                  <a:pt x="414606" y="59661"/>
                </a:cubicBezTo>
                <a:cubicBezTo>
                  <a:pt x="415922" y="61768"/>
                  <a:pt x="417605" y="63464"/>
                  <a:pt x="419655" y="64747"/>
                </a:cubicBezTo>
                <a:cubicBezTo>
                  <a:pt x="421706" y="66030"/>
                  <a:pt x="424048" y="66946"/>
                  <a:pt x="426679" y="67495"/>
                </a:cubicBezTo>
                <a:cubicBezTo>
                  <a:pt x="429311" y="68046"/>
                  <a:pt x="432004" y="68321"/>
                  <a:pt x="434759" y="68321"/>
                </a:cubicBezTo>
                <a:cubicBezTo>
                  <a:pt x="437451" y="68321"/>
                  <a:pt x="440098" y="68060"/>
                  <a:pt x="442699" y="67539"/>
                </a:cubicBezTo>
                <a:cubicBezTo>
                  <a:pt x="445301" y="67019"/>
                  <a:pt x="447612" y="66116"/>
                  <a:pt x="449631" y="64830"/>
                </a:cubicBezTo>
                <a:cubicBezTo>
                  <a:pt x="451651" y="63543"/>
                  <a:pt x="453288" y="61844"/>
                  <a:pt x="454543" y="59732"/>
                </a:cubicBezTo>
                <a:cubicBezTo>
                  <a:pt x="455798" y="57619"/>
                  <a:pt x="456425" y="55001"/>
                  <a:pt x="456425" y="51878"/>
                </a:cubicBezTo>
                <a:cubicBezTo>
                  <a:pt x="456425" y="49674"/>
                  <a:pt x="455997" y="47822"/>
                  <a:pt x="455139" y="46322"/>
                </a:cubicBezTo>
                <a:cubicBezTo>
                  <a:pt x="454283" y="44821"/>
                  <a:pt x="453151" y="43565"/>
                  <a:pt x="451742" y="42555"/>
                </a:cubicBezTo>
                <a:cubicBezTo>
                  <a:pt x="450335" y="41544"/>
                  <a:pt x="448728" y="40733"/>
                  <a:pt x="446923" y="40121"/>
                </a:cubicBezTo>
                <a:cubicBezTo>
                  <a:pt x="445118" y="39509"/>
                  <a:pt x="443266" y="38988"/>
                  <a:pt x="441368" y="38559"/>
                </a:cubicBezTo>
                <a:cubicBezTo>
                  <a:pt x="439532" y="38131"/>
                  <a:pt x="437726" y="37733"/>
                  <a:pt x="435951" y="37366"/>
                </a:cubicBezTo>
                <a:cubicBezTo>
                  <a:pt x="434176" y="36998"/>
                  <a:pt x="432600" y="36584"/>
                  <a:pt x="431223" y="36126"/>
                </a:cubicBezTo>
                <a:cubicBezTo>
                  <a:pt x="429846" y="35666"/>
                  <a:pt x="428729" y="35069"/>
                  <a:pt x="427872" y="34334"/>
                </a:cubicBezTo>
                <a:cubicBezTo>
                  <a:pt x="427015" y="33599"/>
                  <a:pt x="426587" y="32650"/>
                  <a:pt x="426587" y="31486"/>
                </a:cubicBezTo>
                <a:cubicBezTo>
                  <a:pt x="426587" y="30506"/>
                  <a:pt x="426832" y="29725"/>
                  <a:pt x="427321" y="29144"/>
                </a:cubicBezTo>
                <a:cubicBezTo>
                  <a:pt x="427811" y="28562"/>
                  <a:pt x="428408" y="28118"/>
                  <a:pt x="429111" y="27813"/>
                </a:cubicBezTo>
                <a:cubicBezTo>
                  <a:pt x="429816" y="27506"/>
                  <a:pt x="430596" y="27307"/>
                  <a:pt x="431452" y="27216"/>
                </a:cubicBezTo>
                <a:cubicBezTo>
                  <a:pt x="432310" y="27123"/>
                  <a:pt x="433106" y="27077"/>
                  <a:pt x="433840" y="27077"/>
                </a:cubicBezTo>
                <a:cubicBezTo>
                  <a:pt x="436165" y="27077"/>
                  <a:pt x="438185" y="27523"/>
                  <a:pt x="439899" y="28415"/>
                </a:cubicBezTo>
                <a:cubicBezTo>
                  <a:pt x="441612" y="29306"/>
                  <a:pt x="442561" y="31012"/>
                  <a:pt x="442745" y="33533"/>
                </a:cubicBezTo>
                <a:lnTo>
                  <a:pt x="455141" y="33533"/>
                </a:lnTo>
                <a:cubicBezTo>
                  <a:pt x="454896" y="30594"/>
                  <a:pt x="454146" y="28161"/>
                  <a:pt x="452891" y="26232"/>
                </a:cubicBezTo>
                <a:cubicBezTo>
                  <a:pt x="451637" y="24304"/>
                  <a:pt x="450061" y="22758"/>
                  <a:pt x="448163" y="21595"/>
                </a:cubicBezTo>
                <a:cubicBezTo>
                  <a:pt x="446266" y="20432"/>
                  <a:pt x="444108" y="19605"/>
                  <a:pt x="441690" y="19116"/>
                </a:cubicBezTo>
                <a:cubicBezTo>
                  <a:pt x="439272" y="18625"/>
                  <a:pt x="436778" y="18380"/>
                  <a:pt x="434208" y="18380"/>
                </a:cubicBezTo>
                <a:cubicBezTo>
                  <a:pt x="431637" y="18380"/>
                  <a:pt x="429127" y="18610"/>
                  <a:pt x="426678" y="19069"/>
                </a:cubicBezTo>
                <a:cubicBezTo>
                  <a:pt x="424230" y="19528"/>
                  <a:pt x="422027" y="20324"/>
                  <a:pt x="420068" y="21457"/>
                </a:cubicBezTo>
                <a:cubicBezTo>
                  <a:pt x="418110" y="22590"/>
                  <a:pt x="416534" y="24136"/>
                  <a:pt x="415340" y="26095"/>
                </a:cubicBezTo>
                <a:cubicBezTo>
                  <a:pt x="414147" y="28055"/>
                  <a:pt x="413550" y="30566"/>
                  <a:pt x="413550" y="33628"/>
                </a:cubicBezTo>
                <a:cubicBezTo>
                  <a:pt x="413550" y="35710"/>
                  <a:pt x="413978" y="37470"/>
                  <a:pt x="414835" y="38909"/>
                </a:cubicBezTo>
                <a:cubicBezTo>
                  <a:pt x="415692" y="40348"/>
                  <a:pt x="416824" y="41542"/>
                  <a:pt x="418232" y="42492"/>
                </a:cubicBezTo>
                <a:cubicBezTo>
                  <a:pt x="419640" y="43441"/>
                  <a:pt x="421247" y="44206"/>
                  <a:pt x="423052" y="44788"/>
                </a:cubicBezTo>
                <a:cubicBezTo>
                  <a:pt x="424858" y="45370"/>
                  <a:pt x="426709" y="45875"/>
                  <a:pt x="428607" y="46304"/>
                </a:cubicBezTo>
                <a:cubicBezTo>
                  <a:pt x="433258" y="47283"/>
                  <a:pt x="436884" y="48263"/>
                  <a:pt x="439485" y="49243"/>
                </a:cubicBezTo>
                <a:cubicBezTo>
                  <a:pt x="442087" y="50222"/>
                  <a:pt x="443388" y="51692"/>
                  <a:pt x="443388" y="53651"/>
                </a:cubicBezTo>
                <a:cubicBezTo>
                  <a:pt x="443388" y="54814"/>
                  <a:pt x="443113" y="55779"/>
                  <a:pt x="442562" y="56544"/>
                </a:cubicBezTo>
                <a:cubicBezTo>
                  <a:pt x="442011" y="57310"/>
                  <a:pt x="441322" y="57923"/>
                  <a:pt x="440495" y="58382"/>
                </a:cubicBezTo>
                <a:cubicBezTo>
                  <a:pt x="439670" y="58841"/>
                  <a:pt x="438752" y="59178"/>
                  <a:pt x="437741" y="59393"/>
                </a:cubicBezTo>
                <a:cubicBezTo>
                  <a:pt x="436732" y="59606"/>
                  <a:pt x="435768" y="59713"/>
                  <a:pt x="434850" y="59713"/>
                </a:cubicBezTo>
                <a:cubicBezTo>
                  <a:pt x="433565" y="59713"/>
                  <a:pt x="432325" y="59561"/>
                  <a:pt x="431132" y="59255"/>
                </a:cubicBezTo>
                <a:cubicBezTo>
                  <a:pt x="429938" y="58949"/>
                  <a:pt x="428882" y="58475"/>
                  <a:pt x="427964" y="57833"/>
                </a:cubicBezTo>
                <a:cubicBezTo>
                  <a:pt x="427046" y="57191"/>
                  <a:pt x="426296" y="56365"/>
                  <a:pt x="425714" y="55356"/>
                </a:cubicBezTo>
                <a:cubicBezTo>
                  <a:pt x="425133" y="54348"/>
                  <a:pt x="424843" y="53140"/>
                  <a:pt x="424843" y="51734"/>
                </a:cubicBezTo>
                <a:close/>
                <a:moveTo>
                  <a:pt x="477114" y="12373"/>
                </a:moveTo>
                <a:lnTo>
                  <a:pt x="477114" y="1614"/>
                </a:lnTo>
                <a:lnTo>
                  <a:pt x="464077" y="1614"/>
                </a:lnTo>
                <a:lnTo>
                  <a:pt x="464077" y="12373"/>
                </a:lnTo>
                <a:lnTo>
                  <a:pt x="477114" y="12373"/>
                </a:lnTo>
                <a:moveTo>
                  <a:pt x="464077" y="19689"/>
                </a:moveTo>
                <a:lnTo>
                  <a:pt x="464077" y="67155"/>
                </a:lnTo>
                <a:lnTo>
                  <a:pt x="477114" y="67155"/>
                </a:lnTo>
                <a:lnTo>
                  <a:pt x="477114" y="19689"/>
                </a:lnTo>
                <a:lnTo>
                  <a:pt x="464077" y="19689"/>
                </a:lnTo>
                <a:close/>
                <a:moveTo>
                  <a:pt x="487427" y="19687"/>
                </a:moveTo>
                <a:lnTo>
                  <a:pt x="487427" y="67155"/>
                </a:lnTo>
                <a:lnTo>
                  <a:pt x="500464" y="67155"/>
                </a:lnTo>
                <a:lnTo>
                  <a:pt x="500464" y="42277"/>
                </a:lnTo>
                <a:cubicBezTo>
                  <a:pt x="500464" y="37442"/>
                  <a:pt x="501260" y="33969"/>
                  <a:pt x="502851" y="31859"/>
                </a:cubicBezTo>
                <a:cubicBezTo>
                  <a:pt x="504443" y="29747"/>
                  <a:pt x="507014" y="28691"/>
                  <a:pt x="510564" y="28691"/>
                </a:cubicBezTo>
                <a:cubicBezTo>
                  <a:pt x="513686" y="28691"/>
                  <a:pt x="515859" y="29655"/>
                  <a:pt x="517082" y="31583"/>
                </a:cubicBezTo>
                <a:cubicBezTo>
                  <a:pt x="518307" y="33510"/>
                  <a:pt x="518919" y="36433"/>
                  <a:pt x="518919" y="40350"/>
                </a:cubicBezTo>
                <a:lnTo>
                  <a:pt x="518919" y="67155"/>
                </a:lnTo>
                <a:lnTo>
                  <a:pt x="531956" y="67155"/>
                </a:lnTo>
                <a:lnTo>
                  <a:pt x="531956" y="37946"/>
                </a:lnTo>
                <a:cubicBezTo>
                  <a:pt x="531956" y="35006"/>
                  <a:pt x="531696" y="32327"/>
                  <a:pt x="531175" y="29908"/>
                </a:cubicBezTo>
                <a:cubicBezTo>
                  <a:pt x="530655" y="27490"/>
                  <a:pt x="529752" y="25438"/>
                  <a:pt x="528466" y="23754"/>
                </a:cubicBezTo>
                <a:cubicBezTo>
                  <a:pt x="527181" y="22070"/>
                  <a:pt x="525421" y="20754"/>
                  <a:pt x="523187" y="19805"/>
                </a:cubicBezTo>
                <a:cubicBezTo>
                  <a:pt x="520953" y="18855"/>
                  <a:pt x="518092" y="18380"/>
                  <a:pt x="514602" y="18380"/>
                </a:cubicBezTo>
                <a:cubicBezTo>
                  <a:pt x="511848" y="18380"/>
                  <a:pt x="509155" y="19009"/>
                  <a:pt x="506523" y="20267"/>
                </a:cubicBezTo>
                <a:cubicBezTo>
                  <a:pt x="503891" y="21525"/>
                  <a:pt x="501749" y="23535"/>
                  <a:pt x="500097" y="26297"/>
                </a:cubicBezTo>
                <a:lnTo>
                  <a:pt x="499821" y="26297"/>
                </a:lnTo>
                <a:lnTo>
                  <a:pt x="499821" y="19687"/>
                </a:lnTo>
                <a:lnTo>
                  <a:pt x="487427" y="19687"/>
                </a:lnTo>
                <a:close/>
                <a:moveTo>
                  <a:pt x="564610" y="0"/>
                </a:moveTo>
                <a:lnTo>
                  <a:pt x="553685" y="0"/>
                </a:lnTo>
                <a:cubicBezTo>
                  <a:pt x="551665" y="2938"/>
                  <a:pt x="549905" y="6152"/>
                  <a:pt x="548405" y="9641"/>
                </a:cubicBezTo>
                <a:cubicBezTo>
                  <a:pt x="546906" y="13130"/>
                  <a:pt x="545651" y="16742"/>
                  <a:pt x="544641" y="20476"/>
                </a:cubicBezTo>
                <a:cubicBezTo>
                  <a:pt x="543631" y="24210"/>
                  <a:pt x="542866" y="27959"/>
                  <a:pt x="542346" y="31724"/>
                </a:cubicBezTo>
                <a:cubicBezTo>
                  <a:pt x="541826" y="35489"/>
                  <a:pt x="541566" y="39086"/>
                  <a:pt x="541566" y="42514"/>
                </a:cubicBezTo>
                <a:cubicBezTo>
                  <a:pt x="541566" y="49737"/>
                  <a:pt x="542621" y="56838"/>
                  <a:pt x="544733" y="63817"/>
                </a:cubicBezTo>
                <a:cubicBezTo>
                  <a:pt x="546845" y="70795"/>
                  <a:pt x="549829" y="77437"/>
                  <a:pt x="553685" y="83742"/>
                </a:cubicBezTo>
                <a:lnTo>
                  <a:pt x="564518" y="83742"/>
                </a:lnTo>
                <a:cubicBezTo>
                  <a:pt x="561029" y="77070"/>
                  <a:pt x="558504" y="70214"/>
                  <a:pt x="556944" y="63175"/>
                </a:cubicBezTo>
                <a:cubicBezTo>
                  <a:pt x="555383" y="56135"/>
                  <a:pt x="554603" y="48942"/>
                  <a:pt x="554603" y="41595"/>
                </a:cubicBezTo>
                <a:cubicBezTo>
                  <a:pt x="554603" y="34372"/>
                  <a:pt x="555398" y="27256"/>
                  <a:pt x="556990" y="20248"/>
                </a:cubicBezTo>
                <a:cubicBezTo>
                  <a:pt x="558581" y="13238"/>
                  <a:pt x="561121" y="6489"/>
                  <a:pt x="564610" y="0"/>
                </a:cubicBezTo>
                <a:close/>
                <a:moveTo>
                  <a:pt x="581412" y="42202"/>
                </a:moveTo>
                <a:lnTo>
                  <a:pt x="564335" y="67155"/>
                </a:lnTo>
                <a:lnTo>
                  <a:pt x="578932" y="67155"/>
                </a:lnTo>
                <a:lnTo>
                  <a:pt x="588848" y="52202"/>
                </a:lnTo>
                <a:lnTo>
                  <a:pt x="598764" y="67155"/>
                </a:lnTo>
                <a:lnTo>
                  <a:pt x="613638" y="67155"/>
                </a:lnTo>
                <a:lnTo>
                  <a:pt x="596101" y="41926"/>
                </a:lnTo>
                <a:lnTo>
                  <a:pt x="611710" y="19725"/>
                </a:lnTo>
                <a:lnTo>
                  <a:pt x="597294" y="19725"/>
                </a:lnTo>
                <a:lnTo>
                  <a:pt x="589032" y="32111"/>
                </a:lnTo>
                <a:lnTo>
                  <a:pt x="580677" y="19725"/>
                </a:lnTo>
                <a:lnTo>
                  <a:pt x="565804" y="19725"/>
                </a:lnTo>
                <a:lnTo>
                  <a:pt x="581412" y="42202"/>
                </a:lnTo>
                <a:close/>
                <a:moveTo>
                  <a:pt x="612751" y="83742"/>
                </a:moveTo>
                <a:lnTo>
                  <a:pt x="623584" y="83742"/>
                </a:lnTo>
                <a:cubicBezTo>
                  <a:pt x="625604" y="80865"/>
                  <a:pt x="627379" y="77681"/>
                  <a:pt x="628909" y="74192"/>
                </a:cubicBezTo>
                <a:cubicBezTo>
                  <a:pt x="630440" y="70703"/>
                  <a:pt x="631710" y="67107"/>
                  <a:pt x="632719" y="63403"/>
                </a:cubicBezTo>
                <a:cubicBezTo>
                  <a:pt x="633729" y="59700"/>
                  <a:pt x="634478" y="55966"/>
                  <a:pt x="634968" y="52202"/>
                </a:cubicBezTo>
                <a:cubicBezTo>
                  <a:pt x="635458" y="48437"/>
                  <a:pt x="635703" y="44840"/>
                  <a:pt x="635703" y="41412"/>
                </a:cubicBezTo>
                <a:cubicBezTo>
                  <a:pt x="635703" y="34188"/>
                  <a:pt x="634648" y="27057"/>
                  <a:pt x="632536" y="20018"/>
                </a:cubicBezTo>
                <a:cubicBezTo>
                  <a:pt x="630424" y="12978"/>
                  <a:pt x="627440" y="6305"/>
                  <a:pt x="623584" y="0"/>
                </a:cubicBezTo>
                <a:lnTo>
                  <a:pt x="612842" y="0"/>
                </a:lnTo>
                <a:cubicBezTo>
                  <a:pt x="616208" y="6672"/>
                  <a:pt x="618688" y="13559"/>
                  <a:pt x="620279" y="20660"/>
                </a:cubicBezTo>
                <a:cubicBezTo>
                  <a:pt x="621871" y="27760"/>
                  <a:pt x="622666" y="34984"/>
                  <a:pt x="622666" y="42331"/>
                </a:cubicBezTo>
                <a:cubicBezTo>
                  <a:pt x="622666" y="49554"/>
                  <a:pt x="621855" y="56639"/>
                  <a:pt x="620233" y="63587"/>
                </a:cubicBezTo>
                <a:cubicBezTo>
                  <a:pt x="618611" y="70535"/>
                  <a:pt x="616116" y="77253"/>
                  <a:pt x="612751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y=torch.arcsin(y)">
            <a:extLst xmlns:a="http://schemas.openxmlformats.org/drawingml/2006/main">
              <a:ext uri="{FF2B5EF4-FFF2-40B4-BE49-F238E27FC236}">
                <a16:creationId xmlns:a16="http://schemas.microsoft.com/office/drawing/2014/main" id="{5321CB7C-C07F-4B3A-BA3E-3969E5DF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49" y="6082689"/>
            <a:ext cx="775716" cy="83742"/>
          </a:xfrm>
          <a:custGeom xmlns:a="http://schemas.openxmlformats.org/drawingml/2006/main">
            <a:pathLst>
              <a:path w="775716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74962" y="19725"/>
                </a:moveTo>
                <a:lnTo>
                  <a:pt x="174962" y="5469"/>
                </a:lnTo>
                <a:lnTo>
                  <a:pt x="161925" y="5469"/>
                </a:lnTo>
                <a:lnTo>
                  <a:pt x="161925" y="19725"/>
                </a:lnTo>
                <a:lnTo>
                  <a:pt x="154029" y="19725"/>
                </a:lnTo>
                <a:lnTo>
                  <a:pt x="154029" y="28422"/>
                </a:lnTo>
                <a:lnTo>
                  <a:pt x="161925" y="28422"/>
                </a:lnTo>
                <a:lnTo>
                  <a:pt x="161925" y="56409"/>
                </a:lnTo>
                <a:cubicBezTo>
                  <a:pt x="161925" y="58795"/>
                  <a:pt x="162323" y="60722"/>
                  <a:pt x="163118" y="62190"/>
                </a:cubicBezTo>
                <a:cubicBezTo>
                  <a:pt x="163914" y="63658"/>
                  <a:pt x="165000" y="64790"/>
                  <a:pt x="166377" y="65586"/>
                </a:cubicBezTo>
                <a:cubicBezTo>
                  <a:pt x="167755" y="66381"/>
                  <a:pt x="169346" y="66916"/>
                  <a:pt x="171151" y="67190"/>
                </a:cubicBezTo>
                <a:cubicBezTo>
                  <a:pt x="172958" y="67466"/>
                  <a:pt x="174871" y="67603"/>
                  <a:pt x="176891" y="67603"/>
                </a:cubicBezTo>
                <a:cubicBezTo>
                  <a:pt x="178176" y="67603"/>
                  <a:pt x="179492" y="67573"/>
                  <a:pt x="180839" y="67514"/>
                </a:cubicBezTo>
                <a:cubicBezTo>
                  <a:pt x="182186" y="67454"/>
                  <a:pt x="183410" y="67334"/>
                  <a:pt x="184511" y="67155"/>
                </a:cubicBezTo>
                <a:lnTo>
                  <a:pt x="184511" y="57015"/>
                </a:lnTo>
                <a:cubicBezTo>
                  <a:pt x="183899" y="57137"/>
                  <a:pt x="183256" y="57229"/>
                  <a:pt x="182583" y="57291"/>
                </a:cubicBezTo>
                <a:cubicBezTo>
                  <a:pt x="181910" y="57352"/>
                  <a:pt x="181206" y="57382"/>
                  <a:pt x="180472" y="57382"/>
                </a:cubicBezTo>
                <a:cubicBezTo>
                  <a:pt x="178268" y="57382"/>
                  <a:pt x="176798" y="57016"/>
                  <a:pt x="176063" y="56282"/>
                </a:cubicBezTo>
                <a:cubicBezTo>
                  <a:pt x="175329" y="55549"/>
                  <a:pt x="174962" y="54083"/>
                  <a:pt x="174962" y="51884"/>
                </a:cubicBezTo>
                <a:lnTo>
                  <a:pt x="174962" y="28422"/>
                </a:lnTo>
                <a:lnTo>
                  <a:pt x="184511" y="28422"/>
                </a:lnTo>
                <a:lnTo>
                  <a:pt x="184511" y="19725"/>
                </a:lnTo>
                <a:lnTo>
                  <a:pt x="174962" y="19725"/>
                </a:lnTo>
                <a:close/>
                <a:moveTo>
                  <a:pt x="202138" y="43486"/>
                </a:moveTo>
                <a:cubicBezTo>
                  <a:pt x="202138" y="41589"/>
                  <a:pt x="202322" y="39722"/>
                  <a:pt x="202689" y="37885"/>
                </a:cubicBezTo>
                <a:cubicBezTo>
                  <a:pt x="203056" y="36048"/>
                  <a:pt x="203683" y="34426"/>
                  <a:pt x="204570" y="33019"/>
                </a:cubicBezTo>
                <a:cubicBezTo>
                  <a:pt x="205458" y="31610"/>
                  <a:pt x="206637" y="30462"/>
                  <a:pt x="208106" y="29575"/>
                </a:cubicBezTo>
                <a:cubicBezTo>
                  <a:pt x="209575" y="28687"/>
                  <a:pt x="211411" y="28243"/>
                  <a:pt x="213614" y="28243"/>
                </a:cubicBezTo>
                <a:cubicBezTo>
                  <a:pt x="215819" y="28243"/>
                  <a:pt x="217670" y="28687"/>
                  <a:pt x="219169" y="29575"/>
                </a:cubicBezTo>
                <a:cubicBezTo>
                  <a:pt x="220669" y="30462"/>
                  <a:pt x="221863" y="31610"/>
                  <a:pt x="222750" y="33019"/>
                </a:cubicBezTo>
                <a:cubicBezTo>
                  <a:pt x="223638" y="34426"/>
                  <a:pt x="224266" y="36048"/>
                  <a:pt x="224633" y="37885"/>
                </a:cubicBezTo>
                <a:cubicBezTo>
                  <a:pt x="225000" y="39722"/>
                  <a:pt x="225183" y="41589"/>
                  <a:pt x="225183" y="43486"/>
                </a:cubicBezTo>
                <a:cubicBezTo>
                  <a:pt x="225183" y="45384"/>
                  <a:pt x="225000" y="47236"/>
                  <a:pt x="224633" y="49042"/>
                </a:cubicBezTo>
                <a:cubicBezTo>
                  <a:pt x="224266" y="50848"/>
                  <a:pt x="223638" y="52470"/>
                  <a:pt x="222750" y="53909"/>
                </a:cubicBezTo>
                <a:cubicBezTo>
                  <a:pt x="221863" y="55348"/>
                  <a:pt x="220669" y="56495"/>
                  <a:pt x="219169" y="57353"/>
                </a:cubicBezTo>
                <a:cubicBezTo>
                  <a:pt x="217670" y="58209"/>
                  <a:pt x="215819" y="58637"/>
                  <a:pt x="213614" y="58637"/>
                </a:cubicBezTo>
                <a:cubicBezTo>
                  <a:pt x="211411" y="58637"/>
                  <a:pt x="209575" y="58209"/>
                  <a:pt x="208106" y="57353"/>
                </a:cubicBezTo>
                <a:cubicBezTo>
                  <a:pt x="206637" y="56495"/>
                  <a:pt x="205458" y="55348"/>
                  <a:pt x="204570" y="53909"/>
                </a:cubicBezTo>
                <a:cubicBezTo>
                  <a:pt x="203683" y="52470"/>
                  <a:pt x="203056" y="50848"/>
                  <a:pt x="202689" y="49042"/>
                </a:cubicBezTo>
                <a:cubicBezTo>
                  <a:pt x="202322" y="47236"/>
                  <a:pt x="202138" y="45384"/>
                  <a:pt x="202138" y="43486"/>
                </a:cubicBezTo>
                <a:moveTo>
                  <a:pt x="189101" y="43488"/>
                </a:moveTo>
                <a:cubicBezTo>
                  <a:pt x="189101" y="47289"/>
                  <a:pt x="189682" y="50722"/>
                  <a:pt x="190845" y="53787"/>
                </a:cubicBezTo>
                <a:cubicBezTo>
                  <a:pt x="192008" y="56853"/>
                  <a:pt x="193661" y="59474"/>
                  <a:pt x="195803" y="61651"/>
                </a:cubicBezTo>
                <a:cubicBezTo>
                  <a:pt x="197946" y="63827"/>
                  <a:pt x="200516" y="65498"/>
                  <a:pt x="203515" y="66663"/>
                </a:cubicBezTo>
                <a:cubicBezTo>
                  <a:pt x="206515" y="67828"/>
                  <a:pt x="209881" y="68410"/>
                  <a:pt x="213614" y="68410"/>
                </a:cubicBezTo>
                <a:cubicBezTo>
                  <a:pt x="217348" y="68410"/>
                  <a:pt x="220730" y="67828"/>
                  <a:pt x="223760" y="66663"/>
                </a:cubicBezTo>
                <a:cubicBezTo>
                  <a:pt x="226790" y="65498"/>
                  <a:pt x="229376" y="63827"/>
                  <a:pt x="231518" y="61651"/>
                </a:cubicBezTo>
                <a:cubicBezTo>
                  <a:pt x="233661" y="59474"/>
                  <a:pt x="235314" y="56853"/>
                  <a:pt x="236476" y="53787"/>
                </a:cubicBezTo>
                <a:cubicBezTo>
                  <a:pt x="237639" y="50722"/>
                  <a:pt x="238220" y="47289"/>
                  <a:pt x="238220" y="43488"/>
                </a:cubicBezTo>
                <a:cubicBezTo>
                  <a:pt x="238220" y="39687"/>
                  <a:pt x="237639" y="36238"/>
                  <a:pt x="236476" y="33142"/>
                </a:cubicBezTo>
                <a:cubicBezTo>
                  <a:pt x="235314" y="30045"/>
                  <a:pt x="233661" y="27408"/>
                  <a:pt x="231518" y="25232"/>
                </a:cubicBezTo>
                <a:cubicBezTo>
                  <a:pt x="229376" y="23055"/>
                  <a:pt x="226790" y="21369"/>
                  <a:pt x="223760" y="20173"/>
                </a:cubicBezTo>
                <a:cubicBezTo>
                  <a:pt x="220730" y="18978"/>
                  <a:pt x="217348" y="18380"/>
                  <a:pt x="213614" y="18380"/>
                </a:cubicBezTo>
                <a:cubicBezTo>
                  <a:pt x="209881" y="18380"/>
                  <a:pt x="206515" y="18978"/>
                  <a:pt x="203515" y="20173"/>
                </a:cubicBezTo>
                <a:cubicBezTo>
                  <a:pt x="200516" y="21369"/>
                  <a:pt x="197946" y="23055"/>
                  <a:pt x="195803" y="25232"/>
                </a:cubicBezTo>
                <a:cubicBezTo>
                  <a:pt x="193661" y="27408"/>
                  <a:pt x="192008" y="30045"/>
                  <a:pt x="190845" y="33142"/>
                </a:cubicBezTo>
                <a:cubicBezTo>
                  <a:pt x="189682" y="36238"/>
                  <a:pt x="189101" y="39687"/>
                  <a:pt x="189101" y="43488"/>
                </a:cubicBezTo>
                <a:close/>
                <a:moveTo>
                  <a:pt x="246422" y="19654"/>
                </a:moveTo>
                <a:lnTo>
                  <a:pt x="246422" y="67155"/>
                </a:lnTo>
                <a:lnTo>
                  <a:pt x="259460" y="67155"/>
                </a:lnTo>
                <a:lnTo>
                  <a:pt x="259460" y="45740"/>
                </a:lnTo>
                <a:cubicBezTo>
                  <a:pt x="259460" y="43596"/>
                  <a:pt x="259674" y="41605"/>
                  <a:pt x="260103" y="39767"/>
                </a:cubicBezTo>
                <a:cubicBezTo>
                  <a:pt x="260531" y="37929"/>
                  <a:pt x="261250" y="36321"/>
                  <a:pt x="262260" y="34942"/>
                </a:cubicBezTo>
                <a:cubicBezTo>
                  <a:pt x="263270" y="33564"/>
                  <a:pt x="264601" y="32476"/>
                  <a:pt x="266253" y="31679"/>
                </a:cubicBezTo>
                <a:cubicBezTo>
                  <a:pt x="267906" y="30883"/>
                  <a:pt x="269926" y="30484"/>
                  <a:pt x="272313" y="30484"/>
                </a:cubicBezTo>
                <a:cubicBezTo>
                  <a:pt x="273109" y="30484"/>
                  <a:pt x="273935" y="30531"/>
                  <a:pt x="274791" y="30623"/>
                </a:cubicBezTo>
                <a:cubicBezTo>
                  <a:pt x="275649" y="30714"/>
                  <a:pt x="276383" y="30821"/>
                  <a:pt x="276995" y="30944"/>
                </a:cubicBezTo>
                <a:lnTo>
                  <a:pt x="276995" y="18838"/>
                </a:lnTo>
                <a:cubicBezTo>
                  <a:pt x="275955" y="18533"/>
                  <a:pt x="275006" y="18380"/>
                  <a:pt x="274150" y="18380"/>
                </a:cubicBezTo>
                <a:cubicBezTo>
                  <a:pt x="272497" y="18380"/>
                  <a:pt x="270905" y="18625"/>
                  <a:pt x="269375" y="19114"/>
                </a:cubicBezTo>
                <a:cubicBezTo>
                  <a:pt x="267846" y="19603"/>
                  <a:pt x="266407" y="20290"/>
                  <a:pt x="265060" y="21176"/>
                </a:cubicBezTo>
                <a:cubicBezTo>
                  <a:pt x="263714" y="22063"/>
                  <a:pt x="262520" y="23133"/>
                  <a:pt x="261480" y="24386"/>
                </a:cubicBezTo>
                <a:cubicBezTo>
                  <a:pt x="260439" y="25639"/>
                  <a:pt x="259613" y="27000"/>
                  <a:pt x="259000" y="28467"/>
                </a:cubicBezTo>
                <a:lnTo>
                  <a:pt x="258817" y="28467"/>
                </a:lnTo>
                <a:lnTo>
                  <a:pt x="258817" y="19654"/>
                </a:lnTo>
                <a:lnTo>
                  <a:pt x="246422" y="19654"/>
                </a:lnTo>
                <a:close/>
                <a:moveTo>
                  <a:pt x="314700" y="36402"/>
                </a:moveTo>
                <a:lnTo>
                  <a:pt x="327461" y="36402"/>
                </a:lnTo>
                <a:cubicBezTo>
                  <a:pt x="327278" y="33337"/>
                  <a:pt x="326543" y="30686"/>
                  <a:pt x="325257" y="28449"/>
                </a:cubicBezTo>
                <a:cubicBezTo>
                  <a:pt x="323972" y="26211"/>
                  <a:pt x="322304" y="24341"/>
                  <a:pt x="320253" y="22839"/>
                </a:cubicBezTo>
                <a:cubicBezTo>
                  <a:pt x="318203" y="21338"/>
                  <a:pt x="315878" y="20219"/>
                  <a:pt x="313277" y="19484"/>
                </a:cubicBezTo>
                <a:cubicBezTo>
                  <a:pt x="310676" y="18748"/>
                  <a:pt x="307967" y="18380"/>
                  <a:pt x="305151" y="18380"/>
                </a:cubicBezTo>
                <a:cubicBezTo>
                  <a:pt x="301295" y="18380"/>
                  <a:pt x="297867" y="19024"/>
                  <a:pt x="294867" y="20312"/>
                </a:cubicBezTo>
                <a:cubicBezTo>
                  <a:pt x="291868" y="21599"/>
                  <a:pt x="289328" y="23392"/>
                  <a:pt x="287247" y="25692"/>
                </a:cubicBezTo>
                <a:cubicBezTo>
                  <a:pt x="285166" y="27991"/>
                  <a:pt x="283590" y="30720"/>
                  <a:pt x="282519" y="33877"/>
                </a:cubicBezTo>
                <a:cubicBezTo>
                  <a:pt x="281448" y="37034"/>
                  <a:pt x="280912" y="40452"/>
                  <a:pt x="280912" y="44131"/>
                </a:cubicBezTo>
                <a:cubicBezTo>
                  <a:pt x="280912" y="47687"/>
                  <a:pt x="281494" y="50952"/>
                  <a:pt x="282656" y="53926"/>
                </a:cubicBezTo>
                <a:cubicBezTo>
                  <a:pt x="283819" y="56899"/>
                  <a:pt x="285441" y="59458"/>
                  <a:pt x="287522" y="61605"/>
                </a:cubicBezTo>
                <a:cubicBezTo>
                  <a:pt x="289604" y="63751"/>
                  <a:pt x="292129" y="65422"/>
                  <a:pt x="295097" y="66617"/>
                </a:cubicBezTo>
                <a:cubicBezTo>
                  <a:pt x="298066" y="67813"/>
                  <a:pt x="301325" y="68410"/>
                  <a:pt x="304875" y="68410"/>
                </a:cubicBezTo>
                <a:cubicBezTo>
                  <a:pt x="311179" y="68410"/>
                  <a:pt x="316351" y="66751"/>
                  <a:pt x="320391" y="63433"/>
                </a:cubicBezTo>
                <a:cubicBezTo>
                  <a:pt x="324431" y="60114"/>
                  <a:pt x="326880" y="55302"/>
                  <a:pt x="327737" y="48998"/>
                </a:cubicBezTo>
                <a:lnTo>
                  <a:pt x="315158" y="48998"/>
                </a:lnTo>
                <a:cubicBezTo>
                  <a:pt x="314730" y="51936"/>
                  <a:pt x="313674" y="54277"/>
                  <a:pt x="311991" y="56022"/>
                </a:cubicBezTo>
                <a:cubicBezTo>
                  <a:pt x="310308" y="57766"/>
                  <a:pt x="307905" y="58637"/>
                  <a:pt x="304784" y="58637"/>
                </a:cubicBezTo>
                <a:cubicBezTo>
                  <a:pt x="302764" y="58637"/>
                  <a:pt x="301050" y="58178"/>
                  <a:pt x="299641" y="57260"/>
                </a:cubicBezTo>
                <a:cubicBezTo>
                  <a:pt x="298234" y="56342"/>
                  <a:pt x="297117" y="55164"/>
                  <a:pt x="296290" y="53726"/>
                </a:cubicBezTo>
                <a:cubicBezTo>
                  <a:pt x="295465" y="52287"/>
                  <a:pt x="294868" y="50679"/>
                  <a:pt x="294500" y="48904"/>
                </a:cubicBezTo>
                <a:cubicBezTo>
                  <a:pt x="294133" y="47128"/>
                  <a:pt x="293949" y="45384"/>
                  <a:pt x="293949" y="43670"/>
                </a:cubicBezTo>
                <a:cubicBezTo>
                  <a:pt x="293949" y="41894"/>
                  <a:pt x="294133" y="40104"/>
                  <a:pt x="294500" y="38299"/>
                </a:cubicBezTo>
                <a:cubicBezTo>
                  <a:pt x="294868" y="36492"/>
                  <a:pt x="295496" y="34839"/>
                  <a:pt x="296383" y="33339"/>
                </a:cubicBezTo>
                <a:cubicBezTo>
                  <a:pt x="297270" y="31839"/>
                  <a:pt x="298417" y="30615"/>
                  <a:pt x="299825" y="29666"/>
                </a:cubicBezTo>
                <a:cubicBezTo>
                  <a:pt x="301233" y="28717"/>
                  <a:pt x="302978" y="28243"/>
                  <a:pt x="305059" y="28243"/>
                </a:cubicBezTo>
                <a:cubicBezTo>
                  <a:pt x="310629" y="28243"/>
                  <a:pt x="313843" y="30962"/>
                  <a:pt x="314700" y="36402"/>
                </a:cubicBezTo>
                <a:close/>
                <a:moveTo>
                  <a:pt x="335173" y="1614"/>
                </a:moveTo>
                <a:lnTo>
                  <a:pt x="335173" y="67155"/>
                </a:lnTo>
                <a:lnTo>
                  <a:pt x="348211" y="67155"/>
                </a:lnTo>
                <a:lnTo>
                  <a:pt x="348211" y="42277"/>
                </a:lnTo>
                <a:cubicBezTo>
                  <a:pt x="348211" y="37442"/>
                  <a:pt x="349006" y="33969"/>
                  <a:pt x="350598" y="31859"/>
                </a:cubicBezTo>
                <a:cubicBezTo>
                  <a:pt x="352189" y="29747"/>
                  <a:pt x="354760" y="28691"/>
                  <a:pt x="358310" y="28691"/>
                </a:cubicBezTo>
                <a:cubicBezTo>
                  <a:pt x="361432" y="28691"/>
                  <a:pt x="363605" y="29655"/>
                  <a:pt x="364828" y="31583"/>
                </a:cubicBezTo>
                <a:cubicBezTo>
                  <a:pt x="366053" y="33510"/>
                  <a:pt x="366665" y="36433"/>
                  <a:pt x="366665" y="40350"/>
                </a:cubicBezTo>
                <a:lnTo>
                  <a:pt x="366665" y="67155"/>
                </a:lnTo>
                <a:lnTo>
                  <a:pt x="379702" y="67155"/>
                </a:lnTo>
                <a:lnTo>
                  <a:pt x="379702" y="37946"/>
                </a:lnTo>
                <a:cubicBezTo>
                  <a:pt x="379702" y="35006"/>
                  <a:pt x="379442" y="32327"/>
                  <a:pt x="378922" y="29908"/>
                </a:cubicBezTo>
                <a:cubicBezTo>
                  <a:pt x="378402" y="27490"/>
                  <a:pt x="377498" y="25438"/>
                  <a:pt x="376212" y="23754"/>
                </a:cubicBezTo>
                <a:cubicBezTo>
                  <a:pt x="374927" y="22070"/>
                  <a:pt x="373168" y="20754"/>
                  <a:pt x="370934" y="19805"/>
                </a:cubicBezTo>
                <a:cubicBezTo>
                  <a:pt x="368700" y="18855"/>
                  <a:pt x="365838" y="18380"/>
                  <a:pt x="362350" y="18380"/>
                </a:cubicBezTo>
                <a:cubicBezTo>
                  <a:pt x="359901" y="18380"/>
                  <a:pt x="357391" y="19009"/>
                  <a:pt x="354820" y="20267"/>
                </a:cubicBezTo>
                <a:cubicBezTo>
                  <a:pt x="352250" y="21525"/>
                  <a:pt x="350139" y="23535"/>
                  <a:pt x="348487" y="26297"/>
                </a:cubicBezTo>
                <a:lnTo>
                  <a:pt x="348211" y="26297"/>
                </a:lnTo>
                <a:lnTo>
                  <a:pt x="348211" y="1614"/>
                </a:lnTo>
                <a:lnTo>
                  <a:pt x="335173" y="1614"/>
                </a:lnTo>
                <a:close/>
                <a:moveTo>
                  <a:pt x="390046" y="52989"/>
                </a:moveTo>
                <a:lnTo>
                  <a:pt x="390046" y="67155"/>
                </a:lnTo>
                <a:lnTo>
                  <a:pt x="404460" y="67155"/>
                </a:lnTo>
                <a:lnTo>
                  <a:pt x="404460" y="52989"/>
                </a:lnTo>
                <a:lnTo>
                  <a:pt x="390046" y="52989"/>
                </a:lnTo>
                <a:close/>
                <a:moveTo>
                  <a:pt x="414193" y="34286"/>
                </a:moveTo>
                <a:cubicBezTo>
                  <a:pt x="414376" y="31226"/>
                  <a:pt x="415141" y="28686"/>
                  <a:pt x="416488" y="26667"/>
                </a:cubicBezTo>
                <a:cubicBezTo>
                  <a:pt x="417834" y="24647"/>
                  <a:pt x="419548" y="23024"/>
                  <a:pt x="421629" y="21800"/>
                </a:cubicBezTo>
                <a:cubicBezTo>
                  <a:pt x="423710" y="20575"/>
                  <a:pt x="426051" y="19703"/>
                  <a:pt x="428652" y="19183"/>
                </a:cubicBezTo>
                <a:cubicBezTo>
                  <a:pt x="431254" y="18663"/>
                  <a:pt x="433871" y="18403"/>
                  <a:pt x="436503" y="18403"/>
                </a:cubicBezTo>
                <a:cubicBezTo>
                  <a:pt x="438890" y="18403"/>
                  <a:pt x="441308" y="18571"/>
                  <a:pt x="443755" y="18908"/>
                </a:cubicBezTo>
                <a:cubicBezTo>
                  <a:pt x="446204" y="19245"/>
                  <a:pt x="448438" y="19903"/>
                  <a:pt x="450457" y="20882"/>
                </a:cubicBezTo>
                <a:cubicBezTo>
                  <a:pt x="452478" y="21861"/>
                  <a:pt x="454130" y="23223"/>
                  <a:pt x="455415" y="24967"/>
                </a:cubicBezTo>
                <a:cubicBezTo>
                  <a:pt x="456701" y="26712"/>
                  <a:pt x="457344" y="29023"/>
                  <a:pt x="457344" y="31899"/>
                </a:cubicBezTo>
                <a:lnTo>
                  <a:pt x="457344" y="56596"/>
                </a:lnTo>
                <a:cubicBezTo>
                  <a:pt x="457344" y="58739"/>
                  <a:pt x="457467" y="60789"/>
                  <a:pt x="457712" y="62748"/>
                </a:cubicBezTo>
                <a:cubicBezTo>
                  <a:pt x="457956" y="64706"/>
                  <a:pt x="458384" y="66175"/>
                  <a:pt x="458996" y="67155"/>
                </a:cubicBezTo>
                <a:lnTo>
                  <a:pt x="445776" y="67155"/>
                </a:lnTo>
                <a:cubicBezTo>
                  <a:pt x="445531" y="66421"/>
                  <a:pt x="445332" y="65671"/>
                  <a:pt x="445179" y="64907"/>
                </a:cubicBezTo>
                <a:cubicBezTo>
                  <a:pt x="445026" y="64141"/>
                  <a:pt x="444919" y="63360"/>
                  <a:pt x="444858" y="62564"/>
                </a:cubicBezTo>
                <a:cubicBezTo>
                  <a:pt x="442777" y="64707"/>
                  <a:pt x="440329" y="66207"/>
                  <a:pt x="437513" y="67064"/>
                </a:cubicBezTo>
                <a:cubicBezTo>
                  <a:pt x="434697" y="67920"/>
                  <a:pt x="431820" y="68349"/>
                  <a:pt x="428882" y="68349"/>
                </a:cubicBezTo>
                <a:cubicBezTo>
                  <a:pt x="426618" y="68349"/>
                  <a:pt x="424506" y="68073"/>
                  <a:pt x="422547" y="67522"/>
                </a:cubicBezTo>
                <a:cubicBezTo>
                  <a:pt x="420588" y="66971"/>
                  <a:pt x="418874" y="66114"/>
                  <a:pt x="417405" y="64951"/>
                </a:cubicBezTo>
                <a:cubicBezTo>
                  <a:pt x="415937" y="63789"/>
                  <a:pt x="414790" y="62320"/>
                  <a:pt x="413963" y="60545"/>
                </a:cubicBezTo>
                <a:cubicBezTo>
                  <a:pt x="413137" y="58770"/>
                  <a:pt x="412723" y="56658"/>
                  <a:pt x="412723" y="54209"/>
                </a:cubicBezTo>
                <a:cubicBezTo>
                  <a:pt x="412723" y="51516"/>
                  <a:pt x="413198" y="49298"/>
                  <a:pt x="414147" y="47553"/>
                </a:cubicBezTo>
                <a:cubicBezTo>
                  <a:pt x="415096" y="45809"/>
                  <a:pt x="416320" y="44416"/>
                  <a:pt x="417819" y="43376"/>
                </a:cubicBezTo>
                <a:cubicBezTo>
                  <a:pt x="419319" y="42335"/>
                  <a:pt x="421032" y="41555"/>
                  <a:pt x="422960" y="41035"/>
                </a:cubicBezTo>
                <a:cubicBezTo>
                  <a:pt x="424889" y="40514"/>
                  <a:pt x="426832" y="40102"/>
                  <a:pt x="428791" y="39796"/>
                </a:cubicBezTo>
                <a:cubicBezTo>
                  <a:pt x="430749" y="39490"/>
                  <a:pt x="432677" y="39245"/>
                  <a:pt x="434574" y="39061"/>
                </a:cubicBezTo>
                <a:cubicBezTo>
                  <a:pt x="436472" y="38877"/>
                  <a:pt x="438155" y="38601"/>
                  <a:pt x="439624" y="38234"/>
                </a:cubicBezTo>
                <a:cubicBezTo>
                  <a:pt x="441093" y="37867"/>
                  <a:pt x="442256" y="37332"/>
                  <a:pt x="443112" y="36629"/>
                </a:cubicBezTo>
                <a:cubicBezTo>
                  <a:pt x="443970" y="35925"/>
                  <a:pt x="444368" y="34899"/>
                  <a:pt x="444307" y="33552"/>
                </a:cubicBezTo>
                <a:cubicBezTo>
                  <a:pt x="444307" y="32144"/>
                  <a:pt x="444078" y="31027"/>
                  <a:pt x="443618" y="30201"/>
                </a:cubicBezTo>
                <a:cubicBezTo>
                  <a:pt x="443159" y="29375"/>
                  <a:pt x="442546" y="28732"/>
                  <a:pt x="441782" y="28274"/>
                </a:cubicBezTo>
                <a:cubicBezTo>
                  <a:pt x="441017" y="27814"/>
                  <a:pt x="440129" y="27508"/>
                  <a:pt x="439118" y="27355"/>
                </a:cubicBezTo>
                <a:cubicBezTo>
                  <a:pt x="438109" y="27201"/>
                  <a:pt x="437023" y="27125"/>
                  <a:pt x="435860" y="27125"/>
                </a:cubicBezTo>
                <a:cubicBezTo>
                  <a:pt x="433290" y="27125"/>
                  <a:pt x="431270" y="27676"/>
                  <a:pt x="429801" y="28778"/>
                </a:cubicBezTo>
                <a:cubicBezTo>
                  <a:pt x="428332" y="29880"/>
                  <a:pt x="427475" y="31716"/>
                  <a:pt x="427230" y="34286"/>
                </a:cubicBezTo>
                <a:lnTo>
                  <a:pt x="414193" y="34286"/>
                </a:lnTo>
                <a:moveTo>
                  <a:pt x="444307" y="43926"/>
                </a:moveTo>
                <a:cubicBezTo>
                  <a:pt x="443756" y="44417"/>
                  <a:pt x="443068" y="44799"/>
                  <a:pt x="442241" y="45075"/>
                </a:cubicBezTo>
                <a:cubicBezTo>
                  <a:pt x="441414" y="45350"/>
                  <a:pt x="440527" y="45580"/>
                  <a:pt x="439578" y="45764"/>
                </a:cubicBezTo>
                <a:cubicBezTo>
                  <a:pt x="438630" y="45947"/>
                  <a:pt x="437635" y="46100"/>
                  <a:pt x="436594" y="46222"/>
                </a:cubicBezTo>
                <a:cubicBezTo>
                  <a:pt x="435553" y="46345"/>
                  <a:pt x="434513" y="46497"/>
                  <a:pt x="433473" y="46680"/>
                </a:cubicBezTo>
                <a:cubicBezTo>
                  <a:pt x="432494" y="46864"/>
                  <a:pt x="431530" y="47110"/>
                  <a:pt x="430581" y="47416"/>
                </a:cubicBezTo>
                <a:cubicBezTo>
                  <a:pt x="429632" y="47721"/>
                  <a:pt x="428806" y="48135"/>
                  <a:pt x="428101" y="48656"/>
                </a:cubicBezTo>
                <a:cubicBezTo>
                  <a:pt x="427398" y="49176"/>
                  <a:pt x="426832" y="49834"/>
                  <a:pt x="426403" y="50630"/>
                </a:cubicBezTo>
                <a:cubicBezTo>
                  <a:pt x="425975" y="51424"/>
                  <a:pt x="425760" y="52434"/>
                  <a:pt x="425760" y="53658"/>
                </a:cubicBezTo>
                <a:cubicBezTo>
                  <a:pt x="425760" y="54821"/>
                  <a:pt x="425975" y="55801"/>
                  <a:pt x="426403" y="56596"/>
                </a:cubicBezTo>
                <a:cubicBezTo>
                  <a:pt x="426832" y="57392"/>
                  <a:pt x="427414" y="58020"/>
                  <a:pt x="428148" y="58479"/>
                </a:cubicBezTo>
                <a:cubicBezTo>
                  <a:pt x="428883" y="58938"/>
                  <a:pt x="429740" y="59259"/>
                  <a:pt x="430718" y="59443"/>
                </a:cubicBezTo>
                <a:cubicBezTo>
                  <a:pt x="431698" y="59627"/>
                  <a:pt x="432708" y="59719"/>
                  <a:pt x="433749" y="59719"/>
                </a:cubicBezTo>
                <a:cubicBezTo>
                  <a:pt x="436319" y="59719"/>
                  <a:pt x="438308" y="59291"/>
                  <a:pt x="439715" y="58434"/>
                </a:cubicBezTo>
                <a:cubicBezTo>
                  <a:pt x="441124" y="57577"/>
                  <a:pt x="442164" y="56551"/>
                  <a:pt x="442838" y="55358"/>
                </a:cubicBezTo>
                <a:cubicBezTo>
                  <a:pt x="443511" y="54164"/>
                  <a:pt x="443924" y="52955"/>
                  <a:pt x="444078" y="51731"/>
                </a:cubicBezTo>
                <a:cubicBezTo>
                  <a:pt x="444231" y="50506"/>
                  <a:pt x="444307" y="49527"/>
                  <a:pt x="444307" y="48793"/>
                </a:cubicBezTo>
                <a:lnTo>
                  <a:pt x="444307" y="43926"/>
                </a:lnTo>
                <a:close/>
                <a:moveTo>
                  <a:pt x="467535" y="19654"/>
                </a:moveTo>
                <a:lnTo>
                  <a:pt x="467535" y="67155"/>
                </a:lnTo>
                <a:lnTo>
                  <a:pt x="480572" y="67155"/>
                </a:lnTo>
                <a:lnTo>
                  <a:pt x="480572" y="45740"/>
                </a:lnTo>
                <a:cubicBezTo>
                  <a:pt x="480572" y="43596"/>
                  <a:pt x="480787" y="41605"/>
                  <a:pt x="481215" y="39767"/>
                </a:cubicBezTo>
                <a:cubicBezTo>
                  <a:pt x="481644" y="37929"/>
                  <a:pt x="482363" y="36321"/>
                  <a:pt x="483373" y="34942"/>
                </a:cubicBezTo>
                <a:cubicBezTo>
                  <a:pt x="484382" y="33564"/>
                  <a:pt x="485713" y="32476"/>
                  <a:pt x="487365" y="31679"/>
                </a:cubicBezTo>
                <a:cubicBezTo>
                  <a:pt x="489019" y="30883"/>
                  <a:pt x="491039" y="30484"/>
                  <a:pt x="493426" y="30484"/>
                </a:cubicBezTo>
                <a:cubicBezTo>
                  <a:pt x="494222" y="30484"/>
                  <a:pt x="495048" y="30531"/>
                  <a:pt x="495904" y="30623"/>
                </a:cubicBezTo>
                <a:cubicBezTo>
                  <a:pt x="496761" y="30714"/>
                  <a:pt x="497496" y="30821"/>
                  <a:pt x="498108" y="30944"/>
                </a:cubicBezTo>
                <a:lnTo>
                  <a:pt x="498108" y="18838"/>
                </a:lnTo>
                <a:cubicBezTo>
                  <a:pt x="497067" y="18533"/>
                  <a:pt x="496119" y="18380"/>
                  <a:pt x="495262" y="18380"/>
                </a:cubicBezTo>
                <a:cubicBezTo>
                  <a:pt x="493609" y="18380"/>
                  <a:pt x="492018" y="18625"/>
                  <a:pt x="490488" y="19114"/>
                </a:cubicBezTo>
                <a:cubicBezTo>
                  <a:pt x="488958" y="19603"/>
                  <a:pt x="487520" y="20290"/>
                  <a:pt x="486173" y="21176"/>
                </a:cubicBezTo>
                <a:cubicBezTo>
                  <a:pt x="484826" y="22063"/>
                  <a:pt x="483633" y="23133"/>
                  <a:pt x="482592" y="24386"/>
                </a:cubicBezTo>
                <a:cubicBezTo>
                  <a:pt x="481552" y="25639"/>
                  <a:pt x="480725" y="27000"/>
                  <a:pt x="480113" y="28467"/>
                </a:cubicBezTo>
                <a:lnTo>
                  <a:pt x="479929" y="28467"/>
                </a:lnTo>
                <a:lnTo>
                  <a:pt x="479929" y="19654"/>
                </a:lnTo>
                <a:lnTo>
                  <a:pt x="467535" y="19654"/>
                </a:lnTo>
                <a:close/>
                <a:moveTo>
                  <a:pt x="535813" y="36402"/>
                </a:moveTo>
                <a:lnTo>
                  <a:pt x="548574" y="36402"/>
                </a:lnTo>
                <a:cubicBezTo>
                  <a:pt x="548391" y="33337"/>
                  <a:pt x="547656" y="30686"/>
                  <a:pt x="546370" y="28449"/>
                </a:cubicBezTo>
                <a:cubicBezTo>
                  <a:pt x="545085" y="26211"/>
                  <a:pt x="543417" y="24341"/>
                  <a:pt x="541366" y="22839"/>
                </a:cubicBezTo>
                <a:cubicBezTo>
                  <a:pt x="539316" y="21338"/>
                  <a:pt x="536990" y="20219"/>
                  <a:pt x="534389" y="19484"/>
                </a:cubicBezTo>
                <a:cubicBezTo>
                  <a:pt x="531788" y="18748"/>
                  <a:pt x="529080" y="18380"/>
                  <a:pt x="526264" y="18380"/>
                </a:cubicBezTo>
                <a:cubicBezTo>
                  <a:pt x="522408" y="18380"/>
                  <a:pt x="518980" y="19024"/>
                  <a:pt x="515980" y="20312"/>
                </a:cubicBezTo>
                <a:cubicBezTo>
                  <a:pt x="512981" y="21599"/>
                  <a:pt x="510441" y="23392"/>
                  <a:pt x="508360" y="25692"/>
                </a:cubicBezTo>
                <a:cubicBezTo>
                  <a:pt x="506279" y="27991"/>
                  <a:pt x="504703" y="30720"/>
                  <a:pt x="503632" y="33877"/>
                </a:cubicBezTo>
                <a:cubicBezTo>
                  <a:pt x="502561" y="37034"/>
                  <a:pt x="502025" y="40452"/>
                  <a:pt x="502025" y="44131"/>
                </a:cubicBezTo>
                <a:cubicBezTo>
                  <a:pt x="502025" y="47687"/>
                  <a:pt x="502606" y="50952"/>
                  <a:pt x="503769" y="53926"/>
                </a:cubicBezTo>
                <a:cubicBezTo>
                  <a:pt x="504932" y="56899"/>
                  <a:pt x="506554" y="59458"/>
                  <a:pt x="508635" y="61605"/>
                </a:cubicBezTo>
                <a:cubicBezTo>
                  <a:pt x="510716" y="63751"/>
                  <a:pt x="513241" y="65422"/>
                  <a:pt x="516209" y="66617"/>
                </a:cubicBezTo>
                <a:cubicBezTo>
                  <a:pt x="519179" y="67813"/>
                  <a:pt x="522438" y="68410"/>
                  <a:pt x="525988" y="68410"/>
                </a:cubicBezTo>
                <a:cubicBezTo>
                  <a:pt x="532292" y="68410"/>
                  <a:pt x="537464" y="66751"/>
                  <a:pt x="541503" y="63433"/>
                </a:cubicBezTo>
                <a:cubicBezTo>
                  <a:pt x="545544" y="60114"/>
                  <a:pt x="547992" y="55302"/>
                  <a:pt x="548850" y="48998"/>
                </a:cubicBezTo>
                <a:lnTo>
                  <a:pt x="536271" y="48998"/>
                </a:lnTo>
                <a:cubicBezTo>
                  <a:pt x="535843" y="51936"/>
                  <a:pt x="534787" y="54277"/>
                  <a:pt x="533103" y="56022"/>
                </a:cubicBezTo>
                <a:cubicBezTo>
                  <a:pt x="531420" y="57766"/>
                  <a:pt x="529018" y="58637"/>
                  <a:pt x="525897" y="58637"/>
                </a:cubicBezTo>
                <a:cubicBezTo>
                  <a:pt x="523877" y="58637"/>
                  <a:pt x="522163" y="58178"/>
                  <a:pt x="520754" y="57260"/>
                </a:cubicBezTo>
                <a:cubicBezTo>
                  <a:pt x="519347" y="56342"/>
                  <a:pt x="518230" y="55164"/>
                  <a:pt x="517403" y="53726"/>
                </a:cubicBezTo>
                <a:cubicBezTo>
                  <a:pt x="516577" y="52287"/>
                  <a:pt x="515981" y="50679"/>
                  <a:pt x="515613" y="48904"/>
                </a:cubicBezTo>
                <a:cubicBezTo>
                  <a:pt x="515246" y="47128"/>
                  <a:pt x="515062" y="45384"/>
                  <a:pt x="515062" y="43670"/>
                </a:cubicBezTo>
                <a:cubicBezTo>
                  <a:pt x="515062" y="41894"/>
                  <a:pt x="515246" y="40104"/>
                  <a:pt x="515613" y="38299"/>
                </a:cubicBezTo>
                <a:cubicBezTo>
                  <a:pt x="515981" y="36492"/>
                  <a:pt x="516608" y="34839"/>
                  <a:pt x="517496" y="33339"/>
                </a:cubicBezTo>
                <a:cubicBezTo>
                  <a:pt x="518383" y="31839"/>
                  <a:pt x="519530" y="30615"/>
                  <a:pt x="520938" y="29666"/>
                </a:cubicBezTo>
                <a:cubicBezTo>
                  <a:pt x="522346" y="28717"/>
                  <a:pt x="524091" y="28243"/>
                  <a:pt x="526172" y="28243"/>
                </a:cubicBezTo>
                <a:cubicBezTo>
                  <a:pt x="531742" y="28243"/>
                  <a:pt x="534955" y="30962"/>
                  <a:pt x="535813" y="36402"/>
                </a:cubicBezTo>
                <a:close/>
                <a:moveTo>
                  <a:pt x="566385" y="51734"/>
                </a:moveTo>
                <a:lnTo>
                  <a:pt x="553991" y="51734"/>
                </a:lnTo>
                <a:cubicBezTo>
                  <a:pt x="554114" y="54911"/>
                  <a:pt x="554833" y="57554"/>
                  <a:pt x="556149" y="59661"/>
                </a:cubicBezTo>
                <a:cubicBezTo>
                  <a:pt x="557465" y="61768"/>
                  <a:pt x="559148" y="63464"/>
                  <a:pt x="561198" y="64747"/>
                </a:cubicBezTo>
                <a:cubicBezTo>
                  <a:pt x="563249" y="66030"/>
                  <a:pt x="565590" y="66946"/>
                  <a:pt x="568222" y="67495"/>
                </a:cubicBezTo>
                <a:cubicBezTo>
                  <a:pt x="570854" y="68046"/>
                  <a:pt x="573547" y="68321"/>
                  <a:pt x="576301" y="68321"/>
                </a:cubicBezTo>
                <a:cubicBezTo>
                  <a:pt x="578994" y="68321"/>
                  <a:pt x="581641" y="68060"/>
                  <a:pt x="584242" y="67539"/>
                </a:cubicBezTo>
                <a:cubicBezTo>
                  <a:pt x="586844" y="67019"/>
                  <a:pt x="589154" y="66116"/>
                  <a:pt x="591173" y="64830"/>
                </a:cubicBezTo>
                <a:cubicBezTo>
                  <a:pt x="593194" y="63543"/>
                  <a:pt x="594831" y="61844"/>
                  <a:pt x="596085" y="59732"/>
                </a:cubicBezTo>
                <a:cubicBezTo>
                  <a:pt x="597340" y="57619"/>
                  <a:pt x="597968" y="55001"/>
                  <a:pt x="597968" y="51878"/>
                </a:cubicBezTo>
                <a:cubicBezTo>
                  <a:pt x="597968" y="49674"/>
                  <a:pt x="597539" y="47822"/>
                  <a:pt x="596682" y="46322"/>
                </a:cubicBezTo>
                <a:cubicBezTo>
                  <a:pt x="595826" y="44821"/>
                  <a:pt x="594693" y="43565"/>
                  <a:pt x="593285" y="42555"/>
                </a:cubicBezTo>
                <a:cubicBezTo>
                  <a:pt x="591877" y="41544"/>
                  <a:pt x="590271" y="40733"/>
                  <a:pt x="588465" y="40121"/>
                </a:cubicBezTo>
                <a:cubicBezTo>
                  <a:pt x="586660" y="39509"/>
                  <a:pt x="584809" y="38988"/>
                  <a:pt x="582911" y="38559"/>
                </a:cubicBezTo>
                <a:cubicBezTo>
                  <a:pt x="581075" y="38131"/>
                  <a:pt x="579269" y="37733"/>
                  <a:pt x="577493" y="37366"/>
                </a:cubicBezTo>
                <a:cubicBezTo>
                  <a:pt x="575719" y="36998"/>
                  <a:pt x="574143" y="36584"/>
                  <a:pt x="572765" y="36126"/>
                </a:cubicBezTo>
                <a:cubicBezTo>
                  <a:pt x="571389" y="35666"/>
                  <a:pt x="570272" y="35069"/>
                  <a:pt x="569414" y="34334"/>
                </a:cubicBezTo>
                <a:cubicBezTo>
                  <a:pt x="568558" y="33599"/>
                  <a:pt x="568130" y="32650"/>
                  <a:pt x="568130" y="31486"/>
                </a:cubicBezTo>
                <a:cubicBezTo>
                  <a:pt x="568130" y="30506"/>
                  <a:pt x="568374" y="29725"/>
                  <a:pt x="568864" y="29144"/>
                </a:cubicBezTo>
                <a:cubicBezTo>
                  <a:pt x="569354" y="28562"/>
                  <a:pt x="569951" y="28118"/>
                  <a:pt x="570654" y="27813"/>
                </a:cubicBezTo>
                <a:cubicBezTo>
                  <a:pt x="571358" y="27506"/>
                  <a:pt x="572139" y="27307"/>
                  <a:pt x="572995" y="27216"/>
                </a:cubicBezTo>
                <a:cubicBezTo>
                  <a:pt x="573852" y="27123"/>
                  <a:pt x="574648" y="27077"/>
                  <a:pt x="575382" y="27077"/>
                </a:cubicBezTo>
                <a:cubicBezTo>
                  <a:pt x="577708" y="27077"/>
                  <a:pt x="579727" y="27523"/>
                  <a:pt x="581441" y="28415"/>
                </a:cubicBezTo>
                <a:cubicBezTo>
                  <a:pt x="583155" y="29306"/>
                  <a:pt x="584104" y="31012"/>
                  <a:pt x="584288" y="33533"/>
                </a:cubicBezTo>
                <a:lnTo>
                  <a:pt x="596683" y="33533"/>
                </a:lnTo>
                <a:cubicBezTo>
                  <a:pt x="596439" y="30594"/>
                  <a:pt x="595689" y="28161"/>
                  <a:pt x="594433" y="26232"/>
                </a:cubicBezTo>
                <a:cubicBezTo>
                  <a:pt x="593179" y="24304"/>
                  <a:pt x="591603" y="22758"/>
                  <a:pt x="589705" y="21595"/>
                </a:cubicBezTo>
                <a:cubicBezTo>
                  <a:pt x="587808" y="20432"/>
                  <a:pt x="585651" y="19605"/>
                  <a:pt x="583233" y="19116"/>
                </a:cubicBezTo>
                <a:cubicBezTo>
                  <a:pt x="580815" y="18625"/>
                  <a:pt x="578321" y="18380"/>
                  <a:pt x="575751" y="18380"/>
                </a:cubicBezTo>
                <a:cubicBezTo>
                  <a:pt x="573179" y="18380"/>
                  <a:pt x="570669" y="18610"/>
                  <a:pt x="568221" y="19069"/>
                </a:cubicBezTo>
                <a:cubicBezTo>
                  <a:pt x="565773" y="19528"/>
                  <a:pt x="563570" y="20324"/>
                  <a:pt x="561611" y="21457"/>
                </a:cubicBezTo>
                <a:cubicBezTo>
                  <a:pt x="559653" y="22590"/>
                  <a:pt x="558076" y="24136"/>
                  <a:pt x="556883" y="26095"/>
                </a:cubicBezTo>
                <a:cubicBezTo>
                  <a:pt x="555689" y="28055"/>
                  <a:pt x="555092" y="30566"/>
                  <a:pt x="555092" y="33628"/>
                </a:cubicBezTo>
                <a:cubicBezTo>
                  <a:pt x="555092" y="35710"/>
                  <a:pt x="555521" y="37470"/>
                  <a:pt x="556377" y="38909"/>
                </a:cubicBezTo>
                <a:cubicBezTo>
                  <a:pt x="557235" y="40348"/>
                  <a:pt x="558367" y="41542"/>
                  <a:pt x="559774" y="42492"/>
                </a:cubicBezTo>
                <a:cubicBezTo>
                  <a:pt x="561183" y="43441"/>
                  <a:pt x="562790" y="44206"/>
                  <a:pt x="564595" y="44788"/>
                </a:cubicBezTo>
                <a:cubicBezTo>
                  <a:pt x="566400" y="45370"/>
                  <a:pt x="568252" y="45875"/>
                  <a:pt x="570150" y="46304"/>
                </a:cubicBezTo>
                <a:cubicBezTo>
                  <a:pt x="574801" y="47283"/>
                  <a:pt x="578427" y="48263"/>
                  <a:pt x="581028" y="49243"/>
                </a:cubicBezTo>
                <a:cubicBezTo>
                  <a:pt x="583630" y="50222"/>
                  <a:pt x="584931" y="51692"/>
                  <a:pt x="584931" y="53651"/>
                </a:cubicBezTo>
                <a:cubicBezTo>
                  <a:pt x="584931" y="54814"/>
                  <a:pt x="584655" y="55779"/>
                  <a:pt x="584104" y="56544"/>
                </a:cubicBezTo>
                <a:cubicBezTo>
                  <a:pt x="583553" y="57310"/>
                  <a:pt x="582865" y="57923"/>
                  <a:pt x="582038" y="58382"/>
                </a:cubicBezTo>
                <a:cubicBezTo>
                  <a:pt x="581212" y="58841"/>
                  <a:pt x="580294" y="59178"/>
                  <a:pt x="579284" y="59393"/>
                </a:cubicBezTo>
                <a:cubicBezTo>
                  <a:pt x="578274" y="59606"/>
                  <a:pt x="577310" y="59713"/>
                  <a:pt x="576392" y="59713"/>
                </a:cubicBezTo>
                <a:cubicBezTo>
                  <a:pt x="575107" y="59713"/>
                  <a:pt x="573868" y="59561"/>
                  <a:pt x="572674" y="59255"/>
                </a:cubicBezTo>
                <a:cubicBezTo>
                  <a:pt x="571481" y="58949"/>
                  <a:pt x="570425" y="58475"/>
                  <a:pt x="569507" y="57833"/>
                </a:cubicBezTo>
                <a:cubicBezTo>
                  <a:pt x="568589" y="57191"/>
                  <a:pt x="567839" y="56365"/>
                  <a:pt x="567257" y="55356"/>
                </a:cubicBezTo>
                <a:cubicBezTo>
                  <a:pt x="566676" y="54348"/>
                  <a:pt x="566385" y="53140"/>
                  <a:pt x="566385" y="51734"/>
                </a:cubicBezTo>
                <a:close/>
                <a:moveTo>
                  <a:pt x="618656" y="12373"/>
                </a:moveTo>
                <a:lnTo>
                  <a:pt x="618656" y="1614"/>
                </a:lnTo>
                <a:lnTo>
                  <a:pt x="605619" y="1614"/>
                </a:lnTo>
                <a:lnTo>
                  <a:pt x="605619" y="12373"/>
                </a:lnTo>
                <a:lnTo>
                  <a:pt x="618656" y="12373"/>
                </a:lnTo>
                <a:moveTo>
                  <a:pt x="605619" y="19689"/>
                </a:moveTo>
                <a:lnTo>
                  <a:pt x="605619" y="67155"/>
                </a:lnTo>
                <a:lnTo>
                  <a:pt x="618656" y="67155"/>
                </a:lnTo>
                <a:lnTo>
                  <a:pt x="618656" y="19689"/>
                </a:lnTo>
                <a:lnTo>
                  <a:pt x="605619" y="19689"/>
                </a:lnTo>
                <a:close/>
                <a:moveTo>
                  <a:pt x="628970" y="19687"/>
                </a:moveTo>
                <a:lnTo>
                  <a:pt x="628970" y="67155"/>
                </a:lnTo>
                <a:lnTo>
                  <a:pt x="642007" y="67155"/>
                </a:lnTo>
                <a:lnTo>
                  <a:pt x="642007" y="42277"/>
                </a:lnTo>
                <a:cubicBezTo>
                  <a:pt x="642007" y="37442"/>
                  <a:pt x="642803" y="33969"/>
                  <a:pt x="644395" y="31859"/>
                </a:cubicBezTo>
                <a:cubicBezTo>
                  <a:pt x="645986" y="29747"/>
                  <a:pt x="648557" y="28691"/>
                  <a:pt x="652107" y="28691"/>
                </a:cubicBezTo>
                <a:cubicBezTo>
                  <a:pt x="655229" y="28691"/>
                  <a:pt x="657402" y="29655"/>
                  <a:pt x="658625" y="31583"/>
                </a:cubicBezTo>
                <a:cubicBezTo>
                  <a:pt x="659850" y="33510"/>
                  <a:pt x="660462" y="36433"/>
                  <a:pt x="660462" y="40350"/>
                </a:cubicBezTo>
                <a:lnTo>
                  <a:pt x="660462" y="67155"/>
                </a:lnTo>
                <a:lnTo>
                  <a:pt x="673499" y="67155"/>
                </a:lnTo>
                <a:lnTo>
                  <a:pt x="673499" y="37946"/>
                </a:lnTo>
                <a:cubicBezTo>
                  <a:pt x="673499" y="35006"/>
                  <a:pt x="673239" y="32327"/>
                  <a:pt x="672719" y="29908"/>
                </a:cubicBezTo>
                <a:cubicBezTo>
                  <a:pt x="672198" y="27490"/>
                  <a:pt x="671295" y="25438"/>
                  <a:pt x="670009" y="23754"/>
                </a:cubicBezTo>
                <a:cubicBezTo>
                  <a:pt x="668724" y="22070"/>
                  <a:pt x="666964" y="20754"/>
                  <a:pt x="664730" y="19805"/>
                </a:cubicBezTo>
                <a:cubicBezTo>
                  <a:pt x="662496" y="18855"/>
                  <a:pt x="659635" y="18380"/>
                  <a:pt x="656146" y="18380"/>
                </a:cubicBezTo>
                <a:cubicBezTo>
                  <a:pt x="653391" y="18380"/>
                  <a:pt x="650698" y="19009"/>
                  <a:pt x="648066" y="20267"/>
                </a:cubicBezTo>
                <a:cubicBezTo>
                  <a:pt x="645434" y="21525"/>
                  <a:pt x="643292" y="23535"/>
                  <a:pt x="641640" y="26297"/>
                </a:cubicBezTo>
                <a:lnTo>
                  <a:pt x="641364" y="26297"/>
                </a:lnTo>
                <a:lnTo>
                  <a:pt x="641364" y="19687"/>
                </a:lnTo>
                <a:lnTo>
                  <a:pt x="628970" y="19687"/>
                </a:lnTo>
                <a:close/>
                <a:moveTo>
                  <a:pt x="706153" y="0"/>
                </a:moveTo>
                <a:lnTo>
                  <a:pt x="695228" y="0"/>
                </a:lnTo>
                <a:cubicBezTo>
                  <a:pt x="693208" y="2938"/>
                  <a:pt x="691448" y="6152"/>
                  <a:pt x="689948" y="9641"/>
                </a:cubicBezTo>
                <a:cubicBezTo>
                  <a:pt x="688449" y="13130"/>
                  <a:pt x="687194" y="16742"/>
                  <a:pt x="686184" y="20476"/>
                </a:cubicBezTo>
                <a:cubicBezTo>
                  <a:pt x="685174" y="24210"/>
                  <a:pt x="684409" y="27959"/>
                  <a:pt x="683889" y="31724"/>
                </a:cubicBezTo>
                <a:cubicBezTo>
                  <a:pt x="683369" y="35489"/>
                  <a:pt x="683109" y="39086"/>
                  <a:pt x="683109" y="42514"/>
                </a:cubicBezTo>
                <a:cubicBezTo>
                  <a:pt x="683109" y="49737"/>
                  <a:pt x="684165" y="56838"/>
                  <a:pt x="686276" y="63817"/>
                </a:cubicBezTo>
                <a:cubicBezTo>
                  <a:pt x="688388" y="70795"/>
                  <a:pt x="691372" y="77437"/>
                  <a:pt x="695228" y="83742"/>
                </a:cubicBezTo>
                <a:lnTo>
                  <a:pt x="706062" y="83742"/>
                </a:lnTo>
                <a:cubicBezTo>
                  <a:pt x="702572" y="77070"/>
                  <a:pt x="700047" y="70214"/>
                  <a:pt x="698487" y="63175"/>
                </a:cubicBezTo>
                <a:cubicBezTo>
                  <a:pt x="696926" y="56135"/>
                  <a:pt x="696146" y="48942"/>
                  <a:pt x="696146" y="41595"/>
                </a:cubicBezTo>
                <a:cubicBezTo>
                  <a:pt x="696146" y="34372"/>
                  <a:pt x="696942" y="27256"/>
                  <a:pt x="698533" y="20248"/>
                </a:cubicBezTo>
                <a:cubicBezTo>
                  <a:pt x="700124" y="13238"/>
                  <a:pt x="702664" y="6489"/>
                  <a:pt x="706153" y="0"/>
                </a:cubicBezTo>
                <a:close/>
                <a:moveTo>
                  <a:pt x="734248" y="73011"/>
                </a:moveTo>
                <a:lnTo>
                  <a:pt x="754078" y="19725"/>
                </a:lnTo>
                <a:lnTo>
                  <a:pt x="740583" y="19725"/>
                </a:lnTo>
                <a:lnTo>
                  <a:pt x="730208" y="52192"/>
                </a:lnTo>
                <a:lnTo>
                  <a:pt x="730024" y="52192"/>
                </a:lnTo>
                <a:lnTo>
                  <a:pt x="719282" y="19725"/>
                </a:lnTo>
                <a:lnTo>
                  <a:pt x="705418" y="19725"/>
                </a:lnTo>
                <a:lnTo>
                  <a:pt x="722036" y="64215"/>
                </a:lnTo>
                <a:cubicBezTo>
                  <a:pt x="722404" y="65132"/>
                  <a:pt x="722588" y="66110"/>
                  <a:pt x="722588" y="67149"/>
                </a:cubicBezTo>
                <a:cubicBezTo>
                  <a:pt x="722588" y="68556"/>
                  <a:pt x="722175" y="69840"/>
                  <a:pt x="721348" y="71002"/>
                </a:cubicBezTo>
                <a:cubicBezTo>
                  <a:pt x="720522" y="72164"/>
                  <a:pt x="719251" y="72837"/>
                  <a:pt x="717538" y="73021"/>
                </a:cubicBezTo>
                <a:cubicBezTo>
                  <a:pt x="716253" y="73081"/>
                  <a:pt x="714967" y="73051"/>
                  <a:pt x="713681" y="72928"/>
                </a:cubicBezTo>
                <a:cubicBezTo>
                  <a:pt x="712396" y="72806"/>
                  <a:pt x="711141" y="72684"/>
                  <a:pt x="709918" y="72561"/>
                </a:cubicBezTo>
                <a:lnTo>
                  <a:pt x="709918" y="83294"/>
                </a:lnTo>
                <a:cubicBezTo>
                  <a:pt x="711264" y="83413"/>
                  <a:pt x="712595" y="83518"/>
                  <a:pt x="713911" y="83608"/>
                </a:cubicBezTo>
                <a:cubicBezTo>
                  <a:pt x="715227" y="83697"/>
                  <a:pt x="716558" y="83742"/>
                  <a:pt x="717905" y="83742"/>
                </a:cubicBezTo>
                <a:cubicBezTo>
                  <a:pt x="722373" y="83742"/>
                  <a:pt x="725862" y="82916"/>
                  <a:pt x="728371" y="81265"/>
                </a:cubicBezTo>
                <a:cubicBezTo>
                  <a:pt x="730881" y="79615"/>
                  <a:pt x="732840" y="76864"/>
                  <a:pt x="734248" y="73011"/>
                </a:cubicBezTo>
                <a:close/>
                <a:moveTo>
                  <a:pt x="752763" y="83742"/>
                </a:moveTo>
                <a:lnTo>
                  <a:pt x="763596" y="83742"/>
                </a:lnTo>
                <a:cubicBezTo>
                  <a:pt x="765617" y="80865"/>
                  <a:pt x="767392" y="77681"/>
                  <a:pt x="768921" y="74192"/>
                </a:cubicBezTo>
                <a:cubicBezTo>
                  <a:pt x="770452" y="70703"/>
                  <a:pt x="771722" y="67107"/>
                  <a:pt x="772732" y="63403"/>
                </a:cubicBezTo>
                <a:cubicBezTo>
                  <a:pt x="773742" y="59700"/>
                  <a:pt x="774491" y="55966"/>
                  <a:pt x="774980" y="52202"/>
                </a:cubicBezTo>
                <a:cubicBezTo>
                  <a:pt x="775471" y="48437"/>
                  <a:pt x="775716" y="44840"/>
                  <a:pt x="775716" y="41412"/>
                </a:cubicBezTo>
                <a:cubicBezTo>
                  <a:pt x="775716" y="34188"/>
                  <a:pt x="774660" y="27057"/>
                  <a:pt x="772548" y="20018"/>
                </a:cubicBezTo>
                <a:cubicBezTo>
                  <a:pt x="770437" y="12978"/>
                  <a:pt x="767453" y="6305"/>
                  <a:pt x="763596" y="0"/>
                </a:cubicBezTo>
                <a:lnTo>
                  <a:pt x="752854" y="0"/>
                </a:lnTo>
                <a:cubicBezTo>
                  <a:pt x="756221" y="6672"/>
                  <a:pt x="758700" y="13559"/>
                  <a:pt x="760292" y="20660"/>
                </a:cubicBezTo>
                <a:cubicBezTo>
                  <a:pt x="761883" y="27760"/>
                  <a:pt x="762679" y="34984"/>
                  <a:pt x="762679" y="42331"/>
                </a:cubicBezTo>
                <a:cubicBezTo>
                  <a:pt x="762679" y="49554"/>
                  <a:pt x="761868" y="56639"/>
                  <a:pt x="760245" y="63587"/>
                </a:cubicBezTo>
                <a:cubicBezTo>
                  <a:pt x="758623" y="70535"/>
                  <a:pt x="756129" y="77253"/>
                  <a:pt x="752763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#output:[1.0000,1.0000]">
            <a:extLst xmlns:a="http://schemas.openxmlformats.org/drawingml/2006/main">
              <a:ext uri="{FF2B5EF4-FFF2-40B4-BE49-F238E27FC236}">
                <a16:creationId xmlns:a16="http://schemas.microsoft.com/office/drawing/2014/main" id="{754E79D4-92F0-4E17-A3C1-F90790AA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433" y="6082689"/>
            <a:ext cx="1077132" cy="83742"/>
          </a:xfrm>
          <a:custGeom xmlns:a="http://schemas.openxmlformats.org/drawingml/2006/main">
            <a:pathLst>
              <a:path w="1077132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4" y="43486"/>
                </a:moveTo>
                <a:cubicBezTo>
                  <a:pt x="90004" y="41589"/>
                  <a:pt x="90188" y="39722"/>
                  <a:pt x="90555" y="37885"/>
                </a:cubicBezTo>
                <a:cubicBezTo>
                  <a:pt x="90922" y="36048"/>
                  <a:pt x="91549" y="34426"/>
                  <a:pt x="92436" y="33019"/>
                </a:cubicBezTo>
                <a:cubicBezTo>
                  <a:pt x="93325" y="31610"/>
                  <a:pt x="94503" y="30462"/>
                  <a:pt x="95972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6" y="33019"/>
                </a:cubicBezTo>
                <a:cubicBezTo>
                  <a:pt x="111505" y="34426"/>
                  <a:pt x="112132" y="36048"/>
                  <a:pt x="112499" y="37885"/>
                </a:cubicBezTo>
                <a:cubicBezTo>
                  <a:pt x="112866" y="39722"/>
                  <a:pt x="113050" y="41589"/>
                  <a:pt x="113050" y="43486"/>
                </a:cubicBezTo>
                <a:cubicBezTo>
                  <a:pt x="113050" y="45384"/>
                  <a:pt x="112866" y="47236"/>
                  <a:pt x="112499" y="49042"/>
                </a:cubicBezTo>
                <a:cubicBezTo>
                  <a:pt x="112132" y="50848"/>
                  <a:pt x="111505" y="52470"/>
                  <a:pt x="110616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2" y="57353"/>
                </a:cubicBezTo>
                <a:cubicBezTo>
                  <a:pt x="94503" y="56495"/>
                  <a:pt x="93325" y="55348"/>
                  <a:pt x="92436" y="53909"/>
                </a:cubicBezTo>
                <a:cubicBezTo>
                  <a:pt x="91549" y="52470"/>
                  <a:pt x="90922" y="50848"/>
                  <a:pt x="90555" y="49042"/>
                </a:cubicBezTo>
                <a:cubicBezTo>
                  <a:pt x="90188" y="47236"/>
                  <a:pt x="90004" y="45384"/>
                  <a:pt x="90004" y="43486"/>
                </a:cubicBezTo>
                <a:moveTo>
                  <a:pt x="76967" y="43488"/>
                </a:moveTo>
                <a:cubicBezTo>
                  <a:pt x="76967" y="47289"/>
                  <a:pt x="77549" y="50722"/>
                  <a:pt x="78712" y="53787"/>
                </a:cubicBezTo>
                <a:cubicBezTo>
                  <a:pt x="79874" y="56853"/>
                  <a:pt x="81527" y="59474"/>
                  <a:pt x="83669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1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6" y="66663"/>
                </a:cubicBezTo>
                <a:cubicBezTo>
                  <a:pt x="114656" y="65498"/>
                  <a:pt x="117242" y="63827"/>
                  <a:pt x="119385" y="61651"/>
                </a:cubicBezTo>
                <a:cubicBezTo>
                  <a:pt x="121527" y="59474"/>
                  <a:pt x="123180" y="56853"/>
                  <a:pt x="124343" y="53787"/>
                </a:cubicBezTo>
                <a:cubicBezTo>
                  <a:pt x="125505" y="50722"/>
                  <a:pt x="126087" y="47289"/>
                  <a:pt x="126087" y="43488"/>
                </a:cubicBezTo>
                <a:cubicBezTo>
                  <a:pt x="126087" y="39687"/>
                  <a:pt x="125505" y="36238"/>
                  <a:pt x="124343" y="33142"/>
                </a:cubicBezTo>
                <a:cubicBezTo>
                  <a:pt x="123180" y="30045"/>
                  <a:pt x="121527" y="27408"/>
                  <a:pt x="119385" y="25232"/>
                </a:cubicBezTo>
                <a:cubicBezTo>
                  <a:pt x="117242" y="23055"/>
                  <a:pt x="114656" y="21369"/>
                  <a:pt x="111626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1" y="18978"/>
                  <a:pt x="91382" y="20173"/>
                </a:cubicBezTo>
                <a:cubicBezTo>
                  <a:pt x="88383" y="21369"/>
                  <a:pt x="85812" y="23055"/>
                  <a:pt x="83669" y="25232"/>
                </a:cubicBezTo>
                <a:cubicBezTo>
                  <a:pt x="81527" y="27408"/>
                  <a:pt x="79874" y="30045"/>
                  <a:pt x="78712" y="33142"/>
                </a:cubicBezTo>
                <a:cubicBezTo>
                  <a:pt x="77549" y="36238"/>
                  <a:pt x="76967" y="39687"/>
                  <a:pt x="76967" y="43488"/>
                </a:cubicBezTo>
                <a:close/>
                <a:moveTo>
                  <a:pt x="178818" y="67105"/>
                </a:moveTo>
                <a:lnTo>
                  <a:pt x="178818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5" y="52833"/>
                  <a:pt x="163393" y="54940"/>
                </a:cubicBezTo>
                <a:cubicBezTo>
                  <a:pt x="161802" y="57046"/>
                  <a:pt x="159231" y="58099"/>
                  <a:pt x="155681" y="58099"/>
                </a:cubicBezTo>
                <a:cubicBezTo>
                  <a:pt x="152559" y="58099"/>
                  <a:pt x="150386" y="57138"/>
                  <a:pt x="149161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69" y="56906"/>
                </a:cubicBezTo>
                <a:cubicBezTo>
                  <a:pt x="135590" y="59320"/>
                  <a:pt x="136492" y="61368"/>
                  <a:pt x="137777" y="63049"/>
                </a:cubicBezTo>
                <a:cubicBezTo>
                  <a:pt x="139063" y="64730"/>
                  <a:pt x="140823" y="66029"/>
                  <a:pt x="143058" y="66946"/>
                </a:cubicBezTo>
                <a:cubicBezTo>
                  <a:pt x="145292" y="67863"/>
                  <a:pt x="148153" y="68321"/>
                  <a:pt x="151642" y="68321"/>
                </a:cubicBezTo>
                <a:cubicBezTo>
                  <a:pt x="154397" y="68321"/>
                  <a:pt x="157090" y="67707"/>
                  <a:pt x="159722" y="66480"/>
                </a:cubicBezTo>
                <a:cubicBezTo>
                  <a:pt x="162353" y="65252"/>
                  <a:pt x="164496" y="63256"/>
                  <a:pt x="166148" y="60494"/>
                </a:cubicBezTo>
                <a:lnTo>
                  <a:pt x="166424" y="60494"/>
                </a:lnTo>
                <a:lnTo>
                  <a:pt x="166424" y="67105"/>
                </a:lnTo>
                <a:lnTo>
                  <a:pt x="178818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4" y="19725"/>
                </a:lnTo>
                <a:lnTo>
                  <a:pt x="184204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3" y="62190"/>
                </a:cubicBezTo>
                <a:cubicBezTo>
                  <a:pt x="194089" y="63658"/>
                  <a:pt x="195175" y="64790"/>
                  <a:pt x="196551" y="65586"/>
                </a:cubicBezTo>
                <a:cubicBezTo>
                  <a:pt x="197929" y="66381"/>
                  <a:pt x="199521" y="66916"/>
                  <a:pt x="201326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1" y="67603"/>
                  <a:pt x="209667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1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3" y="57016"/>
                  <a:pt x="206238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8" y="58637"/>
                </a:moveTo>
                <a:cubicBezTo>
                  <a:pt x="242626" y="58637"/>
                  <a:pt x="240851" y="58209"/>
                  <a:pt x="239382" y="57353"/>
                </a:cubicBezTo>
                <a:cubicBezTo>
                  <a:pt x="237914" y="56495"/>
                  <a:pt x="236736" y="55378"/>
                  <a:pt x="235847" y="54000"/>
                </a:cubicBezTo>
                <a:cubicBezTo>
                  <a:pt x="234960" y="52623"/>
                  <a:pt x="234318" y="51016"/>
                  <a:pt x="233920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6" y="39722"/>
                  <a:pt x="233873" y="37885"/>
                </a:cubicBezTo>
                <a:cubicBezTo>
                  <a:pt x="234240" y="36048"/>
                  <a:pt x="234868" y="34426"/>
                  <a:pt x="235755" y="33019"/>
                </a:cubicBezTo>
                <a:cubicBezTo>
                  <a:pt x="236643" y="31610"/>
                  <a:pt x="237806" y="30462"/>
                  <a:pt x="239245" y="29575"/>
                </a:cubicBezTo>
                <a:cubicBezTo>
                  <a:pt x="240683" y="28687"/>
                  <a:pt x="242473" y="28243"/>
                  <a:pt x="244616" y="28243"/>
                </a:cubicBezTo>
                <a:cubicBezTo>
                  <a:pt x="246698" y="28243"/>
                  <a:pt x="248458" y="28687"/>
                  <a:pt x="249896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9" y="34503"/>
                  <a:pt x="255007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8" y="47343"/>
                  <a:pt x="255451" y="49180"/>
                </a:cubicBezTo>
                <a:cubicBezTo>
                  <a:pt x="255084" y="51016"/>
                  <a:pt x="254456" y="52623"/>
                  <a:pt x="253568" y="54000"/>
                </a:cubicBezTo>
                <a:cubicBezTo>
                  <a:pt x="252680" y="55378"/>
                  <a:pt x="251518" y="56495"/>
                  <a:pt x="250079" y="57353"/>
                </a:cubicBezTo>
                <a:cubicBezTo>
                  <a:pt x="248641" y="58209"/>
                  <a:pt x="246851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6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50" y="67811"/>
                  <a:pt x="245258" y="68410"/>
                  <a:pt x="248197" y="68410"/>
                </a:cubicBezTo>
                <a:cubicBezTo>
                  <a:pt x="251686" y="68410"/>
                  <a:pt x="254731" y="67736"/>
                  <a:pt x="257332" y="66387"/>
                </a:cubicBezTo>
                <a:cubicBezTo>
                  <a:pt x="259933" y="65039"/>
                  <a:pt x="262106" y="63230"/>
                  <a:pt x="263851" y="60962"/>
                </a:cubicBezTo>
                <a:cubicBezTo>
                  <a:pt x="265595" y="58693"/>
                  <a:pt x="266896" y="56087"/>
                  <a:pt x="267752" y="53144"/>
                </a:cubicBezTo>
                <a:cubicBezTo>
                  <a:pt x="268610" y="50201"/>
                  <a:pt x="269038" y="47136"/>
                  <a:pt x="269038" y="43947"/>
                </a:cubicBezTo>
                <a:cubicBezTo>
                  <a:pt x="269038" y="40575"/>
                  <a:pt x="268610" y="37340"/>
                  <a:pt x="267752" y="34244"/>
                </a:cubicBezTo>
                <a:cubicBezTo>
                  <a:pt x="266896" y="31148"/>
                  <a:pt x="265580" y="28436"/>
                  <a:pt x="263804" y="26106"/>
                </a:cubicBezTo>
                <a:cubicBezTo>
                  <a:pt x="262030" y="23776"/>
                  <a:pt x="259796" y="21906"/>
                  <a:pt x="257102" y="20496"/>
                </a:cubicBezTo>
                <a:cubicBezTo>
                  <a:pt x="254410" y="19085"/>
                  <a:pt x="251196" y="18380"/>
                  <a:pt x="247462" y="18380"/>
                </a:cubicBezTo>
                <a:cubicBezTo>
                  <a:pt x="244524" y="18380"/>
                  <a:pt x="241831" y="18964"/>
                  <a:pt x="239382" y="20131"/>
                </a:cubicBezTo>
                <a:cubicBezTo>
                  <a:pt x="236934" y="21299"/>
                  <a:pt x="234914" y="23173"/>
                  <a:pt x="233323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5" y="67105"/>
                </a:moveTo>
                <a:lnTo>
                  <a:pt x="321125" y="19725"/>
                </a:lnTo>
                <a:lnTo>
                  <a:pt x="308088" y="19725"/>
                </a:lnTo>
                <a:lnTo>
                  <a:pt x="308088" y="44545"/>
                </a:lnTo>
                <a:cubicBezTo>
                  <a:pt x="308088" y="49368"/>
                  <a:pt x="307293" y="52833"/>
                  <a:pt x="305701" y="54940"/>
                </a:cubicBezTo>
                <a:cubicBezTo>
                  <a:pt x="304110" y="57046"/>
                  <a:pt x="301539" y="58099"/>
                  <a:pt x="297989" y="58099"/>
                </a:cubicBezTo>
                <a:cubicBezTo>
                  <a:pt x="294867" y="58099"/>
                  <a:pt x="292694" y="57138"/>
                  <a:pt x="291469" y="55215"/>
                </a:cubicBezTo>
                <a:cubicBezTo>
                  <a:pt x="290246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7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4" y="68321"/>
                  <a:pt x="299397" y="67707"/>
                  <a:pt x="302029" y="66480"/>
                </a:cubicBezTo>
                <a:cubicBezTo>
                  <a:pt x="304661" y="65252"/>
                  <a:pt x="306803" y="63256"/>
                  <a:pt x="308455" y="60494"/>
                </a:cubicBezTo>
                <a:lnTo>
                  <a:pt x="308731" y="60494"/>
                </a:lnTo>
                <a:lnTo>
                  <a:pt x="308731" y="67105"/>
                </a:lnTo>
                <a:lnTo>
                  <a:pt x="321125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1" y="62190"/>
                </a:cubicBezTo>
                <a:cubicBezTo>
                  <a:pt x="336396" y="63658"/>
                  <a:pt x="337483" y="64790"/>
                  <a:pt x="338859" y="65586"/>
                </a:cubicBezTo>
                <a:cubicBezTo>
                  <a:pt x="340237" y="66381"/>
                  <a:pt x="341828" y="66916"/>
                  <a:pt x="343634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9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3" y="0"/>
                </a:moveTo>
                <a:lnTo>
                  <a:pt x="414833" y="83742"/>
                </a:lnTo>
                <a:lnTo>
                  <a:pt x="439072" y="83742"/>
                </a:lnTo>
                <a:lnTo>
                  <a:pt x="439072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2" y="10311"/>
                </a:lnTo>
                <a:lnTo>
                  <a:pt x="439072" y="0"/>
                </a:lnTo>
                <a:lnTo>
                  <a:pt x="414833" y="0"/>
                </a:lnTo>
                <a:close/>
                <a:moveTo>
                  <a:pt x="475185" y="67155"/>
                </a:moveTo>
                <a:lnTo>
                  <a:pt x="475185" y="2869"/>
                </a:lnTo>
                <a:lnTo>
                  <a:pt x="464811" y="2869"/>
                </a:lnTo>
                <a:cubicBezTo>
                  <a:pt x="464443" y="5311"/>
                  <a:pt x="463677" y="7357"/>
                  <a:pt x="462515" y="9007"/>
                </a:cubicBezTo>
                <a:cubicBezTo>
                  <a:pt x="461352" y="10655"/>
                  <a:pt x="459929" y="11983"/>
                  <a:pt x="458245" y="12991"/>
                </a:cubicBezTo>
                <a:cubicBezTo>
                  <a:pt x="456562" y="13998"/>
                  <a:pt x="454664" y="14700"/>
                  <a:pt x="452553" y="15098"/>
                </a:cubicBezTo>
                <a:cubicBezTo>
                  <a:pt x="450441" y="15495"/>
                  <a:pt x="448253" y="15662"/>
                  <a:pt x="445989" y="15601"/>
                </a:cubicBezTo>
                <a:lnTo>
                  <a:pt x="445989" y="25463"/>
                </a:lnTo>
                <a:lnTo>
                  <a:pt x="462148" y="25463"/>
                </a:lnTo>
                <a:lnTo>
                  <a:pt x="462148" y="67155"/>
                </a:lnTo>
                <a:lnTo>
                  <a:pt x="475185" y="67155"/>
                </a:lnTo>
                <a:close/>
                <a:moveTo>
                  <a:pt x="495965" y="52989"/>
                </a:moveTo>
                <a:lnTo>
                  <a:pt x="495965" y="67155"/>
                </a:lnTo>
                <a:lnTo>
                  <a:pt x="510379" y="67155"/>
                </a:lnTo>
                <a:lnTo>
                  <a:pt x="510379" y="52989"/>
                </a:lnTo>
                <a:lnTo>
                  <a:pt x="495965" y="52989"/>
                </a:lnTo>
                <a:close/>
                <a:moveTo>
                  <a:pt x="530669" y="34738"/>
                </a:moveTo>
                <a:cubicBezTo>
                  <a:pt x="530669" y="33637"/>
                  <a:pt x="530685" y="32308"/>
                  <a:pt x="530716" y="30750"/>
                </a:cubicBezTo>
                <a:cubicBezTo>
                  <a:pt x="530746" y="29192"/>
                  <a:pt x="530853" y="27588"/>
                  <a:pt x="531036" y="25938"/>
                </a:cubicBezTo>
                <a:cubicBezTo>
                  <a:pt x="531220" y="24288"/>
                  <a:pt x="531526" y="22654"/>
                  <a:pt x="531954" y="21035"/>
                </a:cubicBezTo>
                <a:cubicBezTo>
                  <a:pt x="532383" y="19416"/>
                  <a:pt x="532979" y="17964"/>
                  <a:pt x="533744" y="16681"/>
                </a:cubicBezTo>
                <a:cubicBezTo>
                  <a:pt x="534510" y="15398"/>
                  <a:pt x="535490" y="14359"/>
                  <a:pt x="536684" y="13565"/>
                </a:cubicBezTo>
                <a:cubicBezTo>
                  <a:pt x="537877" y="12770"/>
                  <a:pt x="539361" y="12373"/>
                  <a:pt x="541136" y="12373"/>
                </a:cubicBezTo>
                <a:cubicBezTo>
                  <a:pt x="542911" y="12373"/>
                  <a:pt x="544411" y="12770"/>
                  <a:pt x="545636" y="13565"/>
                </a:cubicBezTo>
                <a:cubicBezTo>
                  <a:pt x="546860" y="14359"/>
                  <a:pt x="547870" y="15398"/>
                  <a:pt x="548666" y="16681"/>
                </a:cubicBezTo>
                <a:cubicBezTo>
                  <a:pt x="549461" y="17964"/>
                  <a:pt x="550058" y="19416"/>
                  <a:pt x="550456" y="21035"/>
                </a:cubicBezTo>
                <a:cubicBezTo>
                  <a:pt x="550854" y="22654"/>
                  <a:pt x="551160" y="24288"/>
                  <a:pt x="551374" y="25938"/>
                </a:cubicBezTo>
                <a:cubicBezTo>
                  <a:pt x="551588" y="27588"/>
                  <a:pt x="551710" y="29192"/>
                  <a:pt x="551741" y="30750"/>
                </a:cubicBezTo>
                <a:cubicBezTo>
                  <a:pt x="551772" y="32308"/>
                  <a:pt x="551787" y="33637"/>
                  <a:pt x="551787" y="34738"/>
                </a:cubicBezTo>
                <a:cubicBezTo>
                  <a:pt x="551787" y="36570"/>
                  <a:pt x="551726" y="38785"/>
                  <a:pt x="551603" y="41382"/>
                </a:cubicBezTo>
                <a:cubicBezTo>
                  <a:pt x="551481" y="43979"/>
                  <a:pt x="551099" y="46485"/>
                  <a:pt x="550456" y="48898"/>
                </a:cubicBezTo>
                <a:cubicBezTo>
                  <a:pt x="549814" y="51311"/>
                  <a:pt x="548773" y="53374"/>
                  <a:pt x="547333" y="55085"/>
                </a:cubicBezTo>
                <a:cubicBezTo>
                  <a:pt x="545895" y="56796"/>
                  <a:pt x="543829" y="57651"/>
                  <a:pt x="541136" y="57651"/>
                </a:cubicBezTo>
                <a:cubicBezTo>
                  <a:pt x="538504" y="57651"/>
                  <a:pt x="536484" y="56796"/>
                  <a:pt x="535075" y="55085"/>
                </a:cubicBezTo>
                <a:cubicBezTo>
                  <a:pt x="533668" y="53374"/>
                  <a:pt x="532643" y="51311"/>
                  <a:pt x="532000" y="48898"/>
                </a:cubicBezTo>
                <a:cubicBezTo>
                  <a:pt x="531358" y="46485"/>
                  <a:pt x="530975" y="43979"/>
                  <a:pt x="530853" y="41382"/>
                </a:cubicBezTo>
                <a:cubicBezTo>
                  <a:pt x="530731" y="38785"/>
                  <a:pt x="530669" y="36570"/>
                  <a:pt x="530669" y="34738"/>
                </a:cubicBezTo>
                <a:moveTo>
                  <a:pt x="517632" y="34738"/>
                </a:moveTo>
                <a:cubicBezTo>
                  <a:pt x="517632" y="41160"/>
                  <a:pt x="518259" y="46528"/>
                  <a:pt x="519514" y="50841"/>
                </a:cubicBezTo>
                <a:cubicBezTo>
                  <a:pt x="520769" y="55153"/>
                  <a:pt x="522468" y="58594"/>
                  <a:pt x="524610" y="61163"/>
                </a:cubicBezTo>
                <a:cubicBezTo>
                  <a:pt x="526753" y="63733"/>
                  <a:pt x="529247" y="65568"/>
                  <a:pt x="532093" y="66669"/>
                </a:cubicBezTo>
                <a:cubicBezTo>
                  <a:pt x="534939" y="67770"/>
                  <a:pt x="537954" y="68321"/>
                  <a:pt x="541136" y="68321"/>
                </a:cubicBezTo>
                <a:cubicBezTo>
                  <a:pt x="544380" y="68321"/>
                  <a:pt x="547425" y="67770"/>
                  <a:pt x="550271" y="66669"/>
                </a:cubicBezTo>
                <a:cubicBezTo>
                  <a:pt x="553118" y="65568"/>
                  <a:pt x="555627" y="63733"/>
                  <a:pt x="557800" y="61163"/>
                </a:cubicBezTo>
                <a:cubicBezTo>
                  <a:pt x="559973" y="58594"/>
                  <a:pt x="561687" y="55153"/>
                  <a:pt x="562941" y="50841"/>
                </a:cubicBezTo>
                <a:cubicBezTo>
                  <a:pt x="564196" y="46528"/>
                  <a:pt x="564824" y="41160"/>
                  <a:pt x="564824" y="34738"/>
                </a:cubicBezTo>
                <a:cubicBezTo>
                  <a:pt x="564824" y="28499"/>
                  <a:pt x="564196" y="23254"/>
                  <a:pt x="562941" y="19002"/>
                </a:cubicBezTo>
                <a:cubicBezTo>
                  <a:pt x="561687" y="14751"/>
                  <a:pt x="559973" y="11341"/>
                  <a:pt x="557800" y="8771"/>
                </a:cubicBezTo>
                <a:cubicBezTo>
                  <a:pt x="555627" y="6202"/>
                  <a:pt x="553118" y="4367"/>
                  <a:pt x="550271" y="3266"/>
                </a:cubicBezTo>
                <a:cubicBezTo>
                  <a:pt x="547425" y="2164"/>
                  <a:pt x="544380" y="1614"/>
                  <a:pt x="541136" y="1614"/>
                </a:cubicBezTo>
                <a:cubicBezTo>
                  <a:pt x="537954" y="1614"/>
                  <a:pt x="534939" y="2164"/>
                  <a:pt x="532093" y="3266"/>
                </a:cubicBezTo>
                <a:cubicBezTo>
                  <a:pt x="529247" y="4367"/>
                  <a:pt x="526753" y="6202"/>
                  <a:pt x="524610" y="8771"/>
                </a:cubicBezTo>
                <a:cubicBezTo>
                  <a:pt x="522468" y="11341"/>
                  <a:pt x="520769" y="14751"/>
                  <a:pt x="519514" y="19002"/>
                </a:cubicBezTo>
                <a:cubicBezTo>
                  <a:pt x="518259" y="23254"/>
                  <a:pt x="517632" y="28499"/>
                  <a:pt x="517632" y="34738"/>
                </a:cubicBezTo>
                <a:close/>
                <a:moveTo>
                  <a:pt x="581931" y="34738"/>
                </a:moveTo>
                <a:cubicBezTo>
                  <a:pt x="581931" y="33637"/>
                  <a:pt x="581946" y="32308"/>
                  <a:pt x="581977" y="30750"/>
                </a:cubicBezTo>
                <a:cubicBezTo>
                  <a:pt x="582008" y="29192"/>
                  <a:pt x="582115" y="27588"/>
                  <a:pt x="582298" y="25938"/>
                </a:cubicBezTo>
                <a:cubicBezTo>
                  <a:pt x="582482" y="24288"/>
                  <a:pt x="582788" y="22654"/>
                  <a:pt x="583216" y="21035"/>
                </a:cubicBezTo>
                <a:cubicBezTo>
                  <a:pt x="583644" y="19416"/>
                  <a:pt x="584241" y="17964"/>
                  <a:pt x="585006" y="16681"/>
                </a:cubicBezTo>
                <a:cubicBezTo>
                  <a:pt x="585772" y="15398"/>
                  <a:pt x="586752" y="14359"/>
                  <a:pt x="587945" y="13565"/>
                </a:cubicBezTo>
                <a:cubicBezTo>
                  <a:pt x="589139" y="12770"/>
                  <a:pt x="590623" y="12373"/>
                  <a:pt x="592397" y="12373"/>
                </a:cubicBezTo>
                <a:cubicBezTo>
                  <a:pt x="594173" y="12373"/>
                  <a:pt x="595673" y="12770"/>
                  <a:pt x="596897" y="13565"/>
                </a:cubicBezTo>
                <a:cubicBezTo>
                  <a:pt x="598121" y="14359"/>
                  <a:pt x="599132" y="15398"/>
                  <a:pt x="599927" y="16681"/>
                </a:cubicBezTo>
                <a:cubicBezTo>
                  <a:pt x="600723" y="17964"/>
                  <a:pt x="601320" y="19416"/>
                  <a:pt x="601718" y="21035"/>
                </a:cubicBezTo>
                <a:cubicBezTo>
                  <a:pt x="602116" y="22654"/>
                  <a:pt x="602421" y="24288"/>
                  <a:pt x="602635" y="25938"/>
                </a:cubicBezTo>
                <a:cubicBezTo>
                  <a:pt x="602849" y="27588"/>
                  <a:pt x="602971" y="29192"/>
                  <a:pt x="603002" y="30750"/>
                </a:cubicBezTo>
                <a:cubicBezTo>
                  <a:pt x="603033" y="32308"/>
                  <a:pt x="603049" y="33637"/>
                  <a:pt x="603049" y="34738"/>
                </a:cubicBezTo>
                <a:cubicBezTo>
                  <a:pt x="603049" y="36570"/>
                  <a:pt x="602987" y="38785"/>
                  <a:pt x="602865" y="41382"/>
                </a:cubicBezTo>
                <a:cubicBezTo>
                  <a:pt x="602743" y="43979"/>
                  <a:pt x="602360" y="46485"/>
                  <a:pt x="601718" y="48898"/>
                </a:cubicBezTo>
                <a:cubicBezTo>
                  <a:pt x="601075" y="51311"/>
                  <a:pt x="600034" y="53374"/>
                  <a:pt x="598595" y="55085"/>
                </a:cubicBezTo>
                <a:cubicBezTo>
                  <a:pt x="597157" y="56796"/>
                  <a:pt x="595091" y="57651"/>
                  <a:pt x="592397" y="57651"/>
                </a:cubicBezTo>
                <a:cubicBezTo>
                  <a:pt x="589765" y="57651"/>
                  <a:pt x="587745" y="56796"/>
                  <a:pt x="586337" y="55085"/>
                </a:cubicBezTo>
                <a:cubicBezTo>
                  <a:pt x="584929" y="53374"/>
                  <a:pt x="583904" y="51311"/>
                  <a:pt x="583262" y="48898"/>
                </a:cubicBezTo>
                <a:cubicBezTo>
                  <a:pt x="582619" y="46485"/>
                  <a:pt x="582237" y="43979"/>
                  <a:pt x="582114" y="41382"/>
                </a:cubicBezTo>
                <a:cubicBezTo>
                  <a:pt x="581992" y="38785"/>
                  <a:pt x="581931" y="36570"/>
                  <a:pt x="581931" y="34738"/>
                </a:cubicBezTo>
                <a:moveTo>
                  <a:pt x="568894" y="34738"/>
                </a:moveTo>
                <a:cubicBezTo>
                  <a:pt x="568894" y="41160"/>
                  <a:pt x="569521" y="46528"/>
                  <a:pt x="570775" y="50841"/>
                </a:cubicBezTo>
                <a:cubicBezTo>
                  <a:pt x="572031" y="55153"/>
                  <a:pt x="573729" y="58594"/>
                  <a:pt x="575872" y="61163"/>
                </a:cubicBezTo>
                <a:cubicBezTo>
                  <a:pt x="578014" y="63733"/>
                  <a:pt x="580508" y="65568"/>
                  <a:pt x="583354" y="66669"/>
                </a:cubicBezTo>
                <a:cubicBezTo>
                  <a:pt x="586201" y="67770"/>
                  <a:pt x="589215" y="68321"/>
                  <a:pt x="592397" y="68321"/>
                </a:cubicBezTo>
                <a:cubicBezTo>
                  <a:pt x="595642" y="68321"/>
                  <a:pt x="598687" y="67770"/>
                  <a:pt x="601533" y="66669"/>
                </a:cubicBezTo>
                <a:cubicBezTo>
                  <a:pt x="604379" y="65568"/>
                  <a:pt x="606889" y="63733"/>
                  <a:pt x="609061" y="61163"/>
                </a:cubicBezTo>
                <a:cubicBezTo>
                  <a:pt x="611235" y="58594"/>
                  <a:pt x="612948" y="55153"/>
                  <a:pt x="614203" y="50841"/>
                </a:cubicBezTo>
                <a:cubicBezTo>
                  <a:pt x="615458" y="46528"/>
                  <a:pt x="616086" y="41160"/>
                  <a:pt x="616086" y="34738"/>
                </a:cubicBezTo>
                <a:cubicBezTo>
                  <a:pt x="616086" y="28499"/>
                  <a:pt x="615458" y="23254"/>
                  <a:pt x="614203" y="19002"/>
                </a:cubicBezTo>
                <a:cubicBezTo>
                  <a:pt x="612948" y="14751"/>
                  <a:pt x="611235" y="11341"/>
                  <a:pt x="609061" y="8771"/>
                </a:cubicBezTo>
                <a:cubicBezTo>
                  <a:pt x="606889" y="6202"/>
                  <a:pt x="604379" y="4367"/>
                  <a:pt x="601533" y="3266"/>
                </a:cubicBezTo>
                <a:cubicBezTo>
                  <a:pt x="598687" y="2164"/>
                  <a:pt x="595642" y="1614"/>
                  <a:pt x="592397" y="1614"/>
                </a:cubicBezTo>
                <a:cubicBezTo>
                  <a:pt x="589215" y="1614"/>
                  <a:pt x="586201" y="2164"/>
                  <a:pt x="583354" y="3266"/>
                </a:cubicBezTo>
                <a:cubicBezTo>
                  <a:pt x="580508" y="4367"/>
                  <a:pt x="578014" y="6202"/>
                  <a:pt x="575872" y="8771"/>
                </a:cubicBezTo>
                <a:cubicBezTo>
                  <a:pt x="573729" y="11341"/>
                  <a:pt x="572031" y="14751"/>
                  <a:pt x="570775" y="19002"/>
                </a:cubicBezTo>
                <a:cubicBezTo>
                  <a:pt x="569521" y="23254"/>
                  <a:pt x="568894" y="28499"/>
                  <a:pt x="568894" y="34738"/>
                </a:cubicBezTo>
                <a:close/>
                <a:moveTo>
                  <a:pt x="633192" y="34738"/>
                </a:moveTo>
                <a:cubicBezTo>
                  <a:pt x="633192" y="33637"/>
                  <a:pt x="633208" y="32308"/>
                  <a:pt x="633239" y="30750"/>
                </a:cubicBezTo>
                <a:cubicBezTo>
                  <a:pt x="633269" y="29192"/>
                  <a:pt x="633376" y="27588"/>
                  <a:pt x="633559" y="25938"/>
                </a:cubicBezTo>
                <a:cubicBezTo>
                  <a:pt x="633743" y="24288"/>
                  <a:pt x="634049" y="22654"/>
                  <a:pt x="634477" y="21035"/>
                </a:cubicBezTo>
                <a:cubicBezTo>
                  <a:pt x="634906" y="19416"/>
                  <a:pt x="635503" y="17964"/>
                  <a:pt x="636267" y="16681"/>
                </a:cubicBezTo>
                <a:cubicBezTo>
                  <a:pt x="637033" y="15398"/>
                  <a:pt x="638013" y="14359"/>
                  <a:pt x="639207" y="13565"/>
                </a:cubicBezTo>
                <a:cubicBezTo>
                  <a:pt x="640400" y="12770"/>
                  <a:pt x="641884" y="12373"/>
                  <a:pt x="643659" y="12373"/>
                </a:cubicBezTo>
                <a:cubicBezTo>
                  <a:pt x="645434" y="12373"/>
                  <a:pt x="646934" y="12770"/>
                  <a:pt x="648159" y="13565"/>
                </a:cubicBezTo>
                <a:cubicBezTo>
                  <a:pt x="649383" y="14359"/>
                  <a:pt x="650393" y="15398"/>
                  <a:pt x="651189" y="16681"/>
                </a:cubicBezTo>
                <a:cubicBezTo>
                  <a:pt x="651985" y="17964"/>
                  <a:pt x="652581" y="19416"/>
                  <a:pt x="652979" y="21035"/>
                </a:cubicBezTo>
                <a:cubicBezTo>
                  <a:pt x="653377" y="22654"/>
                  <a:pt x="653683" y="24288"/>
                  <a:pt x="653897" y="25938"/>
                </a:cubicBezTo>
                <a:cubicBezTo>
                  <a:pt x="654111" y="27588"/>
                  <a:pt x="654233" y="29192"/>
                  <a:pt x="654264" y="30750"/>
                </a:cubicBezTo>
                <a:cubicBezTo>
                  <a:pt x="654295" y="32308"/>
                  <a:pt x="654310" y="33637"/>
                  <a:pt x="654310" y="34738"/>
                </a:cubicBezTo>
                <a:cubicBezTo>
                  <a:pt x="654310" y="36570"/>
                  <a:pt x="654249" y="38785"/>
                  <a:pt x="654127" y="41382"/>
                </a:cubicBezTo>
                <a:cubicBezTo>
                  <a:pt x="654004" y="43979"/>
                  <a:pt x="653622" y="46485"/>
                  <a:pt x="652979" y="48898"/>
                </a:cubicBezTo>
                <a:cubicBezTo>
                  <a:pt x="652337" y="51311"/>
                  <a:pt x="651296" y="53374"/>
                  <a:pt x="649857" y="55085"/>
                </a:cubicBezTo>
                <a:cubicBezTo>
                  <a:pt x="648418" y="56796"/>
                  <a:pt x="646352" y="57651"/>
                  <a:pt x="643659" y="57651"/>
                </a:cubicBezTo>
                <a:cubicBezTo>
                  <a:pt x="641027" y="57651"/>
                  <a:pt x="639007" y="56796"/>
                  <a:pt x="637598" y="55085"/>
                </a:cubicBezTo>
                <a:cubicBezTo>
                  <a:pt x="636191" y="53374"/>
                  <a:pt x="635166" y="51311"/>
                  <a:pt x="634523" y="48898"/>
                </a:cubicBezTo>
                <a:cubicBezTo>
                  <a:pt x="633881" y="46485"/>
                  <a:pt x="633498" y="43979"/>
                  <a:pt x="633376" y="41382"/>
                </a:cubicBezTo>
                <a:cubicBezTo>
                  <a:pt x="633254" y="38785"/>
                  <a:pt x="633192" y="36570"/>
                  <a:pt x="633192" y="34738"/>
                </a:cubicBezTo>
                <a:moveTo>
                  <a:pt x="620155" y="34738"/>
                </a:moveTo>
                <a:cubicBezTo>
                  <a:pt x="620155" y="41160"/>
                  <a:pt x="620783" y="46528"/>
                  <a:pt x="622037" y="50841"/>
                </a:cubicBezTo>
                <a:cubicBezTo>
                  <a:pt x="623292" y="55153"/>
                  <a:pt x="624991" y="58594"/>
                  <a:pt x="627133" y="61163"/>
                </a:cubicBezTo>
                <a:cubicBezTo>
                  <a:pt x="629276" y="63733"/>
                  <a:pt x="631770" y="65568"/>
                  <a:pt x="634616" y="66669"/>
                </a:cubicBezTo>
                <a:cubicBezTo>
                  <a:pt x="637462" y="67770"/>
                  <a:pt x="640477" y="68321"/>
                  <a:pt x="643659" y="68321"/>
                </a:cubicBezTo>
                <a:cubicBezTo>
                  <a:pt x="646903" y="68321"/>
                  <a:pt x="649949" y="67770"/>
                  <a:pt x="652794" y="66669"/>
                </a:cubicBezTo>
                <a:cubicBezTo>
                  <a:pt x="655641" y="65568"/>
                  <a:pt x="658151" y="63733"/>
                  <a:pt x="660323" y="61163"/>
                </a:cubicBezTo>
                <a:cubicBezTo>
                  <a:pt x="662496" y="58594"/>
                  <a:pt x="664210" y="55153"/>
                  <a:pt x="665464" y="50841"/>
                </a:cubicBezTo>
                <a:cubicBezTo>
                  <a:pt x="666720" y="46528"/>
                  <a:pt x="667347" y="41160"/>
                  <a:pt x="667347" y="34738"/>
                </a:cubicBezTo>
                <a:cubicBezTo>
                  <a:pt x="667347" y="28499"/>
                  <a:pt x="666720" y="23254"/>
                  <a:pt x="665464" y="19002"/>
                </a:cubicBezTo>
                <a:cubicBezTo>
                  <a:pt x="664210" y="14751"/>
                  <a:pt x="662496" y="11341"/>
                  <a:pt x="660323" y="8771"/>
                </a:cubicBezTo>
                <a:cubicBezTo>
                  <a:pt x="658151" y="6202"/>
                  <a:pt x="655641" y="4367"/>
                  <a:pt x="652794" y="3266"/>
                </a:cubicBezTo>
                <a:cubicBezTo>
                  <a:pt x="649949" y="2164"/>
                  <a:pt x="646903" y="1614"/>
                  <a:pt x="643659" y="1614"/>
                </a:cubicBezTo>
                <a:cubicBezTo>
                  <a:pt x="640477" y="1614"/>
                  <a:pt x="637462" y="2164"/>
                  <a:pt x="634616" y="3266"/>
                </a:cubicBezTo>
                <a:cubicBezTo>
                  <a:pt x="631770" y="4367"/>
                  <a:pt x="629276" y="6202"/>
                  <a:pt x="627133" y="8771"/>
                </a:cubicBezTo>
                <a:cubicBezTo>
                  <a:pt x="624991" y="11341"/>
                  <a:pt x="623292" y="14751"/>
                  <a:pt x="622037" y="19002"/>
                </a:cubicBezTo>
                <a:cubicBezTo>
                  <a:pt x="620783" y="23254"/>
                  <a:pt x="620155" y="28499"/>
                  <a:pt x="620155" y="34738"/>
                </a:cubicBezTo>
                <a:close/>
                <a:moveTo>
                  <a:pt x="684454" y="34738"/>
                </a:moveTo>
                <a:cubicBezTo>
                  <a:pt x="684454" y="33637"/>
                  <a:pt x="684469" y="32308"/>
                  <a:pt x="684500" y="30750"/>
                </a:cubicBezTo>
                <a:cubicBezTo>
                  <a:pt x="684531" y="29192"/>
                  <a:pt x="684638" y="27588"/>
                  <a:pt x="684821" y="25938"/>
                </a:cubicBezTo>
                <a:cubicBezTo>
                  <a:pt x="685005" y="24288"/>
                  <a:pt x="685311" y="22654"/>
                  <a:pt x="685739" y="21035"/>
                </a:cubicBezTo>
                <a:cubicBezTo>
                  <a:pt x="686167" y="19416"/>
                  <a:pt x="686764" y="17964"/>
                  <a:pt x="687529" y="16681"/>
                </a:cubicBezTo>
                <a:cubicBezTo>
                  <a:pt x="688295" y="15398"/>
                  <a:pt x="689275" y="14359"/>
                  <a:pt x="690468" y="13565"/>
                </a:cubicBezTo>
                <a:cubicBezTo>
                  <a:pt x="691662" y="12770"/>
                  <a:pt x="693146" y="12373"/>
                  <a:pt x="694920" y="12373"/>
                </a:cubicBezTo>
                <a:cubicBezTo>
                  <a:pt x="696696" y="12373"/>
                  <a:pt x="698196" y="12770"/>
                  <a:pt x="699420" y="13565"/>
                </a:cubicBezTo>
                <a:cubicBezTo>
                  <a:pt x="700645" y="14359"/>
                  <a:pt x="701655" y="15398"/>
                  <a:pt x="702450" y="16681"/>
                </a:cubicBezTo>
                <a:cubicBezTo>
                  <a:pt x="703246" y="17964"/>
                  <a:pt x="703843" y="19416"/>
                  <a:pt x="704241" y="21035"/>
                </a:cubicBezTo>
                <a:cubicBezTo>
                  <a:pt x="704639" y="22654"/>
                  <a:pt x="704944" y="24288"/>
                  <a:pt x="705158" y="25938"/>
                </a:cubicBezTo>
                <a:cubicBezTo>
                  <a:pt x="705372" y="27588"/>
                  <a:pt x="705495" y="29192"/>
                  <a:pt x="705525" y="30750"/>
                </a:cubicBezTo>
                <a:cubicBezTo>
                  <a:pt x="705556" y="32308"/>
                  <a:pt x="705572" y="33637"/>
                  <a:pt x="705572" y="34738"/>
                </a:cubicBezTo>
                <a:cubicBezTo>
                  <a:pt x="705572" y="36570"/>
                  <a:pt x="705510" y="38785"/>
                  <a:pt x="705388" y="41382"/>
                </a:cubicBezTo>
                <a:cubicBezTo>
                  <a:pt x="705266" y="43979"/>
                  <a:pt x="704883" y="46485"/>
                  <a:pt x="704241" y="48898"/>
                </a:cubicBezTo>
                <a:cubicBezTo>
                  <a:pt x="703598" y="51311"/>
                  <a:pt x="702557" y="53374"/>
                  <a:pt x="701118" y="55085"/>
                </a:cubicBezTo>
                <a:cubicBezTo>
                  <a:pt x="699680" y="56796"/>
                  <a:pt x="697614" y="57651"/>
                  <a:pt x="694920" y="57651"/>
                </a:cubicBezTo>
                <a:cubicBezTo>
                  <a:pt x="692288" y="57651"/>
                  <a:pt x="690268" y="56796"/>
                  <a:pt x="688860" y="55085"/>
                </a:cubicBezTo>
                <a:cubicBezTo>
                  <a:pt x="687452" y="53374"/>
                  <a:pt x="686427" y="51311"/>
                  <a:pt x="685785" y="48898"/>
                </a:cubicBezTo>
                <a:cubicBezTo>
                  <a:pt x="685142" y="46485"/>
                  <a:pt x="684760" y="43979"/>
                  <a:pt x="684638" y="41382"/>
                </a:cubicBezTo>
                <a:cubicBezTo>
                  <a:pt x="684515" y="38785"/>
                  <a:pt x="684454" y="36570"/>
                  <a:pt x="684454" y="34738"/>
                </a:cubicBezTo>
                <a:moveTo>
                  <a:pt x="671417" y="34738"/>
                </a:moveTo>
                <a:cubicBezTo>
                  <a:pt x="671417" y="41160"/>
                  <a:pt x="672044" y="46528"/>
                  <a:pt x="673298" y="50841"/>
                </a:cubicBezTo>
                <a:cubicBezTo>
                  <a:pt x="674554" y="55153"/>
                  <a:pt x="676252" y="58594"/>
                  <a:pt x="678395" y="61163"/>
                </a:cubicBezTo>
                <a:cubicBezTo>
                  <a:pt x="680537" y="63733"/>
                  <a:pt x="683032" y="65568"/>
                  <a:pt x="685877" y="66669"/>
                </a:cubicBezTo>
                <a:cubicBezTo>
                  <a:pt x="688724" y="67770"/>
                  <a:pt x="691738" y="68321"/>
                  <a:pt x="694920" y="68321"/>
                </a:cubicBezTo>
                <a:cubicBezTo>
                  <a:pt x="698165" y="68321"/>
                  <a:pt x="701210" y="67770"/>
                  <a:pt x="704056" y="66669"/>
                </a:cubicBezTo>
                <a:cubicBezTo>
                  <a:pt x="706903" y="65568"/>
                  <a:pt x="709412" y="63733"/>
                  <a:pt x="711584" y="61163"/>
                </a:cubicBezTo>
                <a:cubicBezTo>
                  <a:pt x="713758" y="58594"/>
                  <a:pt x="715472" y="55153"/>
                  <a:pt x="716726" y="50841"/>
                </a:cubicBezTo>
                <a:cubicBezTo>
                  <a:pt x="717981" y="46528"/>
                  <a:pt x="718609" y="41160"/>
                  <a:pt x="718609" y="34738"/>
                </a:cubicBezTo>
                <a:cubicBezTo>
                  <a:pt x="718609" y="28499"/>
                  <a:pt x="717981" y="23254"/>
                  <a:pt x="716726" y="19002"/>
                </a:cubicBezTo>
                <a:cubicBezTo>
                  <a:pt x="715472" y="14751"/>
                  <a:pt x="713758" y="11341"/>
                  <a:pt x="711584" y="8771"/>
                </a:cubicBezTo>
                <a:cubicBezTo>
                  <a:pt x="709412" y="6202"/>
                  <a:pt x="706903" y="4367"/>
                  <a:pt x="704056" y="3266"/>
                </a:cubicBezTo>
                <a:cubicBezTo>
                  <a:pt x="701210" y="2164"/>
                  <a:pt x="698165" y="1614"/>
                  <a:pt x="694920" y="1614"/>
                </a:cubicBezTo>
                <a:cubicBezTo>
                  <a:pt x="691738" y="1614"/>
                  <a:pt x="688724" y="2164"/>
                  <a:pt x="685877" y="3266"/>
                </a:cubicBezTo>
                <a:cubicBezTo>
                  <a:pt x="683032" y="4367"/>
                  <a:pt x="680537" y="6202"/>
                  <a:pt x="678395" y="8771"/>
                </a:cubicBezTo>
                <a:cubicBezTo>
                  <a:pt x="676252" y="11341"/>
                  <a:pt x="674554" y="14751"/>
                  <a:pt x="673298" y="19002"/>
                </a:cubicBezTo>
                <a:cubicBezTo>
                  <a:pt x="672044" y="23254"/>
                  <a:pt x="671417" y="28499"/>
                  <a:pt x="671417" y="34738"/>
                </a:cubicBezTo>
                <a:close/>
                <a:moveTo>
                  <a:pt x="726352" y="52989"/>
                </a:moveTo>
                <a:lnTo>
                  <a:pt x="726352" y="67155"/>
                </a:lnTo>
                <a:lnTo>
                  <a:pt x="732961" y="67155"/>
                </a:lnTo>
                <a:cubicBezTo>
                  <a:pt x="733023" y="68135"/>
                  <a:pt x="732901" y="69099"/>
                  <a:pt x="732594" y="70048"/>
                </a:cubicBezTo>
                <a:cubicBezTo>
                  <a:pt x="732288" y="70997"/>
                  <a:pt x="731829" y="71854"/>
                  <a:pt x="731217" y="72619"/>
                </a:cubicBezTo>
                <a:cubicBezTo>
                  <a:pt x="730605" y="73385"/>
                  <a:pt x="729886" y="74043"/>
                  <a:pt x="729060" y="74594"/>
                </a:cubicBezTo>
                <a:cubicBezTo>
                  <a:pt x="728233" y="75145"/>
                  <a:pt x="727361" y="75512"/>
                  <a:pt x="726443" y="75695"/>
                </a:cubicBezTo>
                <a:lnTo>
                  <a:pt x="726443" y="82308"/>
                </a:lnTo>
                <a:cubicBezTo>
                  <a:pt x="728401" y="82001"/>
                  <a:pt x="730253" y="81434"/>
                  <a:pt x="731997" y="80607"/>
                </a:cubicBezTo>
                <a:cubicBezTo>
                  <a:pt x="733742" y="79780"/>
                  <a:pt x="735257" y="78723"/>
                  <a:pt x="736542" y="77437"/>
                </a:cubicBezTo>
                <a:cubicBezTo>
                  <a:pt x="737828" y="76150"/>
                  <a:pt x="738854" y="74633"/>
                  <a:pt x="739619" y="72886"/>
                </a:cubicBezTo>
                <a:cubicBezTo>
                  <a:pt x="740383" y="71141"/>
                  <a:pt x="740766" y="69226"/>
                  <a:pt x="740766" y="67142"/>
                </a:cubicBezTo>
                <a:lnTo>
                  <a:pt x="740766" y="52989"/>
                </a:lnTo>
                <a:lnTo>
                  <a:pt x="726352" y="52989"/>
                </a:lnTo>
                <a:close/>
                <a:moveTo>
                  <a:pt x="807236" y="67155"/>
                </a:moveTo>
                <a:lnTo>
                  <a:pt x="807236" y="2869"/>
                </a:lnTo>
                <a:lnTo>
                  <a:pt x="796863" y="2869"/>
                </a:lnTo>
                <a:cubicBezTo>
                  <a:pt x="796495" y="5311"/>
                  <a:pt x="795729" y="7357"/>
                  <a:pt x="794566" y="9007"/>
                </a:cubicBezTo>
                <a:cubicBezTo>
                  <a:pt x="793404" y="10655"/>
                  <a:pt x="791980" y="11983"/>
                  <a:pt x="790296" y="12991"/>
                </a:cubicBezTo>
                <a:cubicBezTo>
                  <a:pt x="788613" y="13998"/>
                  <a:pt x="786716" y="14700"/>
                  <a:pt x="784604" y="15098"/>
                </a:cubicBezTo>
                <a:cubicBezTo>
                  <a:pt x="782493" y="15495"/>
                  <a:pt x="780305" y="15662"/>
                  <a:pt x="778041" y="15601"/>
                </a:cubicBezTo>
                <a:lnTo>
                  <a:pt x="778041" y="25463"/>
                </a:lnTo>
                <a:lnTo>
                  <a:pt x="794199" y="25463"/>
                </a:lnTo>
                <a:lnTo>
                  <a:pt x="794199" y="67155"/>
                </a:lnTo>
                <a:lnTo>
                  <a:pt x="807236" y="67155"/>
                </a:lnTo>
                <a:close/>
                <a:moveTo>
                  <a:pt x="828017" y="52989"/>
                </a:moveTo>
                <a:lnTo>
                  <a:pt x="828017" y="67155"/>
                </a:lnTo>
                <a:lnTo>
                  <a:pt x="842431" y="67155"/>
                </a:lnTo>
                <a:lnTo>
                  <a:pt x="842431" y="52989"/>
                </a:lnTo>
                <a:lnTo>
                  <a:pt x="828017" y="52989"/>
                </a:lnTo>
                <a:close/>
                <a:moveTo>
                  <a:pt x="862721" y="34738"/>
                </a:moveTo>
                <a:cubicBezTo>
                  <a:pt x="862721" y="33637"/>
                  <a:pt x="862737" y="32308"/>
                  <a:pt x="862767" y="30750"/>
                </a:cubicBezTo>
                <a:cubicBezTo>
                  <a:pt x="862798" y="29192"/>
                  <a:pt x="862905" y="27588"/>
                  <a:pt x="863088" y="25938"/>
                </a:cubicBezTo>
                <a:cubicBezTo>
                  <a:pt x="863272" y="24288"/>
                  <a:pt x="863578" y="22654"/>
                  <a:pt x="864006" y="21035"/>
                </a:cubicBezTo>
                <a:cubicBezTo>
                  <a:pt x="864434" y="19416"/>
                  <a:pt x="865031" y="17964"/>
                  <a:pt x="865796" y="16681"/>
                </a:cubicBezTo>
                <a:cubicBezTo>
                  <a:pt x="866562" y="15398"/>
                  <a:pt x="867542" y="14359"/>
                  <a:pt x="868735" y="13565"/>
                </a:cubicBezTo>
                <a:cubicBezTo>
                  <a:pt x="869929" y="12770"/>
                  <a:pt x="871413" y="12373"/>
                  <a:pt x="873188" y="12373"/>
                </a:cubicBezTo>
                <a:cubicBezTo>
                  <a:pt x="874963" y="12373"/>
                  <a:pt x="876463" y="12770"/>
                  <a:pt x="877687" y="13565"/>
                </a:cubicBezTo>
                <a:cubicBezTo>
                  <a:pt x="878912" y="14359"/>
                  <a:pt x="879922" y="15398"/>
                  <a:pt x="880718" y="16681"/>
                </a:cubicBezTo>
                <a:cubicBezTo>
                  <a:pt x="881513" y="17964"/>
                  <a:pt x="882110" y="19416"/>
                  <a:pt x="882508" y="21035"/>
                </a:cubicBezTo>
                <a:cubicBezTo>
                  <a:pt x="882906" y="22654"/>
                  <a:pt x="883212" y="24288"/>
                  <a:pt x="883426" y="25938"/>
                </a:cubicBezTo>
                <a:cubicBezTo>
                  <a:pt x="883639" y="27588"/>
                  <a:pt x="883762" y="29192"/>
                  <a:pt x="883793" y="30750"/>
                </a:cubicBezTo>
                <a:cubicBezTo>
                  <a:pt x="883823" y="32308"/>
                  <a:pt x="883839" y="33637"/>
                  <a:pt x="883839" y="34738"/>
                </a:cubicBezTo>
                <a:cubicBezTo>
                  <a:pt x="883839" y="36570"/>
                  <a:pt x="883778" y="38785"/>
                  <a:pt x="883655" y="41382"/>
                </a:cubicBezTo>
                <a:cubicBezTo>
                  <a:pt x="883533" y="43979"/>
                  <a:pt x="883150" y="46485"/>
                  <a:pt x="882508" y="48898"/>
                </a:cubicBezTo>
                <a:cubicBezTo>
                  <a:pt x="881865" y="51311"/>
                  <a:pt x="880824" y="53374"/>
                  <a:pt x="879385" y="55085"/>
                </a:cubicBezTo>
                <a:cubicBezTo>
                  <a:pt x="877947" y="56796"/>
                  <a:pt x="875881" y="57651"/>
                  <a:pt x="873188" y="57651"/>
                </a:cubicBezTo>
                <a:cubicBezTo>
                  <a:pt x="870556" y="57651"/>
                  <a:pt x="868535" y="56796"/>
                  <a:pt x="867127" y="55085"/>
                </a:cubicBezTo>
                <a:cubicBezTo>
                  <a:pt x="865720" y="53374"/>
                  <a:pt x="864695" y="51311"/>
                  <a:pt x="864052" y="48898"/>
                </a:cubicBezTo>
                <a:cubicBezTo>
                  <a:pt x="863409" y="46485"/>
                  <a:pt x="863027" y="43979"/>
                  <a:pt x="862905" y="41382"/>
                </a:cubicBezTo>
                <a:cubicBezTo>
                  <a:pt x="862782" y="38785"/>
                  <a:pt x="862721" y="36570"/>
                  <a:pt x="862721" y="34738"/>
                </a:cubicBezTo>
                <a:moveTo>
                  <a:pt x="849684" y="34738"/>
                </a:moveTo>
                <a:cubicBezTo>
                  <a:pt x="849684" y="41160"/>
                  <a:pt x="850311" y="46528"/>
                  <a:pt x="851566" y="50841"/>
                </a:cubicBezTo>
                <a:cubicBezTo>
                  <a:pt x="852821" y="55153"/>
                  <a:pt x="854520" y="58594"/>
                  <a:pt x="856662" y="61163"/>
                </a:cubicBezTo>
                <a:cubicBezTo>
                  <a:pt x="858805" y="63733"/>
                  <a:pt x="861299" y="65568"/>
                  <a:pt x="864145" y="66669"/>
                </a:cubicBezTo>
                <a:cubicBezTo>
                  <a:pt x="866991" y="67770"/>
                  <a:pt x="870006" y="68321"/>
                  <a:pt x="873188" y="68321"/>
                </a:cubicBezTo>
                <a:cubicBezTo>
                  <a:pt x="876432" y="68321"/>
                  <a:pt x="879477" y="67770"/>
                  <a:pt x="882323" y="66669"/>
                </a:cubicBezTo>
                <a:cubicBezTo>
                  <a:pt x="885170" y="65568"/>
                  <a:pt x="887679" y="63733"/>
                  <a:pt x="889852" y="61163"/>
                </a:cubicBezTo>
                <a:cubicBezTo>
                  <a:pt x="892025" y="58594"/>
                  <a:pt x="893739" y="55153"/>
                  <a:pt x="894993" y="50841"/>
                </a:cubicBezTo>
                <a:cubicBezTo>
                  <a:pt x="896248" y="46528"/>
                  <a:pt x="896876" y="41160"/>
                  <a:pt x="896876" y="34738"/>
                </a:cubicBezTo>
                <a:cubicBezTo>
                  <a:pt x="896876" y="28499"/>
                  <a:pt x="896248" y="23254"/>
                  <a:pt x="894993" y="19002"/>
                </a:cubicBezTo>
                <a:cubicBezTo>
                  <a:pt x="893739" y="14751"/>
                  <a:pt x="892025" y="11341"/>
                  <a:pt x="889852" y="8771"/>
                </a:cubicBezTo>
                <a:cubicBezTo>
                  <a:pt x="887679" y="6202"/>
                  <a:pt x="885170" y="4367"/>
                  <a:pt x="882323" y="3266"/>
                </a:cubicBezTo>
                <a:cubicBezTo>
                  <a:pt x="879477" y="2164"/>
                  <a:pt x="876432" y="1614"/>
                  <a:pt x="873188" y="1614"/>
                </a:cubicBezTo>
                <a:cubicBezTo>
                  <a:pt x="870006" y="1614"/>
                  <a:pt x="866991" y="2164"/>
                  <a:pt x="864145" y="3266"/>
                </a:cubicBezTo>
                <a:cubicBezTo>
                  <a:pt x="861299" y="4367"/>
                  <a:pt x="858805" y="6202"/>
                  <a:pt x="856662" y="8771"/>
                </a:cubicBezTo>
                <a:cubicBezTo>
                  <a:pt x="854520" y="11341"/>
                  <a:pt x="852821" y="14751"/>
                  <a:pt x="851566" y="19002"/>
                </a:cubicBezTo>
                <a:cubicBezTo>
                  <a:pt x="850311" y="23254"/>
                  <a:pt x="849684" y="28499"/>
                  <a:pt x="849684" y="34738"/>
                </a:cubicBezTo>
                <a:close/>
                <a:moveTo>
                  <a:pt x="913983" y="34738"/>
                </a:moveTo>
                <a:cubicBezTo>
                  <a:pt x="913983" y="33637"/>
                  <a:pt x="913998" y="32308"/>
                  <a:pt x="914029" y="30750"/>
                </a:cubicBezTo>
                <a:cubicBezTo>
                  <a:pt x="914060" y="29192"/>
                  <a:pt x="914167" y="27588"/>
                  <a:pt x="914350" y="25938"/>
                </a:cubicBezTo>
                <a:cubicBezTo>
                  <a:pt x="914534" y="24288"/>
                  <a:pt x="914840" y="22654"/>
                  <a:pt x="915267" y="21035"/>
                </a:cubicBezTo>
                <a:cubicBezTo>
                  <a:pt x="915696" y="19416"/>
                  <a:pt x="916293" y="17964"/>
                  <a:pt x="917058" y="16681"/>
                </a:cubicBezTo>
                <a:cubicBezTo>
                  <a:pt x="917824" y="15398"/>
                  <a:pt x="918803" y="14359"/>
                  <a:pt x="919997" y="13565"/>
                </a:cubicBezTo>
                <a:cubicBezTo>
                  <a:pt x="921191" y="12770"/>
                  <a:pt x="922675" y="12373"/>
                  <a:pt x="924449" y="12373"/>
                </a:cubicBezTo>
                <a:cubicBezTo>
                  <a:pt x="926225" y="12373"/>
                  <a:pt x="927724" y="12770"/>
                  <a:pt x="928949" y="13565"/>
                </a:cubicBezTo>
                <a:cubicBezTo>
                  <a:pt x="930173" y="14359"/>
                  <a:pt x="931183" y="15398"/>
                  <a:pt x="931979" y="16681"/>
                </a:cubicBezTo>
                <a:cubicBezTo>
                  <a:pt x="932775" y="17964"/>
                  <a:pt x="933372" y="19416"/>
                  <a:pt x="933769" y="21035"/>
                </a:cubicBezTo>
                <a:cubicBezTo>
                  <a:pt x="934167" y="22654"/>
                  <a:pt x="934473" y="24288"/>
                  <a:pt x="934687" y="25938"/>
                </a:cubicBezTo>
                <a:cubicBezTo>
                  <a:pt x="934901" y="27588"/>
                  <a:pt x="935023" y="29192"/>
                  <a:pt x="935054" y="30750"/>
                </a:cubicBezTo>
                <a:cubicBezTo>
                  <a:pt x="935085" y="32308"/>
                  <a:pt x="935100" y="33637"/>
                  <a:pt x="935100" y="34738"/>
                </a:cubicBezTo>
                <a:cubicBezTo>
                  <a:pt x="935100" y="36570"/>
                  <a:pt x="935039" y="38785"/>
                  <a:pt x="934917" y="41382"/>
                </a:cubicBezTo>
                <a:cubicBezTo>
                  <a:pt x="934794" y="43979"/>
                  <a:pt x="934412" y="46485"/>
                  <a:pt x="933769" y="48898"/>
                </a:cubicBezTo>
                <a:cubicBezTo>
                  <a:pt x="933127" y="51311"/>
                  <a:pt x="932086" y="53374"/>
                  <a:pt x="930647" y="55085"/>
                </a:cubicBezTo>
                <a:cubicBezTo>
                  <a:pt x="929209" y="56796"/>
                  <a:pt x="927143" y="57651"/>
                  <a:pt x="924449" y="57651"/>
                </a:cubicBezTo>
                <a:cubicBezTo>
                  <a:pt x="921817" y="57651"/>
                  <a:pt x="919797" y="56796"/>
                  <a:pt x="918389" y="55085"/>
                </a:cubicBezTo>
                <a:cubicBezTo>
                  <a:pt x="916981" y="53374"/>
                  <a:pt x="915956" y="51311"/>
                  <a:pt x="915314" y="48898"/>
                </a:cubicBezTo>
                <a:cubicBezTo>
                  <a:pt x="914671" y="46485"/>
                  <a:pt x="914289" y="43979"/>
                  <a:pt x="914166" y="41382"/>
                </a:cubicBezTo>
                <a:cubicBezTo>
                  <a:pt x="914044" y="38785"/>
                  <a:pt x="913983" y="36570"/>
                  <a:pt x="913983" y="34738"/>
                </a:cubicBezTo>
                <a:moveTo>
                  <a:pt x="900946" y="34738"/>
                </a:moveTo>
                <a:cubicBezTo>
                  <a:pt x="900946" y="41160"/>
                  <a:pt x="901573" y="46528"/>
                  <a:pt x="902827" y="50841"/>
                </a:cubicBezTo>
                <a:cubicBezTo>
                  <a:pt x="904082" y="55153"/>
                  <a:pt x="905781" y="58594"/>
                  <a:pt x="907924" y="61163"/>
                </a:cubicBezTo>
                <a:cubicBezTo>
                  <a:pt x="910066" y="63733"/>
                  <a:pt x="912560" y="65568"/>
                  <a:pt x="915406" y="66669"/>
                </a:cubicBezTo>
                <a:cubicBezTo>
                  <a:pt x="918253" y="67770"/>
                  <a:pt x="921267" y="68321"/>
                  <a:pt x="924449" y="68321"/>
                </a:cubicBezTo>
                <a:cubicBezTo>
                  <a:pt x="927694" y="68321"/>
                  <a:pt x="930739" y="67770"/>
                  <a:pt x="933585" y="66669"/>
                </a:cubicBezTo>
                <a:cubicBezTo>
                  <a:pt x="936431" y="65568"/>
                  <a:pt x="938941" y="63733"/>
                  <a:pt x="941113" y="61163"/>
                </a:cubicBezTo>
                <a:cubicBezTo>
                  <a:pt x="943286" y="58594"/>
                  <a:pt x="945000" y="55153"/>
                  <a:pt x="946255" y="50841"/>
                </a:cubicBezTo>
                <a:cubicBezTo>
                  <a:pt x="947510" y="46528"/>
                  <a:pt x="948137" y="41160"/>
                  <a:pt x="948137" y="34738"/>
                </a:cubicBezTo>
                <a:cubicBezTo>
                  <a:pt x="948137" y="28499"/>
                  <a:pt x="947510" y="23254"/>
                  <a:pt x="946255" y="19002"/>
                </a:cubicBezTo>
                <a:cubicBezTo>
                  <a:pt x="945000" y="14751"/>
                  <a:pt x="943286" y="11341"/>
                  <a:pt x="941113" y="8771"/>
                </a:cubicBezTo>
                <a:cubicBezTo>
                  <a:pt x="938941" y="6202"/>
                  <a:pt x="936431" y="4367"/>
                  <a:pt x="933585" y="3266"/>
                </a:cubicBezTo>
                <a:cubicBezTo>
                  <a:pt x="930739" y="2164"/>
                  <a:pt x="927694" y="1614"/>
                  <a:pt x="924449" y="1614"/>
                </a:cubicBezTo>
                <a:cubicBezTo>
                  <a:pt x="921267" y="1614"/>
                  <a:pt x="918253" y="2164"/>
                  <a:pt x="915406" y="3266"/>
                </a:cubicBezTo>
                <a:cubicBezTo>
                  <a:pt x="912560" y="4367"/>
                  <a:pt x="910066" y="6202"/>
                  <a:pt x="907924" y="8771"/>
                </a:cubicBezTo>
                <a:cubicBezTo>
                  <a:pt x="905781" y="11341"/>
                  <a:pt x="904082" y="14751"/>
                  <a:pt x="902827" y="19002"/>
                </a:cubicBezTo>
                <a:cubicBezTo>
                  <a:pt x="901573" y="23254"/>
                  <a:pt x="900946" y="28499"/>
                  <a:pt x="900946" y="34738"/>
                </a:cubicBezTo>
                <a:close/>
                <a:moveTo>
                  <a:pt x="965244" y="34738"/>
                </a:moveTo>
                <a:cubicBezTo>
                  <a:pt x="965244" y="33637"/>
                  <a:pt x="965260" y="32308"/>
                  <a:pt x="965290" y="30750"/>
                </a:cubicBezTo>
                <a:cubicBezTo>
                  <a:pt x="965321" y="29192"/>
                  <a:pt x="965428" y="27588"/>
                  <a:pt x="965611" y="25938"/>
                </a:cubicBezTo>
                <a:cubicBezTo>
                  <a:pt x="965795" y="24288"/>
                  <a:pt x="966101" y="22654"/>
                  <a:pt x="966529" y="21035"/>
                </a:cubicBezTo>
                <a:cubicBezTo>
                  <a:pt x="966958" y="19416"/>
                  <a:pt x="967554" y="17964"/>
                  <a:pt x="968319" y="16681"/>
                </a:cubicBezTo>
                <a:cubicBezTo>
                  <a:pt x="969085" y="15398"/>
                  <a:pt x="970065" y="14359"/>
                  <a:pt x="971258" y="13565"/>
                </a:cubicBezTo>
                <a:cubicBezTo>
                  <a:pt x="972452" y="12770"/>
                  <a:pt x="973936" y="12373"/>
                  <a:pt x="975711" y="12373"/>
                </a:cubicBezTo>
                <a:cubicBezTo>
                  <a:pt x="977486" y="12373"/>
                  <a:pt x="978986" y="12770"/>
                  <a:pt x="980210" y="13565"/>
                </a:cubicBezTo>
                <a:cubicBezTo>
                  <a:pt x="981435" y="14359"/>
                  <a:pt x="982445" y="15398"/>
                  <a:pt x="983241" y="16681"/>
                </a:cubicBezTo>
                <a:cubicBezTo>
                  <a:pt x="984036" y="17964"/>
                  <a:pt x="984633" y="19416"/>
                  <a:pt x="985031" y="21035"/>
                </a:cubicBezTo>
                <a:cubicBezTo>
                  <a:pt x="985429" y="22654"/>
                  <a:pt x="985735" y="24288"/>
                  <a:pt x="985949" y="25938"/>
                </a:cubicBezTo>
                <a:cubicBezTo>
                  <a:pt x="986163" y="27588"/>
                  <a:pt x="986285" y="29192"/>
                  <a:pt x="986316" y="30750"/>
                </a:cubicBezTo>
                <a:cubicBezTo>
                  <a:pt x="986346" y="32308"/>
                  <a:pt x="986362" y="33637"/>
                  <a:pt x="986362" y="34738"/>
                </a:cubicBezTo>
                <a:cubicBezTo>
                  <a:pt x="986362" y="36570"/>
                  <a:pt x="986301" y="38785"/>
                  <a:pt x="986178" y="41382"/>
                </a:cubicBezTo>
                <a:cubicBezTo>
                  <a:pt x="986056" y="43979"/>
                  <a:pt x="985674" y="46485"/>
                  <a:pt x="985031" y="48898"/>
                </a:cubicBezTo>
                <a:cubicBezTo>
                  <a:pt x="984388" y="51311"/>
                  <a:pt x="983348" y="53374"/>
                  <a:pt x="981908" y="55085"/>
                </a:cubicBezTo>
                <a:cubicBezTo>
                  <a:pt x="980470" y="56796"/>
                  <a:pt x="978404" y="57651"/>
                  <a:pt x="975711" y="57651"/>
                </a:cubicBezTo>
                <a:cubicBezTo>
                  <a:pt x="973079" y="57651"/>
                  <a:pt x="971059" y="56796"/>
                  <a:pt x="969650" y="55085"/>
                </a:cubicBezTo>
                <a:cubicBezTo>
                  <a:pt x="968243" y="53374"/>
                  <a:pt x="967218" y="51311"/>
                  <a:pt x="966575" y="48898"/>
                </a:cubicBezTo>
                <a:cubicBezTo>
                  <a:pt x="965933" y="46485"/>
                  <a:pt x="965550" y="43979"/>
                  <a:pt x="965428" y="41382"/>
                </a:cubicBezTo>
                <a:cubicBezTo>
                  <a:pt x="965305" y="38785"/>
                  <a:pt x="965244" y="36570"/>
                  <a:pt x="965244" y="34738"/>
                </a:cubicBezTo>
                <a:moveTo>
                  <a:pt x="952207" y="34738"/>
                </a:moveTo>
                <a:cubicBezTo>
                  <a:pt x="952207" y="41160"/>
                  <a:pt x="952834" y="46528"/>
                  <a:pt x="954089" y="50841"/>
                </a:cubicBezTo>
                <a:cubicBezTo>
                  <a:pt x="955344" y="55153"/>
                  <a:pt x="957043" y="58594"/>
                  <a:pt x="959185" y="61163"/>
                </a:cubicBezTo>
                <a:cubicBezTo>
                  <a:pt x="961328" y="63733"/>
                  <a:pt x="963822" y="65568"/>
                  <a:pt x="966668" y="66669"/>
                </a:cubicBezTo>
                <a:cubicBezTo>
                  <a:pt x="969514" y="67770"/>
                  <a:pt x="972529" y="68321"/>
                  <a:pt x="975711" y="68321"/>
                </a:cubicBezTo>
                <a:cubicBezTo>
                  <a:pt x="978955" y="68321"/>
                  <a:pt x="982000" y="67770"/>
                  <a:pt x="984846" y="66669"/>
                </a:cubicBezTo>
                <a:cubicBezTo>
                  <a:pt x="987693" y="65568"/>
                  <a:pt x="990202" y="63733"/>
                  <a:pt x="992375" y="61163"/>
                </a:cubicBezTo>
                <a:cubicBezTo>
                  <a:pt x="994548" y="58594"/>
                  <a:pt x="996262" y="55153"/>
                  <a:pt x="997516" y="50841"/>
                </a:cubicBezTo>
                <a:cubicBezTo>
                  <a:pt x="998771" y="46528"/>
                  <a:pt x="999399" y="41160"/>
                  <a:pt x="999399" y="34738"/>
                </a:cubicBezTo>
                <a:cubicBezTo>
                  <a:pt x="999399" y="28499"/>
                  <a:pt x="998771" y="23254"/>
                  <a:pt x="997516" y="19002"/>
                </a:cubicBezTo>
                <a:cubicBezTo>
                  <a:pt x="996262" y="14751"/>
                  <a:pt x="994548" y="11341"/>
                  <a:pt x="992375" y="8771"/>
                </a:cubicBezTo>
                <a:cubicBezTo>
                  <a:pt x="990202" y="6202"/>
                  <a:pt x="987693" y="4367"/>
                  <a:pt x="984846" y="3266"/>
                </a:cubicBezTo>
                <a:cubicBezTo>
                  <a:pt x="982000" y="2164"/>
                  <a:pt x="978955" y="1614"/>
                  <a:pt x="975711" y="1614"/>
                </a:cubicBezTo>
                <a:cubicBezTo>
                  <a:pt x="972529" y="1614"/>
                  <a:pt x="969514" y="2164"/>
                  <a:pt x="966668" y="3266"/>
                </a:cubicBezTo>
                <a:cubicBezTo>
                  <a:pt x="963822" y="4367"/>
                  <a:pt x="961328" y="6202"/>
                  <a:pt x="959185" y="8771"/>
                </a:cubicBezTo>
                <a:cubicBezTo>
                  <a:pt x="957043" y="11341"/>
                  <a:pt x="955344" y="14751"/>
                  <a:pt x="954089" y="19002"/>
                </a:cubicBezTo>
                <a:cubicBezTo>
                  <a:pt x="952834" y="23254"/>
                  <a:pt x="952207" y="28499"/>
                  <a:pt x="952207" y="34738"/>
                </a:cubicBezTo>
                <a:close/>
                <a:moveTo>
                  <a:pt x="1016505" y="34738"/>
                </a:moveTo>
                <a:cubicBezTo>
                  <a:pt x="1016505" y="33637"/>
                  <a:pt x="1016521" y="32308"/>
                  <a:pt x="1016551" y="30750"/>
                </a:cubicBezTo>
                <a:cubicBezTo>
                  <a:pt x="1016582" y="29192"/>
                  <a:pt x="1016689" y="27588"/>
                  <a:pt x="1016872" y="25938"/>
                </a:cubicBezTo>
                <a:cubicBezTo>
                  <a:pt x="1017056" y="24288"/>
                  <a:pt x="1017362" y="22654"/>
                  <a:pt x="1017790" y="21035"/>
                </a:cubicBezTo>
                <a:cubicBezTo>
                  <a:pt x="1018219" y="19416"/>
                  <a:pt x="1018815" y="17964"/>
                  <a:pt x="1019580" y="16681"/>
                </a:cubicBezTo>
                <a:cubicBezTo>
                  <a:pt x="1020346" y="15398"/>
                  <a:pt x="1021326" y="14359"/>
                  <a:pt x="1022519" y="13565"/>
                </a:cubicBezTo>
                <a:cubicBezTo>
                  <a:pt x="1023713" y="12770"/>
                  <a:pt x="1025197" y="12373"/>
                  <a:pt x="1026972" y="12373"/>
                </a:cubicBezTo>
                <a:cubicBezTo>
                  <a:pt x="1028747" y="12373"/>
                  <a:pt x="1030247" y="12770"/>
                  <a:pt x="1031471" y="13565"/>
                </a:cubicBezTo>
                <a:cubicBezTo>
                  <a:pt x="1032696" y="14359"/>
                  <a:pt x="1033706" y="15398"/>
                  <a:pt x="1034502" y="16681"/>
                </a:cubicBezTo>
                <a:cubicBezTo>
                  <a:pt x="1035297" y="17964"/>
                  <a:pt x="1035894" y="19416"/>
                  <a:pt x="1036292" y="21035"/>
                </a:cubicBezTo>
                <a:cubicBezTo>
                  <a:pt x="1036690" y="22654"/>
                  <a:pt x="1036996" y="24288"/>
                  <a:pt x="1037210" y="25938"/>
                </a:cubicBezTo>
                <a:cubicBezTo>
                  <a:pt x="1037423" y="27588"/>
                  <a:pt x="1037546" y="29192"/>
                  <a:pt x="1037577" y="30750"/>
                </a:cubicBezTo>
                <a:cubicBezTo>
                  <a:pt x="1037607" y="32308"/>
                  <a:pt x="1037623" y="33637"/>
                  <a:pt x="1037623" y="34738"/>
                </a:cubicBezTo>
                <a:cubicBezTo>
                  <a:pt x="1037623" y="36570"/>
                  <a:pt x="1037562" y="38785"/>
                  <a:pt x="1037439" y="41382"/>
                </a:cubicBezTo>
                <a:cubicBezTo>
                  <a:pt x="1037317" y="43979"/>
                  <a:pt x="1036935" y="46485"/>
                  <a:pt x="1036292" y="48898"/>
                </a:cubicBezTo>
                <a:cubicBezTo>
                  <a:pt x="1035649" y="51311"/>
                  <a:pt x="1034609" y="53374"/>
                  <a:pt x="1033169" y="55085"/>
                </a:cubicBezTo>
                <a:cubicBezTo>
                  <a:pt x="1031731" y="56796"/>
                  <a:pt x="1029665" y="57651"/>
                  <a:pt x="1026972" y="57651"/>
                </a:cubicBezTo>
                <a:cubicBezTo>
                  <a:pt x="1024340" y="57651"/>
                  <a:pt x="1022320" y="56796"/>
                  <a:pt x="1020911" y="55085"/>
                </a:cubicBezTo>
                <a:cubicBezTo>
                  <a:pt x="1019504" y="53374"/>
                  <a:pt x="1018479" y="51311"/>
                  <a:pt x="1017836" y="48898"/>
                </a:cubicBezTo>
                <a:cubicBezTo>
                  <a:pt x="1017194" y="46485"/>
                  <a:pt x="1016811" y="43979"/>
                  <a:pt x="1016689" y="41382"/>
                </a:cubicBezTo>
                <a:cubicBezTo>
                  <a:pt x="1016566" y="38785"/>
                  <a:pt x="1016505" y="36570"/>
                  <a:pt x="1016505" y="34738"/>
                </a:cubicBezTo>
                <a:moveTo>
                  <a:pt x="1003468" y="34738"/>
                </a:moveTo>
                <a:cubicBezTo>
                  <a:pt x="1003468" y="41160"/>
                  <a:pt x="1004095" y="46528"/>
                  <a:pt x="1005350" y="50841"/>
                </a:cubicBezTo>
                <a:cubicBezTo>
                  <a:pt x="1006605" y="55153"/>
                  <a:pt x="1008304" y="58594"/>
                  <a:pt x="1010446" y="61163"/>
                </a:cubicBezTo>
                <a:cubicBezTo>
                  <a:pt x="1012589" y="63733"/>
                  <a:pt x="1015083" y="65568"/>
                  <a:pt x="1017929" y="66669"/>
                </a:cubicBezTo>
                <a:cubicBezTo>
                  <a:pt x="1020775" y="67770"/>
                  <a:pt x="1023790" y="68321"/>
                  <a:pt x="1026972" y="68321"/>
                </a:cubicBezTo>
                <a:cubicBezTo>
                  <a:pt x="1030216" y="68321"/>
                  <a:pt x="1033261" y="67770"/>
                  <a:pt x="1036107" y="66669"/>
                </a:cubicBezTo>
                <a:cubicBezTo>
                  <a:pt x="1038954" y="65568"/>
                  <a:pt x="1041463" y="63733"/>
                  <a:pt x="1043636" y="61163"/>
                </a:cubicBezTo>
                <a:cubicBezTo>
                  <a:pt x="1045809" y="58594"/>
                  <a:pt x="1047523" y="55153"/>
                  <a:pt x="1048777" y="50841"/>
                </a:cubicBezTo>
                <a:cubicBezTo>
                  <a:pt x="1050032" y="46528"/>
                  <a:pt x="1050660" y="41160"/>
                  <a:pt x="1050660" y="34738"/>
                </a:cubicBezTo>
                <a:cubicBezTo>
                  <a:pt x="1050660" y="28499"/>
                  <a:pt x="1050032" y="23254"/>
                  <a:pt x="1048777" y="19002"/>
                </a:cubicBezTo>
                <a:cubicBezTo>
                  <a:pt x="1047523" y="14751"/>
                  <a:pt x="1045809" y="11341"/>
                  <a:pt x="1043636" y="8771"/>
                </a:cubicBezTo>
                <a:cubicBezTo>
                  <a:pt x="1041463" y="6202"/>
                  <a:pt x="1038954" y="4367"/>
                  <a:pt x="1036107" y="3266"/>
                </a:cubicBezTo>
                <a:cubicBezTo>
                  <a:pt x="1033261" y="2164"/>
                  <a:pt x="1030216" y="1614"/>
                  <a:pt x="1026972" y="1614"/>
                </a:cubicBezTo>
                <a:cubicBezTo>
                  <a:pt x="1023790" y="1614"/>
                  <a:pt x="1020775" y="2164"/>
                  <a:pt x="1017929" y="3266"/>
                </a:cubicBezTo>
                <a:cubicBezTo>
                  <a:pt x="1015083" y="4367"/>
                  <a:pt x="1012589" y="6202"/>
                  <a:pt x="1010446" y="8771"/>
                </a:cubicBezTo>
                <a:cubicBezTo>
                  <a:pt x="1008304" y="11341"/>
                  <a:pt x="1006605" y="14751"/>
                  <a:pt x="1005350" y="19002"/>
                </a:cubicBezTo>
                <a:cubicBezTo>
                  <a:pt x="1004095" y="23254"/>
                  <a:pt x="1003468" y="28499"/>
                  <a:pt x="1003468" y="34738"/>
                </a:cubicBezTo>
                <a:close/>
                <a:moveTo>
                  <a:pt x="1077132" y="83742"/>
                </a:moveTo>
                <a:lnTo>
                  <a:pt x="1077132" y="0"/>
                </a:lnTo>
                <a:lnTo>
                  <a:pt x="1052894" y="0"/>
                </a:lnTo>
                <a:lnTo>
                  <a:pt x="1052894" y="10311"/>
                </a:lnTo>
                <a:lnTo>
                  <a:pt x="1064095" y="10311"/>
                </a:lnTo>
                <a:lnTo>
                  <a:pt x="1064095" y="73431"/>
                </a:lnTo>
                <a:lnTo>
                  <a:pt x="1052894" y="73431"/>
                </a:lnTo>
                <a:lnTo>
                  <a:pt x="1052894" y="83742"/>
                </a:lnTo>
                <a:lnTo>
                  <a:pt x="1077132" y="8374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y=torch.arccos(y)">
            <a:extLst xmlns:a="http://schemas.openxmlformats.org/drawingml/2006/main">
              <a:ext uri="{FF2B5EF4-FFF2-40B4-BE49-F238E27FC236}">
                <a16:creationId xmlns:a16="http://schemas.microsoft.com/office/drawing/2014/main" id="{43E6EB1E-6187-4349-8EF9-91672E2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49" y="6192863"/>
            <a:ext cx="806320" cy="83742"/>
          </a:xfrm>
          <a:custGeom xmlns:a="http://schemas.openxmlformats.org/drawingml/2006/main">
            <a:pathLst>
              <a:path w="806320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74962" y="19725"/>
                </a:moveTo>
                <a:lnTo>
                  <a:pt x="174962" y="5469"/>
                </a:lnTo>
                <a:lnTo>
                  <a:pt x="161925" y="5469"/>
                </a:lnTo>
                <a:lnTo>
                  <a:pt x="161925" y="19725"/>
                </a:lnTo>
                <a:lnTo>
                  <a:pt x="154029" y="19725"/>
                </a:lnTo>
                <a:lnTo>
                  <a:pt x="154029" y="28422"/>
                </a:lnTo>
                <a:lnTo>
                  <a:pt x="161925" y="28422"/>
                </a:lnTo>
                <a:lnTo>
                  <a:pt x="161925" y="56409"/>
                </a:lnTo>
                <a:cubicBezTo>
                  <a:pt x="161925" y="58795"/>
                  <a:pt x="162323" y="60722"/>
                  <a:pt x="163118" y="62190"/>
                </a:cubicBezTo>
                <a:cubicBezTo>
                  <a:pt x="163914" y="63658"/>
                  <a:pt x="165000" y="64790"/>
                  <a:pt x="166377" y="65586"/>
                </a:cubicBezTo>
                <a:cubicBezTo>
                  <a:pt x="167755" y="66381"/>
                  <a:pt x="169346" y="66916"/>
                  <a:pt x="171151" y="67190"/>
                </a:cubicBezTo>
                <a:cubicBezTo>
                  <a:pt x="172958" y="67466"/>
                  <a:pt x="174871" y="67603"/>
                  <a:pt x="176891" y="67603"/>
                </a:cubicBezTo>
                <a:cubicBezTo>
                  <a:pt x="178176" y="67603"/>
                  <a:pt x="179492" y="67573"/>
                  <a:pt x="180839" y="67514"/>
                </a:cubicBezTo>
                <a:cubicBezTo>
                  <a:pt x="182186" y="67454"/>
                  <a:pt x="183410" y="67334"/>
                  <a:pt x="184511" y="67155"/>
                </a:cubicBezTo>
                <a:lnTo>
                  <a:pt x="184511" y="57015"/>
                </a:lnTo>
                <a:cubicBezTo>
                  <a:pt x="183899" y="57137"/>
                  <a:pt x="183256" y="57229"/>
                  <a:pt x="182583" y="57291"/>
                </a:cubicBezTo>
                <a:cubicBezTo>
                  <a:pt x="181910" y="57352"/>
                  <a:pt x="181206" y="57382"/>
                  <a:pt x="180472" y="57382"/>
                </a:cubicBezTo>
                <a:cubicBezTo>
                  <a:pt x="178268" y="57382"/>
                  <a:pt x="176798" y="57016"/>
                  <a:pt x="176063" y="56282"/>
                </a:cubicBezTo>
                <a:cubicBezTo>
                  <a:pt x="175329" y="55549"/>
                  <a:pt x="174962" y="54083"/>
                  <a:pt x="174962" y="51884"/>
                </a:cubicBezTo>
                <a:lnTo>
                  <a:pt x="174962" y="28422"/>
                </a:lnTo>
                <a:lnTo>
                  <a:pt x="184511" y="28422"/>
                </a:lnTo>
                <a:lnTo>
                  <a:pt x="184511" y="19725"/>
                </a:lnTo>
                <a:lnTo>
                  <a:pt x="174962" y="19725"/>
                </a:lnTo>
                <a:close/>
                <a:moveTo>
                  <a:pt x="202138" y="43486"/>
                </a:moveTo>
                <a:cubicBezTo>
                  <a:pt x="202138" y="41589"/>
                  <a:pt x="202322" y="39722"/>
                  <a:pt x="202689" y="37885"/>
                </a:cubicBezTo>
                <a:cubicBezTo>
                  <a:pt x="203056" y="36048"/>
                  <a:pt x="203683" y="34426"/>
                  <a:pt x="204570" y="33019"/>
                </a:cubicBezTo>
                <a:cubicBezTo>
                  <a:pt x="205458" y="31610"/>
                  <a:pt x="206637" y="30462"/>
                  <a:pt x="208106" y="29575"/>
                </a:cubicBezTo>
                <a:cubicBezTo>
                  <a:pt x="209575" y="28687"/>
                  <a:pt x="211411" y="28243"/>
                  <a:pt x="213614" y="28243"/>
                </a:cubicBezTo>
                <a:cubicBezTo>
                  <a:pt x="215819" y="28243"/>
                  <a:pt x="217670" y="28687"/>
                  <a:pt x="219169" y="29575"/>
                </a:cubicBezTo>
                <a:cubicBezTo>
                  <a:pt x="220669" y="30462"/>
                  <a:pt x="221863" y="31610"/>
                  <a:pt x="222750" y="33019"/>
                </a:cubicBezTo>
                <a:cubicBezTo>
                  <a:pt x="223638" y="34426"/>
                  <a:pt x="224266" y="36048"/>
                  <a:pt x="224633" y="37885"/>
                </a:cubicBezTo>
                <a:cubicBezTo>
                  <a:pt x="225000" y="39722"/>
                  <a:pt x="225183" y="41589"/>
                  <a:pt x="225183" y="43486"/>
                </a:cubicBezTo>
                <a:cubicBezTo>
                  <a:pt x="225183" y="45384"/>
                  <a:pt x="225000" y="47236"/>
                  <a:pt x="224633" y="49042"/>
                </a:cubicBezTo>
                <a:cubicBezTo>
                  <a:pt x="224266" y="50848"/>
                  <a:pt x="223638" y="52470"/>
                  <a:pt x="222750" y="53909"/>
                </a:cubicBezTo>
                <a:cubicBezTo>
                  <a:pt x="221863" y="55348"/>
                  <a:pt x="220669" y="56495"/>
                  <a:pt x="219169" y="57353"/>
                </a:cubicBezTo>
                <a:cubicBezTo>
                  <a:pt x="217670" y="58209"/>
                  <a:pt x="215819" y="58637"/>
                  <a:pt x="213614" y="58637"/>
                </a:cubicBezTo>
                <a:cubicBezTo>
                  <a:pt x="211411" y="58637"/>
                  <a:pt x="209575" y="58209"/>
                  <a:pt x="208106" y="57353"/>
                </a:cubicBezTo>
                <a:cubicBezTo>
                  <a:pt x="206637" y="56495"/>
                  <a:pt x="205458" y="55348"/>
                  <a:pt x="204570" y="53909"/>
                </a:cubicBezTo>
                <a:cubicBezTo>
                  <a:pt x="203683" y="52470"/>
                  <a:pt x="203056" y="50848"/>
                  <a:pt x="202689" y="49042"/>
                </a:cubicBezTo>
                <a:cubicBezTo>
                  <a:pt x="202322" y="47236"/>
                  <a:pt x="202138" y="45384"/>
                  <a:pt x="202138" y="43486"/>
                </a:cubicBezTo>
                <a:moveTo>
                  <a:pt x="189101" y="43488"/>
                </a:moveTo>
                <a:cubicBezTo>
                  <a:pt x="189101" y="47289"/>
                  <a:pt x="189682" y="50722"/>
                  <a:pt x="190845" y="53787"/>
                </a:cubicBezTo>
                <a:cubicBezTo>
                  <a:pt x="192008" y="56853"/>
                  <a:pt x="193661" y="59474"/>
                  <a:pt x="195803" y="61651"/>
                </a:cubicBezTo>
                <a:cubicBezTo>
                  <a:pt x="197946" y="63827"/>
                  <a:pt x="200516" y="65498"/>
                  <a:pt x="203515" y="66663"/>
                </a:cubicBezTo>
                <a:cubicBezTo>
                  <a:pt x="206515" y="67828"/>
                  <a:pt x="209881" y="68410"/>
                  <a:pt x="213614" y="68410"/>
                </a:cubicBezTo>
                <a:cubicBezTo>
                  <a:pt x="217348" y="68410"/>
                  <a:pt x="220730" y="67828"/>
                  <a:pt x="223760" y="66663"/>
                </a:cubicBezTo>
                <a:cubicBezTo>
                  <a:pt x="226790" y="65498"/>
                  <a:pt x="229376" y="63827"/>
                  <a:pt x="231518" y="61651"/>
                </a:cubicBezTo>
                <a:cubicBezTo>
                  <a:pt x="233661" y="59474"/>
                  <a:pt x="235314" y="56853"/>
                  <a:pt x="236476" y="53787"/>
                </a:cubicBezTo>
                <a:cubicBezTo>
                  <a:pt x="237639" y="50722"/>
                  <a:pt x="238220" y="47289"/>
                  <a:pt x="238220" y="43488"/>
                </a:cubicBezTo>
                <a:cubicBezTo>
                  <a:pt x="238220" y="39687"/>
                  <a:pt x="237639" y="36238"/>
                  <a:pt x="236476" y="33142"/>
                </a:cubicBezTo>
                <a:cubicBezTo>
                  <a:pt x="235314" y="30045"/>
                  <a:pt x="233661" y="27408"/>
                  <a:pt x="231518" y="25232"/>
                </a:cubicBezTo>
                <a:cubicBezTo>
                  <a:pt x="229376" y="23055"/>
                  <a:pt x="226790" y="21369"/>
                  <a:pt x="223760" y="20173"/>
                </a:cubicBezTo>
                <a:cubicBezTo>
                  <a:pt x="220730" y="18978"/>
                  <a:pt x="217348" y="18380"/>
                  <a:pt x="213614" y="18380"/>
                </a:cubicBezTo>
                <a:cubicBezTo>
                  <a:pt x="209881" y="18380"/>
                  <a:pt x="206515" y="18978"/>
                  <a:pt x="203515" y="20173"/>
                </a:cubicBezTo>
                <a:cubicBezTo>
                  <a:pt x="200516" y="21369"/>
                  <a:pt x="197946" y="23055"/>
                  <a:pt x="195803" y="25232"/>
                </a:cubicBezTo>
                <a:cubicBezTo>
                  <a:pt x="193661" y="27408"/>
                  <a:pt x="192008" y="30045"/>
                  <a:pt x="190845" y="33142"/>
                </a:cubicBezTo>
                <a:cubicBezTo>
                  <a:pt x="189682" y="36238"/>
                  <a:pt x="189101" y="39687"/>
                  <a:pt x="189101" y="43488"/>
                </a:cubicBezTo>
                <a:close/>
                <a:moveTo>
                  <a:pt x="246422" y="19654"/>
                </a:moveTo>
                <a:lnTo>
                  <a:pt x="246422" y="67155"/>
                </a:lnTo>
                <a:lnTo>
                  <a:pt x="259460" y="67155"/>
                </a:lnTo>
                <a:lnTo>
                  <a:pt x="259460" y="45740"/>
                </a:lnTo>
                <a:cubicBezTo>
                  <a:pt x="259460" y="43596"/>
                  <a:pt x="259674" y="41605"/>
                  <a:pt x="260103" y="39767"/>
                </a:cubicBezTo>
                <a:cubicBezTo>
                  <a:pt x="260531" y="37929"/>
                  <a:pt x="261250" y="36321"/>
                  <a:pt x="262260" y="34942"/>
                </a:cubicBezTo>
                <a:cubicBezTo>
                  <a:pt x="263270" y="33564"/>
                  <a:pt x="264601" y="32476"/>
                  <a:pt x="266253" y="31679"/>
                </a:cubicBezTo>
                <a:cubicBezTo>
                  <a:pt x="267906" y="30883"/>
                  <a:pt x="269926" y="30484"/>
                  <a:pt x="272313" y="30484"/>
                </a:cubicBezTo>
                <a:cubicBezTo>
                  <a:pt x="273109" y="30484"/>
                  <a:pt x="273935" y="30531"/>
                  <a:pt x="274791" y="30623"/>
                </a:cubicBezTo>
                <a:cubicBezTo>
                  <a:pt x="275649" y="30714"/>
                  <a:pt x="276383" y="30821"/>
                  <a:pt x="276995" y="30944"/>
                </a:cubicBezTo>
                <a:lnTo>
                  <a:pt x="276995" y="18838"/>
                </a:lnTo>
                <a:cubicBezTo>
                  <a:pt x="275955" y="18533"/>
                  <a:pt x="275006" y="18380"/>
                  <a:pt x="274150" y="18380"/>
                </a:cubicBezTo>
                <a:cubicBezTo>
                  <a:pt x="272497" y="18380"/>
                  <a:pt x="270905" y="18625"/>
                  <a:pt x="269375" y="19114"/>
                </a:cubicBezTo>
                <a:cubicBezTo>
                  <a:pt x="267846" y="19603"/>
                  <a:pt x="266407" y="20290"/>
                  <a:pt x="265060" y="21176"/>
                </a:cubicBezTo>
                <a:cubicBezTo>
                  <a:pt x="263714" y="22063"/>
                  <a:pt x="262520" y="23133"/>
                  <a:pt x="261480" y="24386"/>
                </a:cubicBezTo>
                <a:cubicBezTo>
                  <a:pt x="260439" y="25639"/>
                  <a:pt x="259613" y="27000"/>
                  <a:pt x="259000" y="28467"/>
                </a:cubicBezTo>
                <a:lnTo>
                  <a:pt x="258817" y="28467"/>
                </a:lnTo>
                <a:lnTo>
                  <a:pt x="258817" y="19654"/>
                </a:lnTo>
                <a:lnTo>
                  <a:pt x="246422" y="19654"/>
                </a:lnTo>
                <a:close/>
                <a:moveTo>
                  <a:pt x="314700" y="36402"/>
                </a:moveTo>
                <a:lnTo>
                  <a:pt x="327461" y="36402"/>
                </a:lnTo>
                <a:cubicBezTo>
                  <a:pt x="327278" y="33337"/>
                  <a:pt x="326543" y="30686"/>
                  <a:pt x="325257" y="28449"/>
                </a:cubicBezTo>
                <a:cubicBezTo>
                  <a:pt x="323972" y="26211"/>
                  <a:pt x="322304" y="24341"/>
                  <a:pt x="320253" y="22839"/>
                </a:cubicBezTo>
                <a:cubicBezTo>
                  <a:pt x="318203" y="21338"/>
                  <a:pt x="315878" y="20219"/>
                  <a:pt x="313277" y="19484"/>
                </a:cubicBezTo>
                <a:cubicBezTo>
                  <a:pt x="310676" y="18748"/>
                  <a:pt x="307967" y="18380"/>
                  <a:pt x="305151" y="18380"/>
                </a:cubicBezTo>
                <a:cubicBezTo>
                  <a:pt x="301295" y="18380"/>
                  <a:pt x="297867" y="19024"/>
                  <a:pt x="294867" y="20312"/>
                </a:cubicBezTo>
                <a:cubicBezTo>
                  <a:pt x="291868" y="21599"/>
                  <a:pt x="289328" y="23392"/>
                  <a:pt x="287247" y="25692"/>
                </a:cubicBezTo>
                <a:cubicBezTo>
                  <a:pt x="285166" y="27991"/>
                  <a:pt x="283590" y="30720"/>
                  <a:pt x="282519" y="33877"/>
                </a:cubicBezTo>
                <a:cubicBezTo>
                  <a:pt x="281448" y="37034"/>
                  <a:pt x="280912" y="40452"/>
                  <a:pt x="280912" y="44131"/>
                </a:cubicBezTo>
                <a:cubicBezTo>
                  <a:pt x="280912" y="47687"/>
                  <a:pt x="281494" y="50952"/>
                  <a:pt x="282656" y="53926"/>
                </a:cubicBezTo>
                <a:cubicBezTo>
                  <a:pt x="283819" y="56899"/>
                  <a:pt x="285441" y="59458"/>
                  <a:pt x="287522" y="61605"/>
                </a:cubicBezTo>
                <a:cubicBezTo>
                  <a:pt x="289604" y="63751"/>
                  <a:pt x="292129" y="65422"/>
                  <a:pt x="295097" y="66617"/>
                </a:cubicBezTo>
                <a:cubicBezTo>
                  <a:pt x="298066" y="67813"/>
                  <a:pt x="301325" y="68410"/>
                  <a:pt x="304875" y="68410"/>
                </a:cubicBezTo>
                <a:cubicBezTo>
                  <a:pt x="311179" y="68410"/>
                  <a:pt x="316351" y="66751"/>
                  <a:pt x="320391" y="63433"/>
                </a:cubicBezTo>
                <a:cubicBezTo>
                  <a:pt x="324431" y="60114"/>
                  <a:pt x="326880" y="55302"/>
                  <a:pt x="327737" y="48998"/>
                </a:cubicBezTo>
                <a:lnTo>
                  <a:pt x="315158" y="48998"/>
                </a:lnTo>
                <a:cubicBezTo>
                  <a:pt x="314730" y="51936"/>
                  <a:pt x="313674" y="54277"/>
                  <a:pt x="311991" y="56022"/>
                </a:cubicBezTo>
                <a:cubicBezTo>
                  <a:pt x="310308" y="57766"/>
                  <a:pt x="307905" y="58637"/>
                  <a:pt x="304784" y="58637"/>
                </a:cubicBezTo>
                <a:cubicBezTo>
                  <a:pt x="302764" y="58637"/>
                  <a:pt x="301050" y="58178"/>
                  <a:pt x="299641" y="57260"/>
                </a:cubicBezTo>
                <a:cubicBezTo>
                  <a:pt x="298234" y="56342"/>
                  <a:pt x="297117" y="55164"/>
                  <a:pt x="296290" y="53726"/>
                </a:cubicBezTo>
                <a:cubicBezTo>
                  <a:pt x="295465" y="52287"/>
                  <a:pt x="294868" y="50679"/>
                  <a:pt x="294500" y="48904"/>
                </a:cubicBezTo>
                <a:cubicBezTo>
                  <a:pt x="294133" y="47128"/>
                  <a:pt x="293949" y="45384"/>
                  <a:pt x="293949" y="43670"/>
                </a:cubicBezTo>
                <a:cubicBezTo>
                  <a:pt x="293949" y="41894"/>
                  <a:pt x="294133" y="40104"/>
                  <a:pt x="294500" y="38299"/>
                </a:cubicBezTo>
                <a:cubicBezTo>
                  <a:pt x="294868" y="36492"/>
                  <a:pt x="295496" y="34839"/>
                  <a:pt x="296383" y="33339"/>
                </a:cubicBezTo>
                <a:cubicBezTo>
                  <a:pt x="297270" y="31839"/>
                  <a:pt x="298417" y="30615"/>
                  <a:pt x="299825" y="29666"/>
                </a:cubicBezTo>
                <a:cubicBezTo>
                  <a:pt x="301233" y="28717"/>
                  <a:pt x="302978" y="28243"/>
                  <a:pt x="305059" y="28243"/>
                </a:cubicBezTo>
                <a:cubicBezTo>
                  <a:pt x="310629" y="28243"/>
                  <a:pt x="313843" y="30962"/>
                  <a:pt x="314700" y="36402"/>
                </a:cubicBezTo>
                <a:close/>
                <a:moveTo>
                  <a:pt x="335173" y="1614"/>
                </a:moveTo>
                <a:lnTo>
                  <a:pt x="335173" y="67155"/>
                </a:lnTo>
                <a:lnTo>
                  <a:pt x="348211" y="67155"/>
                </a:lnTo>
                <a:lnTo>
                  <a:pt x="348211" y="42277"/>
                </a:lnTo>
                <a:cubicBezTo>
                  <a:pt x="348211" y="37442"/>
                  <a:pt x="349006" y="33969"/>
                  <a:pt x="350598" y="31859"/>
                </a:cubicBezTo>
                <a:cubicBezTo>
                  <a:pt x="352189" y="29747"/>
                  <a:pt x="354760" y="28691"/>
                  <a:pt x="358310" y="28691"/>
                </a:cubicBezTo>
                <a:cubicBezTo>
                  <a:pt x="361432" y="28691"/>
                  <a:pt x="363605" y="29655"/>
                  <a:pt x="364828" y="31583"/>
                </a:cubicBezTo>
                <a:cubicBezTo>
                  <a:pt x="366053" y="33510"/>
                  <a:pt x="366665" y="36433"/>
                  <a:pt x="366665" y="40350"/>
                </a:cubicBezTo>
                <a:lnTo>
                  <a:pt x="366665" y="67155"/>
                </a:lnTo>
                <a:lnTo>
                  <a:pt x="379702" y="67155"/>
                </a:lnTo>
                <a:lnTo>
                  <a:pt x="379702" y="37946"/>
                </a:lnTo>
                <a:cubicBezTo>
                  <a:pt x="379702" y="35006"/>
                  <a:pt x="379442" y="32327"/>
                  <a:pt x="378922" y="29908"/>
                </a:cubicBezTo>
                <a:cubicBezTo>
                  <a:pt x="378402" y="27490"/>
                  <a:pt x="377498" y="25438"/>
                  <a:pt x="376212" y="23754"/>
                </a:cubicBezTo>
                <a:cubicBezTo>
                  <a:pt x="374927" y="22070"/>
                  <a:pt x="373168" y="20754"/>
                  <a:pt x="370934" y="19805"/>
                </a:cubicBezTo>
                <a:cubicBezTo>
                  <a:pt x="368700" y="18855"/>
                  <a:pt x="365838" y="18380"/>
                  <a:pt x="362350" y="18380"/>
                </a:cubicBezTo>
                <a:cubicBezTo>
                  <a:pt x="359901" y="18380"/>
                  <a:pt x="357391" y="19009"/>
                  <a:pt x="354820" y="20267"/>
                </a:cubicBezTo>
                <a:cubicBezTo>
                  <a:pt x="352250" y="21525"/>
                  <a:pt x="350139" y="23535"/>
                  <a:pt x="348487" y="26297"/>
                </a:cubicBezTo>
                <a:lnTo>
                  <a:pt x="348211" y="26297"/>
                </a:lnTo>
                <a:lnTo>
                  <a:pt x="348211" y="1614"/>
                </a:lnTo>
                <a:lnTo>
                  <a:pt x="335173" y="1614"/>
                </a:lnTo>
                <a:close/>
                <a:moveTo>
                  <a:pt x="390046" y="52989"/>
                </a:moveTo>
                <a:lnTo>
                  <a:pt x="390046" y="67155"/>
                </a:lnTo>
                <a:lnTo>
                  <a:pt x="404460" y="67155"/>
                </a:lnTo>
                <a:lnTo>
                  <a:pt x="404460" y="52989"/>
                </a:lnTo>
                <a:lnTo>
                  <a:pt x="390046" y="52989"/>
                </a:lnTo>
                <a:close/>
                <a:moveTo>
                  <a:pt x="414193" y="34286"/>
                </a:moveTo>
                <a:cubicBezTo>
                  <a:pt x="414376" y="31226"/>
                  <a:pt x="415141" y="28686"/>
                  <a:pt x="416488" y="26667"/>
                </a:cubicBezTo>
                <a:cubicBezTo>
                  <a:pt x="417834" y="24647"/>
                  <a:pt x="419548" y="23024"/>
                  <a:pt x="421629" y="21800"/>
                </a:cubicBezTo>
                <a:cubicBezTo>
                  <a:pt x="423710" y="20575"/>
                  <a:pt x="426051" y="19703"/>
                  <a:pt x="428652" y="19183"/>
                </a:cubicBezTo>
                <a:cubicBezTo>
                  <a:pt x="431254" y="18663"/>
                  <a:pt x="433871" y="18403"/>
                  <a:pt x="436503" y="18403"/>
                </a:cubicBezTo>
                <a:cubicBezTo>
                  <a:pt x="438890" y="18403"/>
                  <a:pt x="441308" y="18571"/>
                  <a:pt x="443755" y="18908"/>
                </a:cubicBezTo>
                <a:cubicBezTo>
                  <a:pt x="446204" y="19245"/>
                  <a:pt x="448438" y="19903"/>
                  <a:pt x="450457" y="20882"/>
                </a:cubicBezTo>
                <a:cubicBezTo>
                  <a:pt x="452478" y="21861"/>
                  <a:pt x="454130" y="23223"/>
                  <a:pt x="455415" y="24967"/>
                </a:cubicBezTo>
                <a:cubicBezTo>
                  <a:pt x="456701" y="26712"/>
                  <a:pt x="457344" y="29023"/>
                  <a:pt x="457344" y="31899"/>
                </a:cubicBezTo>
                <a:lnTo>
                  <a:pt x="457344" y="56596"/>
                </a:lnTo>
                <a:cubicBezTo>
                  <a:pt x="457344" y="58739"/>
                  <a:pt x="457467" y="60789"/>
                  <a:pt x="457712" y="62748"/>
                </a:cubicBezTo>
                <a:cubicBezTo>
                  <a:pt x="457956" y="64706"/>
                  <a:pt x="458384" y="66175"/>
                  <a:pt x="458996" y="67155"/>
                </a:cubicBezTo>
                <a:lnTo>
                  <a:pt x="445776" y="67155"/>
                </a:lnTo>
                <a:cubicBezTo>
                  <a:pt x="445531" y="66421"/>
                  <a:pt x="445332" y="65671"/>
                  <a:pt x="445179" y="64907"/>
                </a:cubicBezTo>
                <a:cubicBezTo>
                  <a:pt x="445026" y="64141"/>
                  <a:pt x="444919" y="63360"/>
                  <a:pt x="444858" y="62564"/>
                </a:cubicBezTo>
                <a:cubicBezTo>
                  <a:pt x="442777" y="64707"/>
                  <a:pt x="440329" y="66207"/>
                  <a:pt x="437513" y="67064"/>
                </a:cubicBezTo>
                <a:cubicBezTo>
                  <a:pt x="434697" y="67920"/>
                  <a:pt x="431820" y="68349"/>
                  <a:pt x="428882" y="68349"/>
                </a:cubicBezTo>
                <a:cubicBezTo>
                  <a:pt x="426618" y="68349"/>
                  <a:pt x="424506" y="68073"/>
                  <a:pt x="422547" y="67522"/>
                </a:cubicBezTo>
                <a:cubicBezTo>
                  <a:pt x="420588" y="66971"/>
                  <a:pt x="418874" y="66114"/>
                  <a:pt x="417405" y="64951"/>
                </a:cubicBezTo>
                <a:cubicBezTo>
                  <a:pt x="415937" y="63789"/>
                  <a:pt x="414790" y="62320"/>
                  <a:pt x="413963" y="60545"/>
                </a:cubicBezTo>
                <a:cubicBezTo>
                  <a:pt x="413137" y="58770"/>
                  <a:pt x="412723" y="56658"/>
                  <a:pt x="412723" y="54209"/>
                </a:cubicBezTo>
                <a:cubicBezTo>
                  <a:pt x="412723" y="51516"/>
                  <a:pt x="413198" y="49298"/>
                  <a:pt x="414147" y="47553"/>
                </a:cubicBezTo>
                <a:cubicBezTo>
                  <a:pt x="415096" y="45809"/>
                  <a:pt x="416320" y="44416"/>
                  <a:pt x="417819" y="43376"/>
                </a:cubicBezTo>
                <a:cubicBezTo>
                  <a:pt x="419319" y="42335"/>
                  <a:pt x="421032" y="41555"/>
                  <a:pt x="422960" y="41035"/>
                </a:cubicBezTo>
                <a:cubicBezTo>
                  <a:pt x="424889" y="40514"/>
                  <a:pt x="426832" y="40102"/>
                  <a:pt x="428791" y="39796"/>
                </a:cubicBezTo>
                <a:cubicBezTo>
                  <a:pt x="430749" y="39490"/>
                  <a:pt x="432677" y="39245"/>
                  <a:pt x="434574" y="39061"/>
                </a:cubicBezTo>
                <a:cubicBezTo>
                  <a:pt x="436472" y="38877"/>
                  <a:pt x="438155" y="38601"/>
                  <a:pt x="439624" y="38234"/>
                </a:cubicBezTo>
                <a:cubicBezTo>
                  <a:pt x="441093" y="37867"/>
                  <a:pt x="442256" y="37332"/>
                  <a:pt x="443112" y="36629"/>
                </a:cubicBezTo>
                <a:cubicBezTo>
                  <a:pt x="443970" y="35925"/>
                  <a:pt x="444368" y="34899"/>
                  <a:pt x="444307" y="33552"/>
                </a:cubicBezTo>
                <a:cubicBezTo>
                  <a:pt x="444307" y="32144"/>
                  <a:pt x="444078" y="31027"/>
                  <a:pt x="443618" y="30201"/>
                </a:cubicBezTo>
                <a:cubicBezTo>
                  <a:pt x="443159" y="29375"/>
                  <a:pt x="442546" y="28732"/>
                  <a:pt x="441782" y="28274"/>
                </a:cubicBezTo>
                <a:cubicBezTo>
                  <a:pt x="441017" y="27814"/>
                  <a:pt x="440129" y="27508"/>
                  <a:pt x="439118" y="27355"/>
                </a:cubicBezTo>
                <a:cubicBezTo>
                  <a:pt x="438109" y="27201"/>
                  <a:pt x="437023" y="27125"/>
                  <a:pt x="435860" y="27125"/>
                </a:cubicBezTo>
                <a:cubicBezTo>
                  <a:pt x="433290" y="27125"/>
                  <a:pt x="431270" y="27676"/>
                  <a:pt x="429801" y="28778"/>
                </a:cubicBezTo>
                <a:cubicBezTo>
                  <a:pt x="428332" y="29880"/>
                  <a:pt x="427475" y="31716"/>
                  <a:pt x="427230" y="34286"/>
                </a:cubicBezTo>
                <a:lnTo>
                  <a:pt x="414193" y="34286"/>
                </a:lnTo>
                <a:moveTo>
                  <a:pt x="444307" y="43926"/>
                </a:moveTo>
                <a:cubicBezTo>
                  <a:pt x="443756" y="44417"/>
                  <a:pt x="443068" y="44799"/>
                  <a:pt x="442241" y="45075"/>
                </a:cubicBezTo>
                <a:cubicBezTo>
                  <a:pt x="441414" y="45350"/>
                  <a:pt x="440527" y="45580"/>
                  <a:pt x="439578" y="45764"/>
                </a:cubicBezTo>
                <a:cubicBezTo>
                  <a:pt x="438630" y="45947"/>
                  <a:pt x="437635" y="46100"/>
                  <a:pt x="436594" y="46222"/>
                </a:cubicBezTo>
                <a:cubicBezTo>
                  <a:pt x="435553" y="46345"/>
                  <a:pt x="434513" y="46497"/>
                  <a:pt x="433473" y="46680"/>
                </a:cubicBezTo>
                <a:cubicBezTo>
                  <a:pt x="432494" y="46864"/>
                  <a:pt x="431530" y="47110"/>
                  <a:pt x="430581" y="47416"/>
                </a:cubicBezTo>
                <a:cubicBezTo>
                  <a:pt x="429632" y="47721"/>
                  <a:pt x="428806" y="48135"/>
                  <a:pt x="428101" y="48656"/>
                </a:cubicBezTo>
                <a:cubicBezTo>
                  <a:pt x="427398" y="49176"/>
                  <a:pt x="426832" y="49834"/>
                  <a:pt x="426403" y="50630"/>
                </a:cubicBezTo>
                <a:cubicBezTo>
                  <a:pt x="425975" y="51424"/>
                  <a:pt x="425760" y="52434"/>
                  <a:pt x="425760" y="53658"/>
                </a:cubicBezTo>
                <a:cubicBezTo>
                  <a:pt x="425760" y="54821"/>
                  <a:pt x="425975" y="55801"/>
                  <a:pt x="426403" y="56596"/>
                </a:cubicBezTo>
                <a:cubicBezTo>
                  <a:pt x="426832" y="57392"/>
                  <a:pt x="427414" y="58020"/>
                  <a:pt x="428148" y="58479"/>
                </a:cubicBezTo>
                <a:cubicBezTo>
                  <a:pt x="428883" y="58938"/>
                  <a:pt x="429740" y="59259"/>
                  <a:pt x="430718" y="59443"/>
                </a:cubicBezTo>
                <a:cubicBezTo>
                  <a:pt x="431698" y="59627"/>
                  <a:pt x="432708" y="59719"/>
                  <a:pt x="433749" y="59719"/>
                </a:cubicBezTo>
                <a:cubicBezTo>
                  <a:pt x="436319" y="59719"/>
                  <a:pt x="438308" y="59291"/>
                  <a:pt x="439715" y="58434"/>
                </a:cubicBezTo>
                <a:cubicBezTo>
                  <a:pt x="441124" y="57577"/>
                  <a:pt x="442164" y="56551"/>
                  <a:pt x="442838" y="55358"/>
                </a:cubicBezTo>
                <a:cubicBezTo>
                  <a:pt x="443511" y="54164"/>
                  <a:pt x="443924" y="52955"/>
                  <a:pt x="444078" y="51731"/>
                </a:cubicBezTo>
                <a:cubicBezTo>
                  <a:pt x="444231" y="50506"/>
                  <a:pt x="444307" y="49527"/>
                  <a:pt x="444307" y="48793"/>
                </a:cubicBezTo>
                <a:lnTo>
                  <a:pt x="444307" y="43926"/>
                </a:lnTo>
                <a:close/>
                <a:moveTo>
                  <a:pt x="467535" y="19654"/>
                </a:moveTo>
                <a:lnTo>
                  <a:pt x="467535" y="67155"/>
                </a:lnTo>
                <a:lnTo>
                  <a:pt x="480572" y="67155"/>
                </a:lnTo>
                <a:lnTo>
                  <a:pt x="480572" y="45740"/>
                </a:lnTo>
                <a:cubicBezTo>
                  <a:pt x="480572" y="43596"/>
                  <a:pt x="480787" y="41605"/>
                  <a:pt x="481215" y="39767"/>
                </a:cubicBezTo>
                <a:cubicBezTo>
                  <a:pt x="481644" y="37929"/>
                  <a:pt x="482363" y="36321"/>
                  <a:pt x="483373" y="34942"/>
                </a:cubicBezTo>
                <a:cubicBezTo>
                  <a:pt x="484382" y="33564"/>
                  <a:pt x="485713" y="32476"/>
                  <a:pt x="487365" y="31679"/>
                </a:cubicBezTo>
                <a:cubicBezTo>
                  <a:pt x="489019" y="30883"/>
                  <a:pt x="491039" y="30484"/>
                  <a:pt x="493426" y="30484"/>
                </a:cubicBezTo>
                <a:cubicBezTo>
                  <a:pt x="494222" y="30484"/>
                  <a:pt x="495048" y="30531"/>
                  <a:pt x="495904" y="30623"/>
                </a:cubicBezTo>
                <a:cubicBezTo>
                  <a:pt x="496761" y="30714"/>
                  <a:pt x="497496" y="30821"/>
                  <a:pt x="498108" y="30944"/>
                </a:cubicBezTo>
                <a:lnTo>
                  <a:pt x="498108" y="18838"/>
                </a:lnTo>
                <a:cubicBezTo>
                  <a:pt x="497067" y="18533"/>
                  <a:pt x="496119" y="18380"/>
                  <a:pt x="495262" y="18380"/>
                </a:cubicBezTo>
                <a:cubicBezTo>
                  <a:pt x="493609" y="18380"/>
                  <a:pt x="492018" y="18625"/>
                  <a:pt x="490488" y="19114"/>
                </a:cubicBezTo>
                <a:cubicBezTo>
                  <a:pt x="488958" y="19603"/>
                  <a:pt x="487520" y="20290"/>
                  <a:pt x="486173" y="21176"/>
                </a:cubicBezTo>
                <a:cubicBezTo>
                  <a:pt x="484826" y="22063"/>
                  <a:pt x="483633" y="23133"/>
                  <a:pt x="482592" y="24386"/>
                </a:cubicBezTo>
                <a:cubicBezTo>
                  <a:pt x="481552" y="25639"/>
                  <a:pt x="480725" y="27000"/>
                  <a:pt x="480113" y="28467"/>
                </a:cubicBezTo>
                <a:lnTo>
                  <a:pt x="479929" y="28467"/>
                </a:lnTo>
                <a:lnTo>
                  <a:pt x="479929" y="19654"/>
                </a:lnTo>
                <a:lnTo>
                  <a:pt x="467535" y="19654"/>
                </a:lnTo>
                <a:close/>
                <a:moveTo>
                  <a:pt x="535813" y="36402"/>
                </a:moveTo>
                <a:lnTo>
                  <a:pt x="548574" y="36402"/>
                </a:lnTo>
                <a:cubicBezTo>
                  <a:pt x="548391" y="33337"/>
                  <a:pt x="547656" y="30686"/>
                  <a:pt x="546370" y="28449"/>
                </a:cubicBezTo>
                <a:cubicBezTo>
                  <a:pt x="545085" y="26211"/>
                  <a:pt x="543417" y="24341"/>
                  <a:pt x="541366" y="22839"/>
                </a:cubicBezTo>
                <a:cubicBezTo>
                  <a:pt x="539316" y="21338"/>
                  <a:pt x="536990" y="20219"/>
                  <a:pt x="534389" y="19484"/>
                </a:cubicBezTo>
                <a:cubicBezTo>
                  <a:pt x="531788" y="18748"/>
                  <a:pt x="529080" y="18380"/>
                  <a:pt x="526264" y="18380"/>
                </a:cubicBezTo>
                <a:cubicBezTo>
                  <a:pt x="522408" y="18380"/>
                  <a:pt x="518980" y="19024"/>
                  <a:pt x="515980" y="20312"/>
                </a:cubicBezTo>
                <a:cubicBezTo>
                  <a:pt x="512981" y="21599"/>
                  <a:pt x="510441" y="23392"/>
                  <a:pt x="508360" y="25692"/>
                </a:cubicBezTo>
                <a:cubicBezTo>
                  <a:pt x="506279" y="27991"/>
                  <a:pt x="504703" y="30720"/>
                  <a:pt x="503632" y="33877"/>
                </a:cubicBezTo>
                <a:cubicBezTo>
                  <a:pt x="502561" y="37034"/>
                  <a:pt x="502025" y="40452"/>
                  <a:pt x="502025" y="44131"/>
                </a:cubicBezTo>
                <a:cubicBezTo>
                  <a:pt x="502025" y="47687"/>
                  <a:pt x="502606" y="50952"/>
                  <a:pt x="503769" y="53926"/>
                </a:cubicBezTo>
                <a:cubicBezTo>
                  <a:pt x="504932" y="56899"/>
                  <a:pt x="506554" y="59458"/>
                  <a:pt x="508635" y="61605"/>
                </a:cubicBezTo>
                <a:cubicBezTo>
                  <a:pt x="510716" y="63751"/>
                  <a:pt x="513241" y="65422"/>
                  <a:pt x="516209" y="66617"/>
                </a:cubicBezTo>
                <a:cubicBezTo>
                  <a:pt x="519179" y="67813"/>
                  <a:pt x="522438" y="68410"/>
                  <a:pt x="525988" y="68410"/>
                </a:cubicBezTo>
                <a:cubicBezTo>
                  <a:pt x="532292" y="68410"/>
                  <a:pt x="537464" y="66751"/>
                  <a:pt x="541503" y="63433"/>
                </a:cubicBezTo>
                <a:cubicBezTo>
                  <a:pt x="545544" y="60114"/>
                  <a:pt x="547992" y="55302"/>
                  <a:pt x="548850" y="48998"/>
                </a:cubicBezTo>
                <a:lnTo>
                  <a:pt x="536271" y="48998"/>
                </a:lnTo>
                <a:cubicBezTo>
                  <a:pt x="535843" y="51936"/>
                  <a:pt x="534787" y="54277"/>
                  <a:pt x="533103" y="56022"/>
                </a:cubicBezTo>
                <a:cubicBezTo>
                  <a:pt x="531420" y="57766"/>
                  <a:pt x="529018" y="58637"/>
                  <a:pt x="525897" y="58637"/>
                </a:cubicBezTo>
                <a:cubicBezTo>
                  <a:pt x="523877" y="58637"/>
                  <a:pt x="522163" y="58178"/>
                  <a:pt x="520754" y="57260"/>
                </a:cubicBezTo>
                <a:cubicBezTo>
                  <a:pt x="519347" y="56342"/>
                  <a:pt x="518230" y="55164"/>
                  <a:pt x="517403" y="53726"/>
                </a:cubicBezTo>
                <a:cubicBezTo>
                  <a:pt x="516577" y="52287"/>
                  <a:pt x="515981" y="50679"/>
                  <a:pt x="515613" y="48904"/>
                </a:cubicBezTo>
                <a:cubicBezTo>
                  <a:pt x="515246" y="47128"/>
                  <a:pt x="515062" y="45384"/>
                  <a:pt x="515062" y="43670"/>
                </a:cubicBezTo>
                <a:cubicBezTo>
                  <a:pt x="515062" y="41894"/>
                  <a:pt x="515246" y="40104"/>
                  <a:pt x="515613" y="38299"/>
                </a:cubicBezTo>
                <a:cubicBezTo>
                  <a:pt x="515981" y="36492"/>
                  <a:pt x="516608" y="34839"/>
                  <a:pt x="517496" y="33339"/>
                </a:cubicBezTo>
                <a:cubicBezTo>
                  <a:pt x="518383" y="31839"/>
                  <a:pt x="519530" y="30615"/>
                  <a:pt x="520938" y="29666"/>
                </a:cubicBezTo>
                <a:cubicBezTo>
                  <a:pt x="522346" y="28717"/>
                  <a:pt x="524091" y="28243"/>
                  <a:pt x="526172" y="28243"/>
                </a:cubicBezTo>
                <a:cubicBezTo>
                  <a:pt x="531742" y="28243"/>
                  <a:pt x="534955" y="30962"/>
                  <a:pt x="535813" y="36402"/>
                </a:cubicBezTo>
                <a:close/>
                <a:moveTo>
                  <a:pt x="588604" y="36402"/>
                </a:moveTo>
                <a:lnTo>
                  <a:pt x="601365" y="36402"/>
                </a:lnTo>
                <a:cubicBezTo>
                  <a:pt x="601182" y="33337"/>
                  <a:pt x="600448" y="30686"/>
                  <a:pt x="599162" y="28449"/>
                </a:cubicBezTo>
                <a:cubicBezTo>
                  <a:pt x="597876" y="26211"/>
                  <a:pt x="596208" y="24341"/>
                  <a:pt x="594157" y="22839"/>
                </a:cubicBezTo>
                <a:cubicBezTo>
                  <a:pt x="592107" y="21338"/>
                  <a:pt x="589782" y="20219"/>
                  <a:pt x="587181" y="19484"/>
                </a:cubicBezTo>
                <a:cubicBezTo>
                  <a:pt x="584580" y="18748"/>
                  <a:pt x="581871" y="18380"/>
                  <a:pt x="579055" y="18380"/>
                </a:cubicBezTo>
                <a:cubicBezTo>
                  <a:pt x="575199" y="18380"/>
                  <a:pt x="571771" y="19024"/>
                  <a:pt x="568771" y="20312"/>
                </a:cubicBezTo>
                <a:cubicBezTo>
                  <a:pt x="565772" y="21599"/>
                  <a:pt x="563232" y="23392"/>
                  <a:pt x="561152" y="25692"/>
                </a:cubicBezTo>
                <a:cubicBezTo>
                  <a:pt x="559071" y="27991"/>
                  <a:pt x="557495" y="30720"/>
                  <a:pt x="556423" y="33877"/>
                </a:cubicBezTo>
                <a:cubicBezTo>
                  <a:pt x="555352" y="37034"/>
                  <a:pt x="554817" y="40452"/>
                  <a:pt x="554817" y="44131"/>
                </a:cubicBezTo>
                <a:cubicBezTo>
                  <a:pt x="554817" y="47687"/>
                  <a:pt x="555398" y="50952"/>
                  <a:pt x="556561" y="53926"/>
                </a:cubicBezTo>
                <a:cubicBezTo>
                  <a:pt x="557723" y="56899"/>
                  <a:pt x="559345" y="59458"/>
                  <a:pt x="561426" y="61605"/>
                </a:cubicBezTo>
                <a:cubicBezTo>
                  <a:pt x="563508" y="63751"/>
                  <a:pt x="566033" y="65422"/>
                  <a:pt x="569001" y="66617"/>
                </a:cubicBezTo>
                <a:cubicBezTo>
                  <a:pt x="571970" y="67813"/>
                  <a:pt x="575229" y="68410"/>
                  <a:pt x="578779" y="68410"/>
                </a:cubicBezTo>
                <a:cubicBezTo>
                  <a:pt x="585084" y="68410"/>
                  <a:pt x="590255" y="66751"/>
                  <a:pt x="594295" y="63433"/>
                </a:cubicBezTo>
                <a:cubicBezTo>
                  <a:pt x="598335" y="60114"/>
                  <a:pt x="600784" y="55302"/>
                  <a:pt x="601641" y="48998"/>
                </a:cubicBezTo>
                <a:lnTo>
                  <a:pt x="589062" y="48998"/>
                </a:lnTo>
                <a:cubicBezTo>
                  <a:pt x="588635" y="51936"/>
                  <a:pt x="587579" y="54277"/>
                  <a:pt x="585895" y="56022"/>
                </a:cubicBezTo>
                <a:cubicBezTo>
                  <a:pt x="584212" y="57766"/>
                  <a:pt x="581810" y="58637"/>
                  <a:pt x="578688" y="58637"/>
                </a:cubicBezTo>
                <a:cubicBezTo>
                  <a:pt x="576668" y="58637"/>
                  <a:pt x="574954" y="58178"/>
                  <a:pt x="573546" y="57260"/>
                </a:cubicBezTo>
                <a:cubicBezTo>
                  <a:pt x="572138" y="56342"/>
                  <a:pt x="571021" y="55164"/>
                  <a:pt x="570195" y="53726"/>
                </a:cubicBezTo>
                <a:cubicBezTo>
                  <a:pt x="569369" y="52287"/>
                  <a:pt x="568772" y="50679"/>
                  <a:pt x="568404" y="48904"/>
                </a:cubicBezTo>
                <a:cubicBezTo>
                  <a:pt x="568037" y="47128"/>
                  <a:pt x="567854" y="45384"/>
                  <a:pt x="567854" y="43670"/>
                </a:cubicBezTo>
                <a:cubicBezTo>
                  <a:pt x="567854" y="41894"/>
                  <a:pt x="568037" y="40104"/>
                  <a:pt x="568404" y="38299"/>
                </a:cubicBezTo>
                <a:cubicBezTo>
                  <a:pt x="568772" y="36492"/>
                  <a:pt x="569400" y="34839"/>
                  <a:pt x="570287" y="33339"/>
                </a:cubicBezTo>
                <a:cubicBezTo>
                  <a:pt x="571174" y="31839"/>
                  <a:pt x="572322" y="30615"/>
                  <a:pt x="573729" y="29666"/>
                </a:cubicBezTo>
                <a:cubicBezTo>
                  <a:pt x="575137" y="28717"/>
                  <a:pt x="576882" y="28243"/>
                  <a:pt x="578963" y="28243"/>
                </a:cubicBezTo>
                <a:cubicBezTo>
                  <a:pt x="584533" y="28243"/>
                  <a:pt x="587747" y="30962"/>
                  <a:pt x="588604" y="36402"/>
                </a:cubicBezTo>
                <a:close/>
                <a:moveTo>
                  <a:pt x="620645" y="43486"/>
                </a:moveTo>
                <a:cubicBezTo>
                  <a:pt x="620645" y="41589"/>
                  <a:pt x="620829" y="39722"/>
                  <a:pt x="621196" y="37885"/>
                </a:cubicBezTo>
                <a:cubicBezTo>
                  <a:pt x="621563" y="36048"/>
                  <a:pt x="622190" y="34426"/>
                  <a:pt x="623077" y="33019"/>
                </a:cubicBezTo>
                <a:cubicBezTo>
                  <a:pt x="623965" y="31610"/>
                  <a:pt x="625144" y="30462"/>
                  <a:pt x="626613" y="29575"/>
                </a:cubicBezTo>
                <a:cubicBezTo>
                  <a:pt x="628082" y="28687"/>
                  <a:pt x="629918" y="28243"/>
                  <a:pt x="632122" y="28243"/>
                </a:cubicBezTo>
                <a:cubicBezTo>
                  <a:pt x="634326" y="28243"/>
                  <a:pt x="636177" y="28687"/>
                  <a:pt x="637676" y="29575"/>
                </a:cubicBezTo>
                <a:cubicBezTo>
                  <a:pt x="639176" y="30462"/>
                  <a:pt x="640370" y="31610"/>
                  <a:pt x="641257" y="33019"/>
                </a:cubicBezTo>
                <a:cubicBezTo>
                  <a:pt x="642145" y="34426"/>
                  <a:pt x="642773" y="36048"/>
                  <a:pt x="643140" y="37885"/>
                </a:cubicBezTo>
                <a:cubicBezTo>
                  <a:pt x="643507" y="39722"/>
                  <a:pt x="643691" y="41589"/>
                  <a:pt x="643691" y="43486"/>
                </a:cubicBezTo>
                <a:cubicBezTo>
                  <a:pt x="643691" y="45384"/>
                  <a:pt x="643507" y="47236"/>
                  <a:pt x="643140" y="49042"/>
                </a:cubicBezTo>
                <a:cubicBezTo>
                  <a:pt x="642773" y="50848"/>
                  <a:pt x="642145" y="52470"/>
                  <a:pt x="641257" y="53909"/>
                </a:cubicBezTo>
                <a:cubicBezTo>
                  <a:pt x="640370" y="55348"/>
                  <a:pt x="639176" y="56495"/>
                  <a:pt x="637676" y="57353"/>
                </a:cubicBezTo>
                <a:cubicBezTo>
                  <a:pt x="636177" y="58209"/>
                  <a:pt x="634326" y="58637"/>
                  <a:pt x="632122" y="58637"/>
                </a:cubicBezTo>
                <a:cubicBezTo>
                  <a:pt x="629918" y="58637"/>
                  <a:pt x="628082" y="58209"/>
                  <a:pt x="626613" y="57353"/>
                </a:cubicBezTo>
                <a:cubicBezTo>
                  <a:pt x="625144" y="56495"/>
                  <a:pt x="623965" y="55348"/>
                  <a:pt x="623077" y="53909"/>
                </a:cubicBezTo>
                <a:cubicBezTo>
                  <a:pt x="622190" y="52470"/>
                  <a:pt x="621563" y="50848"/>
                  <a:pt x="621196" y="49042"/>
                </a:cubicBezTo>
                <a:cubicBezTo>
                  <a:pt x="620829" y="47236"/>
                  <a:pt x="620645" y="45384"/>
                  <a:pt x="620645" y="43486"/>
                </a:cubicBezTo>
                <a:moveTo>
                  <a:pt x="607608" y="43488"/>
                </a:moveTo>
                <a:cubicBezTo>
                  <a:pt x="607608" y="47289"/>
                  <a:pt x="608190" y="50722"/>
                  <a:pt x="609352" y="53787"/>
                </a:cubicBezTo>
                <a:cubicBezTo>
                  <a:pt x="610515" y="56853"/>
                  <a:pt x="612168" y="59474"/>
                  <a:pt x="614310" y="61651"/>
                </a:cubicBezTo>
                <a:cubicBezTo>
                  <a:pt x="616453" y="63827"/>
                  <a:pt x="619023" y="65498"/>
                  <a:pt x="622022" y="66663"/>
                </a:cubicBezTo>
                <a:cubicBezTo>
                  <a:pt x="625022" y="67828"/>
                  <a:pt x="628389" y="68410"/>
                  <a:pt x="632122" y="68410"/>
                </a:cubicBezTo>
                <a:cubicBezTo>
                  <a:pt x="635856" y="68410"/>
                  <a:pt x="639237" y="67828"/>
                  <a:pt x="642267" y="66663"/>
                </a:cubicBezTo>
                <a:cubicBezTo>
                  <a:pt x="645297" y="65498"/>
                  <a:pt x="647883" y="63827"/>
                  <a:pt x="650026" y="61651"/>
                </a:cubicBezTo>
                <a:cubicBezTo>
                  <a:pt x="652168" y="59474"/>
                  <a:pt x="653821" y="56853"/>
                  <a:pt x="654983" y="53787"/>
                </a:cubicBezTo>
                <a:cubicBezTo>
                  <a:pt x="656146" y="50722"/>
                  <a:pt x="656728" y="47289"/>
                  <a:pt x="656728" y="43488"/>
                </a:cubicBezTo>
                <a:cubicBezTo>
                  <a:pt x="656728" y="39687"/>
                  <a:pt x="656146" y="36238"/>
                  <a:pt x="654983" y="33142"/>
                </a:cubicBezTo>
                <a:cubicBezTo>
                  <a:pt x="653821" y="30045"/>
                  <a:pt x="652168" y="27408"/>
                  <a:pt x="650026" y="25232"/>
                </a:cubicBezTo>
                <a:cubicBezTo>
                  <a:pt x="647883" y="23055"/>
                  <a:pt x="645297" y="21369"/>
                  <a:pt x="642267" y="20173"/>
                </a:cubicBezTo>
                <a:cubicBezTo>
                  <a:pt x="639237" y="18978"/>
                  <a:pt x="635856" y="18380"/>
                  <a:pt x="632122" y="18380"/>
                </a:cubicBezTo>
                <a:cubicBezTo>
                  <a:pt x="628389" y="18380"/>
                  <a:pt x="625022" y="18978"/>
                  <a:pt x="622022" y="20173"/>
                </a:cubicBezTo>
                <a:cubicBezTo>
                  <a:pt x="619023" y="21369"/>
                  <a:pt x="616453" y="23055"/>
                  <a:pt x="614310" y="25232"/>
                </a:cubicBezTo>
                <a:cubicBezTo>
                  <a:pt x="612168" y="27408"/>
                  <a:pt x="610515" y="30045"/>
                  <a:pt x="609352" y="33142"/>
                </a:cubicBezTo>
                <a:cubicBezTo>
                  <a:pt x="608190" y="36238"/>
                  <a:pt x="607608" y="39687"/>
                  <a:pt x="607608" y="43488"/>
                </a:cubicBezTo>
                <a:close/>
                <a:moveTo>
                  <a:pt x="675029" y="51734"/>
                </a:moveTo>
                <a:lnTo>
                  <a:pt x="662635" y="51734"/>
                </a:lnTo>
                <a:cubicBezTo>
                  <a:pt x="662757" y="54911"/>
                  <a:pt x="663476" y="57554"/>
                  <a:pt x="664792" y="59661"/>
                </a:cubicBezTo>
                <a:cubicBezTo>
                  <a:pt x="666108" y="61768"/>
                  <a:pt x="667791" y="63464"/>
                  <a:pt x="669841" y="64747"/>
                </a:cubicBezTo>
                <a:cubicBezTo>
                  <a:pt x="671892" y="66030"/>
                  <a:pt x="674234" y="66946"/>
                  <a:pt x="676866" y="67495"/>
                </a:cubicBezTo>
                <a:cubicBezTo>
                  <a:pt x="679497" y="68046"/>
                  <a:pt x="682191" y="68321"/>
                  <a:pt x="684945" y="68321"/>
                </a:cubicBezTo>
                <a:cubicBezTo>
                  <a:pt x="687637" y="68321"/>
                  <a:pt x="690284" y="68060"/>
                  <a:pt x="692885" y="67539"/>
                </a:cubicBezTo>
                <a:cubicBezTo>
                  <a:pt x="695487" y="67019"/>
                  <a:pt x="697798" y="66116"/>
                  <a:pt x="699817" y="64830"/>
                </a:cubicBezTo>
                <a:cubicBezTo>
                  <a:pt x="701837" y="63543"/>
                  <a:pt x="703474" y="61844"/>
                  <a:pt x="704729" y="59732"/>
                </a:cubicBezTo>
                <a:cubicBezTo>
                  <a:pt x="705984" y="57619"/>
                  <a:pt x="706612" y="55001"/>
                  <a:pt x="706612" y="51878"/>
                </a:cubicBezTo>
                <a:cubicBezTo>
                  <a:pt x="706612" y="49674"/>
                  <a:pt x="706183" y="47822"/>
                  <a:pt x="705326" y="46322"/>
                </a:cubicBezTo>
                <a:cubicBezTo>
                  <a:pt x="704469" y="44821"/>
                  <a:pt x="703337" y="43565"/>
                  <a:pt x="701928" y="42555"/>
                </a:cubicBezTo>
                <a:cubicBezTo>
                  <a:pt x="700521" y="41544"/>
                  <a:pt x="698914" y="40733"/>
                  <a:pt x="697109" y="40121"/>
                </a:cubicBezTo>
                <a:cubicBezTo>
                  <a:pt x="695304" y="39509"/>
                  <a:pt x="693452" y="38988"/>
                  <a:pt x="691554" y="38559"/>
                </a:cubicBezTo>
                <a:cubicBezTo>
                  <a:pt x="689718" y="38131"/>
                  <a:pt x="687912" y="37733"/>
                  <a:pt x="686137" y="37366"/>
                </a:cubicBezTo>
                <a:cubicBezTo>
                  <a:pt x="684362" y="36998"/>
                  <a:pt x="682786" y="36584"/>
                  <a:pt x="681409" y="36126"/>
                </a:cubicBezTo>
                <a:cubicBezTo>
                  <a:pt x="680032" y="35666"/>
                  <a:pt x="678915" y="35069"/>
                  <a:pt x="678058" y="34334"/>
                </a:cubicBezTo>
                <a:cubicBezTo>
                  <a:pt x="677201" y="33599"/>
                  <a:pt x="676773" y="32650"/>
                  <a:pt x="676773" y="31486"/>
                </a:cubicBezTo>
                <a:cubicBezTo>
                  <a:pt x="676773" y="30506"/>
                  <a:pt x="677018" y="29725"/>
                  <a:pt x="677507" y="29144"/>
                </a:cubicBezTo>
                <a:cubicBezTo>
                  <a:pt x="677998" y="28562"/>
                  <a:pt x="678594" y="28118"/>
                  <a:pt x="679298" y="27813"/>
                </a:cubicBezTo>
                <a:cubicBezTo>
                  <a:pt x="680002" y="27506"/>
                  <a:pt x="680782" y="27307"/>
                  <a:pt x="681639" y="27216"/>
                </a:cubicBezTo>
                <a:cubicBezTo>
                  <a:pt x="682496" y="27123"/>
                  <a:pt x="683292" y="27077"/>
                  <a:pt x="684026" y="27077"/>
                </a:cubicBezTo>
                <a:cubicBezTo>
                  <a:pt x="686351" y="27077"/>
                  <a:pt x="688371" y="27523"/>
                  <a:pt x="690085" y="28415"/>
                </a:cubicBezTo>
                <a:cubicBezTo>
                  <a:pt x="691799" y="29306"/>
                  <a:pt x="692747" y="31012"/>
                  <a:pt x="692931" y="33533"/>
                </a:cubicBezTo>
                <a:lnTo>
                  <a:pt x="705327" y="33533"/>
                </a:lnTo>
                <a:cubicBezTo>
                  <a:pt x="705082" y="30594"/>
                  <a:pt x="704332" y="28161"/>
                  <a:pt x="703077" y="26232"/>
                </a:cubicBezTo>
                <a:cubicBezTo>
                  <a:pt x="701823" y="24304"/>
                  <a:pt x="700247" y="22758"/>
                  <a:pt x="698349" y="21595"/>
                </a:cubicBezTo>
                <a:cubicBezTo>
                  <a:pt x="696452" y="20432"/>
                  <a:pt x="694295" y="19605"/>
                  <a:pt x="691877" y="19116"/>
                </a:cubicBezTo>
                <a:cubicBezTo>
                  <a:pt x="689459" y="18625"/>
                  <a:pt x="686964" y="18380"/>
                  <a:pt x="684394" y="18380"/>
                </a:cubicBezTo>
                <a:cubicBezTo>
                  <a:pt x="681823" y="18380"/>
                  <a:pt x="679313" y="18610"/>
                  <a:pt x="676864" y="19069"/>
                </a:cubicBezTo>
                <a:cubicBezTo>
                  <a:pt x="674416" y="19528"/>
                  <a:pt x="672213" y="20324"/>
                  <a:pt x="670255" y="21457"/>
                </a:cubicBezTo>
                <a:cubicBezTo>
                  <a:pt x="668296" y="22590"/>
                  <a:pt x="666720" y="24136"/>
                  <a:pt x="665526" y="26095"/>
                </a:cubicBezTo>
                <a:cubicBezTo>
                  <a:pt x="664333" y="28055"/>
                  <a:pt x="663736" y="30566"/>
                  <a:pt x="663736" y="33628"/>
                </a:cubicBezTo>
                <a:cubicBezTo>
                  <a:pt x="663736" y="35710"/>
                  <a:pt x="664164" y="37470"/>
                  <a:pt x="665021" y="38909"/>
                </a:cubicBezTo>
                <a:cubicBezTo>
                  <a:pt x="665878" y="40348"/>
                  <a:pt x="667011" y="41542"/>
                  <a:pt x="668418" y="42492"/>
                </a:cubicBezTo>
                <a:cubicBezTo>
                  <a:pt x="669826" y="43441"/>
                  <a:pt x="671433" y="44206"/>
                  <a:pt x="673239" y="44788"/>
                </a:cubicBezTo>
                <a:cubicBezTo>
                  <a:pt x="675044" y="45370"/>
                  <a:pt x="676895" y="45875"/>
                  <a:pt x="678793" y="46304"/>
                </a:cubicBezTo>
                <a:cubicBezTo>
                  <a:pt x="683444" y="47283"/>
                  <a:pt x="687070" y="48263"/>
                  <a:pt x="689672" y="49243"/>
                </a:cubicBezTo>
                <a:cubicBezTo>
                  <a:pt x="692274" y="50222"/>
                  <a:pt x="693575" y="51692"/>
                  <a:pt x="693575" y="53651"/>
                </a:cubicBezTo>
                <a:cubicBezTo>
                  <a:pt x="693575" y="54814"/>
                  <a:pt x="693299" y="55779"/>
                  <a:pt x="692748" y="56544"/>
                </a:cubicBezTo>
                <a:cubicBezTo>
                  <a:pt x="692197" y="57310"/>
                  <a:pt x="691508" y="57923"/>
                  <a:pt x="690682" y="58382"/>
                </a:cubicBezTo>
                <a:cubicBezTo>
                  <a:pt x="689856" y="58841"/>
                  <a:pt x="688938" y="59178"/>
                  <a:pt x="687927" y="59393"/>
                </a:cubicBezTo>
                <a:cubicBezTo>
                  <a:pt x="686918" y="59606"/>
                  <a:pt x="685954" y="59713"/>
                  <a:pt x="685036" y="59713"/>
                </a:cubicBezTo>
                <a:cubicBezTo>
                  <a:pt x="683751" y="59713"/>
                  <a:pt x="682511" y="59561"/>
                  <a:pt x="681318" y="59255"/>
                </a:cubicBezTo>
                <a:cubicBezTo>
                  <a:pt x="680124" y="58949"/>
                  <a:pt x="679068" y="58475"/>
                  <a:pt x="678150" y="57833"/>
                </a:cubicBezTo>
                <a:cubicBezTo>
                  <a:pt x="677232" y="57191"/>
                  <a:pt x="676482" y="56365"/>
                  <a:pt x="675900" y="55356"/>
                </a:cubicBezTo>
                <a:cubicBezTo>
                  <a:pt x="675319" y="54348"/>
                  <a:pt x="675029" y="53140"/>
                  <a:pt x="675029" y="51734"/>
                </a:cubicBezTo>
                <a:close/>
                <a:moveTo>
                  <a:pt x="736756" y="0"/>
                </a:moveTo>
                <a:lnTo>
                  <a:pt x="725831" y="0"/>
                </a:lnTo>
                <a:cubicBezTo>
                  <a:pt x="723811" y="2938"/>
                  <a:pt x="722051" y="6152"/>
                  <a:pt x="720551" y="9641"/>
                </a:cubicBezTo>
                <a:cubicBezTo>
                  <a:pt x="719052" y="13130"/>
                  <a:pt x="717798" y="16742"/>
                  <a:pt x="716787" y="20476"/>
                </a:cubicBezTo>
                <a:cubicBezTo>
                  <a:pt x="715777" y="24210"/>
                  <a:pt x="715013" y="27959"/>
                  <a:pt x="714492" y="31724"/>
                </a:cubicBezTo>
                <a:cubicBezTo>
                  <a:pt x="713972" y="35489"/>
                  <a:pt x="713712" y="39086"/>
                  <a:pt x="713712" y="42514"/>
                </a:cubicBezTo>
                <a:cubicBezTo>
                  <a:pt x="713712" y="49737"/>
                  <a:pt x="714768" y="56838"/>
                  <a:pt x="716879" y="63817"/>
                </a:cubicBezTo>
                <a:cubicBezTo>
                  <a:pt x="718991" y="70795"/>
                  <a:pt x="721975" y="77437"/>
                  <a:pt x="725831" y="83742"/>
                </a:cubicBezTo>
                <a:lnTo>
                  <a:pt x="736665" y="83742"/>
                </a:lnTo>
                <a:cubicBezTo>
                  <a:pt x="733176" y="77070"/>
                  <a:pt x="730651" y="70214"/>
                  <a:pt x="729090" y="63175"/>
                </a:cubicBezTo>
                <a:cubicBezTo>
                  <a:pt x="727529" y="56135"/>
                  <a:pt x="726749" y="48942"/>
                  <a:pt x="726749" y="41595"/>
                </a:cubicBezTo>
                <a:cubicBezTo>
                  <a:pt x="726749" y="34372"/>
                  <a:pt x="727545" y="27256"/>
                  <a:pt x="729136" y="20248"/>
                </a:cubicBezTo>
                <a:cubicBezTo>
                  <a:pt x="730728" y="13238"/>
                  <a:pt x="733268" y="6489"/>
                  <a:pt x="736756" y="0"/>
                </a:cubicBezTo>
                <a:close/>
                <a:moveTo>
                  <a:pt x="764851" y="73011"/>
                </a:moveTo>
                <a:lnTo>
                  <a:pt x="784682" y="19725"/>
                </a:lnTo>
                <a:lnTo>
                  <a:pt x="771186" y="19725"/>
                </a:lnTo>
                <a:lnTo>
                  <a:pt x="760811" y="52192"/>
                </a:lnTo>
                <a:lnTo>
                  <a:pt x="760628" y="52192"/>
                </a:lnTo>
                <a:lnTo>
                  <a:pt x="749885" y="19725"/>
                </a:lnTo>
                <a:lnTo>
                  <a:pt x="736022" y="19725"/>
                </a:lnTo>
                <a:lnTo>
                  <a:pt x="752639" y="64215"/>
                </a:lnTo>
                <a:cubicBezTo>
                  <a:pt x="753007" y="65132"/>
                  <a:pt x="753191" y="66110"/>
                  <a:pt x="753191" y="67149"/>
                </a:cubicBezTo>
                <a:cubicBezTo>
                  <a:pt x="753191" y="68556"/>
                  <a:pt x="752778" y="69840"/>
                  <a:pt x="751952" y="71002"/>
                </a:cubicBezTo>
                <a:cubicBezTo>
                  <a:pt x="751125" y="72164"/>
                  <a:pt x="749855" y="72837"/>
                  <a:pt x="748141" y="73021"/>
                </a:cubicBezTo>
                <a:cubicBezTo>
                  <a:pt x="746856" y="73081"/>
                  <a:pt x="745570" y="73051"/>
                  <a:pt x="744284" y="72928"/>
                </a:cubicBezTo>
                <a:cubicBezTo>
                  <a:pt x="742999" y="72806"/>
                  <a:pt x="741745" y="72684"/>
                  <a:pt x="740521" y="72561"/>
                </a:cubicBezTo>
                <a:lnTo>
                  <a:pt x="740521" y="83294"/>
                </a:lnTo>
                <a:cubicBezTo>
                  <a:pt x="741867" y="83413"/>
                  <a:pt x="743198" y="83518"/>
                  <a:pt x="744514" y="83608"/>
                </a:cubicBezTo>
                <a:cubicBezTo>
                  <a:pt x="745830" y="83697"/>
                  <a:pt x="747161" y="83742"/>
                  <a:pt x="748508" y="83742"/>
                </a:cubicBezTo>
                <a:cubicBezTo>
                  <a:pt x="752976" y="83742"/>
                  <a:pt x="756465" y="82916"/>
                  <a:pt x="758974" y="81265"/>
                </a:cubicBezTo>
                <a:cubicBezTo>
                  <a:pt x="761484" y="79615"/>
                  <a:pt x="763443" y="76864"/>
                  <a:pt x="764851" y="73011"/>
                </a:cubicBezTo>
                <a:close/>
                <a:moveTo>
                  <a:pt x="783367" y="83742"/>
                </a:moveTo>
                <a:lnTo>
                  <a:pt x="794200" y="83742"/>
                </a:lnTo>
                <a:cubicBezTo>
                  <a:pt x="796220" y="80865"/>
                  <a:pt x="797995" y="77681"/>
                  <a:pt x="799525" y="74192"/>
                </a:cubicBezTo>
                <a:cubicBezTo>
                  <a:pt x="801056" y="70703"/>
                  <a:pt x="802326" y="67107"/>
                  <a:pt x="803336" y="63403"/>
                </a:cubicBezTo>
                <a:cubicBezTo>
                  <a:pt x="804345" y="59700"/>
                  <a:pt x="805095" y="55966"/>
                  <a:pt x="805584" y="52202"/>
                </a:cubicBezTo>
                <a:cubicBezTo>
                  <a:pt x="806074" y="48437"/>
                  <a:pt x="806320" y="44840"/>
                  <a:pt x="806320" y="41412"/>
                </a:cubicBezTo>
                <a:cubicBezTo>
                  <a:pt x="806320" y="34188"/>
                  <a:pt x="805264" y="27057"/>
                  <a:pt x="803152" y="20018"/>
                </a:cubicBezTo>
                <a:cubicBezTo>
                  <a:pt x="801040" y="12978"/>
                  <a:pt x="798056" y="6305"/>
                  <a:pt x="794200" y="0"/>
                </a:cubicBezTo>
                <a:lnTo>
                  <a:pt x="783458" y="0"/>
                </a:lnTo>
                <a:cubicBezTo>
                  <a:pt x="786825" y="6672"/>
                  <a:pt x="789304" y="13559"/>
                  <a:pt x="790895" y="20660"/>
                </a:cubicBezTo>
                <a:cubicBezTo>
                  <a:pt x="792487" y="27760"/>
                  <a:pt x="793282" y="34984"/>
                  <a:pt x="793282" y="42331"/>
                </a:cubicBezTo>
                <a:cubicBezTo>
                  <a:pt x="793282" y="49554"/>
                  <a:pt x="792471" y="56639"/>
                  <a:pt x="790849" y="63587"/>
                </a:cubicBezTo>
                <a:cubicBezTo>
                  <a:pt x="789227" y="70535"/>
                  <a:pt x="786733" y="77253"/>
                  <a:pt x="783367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print(y)#">
            <a:extLst xmlns:a="http://schemas.openxmlformats.org/drawingml/2006/main">
              <a:ext uri="{FF2B5EF4-FFF2-40B4-BE49-F238E27FC236}">
                <a16:creationId xmlns:a16="http://schemas.microsoft.com/office/drawing/2014/main" id="{B2107091-39D1-4912-82A9-A32AFF52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467" y="6303037"/>
            <a:ext cx="372815" cy="83742"/>
          </a:xfrm>
          <a:custGeom xmlns:a="http://schemas.openxmlformats.org/drawingml/2006/main">
            <a:pathLst>
              <a:path w="372815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3" y="41605"/>
                  <a:pt x="69532" y="39767"/>
                </a:cubicBezTo>
                <a:cubicBezTo>
                  <a:pt x="69961" y="37929"/>
                  <a:pt x="70680" y="36321"/>
                  <a:pt x="71689" y="34942"/>
                </a:cubicBezTo>
                <a:cubicBezTo>
                  <a:pt x="72699" y="33564"/>
                  <a:pt x="74030" y="32476"/>
                  <a:pt x="75682" y="31679"/>
                </a:cubicBezTo>
                <a:cubicBezTo>
                  <a:pt x="77335" y="30883"/>
                  <a:pt x="79355" y="30484"/>
                  <a:pt x="81743" y="30484"/>
                </a:cubicBezTo>
                <a:cubicBezTo>
                  <a:pt x="82538" y="30484"/>
                  <a:pt x="83364" y="30531"/>
                  <a:pt x="84221" y="30623"/>
                </a:cubicBezTo>
                <a:cubicBezTo>
                  <a:pt x="85078" y="30714"/>
                  <a:pt x="85813" y="30821"/>
                  <a:pt x="86424" y="30944"/>
                </a:cubicBezTo>
                <a:lnTo>
                  <a:pt x="86424" y="18838"/>
                </a:lnTo>
                <a:cubicBezTo>
                  <a:pt x="85384" y="18533"/>
                  <a:pt x="84436" y="18380"/>
                  <a:pt x="83579" y="18380"/>
                </a:cubicBezTo>
                <a:cubicBezTo>
                  <a:pt x="81926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3" y="22063"/>
                  <a:pt x="71950" y="23133"/>
                  <a:pt x="70909" y="24386"/>
                </a:cubicBezTo>
                <a:cubicBezTo>
                  <a:pt x="69869" y="25639"/>
                  <a:pt x="69042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8" y="1614"/>
                </a:lnTo>
                <a:lnTo>
                  <a:pt x="92178" y="12373"/>
                </a:lnTo>
                <a:lnTo>
                  <a:pt x="105216" y="12373"/>
                </a:lnTo>
                <a:moveTo>
                  <a:pt x="92178" y="19689"/>
                </a:moveTo>
                <a:lnTo>
                  <a:pt x="92178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8" y="19689"/>
                </a:lnTo>
                <a:close/>
                <a:moveTo>
                  <a:pt x="115529" y="19687"/>
                </a:moveTo>
                <a:lnTo>
                  <a:pt x="115529" y="67155"/>
                </a:lnTo>
                <a:lnTo>
                  <a:pt x="128566" y="67155"/>
                </a:lnTo>
                <a:lnTo>
                  <a:pt x="128566" y="42277"/>
                </a:lnTo>
                <a:cubicBezTo>
                  <a:pt x="128566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4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4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0" y="18380"/>
                  <a:pt x="137257" y="19009"/>
                  <a:pt x="134626" y="20267"/>
                </a:cubicBezTo>
                <a:cubicBezTo>
                  <a:pt x="131994" y="21525"/>
                  <a:pt x="129852" y="23535"/>
                  <a:pt x="128199" y="26297"/>
                </a:cubicBezTo>
                <a:lnTo>
                  <a:pt x="127923" y="26297"/>
                </a:lnTo>
                <a:lnTo>
                  <a:pt x="127923" y="19687"/>
                </a:lnTo>
                <a:lnTo>
                  <a:pt x="115529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7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2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5" y="67155"/>
                </a:cubicBezTo>
                <a:lnTo>
                  <a:pt x="195925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6" y="57382"/>
                </a:cubicBezTo>
                <a:cubicBezTo>
                  <a:pt x="189682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5" y="28422"/>
                </a:lnTo>
                <a:lnTo>
                  <a:pt x="195925" y="19725"/>
                </a:lnTo>
                <a:lnTo>
                  <a:pt x="186377" y="19725"/>
                </a:lnTo>
                <a:close/>
                <a:moveTo>
                  <a:pt x="224846" y="0"/>
                </a:moveTo>
                <a:lnTo>
                  <a:pt x="213921" y="0"/>
                </a:lnTo>
                <a:cubicBezTo>
                  <a:pt x="211901" y="2938"/>
                  <a:pt x="210141" y="6152"/>
                  <a:pt x="208641" y="9641"/>
                </a:cubicBezTo>
                <a:cubicBezTo>
                  <a:pt x="207142" y="13130"/>
                  <a:pt x="205887" y="16742"/>
                  <a:pt x="204877" y="20476"/>
                </a:cubicBezTo>
                <a:cubicBezTo>
                  <a:pt x="203867" y="24210"/>
                  <a:pt x="203102" y="27959"/>
                  <a:pt x="202582" y="31724"/>
                </a:cubicBezTo>
                <a:cubicBezTo>
                  <a:pt x="202062" y="35489"/>
                  <a:pt x="201802" y="39086"/>
                  <a:pt x="201802" y="42514"/>
                </a:cubicBezTo>
                <a:cubicBezTo>
                  <a:pt x="201802" y="49737"/>
                  <a:pt x="202858" y="56838"/>
                  <a:pt x="204969" y="63817"/>
                </a:cubicBezTo>
                <a:cubicBezTo>
                  <a:pt x="207081" y="70795"/>
                  <a:pt x="210065" y="77437"/>
                  <a:pt x="213921" y="83742"/>
                </a:cubicBezTo>
                <a:lnTo>
                  <a:pt x="224755" y="83742"/>
                </a:lnTo>
                <a:cubicBezTo>
                  <a:pt x="221265" y="77070"/>
                  <a:pt x="218740" y="70214"/>
                  <a:pt x="217180" y="63175"/>
                </a:cubicBezTo>
                <a:cubicBezTo>
                  <a:pt x="215619" y="56135"/>
                  <a:pt x="214839" y="48942"/>
                  <a:pt x="214839" y="41595"/>
                </a:cubicBezTo>
                <a:cubicBezTo>
                  <a:pt x="214839" y="34372"/>
                  <a:pt x="215635" y="27256"/>
                  <a:pt x="217226" y="20248"/>
                </a:cubicBezTo>
                <a:cubicBezTo>
                  <a:pt x="218817" y="13238"/>
                  <a:pt x="221357" y="6489"/>
                  <a:pt x="224846" y="0"/>
                </a:cubicBezTo>
                <a:close/>
                <a:moveTo>
                  <a:pt x="252941" y="73011"/>
                </a:moveTo>
                <a:lnTo>
                  <a:pt x="272771" y="19725"/>
                </a:lnTo>
                <a:lnTo>
                  <a:pt x="259276" y="19725"/>
                </a:lnTo>
                <a:lnTo>
                  <a:pt x="248901" y="52192"/>
                </a:lnTo>
                <a:lnTo>
                  <a:pt x="248717" y="52192"/>
                </a:lnTo>
                <a:lnTo>
                  <a:pt x="237975" y="19725"/>
                </a:lnTo>
                <a:lnTo>
                  <a:pt x="224111" y="19725"/>
                </a:lnTo>
                <a:lnTo>
                  <a:pt x="240729" y="64215"/>
                </a:lnTo>
                <a:cubicBezTo>
                  <a:pt x="241097" y="65132"/>
                  <a:pt x="241281" y="66110"/>
                  <a:pt x="241281" y="67149"/>
                </a:cubicBezTo>
                <a:cubicBezTo>
                  <a:pt x="241281" y="68556"/>
                  <a:pt x="240868" y="69840"/>
                  <a:pt x="240041" y="71002"/>
                </a:cubicBezTo>
                <a:cubicBezTo>
                  <a:pt x="239215" y="72164"/>
                  <a:pt x="237945" y="72837"/>
                  <a:pt x="236231" y="73021"/>
                </a:cubicBezTo>
                <a:cubicBezTo>
                  <a:pt x="234946" y="73081"/>
                  <a:pt x="233660" y="73051"/>
                  <a:pt x="232374" y="72928"/>
                </a:cubicBezTo>
                <a:cubicBezTo>
                  <a:pt x="231089" y="72806"/>
                  <a:pt x="229835" y="72684"/>
                  <a:pt x="228611" y="72561"/>
                </a:cubicBezTo>
                <a:lnTo>
                  <a:pt x="228611" y="83294"/>
                </a:lnTo>
                <a:cubicBezTo>
                  <a:pt x="229957" y="83413"/>
                  <a:pt x="231288" y="83518"/>
                  <a:pt x="232604" y="83608"/>
                </a:cubicBezTo>
                <a:cubicBezTo>
                  <a:pt x="233920" y="83697"/>
                  <a:pt x="235251" y="83742"/>
                  <a:pt x="236598" y="83742"/>
                </a:cubicBezTo>
                <a:cubicBezTo>
                  <a:pt x="241066" y="83742"/>
                  <a:pt x="244555" y="82916"/>
                  <a:pt x="247064" y="81265"/>
                </a:cubicBezTo>
                <a:cubicBezTo>
                  <a:pt x="249574" y="79615"/>
                  <a:pt x="251533" y="76864"/>
                  <a:pt x="252941" y="73011"/>
                </a:cubicBezTo>
                <a:close/>
                <a:moveTo>
                  <a:pt x="271456" y="83742"/>
                </a:moveTo>
                <a:lnTo>
                  <a:pt x="282290" y="83742"/>
                </a:lnTo>
                <a:cubicBezTo>
                  <a:pt x="284310" y="80865"/>
                  <a:pt x="286085" y="77681"/>
                  <a:pt x="287615" y="74192"/>
                </a:cubicBezTo>
                <a:cubicBezTo>
                  <a:pt x="289145" y="70703"/>
                  <a:pt x="290415" y="67107"/>
                  <a:pt x="291425" y="63403"/>
                </a:cubicBezTo>
                <a:cubicBezTo>
                  <a:pt x="292435" y="59700"/>
                  <a:pt x="293184" y="55966"/>
                  <a:pt x="293674" y="52202"/>
                </a:cubicBezTo>
                <a:cubicBezTo>
                  <a:pt x="294164" y="48437"/>
                  <a:pt x="294409" y="44840"/>
                  <a:pt x="294409" y="41412"/>
                </a:cubicBezTo>
                <a:cubicBezTo>
                  <a:pt x="294409" y="34188"/>
                  <a:pt x="293353" y="27057"/>
                  <a:pt x="291242" y="20018"/>
                </a:cubicBezTo>
                <a:cubicBezTo>
                  <a:pt x="289130" y="12978"/>
                  <a:pt x="286146" y="6305"/>
                  <a:pt x="282290" y="0"/>
                </a:cubicBezTo>
                <a:lnTo>
                  <a:pt x="271547" y="0"/>
                </a:lnTo>
                <a:cubicBezTo>
                  <a:pt x="274914" y="6672"/>
                  <a:pt x="277393" y="13559"/>
                  <a:pt x="278985" y="20660"/>
                </a:cubicBezTo>
                <a:cubicBezTo>
                  <a:pt x="280576" y="27760"/>
                  <a:pt x="281372" y="34984"/>
                  <a:pt x="281372" y="42331"/>
                </a:cubicBezTo>
                <a:cubicBezTo>
                  <a:pt x="281372" y="49554"/>
                  <a:pt x="280561" y="56639"/>
                  <a:pt x="278939" y="63587"/>
                </a:cubicBezTo>
                <a:cubicBezTo>
                  <a:pt x="277316" y="70535"/>
                  <a:pt x="274822" y="77253"/>
                  <a:pt x="271456" y="83742"/>
                </a:cubicBezTo>
                <a:close/>
                <a:moveTo>
                  <a:pt x="347108" y="29319"/>
                </a:moveTo>
                <a:lnTo>
                  <a:pt x="355923" y="29319"/>
                </a:lnTo>
                <a:lnTo>
                  <a:pt x="354362" y="40705"/>
                </a:lnTo>
                <a:lnTo>
                  <a:pt x="345457" y="40705"/>
                </a:lnTo>
                <a:lnTo>
                  <a:pt x="347108" y="29319"/>
                </a:lnTo>
                <a:moveTo>
                  <a:pt x="335448" y="48954"/>
                </a:moveTo>
                <a:lnTo>
                  <a:pt x="332878" y="67155"/>
                </a:lnTo>
                <a:lnTo>
                  <a:pt x="341783" y="67155"/>
                </a:lnTo>
                <a:lnTo>
                  <a:pt x="344354" y="48954"/>
                </a:lnTo>
                <a:lnTo>
                  <a:pt x="353169" y="48954"/>
                </a:lnTo>
                <a:lnTo>
                  <a:pt x="350689" y="67155"/>
                </a:lnTo>
                <a:lnTo>
                  <a:pt x="359595" y="67155"/>
                </a:lnTo>
                <a:lnTo>
                  <a:pt x="362074" y="48954"/>
                </a:lnTo>
                <a:lnTo>
                  <a:pt x="370061" y="48954"/>
                </a:lnTo>
                <a:lnTo>
                  <a:pt x="370061" y="40705"/>
                </a:lnTo>
                <a:lnTo>
                  <a:pt x="363268" y="40705"/>
                </a:lnTo>
                <a:lnTo>
                  <a:pt x="364829" y="29319"/>
                </a:lnTo>
                <a:lnTo>
                  <a:pt x="372815" y="29319"/>
                </a:lnTo>
                <a:lnTo>
                  <a:pt x="372815" y="21070"/>
                </a:lnTo>
                <a:lnTo>
                  <a:pt x="366022" y="21070"/>
                </a:lnTo>
                <a:lnTo>
                  <a:pt x="368500" y="2869"/>
                </a:lnTo>
                <a:lnTo>
                  <a:pt x="359595" y="2869"/>
                </a:lnTo>
                <a:lnTo>
                  <a:pt x="357116" y="21070"/>
                </a:lnTo>
                <a:lnTo>
                  <a:pt x="348211" y="21070"/>
                </a:lnTo>
                <a:lnTo>
                  <a:pt x="350781" y="2869"/>
                </a:lnTo>
                <a:lnTo>
                  <a:pt x="341876" y="2869"/>
                </a:lnTo>
                <a:lnTo>
                  <a:pt x="339305" y="21070"/>
                </a:lnTo>
                <a:lnTo>
                  <a:pt x="330583" y="21070"/>
                </a:lnTo>
                <a:lnTo>
                  <a:pt x="330583" y="29319"/>
                </a:lnTo>
                <a:lnTo>
                  <a:pt x="338203" y="29319"/>
                </a:lnTo>
                <a:lnTo>
                  <a:pt x="336551" y="40705"/>
                </a:lnTo>
                <a:lnTo>
                  <a:pt x="327829" y="40705"/>
                </a:lnTo>
                <a:lnTo>
                  <a:pt x="327829" y="48954"/>
                </a:lnTo>
                <a:lnTo>
                  <a:pt x="335448" y="489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output:[0.0003,0.0003]">
            <a:extLst xmlns:a="http://schemas.openxmlformats.org/drawingml/2006/main">
              <a:ext uri="{FF2B5EF4-FFF2-40B4-BE49-F238E27FC236}">
                <a16:creationId xmlns:a16="http://schemas.microsoft.com/office/drawing/2014/main" id="{5D93571F-7937-4121-9BB8-883FF03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263" y="6303037"/>
            <a:ext cx="1000165" cy="83742"/>
          </a:xfrm>
          <a:custGeom xmlns:a="http://schemas.openxmlformats.org/drawingml/2006/main">
            <a:pathLst>
              <a:path w="1000165" h="83742">
                <a:moveTo>
                  <a:pt x="13037" y="43486"/>
                </a:moveTo>
                <a:cubicBezTo>
                  <a:pt x="13037" y="41589"/>
                  <a:pt x="13221" y="39722"/>
                  <a:pt x="13588" y="37885"/>
                </a:cubicBezTo>
                <a:cubicBezTo>
                  <a:pt x="13955" y="36048"/>
                  <a:pt x="14582" y="34426"/>
                  <a:pt x="15469" y="33019"/>
                </a:cubicBezTo>
                <a:cubicBezTo>
                  <a:pt x="16357" y="31610"/>
                  <a:pt x="17536" y="30462"/>
                  <a:pt x="19005" y="29575"/>
                </a:cubicBezTo>
                <a:cubicBezTo>
                  <a:pt x="20474" y="28687"/>
                  <a:pt x="22310" y="28243"/>
                  <a:pt x="24514" y="28243"/>
                </a:cubicBezTo>
                <a:cubicBezTo>
                  <a:pt x="26718" y="28243"/>
                  <a:pt x="28569" y="28687"/>
                  <a:pt x="30068" y="29575"/>
                </a:cubicBezTo>
                <a:cubicBezTo>
                  <a:pt x="31568" y="30462"/>
                  <a:pt x="32762" y="31610"/>
                  <a:pt x="33649" y="33019"/>
                </a:cubicBezTo>
                <a:cubicBezTo>
                  <a:pt x="34537" y="34426"/>
                  <a:pt x="35165" y="36048"/>
                  <a:pt x="35532" y="37885"/>
                </a:cubicBezTo>
                <a:cubicBezTo>
                  <a:pt x="35899" y="39722"/>
                  <a:pt x="36082" y="41589"/>
                  <a:pt x="36082" y="43486"/>
                </a:cubicBezTo>
                <a:cubicBezTo>
                  <a:pt x="36082" y="45384"/>
                  <a:pt x="35899" y="47236"/>
                  <a:pt x="35532" y="49042"/>
                </a:cubicBezTo>
                <a:cubicBezTo>
                  <a:pt x="35165" y="50848"/>
                  <a:pt x="34537" y="52470"/>
                  <a:pt x="33649" y="53909"/>
                </a:cubicBezTo>
                <a:cubicBezTo>
                  <a:pt x="32762" y="55348"/>
                  <a:pt x="31568" y="56495"/>
                  <a:pt x="30068" y="57353"/>
                </a:cubicBezTo>
                <a:cubicBezTo>
                  <a:pt x="28569" y="58209"/>
                  <a:pt x="26718" y="58637"/>
                  <a:pt x="24514" y="58637"/>
                </a:cubicBezTo>
                <a:cubicBezTo>
                  <a:pt x="22310" y="58637"/>
                  <a:pt x="20474" y="58209"/>
                  <a:pt x="19005" y="57353"/>
                </a:cubicBezTo>
                <a:cubicBezTo>
                  <a:pt x="17536" y="56495"/>
                  <a:pt x="16357" y="55348"/>
                  <a:pt x="15469" y="53909"/>
                </a:cubicBezTo>
                <a:cubicBezTo>
                  <a:pt x="14582" y="52470"/>
                  <a:pt x="13955" y="50848"/>
                  <a:pt x="13588" y="49042"/>
                </a:cubicBezTo>
                <a:cubicBezTo>
                  <a:pt x="13221" y="47236"/>
                  <a:pt x="13037" y="45384"/>
                  <a:pt x="13037" y="43486"/>
                </a:cubicBezTo>
                <a:moveTo>
                  <a:pt x="0" y="43488"/>
                </a:moveTo>
                <a:cubicBezTo>
                  <a:pt x="0" y="47289"/>
                  <a:pt x="581" y="50722"/>
                  <a:pt x="1744" y="53787"/>
                </a:cubicBezTo>
                <a:cubicBezTo>
                  <a:pt x="2907" y="56853"/>
                  <a:pt x="4560" y="59474"/>
                  <a:pt x="6702" y="61651"/>
                </a:cubicBezTo>
                <a:cubicBezTo>
                  <a:pt x="8845" y="63827"/>
                  <a:pt x="11415" y="65498"/>
                  <a:pt x="14414" y="66663"/>
                </a:cubicBezTo>
                <a:cubicBezTo>
                  <a:pt x="17414" y="67828"/>
                  <a:pt x="20780" y="68410"/>
                  <a:pt x="24514" y="68410"/>
                </a:cubicBezTo>
                <a:cubicBezTo>
                  <a:pt x="28247" y="68410"/>
                  <a:pt x="31629" y="67828"/>
                  <a:pt x="34659" y="66663"/>
                </a:cubicBezTo>
                <a:cubicBezTo>
                  <a:pt x="37689" y="65498"/>
                  <a:pt x="40275" y="63827"/>
                  <a:pt x="42417" y="61651"/>
                </a:cubicBezTo>
                <a:cubicBezTo>
                  <a:pt x="44560" y="59474"/>
                  <a:pt x="46213" y="56853"/>
                  <a:pt x="47375" y="53787"/>
                </a:cubicBezTo>
                <a:cubicBezTo>
                  <a:pt x="48538" y="50722"/>
                  <a:pt x="49119" y="47289"/>
                  <a:pt x="49119" y="43488"/>
                </a:cubicBezTo>
                <a:cubicBezTo>
                  <a:pt x="49119" y="39687"/>
                  <a:pt x="48538" y="36238"/>
                  <a:pt x="47375" y="33142"/>
                </a:cubicBezTo>
                <a:cubicBezTo>
                  <a:pt x="46213" y="30045"/>
                  <a:pt x="44560" y="27408"/>
                  <a:pt x="42417" y="25232"/>
                </a:cubicBezTo>
                <a:cubicBezTo>
                  <a:pt x="40275" y="23055"/>
                  <a:pt x="37689" y="21369"/>
                  <a:pt x="34659" y="20173"/>
                </a:cubicBezTo>
                <a:cubicBezTo>
                  <a:pt x="31629" y="18978"/>
                  <a:pt x="28247" y="18380"/>
                  <a:pt x="24514" y="18380"/>
                </a:cubicBezTo>
                <a:cubicBezTo>
                  <a:pt x="20780" y="18380"/>
                  <a:pt x="17414" y="18978"/>
                  <a:pt x="14414" y="20173"/>
                </a:cubicBezTo>
                <a:cubicBezTo>
                  <a:pt x="11415" y="21369"/>
                  <a:pt x="8845" y="23055"/>
                  <a:pt x="6702" y="25232"/>
                </a:cubicBezTo>
                <a:cubicBezTo>
                  <a:pt x="4560" y="27408"/>
                  <a:pt x="2907" y="30045"/>
                  <a:pt x="1744" y="33142"/>
                </a:cubicBezTo>
                <a:cubicBezTo>
                  <a:pt x="581" y="36238"/>
                  <a:pt x="0" y="39687"/>
                  <a:pt x="0" y="43488"/>
                </a:cubicBezTo>
                <a:close/>
                <a:moveTo>
                  <a:pt x="101850" y="67105"/>
                </a:moveTo>
                <a:lnTo>
                  <a:pt x="101850" y="19725"/>
                </a:lnTo>
                <a:lnTo>
                  <a:pt x="88813" y="19725"/>
                </a:lnTo>
                <a:lnTo>
                  <a:pt x="88813" y="44545"/>
                </a:lnTo>
                <a:cubicBezTo>
                  <a:pt x="88813" y="49368"/>
                  <a:pt x="88017" y="52833"/>
                  <a:pt x="86426" y="54940"/>
                </a:cubicBezTo>
                <a:cubicBezTo>
                  <a:pt x="84835" y="57046"/>
                  <a:pt x="82264" y="58099"/>
                  <a:pt x="78714" y="58099"/>
                </a:cubicBezTo>
                <a:cubicBezTo>
                  <a:pt x="75592" y="58099"/>
                  <a:pt x="73418" y="57138"/>
                  <a:pt x="72194" y="55215"/>
                </a:cubicBezTo>
                <a:cubicBezTo>
                  <a:pt x="70970" y="53291"/>
                  <a:pt x="70359" y="50375"/>
                  <a:pt x="70359" y="46468"/>
                </a:cubicBezTo>
                <a:lnTo>
                  <a:pt x="70359" y="19725"/>
                </a:lnTo>
                <a:lnTo>
                  <a:pt x="57322" y="19725"/>
                </a:lnTo>
                <a:lnTo>
                  <a:pt x="57322" y="48883"/>
                </a:lnTo>
                <a:cubicBezTo>
                  <a:pt x="57322" y="51816"/>
                  <a:pt x="57582" y="54491"/>
                  <a:pt x="58102" y="56906"/>
                </a:cubicBezTo>
                <a:cubicBezTo>
                  <a:pt x="58622" y="59320"/>
                  <a:pt x="59525" y="61368"/>
                  <a:pt x="60810" y="63049"/>
                </a:cubicBezTo>
                <a:cubicBezTo>
                  <a:pt x="62096" y="64730"/>
                  <a:pt x="63856" y="66029"/>
                  <a:pt x="66090" y="66946"/>
                </a:cubicBezTo>
                <a:cubicBezTo>
                  <a:pt x="68324" y="67863"/>
                  <a:pt x="71186" y="68321"/>
                  <a:pt x="74675" y="68321"/>
                </a:cubicBezTo>
                <a:cubicBezTo>
                  <a:pt x="77429" y="68321"/>
                  <a:pt x="80122" y="67707"/>
                  <a:pt x="82754" y="66480"/>
                </a:cubicBezTo>
                <a:cubicBezTo>
                  <a:pt x="85386" y="65252"/>
                  <a:pt x="87528" y="63256"/>
                  <a:pt x="89180" y="60494"/>
                </a:cubicBezTo>
                <a:lnTo>
                  <a:pt x="89456" y="60494"/>
                </a:lnTo>
                <a:lnTo>
                  <a:pt x="89456" y="67105"/>
                </a:lnTo>
                <a:lnTo>
                  <a:pt x="101850" y="67105"/>
                </a:lnTo>
                <a:close/>
                <a:moveTo>
                  <a:pt x="128169" y="19725"/>
                </a:moveTo>
                <a:lnTo>
                  <a:pt x="128169" y="5469"/>
                </a:lnTo>
                <a:lnTo>
                  <a:pt x="115132" y="5469"/>
                </a:lnTo>
                <a:lnTo>
                  <a:pt x="115132" y="19725"/>
                </a:lnTo>
                <a:lnTo>
                  <a:pt x="107236" y="19725"/>
                </a:lnTo>
                <a:lnTo>
                  <a:pt x="107236" y="28422"/>
                </a:lnTo>
                <a:lnTo>
                  <a:pt x="115132" y="28422"/>
                </a:lnTo>
                <a:lnTo>
                  <a:pt x="115132" y="56409"/>
                </a:lnTo>
                <a:cubicBezTo>
                  <a:pt x="115132" y="58795"/>
                  <a:pt x="115530" y="60722"/>
                  <a:pt x="116326" y="62190"/>
                </a:cubicBezTo>
                <a:cubicBezTo>
                  <a:pt x="117121" y="63658"/>
                  <a:pt x="118207" y="64790"/>
                  <a:pt x="119584" y="65586"/>
                </a:cubicBezTo>
                <a:cubicBezTo>
                  <a:pt x="120962" y="66381"/>
                  <a:pt x="122553" y="66916"/>
                  <a:pt x="124358" y="67190"/>
                </a:cubicBezTo>
                <a:cubicBezTo>
                  <a:pt x="126165" y="67466"/>
                  <a:pt x="128078" y="67603"/>
                  <a:pt x="130098" y="67603"/>
                </a:cubicBezTo>
                <a:cubicBezTo>
                  <a:pt x="131383" y="67603"/>
                  <a:pt x="132699" y="67573"/>
                  <a:pt x="134046" y="67514"/>
                </a:cubicBezTo>
                <a:cubicBezTo>
                  <a:pt x="135393" y="67454"/>
                  <a:pt x="136617" y="67334"/>
                  <a:pt x="137718" y="67155"/>
                </a:cubicBezTo>
                <a:lnTo>
                  <a:pt x="137718" y="57015"/>
                </a:lnTo>
                <a:cubicBezTo>
                  <a:pt x="137106" y="57137"/>
                  <a:pt x="136463" y="57229"/>
                  <a:pt x="135790" y="57291"/>
                </a:cubicBezTo>
                <a:cubicBezTo>
                  <a:pt x="135117" y="57352"/>
                  <a:pt x="134413" y="57382"/>
                  <a:pt x="133679" y="57382"/>
                </a:cubicBezTo>
                <a:cubicBezTo>
                  <a:pt x="131475" y="57382"/>
                  <a:pt x="130005" y="57016"/>
                  <a:pt x="129270" y="56282"/>
                </a:cubicBezTo>
                <a:cubicBezTo>
                  <a:pt x="128536" y="55549"/>
                  <a:pt x="128169" y="54083"/>
                  <a:pt x="128169" y="51884"/>
                </a:cubicBezTo>
                <a:lnTo>
                  <a:pt x="128169" y="28422"/>
                </a:lnTo>
                <a:lnTo>
                  <a:pt x="137718" y="28422"/>
                </a:lnTo>
                <a:lnTo>
                  <a:pt x="137718" y="19725"/>
                </a:lnTo>
                <a:lnTo>
                  <a:pt x="128169" y="19725"/>
                </a:lnTo>
                <a:close/>
                <a:moveTo>
                  <a:pt x="167740" y="58637"/>
                </a:moveTo>
                <a:cubicBezTo>
                  <a:pt x="165659" y="58637"/>
                  <a:pt x="163883" y="58209"/>
                  <a:pt x="162414" y="57353"/>
                </a:cubicBezTo>
                <a:cubicBezTo>
                  <a:pt x="160946" y="56495"/>
                  <a:pt x="159768" y="55378"/>
                  <a:pt x="158879" y="54000"/>
                </a:cubicBezTo>
                <a:cubicBezTo>
                  <a:pt x="157992" y="52623"/>
                  <a:pt x="157350" y="51016"/>
                  <a:pt x="156952" y="49180"/>
                </a:cubicBezTo>
                <a:cubicBezTo>
                  <a:pt x="156554" y="47343"/>
                  <a:pt x="156355" y="45475"/>
                  <a:pt x="156355" y="43577"/>
                </a:cubicBezTo>
                <a:cubicBezTo>
                  <a:pt x="156355" y="41619"/>
                  <a:pt x="156538" y="39722"/>
                  <a:pt x="156905" y="37885"/>
                </a:cubicBezTo>
                <a:cubicBezTo>
                  <a:pt x="157273" y="36048"/>
                  <a:pt x="157900" y="34426"/>
                  <a:pt x="158787" y="33019"/>
                </a:cubicBezTo>
                <a:cubicBezTo>
                  <a:pt x="159675" y="31610"/>
                  <a:pt x="160838" y="30462"/>
                  <a:pt x="162277" y="29575"/>
                </a:cubicBezTo>
                <a:cubicBezTo>
                  <a:pt x="163715" y="28687"/>
                  <a:pt x="165505" y="28243"/>
                  <a:pt x="167648" y="28243"/>
                </a:cubicBezTo>
                <a:cubicBezTo>
                  <a:pt x="169730" y="28243"/>
                  <a:pt x="171490" y="28687"/>
                  <a:pt x="172928" y="29575"/>
                </a:cubicBezTo>
                <a:cubicBezTo>
                  <a:pt x="174366" y="30462"/>
                  <a:pt x="175544" y="31626"/>
                  <a:pt x="176463" y="33065"/>
                </a:cubicBezTo>
                <a:cubicBezTo>
                  <a:pt x="177381" y="34503"/>
                  <a:pt x="178039" y="36140"/>
                  <a:pt x="178436" y="37976"/>
                </a:cubicBezTo>
                <a:cubicBezTo>
                  <a:pt x="178834" y="39813"/>
                  <a:pt x="179033" y="41680"/>
                  <a:pt x="179033" y="43577"/>
                </a:cubicBezTo>
                <a:cubicBezTo>
                  <a:pt x="179033" y="45475"/>
                  <a:pt x="178850" y="47343"/>
                  <a:pt x="178483" y="49180"/>
                </a:cubicBezTo>
                <a:cubicBezTo>
                  <a:pt x="178116" y="51016"/>
                  <a:pt x="177488" y="52623"/>
                  <a:pt x="176600" y="54000"/>
                </a:cubicBezTo>
                <a:cubicBezTo>
                  <a:pt x="175713" y="55378"/>
                  <a:pt x="174550" y="56495"/>
                  <a:pt x="173111" y="57353"/>
                </a:cubicBezTo>
                <a:cubicBezTo>
                  <a:pt x="171673" y="58209"/>
                  <a:pt x="169883" y="58637"/>
                  <a:pt x="167740" y="58637"/>
                </a:cubicBezTo>
                <a:moveTo>
                  <a:pt x="143777" y="19696"/>
                </a:moveTo>
                <a:lnTo>
                  <a:pt x="143777" y="83742"/>
                </a:lnTo>
                <a:lnTo>
                  <a:pt x="156814" y="83742"/>
                </a:lnTo>
                <a:lnTo>
                  <a:pt x="156814" y="61312"/>
                </a:lnTo>
                <a:lnTo>
                  <a:pt x="156998" y="61312"/>
                </a:lnTo>
                <a:cubicBezTo>
                  <a:pt x="158589" y="63648"/>
                  <a:pt x="160625" y="65415"/>
                  <a:pt x="163103" y="66613"/>
                </a:cubicBezTo>
                <a:cubicBezTo>
                  <a:pt x="165582" y="67811"/>
                  <a:pt x="168290" y="68410"/>
                  <a:pt x="171229" y="68410"/>
                </a:cubicBezTo>
                <a:cubicBezTo>
                  <a:pt x="174718" y="68410"/>
                  <a:pt x="177763" y="67736"/>
                  <a:pt x="180364" y="66387"/>
                </a:cubicBezTo>
                <a:cubicBezTo>
                  <a:pt x="182965" y="65039"/>
                  <a:pt x="185138" y="63230"/>
                  <a:pt x="186883" y="60962"/>
                </a:cubicBezTo>
                <a:cubicBezTo>
                  <a:pt x="188627" y="58693"/>
                  <a:pt x="189928" y="56087"/>
                  <a:pt x="190784" y="53144"/>
                </a:cubicBezTo>
                <a:cubicBezTo>
                  <a:pt x="191642" y="50201"/>
                  <a:pt x="192070" y="47136"/>
                  <a:pt x="192070" y="43947"/>
                </a:cubicBezTo>
                <a:cubicBezTo>
                  <a:pt x="192070" y="40575"/>
                  <a:pt x="191642" y="37340"/>
                  <a:pt x="190784" y="34244"/>
                </a:cubicBezTo>
                <a:cubicBezTo>
                  <a:pt x="189928" y="31148"/>
                  <a:pt x="188612" y="28436"/>
                  <a:pt x="186836" y="26106"/>
                </a:cubicBezTo>
                <a:cubicBezTo>
                  <a:pt x="185062" y="23776"/>
                  <a:pt x="182828" y="21906"/>
                  <a:pt x="180134" y="20496"/>
                </a:cubicBezTo>
                <a:cubicBezTo>
                  <a:pt x="177442" y="19085"/>
                  <a:pt x="174228" y="18380"/>
                  <a:pt x="170495" y="18380"/>
                </a:cubicBezTo>
                <a:cubicBezTo>
                  <a:pt x="167556" y="18380"/>
                  <a:pt x="164863" y="18964"/>
                  <a:pt x="162414" y="20131"/>
                </a:cubicBezTo>
                <a:cubicBezTo>
                  <a:pt x="159966" y="21299"/>
                  <a:pt x="157946" y="23173"/>
                  <a:pt x="156355" y="25755"/>
                </a:cubicBezTo>
                <a:lnTo>
                  <a:pt x="156171" y="25755"/>
                </a:lnTo>
                <a:lnTo>
                  <a:pt x="156171" y="19696"/>
                </a:lnTo>
                <a:lnTo>
                  <a:pt x="143777" y="19696"/>
                </a:lnTo>
                <a:close/>
                <a:moveTo>
                  <a:pt x="244158" y="67105"/>
                </a:moveTo>
                <a:lnTo>
                  <a:pt x="244158" y="19725"/>
                </a:lnTo>
                <a:lnTo>
                  <a:pt x="231121" y="19725"/>
                </a:lnTo>
                <a:lnTo>
                  <a:pt x="231121" y="44545"/>
                </a:lnTo>
                <a:cubicBezTo>
                  <a:pt x="231121" y="49368"/>
                  <a:pt x="230325" y="52833"/>
                  <a:pt x="228734" y="54940"/>
                </a:cubicBezTo>
                <a:cubicBezTo>
                  <a:pt x="227142" y="57046"/>
                  <a:pt x="224571" y="58099"/>
                  <a:pt x="221021" y="58099"/>
                </a:cubicBezTo>
                <a:cubicBezTo>
                  <a:pt x="217899" y="58099"/>
                  <a:pt x="215726" y="57138"/>
                  <a:pt x="214501" y="55215"/>
                </a:cubicBezTo>
                <a:cubicBezTo>
                  <a:pt x="213278" y="53291"/>
                  <a:pt x="212666" y="50375"/>
                  <a:pt x="212666" y="46468"/>
                </a:cubicBezTo>
                <a:lnTo>
                  <a:pt x="212666" y="19725"/>
                </a:lnTo>
                <a:lnTo>
                  <a:pt x="199629" y="19725"/>
                </a:lnTo>
                <a:lnTo>
                  <a:pt x="199629" y="48883"/>
                </a:lnTo>
                <a:cubicBezTo>
                  <a:pt x="199629" y="51816"/>
                  <a:pt x="199889" y="54491"/>
                  <a:pt x="200410" y="56906"/>
                </a:cubicBezTo>
                <a:cubicBezTo>
                  <a:pt x="200930" y="59320"/>
                  <a:pt x="201832" y="61368"/>
                  <a:pt x="203118" y="63049"/>
                </a:cubicBezTo>
                <a:cubicBezTo>
                  <a:pt x="204404" y="64730"/>
                  <a:pt x="206164" y="66029"/>
                  <a:pt x="208398" y="66946"/>
                </a:cubicBezTo>
                <a:cubicBezTo>
                  <a:pt x="210632" y="67863"/>
                  <a:pt x="213493" y="68321"/>
                  <a:pt x="216983" y="68321"/>
                </a:cubicBezTo>
                <a:cubicBezTo>
                  <a:pt x="219737" y="68321"/>
                  <a:pt x="222430" y="67707"/>
                  <a:pt x="225062" y="66480"/>
                </a:cubicBezTo>
                <a:cubicBezTo>
                  <a:pt x="227694" y="65252"/>
                  <a:pt x="229836" y="63256"/>
                  <a:pt x="231488" y="60494"/>
                </a:cubicBezTo>
                <a:lnTo>
                  <a:pt x="231764" y="60494"/>
                </a:lnTo>
                <a:lnTo>
                  <a:pt x="231764" y="67105"/>
                </a:lnTo>
                <a:lnTo>
                  <a:pt x="244158" y="67105"/>
                </a:lnTo>
                <a:close/>
                <a:moveTo>
                  <a:pt x="270477" y="19725"/>
                </a:moveTo>
                <a:lnTo>
                  <a:pt x="270477" y="5469"/>
                </a:lnTo>
                <a:lnTo>
                  <a:pt x="257440" y="5469"/>
                </a:lnTo>
                <a:lnTo>
                  <a:pt x="257440" y="19725"/>
                </a:lnTo>
                <a:lnTo>
                  <a:pt x="249544" y="19725"/>
                </a:lnTo>
                <a:lnTo>
                  <a:pt x="249544" y="28422"/>
                </a:lnTo>
                <a:lnTo>
                  <a:pt x="257440" y="28422"/>
                </a:lnTo>
                <a:lnTo>
                  <a:pt x="257440" y="56409"/>
                </a:lnTo>
                <a:cubicBezTo>
                  <a:pt x="257440" y="58795"/>
                  <a:pt x="257838" y="60722"/>
                  <a:pt x="258633" y="62190"/>
                </a:cubicBezTo>
                <a:cubicBezTo>
                  <a:pt x="259429" y="63658"/>
                  <a:pt x="260515" y="64790"/>
                  <a:pt x="261892" y="65586"/>
                </a:cubicBezTo>
                <a:cubicBezTo>
                  <a:pt x="263269" y="66381"/>
                  <a:pt x="264861" y="66916"/>
                  <a:pt x="266666" y="67190"/>
                </a:cubicBezTo>
                <a:cubicBezTo>
                  <a:pt x="268472" y="67466"/>
                  <a:pt x="270386" y="67603"/>
                  <a:pt x="272406" y="67603"/>
                </a:cubicBezTo>
                <a:cubicBezTo>
                  <a:pt x="273691" y="67603"/>
                  <a:pt x="275007" y="67573"/>
                  <a:pt x="276354" y="67514"/>
                </a:cubicBezTo>
                <a:cubicBezTo>
                  <a:pt x="277700" y="67454"/>
                  <a:pt x="278924" y="67334"/>
                  <a:pt x="280026" y="67155"/>
                </a:cubicBezTo>
                <a:lnTo>
                  <a:pt x="280026" y="57015"/>
                </a:lnTo>
                <a:cubicBezTo>
                  <a:pt x="279414" y="57137"/>
                  <a:pt x="278771" y="57229"/>
                  <a:pt x="278098" y="57291"/>
                </a:cubicBezTo>
                <a:cubicBezTo>
                  <a:pt x="277424" y="57352"/>
                  <a:pt x="276721" y="57382"/>
                  <a:pt x="275987" y="57382"/>
                </a:cubicBezTo>
                <a:cubicBezTo>
                  <a:pt x="273782" y="57382"/>
                  <a:pt x="272313" y="57016"/>
                  <a:pt x="271578" y="56282"/>
                </a:cubicBezTo>
                <a:cubicBezTo>
                  <a:pt x="270844" y="55549"/>
                  <a:pt x="270477" y="54083"/>
                  <a:pt x="270477" y="51884"/>
                </a:cubicBezTo>
                <a:lnTo>
                  <a:pt x="270477" y="28422"/>
                </a:lnTo>
                <a:lnTo>
                  <a:pt x="280026" y="28422"/>
                </a:lnTo>
                <a:lnTo>
                  <a:pt x="280026" y="19725"/>
                </a:lnTo>
                <a:lnTo>
                  <a:pt x="270477" y="19725"/>
                </a:lnTo>
                <a:close/>
                <a:moveTo>
                  <a:pt x="301143" y="34698"/>
                </a:moveTo>
                <a:lnTo>
                  <a:pt x="301143" y="20532"/>
                </a:lnTo>
                <a:lnTo>
                  <a:pt x="286728" y="20532"/>
                </a:lnTo>
                <a:lnTo>
                  <a:pt x="286728" y="34698"/>
                </a:lnTo>
                <a:lnTo>
                  <a:pt x="301143" y="34698"/>
                </a:lnTo>
                <a:moveTo>
                  <a:pt x="286728" y="52989"/>
                </a:moveTo>
                <a:lnTo>
                  <a:pt x="286728" y="67155"/>
                </a:lnTo>
                <a:lnTo>
                  <a:pt x="301143" y="67155"/>
                </a:lnTo>
                <a:lnTo>
                  <a:pt x="301143" y="52989"/>
                </a:lnTo>
                <a:lnTo>
                  <a:pt x="286728" y="52989"/>
                </a:lnTo>
                <a:close/>
                <a:moveTo>
                  <a:pt x="337866" y="0"/>
                </a:moveTo>
                <a:lnTo>
                  <a:pt x="337866" y="83742"/>
                </a:lnTo>
                <a:lnTo>
                  <a:pt x="362105" y="83742"/>
                </a:lnTo>
                <a:lnTo>
                  <a:pt x="362105" y="73431"/>
                </a:lnTo>
                <a:lnTo>
                  <a:pt x="350905" y="73431"/>
                </a:lnTo>
                <a:lnTo>
                  <a:pt x="350905" y="10311"/>
                </a:lnTo>
                <a:lnTo>
                  <a:pt x="362105" y="10311"/>
                </a:lnTo>
                <a:lnTo>
                  <a:pt x="362105" y="0"/>
                </a:lnTo>
                <a:lnTo>
                  <a:pt x="337866" y="0"/>
                </a:lnTo>
                <a:close/>
                <a:moveTo>
                  <a:pt x="377192" y="34738"/>
                </a:moveTo>
                <a:cubicBezTo>
                  <a:pt x="377192" y="33637"/>
                  <a:pt x="377208" y="32308"/>
                  <a:pt x="377238" y="30750"/>
                </a:cubicBezTo>
                <a:cubicBezTo>
                  <a:pt x="377269" y="29192"/>
                  <a:pt x="377376" y="27588"/>
                  <a:pt x="377559" y="25938"/>
                </a:cubicBezTo>
                <a:cubicBezTo>
                  <a:pt x="377743" y="24288"/>
                  <a:pt x="378049" y="22654"/>
                  <a:pt x="378477" y="21035"/>
                </a:cubicBezTo>
                <a:cubicBezTo>
                  <a:pt x="378905" y="19416"/>
                  <a:pt x="379502" y="17964"/>
                  <a:pt x="380267" y="16681"/>
                </a:cubicBezTo>
                <a:cubicBezTo>
                  <a:pt x="381033" y="15398"/>
                  <a:pt x="382013" y="14359"/>
                  <a:pt x="383206" y="13565"/>
                </a:cubicBezTo>
                <a:cubicBezTo>
                  <a:pt x="384400" y="12770"/>
                  <a:pt x="385884" y="12373"/>
                  <a:pt x="387659" y="12373"/>
                </a:cubicBezTo>
                <a:cubicBezTo>
                  <a:pt x="389434" y="12373"/>
                  <a:pt x="390934" y="12770"/>
                  <a:pt x="392158" y="13565"/>
                </a:cubicBezTo>
                <a:cubicBezTo>
                  <a:pt x="393383" y="14359"/>
                  <a:pt x="394393" y="15398"/>
                  <a:pt x="395189" y="16681"/>
                </a:cubicBezTo>
                <a:cubicBezTo>
                  <a:pt x="395984" y="17964"/>
                  <a:pt x="396581" y="19416"/>
                  <a:pt x="396979" y="21035"/>
                </a:cubicBezTo>
                <a:cubicBezTo>
                  <a:pt x="397377" y="22654"/>
                  <a:pt x="397683" y="24288"/>
                  <a:pt x="397897" y="25938"/>
                </a:cubicBezTo>
                <a:cubicBezTo>
                  <a:pt x="398110" y="27588"/>
                  <a:pt x="398233" y="29192"/>
                  <a:pt x="398264" y="30750"/>
                </a:cubicBezTo>
                <a:cubicBezTo>
                  <a:pt x="398294" y="32308"/>
                  <a:pt x="398310" y="33637"/>
                  <a:pt x="398310" y="34738"/>
                </a:cubicBezTo>
                <a:cubicBezTo>
                  <a:pt x="398310" y="36570"/>
                  <a:pt x="398249" y="38785"/>
                  <a:pt x="398126" y="41382"/>
                </a:cubicBezTo>
                <a:cubicBezTo>
                  <a:pt x="398004" y="43979"/>
                  <a:pt x="397621" y="46485"/>
                  <a:pt x="396979" y="48898"/>
                </a:cubicBezTo>
                <a:cubicBezTo>
                  <a:pt x="396336" y="51311"/>
                  <a:pt x="395295" y="53374"/>
                  <a:pt x="393856" y="55085"/>
                </a:cubicBezTo>
                <a:cubicBezTo>
                  <a:pt x="392418" y="56796"/>
                  <a:pt x="390352" y="57651"/>
                  <a:pt x="387659" y="57651"/>
                </a:cubicBezTo>
                <a:cubicBezTo>
                  <a:pt x="385027" y="57651"/>
                  <a:pt x="383006" y="56796"/>
                  <a:pt x="381598" y="55085"/>
                </a:cubicBezTo>
                <a:cubicBezTo>
                  <a:pt x="380191" y="53374"/>
                  <a:pt x="379166" y="51311"/>
                  <a:pt x="378523" y="48898"/>
                </a:cubicBezTo>
                <a:cubicBezTo>
                  <a:pt x="377880" y="46485"/>
                  <a:pt x="377498" y="43979"/>
                  <a:pt x="377376" y="41382"/>
                </a:cubicBezTo>
                <a:cubicBezTo>
                  <a:pt x="377253" y="38785"/>
                  <a:pt x="377192" y="36570"/>
                  <a:pt x="377192" y="34738"/>
                </a:cubicBezTo>
                <a:moveTo>
                  <a:pt x="364155" y="34738"/>
                </a:moveTo>
                <a:cubicBezTo>
                  <a:pt x="364155" y="41160"/>
                  <a:pt x="364782" y="46528"/>
                  <a:pt x="366037" y="50841"/>
                </a:cubicBezTo>
                <a:cubicBezTo>
                  <a:pt x="367292" y="55153"/>
                  <a:pt x="368991" y="58594"/>
                  <a:pt x="371133" y="61163"/>
                </a:cubicBezTo>
                <a:cubicBezTo>
                  <a:pt x="373276" y="63733"/>
                  <a:pt x="375770" y="65568"/>
                  <a:pt x="378615" y="66669"/>
                </a:cubicBezTo>
                <a:cubicBezTo>
                  <a:pt x="381462" y="67770"/>
                  <a:pt x="384477" y="68321"/>
                  <a:pt x="387659" y="68321"/>
                </a:cubicBezTo>
                <a:cubicBezTo>
                  <a:pt x="390903" y="68321"/>
                  <a:pt x="393948" y="67770"/>
                  <a:pt x="396794" y="66669"/>
                </a:cubicBezTo>
                <a:cubicBezTo>
                  <a:pt x="399641" y="65568"/>
                  <a:pt x="402150" y="63733"/>
                  <a:pt x="404323" y="61163"/>
                </a:cubicBezTo>
                <a:cubicBezTo>
                  <a:pt x="406496" y="58594"/>
                  <a:pt x="408210" y="55153"/>
                  <a:pt x="409464" y="50841"/>
                </a:cubicBezTo>
                <a:cubicBezTo>
                  <a:pt x="410719" y="46528"/>
                  <a:pt x="411347" y="41160"/>
                  <a:pt x="411347" y="34738"/>
                </a:cubicBezTo>
                <a:cubicBezTo>
                  <a:pt x="411347" y="28499"/>
                  <a:pt x="410719" y="23254"/>
                  <a:pt x="409464" y="19002"/>
                </a:cubicBezTo>
                <a:cubicBezTo>
                  <a:pt x="408210" y="14751"/>
                  <a:pt x="406496" y="11341"/>
                  <a:pt x="404323" y="8771"/>
                </a:cubicBezTo>
                <a:cubicBezTo>
                  <a:pt x="402150" y="6202"/>
                  <a:pt x="399641" y="4367"/>
                  <a:pt x="396794" y="3266"/>
                </a:cubicBezTo>
                <a:cubicBezTo>
                  <a:pt x="393948" y="2164"/>
                  <a:pt x="390903" y="1614"/>
                  <a:pt x="387659" y="1614"/>
                </a:cubicBezTo>
                <a:cubicBezTo>
                  <a:pt x="384477" y="1614"/>
                  <a:pt x="381462" y="2164"/>
                  <a:pt x="378615" y="3266"/>
                </a:cubicBezTo>
                <a:cubicBezTo>
                  <a:pt x="375770" y="4367"/>
                  <a:pt x="373276" y="6202"/>
                  <a:pt x="371133" y="8771"/>
                </a:cubicBezTo>
                <a:cubicBezTo>
                  <a:pt x="368991" y="11341"/>
                  <a:pt x="367292" y="14751"/>
                  <a:pt x="366037" y="19002"/>
                </a:cubicBezTo>
                <a:cubicBezTo>
                  <a:pt x="364782" y="23254"/>
                  <a:pt x="364155" y="28499"/>
                  <a:pt x="364155" y="34738"/>
                </a:cubicBezTo>
                <a:close/>
                <a:moveTo>
                  <a:pt x="418997" y="52989"/>
                </a:moveTo>
                <a:lnTo>
                  <a:pt x="418997" y="67155"/>
                </a:lnTo>
                <a:lnTo>
                  <a:pt x="433412" y="67155"/>
                </a:lnTo>
                <a:lnTo>
                  <a:pt x="433412" y="52989"/>
                </a:lnTo>
                <a:lnTo>
                  <a:pt x="418997" y="52989"/>
                </a:lnTo>
                <a:close/>
                <a:moveTo>
                  <a:pt x="453702" y="34738"/>
                </a:moveTo>
                <a:cubicBezTo>
                  <a:pt x="453702" y="33637"/>
                  <a:pt x="453717" y="32308"/>
                  <a:pt x="453748" y="30750"/>
                </a:cubicBezTo>
                <a:cubicBezTo>
                  <a:pt x="453779" y="29192"/>
                  <a:pt x="453886" y="27588"/>
                  <a:pt x="454069" y="25938"/>
                </a:cubicBezTo>
                <a:cubicBezTo>
                  <a:pt x="454253" y="24288"/>
                  <a:pt x="454559" y="22654"/>
                  <a:pt x="454986" y="21035"/>
                </a:cubicBezTo>
                <a:cubicBezTo>
                  <a:pt x="455415" y="19416"/>
                  <a:pt x="456012" y="17964"/>
                  <a:pt x="456777" y="16681"/>
                </a:cubicBezTo>
                <a:cubicBezTo>
                  <a:pt x="457543" y="15398"/>
                  <a:pt x="458522" y="14359"/>
                  <a:pt x="459716" y="13565"/>
                </a:cubicBezTo>
                <a:cubicBezTo>
                  <a:pt x="460910" y="12770"/>
                  <a:pt x="462394" y="12373"/>
                  <a:pt x="464168" y="12373"/>
                </a:cubicBezTo>
                <a:cubicBezTo>
                  <a:pt x="465944" y="12373"/>
                  <a:pt x="467443" y="12770"/>
                  <a:pt x="468668" y="13565"/>
                </a:cubicBezTo>
                <a:cubicBezTo>
                  <a:pt x="469892" y="14359"/>
                  <a:pt x="470902" y="15398"/>
                  <a:pt x="471698" y="16681"/>
                </a:cubicBezTo>
                <a:cubicBezTo>
                  <a:pt x="472494" y="17964"/>
                  <a:pt x="473091" y="19416"/>
                  <a:pt x="473488" y="21035"/>
                </a:cubicBezTo>
                <a:cubicBezTo>
                  <a:pt x="473886" y="22654"/>
                  <a:pt x="474192" y="24288"/>
                  <a:pt x="474406" y="25938"/>
                </a:cubicBezTo>
                <a:cubicBezTo>
                  <a:pt x="474620" y="27588"/>
                  <a:pt x="474742" y="29192"/>
                  <a:pt x="474773" y="30750"/>
                </a:cubicBezTo>
                <a:cubicBezTo>
                  <a:pt x="474804" y="32308"/>
                  <a:pt x="474819" y="33637"/>
                  <a:pt x="474819" y="34738"/>
                </a:cubicBezTo>
                <a:cubicBezTo>
                  <a:pt x="474819" y="36570"/>
                  <a:pt x="474758" y="38785"/>
                  <a:pt x="474636" y="41382"/>
                </a:cubicBezTo>
                <a:cubicBezTo>
                  <a:pt x="474513" y="43979"/>
                  <a:pt x="474131" y="46485"/>
                  <a:pt x="473488" y="48898"/>
                </a:cubicBezTo>
                <a:cubicBezTo>
                  <a:pt x="472846" y="51311"/>
                  <a:pt x="471805" y="53374"/>
                  <a:pt x="470366" y="55085"/>
                </a:cubicBezTo>
                <a:cubicBezTo>
                  <a:pt x="468928" y="56796"/>
                  <a:pt x="466862" y="57651"/>
                  <a:pt x="464168" y="57651"/>
                </a:cubicBezTo>
                <a:cubicBezTo>
                  <a:pt x="461536" y="57651"/>
                  <a:pt x="459516" y="56796"/>
                  <a:pt x="458108" y="55085"/>
                </a:cubicBezTo>
                <a:cubicBezTo>
                  <a:pt x="456700" y="53374"/>
                  <a:pt x="455675" y="51311"/>
                  <a:pt x="455033" y="48898"/>
                </a:cubicBezTo>
                <a:cubicBezTo>
                  <a:pt x="454390" y="46485"/>
                  <a:pt x="454008" y="43979"/>
                  <a:pt x="453885" y="41382"/>
                </a:cubicBezTo>
                <a:cubicBezTo>
                  <a:pt x="453763" y="38785"/>
                  <a:pt x="453702" y="36570"/>
                  <a:pt x="453702" y="34738"/>
                </a:cubicBezTo>
                <a:moveTo>
                  <a:pt x="440665" y="34738"/>
                </a:moveTo>
                <a:cubicBezTo>
                  <a:pt x="440665" y="41160"/>
                  <a:pt x="441292" y="46528"/>
                  <a:pt x="442546" y="50841"/>
                </a:cubicBezTo>
                <a:cubicBezTo>
                  <a:pt x="443801" y="55153"/>
                  <a:pt x="445500" y="58594"/>
                  <a:pt x="447643" y="61163"/>
                </a:cubicBezTo>
                <a:cubicBezTo>
                  <a:pt x="449785" y="63733"/>
                  <a:pt x="452279" y="65568"/>
                  <a:pt x="455125" y="66669"/>
                </a:cubicBezTo>
                <a:cubicBezTo>
                  <a:pt x="457972" y="67770"/>
                  <a:pt x="460986" y="68321"/>
                  <a:pt x="464168" y="68321"/>
                </a:cubicBezTo>
                <a:cubicBezTo>
                  <a:pt x="467413" y="68321"/>
                  <a:pt x="470458" y="67770"/>
                  <a:pt x="473304" y="66669"/>
                </a:cubicBezTo>
                <a:cubicBezTo>
                  <a:pt x="476150" y="65568"/>
                  <a:pt x="478660" y="63733"/>
                  <a:pt x="480832" y="61163"/>
                </a:cubicBezTo>
                <a:cubicBezTo>
                  <a:pt x="483005" y="58594"/>
                  <a:pt x="484719" y="55153"/>
                  <a:pt x="485974" y="50841"/>
                </a:cubicBezTo>
                <a:cubicBezTo>
                  <a:pt x="487229" y="46528"/>
                  <a:pt x="487856" y="41160"/>
                  <a:pt x="487856" y="34738"/>
                </a:cubicBezTo>
                <a:cubicBezTo>
                  <a:pt x="487856" y="28499"/>
                  <a:pt x="487229" y="23254"/>
                  <a:pt x="485974" y="19002"/>
                </a:cubicBezTo>
                <a:cubicBezTo>
                  <a:pt x="484719" y="14751"/>
                  <a:pt x="483005" y="11341"/>
                  <a:pt x="480832" y="8771"/>
                </a:cubicBezTo>
                <a:cubicBezTo>
                  <a:pt x="478660" y="6202"/>
                  <a:pt x="476150" y="4367"/>
                  <a:pt x="473304" y="3266"/>
                </a:cubicBezTo>
                <a:cubicBezTo>
                  <a:pt x="470458" y="2164"/>
                  <a:pt x="467413" y="1614"/>
                  <a:pt x="464168" y="1614"/>
                </a:cubicBezTo>
                <a:cubicBezTo>
                  <a:pt x="460986" y="1614"/>
                  <a:pt x="457972" y="2164"/>
                  <a:pt x="455125" y="3266"/>
                </a:cubicBezTo>
                <a:cubicBezTo>
                  <a:pt x="452279" y="4367"/>
                  <a:pt x="449785" y="6202"/>
                  <a:pt x="447643" y="8771"/>
                </a:cubicBezTo>
                <a:cubicBezTo>
                  <a:pt x="445500" y="11341"/>
                  <a:pt x="443801" y="14751"/>
                  <a:pt x="442546" y="19002"/>
                </a:cubicBezTo>
                <a:cubicBezTo>
                  <a:pt x="441292" y="23254"/>
                  <a:pt x="440665" y="28499"/>
                  <a:pt x="440665" y="34738"/>
                </a:cubicBezTo>
                <a:close/>
                <a:moveTo>
                  <a:pt x="504963" y="34738"/>
                </a:moveTo>
                <a:cubicBezTo>
                  <a:pt x="504963" y="33637"/>
                  <a:pt x="504979" y="32308"/>
                  <a:pt x="505009" y="30750"/>
                </a:cubicBezTo>
                <a:cubicBezTo>
                  <a:pt x="505040" y="29192"/>
                  <a:pt x="505147" y="27588"/>
                  <a:pt x="505330" y="25938"/>
                </a:cubicBezTo>
                <a:cubicBezTo>
                  <a:pt x="505514" y="24288"/>
                  <a:pt x="505820" y="22654"/>
                  <a:pt x="506248" y="21035"/>
                </a:cubicBezTo>
                <a:cubicBezTo>
                  <a:pt x="506677" y="19416"/>
                  <a:pt x="507273" y="17964"/>
                  <a:pt x="508038" y="16681"/>
                </a:cubicBezTo>
                <a:cubicBezTo>
                  <a:pt x="508804" y="15398"/>
                  <a:pt x="509784" y="14359"/>
                  <a:pt x="510977" y="13565"/>
                </a:cubicBezTo>
                <a:cubicBezTo>
                  <a:pt x="512171" y="12770"/>
                  <a:pt x="513655" y="12373"/>
                  <a:pt x="515430" y="12373"/>
                </a:cubicBezTo>
                <a:cubicBezTo>
                  <a:pt x="517205" y="12373"/>
                  <a:pt x="518705" y="12770"/>
                  <a:pt x="519929" y="13565"/>
                </a:cubicBezTo>
                <a:cubicBezTo>
                  <a:pt x="521154" y="14359"/>
                  <a:pt x="522164" y="15398"/>
                  <a:pt x="522960" y="16681"/>
                </a:cubicBezTo>
                <a:cubicBezTo>
                  <a:pt x="523755" y="17964"/>
                  <a:pt x="524352" y="19416"/>
                  <a:pt x="524750" y="21035"/>
                </a:cubicBezTo>
                <a:cubicBezTo>
                  <a:pt x="525148" y="22654"/>
                  <a:pt x="525454" y="24288"/>
                  <a:pt x="525668" y="25938"/>
                </a:cubicBezTo>
                <a:cubicBezTo>
                  <a:pt x="525882" y="27588"/>
                  <a:pt x="526004" y="29192"/>
                  <a:pt x="526035" y="30750"/>
                </a:cubicBezTo>
                <a:cubicBezTo>
                  <a:pt x="526065" y="32308"/>
                  <a:pt x="526081" y="33637"/>
                  <a:pt x="526081" y="34738"/>
                </a:cubicBezTo>
                <a:cubicBezTo>
                  <a:pt x="526081" y="36570"/>
                  <a:pt x="526020" y="38785"/>
                  <a:pt x="525897" y="41382"/>
                </a:cubicBezTo>
                <a:cubicBezTo>
                  <a:pt x="525775" y="43979"/>
                  <a:pt x="525393" y="46485"/>
                  <a:pt x="524750" y="48898"/>
                </a:cubicBezTo>
                <a:cubicBezTo>
                  <a:pt x="524107" y="51311"/>
                  <a:pt x="523067" y="53374"/>
                  <a:pt x="521627" y="55085"/>
                </a:cubicBezTo>
                <a:cubicBezTo>
                  <a:pt x="520189" y="56796"/>
                  <a:pt x="518123" y="57651"/>
                  <a:pt x="515430" y="57651"/>
                </a:cubicBezTo>
                <a:cubicBezTo>
                  <a:pt x="512798" y="57651"/>
                  <a:pt x="510778" y="56796"/>
                  <a:pt x="509369" y="55085"/>
                </a:cubicBezTo>
                <a:cubicBezTo>
                  <a:pt x="507962" y="53374"/>
                  <a:pt x="506937" y="51311"/>
                  <a:pt x="506294" y="48898"/>
                </a:cubicBezTo>
                <a:cubicBezTo>
                  <a:pt x="505652" y="46485"/>
                  <a:pt x="505269" y="43979"/>
                  <a:pt x="505147" y="41382"/>
                </a:cubicBezTo>
                <a:cubicBezTo>
                  <a:pt x="505024" y="38785"/>
                  <a:pt x="504963" y="36570"/>
                  <a:pt x="504963" y="34738"/>
                </a:cubicBezTo>
                <a:moveTo>
                  <a:pt x="491926" y="34738"/>
                </a:moveTo>
                <a:cubicBezTo>
                  <a:pt x="491926" y="41160"/>
                  <a:pt x="492553" y="46528"/>
                  <a:pt x="493808" y="50841"/>
                </a:cubicBezTo>
                <a:cubicBezTo>
                  <a:pt x="495063" y="55153"/>
                  <a:pt x="496762" y="58594"/>
                  <a:pt x="498904" y="61163"/>
                </a:cubicBezTo>
                <a:cubicBezTo>
                  <a:pt x="501047" y="63733"/>
                  <a:pt x="503541" y="65568"/>
                  <a:pt x="506387" y="66669"/>
                </a:cubicBezTo>
                <a:cubicBezTo>
                  <a:pt x="509233" y="67770"/>
                  <a:pt x="512248" y="68321"/>
                  <a:pt x="515430" y="68321"/>
                </a:cubicBezTo>
                <a:cubicBezTo>
                  <a:pt x="518674" y="68321"/>
                  <a:pt x="521719" y="67770"/>
                  <a:pt x="524565" y="66669"/>
                </a:cubicBezTo>
                <a:cubicBezTo>
                  <a:pt x="527412" y="65568"/>
                  <a:pt x="529921" y="63733"/>
                  <a:pt x="532094" y="61163"/>
                </a:cubicBezTo>
                <a:cubicBezTo>
                  <a:pt x="534267" y="58594"/>
                  <a:pt x="535981" y="55153"/>
                  <a:pt x="537235" y="50841"/>
                </a:cubicBezTo>
                <a:cubicBezTo>
                  <a:pt x="538490" y="46528"/>
                  <a:pt x="539118" y="41160"/>
                  <a:pt x="539118" y="34738"/>
                </a:cubicBezTo>
                <a:cubicBezTo>
                  <a:pt x="539118" y="28499"/>
                  <a:pt x="538490" y="23254"/>
                  <a:pt x="537235" y="19002"/>
                </a:cubicBezTo>
                <a:cubicBezTo>
                  <a:pt x="535981" y="14751"/>
                  <a:pt x="534267" y="11341"/>
                  <a:pt x="532094" y="8771"/>
                </a:cubicBezTo>
                <a:cubicBezTo>
                  <a:pt x="529921" y="6202"/>
                  <a:pt x="527412" y="4367"/>
                  <a:pt x="524565" y="3266"/>
                </a:cubicBezTo>
                <a:cubicBezTo>
                  <a:pt x="521719" y="2164"/>
                  <a:pt x="518674" y="1614"/>
                  <a:pt x="515430" y="1614"/>
                </a:cubicBezTo>
                <a:cubicBezTo>
                  <a:pt x="512248" y="1614"/>
                  <a:pt x="509233" y="2164"/>
                  <a:pt x="506387" y="3266"/>
                </a:cubicBezTo>
                <a:cubicBezTo>
                  <a:pt x="503541" y="4367"/>
                  <a:pt x="501047" y="6202"/>
                  <a:pt x="498904" y="8771"/>
                </a:cubicBezTo>
                <a:cubicBezTo>
                  <a:pt x="496762" y="11341"/>
                  <a:pt x="495063" y="14751"/>
                  <a:pt x="493808" y="19002"/>
                </a:cubicBezTo>
                <a:cubicBezTo>
                  <a:pt x="492553" y="23254"/>
                  <a:pt x="491926" y="28499"/>
                  <a:pt x="491926" y="34738"/>
                </a:cubicBezTo>
                <a:close/>
                <a:moveTo>
                  <a:pt x="556225" y="34738"/>
                </a:moveTo>
                <a:cubicBezTo>
                  <a:pt x="556225" y="33637"/>
                  <a:pt x="556240" y="32308"/>
                  <a:pt x="556271" y="30750"/>
                </a:cubicBezTo>
                <a:cubicBezTo>
                  <a:pt x="556302" y="29192"/>
                  <a:pt x="556409" y="27588"/>
                  <a:pt x="556592" y="25938"/>
                </a:cubicBezTo>
                <a:cubicBezTo>
                  <a:pt x="556776" y="24288"/>
                  <a:pt x="557082" y="22654"/>
                  <a:pt x="557509" y="21035"/>
                </a:cubicBezTo>
                <a:cubicBezTo>
                  <a:pt x="557938" y="19416"/>
                  <a:pt x="558535" y="17964"/>
                  <a:pt x="559300" y="16681"/>
                </a:cubicBezTo>
                <a:cubicBezTo>
                  <a:pt x="560066" y="15398"/>
                  <a:pt x="561045" y="14359"/>
                  <a:pt x="562239" y="13565"/>
                </a:cubicBezTo>
                <a:cubicBezTo>
                  <a:pt x="563433" y="12770"/>
                  <a:pt x="564917" y="12373"/>
                  <a:pt x="566691" y="12373"/>
                </a:cubicBezTo>
                <a:cubicBezTo>
                  <a:pt x="568467" y="12373"/>
                  <a:pt x="569967" y="12770"/>
                  <a:pt x="571191" y="13565"/>
                </a:cubicBezTo>
                <a:cubicBezTo>
                  <a:pt x="572415" y="14359"/>
                  <a:pt x="573425" y="15398"/>
                  <a:pt x="574221" y="16681"/>
                </a:cubicBezTo>
                <a:cubicBezTo>
                  <a:pt x="575017" y="17964"/>
                  <a:pt x="575614" y="19416"/>
                  <a:pt x="576012" y="21035"/>
                </a:cubicBezTo>
                <a:cubicBezTo>
                  <a:pt x="576409" y="22654"/>
                  <a:pt x="576715" y="24288"/>
                  <a:pt x="576929" y="25938"/>
                </a:cubicBezTo>
                <a:cubicBezTo>
                  <a:pt x="577143" y="27588"/>
                  <a:pt x="577265" y="29192"/>
                  <a:pt x="577296" y="30750"/>
                </a:cubicBezTo>
                <a:cubicBezTo>
                  <a:pt x="577327" y="32308"/>
                  <a:pt x="577342" y="33637"/>
                  <a:pt x="577342" y="34738"/>
                </a:cubicBezTo>
                <a:cubicBezTo>
                  <a:pt x="577342" y="36570"/>
                  <a:pt x="577281" y="38785"/>
                  <a:pt x="577159" y="41382"/>
                </a:cubicBezTo>
                <a:cubicBezTo>
                  <a:pt x="577037" y="43979"/>
                  <a:pt x="576654" y="46485"/>
                  <a:pt x="576012" y="48898"/>
                </a:cubicBezTo>
                <a:cubicBezTo>
                  <a:pt x="575369" y="51311"/>
                  <a:pt x="574328" y="53374"/>
                  <a:pt x="572889" y="55085"/>
                </a:cubicBezTo>
                <a:cubicBezTo>
                  <a:pt x="571451" y="56796"/>
                  <a:pt x="569385" y="57651"/>
                  <a:pt x="566691" y="57651"/>
                </a:cubicBezTo>
                <a:cubicBezTo>
                  <a:pt x="564059" y="57651"/>
                  <a:pt x="562039" y="56796"/>
                  <a:pt x="560631" y="55085"/>
                </a:cubicBezTo>
                <a:cubicBezTo>
                  <a:pt x="559223" y="53374"/>
                  <a:pt x="558198" y="51311"/>
                  <a:pt x="557556" y="48898"/>
                </a:cubicBezTo>
                <a:cubicBezTo>
                  <a:pt x="556913" y="46485"/>
                  <a:pt x="556531" y="43979"/>
                  <a:pt x="556408" y="41382"/>
                </a:cubicBezTo>
                <a:cubicBezTo>
                  <a:pt x="556286" y="38785"/>
                  <a:pt x="556225" y="36570"/>
                  <a:pt x="556225" y="34738"/>
                </a:cubicBezTo>
                <a:moveTo>
                  <a:pt x="543188" y="34738"/>
                </a:moveTo>
                <a:cubicBezTo>
                  <a:pt x="543188" y="41160"/>
                  <a:pt x="543815" y="46528"/>
                  <a:pt x="545069" y="50841"/>
                </a:cubicBezTo>
                <a:cubicBezTo>
                  <a:pt x="546324" y="55153"/>
                  <a:pt x="548023" y="58594"/>
                  <a:pt x="550166" y="61163"/>
                </a:cubicBezTo>
                <a:cubicBezTo>
                  <a:pt x="552308" y="63733"/>
                  <a:pt x="554802" y="65568"/>
                  <a:pt x="557648" y="66669"/>
                </a:cubicBezTo>
                <a:cubicBezTo>
                  <a:pt x="560495" y="67770"/>
                  <a:pt x="563509" y="68321"/>
                  <a:pt x="566691" y="68321"/>
                </a:cubicBezTo>
                <a:cubicBezTo>
                  <a:pt x="569936" y="68321"/>
                  <a:pt x="572981" y="67770"/>
                  <a:pt x="575827" y="66669"/>
                </a:cubicBezTo>
                <a:cubicBezTo>
                  <a:pt x="578673" y="65568"/>
                  <a:pt x="581183" y="63733"/>
                  <a:pt x="583355" y="61163"/>
                </a:cubicBezTo>
                <a:cubicBezTo>
                  <a:pt x="585529" y="58594"/>
                  <a:pt x="587242" y="55153"/>
                  <a:pt x="588497" y="50841"/>
                </a:cubicBezTo>
                <a:cubicBezTo>
                  <a:pt x="589752" y="46528"/>
                  <a:pt x="590380" y="41160"/>
                  <a:pt x="590380" y="34738"/>
                </a:cubicBezTo>
                <a:cubicBezTo>
                  <a:pt x="590380" y="28499"/>
                  <a:pt x="589752" y="23254"/>
                  <a:pt x="588497" y="19002"/>
                </a:cubicBezTo>
                <a:cubicBezTo>
                  <a:pt x="587242" y="14751"/>
                  <a:pt x="585529" y="11341"/>
                  <a:pt x="583355" y="8771"/>
                </a:cubicBezTo>
                <a:cubicBezTo>
                  <a:pt x="581183" y="6202"/>
                  <a:pt x="578673" y="4367"/>
                  <a:pt x="575827" y="3266"/>
                </a:cubicBezTo>
                <a:cubicBezTo>
                  <a:pt x="572981" y="2164"/>
                  <a:pt x="569936" y="1614"/>
                  <a:pt x="566691" y="1614"/>
                </a:cubicBezTo>
                <a:cubicBezTo>
                  <a:pt x="563509" y="1614"/>
                  <a:pt x="560495" y="2164"/>
                  <a:pt x="557648" y="3266"/>
                </a:cubicBezTo>
                <a:cubicBezTo>
                  <a:pt x="554802" y="4367"/>
                  <a:pt x="552308" y="6202"/>
                  <a:pt x="550166" y="8771"/>
                </a:cubicBezTo>
                <a:cubicBezTo>
                  <a:pt x="548023" y="11341"/>
                  <a:pt x="546324" y="14751"/>
                  <a:pt x="545069" y="19002"/>
                </a:cubicBezTo>
                <a:cubicBezTo>
                  <a:pt x="543815" y="23254"/>
                  <a:pt x="543188" y="28499"/>
                  <a:pt x="543188" y="34738"/>
                </a:cubicBezTo>
                <a:close/>
                <a:moveTo>
                  <a:pt x="613454" y="28870"/>
                </a:moveTo>
                <a:lnTo>
                  <a:pt x="613454" y="38016"/>
                </a:lnTo>
                <a:cubicBezTo>
                  <a:pt x="615045" y="38016"/>
                  <a:pt x="616714" y="38061"/>
                  <a:pt x="618458" y="38153"/>
                </a:cubicBezTo>
                <a:cubicBezTo>
                  <a:pt x="620203" y="38245"/>
                  <a:pt x="621809" y="38581"/>
                  <a:pt x="623277" y="39163"/>
                </a:cubicBezTo>
                <a:cubicBezTo>
                  <a:pt x="624746" y="39744"/>
                  <a:pt x="625955" y="40677"/>
                  <a:pt x="626904" y="41962"/>
                </a:cubicBezTo>
                <a:cubicBezTo>
                  <a:pt x="627853" y="43246"/>
                  <a:pt x="628328" y="45112"/>
                  <a:pt x="628328" y="47559"/>
                </a:cubicBezTo>
                <a:cubicBezTo>
                  <a:pt x="628328" y="50678"/>
                  <a:pt x="627318" y="53140"/>
                  <a:pt x="625298" y="54945"/>
                </a:cubicBezTo>
                <a:cubicBezTo>
                  <a:pt x="623278" y="56749"/>
                  <a:pt x="620800" y="57651"/>
                  <a:pt x="617861" y="57651"/>
                </a:cubicBezTo>
                <a:cubicBezTo>
                  <a:pt x="615964" y="57651"/>
                  <a:pt x="614326" y="57314"/>
                  <a:pt x="612948" y="56641"/>
                </a:cubicBezTo>
                <a:cubicBezTo>
                  <a:pt x="611572" y="55968"/>
                  <a:pt x="610424" y="55065"/>
                  <a:pt x="609506" y="53933"/>
                </a:cubicBezTo>
                <a:cubicBezTo>
                  <a:pt x="608588" y="52800"/>
                  <a:pt x="607884" y="51453"/>
                  <a:pt x="607395" y="49893"/>
                </a:cubicBezTo>
                <a:cubicBezTo>
                  <a:pt x="606906" y="48332"/>
                  <a:pt x="606630" y="46695"/>
                  <a:pt x="606568" y="44981"/>
                </a:cubicBezTo>
                <a:lnTo>
                  <a:pt x="594174" y="44981"/>
                </a:lnTo>
                <a:cubicBezTo>
                  <a:pt x="594113" y="48715"/>
                  <a:pt x="594648" y="52021"/>
                  <a:pt x="595780" y="54898"/>
                </a:cubicBezTo>
                <a:cubicBezTo>
                  <a:pt x="596913" y="57776"/>
                  <a:pt x="598520" y="60211"/>
                  <a:pt x="600600" y="62204"/>
                </a:cubicBezTo>
                <a:cubicBezTo>
                  <a:pt x="602682" y="64197"/>
                  <a:pt x="605207" y="65715"/>
                  <a:pt x="608175" y="66757"/>
                </a:cubicBezTo>
                <a:cubicBezTo>
                  <a:pt x="611143" y="67799"/>
                  <a:pt x="614433" y="68321"/>
                  <a:pt x="618045" y="68321"/>
                </a:cubicBezTo>
                <a:cubicBezTo>
                  <a:pt x="621166" y="68321"/>
                  <a:pt x="624165" y="67862"/>
                  <a:pt x="627042" y="66945"/>
                </a:cubicBezTo>
                <a:cubicBezTo>
                  <a:pt x="629919" y="66027"/>
                  <a:pt x="632460" y="64681"/>
                  <a:pt x="634663" y="62906"/>
                </a:cubicBezTo>
                <a:cubicBezTo>
                  <a:pt x="636866" y="61132"/>
                  <a:pt x="638626" y="58929"/>
                  <a:pt x="639941" y="56298"/>
                </a:cubicBezTo>
                <a:cubicBezTo>
                  <a:pt x="641257" y="53667"/>
                  <a:pt x="641915" y="50669"/>
                  <a:pt x="641915" y="47304"/>
                </a:cubicBezTo>
                <a:cubicBezTo>
                  <a:pt x="641915" y="43633"/>
                  <a:pt x="640905" y="40483"/>
                  <a:pt x="638885" y="37852"/>
                </a:cubicBezTo>
                <a:cubicBezTo>
                  <a:pt x="636866" y="35221"/>
                  <a:pt x="634081" y="33507"/>
                  <a:pt x="630531" y="32712"/>
                </a:cubicBezTo>
                <a:lnTo>
                  <a:pt x="630531" y="32528"/>
                </a:lnTo>
                <a:cubicBezTo>
                  <a:pt x="633530" y="31672"/>
                  <a:pt x="635779" y="30051"/>
                  <a:pt x="637278" y="27667"/>
                </a:cubicBezTo>
                <a:cubicBezTo>
                  <a:pt x="638778" y="25282"/>
                  <a:pt x="639528" y="22529"/>
                  <a:pt x="639528" y="19410"/>
                </a:cubicBezTo>
                <a:cubicBezTo>
                  <a:pt x="639528" y="16536"/>
                  <a:pt x="638886" y="13999"/>
                  <a:pt x="637600" y="11797"/>
                </a:cubicBezTo>
                <a:cubicBezTo>
                  <a:pt x="636315" y="9595"/>
                  <a:pt x="634647" y="7729"/>
                  <a:pt x="632596" y="6201"/>
                </a:cubicBezTo>
                <a:cubicBezTo>
                  <a:pt x="630546" y="4672"/>
                  <a:pt x="628236" y="3525"/>
                  <a:pt x="625665" y="2761"/>
                </a:cubicBezTo>
                <a:cubicBezTo>
                  <a:pt x="623094" y="1996"/>
                  <a:pt x="620524" y="1614"/>
                  <a:pt x="617952" y="1614"/>
                </a:cubicBezTo>
                <a:cubicBezTo>
                  <a:pt x="614648" y="1614"/>
                  <a:pt x="611649" y="2150"/>
                  <a:pt x="608956" y="3224"/>
                </a:cubicBezTo>
                <a:cubicBezTo>
                  <a:pt x="606262" y="4296"/>
                  <a:pt x="603952" y="5813"/>
                  <a:pt x="602024" y="7775"/>
                </a:cubicBezTo>
                <a:cubicBezTo>
                  <a:pt x="600096" y="9736"/>
                  <a:pt x="598597" y="12080"/>
                  <a:pt x="597525" y="14805"/>
                </a:cubicBezTo>
                <a:cubicBezTo>
                  <a:pt x="596454" y="17529"/>
                  <a:pt x="595857" y="20544"/>
                  <a:pt x="595735" y="23849"/>
                </a:cubicBezTo>
                <a:lnTo>
                  <a:pt x="608129" y="23849"/>
                </a:lnTo>
                <a:cubicBezTo>
                  <a:pt x="608068" y="20544"/>
                  <a:pt x="608880" y="17805"/>
                  <a:pt x="610563" y="15633"/>
                </a:cubicBezTo>
                <a:cubicBezTo>
                  <a:pt x="612246" y="13460"/>
                  <a:pt x="614740" y="12373"/>
                  <a:pt x="618045" y="12373"/>
                </a:cubicBezTo>
                <a:cubicBezTo>
                  <a:pt x="620432" y="12373"/>
                  <a:pt x="622544" y="13106"/>
                  <a:pt x="624380" y="14572"/>
                </a:cubicBezTo>
                <a:cubicBezTo>
                  <a:pt x="626216" y="16039"/>
                  <a:pt x="627134" y="18147"/>
                  <a:pt x="627134" y="20896"/>
                </a:cubicBezTo>
                <a:cubicBezTo>
                  <a:pt x="627134" y="22730"/>
                  <a:pt x="626691" y="24196"/>
                  <a:pt x="625803" y="25297"/>
                </a:cubicBezTo>
                <a:cubicBezTo>
                  <a:pt x="624916" y="26396"/>
                  <a:pt x="623784" y="27236"/>
                  <a:pt x="622406" y="27817"/>
                </a:cubicBezTo>
                <a:cubicBezTo>
                  <a:pt x="621028" y="28397"/>
                  <a:pt x="619544" y="28749"/>
                  <a:pt x="617952" y="28872"/>
                </a:cubicBezTo>
                <a:cubicBezTo>
                  <a:pt x="616362" y="28994"/>
                  <a:pt x="614862" y="28994"/>
                  <a:pt x="613454" y="28870"/>
                </a:cubicBezTo>
                <a:close/>
                <a:moveTo>
                  <a:pt x="649384" y="52989"/>
                </a:moveTo>
                <a:lnTo>
                  <a:pt x="649384" y="67155"/>
                </a:lnTo>
                <a:lnTo>
                  <a:pt x="655993" y="67155"/>
                </a:lnTo>
                <a:cubicBezTo>
                  <a:pt x="656055" y="68135"/>
                  <a:pt x="655933" y="69099"/>
                  <a:pt x="655626" y="70048"/>
                </a:cubicBezTo>
                <a:cubicBezTo>
                  <a:pt x="655320" y="70997"/>
                  <a:pt x="654861" y="71854"/>
                  <a:pt x="654249" y="72619"/>
                </a:cubicBezTo>
                <a:cubicBezTo>
                  <a:pt x="653637" y="73385"/>
                  <a:pt x="652918" y="74043"/>
                  <a:pt x="652092" y="74594"/>
                </a:cubicBezTo>
                <a:cubicBezTo>
                  <a:pt x="651265" y="75145"/>
                  <a:pt x="650393" y="75512"/>
                  <a:pt x="649475" y="75695"/>
                </a:cubicBezTo>
                <a:lnTo>
                  <a:pt x="649475" y="82308"/>
                </a:lnTo>
                <a:cubicBezTo>
                  <a:pt x="651433" y="82001"/>
                  <a:pt x="653285" y="81434"/>
                  <a:pt x="655030" y="80607"/>
                </a:cubicBezTo>
                <a:cubicBezTo>
                  <a:pt x="656774" y="79780"/>
                  <a:pt x="658289" y="78723"/>
                  <a:pt x="659574" y="77437"/>
                </a:cubicBezTo>
                <a:cubicBezTo>
                  <a:pt x="660860" y="76150"/>
                  <a:pt x="661886" y="74633"/>
                  <a:pt x="662651" y="72886"/>
                </a:cubicBezTo>
                <a:cubicBezTo>
                  <a:pt x="663416" y="71141"/>
                  <a:pt x="663798" y="69226"/>
                  <a:pt x="663798" y="67142"/>
                </a:cubicBezTo>
                <a:lnTo>
                  <a:pt x="663798" y="52989"/>
                </a:lnTo>
                <a:lnTo>
                  <a:pt x="649384" y="52989"/>
                </a:lnTo>
                <a:close/>
                <a:moveTo>
                  <a:pt x="709244" y="34738"/>
                </a:moveTo>
                <a:cubicBezTo>
                  <a:pt x="709244" y="33637"/>
                  <a:pt x="709259" y="32308"/>
                  <a:pt x="709290" y="30750"/>
                </a:cubicBezTo>
                <a:cubicBezTo>
                  <a:pt x="709321" y="29192"/>
                  <a:pt x="709428" y="27588"/>
                  <a:pt x="709611" y="25938"/>
                </a:cubicBezTo>
                <a:cubicBezTo>
                  <a:pt x="709795" y="24288"/>
                  <a:pt x="710101" y="22654"/>
                  <a:pt x="710529" y="21035"/>
                </a:cubicBezTo>
                <a:cubicBezTo>
                  <a:pt x="710957" y="19416"/>
                  <a:pt x="711554" y="17964"/>
                  <a:pt x="712319" y="16681"/>
                </a:cubicBezTo>
                <a:cubicBezTo>
                  <a:pt x="713085" y="15398"/>
                  <a:pt x="714065" y="14359"/>
                  <a:pt x="715258" y="13565"/>
                </a:cubicBezTo>
                <a:cubicBezTo>
                  <a:pt x="716452" y="12770"/>
                  <a:pt x="717936" y="12373"/>
                  <a:pt x="719710" y="12373"/>
                </a:cubicBezTo>
                <a:cubicBezTo>
                  <a:pt x="721486" y="12373"/>
                  <a:pt x="722986" y="12770"/>
                  <a:pt x="724210" y="13565"/>
                </a:cubicBezTo>
                <a:cubicBezTo>
                  <a:pt x="725434" y="14359"/>
                  <a:pt x="726445" y="15398"/>
                  <a:pt x="727240" y="16681"/>
                </a:cubicBezTo>
                <a:cubicBezTo>
                  <a:pt x="728036" y="17964"/>
                  <a:pt x="728633" y="19416"/>
                  <a:pt x="729031" y="21035"/>
                </a:cubicBezTo>
                <a:cubicBezTo>
                  <a:pt x="729429" y="22654"/>
                  <a:pt x="729734" y="24288"/>
                  <a:pt x="729948" y="25938"/>
                </a:cubicBezTo>
                <a:cubicBezTo>
                  <a:pt x="730162" y="27588"/>
                  <a:pt x="730285" y="29192"/>
                  <a:pt x="730315" y="30750"/>
                </a:cubicBezTo>
                <a:cubicBezTo>
                  <a:pt x="730346" y="32308"/>
                  <a:pt x="730362" y="33637"/>
                  <a:pt x="730362" y="34738"/>
                </a:cubicBezTo>
                <a:cubicBezTo>
                  <a:pt x="730362" y="36570"/>
                  <a:pt x="730300" y="38785"/>
                  <a:pt x="730178" y="41382"/>
                </a:cubicBezTo>
                <a:cubicBezTo>
                  <a:pt x="730056" y="43979"/>
                  <a:pt x="729673" y="46485"/>
                  <a:pt x="729031" y="48898"/>
                </a:cubicBezTo>
                <a:cubicBezTo>
                  <a:pt x="728388" y="51311"/>
                  <a:pt x="727347" y="53374"/>
                  <a:pt x="725908" y="55085"/>
                </a:cubicBezTo>
                <a:cubicBezTo>
                  <a:pt x="724470" y="56796"/>
                  <a:pt x="722404" y="57651"/>
                  <a:pt x="719710" y="57651"/>
                </a:cubicBezTo>
                <a:cubicBezTo>
                  <a:pt x="717078" y="57651"/>
                  <a:pt x="715058" y="56796"/>
                  <a:pt x="713650" y="55085"/>
                </a:cubicBezTo>
                <a:cubicBezTo>
                  <a:pt x="712242" y="53374"/>
                  <a:pt x="711217" y="51311"/>
                  <a:pt x="710575" y="48898"/>
                </a:cubicBezTo>
                <a:cubicBezTo>
                  <a:pt x="709932" y="46485"/>
                  <a:pt x="709550" y="43979"/>
                  <a:pt x="709427" y="41382"/>
                </a:cubicBezTo>
                <a:cubicBezTo>
                  <a:pt x="709305" y="38785"/>
                  <a:pt x="709244" y="36570"/>
                  <a:pt x="709244" y="34738"/>
                </a:cubicBezTo>
                <a:moveTo>
                  <a:pt x="696207" y="34738"/>
                </a:moveTo>
                <a:cubicBezTo>
                  <a:pt x="696207" y="41160"/>
                  <a:pt x="696834" y="46528"/>
                  <a:pt x="698088" y="50841"/>
                </a:cubicBezTo>
                <a:cubicBezTo>
                  <a:pt x="699344" y="55153"/>
                  <a:pt x="701042" y="58594"/>
                  <a:pt x="703185" y="61163"/>
                </a:cubicBezTo>
                <a:cubicBezTo>
                  <a:pt x="705327" y="63733"/>
                  <a:pt x="707822" y="65568"/>
                  <a:pt x="710667" y="66669"/>
                </a:cubicBezTo>
                <a:cubicBezTo>
                  <a:pt x="713514" y="67770"/>
                  <a:pt x="716528" y="68321"/>
                  <a:pt x="719710" y="68321"/>
                </a:cubicBezTo>
                <a:cubicBezTo>
                  <a:pt x="722955" y="68321"/>
                  <a:pt x="726000" y="67770"/>
                  <a:pt x="728846" y="66669"/>
                </a:cubicBezTo>
                <a:cubicBezTo>
                  <a:pt x="731692" y="65568"/>
                  <a:pt x="734202" y="63733"/>
                  <a:pt x="736374" y="61163"/>
                </a:cubicBezTo>
                <a:cubicBezTo>
                  <a:pt x="738548" y="58594"/>
                  <a:pt x="740261" y="55153"/>
                  <a:pt x="741516" y="50841"/>
                </a:cubicBezTo>
                <a:cubicBezTo>
                  <a:pt x="742771" y="46528"/>
                  <a:pt x="743399" y="41160"/>
                  <a:pt x="743399" y="34738"/>
                </a:cubicBezTo>
                <a:cubicBezTo>
                  <a:pt x="743399" y="28499"/>
                  <a:pt x="742771" y="23254"/>
                  <a:pt x="741516" y="19002"/>
                </a:cubicBezTo>
                <a:cubicBezTo>
                  <a:pt x="740261" y="14751"/>
                  <a:pt x="738548" y="11341"/>
                  <a:pt x="736374" y="8771"/>
                </a:cubicBezTo>
                <a:cubicBezTo>
                  <a:pt x="734202" y="6202"/>
                  <a:pt x="731692" y="4367"/>
                  <a:pt x="728846" y="3266"/>
                </a:cubicBezTo>
                <a:cubicBezTo>
                  <a:pt x="726000" y="2164"/>
                  <a:pt x="722955" y="1614"/>
                  <a:pt x="719710" y="1614"/>
                </a:cubicBezTo>
                <a:cubicBezTo>
                  <a:pt x="716528" y="1614"/>
                  <a:pt x="713514" y="2164"/>
                  <a:pt x="710667" y="3266"/>
                </a:cubicBezTo>
                <a:cubicBezTo>
                  <a:pt x="707822" y="4367"/>
                  <a:pt x="705327" y="6202"/>
                  <a:pt x="703185" y="8771"/>
                </a:cubicBezTo>
                <a:cubicBezTo>
                  <a:pt x="701042" y="11341"/>
                  <a:pt x="699344" y="14751"/>
                  <a:pt x="698088" y="19002"/>
                </a:cubicBezTo>
                <a:cubicBezTo>
                  <a:pt x="696834" y="23254"/>
                  <a:pt x="696207" y="28499"/>
                  <a:pt x="696207" y="34738"/>
                </a:cubicBezTo>
                <a:close/>
                <a:moveTo>
                  <a:pt x="751049" y="52989"/>
                </a:moveTo>
                <a:lnTo>
                  <a:pt x="751049" y="67155"/>
                </a:lnTo>
                <a:lnTo>
                  <a:pt x="765463" y="67155"/>
                </a:lnTo>
                <a:lnTo>
                  <a:pt x="765463" y="52989"/>
                </a:lnTo>
                <a:lnTo>
                  <a:pt x="751049" y="52989"/>
                </a:lnTo>
                <a:close/>
                <a:moveTo>
                  <a:pt x="785753" y="34738"/>
                </a:moveTo>
                <a:cubicBezTo>
                  <a:pt x="785753" y="33637"/>
                  <a:pt x="785769" y="32308"/>
                  <a:pt x="785800" y="30750"/>
                </a:cubicBezTo>
                <a:cubicBezTo>
                  <a:pt x="785831" y="29192"/>
                  <a:pt x="785937" y="27588"/>
                  <a:pt x="786121" y="25938"/>
                </a:cubicBezTo>
                <a:cubicBezTo>
                  <a:pt x="786305" y="24288"/>
                  <a:pt x="786610" y="22654"/>
                  <a:pt x="787038" y="21035"/>
                </a:cubicBezTo>
                <a:cubicBezTo>
                  <a:pt x="787467" y="19416"/>
                  <a:pt x="788064" y="17964"/>
                  <a:pt x="788829" y="16681"/>
                </a:cubicBezTo>
                <a:cubicBezTo>
                  <a:pt x="789594" y="15398"/>
                  <a:pt x="790574" y="14359"/>
                  <a:pt x="791768" y="13565"/>
                </a:cubicBezTo>
                <a:cubicBezTo>
                  <a:pt x="792961" y="12770"/>
                  <a:pt x="794445" y="12373"/>
                  <a:pt x="796220" y="12373"/>
                </a:cubicBezTo>
                <a:cubicBezTo>
                  <a:pt x="797995" y="12373"/>
                  <a:pt x="799495" y="12770"/>
                  <a:pt x="800720" y="13565"/>
                </a:cubicBezTo>
                <a:cubicBezTo>
                  <a:pt x="801944" y="14359"/>
                  <a:pt x="802954" y="15398"/>
                  <a:pt x="803750" y="16681"/>
                </a:cubicBezTo>
                <a:cubicBezTo>
                  <a:pt x="804546" y="17964"/>
                  <a:pt x="805142" y="19416"/>
                  <a:pt x="805540" y="21035"/>
                </a:cubicBezTo>
                <a:cubicBezTo>
                  <a:pt x="805938" y="22654"/>
                  <a:pt x="806244" y="24288"/>
                  <a:pt x="806458" y="25938"/>
                </a:cubicBezTo>
                <a:cubicBezTo>
                  <a:pt x="806672" y="27588"/>
                  <a:pt x="806794" y="29192"/>
                  <a:pt x="806825" y="30750"/>
                </a:cubicBezTo>
                <a:cubicBezTo>
                  <a:pt x="806856" y="32308"/>
                  <a:pt x="806871" y="33637"/>
                  <a:pt x="806871" y="34738"/>
                </a:cubicBezTo>
                <a:cubicBezTo>
                  <a:pt x="806871" y="36570"/>
                  <a:pt x="806810" y="38785"/>
                  <a:pt x="806688" y="41382"/>
                </a:cubicBezTo>
                <a:cubicBezTo>
                  <a:pt x="806565" y="43979"/>
                  <a:pt x="806183" y="46485"/>
                  <a:pt x="805540" y="48898"/>
                </a:cubicBezTo>
                <a:cubicBezTo>
                  <a:pt x="804898" y="51311"/>
                  <a:pt x="803857" y="53374"/>
                  <a:pt x="802418" y="55085"/>
                </a:cubicBezTo>
                <a:cubicBezTo>
                  <a:pt x="800979" y="56796"/>
                  <a:pt x="798913" y="57651"/>
                  <a:pt x="796220" y="57651"/>
                </a:cubicBezTo>
                <a:cubicBezTo>
                  <a:pt x="793588" y="57651"/>
                  <a:pt x="791568" y="56796"/>
                  <a:pt x="790159" y="55085"/>
                </a:cubicBezTo>
                <a:cubicBezTo>
                  <a:pt x="788752" y="53374"/>
                  <a:pt x="787727" y="51311"/>
                  <a:pt x="787084" y="48898"/>
                </a:cubicBezTo>
                <a:cubicBezTo>
                  <a:pt x="786442" y="46485"/>
                  <a:pt x="786059" y="43979"/>
                  <a:pt x="785937" y="41382"/>
                </a:cubicBezTo>
                <a:cubicBezTo>
                  <a:pt x="785815" y="38785"/>
                  <a:pt x="785753" y="36570"/>
                  <a:pt x="785753" y="34738"/>
                </a:cubicBezTo>
                <a:moveTo>
                  <a:pt x="772716" y="34738"/>
                </a:moveTo>
                <a:cubicBezTo>
                  <a:pt x="772716" y="41160"/>
                  <a:pt x="773344" y="46528"/>
                  <a:pt x="774598" y="50841"/>
                </a:cubicBezTo>
                <a:cubicBezTo>
                  <a:pt x="775853" y="55153"/>
                  <a:pt x="777552" y="58594"/>
                  <a:pt x="779694" y="61163"/>
                </a:cubicBezTo>
                <a:cubicBezTo>
                  <a:pt x="781837" y="63733"/>
                  <a:pt x="784331" y="65568"/>
                  <a:pt x="787177" y="66669"/>
                </a:cubicBezTo>
                <a:cubicBezTo>
                  <a:pt x="790024" y="67770"/>
                  <a:pt x="793038" y="68321"/>
                  <a:pt x="796220" y="68321"/>
                </a:cubicBezTo>
                <a:cubicBezTo>
                  <a:pt x="799464" y="68321"/>
                  <a:pt x="802510" y="67770"/>
                  <a:pt x="805355" y="66669"/>
                </a:cubicBezTo>
                <a:cubicBezTo>
                  <a:pt x="808202" y="65568"/>
                  <a:pt x="810712" y="63733"/>
                  <a:pt x="812884" y="61163"/>
                </a:cubicBezTo>
                <a:cubicBezTo>
                  <a:pt x="815057" y="58594"/>
                  <a:pt x="816771" y="55153"/>
                  <a:pt x="818025" y="50841"/>
                </a:cubicBezTo>
                <a:cubicBezTo>
                  <a:pt x="819281" y="46528"/>
                  <a:pt x="819908" y="41160"/>
                  <a:pt x="819908" y="34738"/>
                </a:cubicBezTo>
                <a:cubicBezTo>
                  <a:pt x="819908" y="28499"/>
                  <a:pt x="819281" y="23254"/>
                  <a:pt x="818025" y="19002"/>
                </a:cubicBezTo>
                <a:cubicBezTo>
                  <a:pt x="816771" y="14751"/>
                  <a:pt x="815057" y="11341"/>
                  <a:pt x="812884" y="8771"/>
                </a:cubicBezTo>
                <a:cubicBezTo>
                  <a:pt x="810712" y="6202"/>
                  <a:pt x="808202" y="4367"/>
                  <a:pt x="805355" y="3266"/>
                </a:cubicBezTo>
                <a:cubicBezTo>
                  <a:pt x="802510" y="2164"/>
                  <a:pt x="799464" y="1614"/>
                  <a:pt x="796220" y="1614"/>
                </a:cubicBezTo>
                <a:cubicBezTo>
                  <a:pt x="793038" y="1614"/>
                  <a:pt x="790024" y="2164"/>
                  <a:pt x="787177" y="3266"/>
                </a:cubicBezTo>
                <a:cubicBezTo>
                  <a:pt x="784331" y="4367"/>
                  <a:pt x="781837" y="6202"/>
                  <a:pt x="779694" y="8771"/>
                </a:cubicBezTo>
                <a:cubicBezTo>
                  <a:pt x="777552" y="11341"/>
                  <a:pt x="775853" y="14751"/>
                  <a:pt x="774598" y="19002"/>
                </a:cubicBezTo>
                <a:cubicBezTo>
                  <a:pt x="773344" y="23254"/>
                  <a:pt x="772716" y="28499"/>
                  <a:pt x="772716" y="34738"/>
                </a:cubicBezTo>
                <a:close/>
                <a:moveTo>
                  <a:pt x="837015" y="34738"/>
                </a:moveTo>
                <a:cubicBezTo>
                  <a:pt x="837015" y="33637"/>
                  <a:pt x="837030" y="32308"/>
                  <a:pt x="837061" y="30750"/>
                </a:cubicBezTo>
                <a:cubicBezTo>
                  <a:pt x="837092" y="29192"/>
                  <a:pt x="837199" y="27588"/>
                  <a:pt x="837382" y="25938"/>
                </a:cubicBezTo>
                <a:cubicBezTo>
                  <a:pt x="837566" y="24288"/>
                  <a:pt x="837872" y="22654"/>
                  <a:pt x="838299" y="21035"/>
                </a:cubicBezTo>
                <a:cubicBezTo>
                  <a:pt x="838728" y="19416"/>
                  <a:pt x="839325" y="17964"/>
                  <a:pt x="840090" y="16681"/>
                </a:cubicBezTo>
                <a:cubicBezTo>
                  <a:pt x="840856" y="15398"/>
                  <a:pt x="841835" y="14359"/>
                  <a:pt x="843029" y="13565"/>
                </a:cubicBezTo>
                <a:cubicBezTo>
                  <a:pt x="844223" y="12770"/>
                  <a:pt x="845707" y="12373"/>
                  <a:pt x="847481" y="12373"/>
                </a:cubicBezTo>
                <a:cubicBezTo>
                  <a:pt x="849257" y="12373"/>
                  <a:pt x="850756" y="12770"/>
                  <a:pt x="851981" y="13565"/>
                </a:cubicBezTo>
                <a:cubicBezTo>
                  <a:pt x="853205" y="14359"/>
                  <a:pt x="854215" y="15398"/>
                  <a:pt x="855011" y="16681"/>
                </a:cubicBezTo>
                <a:cubicBezTo>
                  <a:pt x="855807" y="17964"/>
                  <a:pt x="856404" y="19416"/>
                  <a:pt x="856802" y="21035"/>
                </a:cubicBezTo>
                <a:cubicBezTo>
                  <a:pt x="857199" y="22654"/>
                  <a:pt x="857505" y="24288"/>
                  <a:pt x="857719" y="25938"/>
                </a:cubicBezTo>
                <a:cubicBezTo>
                  <a:pt x="857933" y="27588"/>
                  <a:pt x="858055" y="29192"/>
                  <a:pt x="858086" y="30750"/>
                </a:cubicBezTo>
                <a:cubicBezTo>
                  <a:pt x="858117" y="32308"/>
                  <a:pt x="858132" y="33637"/>
                  <a:pt x="858132" y="34738"/>
                </a:cubicBezTo>
                <a:cubicBezTo>
                  <a:pt x="858132" y="36570"/>
                  <a:pt x="858071" y="38785"/>
                  <a:pt x="857949" y="41382"/>
                </a:cubicBezTo>
                <a:cubicBezTo>
                  <a:pt x="857827" y="43979"/>
                  <a:pt x="857444" y="46485"/>
                  <a:pt x="856802" y="48898"/>
                </a:cubicBezTo>
                <a:cubicBezTo>
                  <a:pt x="856159" y="51311"/>
                  <a:pt x="855118" y="53374"/>
                  <a:pt x="853679" y="55085"/>
                </a:cubicBezTo>
                <a:cubicBezTo>
                  <a:pt x="852241" y="56796"/>
                  <a:pt x="850175" y="57651"/>
                  <a:pt x="847481" y="57651"/>
                </a:cubicBezTo>
                <a:cubicBezTo>
                  <a:pt x="844849" y="57651"/>
                  <a:pt x="842829" y="56796"/>
                  <a:pt x="841421" y="55085"/>
                </a:cubicBezTo>
                <a:cubicBezTo>
                  <a:pt x="840013" y="53374"/>
                  <a:pt x="838988" y="51311"/>
                  <a:pt x="838346" y="48898"/>
                </a:cubicBezTo>
                <a:cubicBezTo>
                  <a:pt x="837703" y="46485"/>
                  <a:pt x="837321" y="43979"/>
                  <a:pt x="837198" y="41382"/>
                </a:cubicBezTo>
                <a:cubicBezTo>
                  <a:pt x="837076" y="38785"/>
                  <a:pt x="837015" y="36570"/>
                  <a:pt x="837015" y="34738"/>
                </a:cubicBezTo>
                <a:moveTo>
                  <a:pt x="823978" y="34738"/>
                </a:moveTo>
                <a:cubicBezTo>
                  <a:pt x="823978" y="41160"/>
                  <a:pt x="824605" y="46528"/>
                  <a:pt x="825859" y="50841"/>
                </a:cubicBezTo>
                <a:cubicBezTo>
                  <a:pt x="827114" y="55153"/>
                  <a:pt x="828813" y="58594"/>
                  <a:pt x="830956" y="61163"/>
                </a:cubicBezTo>
                <a:cubicBezTo>
                  <a:pt x="833098" y="63733"/>
                  <a:pt x="835592" y="65568"/>
                  <a:pt x="838438" y="66669"/>
                </a:cubicBezTo>
                <a:cubicBezTo>
                  <a:pt x="841285" y="67770"/>
                  <a:pt x="844299" y="68321"/>
                  <a:pt x="847481" y="68321"/>
                </a:cubicBezTo>
                <a:cubicBezTo>
                  <a:pt x="850726" y="68321"/>
                  <a:pt x="853771" y="67770"/>
                  <a:pt x="856617" y="66669"/>
                </a:cubicBezTo>
                <a:cubicBezTo>
                  <a:pt x="859463" y="65568"/>
                  <a:pt x="861973" y="63733"/>
                  <a:pt x="864145" y="61163"/>
                </a:cubicBezTo>
                <a:cubicBezTo>
                  <a:pt x="866319" y="58594"/>
                  <a:pt x="868032" y="55153"/>
                  <a:pt x="869287" y="50841"/>
                </a:cubicBezTo>
                <a:cubicBezTo>
                  <a:pt x="870542" y="46528"/>
                  <a:pt x="871169" y="41160"/>
                  <a:pt x="871169" y="34738"/>
                </a:cubicBezTo>
                <a:cubicBezTo>
                  <a:pt x="871169" y="28499"/>
                  <a:pt x="870542" y="23254"/>
                  <a:pt x="869287" y="19002"/>
                </a:cubicBezTo>
                <a:cubicBezTo>
                  <a:pt x="868032" y="14751"/>
                  <a:pt x="866319" y="11341"/>
                  <a:pt x="864145" y="8771"/>
                </a:cubicBezTo>
                <a:cubicBezTo>
                  <a:pt x="861973" y="6202"/>
                  <a:pt x="859463" y="4367"/>
                  <a:pt x="856617" y="3266"/>
                </a:cubicBezTo>
                <a:cubicBezTo>
                  <a:pt x="853771" y="2164"/>
                  <a:pt x="850726" y="1614"/>
                  <a:pt x="847481" y="1614"/>
                </a:cubicBezTo>
                <a:cubicBezTo>
                  <a:pt x="844299" y="1614"/>
                  <a:pt x="841285" y="2164"/>
                  <a:pt x="838438" y="3266"/>
                </a:cubicBezTo>
                <a:cubicBezTo>
                  <a:pt x="835592" y="4367"/>
                  <a:pt x="833098" y="6202"/>
                  <a:pt x="830956" y="8771"/>
                </a:cubicBezTo>
                <a:cubicBezTo>
                  <a:pt x="828813" y="11341"/>
                  <a:pt x="827114" y="14751"/>
                  <a:pt x="825859" y="19002"/>
                </a:cubicBezTo>
                <a:cubicBezTo>
                  <a:pt x="824605" y="23254"/>
                  <a:pt x="823978" y="28499"/>
                  <a:pt x="823978" y="34738"/>
                </a:cubicBezTo>
                <a:close/>
                <a:moveTo>
                  <a:pt x="888276" y="34738"/>
                </a:moveTo>
                <a:cubicBezTo>
                  <a:pt x="888276" y="33637"/>
                  <a:pt x="888292" y="32308"/>
                  <a:pt x="888323" y="30750"/>
                </a:cubicBezTo>
                <a:cubicBezTo>
                  <a:pt x="888353" y="29192"/>
                  <a:pt x="888460" y="27588"/>
                  <a:pt x="888643" y="25938"/>
                </a:cubicBezTo>
                <a:cubicBezTo>
                  <a:pt x="888827" y="24288"/>
                  <a:pt x="889133" y="22654"/>
                  <a:pt x="889561" y="21035"/>
                </a:cubicBezTo>
                <a:cubicBezTo>
                  <a:pt x="889990" y="19416"/>
                  <a:pt x="890586" y="17964"/>
                  <a:pt x="891351" y="16681"/>
                </a:cubicBezTo>
                <a:cubicBezTo>
                  <a:pt x="892117" y="15398"/>
                  <a:pt x="893097" y="14359"/>
                  <a:pt x="894291" y="13565"/>
                </a:cubicBezTo>
                <a:cubicBezTo>
                  <a:pt x="895484" y="12770"/>
                  <a:pt x="896968" y="12373"/>
                  <a:pt x="898743" y="12373"/>
                </a:cubicBezTo>
                <a:cubicBezTo>
                  <a:pt x="900518" y="12373"/>
                  <a:pt x="902018" y="12770"/>
                  <a:pt x="903242" y="13565"/>
                </a:cubicBezTo>
                <a:cubicBezTo>
                  <a:pt x="904467" y="14359"/>
                  <a:pt x="905477" y="15398"/>
                  <a:pt x="906273" y="16681"/>
                </a:cubicBezTo>
                <a:cubicBezTo>
                  <a:pt x="907068" y="17964"/>
                  <a:pt x="907665" y="19416"/>
                  <a:pt x="908063" y="21035"/>
                </a:cubicBezTo>
                <a:cubicBezTo>
                  <a:pt x="908461" y="22654"/>
                  <a:pt x="908767" y="24288"/>
                  <a:pt x="908981" y="25938"/>
                </a:cubicBezTo>
                <a:cubicBezTo>
                  <a:pt x="909195" y="27588"/>
                  <a:pt x="909317" y="29192"/>
                  <a:pt x="909348" y="30750"/>
                </a:cubicBezTo>
                <a:cubicBezTo>
                  <a:pt x="909379" y="32308"/>
                  <a:pt x="909394" y="33637"/>
                  <a:pt x="909394" y="34738"/>
                </a:cubicBezTo>
                <a:cubicBezTo>
                  <a:pt x="909394" y="36570"/>
                  <a:pt x="909333" y="38785"/>
                  <a:pt x="909210" y="41382"/>
                </a:cubicBezTo>
                <a:cubicBezTo>
                  <a:pt x="909088" y="43979"/>
                  <a:pt x="908706" y="46485"/>
                  <a:pt x="908063" y="48898"/>
                </a:cubicBezTo>
                <a:cubicBezTo>
                  <a:pt x="907421" y="51311"/>
                  <a:pt x="906380" y="53374"/>
                  <a:pt x="904940" y="55085"/>
                </a:cubicBezTo>
                <a:cubicBezTo>
                  <a:pt x="903502" y="56796"/>
                  <a:pt x="901436" y="57651"/>
                  <a:pt x="898743" y="57651"/>
                </a:cubicBezTo>
                <a:cubicBezTo>
                  <a:pt x="896111" y="57651"/>
                  <a:pt x="894091" y="56796"/>
                  <a:pt x="892682" y="55085"/>
                </a:cubicBezTo>
                <a:cubicBezTo>
                  <a:pt x="891275" y="53374"/>
                  <a:pt x="890250" y="51311"/>
                  <a:pt x="889607" y="48898"/>
                </a:cubicBezTo>
                <a:cubicBezTo>
                  <a:pt x="888965" y="46485"/>
                  <a:pt x="888582" y="43979"/>
                  <a:pt x="888460" y="41382"/>
                </a:cubicBezTo>
                <a:cubicBezTo>
                  <a:pt x="888337" y="38785"/>
                  <a:pt x="888276" y="36570"/>
                  <a:pt x="888276" y="34738"/>
                </a:cubicBezTo>
                <a:moveTo>
                  <a:pt x="875239" y="34738"/>
                </a:moveTo>
                <a:cubicBezTo>
                  <a:pt x="875239" y="41160"/>
                  <a:pt x="875866" y="46528"/>
                  <a:pt x="877121" y="50841"/>
                </a:cubicBezTo>
                <a:cubicBezTo>
                  <a:pt x="878376" y="55153"/>
                  <a:pt x="880075" y="58594"/>
                  <a:pt x="882217" y="61163"/>
                </a:cubicBezTo>
                <a:cubicBezTo>
                  <a:pt x="884360" y="63733"/>
                  <a:pt x="886854" y="65568"/>
                  <a:pt x="889700" y="66669"/>
                </a:cubicBezTo>
                <a:cubicBezTo>
                  <a:pt x="892546" y="67770"/>
                  <a:pt x="895561" y="68321"/>
                  <a:pt x="898743" y="68321"/>
                </a:cubicBezTo>
                <a:cubicBezTo>
                  <a:pt x="901987" y="68321"/>
                  <a:pt x="905032" y="67770"/>
                  <a:pt x="907878" y="66669"/>
                </a:cubicBezTo>
                <a:cubicBezTo>
                  <a:pt x="910725" y="65568"/>
                  <a:pt x="913234" y="63733"/>
                  <a:pt x="915407" y="61163"/>
                </a:cubicBezTo>
                <a:cubicBezTo>
                  <a:pt x="917580" y="58594"/>
                  <a:pt x="919294" y="55153"/>
                  <a:pt x="920548" y="50841"/>
                </a:cubicBezTo>
                <a:cubicBezTo>
                  <a:pt x="921803" y="46528"/>
                  <a:pt x="922431" y="41160"/>
                  <a:pt x="922431" y="34738"/>
                </a:cubicBezTo>
                <a:cubicBezTo>
                  <a:pt x="922431" y="28499"/>
                  <a:pt x="921803" y="23254"/>
                  <a:pt x="920548" y="19002"/>
                </a:cubicBezTo>
                <a:cubicBezTo>
                  <a:pt x="919294" y="14751"/>
                  <a:pt x="917580" y="11341"/>
                  <a:pt x="915407" y="8771"/>
                </a:cubicBezTo>
                <a:cubicBezTo>
                  <a:pt x="913234" y="6202"/>
                  <a:pt x="910725" y="4367"/>
                  <a:pt x="907878" y="3266"/>
                </a:cubicBezTo>
                <a:cubicBezTo>
                  <a:pt x="905032" y="2164"/>
                  <a:pt x="901987" y="1614"/>
                  <a:pt x="898743" y="1614"/>
                </a:cubicBezTo>
                <a:cubicBezTo>
                  <a:pt x="895561" y="1614"/>
                  <a:pt x="892546" y="2164"/>
                  <a:pt x="889700" y="3266"/>
                </a:cubicBezTo>
                <a:cubicBezTo>
                  <a:pt x="886854" y="4367"/>
                  <a:pt x="884360" y="6202"/>
                  <a:pt x="882217" y="8771"/>
                </a:cubicBezTo>
                <a:cubicBezTo>
                  <a:pt x="880075" y="11341"/>
                  <a:pt x="878376" y="14751"/>
                  <a:pt x="877121" y="19002"/>
                </a:cubicBezTo>
                <a:cubicBezTo>
                  <a:pt x="875866" y="23254"/>
                  <a:pt x="875239" y="28499"/>
                  <a:pt x="875239" y="34738"/>
                </a:cubicBezTo>
                <a:close/>
                <a:moveTo>
                  <a:pt x="945506" y="28870"/>
                </a:moveTo>
                <a:lnTo>
                  <a:pt x="945506" y="38016"/>
                </a:lnTo>
                <a:cubicBezTo>
                  <a:pt x="947097" y="38016"/>
                  <a:pt x="948765" y="38061"/>
                  <a:pt x="950510" y="38153"/>
                </a:cubicBezTo>
                <a:cubicBezTo>
                  <a:pt x="952255" y="38245"/>
                  <a:pt x="953861" y="38581"/>
                  <a:pt x="955329" y="39163"/>
                </a:cubicBezTo>
                <a:cubicBezTo>
                  <a:pt x="956798" y="39744"/>
                  <a:pt x="958007" y="40677"/>
                  <a:pt x="958956" y="41962"/>
                </a:cubicBezTo>
                <a:cubicBezTo>
                  <a:pt x="959905" y="43246"/>
                  <a:pt x="960380" y="45112"/>
                  <a:pt x="960380" y="47559"/>
                </a:cubicBezTo>
                <a:cubicBezTo>
                  <a:pt x="960380" y="50678"/>
                  <a:pt x="959369" y="53140"/>
                  <a:pt x="957349" y="54945"/>
                </a:cubicBezTo>
                <a:cubicBezTo>
                  <a:pt x="955330" y="56749"/>
                  <a:pt x="952851" y="57651"/>
                  <a:pt x="949913" y="57651"/>
                </a:cubicBezTo>
                <a:cubicBezTo>
                  <a:pt x="948015" y="57651"/>
                  <a:pt x="946378" y="57314"/>
                  <a:pt x="945000" y="56641"/>
                </a:cubicBezTo>
                <a:cubicBezTo>
                  <a:pt x="943623" y="55968"/>
                  <a:pt x="942476" y="55065"/>
                  <a:pt x="941558" y="53933"/>
                </a:cubicBezTo>
                <a:cubicBezTo>
                  <a:pt x="940640" y="52800"/>
                  <a:pt x="939936" y="51453"/>
                  <a:pt x="939447" y="49893"/>
                </a:cubicBezTo>
                <a:cubicBezTo>
                  <a:pt x="938957" y="48332"/>
                  <a:pt x="938682" y="46695"/>
                  <a:pt x="938620" y="44981"/>
                </a:cubicBezTo>
                <a:lnTo>
                  <a:pt x="926226" y="44981"/>
                </a:lnTo>
                <a:cubicBezTo>
                  <a:pt x="926165" y="48715"/>
                  <a:pt x="926700" y="52021"/>
                  <a:pt x="927832" y="54898"/>
                </a:cubicBezTo>
                <a:cubicBezTo>
                  <a:pt x="928965" y="57776"/>
                  <a:pt x="930571" y="60211"/>
                  <a:pt x="932652" y="62204"/>
                </a:cubicBezTo>
                <a:cubicBezTo>
                  <a:pt x="934734" y="64197"/>
                  <a:pt x="937259" y="65715"/>
                  <a:pt x="940227" y="66757"/>
                </a:cubicBezTo>
                <a:cubicBezTo>
                  <a:pt x="943195" y="67799"/>
                  <a:pt x="946485" y="68321"/>
                  <a:pt x="950097" y="68321"/>
                </a:cubicBezTo>
                <a:cubicBezTo>
                  <a:pt x="953218" y="68321"/>
                  <a:pt x="956217" y="67862"/>
                  <a:pt x="959093" y="66945"/>
                </a:cubicBezTo>
                <a:cubicBezTo>
                  <a:pt x="961971" y="66027"/>
                  <a:pt x="964511" y="64681"/>
                  <a:pt x="966715" y="62906"/>
                </a:cubicBezTo>
                <a:cubicBezTo>
                  <a:pt x="968918" y="61132"/>
                  <a:pt x="970677" y="58929"/>
                  <a:pt x="971993" y="56298"/>
                </a:cubicBezTo>
                <a:cubicBezTo>
                  <a:pt x="973309" y="53667"/>
                  <a:pt x="973967" y="50669"/>
                  <a:pt x="973967" y="47304"/>
                </a:cubicBezTo>
                <a:cubicBezTo>
                  <a:pt x="973967" y="43633"/>
                  <a:pt x="972957" y="40483"/>
                  <a:pt x="970937" y="37852"/>
                </a:cubicBezTo>
                <a:cubicBezTo>
                  <a:pt x="968918" y="35221"/>
                  <a:pt x="966133" y="33507"/>
                  <a:pt x="962583" y="32712"/>
                </a:cubicBezTo>
                <a:lnTo>
                  <a:pt x="962583" y="32528"/>
                </a:lnTo>
                <a:cubicBezTo>
                  <a:pt x="965582" y="31672"/>
                  <a:pt x="967831" y="30051"/>
                  <a:pt x="969330" y="27667"/>
                </a:cubicBezTo>
                <a:cubicBezTo>
                  <a:pt x="970830" y="25282"/>
                  <a:pt x="971580" y="22529"/>
                  <a:pt x="971580" y="19410"/>
                </a:cubicBezTo>
                <a:cubicBezTo>
                  <a:pt x="971580" y="16536"/>
                  <a:pt x="970937" y="13999"/>
                  <a:pt x="969652" y="11797"/>
                </a:cubicBezTo>
                <a:cubicBezTo>
                  <a:pt x="968367" y="9595"/>
                  <a:pt x="966699" y="7729"/>
                  <a:pt x="964648" y="6201"/>
                </a:cubicBezTo>
                <a:cubicBezTo>
                  <a:pt x="962598" y="4672"/>
                  <a:pt x="960288" y="3525"/>
                  <a:pt x="957716" y="2761"/>
                </a:cubicBezTo>
                <a:cubicBezTo>
                  <a:pt x="955146" y="1996"/>
                  <a:pt x="952575" y="1614"/>
                  <a:pt x="950004" y="1614"/>
                </a:cubicBezTo>
                <a:cubicBezTo>
                  <a:pt x="946700" y="1614"/>
                  <a:pt x="943701" y="2150"/>
                  <a:pt x="941007" y="3224"/>
                </a:cubicBezTo>
                <a:cubicBezTo>
                  <a:pt x="938314" y="4296"/>
                  <a:pt x="936003" y="5813"/>
                  <a:pt x="934076" y="7775"/>
                </a:cubicBezTo>
                <a:cubicBezTo>
                  <a:pt x="932148" y="9736"/>
                  <a:pt x="930648" y="12080"/>
                  <a:pt x="929577" y="14805"/>
                </a:cubicBezTo>
                <a:cubicBezTo>
                  <a:pt x="928506" y="17529"/>
                  <a:pt x="927909" y="20544"/>
                  <a:pt x="927787" y="23849"/>
                </a:cubicBezTo>
                <a:lnTo>
                  <a:pt x="940181" y="23849"/>
                </a:lnTo>
                <a:cubicBezTo>
                  <a:pt x="940120" y="20544"/>
                  <a:pt x="940931" y="17805"/>
                  <a:pt x="942614" y="15633"/>
                </a:cubicBezTo>
                <a:cubicBezTo>
                  <a:pt x="944297" y="13460"/>
                  <a:pt x="946791" y="12373"/>
                  <a:pt x="950097" y="12373"/>
                </a:cubicBezTo>
                <a:cubicBezTo>
                  <a:pt x="952484" y="12373"/>
                  <a:pt x="954596" y="13106"/>
                  <a:pt x="956432" y="14572"/>
                </a:cubicBezTo>
                <a:cubicBezTo>
                  <a:pt x="958268" y="16039"/>
                  <a:pt x="959186" y="18147"/>
                  <a:pt x="959186" y="20896"/>
                </a:cubicBezTo>
                <a:cubicBezTo>
                  <a:pt x="959186" y="22730"/>
                  <a:pt x="958742" y="24196"/>
                  <a:pt x="957855" y="25297"/>
                </a:cubicBezTo>
                <a:cubicBezTo>
                  <a:pt x="956968" y="26396"/>
                  <a:pt x="955835" y="27236"/>
                  <a:pt x="954458" y="27817"/>
                </a:cubicBezTo>
                <a:cubicBezTo>
                  <a:pt x="953080" y="28397"/>
                  <a:pt x="951596" y="28749"/>
                  <a:pt x="950004" y="28872"/>
                </a:cubicBezTo>
                <a:cubicBezTo>
                  <a:pt x="948414" y="28994"/>
                  <a:pt x="946914" y="28994"/>
                  <a:pt x="945506" y="28870"/>
                </a:cubicBezTo>
                <a:close/>
                <a:moveTo>
                  <a:pt x="1000165" y="83742"/>
                </a:moveTo>
                <a:lnTo>
                  <a:pt x="1000165" y="0"/>
                </a:lnTo>
                <a:lnTo>
                  <a:pt x="975927" y="0"/>
                </a:lnTo>
                <a:lnTo>
                  <a:pt x="975927" y="10311"/>
                </a:lnTo>
                <a:lnTo>
                  <a:pt x="987128" y="10311"/>
                </a:lnTo>
                <a:lnTo>
                  <a:pt x="987128" y="73431"/>
                </a:lnTo>
                <a:lnTo>
                  <a:pt x="975927" y="73431"/>
                </a:lnTo>
                <a:lnTo>
                  <a:pt x="975927" y="83742"/>
                </a:lnTo>
                <a:lnTo>
                  <a:pt x="1000165" y="837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x1=x.clone().cuda()">
            <a:extLst xmlns:a="http://schemas.openxmlformats.org/drawingml/2006/main">
              <a:ext uri="{FF2B5EF4-FFF2-40B4-BE49-F238E27FC236}">
                <a16:creationId xmlns:a16="http://schemas.microsoft.com/office/drawing/2014/main" id="{84A949A3-6F90-4695-BB65-30F3856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09" y="6523384"/>
            <a:ext cx="865538" cy="83742"/>
          </a:xfrm>
          <a:custGeom xmlns:a="http://schemas.openxmlformats.org/drawingml/2006/main">
            <a:pathLst>
              <a:path w="865538" h="83742">
                <a:moveTo>
                  <a:pt x="176247" y="39092"/>
                </a:moveTo>
                <a:lnTo>
                  <a:pt x="176247" y="29229"/>
                </a:lnTo>
                <a:lnTo>
                  <a:pt x="129883" y="29229"/>
                </a:lnTo>
                <a:lnTo>
                  <a:pt x="129883" y="39092"/>
                </a:lnTo>
                <a:lnTo>
                  <a:pt x="176247" y="39092"/>
                </a:lnTo>
                <a:close/>
                <a:moveTo>
                  <a:pt x="338141" y="67155"/>
                </a:moveTo>
                <a:lnTo>
                  <a:pt x="351178" y="67155"/>
                </a:lnTo>
                <a:lnTo>
                  <a:pt x="351178" y="1614"/>
                </a:lnTo>
                <a:lnTo>
                  <a:pt x="338141" y="1614"/>
                </a:lnTo>
                <a:lnTo>
                  <a:pt x="338141" y="67155"/>
                </a:lnTo>
                <a:close/>
                <a:moveTo>
                  <a:pt x="74425" y="3766"/>
                </a:moveTo>
                <a:lnTo>
                  <a:pt x="74365" y="4057"/>
                </a:lnTo>
                <a:lnTo>
                  <a:pt x="74300" y="4344"/>
                </a:lnTo>
                <a:lnTo>
                  <a:pt x="74231" y="4626"/>
                </a:lnTo>
                <a:lnTo>
                  <a:pt x="74159" y="4905"/>
                </a:lnTo>
                <a:lnTo>
                  <a:pt x="74082" y="5179"/>
                </a:lnTo>
                <a:lnTo>
                  <a:pt x="74000" y="5449"/>
                </a:lnTo>
                <a:lnTo>
                  <a:pt x="73915" y="5715"/>
                </a:lnTo>
                <a:lnTo>
                  <a:pt x="73826" y="5977"/>
                </a:lnTo>
                <a:lnTo>
                  <a:pt x="73732" y="6235"/>
                </a:lnTo>
                <a:lnTo>
                  <a:pt x="73634" y="6489"/>
                </a:lnTo>
                <a:lnTo>
                  <a:pt x="73532" y="6738"/>
                </a:lnTo>
                <a:lnTo>
                  <a:pt x="73426" y="6984"/>
                </a:lnTo>
                <a:lnTo>
                  <a:pt x="73316" y="7225"/>
                </a:lnTo>
                <a:lnTo>
                  <a:pt x="73202" y="7462"/>
                </a:lnTo>
                <a:lnTo>
                  <a:pt x="73083" y="7695"/>
                </a:lnTo>
                <a:lnTo>
                  <a:pt x="72961" y="7924"/>
                </a:lnTo>
                <a:lnTo>
                  <a:pt x="72834" y="8149"/>
                </a:lnTo>
                <a:lnTo>
                  <a:pt x="72703" y="8369"/>
                </a:lnTo>
                <a:lnTo>
                  <a:pt x="72568" y="8586"/>
                </a:lnTo>
                <a:lnTo>
                  <a:pt x="72429" y="8798"/>
                </a:lnTo>
                <a:lnTo>
                  <a:pt x="72286" y="9007"/>
                </a:lnTo>
                <a:lnTo>
                  <a:pt x="72139" y="9211"/>
                </a:lnTo>
                <a:lnTo>
                  <a:pt x="71990" y="9412"/>
                </a:lnTo>
                <a:lnTo>
                  <a:pt x="71838" y="9610"/>
                </a:lnTo>
                <a:lnTo>
                  <a:pt x="71683" y="9804"/>
                </a:lnTo>
                <a:lnTo>
                  <a:pt x="71525" y="9995"/>
                </a:lnTo>
                <a:lnTo>
                  <a:pt x="71365" y="10183"/>
                </a:lnTo>
                <a:lnTo>
                  <a:pt x="71202" y="10367"/>
                </a:lnTo>
                <a:lnTo>
                  <a:pt x="71036" y="10548"/>
                </a:lnTo>
                <a:lnTo>
                  <a:pt x="70868" y="10726"/>
                </a:lnTo>
                <a:lnTo>
                  <a:pt x="70697" y="10900"/>
                </a:lnTo>
                <a:lnTo>
                  <a:pt x="70523" y="11071"/>
                </a:lnTo>
                <a:lnTo>
                  <a:pt x="70346" y="11239"/>
                </a:lnTo>
                <a:lnTo>
                  <a:pt x="70167" y="11403"/>
                </a:lnTo>
                <a:lnTo>
                  <a:pt x="69985" y="11564"/>
                </a:lnTo>
                <a:lnTo>
                  <a:pt x="69800" y="11722"/>
                </a:lnTo>
                <a:lnTo>
                  <a:pt x="69613" y="11876"/>
                </a:lnTo>
                <a:lnTo>
                  <a:pt x="69423" y="12027"/>
                </a:lnTo>
                <a:lnTo>
                  <a:pt x="69230" y="12175"/>
                </a:lnTo>
                <a:lnTo>
                  <a:pt x="69034" y="12319"/>
                </a:lnTo>
                <a:lnTo>
                  <a:pt x="68836" y="12460"/>
                </a:lnTo>
                <a:lnTo>
                  <a:pt x="68635" y="12598"/>
                </a:lnTo>
                <a:lnTo>
                  <a:pt x="68431" y="12732"/>
                </a:lnTo>
                <a:lnTo>
                  <a:pt x="68225" y="12863"/>
                </a:lnTo>
                <a:lnTo>
                  <a:pt x="68016" y="12991"/>
                </a:lnTo>
                <a:lnTo>
                  <a:pt x="67804" y="13115"/>
                </a:lnTo>
                <a:lnTo>
                  <a:pt x="67591" y="13236"/>
                </a:lnTo>
                <a:lnTo>
                  <a:pt x="67375" y="13354"/>
                </a:lnTo>
                <a:lnTo>
                  <a:pt x="67156" y="13469"/>
                </a:lnTo>
                <a:lnTo>
                  <a:pt x="66936" y="13580"/>
                </a:lnTo>
                <a:lnTo>
                  <a:pt x="66713" y="13689"/>
                </a:lnTo>
                <a:lnTo>
                  <a:pt x="66489" y="13794"/>
                </a:lnTo>
                <a:lnTo>
                  <a:pt x="66261" y="13896"/>
                </a:lnTo>
                <a:lnTo>
                  <a:pt x="66032" y="13995"/>
                </a:lnTo>
                <a:lnTo>
                  <a:pt x="65800" y="14091"/>
                </a:lnTo>
                <a:lnTo>
                  <a:pt x="65567" y="14183"/>
                </a:lnTo>
                <a:lnTo>
                  <a:pt x="65331" y="14273"/>
                </a:lnTo>
                <a:lnTo>
                  <a:pt x="65092" y="14359"/>
                </a:lnTo>
                <a:lnTo>
                  <a:pt x="64852" y="14442"/>
                </a:lnTo>
                <a:lnTo>
                  <a:pt x="64609" y="14522"/>
                </a:lnTo>
                <a:lnTo>
                  <a:pt x="64364" y="14598"/>
                </a:lnTo>
                <a:lnTo>
                  <a:pt x="64117" y="14672"/>
                </a:lnTo>
                <a:lnTo>
                  <a:pt x="63867" y="14742"/>
                </a:lnTo>
                <a:lnTo>
                  <a:pt x="63616" y="14810"/>
                </a:lnTo>
                <a:lnTo>
                  <a:pt x="63362" y="14874"/>
                </a:lnTo>
                <a:lnTo>
                  <a:pt x="63106" y="14934"/>
                </a:lnTo>
                <a:lnTo>
                  <a:pt x="62847" y="14992"/>
                </a:lnTo>
                <a:lnTo>
                  <a:pt x="62587" y="15047"/>
                </a:lnTo>
                <a:lnTo>
                  <a:pt x="62324" y="15098"/>
                </a:lnTo>
                <a:lnTo>
                  <a:pt x="62059" y="15146"/>
                </a:lnTo>
                <a:lnTo>
                  <a:pt x="61794" y="15192"/>
                </a:lnTo>
                <a:lnTo>
                  <a:pt x="61528" y="15236"/>
                </a:lnTo>
                <a:lnTo>
                  <a:pt x="61262" y="15277"/>
                </a:lnTo>
                <a:lnTo>
                  <a:pt x="60994" y="15316"/>
                </a:lnTo>
                <a:lnTo>
                  <a:pt x="60726" y="15353"/>
                </a:lnTo>
                <a:lnTo>
                  <a:pt x="60457" y="15387"/>
                </a:lnTo>
                <a:lnTo>
                  <a:pt x="60187" y="15418"/>
                </a:lnTo>
                <a:lnTo>
                  <a:pt x="59916" y="15448"/>
                </a:lnTo>
                <a:lnTo>
                  <a:pt x="59645" y="15475"/>
                </a:lnTo>
                <a:lnTo>
                  <a:pt x="59372" y="15499"/>
                </a:lnTo>
                <a:lnTo>
                  <a:pt x="59099" y="15521"/>
                </a:lnTo>
                <a:lnTo>
                  <a:pt x="58825" y="15541"/>
                </a:lnTo>
                <a:lnTo>
                  <a:pt x="58551" y="15558"/>
                </a:lnTo>
                <a:lnTo>
                  <a:pt x="58275" y="15573"/>
                </a:lnTo>
                <a:lnTo>
                  <a:pt x="57999" y="15586"/>
                </a:lnTo>
                <a:lnTo>
                  <a:pt x="57722" y="15596"/>
                </a:lnTo>
                <a:lnTo>
                  <a:pt x="57444" y="15604"/>
                </a:lnTo>
                <a:lnTo>
                  <a:pt x="57165" y="15609"/>
                </a:lnTo>
                <a:lnTo>
                  <a:pt x="56886" y="15612"/>
                </a:lnTo>
                <a:lnTo>
                  <a:pt x="56606" y="15613"/>
                </a:lnTo>
                <a:lnTo>
                  <a:pt x="56325" y="15611"/>
                </a:lnTo>
                <a:lnTo>
                  <a:pt x="56043" y="15607"/>
                </a:lnTo>
                <a:lnTo>
                  <a:pt x="55760" y="15601"/>
                </a:lnTo>
                <a:lnTo>
                  <a:pt x="55760" y="25463"/>
                </a:lnTo>
                <a:lnTo>
                  <a:pt x="71919" y="25463"/>
                </a:lnTo>
                <a:lnTo>
                  <a:pt x="71919" y="67155"/>
                </a:lnTo>
                <a:lnTo>
                  <a:pt x="84956" y="67155"/>
                </a:lnTo>
                <a:lnTo>
                  <a:pt x="84956" y="2869"/>
                </a:lnTo>
                <a:lnTo>
                  <a:pt x="74582" y="2869"/>
                </a:lnTo>
                <a:lnTo>
                  <a:pt x="74534" y="3172"/>
                </a:lnTo>
                <a:lnTo>
                  <a:pt x="74482" y="3471"/>
                </a:lnTo>
                <a:lnTo>
                  <a:pt x="74425" y="3766"/>
                </a:lnTo>
                <a:close/>
                <a:moveTo>
                  <a:pt x="535649" y="1115"/>
                </a:moveTo>
                <a:lnTo>
                  <a:pt x="535406" y="1492"/>
                </a:lnTo>
                <a:lnTo>
                  <a:pt x="535165" y="1872"/>
                </a:lnTo>
                <a:lnTo>
                  <a:pt x="534928" y="2255"/>
                </a:lnTo>
                <a:lnTo>
                  <a:pt x="534693" y="2641"/>
                </a:lnTo>
                <a:lnTo>
                  <a:pt x="534461" y="3030"/>
                </a:lnTo>
                <a:lnTo>
                  <a:pt x="534231" y="3422"/>
                </a:lnTo>
                <a:lnTo>
                  <a:pt x="534004" y="3816"/>
                </a:lnTo>
                <a:lnTo>
                  <a:pt x="533780" y="4214"/>
                </a:lnTo>
                <a:lnTo>
                  <a:pt x="533559" y="4614"/>
                </a:lnTo>
                <a:lnTo>
                  <a:pt x="533340" y="5017"/>
                </a:lnTo>
                <a:lnTo>
                  <a:pt x="533124" y="5423"/>
                </a:lnTo>
                <a:lnTo>
                  <a:pt x="532911" y="5832"/>
                </a:lnTo>
                <a:lnTo>
                  <a:pt x="532701" y="6244"/>
                </a:lnTo>
                <a:lnTo>
                  <a:pt x="532493" y="6658"/>
                </a:lnTo>
                <a:lnTo>
                  <a:pt x="532288" y="7076"/>
                </a:lnTo>
                <a:lnTo>
                  <a:pt x="532085" y="7496"/>
                </a:lnTo>
                <a:lnTo>
                  <a:pt x="531886" y="7920"/>
                </a:lnTo>
                <a:lnTo>
                  <a:pt x="531689" y="8346"/>
                </a:lnTo>
                <a:lnTo>
                  <a:pt x="531494" y="8775"/>
                </a:lnTo>
                <a:lnTo>
                  <a:pt x="531303" y="9206"/>
                </a:lnTo>
                <a:lnTo>
                  <a:pt x="531114" y="9641"/>
                </a:lnTo>
                <a:lnTo>
                  <a:pt x="530928" y="10078"/>
                </a:lnTo>
                <a:lnTo>
                  <a:pt x="530744" y="10516"/>
                </a:lnTo>
                <a:lnTo>
                  <a:pt x="530563" y="10955"/>
                </a:lnTo>
                <a:lnTo>
                  <a:pt x="530385" y="11396"/>
                </a:lnTo>
                <a:lnTo>
                  <a:pt x="530209" y="11838"/>
                </a:lnTo>
                <a:lnTo>
                  <a:pt x="530035" y="12281"/>
                </a:lnTo>
                <a:lnTo>
                  <a:pt x="529865" y="12726"/>
                </a:lnTo>
                <a:lnTo>
                  <a:pt x="529696" y="13171"/>
                </a:lnTo>
                <a:lnTo>
                  <a:pt x="529531" y="13618"/>
                </a:lnTo>
                <a:lnTo>
                  <a:pt x="529367" y="14067"/>
                </a:lnTo>
                <a:lnTo>
                  <a:pt x="529207" y="14516"/>
                </a:lnTo>
                <a:lnTo>
                  <a:pt x="529049" y="14967"/>
                </a:lnTo>
                <a:lnTo>
                  <a:pt x="528893" y="15419"/>
                </a:lnTo>
                <a:lnTo>
                  <a:pt x="528740" y="15872"/>
                </a:lnTo>
                <a:lnTo>
                  <a:pt x="528589" y="16327"/>
                </a:lnTo>
                <a:lnTo>
                  <a:pt x="528442" y="16783"/>
                </a:lnTo>
                <a:lnTo>
                  <a:pt x="528296" y="17240"/>
                </a:lnTo>
                <a:lnTo>
                  <a:pt x="528153" y="17698"/>
                </a:lnTo>
                <a:lnTo>
                  <a:pt x="528013" y="18158"/>
                </a:lnTo>
                <a:lnTo>
                  <a:pt x="527875" y="18619"/>
                </a:lnTo>
                <a:lnTo>
                  <a:pt x="527740" y="19082"/>
                </a:lnTo>
                <a:lnTo>
                  <a:pt x="527607" y="19545"/>
                </a:lnTo>
                <a:lnTo>
                  <a:pt x="527477" y="20010"/>
                </a:lnTo>
                <a:lnTo>
                  <a:pt x="527350" y="20476"/>
                </a:lnTo>
                <a:lnTo>
                  <a:pt x="527225" y="20943"/>
                </a:lnTo>
                <a:lnTo>
                  <a:pt x="527102" y="21410"/>
                </a:lnTo>
                <a:lnTo>
                  <a:pt x="526982" y="21877"/>
                </a:lnTo>
                <a:lnTo>
                  <a:pt x="526865" y="22344"/>
                </a:lnTo>
                <a:lnTo>
                  <a:pt x="526750" y="22812"/>
                </a:lnTo>
                <a:lnTo>
                  <a:pt x="526638" y="23279"/>
                </a:lnTo>
                <a:lnTo>
                  <a:pt x="526529" y="23747"/>
                </a:lnTo>
                <a:lnTo>
                  <a:pt x="526422" y="24215"/>
                </a:lnTo>
                <a:lnTo>
                  <a:pt x="526317" y="24683"/>
                </a:lnTo>
                <a:lnTo>
                  <a:pt x="526215" y="25151"/>
                </a:lnTo>
                <a:lnTo>
                  <a:pt x="526116" y="25620"/>
                </a:lnTo>
                <a:lnTo>
                  <a:pt x="526019" y="26089"/>
                </a:lnTo>
                <a:lnTo>
                  <a:pt x="525924" y="26557"/>
                </a:lnTo>
                <a:lnTo>
                  <a:pt x="525833" y="27026"/>
                </a:lnTo>
                <a:lnTo>
                  <a:pt x="525743" y="27495"/>
                </a:lnTo>
                <a:lnTo>
                  <a:pt x="525657" y="27964"/>
                </a:lnTo>
                <a:lnTo>
                  <a:pt x="525573" y="28434"/>
                </a:lnTo>
                <a:lnTo>
                  <a:pt x="525491" y="28903"/>
                </a:lnTo>
                <a:lnTo>
                  <a:pt x="525412" y="29373"/>
                </a:lnTo>
                <a:lnTo>
                  <a:pt x="525335" y="29843"/>
                </a:lnTo>
                <a:lnTo>
                  <a:pt x="525261" y="30313"/>
                </a:lnTo>
                <a:lnTo>
                  <a:pt x="525190" y="30783"/>
                </a:lnTo>
                <a:lnTo>
                  <a:pt x="525121" y="31254"/>
                </a:lnTo>
                <a:lnTo>
                  <a:pt x="525055" y="31724"/>
                </a:lnTo>
                <a:lnTo>
                  <a:pt x="524991" y="32194"/>
                </a:lnTo>
                <a:lnTo>
                  <a:pt x="524930" y="32662"/>
                </a:lnTo>
                <a:lnTo>
                  <a:pt x="524872" y="33128"/>
                </a:lnTo>
                <a:lnTo>
                  <a:pt x="524816" y="33592"/>
                </a:lnTo>
                <a:lnTo>
                  <a:pt x="524764" y="34055"/>
                </a:lnTo>
                <a:lnTo>
                  <a:pt x="524713" y="34516"/>
                </a:lnTo>
                <a:lnTo>
                  <a:pt x="524666" y="34975"/>
                </a:lnTo>
                <a:lnTo>
                  <a:pt x="524621" y="35433"/>
                </a:lnTo>
                <a:lnTo>
                  <a:pt x="524579" y="35889"/>
                </a:lnTo>
                <a:lnTo>
                  <a:pt x="524540" y="36343"/>
                </a:lnTo>
                <a:lnTo>
                  <a:pt x="524504" y="36795"/>
                </a:lnTo>
                <a:lnTo>
                  <a:pt x="524470" y="37245"/>
                </a:lnTo>
                <a:lnTo>
                  <a:pt x="524438" y="37694"/>
                </a:lnTo>
                <a:lnTo>
                  <a:pt x="524410" y="38141"/>
                </a:lnTo>
                <a:lnTo>
                  <a:pt x="524384" y="38586"/>
                </a:lnTo>
                <a:lnTo>
                  <a:pt x="524361" y="39029"/>
                </a:lnTo>
                <a:lnTo>
                  <a:pt x="524341" y="39471"/>
                </a:lnTo>
                <a:lnTo>
                  <a:pt x="524323" y="39911"/>
                </a:lnTo>
                <a:lnTo>
                  <a:pt x="524308" y="40349"/>
                </a:lnTo>
                <a:lnTo>
                  <a:pt x="524296" y="40786"/>
                </a:lnTo>
                <a:lnTo>
                  <a:pt x="524287" y="41220"/>
                </a:lnTo>
                <a:lnTo>
                  <a:pt x="524280" y="41653"/>
                </a:lnTo>
                <a:lnTo>
                  <a:pt x="524276" y="42085"/>
                </a:lnTo>
                <a:lnTo>
                  <a:pt x="524275" y="42514"/>
                </a:lnTo>
                <a:lnTo>
                  <a:pt x="524280" y="43416"/>
                </a:lnTo>
                <a:lnTo>
                  <a:pt x="524297" y="44317"/>
                </a:lnTo>
                <a:lnTo>
                  <a:pt x="524324" y="45217"/>
                </a:lnTo>
                <a:lnTo>
                  <a:pt x="524363" y="46115"/>
                </a:lnTo>
                <a:lnTo>
                  <a:pt x="524412" y="47013"/>
                </a:lnTo>
                <a:lnTo>
                  <a:pt x="524473" y="47909"/>
                </a:lnTo>
                <a:lnTo>
                  <a:pt x="524544" y="48803"/>
                </a:lnTo>
                <a:lnTo>
                  <a:pt x="524627" y="49697"/>
                </a:lnTo>
                <a:lnTo>
                  <a:pt x="524720" y="50589"/>
                </a:lnTo>
                <a:lnTo>
                  <a:pt x="524824" y="51479"/>
                </a:lnTo>
                <a:lnTo>
                  <a:pt x="524940" y="52369"/>
                </a:lnTo>
                <a:lnTo>
                  <a:pt x="525066" y="53257"/>
                </a:lnTo>
                <a:lnTo>
                  <a:pt x="525204" y="54144"/>
                </a:lnTo>
                <a:lnTo>
                  <a:pt x="525352" y="55030"/>
                </a:lnTo>
                <a:lnTo>
                  <a:pt x="525512" y="55914"/>
                </a:lnTo>
                <a:lnTo>
                  <a:pt x="525682" y="56797"/>
                </a:lnTo>
                <a:lnTo>
                  <a:pt x="525864" y="57679"/>
                </a:lnTo>
                <a:lnTo>
                  <a:pt x="526056" y="58560"/>
                </a:lnTo>
                <a:lnTo>
                  <a:pt x="526260" y="59439"/>
                </a:lnTo>
                <a:lnTo>
                  <a:pt x="526474" y="60317"/>
                </a:lnTo>
                <a:lnTo>
                  <a:pt x="526700" y="61194"/>
                </a:lnTo>
                <a:lnTo>
                  <a:pt x="526936" y="62069"/>
                </a:lnTo>
                <a:lnTo>
                  <a:pt x="527184" y="62944"/>
                </a:lnTo>
                <a:lnTo>
                  <a:pt x="527442" y="63817"/>
                </a:lnTo>
                <a:lnTo>
                  <a:pt x="527711" y="64687"/>
                </a:lnTo>
                <a:lnTo>
                  <a:pt x="527988" y="65554"/>
                </a:lnTo>
                <a:lnTo>
                  <a:pt x="528275" y="66418"/>
                </a:lnTo>
                <a:lnTo>
                  <a:pt x="528571" y="67278"/>
                </a:lnTo>
                <a:lnTo>
                  <a:pt x="528875" y="68134"/>
                </a:lnTo>
                <a:lnTo>
                  <a:pt x="529189" y="68987"/>
                </a:lnTo>
                <a:lnTo>
                  <a:pt x="529512" y="69837"/>
                </a:lnTo>
                <a:lnTo>
                  <a:pt x="529845" y="70683"/>
                </a:lnTo>
                <a:lnTo>
                  <a:pt x="530186" y="71525"/>
                </a:lnTo>
                <a:lnTo>
                  <a:pt x="530536" y="72364"/>
                </a:lnTo>
                <a:lnTo>
                  <a:pt x="530895" y="73200"/>
                </a:lnTo>
                <a:lnTo>
                  <a:pt x="531264" y="74032"/>
                </a:lnTo>
                <a:lnTo>
                  <a:pt x="531641" y="74860"/>
                </a:lnTo>
                <a:lnTo>
                  <a:pt x="532028" y="75685"/>
                </a:lnTo>
                <a:lnTo>
                  <a:pt x="532424" y="76507"/>
                </a:lnTo>
                <a:lnTo>
                  <a:pt x="532828" y="77325"/>
                </a:lnTo>
                <a:lnTo>
                  <a:pt x="533242" y="78139"/>
                </a:lnTo>
                <a:lnTo>
                  <a:pt x="533665" y="78950"/>
                </a:lnTo>
                <a:lnTo>
                  <a:pt x="534097" y="79758"/>
                </a:lnTo>
                <a:lnTo>
                  <a:pt x="534539" y="80561"/>
                </a:lnTo>
                <a:lnTo>
                  <a:pt x="534989" y="81362"/>
                </a:lnTo>
                <a:lnTo>
                  <a:pt x="535448" y="82159"/>
                </a:lnTo>
                <a:lnTo>
                  <a:pt x="535917" y="82952"/>
                </a:lnTo>
                <a:lnTo>
                  <a:pt x="536394" y="83742"/>
                </a:lnTo>
                <a:lnTo>
                  <a:pt x="546493" y="83742"/>
                </a:lnTo>
                <a:lnTo>
                  <a:pt x="547227" y="83742"/>
                </a:lnTo>
                <a:lnTo>
                  <a:pt x="557326" y="83742"/>
                </a:lnTo>
                <a:lnTo>
                  <a:pt x="557578" y="83381"/>
                </a:lnTo>
                <a:lnTo>
                  <a:pt x="557826" y="83016"/>
                </a:lnTo>
                <a:lnTo>
                  <a:pt x="558073" y="82649"/>
                </a:lnTo>
                <a:lnTo>
                  <a:pt x="558316" y="82278"/>
                </a:lnTo>
                <a:lnTo>
                  <a:pt x="558557" y="81904"/>
                </a:lnTo>
                <a:lnTo>
                  <a:pt x="558796" y="81527"/>
                </a:lnTo>
                <a:lnTo>
                  <a:pt x="559031" y="81146"/>
                </a:lnTo>
                <a:lnTo>
                  <a:pt x="559265" y="80763"/>
                </a:lnTo>
                <a:lnTo>
                  <a:pt x="559496" y="80376"/>
                </a:lnTo>
                <a:lnTo>
                  <a:pt x="559724" y="79986"/>
                </a:lnTo>
                <a:lnTo>
                  <a:pt x="559950" y="79593"/>
                </a:lnTo>
                <a:lnTo>
                  <a:pt x="560173" y="79196"/>
                </a:lnTo>
                <a:lnTo>
                  <a:pt x="560393" y="78797"/>
                </a:lnTo>
                <a:lnTo>
                  <a:pt x="560611" y="78394"/>
                </a:lnTo>
                <a:lnTo>
                  <a:pt x="560827" y="77988"/>
                </a:lnTo>
                <a:lnTo>
                  <a:pt x="561040" y="77579"/>
                </a:lnTo>
                <a:lnTo>
                  <a:pt x="561250" y="77167"/>
                </a:lnTo>
                <a:lnTo>
                  <a:pt x="561458" y="76752"/>
                </a:lnTo>
                <a:lnTo>
                  <a:pt x="561663" y="76333"/>
                </a:lnTo>
                <a:lnTo>
                  <a:pt x="561866" y="75911"/>
                </a:lnTo>
                <a:lnTo>
                  <a:pt x="562066" y="75486"/>
                </a:lnTo>
                <a:lnTo>
                  <a:pt x="562264" y="75058"/>
                </a:lnTo>
                <a:lnTo>
                  <a:pt x="562459" y="74627"/>
                </a:lnTo>
                <a:lnTo>
                  <a:pt x="562651" y="74192"/>
                </a:lnTo>
                <a:lnTo>
                  <a:pt x="562841" y="73755"/>
                </a:lnTo>
                <a:lnTo>
                  <a:pt x="563029" y="73317"/>
                </a:lnTo>
                <a:lnTo>
                  <a:pt x="563213" y="72878"/>
                </a:lnTo>
                <a:lnTo>
                  <a:pt x="563395" y="72438"/>
                </a:lnTo>
                <a:lnTo>
                  <a:pt x="563574" y="71997"/>
                </a:lnTo>
                <a:lnTo>
                  <a:pt x="563751" y="71555"/>
                </a:lnTo>
                <a:lnTo>
                  <a:pt x="563924" y="71112"/>
                </a:lnTo>
                <a:lnTo>
                  <a:pt x="564095" y="70667"/>
                </a:lnTo>
                <a:lnTo>
                  <a:pt x="564264" y="70221"/>
                </a:lnTo>
                <a:lnTo>
                  <a:pt x="564429" y="69775"/>
                </a:lnTo>
                <a:lnTo>
                  <a:pt x="564592" y="69327"/>
                </a:lnTo>
                <a:lnTo>
                  <a:pt x="564752" y="68878"/>
                </a:lnTo>
                <a:lnTo>
                  <a:pt x="564909" y="68428"/>
                </a:lnTo>
                <a:lnTo>
                  <a:pt x="565064" y="67977"/>
                </a:lnTo>
                <a:lnTo>
                  <a:pt x="565216" y="67524"/>
                </a:lnTo>
                <a:lnTo>
                  <a:pt x="565365" y="67071"/>
                </a:lnTo>
                <a:lnTo>
                  <a:pt x="565512" y="66616"/>
                </a:lnTo>
                <a:lnTo>
                  <a:pt x="565656" y="66161"/>
                </a:lnTo>
                <a:lnTo>
                  <a:pt x="565797" y="65704"/>
                </a:lnTo>
                <a:lnTo>
                  <a:pt x="565935" y="65246"/>
                </a:lnTo>
                <a:lnTo>
                  <a:pt x="566071" y="64787"/>
                </a:lnTo>
                <a:lnTo>
                  <a:pt x="566204" y="64327"/>
                </a:lnTo>
                <a:lnTo>
                  <a:pt x="566334" y="63866"/>
                </a:lnTo>
                <a:lnTo>
                  <a:pt x="566462" y="63403"/>
                </a:lnTo>
                <a:lnTo>
                  <a:pt x="566587" y="62940"/>
                </a:lnTo>
                <a:lnTo>
                  <a:pt x="566709" y="62477"/>
                </a:lnTo>
                <a:lnTo>
                  <a:pt x="566828" y="62013"/>
                </a:lnTo>
                <a:lnTo>
                  <a:pt x="566945" y="61549"/>
                </a:lnTo>
                <a:lnTo>
                  <a:pt x="567059" y="61085"/>
                </a:lnTo>
                <a:lnTo>
                  <a:pt x="567170" y="60620"/>
                </a:lnTo>
                <a:lnTo>
                  <a:pt x="567279" y="60155"/>
                </a:lnTo>
                <a:lnTo>
                  <a:pt x="567385" y="59690"/>
                </a:lnTo>
                <a:lnTo>
                  <a:pt x="567488" y="59224"/>
                </a:lnTo>
                <a:lnTo>
                  <a:pt x="567588" y="58758"/>
                </a:lnTo>
                <a:lnTo>
                  <a:pt x="567686" y="58292"/>
                </a:lnTo>
                <a:lnTo>
                  <a:pt x="567781" y="57826"/>
                </a:lnTo>
                <a:lnTo>
                  <a:pt x="567874" y="57359"/>
                </a:lnTo>
                <a:lnTo>
                  <a:pt x="567963" y="56891"/>
                </a:lnTo>
                <a:lnTo>
                  <a:pt x="568050" y="56424"/>
                </a:lnTo>
                <a:lnTo>
                  <a:pt x="568134" y="55956"/>
                </a:lnTo>
                <a:lnTo>
                  <a:pt x="568216" y="55488"/>
                </a:lnTo>
                <a:lnTo>
                  <a:pt x="568295" y="55019"/>
                </a:lnTo>
                <a:lnTo>
                  <a:pt x="568371" y="54550"/>
                </a:lnTo>
                <a:lnTo>
                  <a:pt x="568444" y="54081"/>
                </a:lnTo>
                <a:lnTo>
                  <a:pt x="568515" y="53612"/>
                </a:lnTo>
                <a:lnTo>
                  <a:pt x="568583" y="53142"/>
                </a:lnTo>
                <a:lnTo>
                  <a:pt x="568648" y="52672"/>
                </a:lnTo>
                <a:lnTo>
                  <a:pt x="568710" y="52202"/>
                </a:lnTo>
                <a:lnTo>
                  <a:pt x="568770" y="51732"/>
                </a:lnTo>
                <a:lnTo>
                  <a:pt x="568828" y="51264"/>
                </a:lnTo>
                <a:lnTo>
                  <a:pt x="568883" y="50798"/>
                </a:lnTo>
                <a:lnTo>
                  <a:pt x="568935" y="50333"/>
                </a:lnTo>
                <a:lnTo>
                  <a:pt x="568985" y="49870"/>
                </a:lnTo>
                <a:lnTo>
                  <a:pt x="569032" y="49409"/>
                </a:lnTo>
                <a:lnTo>
                  <a:pt x="569077" y="48950"/>
                </a:lnTo>
                <a:lnTo>
                  <a:pt x="569119" y="48493"/>
                </a:lnTo>
                <a:lnTo>
                  <a:pt x="569159" y="48037"/>
                </a:lnTo>
                <a:lnTo>
                  <a:pt x="569196" y="47583"/>
                </a:lnTo>
                <a:lnTo>
                  <a:pt x="569230" y="47131"/>
                </a:lnTo>
                <a:lnTo>
                  <a:pt x="569262" y="46680"/>
                </a:lnTo>
                <a:lnTo>
                  <a:pt x="569291" y="46232"/>
                </a:lnTo>
                <a:lnTo>
                  <a:pt x="569318" y="45785"/>
                </a:lnTo>
                <a:lnTo>
                  <a:pt x="569342" y="45340"/>
                </a:lnTo>
                <a:lnTo>
                  <a:pt x="569364" y="44896"/>
                </a:lnTo>
                <a:lnTo>
                  <a:pt x="569383" y="44454"/>
                </a:lnTo>
                <a:lnTo>
                  <a:pt x="569400" y="44014"/>
                </a:lnTo>
                <a:lnTo>
                  <a:pt x="569414" y="43576"/>
                </a:lnTo>
                <a:lnTo>
                  <a:pt x="569425" y="43140"/>
                </a:lnTo>
                <a:lnTo>
                  <a:pt x="569434" y="42705"/>
                </a:lnTo>
                <a:lnTo>
                  <a:pt x="569441" y="42272"/>
                </a:lnTo>
                <a:lnTo>
                  <a:pt x="569445" y="41841"/>
                </a:lnTo>
                <a:lnTo>
                  <a:pt x="569446" y="41412"/>
                </a:lnTo>
                <a:lnTo>
                  <a:pt x="569440" y="40509"/>
                </a:lnTo>
                <a:lnTo>
                  <a:pt x="569424" y="39608"/>
                </a:lnTo>
                <a:lnTo>
                  <a:pt x="569396" y="38707"/>
                </a:lnTo>
                <a:lnTo>
                  <a:pt x="569358" y="37808"/>
                </a:lnTo>
                <a:lnTo>
                  <a:pt x="569308" y="36909"/>
                </a:lnTo>
                <a:lnTo>
                  <a:pt x="569248" y="36011"/>
                </a:lnTo>
                <a:lnTo>
                  <a:pt x="569176" y="35115"/>
                </a:lnTo>
                <a:lnTo>
                  <a:pt x="569094" y="34219"/>
                </a:lnTo>
                <a:lnTo>
                  <a:pt x="569000" y="33324"/>
                </a:lnTo>
                <a:lnTo>
                  <a:pt x="568896" y="32430"/>
                </a:lnTo>
                <a:lnTo>
                  <a:pt x="568781" y="31538"/>
                </a:lnTo>
                <a:lnTo>
                  <a:pt x="568654" y="30646"/>
                </a:lnTo>
                <a:lnTo>
                  <a:pt x="568517" y="29755"/>
                </a:lnTo>
                <a:lnTo>
                  <a:pt x="568368" y="28865"/>
                </a:lnTo>
                <a:lnTo>
                  <a:pt x="568209" y="27976"/>
                </a:lnTo>
                <a:lnTo>
                  <a:pt x="568038" y="27088"/>
                </a:lnTo>
                <a:lnTo>
                  <a:pt x="567857" y="26201"/>
                </a:lnTo>
                <a:lnTo>
                  <a:pt x="567664" y="25315"/>
                </a:lnTo>
                <a:lnTo>
                  <a:pt x="567461" y="24429"/>
                </a:lnTo>
                <a:lnTo>
                  <a:pt x="567246" y="23545"/>
                </a:lnTo>
                <a:lnTo>
                  <a:pt x="567021" y="22662"/>
                </a:lnTo>
                <a:lnTo>
                  <a:pt x="566784" y="21780"/>
                </a:lnTo>
                <a:lnTo>
                  <a:pt x="566537" y="20898"/>
                </a:lnTo>
                <a:lnTo>
                  <a:pt x="566278" y="20018"/>
                </a:lnTo>
                <a:lnTo>
                  <a:pt x="566010" y="19140"/>
                </a:lnTo>
                <a:lnTo>
                  <a:pt x="565732" y="18266"/>
                </a:lnTo>
                <a:lnTo>
                  <a:pt x="565446" y="17395"/>
                </a:lnTo>
                <a:lnTo>
                  <a:pt x="565150" y="16528"/>
                </a:lnTo>
                <a:lnTo>
                  <a:pt x="564845" y="15666"/>
                </a:lnTo>
                <a:lnTo>
                  <a:pt x="564531" y="14807"/>
                </a:lnTo>
                <a:lnTo>
                  <a:pt x="564208" y="13952"/>
                </a:lnTo>
                <a:lnTo>
                  <a:pt x="563876" y="13100"/>
                </a:lnTo>
                <a:lnTo>
                  <a:pt x="563535" y="12253"/>
                </a:lnTo>
                <a:lnTo>
                  <a:pt x="563184" y="11409"/>
                </a:lnTo>
                <a:lnTo>
                  <a:pt x="562825" y="10569"/>
                </a:lnTo>
                <a:lnTo>
                  <a:pt x="562457" y="9733"/>
                </a:lnTo>
                <a:lnTo>
                  <a:pt x="562079" y="8901"/>
                </a:lnTo>
                <a:lnTo>
                  <a:pt x="561692" y="8073"/>
                </a:lnTo>
                <a:lnTo>
                  <a:pt x="561297" y="7248"/>
                </a:lnTo>
                <a:lnTo>
                  <a:pt x="560892" y="6428"/>
                </a:lnTo>
                <a:lnTo>
                  <a:pt x="560478" y="5611"/>
                </a:lnTo>
                <a:lnTo>
                  <a:pt x="560055" y="4798"/>
                </a:lnTo>
                <a:lnTo>
                  <a:pt x="559623" y="3989"/>
                </a:lnTo>
                <a:lnTo>
                  <a:pt x="559182" y="3183"/>
                </a:lnTo>
                <a:lnTo>
                  <a:pt x="558732" y="2382"/>
                </a:lnTo>
                <a:lnTo>
                  <a:pt x="558272" y="1584"/>
                </a:lnTo>
                <a:lnTo>
                  <a:pt x="557804" y="790"/>
                </a:lnTo>
                <a:lnTo>
                  <a:pt x="557326" y="0"/>
                </a:lnTo>
                <a:lnTo>
                  <a:pt x="547318" y="0"/>
                </a:lnTo>
                <a:lnTo>
                  <a:pt x="546584" y="0"/>
                </a:lnTo>
                <a:lnTo>
                  <a:pt x="536394" y="0"/>
                </a:lnTo>
                <a:lnTo>
                  <a:pt x="536143" y="369"/>
                </a:lnTo>
                <a:lnTo>
                  <a:pt x="535894" y="740"/>
                </a:lnTo>
                <a:lnTo>
                  <a:pt x="535649" y="1115"/>
                </a:lnTo>
                <a:close/>
                <a:moveTo>
                  <a:pt x="546796" y="82907"/>
                </a:moveTo>
                <a:lnTo>
                  <a:pt x="546375" y="82070"/>
                </a:lnTo>
                <a:lnTo>
                  <a:pt x="545964" y="81231"/>
                </a:lnTo>
                <a:lnTo>
                  <a:pt x="545563" y="80391"/>
                </a:lnTo>
                <a:lnTo>
                  <a:pt x="545172" y="79548"/>
                </a:lnTo>
                <a:lnTo>
                  <a:pt x="544791" y="78704"/>
                </a:lnTo>
                <a:lnTo>
                  <a:pt x="544420" y="77857"/>
                </a:lnTo>
                <a:lnTo>
                  <a:pt x="544060" y="77009"/>
                </a:lnTo>
                <a:lnTo>
                  <a:pt x="543709" y="76158"/>
                </a:lnTo>
                <a:lnTo>
                  <a:pt x="543368" y="75306"/>
                </a:lnTo>
                <a:lnTo>
                  <a:pt x="543037" y="74452"/>
                </a:lnTo>
                <a:lnTo>
                  <a:pt x="542717" y="73596"/>
                </a:lnTo>
                <a:lnTo>
                  <a:pt x="542406" y="72738"/>
                </a:lnTo>
                <a:lnTo>
                  <a:pt x="542106" y="71878"/>
                </a:lnTo>
                <a:lnTo>
                  <a:pt x="541815" y="71017"/>
                </a:lnTo>
                <a:lnTo>
                  <a:pt x="541535" y="70153"/>
                </a:lnTo>
                <a:lnTo>
                  <a:pt x="541264" y="69287"/>
                </a:lnTo>
                <a:lnTo>
                  <a:pt x="541004" y="68420"/>
                </a:lnTo>
                <a:lnTo>
                  <a:pt x="540754" y="67551"/>
                </a:lnTo>
                <a:lnTo>
                  <a:pt x="540513" y="66679"/>
                </a:lnTo>
                <a:lnTo>
                  <a:pt x="540283" y="65806"/>
                </a:lnTo>
                <a:lnTo>
                  <a:pt x="540063" y="64931"/>
                </a:lnTo>
                <a:lnTo>
                  <a:pt x="539853" y="64054"/>
                </a:lnTo>
                <a:lnTo>
                  <a:pt x="539653" y="63175"/>
                </a:lnTo>
                <a:lnTo>
                  <a:pt x="539462" y="62294"/>
                </a:lnTo>
                <a:lnTo>
                  <a:pt x="539279" y="61412"/>
                </a:lnTo>
                <a:lnTo>
                  <a:pt x="539104" y="60528"/>
                </a:lnTo>
                <a:lnTo>
                  <a:pt x="538937" y="59642"/>
                </a:lnTo>
                <a:lnTo>
                  <a:pt x="538779" y="58755"/>
                </a:lnTo>
                <a:lnTo>
                  <a:pt x="538628" y="57866"/>
                </a:lnTo>
                <a:lnTo>
                  <a:pt x="538486" y="56976"/>
                </a:lnTo>
                <a:lnTo>
                  <a:pt x="538352" y="56084"/>
                </a:lnTo>
                <a:lnTo>
                  <a:pt x="538226" y="55190"/>
                </a:lnTo>
                <a:lnTo>
                  <a:pt x="538108" y="54295"/>
                </a:lnTo>
                <a:lnTo>
                  <a:pt x="537998" y="53398"/>
                </a:lnTo>
                <a:lnTo>
                  <a:pt x="537897" y="52500"/>
                </a:lnTo>
                <a:lnTo>
                  <a:pt x="537803" y="51600"/>
                </a:lnTo>
                <a:lnTo>
                  <a:pt x="537718" y="50698"/>
                </a:lnTo>
                <a:lnTo>
                  <a:pt x="537641" y="49795"/>
                </a:lnTo>
                <a:lnTo>
                  <a:pt x="537572" y="48890"/>
                </a:lnTo>
                <a:lnTo>
                  <a:pt x="537511" y="47984"/>
                </a:lnTo>
                <a:lnTo>
                  <a:pt x="537458" y="47076"/>
                </a:lnTo>
                <a:lnTo>
                  <a:pt x="537413" y="46167"/>
                </a:lnTo>
                <a:lnTo>
                  <a:pt x="537377" y="45256"/>
                </a:lnTo>
                <a:lnTo>
                  <a:pt x="537348" y="44343"/>
                </a:lnTo>
                <a:lnTo>
                  <a:pt x="537328" y="43428"/>
                </a:lnTo>
                <a:lnTo>
                  <a:pt x="537316" y="42513"/>
                </a:lnTo>
                <a:lnTo>
                  <a:pt x="537312" y="41595"/>
                </a:lnTo>
                <a:lnTo>
                  <a:pt x="537316" y="40693"/>
                </a:lnTo>
                <a:lnTo>
                  <a:pt x="537328" y="39792"/>
                </a:lnTo>
                <a:lnTo>
                  <a:pt x="537349" y="38891"/>
                </a:lnTo>
                <a:lnTo>
                  <a:pt x="537378" y="37992"/>
                </a:lnTo>
                <a:lnTo>
                  <a:pt x="537415" y="37095"/>
                </a:lnTo>
                <a:lnTo>
                  <a:pt x="537461" y="36198"/>
                </a:lnTo>
                <a:lnTo>
                  <a:pt x="537515" y="35302"/>
                </a:lnTo>
                <a:lnTo>
                  <a:pt x="537577" y="34408"/>
                </a:lnTo>
                <a:lnTo>
                  <a:pt x="537647" y="33514"/>
                </a:lnTo>
                <a:lnTo>
                  <a:pt x="537726" y="32622"/>
                </a:lnTo>
                <a:lnTo>
                  <a:pt x="537813" y="31731"/>
                </a:lnTo>
                <a:lnTo>
                  <a:pt x="537908" y="30841"/>
                </a:lnTo>
                <a:lnTo>
                  <a:pt x="538012" y="29952"/>
                </a:lnTo>
                <a:lnTo>
                  <a:pt x="538124" y="29064"/>
                </a:lnTo>
                <a:lnTo>
                  <a:pt x="538244" y="28177"/>
                </a:lnTo>
                <a:lnTo>
                  <a:pt x="538373" y="27292"/>
                </a:lnTo>
                <a:lnTo>
                  <a:pt x="538509" y="26407"/>
                </a:lnTo>
                <a:lnTo>
                  <a:pt x="538654" y="25524"/>
                </a:lnTo>
                <a:lnTo>
                  <a:pt x="538808" y="24642"/>
                </a:lnTo>
                <a:lnTo>
                  <a:pt x="538969" y="23761"/>
                </a:lnTo>
                <a:lnTo>
                  <a:pt x="539139" y="22881"/>
                </a:lnTo>
                <a:lnTo>
                  <a:pt x="539318" y="22002"/>
                </a:lnTo>
                <a:lnTo>
                  <a:pt x="539504" y="21124"/>
                </a:lnTo>
                <a:lnTo>
                  <a:pt x="539699" y="20248"/>
                </a:lnTo>
                <a:lnTo>
                  <a:pt x="539903" y="19373"/>
                </a:lnTo>
                <a:lnTo>
                  <a:pt x="540116" y="18501"/>
                </a:lnTo>
                <a:lnTo>
                  <a:pt x="540340" y="17631"/>
                </a:lnTo>
                <a:lnTo>
                  <a:pt x="540574" y="16765"/>
                </a:lnTo>
                <a:lnTo>
                  <a:pt x="540817" y="15901"/>
                </a:lnTo>
                <a:lnTo>
                  <a:pt x="541070" y="15039"/>
                </a:lnTo>
                <a:lnTo>
                  <a:pt x="541333" y="14181"/>
                </a:lnTo>
                <a:lnTo>
                  <a:pt x="541606" y="13325"/>
                </a:lnTo>
                <a:lnTo>
                  <a:pt x="541889" y="12472"/>
                </a:lnTo>
                <a:lnTo>
                  <a:pt x="542182" y="11621"/>
                </a:lnTo>
                <a:lnTo>
                  <a:pt x="542485" y="10774"/>
                </a:lnTo>
                <a:lnTo>
                  <a:pt x="542797" y="9929"/>
                </a:lnTo>
                <a:lnTo>
                  <a:pt x="543120" y="9086"/>
                </a:lnTo>
                <a:lnTo>
                  <a:pt x="543452" y="8247"/>
                </a:lnTo>
                <a:lnTo>
                  <a:pt x="543794" y="7410"/>
                </a:lnTo>
                <a:lnTo>
                  <a:pt x="544146" y="6576"/>
                </a:lnTo>
                <a:lnTo>
                  <a:pt x="544508" y="5744"/>
                </a:lnTo>
                <a:lnTo>
                  <a:pt x="544880" y="4916"/>
                </a:lnTo>
                <a:lnTo>
                  <a:pt x="545262" y="4090"/>
                </a:lnTo>
                <a:lnTo>
                  <a:pt x="545653" y="3266"/>
                </a:lnTo>
                <a:lnTo>
                  <a:pt x="546055" y="2446"/>
                </a:lnTo>
                <a:lnTo>
                  <a:pt x="546466" y="1628"/>
                </a:lnTo>
                <a:lnTo>
                  <a:pt x="546887" y="812"/>
                </a:lnTo>
                <a:lnTo>
                  <a:pt x="546940" y="714"/>
                </a:lnTo>
                <a:lnTo>
                  <a:pt x="547000" y="835"/>
                </a:lnTo>
                <a:lnTo>
                  <a:pt x="547407" y="1673"/>
                </a:lnTo>
                <a:lnTo>
                  <a:pt x="547805" y="2512"/>
                </a:lnTo>
                <a:lnTo>
                  <a:pt x="548194" y="3354"/>
                </a:lnTo>
                <a:lnTo>
                  <a:pt x="548573" y="4198"/>
                </a:lnTo>
                <a:lnTo>
                  <a:pt x="548943" y="5044"/>
                </a:lnTo>
                <a:lnTo>
                  <a:pt x="549304" y="5893"/>
                </a:lnTo>
                <a:lnTo>
                  <a:pt x="549655" y="6744"/>
                </a:lnTo>
                <a:lnTo>
                  <a:pt x="549997" y="7597"/>
                </a:lnTo>
                <a:lnTo>
                  <a:pt x="550330" y="8452"/>
                </a:lnTo>
                <a:lnTo>
                  <a:pt x="550654" y="9309"/>
                </a:lnTo>
                <a:lnTo>
                  <a:pt x="550969" y="10169"/>
                </a:lnTo>
                <a:lnTo>
                  <a:pt x="551274" y="11031"/>
                </a:lnTo>
                <a:lnTo>
                  <a:pt x="551570" y="11895"/>
                </a:lnTo>
                <a:lnTo>
                  <a:pt x="551857" y="12762"/>
                </a:lnTo>
                <a:lnTo>
                  <a:pt x="552134" y="13630"/>
                </a:lnTo>
                <a:lnTo>
                  <a:pt x="552403" y="14501"/>
                </a:lnTo>
                <a:lnTo>
                  <a:pt x="552662" y="15374"/>
                </a:lnTo>
                <a:lnTo>
                  <a:pt x="552911" y="16249"/>
                </a:lnTo>
                <a:lnTo>
                  <a:pt x="553152" y="17127"/>
                </a:lnTo>
                <a:lnTo>
                  <a:pt x="553383" y="18007"/>
                </a:lnTo>
                <a:lnTo>
                  <a:pt x="553605" y="18889"/>
                </a:lnTo>
                <a:lnTo>
                  <a:pt x="553818" y="19773"/>
                </a:lnTo>
                <a:lnTo>
                  <a:pt x="554022" y="20660"/>
                </a:lnTo>
                <a:lnTo>
                  <a:pt x="554216" y="21548"/>
                </a:lnTo>
                <a:lnTo>
                  <a:pt x="554403" y="22437"/>
                </a:lnTo>
                <a:lnTo>
                  <a:pt x="554581" y="23328"/>
                </a:lnTo>
                <a:lnTo>
                  <a:pt x="554751" y="24220"/>
                </a:lnTo>
                <a:lnTo>
                  <a:pt x="554913" y="25114"/>
                </a:lnTo>
                <a:lnTo>
                  <a:pt x="555066" y="26008"/>
                </a:lnTo>
                <a:lnTo>
                  <a:pt x="555211" y="26904"/>
                </a:lnTo>
                <a:lnTo>
                  <a:pt x="555348" y="27801"/>
                </a:lnTo>
                <a:lnTo>
                  <a:pt x="555476" y="28700"/>
                </a:lnTo>
                <a:lnTo>
                  <a:pt x="555597" y="29600"/>
                </a:lnTo>
                <a:lnTo>
                  <a:pt x="555708" y="30501"/>
                </a:lnTo>
                <a:lnTo>
                  <a:pt x="555812" y="31403"/>
                </a:lnTo>
                <a:lnTo>
                  <a:pt x="555907" y="32307"/>
                </a:lnTo>
                <a:lnTo>
                  <a:pt x="555994" y="33211"/>
                </a:lnTo>
                <a:lnTo>
                  <a:pt x="556073" y="34118"/>
                </a:lnTo>
                <a:lnTo>
                  <a:pt x="556144" y="35025"/>
                </a:lnTo>
                <a:lnTo>
                  <a:pt x="556206" y="35934"/>
                </a:lnTo>
                <a:lnTo>
                  <a:pt x="556260" y="36844"/>
                </a:lnTo>
                <a:lnTo>
                  <a:pt x="556305" y="37755"/>
                </a:lnTo>
                <a:lnTo>
                  <a:pt x="556343" y="38668"/>
                </a:lnTo>
                <a:lnTo>
                  <a:pt x="556372" y="39581"/>
                </a:lnTo>
                <a:lnTo>
                  <a:pt x="556392" y="40496"/>
                </a:lnTo>
                <a:lnTo>
                  <a:pt x="556405" y="41413"/>
                </a:lnTo>
                <a:lnTo>
                  <a:pt x="556409" y="42331"/>
                </a:lnTo>
                <a:lnTo>
                  <a:pt x="556405" y="43233"/>
                </a:lnTo>
                <a:lnTo>
                  <a:pt x="556392" y="44133"/>
                </a:lnTo>
                <a:lnTo>
                  <a:pt x="556371" y="45033"/>
                </a:lnTo>
                <a:lnTo>
                  <a:pt x="556341" y="45931"/>
                </a:lnTo>
                <a:lnTo>
                  <a:pt x="556303" y="46827"/>
                </a:lnTo>
                <a:lnTo>
                  <a:pt x="556257" y="47722"/>
                </a:lnTo>
                <a:lnTo>
                  <a:pt x="556202" y="48616"/>
                </a:lnTo>
                <a:lnTo>
                  <a:pt x="556138" y="49508"/>
                </a:lnTo>
                <a:lnTo>
                  <a:pt x="556067" y="50399"/>
                </a:lnTo>
                <a:lnTo>
                  <a:pt x="555986" y="51288"/>
                </a:lnTo>
                <a:lnTo>
                  <a:pt x="555898" y="52176"/>
                </a:lnTo>
                <a:lnTo>
                  <a:pt x="555800" y="53062"/>
                </a:lnTo>
                <a:lnTo>
                  <a:pt x="555695" y="53947"/>
                </a:lnTo>
                <a:lnTo>
                  <a:pt x="555581" y="54831"/>
                </a:lnTo>
                <a:lnTo>
                  <a:pt x="555458" y="55713"/>
                </a:lnTo>
                <a:lnTo>
                  <a:pt x="555327" y="56593"/>
                </a:lnTo>
                <a:lnTo>
                  <a:pt x="555188" y="57473"/>
                </a:lnTo>
                <a:lnTo>
                  <a:pt x="555040" y="58350"/>
                </a:lnTo>
                <a:lnTo>
                  <a:pt x="554884" y="59227"/>
                </a:lnTo>
                <a:lnTo>
                  <a:pt x="554719" y="60102"/>
                </a:lnTo>
                <a:lnTo>
                  <a:pt x="554546" y="60975"/>
                </a:lnTo>
                <a:lnTo>
                  <a:pt x="554364" y="61847"/>
                </a:lnTo>
                <a:lnTo>
                  <a:pt x="554174" y="62718"/>
                </a:lnTo>
                <a:lnTo>
                  <a:pt x="553975" y="63587"/>
                </a:lnTo>
                <a:lnTo>
                  <a:pt x="553768" y="64454"/>
                </a:lnTo>
                <a:lnTo>
                  <a:pt x="553552" y="65319"/>
                </a:lnTo>
                <a:lnTo>
                  <a:pt x="553326" y="66182"/>
                </a:lnTo>
                <a:lnTo>
                  <a:pt x="553092" y="67042"/>
                </a:lnTo>
                <a:lnTo>
                  <a:pt x="552848" y="67899"/>
                </a:lnTo>
                <a:lnTo>
                  <a:pt x="552595" y="68755"/>
                </a:lnTo>
                <a:lnTo>
                  <a:pt x="552333" y="69608"/>
                </a:lnTo>
                <a:lnTo>
                  <a:pt x="552063" y="70458"/>
                </a:lnTo>
                <a:lnTo>
                  <a:pt x="551783" y="71306"/>
                </a:lnTo>
                <a:lnTo>
                  <a:pt x="551493" y="72152"/>
                </a:lnTo>
                <a:lnTo>
                  <a:pt x="551195" y="72995"/>
                </a:lnTo>
                <a:lnTo>
                  <a:pt x="550888" y="73836"/>
                </a:lnTo>
                <a:lnTo>
                  <a:pt x="550572" y="74675"/>
                </a:lnTo>
                <a:lnTo>
                  <a:pt x="550246" y="75511"/>
                </a:lnTo>
                <a:lnTo>
                  <a:pt x="549912" y="76345"/>
                </a:lnTo>
                <a:lnTo>
                  <a:pt x="549568" y="77177"/>
                </a:lnTo>
                <a:lnTo>
                  <a:pt x="549216" y="78006"/>
                </a:lnTo>
                <a:lnTo>
                  <a:pt x="548854" y="78832"/>
                </a:lnTo>
                <a:lnTo>
                  <a:pt x="548483" y="79657"/>
                </a:lnTo>
                <a:lnTo>
                  <a:pt x="548103" y="80478"/>
                </a:lnTo>
                <a:lnTo>
                  <a:pt x="547714" y="81298"/>
                </a:lnTo>
                <a:lnTo>
                  <a:pt x="547316" y="82115"/>
                </a:lnTo>
                <a:lnTo>
                  <a:pt x="546909" y="82930"/>
                </a:lnTo>
                <a:lnTo>
                  <a:pt x="546859" y="83028"/>
                </a:lnTo>
                <a:lnTo>
                  <a:pt x="546796" y="82907"/>
                </a:lnTo>
                <a:close/>
                <a:moveTo>
                  <a:pt x="430398" y="41097"/>
                </a:moveTo>
                <a:lnTo>
                  <a:pt x="430419" y="40528"/>
                </a:lnTo>
                <a:lnTo>
                  <a:pt x="430448" y="39973"/>
                </a:lnTo>
                <a:lnTo>
                  <a:pt x="430485" y="39433"/>
                </a:lnTo>
                <a:lnTo>
                  <a:pt x="430531" y="38906"/>
                </a:lnTo>
                <a:lnTo>
                  <a:pt x="430585" y="38394"/>
                </a:lnTo>
                <a:lnTo>
                  <a:pt x="430647" y="37896"/>
                </a:lnTo>
                <a:lnTo>
                  <a:pt x="430717" y="37413"/>
                </a:lnTo>
                <a:lnTo>
                  <a:pt x="430796" y="36943"/>
                </a:lnTo>
                <a:lnTo>
                  <a:pt x="430883" y="36488"/>
                </a:lnTo>
                <a:lnTo>
                  <a:pt x="430978" y="36046"/>
                </a:lnTo>
                <a:lnTo>
                  <a:pt x="431082" y="35619"/>
                </a:lnTo>
                <a:lnTo>
                  <a:pt x="431194" y="35206"/>
                </a:lnTo>
                <a:lnTo>
                  <a:pt x="431314" y="34808"/>
                </a:lnTo>
                <a:lnTo>
                  <a:pt x="431442" y="34423"/>
                </a:lnTo>
                <a:lnTo>
                  <a:pt x="431579" y="34053"/>
                </a:lnTo>
                <a:lnTo>
                  <a:pt x="431724" y="33697"/>
                </a:lnTo>
                <a:lnTo>
                  <a:pt x="431878" y="33355"/>
                </a:lnTo>
                <a:lnTo>
                  <a:pt x="432039" y="33027"/>
                </a:lnTo>
                <a:lnTo>
                  <a:pt x="432209" y="32714"/>
                </a:lnTo>
                <a:lnTo>
                  <a:pt x="432387" y="32415"/>
                </a:lnTo>
                <a:lnTo>
                  <a:pt x="432574" y="32130"/>
                </a:lnTo>
                <a:lnTo>
                  <a:pt x="432769" y="31859"/>
                </a:lnTo>
                <a:lnTo>
                  <a:pt x="432973" y="31600"/>
                </a:lnTo>
                <a:lnTo>
                  <a:pt x="433187" y="31353"/>
                </a:lnTo>
                <a:lnTo>
                  <a:pt x="433411" y="31116"/>
                </a:lnTo>
                <a:lnTo>
                  <a:pt x="433646" y="30891"/>
                </a:lnTo>
                <a:lnTo>
                  <a:pt x="433891" y="30676"/>
                </a:lnTo>
                <a:lnTo>
                  <a:pt x="434146" y="30473"/>
                </a:lnTo>
                <a:lnTo>
                  <a:pt x="434411" y="30280"/>
                </a:lnTo>
                <a:lnTo>
                  <a:pt x="434687" y="30099"/>
                </a:lnTo>
                <a:lnTo>
                  <a:pt x="434972" y="29928"/>
                </a:lnTo>
                <a:lnTo>
                  <a:pt x="435268" y="29769"/>
                </a:lnTo>
                <a:lnTo>
                  <a:pt x="435574" y="29620"/>
                </a:lnTo>
                <a:lnTo>
                  <a:pt x="435890" y="29483"/>
                </a:lnTo>
                <a:lnTo>
                  <a:pt x="436217" y="29356"/>
                </a:lnTo>
                <a:lnTo>
                  <a:pt x="436553" y="29241"/>
                </a:lnTo>
                <a:lnTo>
                  <a:pt x="436900" y="29137"/>
                </a:lnTo>
                <a:lnTo>
                  <a:pt x="437257" y="29043"/>
                </a:lnTo>
                <a:lnTo>
                  <a:pt x="437624" y="28961"/>
                </a:lnTo>
                <a:lnTo>
                  <a:pt x="438002" y="28889"/>
                </a:lnTo>
                <a:lnTo>
                  <a:pt x="438390" y="28829"/>
                </a:lnTo>
                <a:lnTo>
                  <a:pt x="438787" y="28779"/>
                </a:lnTo>
                <a:lnTo>
                  <a:pt x="439195" y="28741"/>
                </a:lnTo>
                <a:lnTo>
                  <a:pt x="439614" y="28713"/>
                </a:lnTo>
                <a:lnTo>
                  <a:pt x="440042" y="28697"/>
                </a:lnTo>
                <a:lnTo>
                  <a:pt x="440481" y="28691"/>
                </a:lnTo>
                <a:lnTo>
                  <a:pt x="440866" y="28696"/>
                </a:lnTo>
                <a:lnTo>
                  <a:pt x="441242" y="28711"/>
                </a:lnTo>
                <a:lnTo>
                  <a:pt x="441607" y="28736"/>
                </a:lnTo>
                <a:lnTo>
                  <a:pt x="441963" y="28771"/>
                </a:lnTo>
                <a:lnTo>
                  <a:pt x="442309" y="28817"/>
                </a:lnTo>
                <a:lnTo>
                  <a:pt x="442644" y="28872"/>
                </a:lnTo>
                <a:lnTo>
                  <a:pt x="442970" y="28937"/>
                </a:lnTo>
                <a:lnTo>
                  <a:pt x="443287" y="29012"/>
                </a:lnTo>
                <a:lnTo>
                  <a:pt x="443593" y="29098"/>
                </a:lnTo>
                <a:lnTo>
                  <a:pt x="443889" y="29193"/>
                </a:lnTo>
                <a:lnTo>
                  <a:pt x="444176" y="29299"/>
                </a:lnTo>
                <a:lnTo>
                  <a:pt x="444452" y="29414"/>
                </a:lnTo>
                <a:lnTo>
                  <a:pt x="444719" y="29539"/>
                </a:lnTo>
                <a:lnTo>
                  <a:pt x="444976" y="29675"/>
                </a:lnTo>
                <a:lnTo>
                  <a:pt x="445222" y="29821"/>
                </a:lnTo>
                <a:lnTo>
                  <a:pt x="445459" y="29976"/>
                </a:lnTo>
                <a:lnTo>
                  <a:pt x="445687" y="30142"/>
                </a:lnTo>
                <a:lnTo>
                  <a:pt x="445904" y="30318"/>
                </a:lnTo>
                <a:lnTo>
                  <a:pt x="446111" y="30503"/>
                </a:lnTo>
                <a:lnTo>
                  <a:pt x="446308" y="30699"/>
                </a:lnTo>
                <a:lnTo>
                  <a:pt x="446496" y="30905"/>
                </a:lnTo>
                <a:lnTo>
                  <a:pt x="446674" y="31121"/>
                </a:lnTo>
                <a:lnTo>
                  <a:pt x="446841" y="31347"/>
                </a:lnTo>
                <a:lnTo>
                  <a:pt x="446999" y="31583"/>
                </a:lnTo>
                <a:lnTo>
                  <a:pt x="447149" y="31829"/>
                </a:lnTo>
                <a:lnTo>
                  <a:pt x="447293" y="32085"/>
                </a:lnTo>
                <a:lnTo>
                  <a:pt x="447430" y="32352"/>
                </a:lnTo>
                <a:lnTo>
                  <a:pt x="447561" y="32629"/>
                </a:lnTo>
                <a:lnTo>
                  <a:pt x="447685" y="32917"/>
                </a:lnTo>
                <a:lnTo>
                  <a:pt x="447803" y="33215"/>
                </a:lnTo>
                <a:lnTo>
                  <a:pt x="447914" y="33523"/>
                </a:lnTo>
                <a:lnTo>
                  <a:pt x="448020" y="33842"/>
                </a:lnTo>
                <a:lnTo>
                  <a:pt x="448119" y="34171"/>
                </a:lnTo>
                <a:lnTo>
                  <a:pt x="448211" y="34510"/>
                </a:lnTo>
                <a:lnTo>
                  <a:pt x="448297" y="34860"/>
                </a:lnTo>
                <a:lnTo>
                  <a:pt x="448377" y="35220"/>
                </a:lnTo>
                <a:lnTo>
                  <a:pt x="448450" y="35591"/>
                </a:lnTo>
                <a:lnTo>
                  <a:pt x="448517" y="35971"/>
                </a:lnTo>
                <a:lnTo>
                  <a:pt x="448578" y="36363"/>
                </a:lnTo>
                <a:lnTo>
                  <a:pt x="448632" y="36764"/>
                </a:lnTo>
                <a:lnTo>
                  <a:pt x="448680" y="37176"/>
                </a:lnTo>
                <a:lnTo>
                  <a:pt x="448721" y="37598"/>
                </a:lnTo>
                <a:lnTo>
                  <a:pt x="448756" y="38031"/>
                </a:lnTo>
                <a:lnTo>
                  <a:pt x="448785" y="38474"/>
                </a:lnTo>
                <a:lnTo>
                  <a:pt x="448807" y="38927"/>
                </a:lnTo>
                <a:lnTo>
                  <a:pt x="448823" y="39391"/>
                </a:lnTo>
                <a:lnTo>
                  <a:pt x="448833" y="39865"/>
                </a:lnTo>
                <a:lnTo>
                  <a:pt x="448836" y="40350"/>
                </a:lnTo>
                <a:lnTo>
                  <a:pt x="448836" y="67155"/>
                </a:lnTo>
                <a:lnTo>
                  <a:pt x="461873" y="67155"/>
                </a:lnTo>
                <a:lnTo>
                  <a:pt x="461873" y="37946"/>
                </a:lnTo>
                <a:lnTo>
                  <a:pt x="461872" y="37580"/>
                </a:lnTo>
                <a:lnTo>
                  <a:pt x="461868" y="37216"/>
                </a:lnTo>
                <a:lnTo>
                  <a:pt x="461861" y="36856"/>
                </a:lnTo>
                <a:lnTo>
                  <a:pt x="461851" y="36498"/>
                </a:lnTo>
                <a:lnTo>
                  <a:pt x="461839" y="36143"/>
                </a:lnTo>
                <a:lnTo>
                  <a:pt x="461824" y="35790"/>
                </a:lnTo>
                <a:lnTo>
                  <a:pt x="461807" y="35440"/>
                </a:lnTo>
                <a:lnTo>
                  <a:pt x="461786" y="35093"/>
                </a:lnTo>
                <a:lnTo>
                  <a:pt x="461763" y="34749"/>
                </a:lnTo>
                <a:lnTo>
                  <a:pt x="461738" y="34407"/>
                </a:lnTo>
                <a:lnTo>
                  <a:pt x="461709" y="34068"/>
                </a:lnTo>
                <a:lnTo>
                  <a:pt x="461678" y="33732"/>
                </a:lnTo>
                <a:lnTo>
                  <a:pt x="461644" y="33398"/>
                </a:lnTo>
                <a:lnTo>
                  <a:pt x="461608" y="33068"/>
                </a:lnTo>
                <a:lnTo>
                  <a:pt x="461568" y="32740"/>
                </a:lnTo>
                <a:lnTo>
                  <a:pt x="461526" y="32414"/>
                </a:lnTo>
                <a:lnTo>
                  <a:pt x="461482" y="32091"/>
                </a:lnTo>
                <a:lnTo>
                  <a:pt x="461434" y="31771"/>
                </a:lnTo>
                <a:lnTo>
                  <a:pt x="461384" y="31454"/>
                </a:lnTo>
                <a:lnTo>
                  <a:pt x="461331" y="31140"/>
                </a:lnTo>
                <a:lnTo>
                  <a:pt x="461276" y="30828"/>
                </a:lnTo>
                <a:lnTo>
                  <a:pt x="461217" y="30519"/>
                </a:lnTo>
                <a:lnTo>
                  <a:pt x="461156" y="30212"/>
                </a:lnTo>
                <a:lnTo>
                  <a:pt x="461093" y="29908"/>
                </a:lnTo>
                <a:lnTo>
                  <a:pt x="461026" y="29608"/>
                </a:lnTo>
                <a:lnTo>
                  <a:pt x="460955" y="29311"/>
                </a:lnTo>
                <a:lnTo>
                  <a:pt x="460880" y="29019"/>
                </a:lnTo>
                <a:lnTo>
                  <a:pt x="460801" y="28730"/>
                </a:lnTo>
                <a:lnTo>
                  <a:pt x="460718" y="28445"/>
                </a:lnTo>
                <a:lnTo>
                  <a:pt x="460631" y="28163"/>
                </a:lnTo>
                <a:lnTo>
                  <a:pt x="460540" y="27886"/>
                </a:lnTo>
                <a:lnTo>
                  <a:pt x="460445" y="27612"/>
                </a:lnTo>
                <a:lnTo>
                  <a:pt x="460346" y="27342"/>
                </a:lnTo>
                <a:lnTo>
                  <a:pt x="460243" y="27076"/>
                </a:lnTo>
                <a:lnTo>
                  <a:pt x="460136" y="26814"/>
                </a:lnTo>
                <a:lnTo>
                  <a:pt x="460025" y="26556"/>
                </a:lnTo>
                <a:lnTo>
                  <a:pt x="459910" y="26301"/>
                </a:lnTo>
                <a:lnTo>
                  <a:pt x="459791" y="26051"/>
                </a:lnTo>
                <a:lnTo>
                  <a:pt x="459669" y="25804"/>
                </a:lnTo>
                <a:lnTo>
                  <a:pt x="459542" y="25561"/>
                </a:lnTo>
                <a:lnTo>
                  <a:pt x="459411" y="25321"/>
                </a:lnTo>
                <a:lnTo>
                  <a:pt x="459276" y="25086"/>
                </a:lnTo>
                <a:lnTo>
                  <a:pt x="459137" y="24855"/>
                </a:lnTo>
                <a:lnTo>
                  <a:pt x="458994" y="24627"/>
                </a:lnTo>
                <a:lnTo>
                  <a:pt x="458848" y="24403"/>
                </a:lnTo>
                <a:lnTo>
                  <a:pt x="458697" y="24183"/>
                </a:lnTo>
                <a:lnTo>
                  <a:pt x="458542" y="23967"/>
                </a:lnTo>
                <a:lnTo>
                  <a:pt x="458383" y="23754"/>
                </a:lnTo>
                <a:lnTo>
                  <a:pt x="458220" y="23546"/>
                </a:lnTo>
                <a:lnTo>
                  <a:pt x="458052" y="23341"/>
                </a:lnTo>
                <a:lnTo>
                  <a:pt x="457879" y="23140"/>
                </a:lnTo>
                <a:lnTo>
                  <a:pt x="457701" y="22943"/>
                </a:lnTo>
                <a:lnTo>
                  <a:pt x="457518" y="22750"/>
                </a:lnTo>
                <a:lnTo>
                  <a:pt x="457331" y="22560"/>
                </a:lnTo>
                <a:lnTo>
                  <a:pt x="457138" y="22375"/>
                </a:lnTo>
                <a:lnTo>
                  <a:pt x="456940" y="22193"/>
                </a:lnTo>
                <a:lnTo>
                  <a:pt x="456737" y="22015"/>
                </a:lnTo>
                <a:lnTo>
                  <a:pt x="456530" y="21841"/>
                </a:lnTo>
                <a:lnTo>
                  <a:pt x="456317" y="21670"/>
                </a:lnTo>
                <a:lnTo>
                  <a:pt x="456100" y="21504"/>
                </a:lnTo>
                <a:lnTo>
                  <a:pt x="455877" y="21341"/>
                </a:lnTo>
                <a:lnTo>
                  <a:pt x="455650" y="21183"/>
                </a:lnTo>
                <a:lnTo>
                  <a:pt x="455418" y="21028"/>
                </a:lnTo>
                <a:lnTo>
                  <a:pt x="455180" y="20876"/>
                </a:lnTo>
                <a:lnTo>
                  <a:pt x="454938" y="20729"/>
                </a:lnTo>
                <a:lnTo>
                  <a:pt x="454691" y="20586"/>
                </a:lnTo>
                <a:lnTo>
                  <a:pt x="454439" y="20446"/>
                </a:lnTo>
                <a:lnTo>
                  <a:pt x="454182" y="20310"/>
                </a:lnTo>
                <a:lnTo>
                  <a:pt x="453920" y="20178"/>
                </a:lnTo>
                <a:lnTo>
                  <a:pt x="453653" y="20050"/>
                </a:lnTo>
                <a:lnTo>
                  <a:pt x="453381" y="19925"/>
                </a:lnTo>
                <a:lnTo>
                  <a:pt x="453105" y="19805"/>
                </a:lnTo>
                <a:lnTo>
                  <a:pt x="452822" y="19689"/>
                </a:lnTo>
                <a:lnTo>
                  <a:pt x="452533" y="19577"/>
                </a:lnTo>
                <a:lnTo>
                  <a:pt x="452237" y="19471"/>
                </a:lnTo>
                <a:lnTo>
                  <a:pt x="451935" y="19370"/>
                </a:lnTo>
                <a:lnTo>
                  <a:pt x="451627" y="19273"/>
                </a:lnTo>
                <a:lnTo>
                  <a:pt x="451311" y="19182"/>
                </a:lnTo>
                <a:lnTo>
                  <a:pt x="450990" y="19095"/>
                </a:lnTo>
                <a:lnTo>
                  <a:pt x="450661" y="19013"/>
                </a:lnTo>
                <a:lnTo>
                  <a:pt x="450327" y="18937"/>
                </a:lnTo>
                <a:lnTo>
                  <a:pt x="449985" y="18865"/>
                </a:lnTo>
                <a:lnTo>
                  <a:pt x="449637" y="18798"/>
                </a:lnTo>
                <a:lnTo>
                  <a:pt x="449283" y="18736"/>
                </a:lnTo>
                <a:lnTo>
                  <a:pt x="448922" y="18680"/>
                </a:lnTo>
                <a:lnTo>
                  <a:pt x="448554" y="18628"/>
                </a:lnTo>
                <a:lnTo>
                  <a:pt x="448180" y="18581"/>
                </a:lnTo>
                <a:lnTo>
                  <a:pt x="447800" y="18539"/>
                </a:lnTo>
                <a:lnTo>
                  <a:pt x="447413" y="18501"/>
                </a:lnTo>
                <a:lnTo>
                  <a:pt x="447019" y="18469"/>
                </a:lnTo>
                <a:lnTo>
                  <a:pt x="446619" y="18442"/>
                </a:lnTo>
                <a:lnTo>
                  <a:pt x="446212" y="18420"/>
                </a:lnTo>
                <a:lnTo>
                  <a:pt x="445799" y="18402"/>
                </a:lnTo>
                <a:lnTo>
                  <a:pt x="445379" y="18390"/>
                </a:lnTo>
                <a:lnTo>
                  <a:pt x="444953" y="18383"/>
                </a:lnTo>
                <a:lnTo>
                  <a:pt x="444520" y="18380"/>
                </a:lnTo>
                <a:lnTo>
                  <a:pt x="444176" y="18384"/>
                </a:lnTo>
                <a:lnTo>
                  <a:pt x="443832" y="18393"/>
                </a:lnTo>
                <a:lnTo>
                  <a:pt x="443490" y="18410"/>
                </a:lnTo>
                <a:lnTo>
                  <a:pt x="443148" y="18433"/>
                </a:lnTo>
                <a:lnTo>
                  <a:pt x="442806" y="18462"/>
                </a:lnTo>
                <a:lnTo>
                  <a:pt x="442465" y="18498"/>
                </a:lnTo>
                <a:lnTo>
                  <a:pt x="442125" y="18541"/>
                </a:lnTo>
                <a:lnTo>
                  <a:pt x="441786" y="18590"/>
                </a:lnTo>
                <a:lnTo>
                  <a:pt x="441447" y="18646"/>
                </a:lnTo>
                <a:lnTo>
                  <a:pt x="441109" y="18708"/>
                </a:lnTo>
                <a:lnTo>
                  <a:pt x="440771" y="18777"/>
                </a:lnTo>
                <a:lnTo>
                  <a:pt x="440434" y="18852"/>
                </a:lnTo>
                <a:lnTo>
                  <a:pt x="440098" y="18934"/>
                </a:lnTo>
                <a:lnTo>
                  <a:pt x="439762" y="19022"/>
                </a:lnTo>
                <a:lnTo>
                  <a:pt x="439427" y="19117"/>
                </a:lnTo>
                <a:lnTo>
                  <a:pt x="439093" y="19219"/>
                </a:lnTo>
                <a:lnTo>
                  <a:pt x="438759" y="19327"/>
                </a:lnTo>
                <a:lnTo>
                  <a:pt x="438426" y="19442"/>
                </a:lnTo>
                <a:lnTo>
                  <a:pt x="438093" y="19563"/>
                </a:lnTo>
                <a:lnTo>
                  <a:pt x="437762" y="19691"/>
                </a:lnTo>
                <a:lnTo>
                  <a:pt x="437430" y="19825"/>
                </a:lnTo>
                <a:lnTo>
                  <a:pt x="437100" y="19966"/>
                </a:lnTo>
                <a:lnTo>
                  <a:pt x="436770" y="20113"/>
                </a:lnTo>
                <a:lnTo>
                  <a:pt x="436441" y="20267"/>
                </a:lnTo>
                <a:lnTo>
                  <a:pt x="436114" y="20428"/>
                </a:lnTo>
                <a:lnTo>
                  <a:pt x="435793" y="20597"/>
                </a:lnTo>
                <a:lnTo>
                  <a:pt x="435477" y="20774"/>
                </a:lnTo>
                <a:lnTo>
                  <a:pt x="435165" y="20959"/>
                </a:lnTo>
                <a:lnTo>
                  <a:pt x="434859" y="21151"/>
                </a:lnTo>
                <a:lnTo>
                  <a:pt x="434558" y="21352"/>
                </a:lnTo>
                <a:lnTo>
                  <a:pt x="434263" y="21560"/>
                </a:lnTo>
                <a:lnTo>
                  <a:pt x="433972" y="21776"/>
                </a:lnTo>
                <a:lnTo>
                  <a:pt x="433686" y="22000"/>
                </a:lnTo>
                <a:lnTo>
                  <a:pt x="433406" y="22231"/>
                </a:lnTo>
                <a:lnTo>
                  <a:pt x="433130" y="22471"/>
                </a:lnTo>
                <a:lnTo>
                  <a:pt x="432860" y="22718"/>
                </a:lnTo>
                <a:lnTo>
                  <a:pt x="432595" y="22973"/>
                </a:lnTo>
                <a:lnTo>
                  <a:pt x="432335" y="23236"/>
                </a:lnTo>
                <a:lnTo>
                  <a:pt x="432080" y="23507"/>
                </a:lnTo>
                <a:lnTo>
                  <a:pt x="431830" y="23786"/>
                </a:lnTo>
                <a:lnTo>
                  <a:pt x="431585" y="24072"/>
                </a:lnTo>
                <a:lnTo>
                  <a:pt x="431345" y="24367"/>
                </a:lnTo>
                <a:lnTo>
                  <a:pt x="431111" y="24669"/>
                </a:lnTo>
                <a:lnTo>
                  <a:pt x="430881" y="24979"/>
                </a:lnTo>
                <a:lnTo>
                  <a:pt x="430657" y="25296"/>
                </a:lnTo>
                <a:lnTo>
                  <a:pt x="430438" y="25622"/>
                </a:lnTo>
                <a:lnTo>
                  <a:pt x="430224" y="25956"/>
                </a:lnTo>
                <a:lnTo>
                  <a:pt x="430014" y="26297"/>
                </a:lnTo>
                <a:lnTo>
                  <a:pt x="429738" y="26297"/>
                </a:lnTo>
                <a:lnTo>
                  <a:pt x="429738" y="19687"/>
                </a:lnTo>
                <a:lnTo>
                  <a:pt x="417344" y="19687"/>
                </a:lnTo>
                <a:lnTo>
                  <a:pt x="417344" y="67155"/>
                </a:lnTo>
                <a:lnTo>
                  <a:pt x="430381" y="67155"/>
                </a:lnTo>
                <a:lnTo>
                  <a:pt x="430381" y="42277"/>
                </a:lnTo>
                <a:lnTo>
                  <a:pt x="430386" y="41680"/>
                </a:lnTo>
                <a:lnTo>
                  <a:pt x="430398" y="41097"/>
                </a:lnTo>
                <a:close/>
                <a:moveTo>
                  <a:pt x="329924" y="34904"/>
                </a:moveTo>
                <a:lnTo>
                  <a:pt x="329876" y="34540"/>
                </a:lnTo>
                <a:lnTo>
                  <a:pt x="329821" y="34181"/>
                </a:lnTo>
                <a:lnTo>
                  <a:pt x="329761" y="33825"/>
                </a:lnTo>
                <a:lnTo>
                  <a:pt x="329695" y="33475"/>
                </a:lnTo>
                <a:lnTo>
                  <a:pt x="329623" y="33128"/>
                </a:lnTo>
                <a:lnTo>
                  <a:pt x="329546" y="32786"/>
                </a:lnTo>
                <a:lnTo>
                  <a:pt x="329463" y="32448"/>
                </a:lnTo>
                <a:lnTo>
                  <a:pt x="329374" y="32115"/>
                </a:lnTo>
                <a:lnTo>
                  <a:pt x="329279" y="31785"/>
                </a:lnTo>
                <a:lnTo>
                  <a:pt x="329179" y="31460"/>
                </a:lnTo>
                <a:lnTo>
                  <a:pt x="329072" y="31140"/>
                </a:lnTo>
                <a:lnTo>
                  <a:pt x="328960" y="30824"/>
                </a:lnTo>
                <a:lnTo>
                  <a:pt x="328843" y="30512"/>
                </a:lnTo>
                <a:lnTo>
                  <a:pt x="328719" y="30204"/>
                </a:lnTo>
                <a:lnTo>
                  <a:pt x="328590" y="29901"/>
                </a:lnTo>
                <a:lnTo>
                  <a:pt x="328455" y="29602"/>
                </a:lnTo>
                <a:lnTo>
                  <a:pt x="328315" y="29307"/>
                </a:lnTo>
                <a:lnTo>
                  <a:pt x="328168" y="29017"/>
                </a:lnTo>
                <a:lnTo>
                  <a:pt x="328016" y="28730"/>
                </a:lnTo>
                <a:lnTo>
                  <a:pt x="327858" y="28449"/>
                </a:lnTo>
                <a:lnTo>
                  <a:pt x="327696" y="28171"/>
                </a:lnTo>
                <a:lnTo>
                  <a:pt x="327529" y="27897"/>
                </a:lnTo>
                <a:lnTo>
                  <a:pt x="327358" y="27627"/>
                </a:lnTo>
                <a:lnTo>
                  <a:pt x="327184" y="27361"/>
                </a:lnTo>
                <a:lnTo>
                  <a:pt x="327005" y="27098"/>
                </a:lnTo>
                <a:lnTo>
                  <a:pt x="326823" y="26839"/>
                </a:lnTo>
                <a:lnTo>
                  <a:pt x="326636" y="26585"/>
                </a:lnTo>
                <a:lnTo>
                  <a:pt x="326445" y="26334"/>
                </a:lnTo>
                <a:lnTo>
                  <a:pt x="326251" y="26086"/>
                </a:lnTo>
                <a:lnTo>
                  <a:pt x="326052" y="25843"/>
                </a:lnTo>
                <a:lnTo>
                  <a:pt x="325850" y="25604"/>
                </a:lnTo>
                <a:lnTo>
                  <a:pt x="325643" y="25368"/>
                </a:lnTo>
                <a:lnTo>
                  <a:pt x="325433" y="25136"/>
                </a:lnTo>
                <a:lnTo>
                  <a:pt x="325218" y="24908"/>
                </a:lnTo>
                <a:lnTo>
                  <a:pt x="325000" y="24684"/>
                </a:lnTo>
                <a:lnTo>
                  <a:pt x="324777" y="24464"/>
                </a:lnTo>
                <a:lnTo>
                  <a:pt x="324551" y="24247"/>
                </a:lnTo>
                <a:lnTo>
                  <a:pt x="324321" y="24035"/>
                </a:lnTo>
                <a:lnTo>
                  <a:pt x="324086" y="23826"/>
                </a:lnTo>
                <a:lnTo>
                  <a:pt x="323848" y="23621"/>
                </a:lnTo>
                <a:lnTo>
                  <a:pt x="323605" y="23420"/>
                </a:lnTo>
                <a:lnTo>
                  <a:pt x="323359" y="23223"/>
                </a:lnTo>
                <a:lnTo>
                  <a:pt x="323108" y="23029"/>
                </a:lnTo>
                <a:lnTo>
                  <a:pt x="322854" y="22839"/>
                </a:lnTo>
                <a:lnTo>
                  <a:pt x="322596" y="22654"/>
                </a:lnTo>
                <a:lnTo>
                  <a:pt x="322336" y="22472"/>
                </a:lnTo>
                <a:lnTo>
                  <a:pt x="322072" y="22294"/>
                </a:lnTo>
                <a:lnTo>
                  <a:pt x="321806" y="22120"/>
                </a:lnTo>
                <a:lnTo>
                  <a:pt x="321537" y="21951"/>
                </a:lnTo>
                <a:lnTo>
                  <a:pt x="321265" y="21785"/>
                </a:lnTo>
                <a:lnTo>
                  <a:pt x="320990" y="21623"/>
                </a:lnTo>
                <a:lnTo>
                  <a:pt x="320712" y="21465"/>
                </a:lnTo>
                <a:lnTo>
                  <a:pt x="320432" y="21312"/>
                </a:lnTo>
                <a:lnTo>
                  <a:pt x="320148" y="21162"/>
                </a:lnTo>
                <a:lnTo>
                  <a:pt x="319862" y="21016"/>
                </a:lnTo>
                <a:lnTo>
                  <a:pt x="319572" y="20874"/>
                </a:lnTo>
                <a:lnTo>
                  <a:pt x="319280" y="20736"/>
                </a:lnTo>
                <a:lnTo>
                  <a:pt x="318985" y="20603"/>
                </a:lnTo>
                <a:lnTo>
                  <a:pt x="318687" y="20473"/>
                </a:lnTo>
                <a:lnTo>
                  <a:pt x="318387" y="20347"/>
                </a:lnTo>
                <a:lnTo>
                  <a:pt x="318083" y="20225"/>
                </a:lnTo>
                <a:lnTo>
                  <a:pt x="317777" y="20107"/>
                </a:lnTo>
                <a:lnTo>
                  <a:pt x="317467" y="19993"/>
                </a:lnTo>
                <a:lnTo>
                  <a:pt x="317155" y="19884"/>
                </a:lnTo>
                <a:lnTo>
                  <a:pt x="316840" y="19778"/>
                </a:lnTo>
                <a:lnTo>
                  <a:pt x="316522" y="19676"/>
                </a:lnTo>
                <a:lnTo>
                  <a:pt x="316201" y="19578"/>
                </a:lnTo>
                <a:lnTo>
                  <a:pt x="315877" y="19484"/>
                </a:lnTo>
                <a:lnTo>
                  <a:pt x="315552" y="19394"/>
                </a:lnTo>
                <a:lnTo>
                  <a:pt x="315225" y="19308"/>
                </a:lnTo>
                <a:lnTo>
                  <a:pt x="314897" y="19225"/>
                </a:lnTo>
                <a:lnTo>
                  <a:pt x="314568" y="19147"/>
                </a:lnTo>
                <a:lnTo>
                  <a:pt x="314238" y="19072"/>
                </a:lnTo>
                <a:lnTo>
                  <a:pt x="313907" y="19001"/>
                </a:lnTo>
                <a:lnTo>
                  <a:pt x="313574" y="18934"/>
                </a:lnTo>
                <a:lnTo>
                  <a:pt x="313241" y="18871"/>
                </a:lnTo>
                <a:lnTo>
                  <a:pt x="312906" y="18811"/>
                </a:lnTo>
                <a:lnTo>
                  <a:pt x="312570" y="18756"/>
                </a:lnTo>
                <a:lnTo>
                  <a:pt x="312233" y="18704"/>
                </a:lnTo>
                <a:lnTo>
                  <a:pt x="311895" y="18656"/>
                </a:lnTo>
                <a:lnTo>
                  <a:pt x="311556" y="18612"/>
                </a:lnTo>
                <a:lnTo>
                  <a:pt x="311216" y="18572"/>
                </a:lnTo>
                <a:lnTo>
                  <a:pt x="310875" y="18535"/>
                </a:lnTo>
                <a:lnTo>
                  <a:pt x="310532" y="18503"/>
                </a:lnTo>
                <a:lnTo>
                  <a:pt x="310189" y="18474"/>
                </a:lnTo>
                <a:lnTo>
                  <a:pt x="309844" y="18449"/>
                </a:lnTo>
                <a:lnTo>
                  <a:pt x="309498" y="18428"/>
                </a:lnTo>
                <a:lnTo>
                  <a:pt x="309151" y="18411"/>
                </a:lnTo>
                <a:lnTo>
                  <a:pt x="308803" y="18397"/>
                </a:lnTo>
                <a:lnTo>
                  <a:pt x="308454" y="18388"/>
                </a:lnTo>
                <a:lnTo>
                  <a:pt x="308103" y="18382"/>
                </a:lnTo>
                <a:lnTo>
                  <a:pt x="307752" y="18380"/>
                </a:lnTo>
                <a:lnTo>
                  <a:pt x="307272" y="18384"/>
                </a:lnTo>
                <a:lnTo>
                  <a:pt x="306797" y="18394"/>
                </a:lnTo>
                <a:lnTo>
                  <a:pt x="306326" y="18410"/>
                </a:lnTo>
                <a:lnTo>
                  <a:pt x="305860" y="18434"/>
                </a:lnTo>
                <a:lnTo>
                  <a:pt x="305398" y="18464"/>
                </a:lnTo>
                <a:lnTo>
                  <a:pt x="304940" y="18501"/>
                </a:lnTo>
                <a:lnTo>
                  <a:pt x="304487" y="18545"/>
                </a:lnTo>
                <a:lnTo>
                  <a:pt x="304039" y="18595"/>
                </a:lnTo>
                <a:lnTo>
                  <a:pt x="303594" y="18652"/>
                </a:lnTo>
                <a:lnTo>
                  <a:pt x="303155" y="18716"/>
                </a:lnTo>
                <a:lnTo>
                  <a:pt x="302720" y="18786"/>
                </a:lnTo>
                <a:lnTo>
                  <a:pt x="302289" y="18863"/>
                </a:lnTo>
                <a:lnTo>
                  <a:pt x="301863" y="18947"/>
                </a:lnTo>
                <a:lnTo>
                  <a:pt x="301441" y="19038"/>
                </a:lnTo>
                <a:lnTo>
                  <a:pt x="301023" y="19135"/>
                </a:lnTo>
                <a:lnTo>
                  <a:pt x="300610" y="19239"/>
                </a:lnTo>
                <a:lnTo>
                  <a:pt x="300202" y="19350"/>
                </a:lnTo>
                <a:lnTo>
                  <a:pt x="299798" y="19467"/>
                </a:lnTo>
                <a:lnTo>
                  <a:pt x="299399" y="19591"/>
                </a:lnTo>
                <a:lnTo>
                  <a:pt x="299003" y="19722"/>
                </a:lnTo>
                <a:lnTo>
                  <a:pt x="298613" y="19859"/>
                </a:lnTo>
                <a:lnTo>
                  <a:pt x="298227" y="20004"/>
                </a:lnTo>
                <a:lnTo>
                  <a:pt x="297845" y="20154"/>
                </a:lnTo>
                <a:lnTo>
                  <a:pt x="297468" y="20312"/>
                </a:lnTo>
                <a:lnTo>
                  <a:pt x="297095" y="20476"/>
                </a:lnTo>
                <a:lnTo>
                  <a:pt x="296728" y="20644"/>
                </a:lnTo>
                <a:lnTo>
                  <a:pt x="296365" y="20818"/>
                </a:lnTo>
                <a:lnTo>
                  <a:pt x="296007" y="20998"/>
                </a:lnTo>
                <a:lnTo>
                  <a:pt x="295653" y="21182"/>
                </a:lnTo>
                <a:lnTo>
                  <a:pt x="295305" y="21372"/>
                </a:lnTo>
                <a:lnTo>
                  <a:pt x="294961" y="21567"/>
                </a:lnTo>
                <a:lnTo>
                  <a:pt x="294622" y="21768"/>
                </a:lnTo>
                <a:lnTo>
                  <a:pt x="294288" y="21974"/>
                </a:lnTo>
                <a:lnTo>
                  <a:pt x="293958" y="22184"/>
                </a:lnTo>
                <a:lnTo>
                  <a:pt x="293634" y="22401"/>
                </a:lnTo>
                <a:lnTo>
                  <a:pt x="293314" y="22622"/>
                </a:lnTo>
                <a:lnTo>
                  <a:pt x="292999" y="22849"/>
                </a:lnTo>
                <a:lnTo>
                  <a:pt x="292688" y="23081"/>
                </a:lnTo>
                <a:lnTo>
                  <a:pt x="292383" y="23318"/>
                </a:lnTo>
                <a:lnTo>
                  <a:pt x="292082" y="23561"/>
                </a:lnTo>
                <a:lnTo>
                  <a:pt x="291786" y="23809"/>
                </a:lnTo>
                <a:lnTo>
                  <a:pt x="291495" y="24062"/>
                </a:lnTo>
                <a:lnTo>
                  <a:pt x="291208" y="24320"/>
                </a:lnTo>
                <a:lnTo>
                  <a:pt x="290927" y="24584"/>
                </a:lnTo>
                <a:lnTo>
                  <a:pt x="290650" y="24853"/>
                </a:lnTo>
                <a:lnTo>
                  <a:pt x="290378" y="25127"/>
                </a:lnTo>
                <a:lnTo>
                  <a:pt x="290111" y="25407"/>
                </a:lnTo>
                <a:lnTo>
                  <a:pt x="289848" y="25692"/>
                </a:lnTo>
                <a:lnTo>
                  <a:pt x="289591" y="25981"/>
                </a:lnTo>
                <a:lnTo>
                  <a:pt x="289338" y="26275"/>
                </a:lnTo>
                <a:lnTo>
                  <a:pt x="289092" y="26574"/>
                </a:lnTo>
                <a:lnTo>
                  <a:pt x="288850" y="26877"/>
                </a:lnTo>
                <a:lnTo>
                  <a:pt x="288613" y="27185"/>
                </a:lnTo>
                <a:lnTo>
                  <a:pt x="288382" y="27497"/>
                </a:lnTo>
                <a:lnTo>
                  <a:pt x="288156" y="27813"/>
                </a:lnTo>
                <a:lnTo>
                  <a:pt x="287936" y="28134"/>
                </a:lnTo>
                <a:lnTo>
                  <a:pt x="287720" y="28460"/>
                </a:lnTo>
                <a:lnTo>
                  <a:pt x="287510" y="28789"/>
                </a:lnTo>
                <a:lnTo>
                  <a:pt x="287305" y="29124"/>
                </a:lnTo>
                <a:lnTo>
                  <a:pt x="287105" y="29463"/>
                </a:lnTo>
                <a:lnTo>
                  <a:pt x="286911" y="29806"/>
                </a:lnTo>
                <a:lnTo>
                  <a:pt x="286722" y="30154"/>
                </a:lnTo>
                <a:lnTo>
                  <a:pt x="286538" y="30506"/>
                </a:lnTo>
                <a:lnTo>
                  <a:pt x="286360" y="30863"/>
                </a:lnTo>
                <a:lnTo>
                  <a:pt x="286186" y="31224"/>
                </a:lnTo>
                <a:lnTo>
                  <a:pt x="286018" y="31590"/>
                </a:lnTo>
                <a:lnTo>
                  <a:pt x="285855" y="31960"/>
                </a:lnTo>
                <a:lnTo>
                  <a:pt x="285698" y="32334"/>
                </a:lnTo>
                <a:lnTo>
                  <a:pt x="285545" y="32713"/>
                </a:lnTo>
                <a:lnTo>
                  <a:pt x="285398" y="33097"/>
                </a:lnTo>
                <a:lnTo>
                  <a:pt x="285257" y="33485"/>
                </a:lnTo>
                <a:lnTo>
                  <a:pt x="285120" y="33877"/>
                </a:lnTo>
                <a:lnTo>
                  <a:pt x="284989" y="34273"/>
                </a:lnTo>
                <a:lnTo>
                  <a:pt x="284863" y="34672"/>
                </a:lnTo>
                <a:lnTo>
                  <a:pt x="284743" y="35073"/>
                </a:lnTo>
                <a:lnTo>
                  <a:pt x="284629" y="35477"/>
                </a:lnTo>
                <a:lnTo>
                  <a:pt x="284520" y="35884"/>
                </a:lnTo>
                <a:lnTo>
                  <a:pt x="284417" y="36294"/>
                </a:lnTo>
                <a:lnTo>
                  <a:pt x="284319" y="36706"/>
                </a:lnTo>
                <a:lnTo>
                  <a:pt x="284227" y="37121"/>
                </a:lnTo>
                <a:lnTo>
                  <a:pt x="284141" y="37539"/>
                </a:lnTo>
                <a:lnTo>
                  <a:pt x="284060" y="37959"/>
                </a:lnTo>
                <a:lnTo>
                  <a:pt x="283985" y="38382"/>
                </a:lnTo>
                <a:lnTo>
                  <a:pt x="283915" y="38808"/>
                </a:lnTo>
                <a:lnTo>
                  <a:pt x="283851" y="39237"/>
                </a:lnTo>
                <a:lnTo>
                  <a:pt x="283792" y="39668"/>
                </a:lnTo>
                <a:lnTo>
                  <a:pt x="283739" y="40102"/>
                </a:lnTo>
                <a:lnTo>
                  <a:pt x="283692" y="40539"/>
                </a:lnTo>
                <a:lnTo>
                  <a:pt x="283650" y="40978"/>
                </a:lnTo>
                <a:lnTo>
                  <a:pt x="283614" y="41421"/>
                </a:lnTo>
                <a:lnTo>
                  <a:pt x="283583" y="41865"/>
                </a:lnTo>
                <a:lnTo>
                  <a:pt x="283558" y="42313"/>
                </a:lnTo>
                <a:lnTo>
                  <a:pt x="283538" y="42763"/>
                </a:lnTo>
                <a:lnTo>
                  <a:pt x="283524" y="43216"/>
                </a:lnTo>
                <a:lnTo>
                  <a:pt x="283516" y="43672"/>
                </a:lnTo>
                <a:lnTo>
                  <a:pt x="283513" y="44131"/>
                </a:lnTo>
                <a:lnTo>
                  <a:pt x="283516" y="44574"/>
                </a:lnTo>
                <a:lnTo>
                  <a:pt x="283525" y="45014"/>
                </a:lnTo>
                <a:lnTo>
                  <a:pt x="283540" y="45451"/>
                </a:lnTo>
                <a:lnTo>
                  <a:pt x="283562" y="45885"/>
                </a:lnTo>
                <a:lnTo>
                  <a:pt x="283589" y="46316"/>
                </a:lnTo>
                <a:lnTo>
                  <a:pt x="283622" y="46743"/>
                </a:lnTo>
                <a:lnTo>
                  <a:pt x="283662" y="47168"/>
                </a:lnTo>
                <a:lnTo>
                  <a:pt x="283707" y="47590"/>
                </a:lnTo>
                <a:lnTo>
                  <a:pt x="283758" y="48009"/>
                </a:lnTo>
                <a:lnTo>
                  <a:pt x="283816" y="48425"/>
                </a:lnTo>
                <a:lnTo>
                  <a:pt x="283880" y="48837"/>
                </a:lnTo>
                <a:lnTo>
                  <a:pt x="283949" y="49247"/>
                </a:lnTo>
                <a:lnTo>
                  <a:pt x="284025" y="49654"/>
                </a:lnTo>
                <a:lnTo>
                  <a:pt x="284107" y="50057"/>
                </a:lnTo>
                <a:lnTo>
                  <a:pt x="284194" y="50458"/>
                </a:lnTo>
                <a:lnTo>
                  <a:pt x="284288" y="50855"/>
                </a:lnTo>
                <a:lnTo>
                  <a:pt x="284388" y="51250"/>
                </a:lnTo>
                <a:lnTo>
                  <a:pt x="284494" y="51641"/>
                </a:lnTo>
                <a:lnTo>
                  <a:pt x="284606" y="52030"/>
                </a:lnTo>
                <a:lnTo>
                  <a:pt x="284724" y="52415"/>
                </a:lnTo>
                <a:lnTo>
                  <a:pt x="284849" y="52797"/>
                </a:lnTo>
                <a:lnTo>
                  <a:pt x="284979" y="53177"/>
                </a:lnTo>
                <a:lnTo>
                  <a:pt x="285115" y="53553"/>
                </a:lnTo>
                <a:lnTo>
                  <a:pt x="285257" y="53926"/>
                </a:lnTo>
                <a:lnTo>
                  <a:pt x="285405" y="54296"/>
                </a:lnTo>
                <a:lnTo>
                  <a:pt x="285558" y="54661"/>
                </a:lnTo>
                <a:lnTo>
                  <a:pt x="285715" y="55021"/>
                </a:lnTo>
                <a:lnTo>
                  <a:pt x="285877" y="55378"/>
                </a:lnTo>
                <a:lnTo>
                  <a:pt x="286044" y="55730"/>
                </a:lnTo>
                <a:lnTo>
                  <a:pt x="286215" y="56078"/>
                </a:lnTo>
                <a:lnTo>
                  <a:pt x="286392" y="56422"/>
                </a:lnTo>
                <a:lnTo>
                  <a:pt x="286573" y="56761"/>
                </a:lnTo>
                <a:lnTo>
                  <a:pt x="286759" y="57096"/>
                </a:lnTo>
                <a:lnTo>
                  <a:pt x="286950" y="57427"/>
                </a:lnTo>
                <a:lnTo>
                  <a:pt x="287145" y="57753"/>
                </a:lnTo>
                <a:lnTo>
                  <a:pt x="287346" y="58075"/>
                </a:lnTo>
                <a:lnTo>
                  <a:pt x="287551" y="58393"/>
                </a:lnTo>
                <a:lnTo>
                  <a:pt x="287761" y="58707"/>
                </a:lnTo>
                <a:lnTo>
                  <a:pt x="287975" y="59016"/>
                </a:lnTo>
                <a:lnTo>
                  <a:pt x="288195" y="59321"/>
                </a:lnTo>
                <a:lnTo>
                  <a:pt x="288419" y="59621"/>
                </a:lnTo>
                <a:lnTo>
                  <a:pt x="288648" y="59917"/>
                </a:lnTo>
                <a:lnTo>
                  <a:pt x="288882" y="60209"/>
                </a:lnTo>
                <a:lnTo>
                  <a:pt x="289121" y="60497"/>
                </a:lnTo>
                <a:lnTo>
                  <a:pt x="289364" y="60780"/>
                </a:lnTo>
                <a:lnTo>
                  <a:pt x="289612" y="61059"/>
                </a:lnTo>
                <a:lnTo>
                  <a:pt x="289865" y="61334"/>
                </a:lnTo>
                <a:lnTo>
                  <a:pt x="290123" y="61605"/>
                </a:lnTo>
                <a:lnTo>
                  <a:pt x="290385" y="61870"/>
                </a:lnTo>
                <a:lnTo>
                  <a:pt x="290652" y="62131"/>
                </a:lnTo>
                <a:lnTo>
                  <a:pt x="290924" y="62387"/>
                </a:lnTo>
                <a:lnTo>
                  <a:pt x="291201" y="62638"/>
                </a:lnTo>
                <a:lnTo>
                  <a:pt x="291482" y="62884"/>
                </a:lnTo>
                <a:lnTo>
                  <a:pt x="291767" y="63125"/>
                </a:lnTo>
                <a:lnTo>
                  <a:pt x="292057" y="63361"/>
                </a:lnTo>
                <a:lnTo>
                  <a:pt x="292352" y="63592"/>
                </a:lnTo>
                <a:lnTo>
                  <a:pt x="292652" y="63819"/>
                </a:lnTo>
                <a:lnTo>
                  <a:pt x="292956" y="64040"/>
                </a:lnTo>
                <a:lnTo>
                  <a:pt x="293264" y="64256"/>
                </a:lnTo>
                <a:lnTo>
                  <a:pt x="293578" y="64467"/>
                </a:lnTo>
                <a:lnTo>
                  <a:pt x="293896" y="64674"/>
                </a:lnTo>
                <a:lnTo>
                  <a:pt x="294218" y="64875"/>
                </a:lnTo>
                <a:lnTo>
                  <a:pt x="294545" y="65072"/>
                </a:lnTo>
                <a:lnTo>
                  <a:pt x="294877" y="65263"/>
                </a:lnTo>
                <a:lnTo>
                  <a:pt x="295214" y="65450"/>
                </a:lnTo>
                <a:lnTo>
                  <a:pt x="295555" y="65631"/>
                </a:lnTo>
                <a:lnTo>
                  <a:pt x="295900" y="65808"/>
                </a:lnTo>
                <a:lnTo>
                  <a:pt x="296250" y="65980"/>
                </a:lnTo>
                <a:lnTo>
                  <a:pt x="296605" y="66147"/>
                </a:lnTo>
                <a:lnTo>
                  <a:pt x="296965" y="66308"/>
                </a:lnTo>
                <a:lnTo>
                  <a:pt x="297329" y="66465"/>
                </a:lnTo>
                <a:lnTo>
                  <a:pt x="297698" y="66617"/>
                </a:lnTo>
                <a:lnTo>
                  <a:pt x="298070" y="66763"/>
                </a:lnTo>
                <a:lnTo>
                  <a:pt x="298446" y="66904"/>
                </a:lnTo>
                <a:lnTo>
                  <a:pt x="298825" y="67037"/>
                </a:lnTo>
                <a:lnTo>
                  <a:pt x="299206" y="67165"/>
                </a:lnTo>
                <a:lnTo>
                  <a:pt x="299591" y="67286"/>
                </a:lnTo>
                <a:lnTo>
                  <a:pt x="299979" y="67402"/>
                </a:lnTo>
                <a:lnTo>
                  <a:pt x="300370" y="67511"/>
                </a:lnTo>
                <a:lnTo>
                  <a:pt x="300763" y="67613"/>
                </a:lnTo>
                <a:lnTo>
                  <a:pt x="301160" y="67710"/>
                </a:lnTo>
                <a:lnTo>
                  <a:pt x="301560" y="67800"/>
                </a:lnTo>
                <a:lnTo>
                  <a:pt x="301963" y="67884"/>
                </a:lnTo>
                <a:lnTo>
                  <a:pt x="302369" y="67962"/>
                </a:lnTo>
                <a:lnTo>
                  <a:pt x="302778" y="68034"/>
                </a:lnTo>
                <a:lnTo>
                  <a:pt x="303190" y="68099"/>
                </a:lnTo>
                <a:lnTo>
                  <a:pt x="303605" y="68158"/>
                </a:lnTo>
                <a:lnTo>
                  <a:pt x="304023" y="68211"/>
                </a:lnTo>
                <a:lnTo>
                  <a:pt x="304444" y="68258"/>
                </a:lnTo>
                <a:lnTo>
                  <a:pt x="304868" y="68298"/>
                </a:lnTo>
                <a:lnTo>
                  <a:pt x="305295" y="68332"/>
                </a:lnTo>
                <a:lnTo>
                  <a:pt x="305725" y="68360"/>
                </a:lnTo>
                <a:lnTo>
                  <a:pt x="306158" y="68382"/>
                </a:lnTo>
                <a:lnTo>
                  <a:pt x="306595" y="68398"/>
                </a:lnTo>
                <a:lnTo>
                  <a:pt x="307034" y="68407"/>
                </a:lnTo>
                <a:lnTo>
                  <a:pt x="307476" y="68410"/>
                </a:lnTo>
                <a:lnTo>
                  <a:pt x="308258" y="68402"/>
                </a:lnTo>
                <a:lnTo>
                  <a:pt x="309029" y="68376"/>
                </a:lnTo>
                <a:lnTo>
                  <a:pt x="309787" y="68333"/>
                </a:lnTo>
                <a:lnTo>
                  <a:pt x="310534" y="68272"/>
                </a:lnTo>
                <a:lnTo>
                  <a:pt x="311269" y="68194"/>
                </a:lnTo>
                <a:lnTo>
                  <a:pt x="311992" y="68099"/>
                </a:lnTo>
                <a:lnTo>
                  <a:pt x="312703" y="67987"/>
                </a:lnTo>
                <a:lnTo>
                  <a:pt x="313403" y="67857"/>
                </a:lnTo>
                <a:lnTo>
                  <a:pt x="314091" y="67710"/>
                </a:lnTo>
                <a:lnTo>
                  <a:pt x="314767" y="67546"/>
                </a:lnTo>
                <a:lnTo>
                  <a:pt x="315431" y="67365"/>
                </a:lnTo>
                <a:lnTo>
                  <a:pt x="316083" y="67166"/>
                </a:lnTo>
                <a:lnTo>
                  <a:pt x="316724" y="66950"/>
                </a:lnTo>
                <a:lnTo>
                  <a:pt x="317352" y="66717"/>
                </a:lnTo>
                <a:lnTo>
                  <a:pt x="317969" y="66466"/>
                </a:lnTo>
                <a:lnTo>
                  <a:pt x="318575" y="66198"/>
                </a:lnTo>
                <a:lnTo>
                  <a:pt x="319168" y="65913"/>
                </a:lnTo>
                <a:lnTo>
                  <a:pt x="319750" y="65610"/>
                </a:lnTo>
                <a:lnTo>
                  <a:pt x="320319" y="65291"/>
                </a:lnTo>
                <a:lnTo>
                  <a:pt x="320877" y="64954"/>
                </a:lnTo>
                <a:lnTo>
                  <a:pt x="321424" y="64599"/>
                </a:lnTo>
                <a:lnTo>
                  <a:pt x="321958" y="64228"/>
                </a:lnTo>
                <a:lnTo>
                  <a:pt x="322481" y="63839"/>
                </a:lnTo>
                <a:lnTo>
                  <a:pt x="322991" y="63433"/>
                </a:lnTo>
                <a:lnTo>
                  <a:pt x="323488" y="63010"/>
                </a:lnTo>
                <a:lnTo>
                  <a:pt x="323968" y="62572"/>
                </a:lnTo>
                <a:lnTo>
                  <a:pt x="324432" y="62118"/>
                </a:lnTo>
                <a:lnTo>
                  <a:pt x="324879" y="61649"/>
                </a:lnTo>
                <a:lnTo>
                  <a:pt x="325309" y="61164"/>
                </a:lnTo>
                <a:lnTo>
                  <a:pt x="325723" y="60664"/>
                </a:lnTo>
                <a:lnTo>
                  <a:pt x="326121" y="60148"/>
                </a:lnTo>
                <a:lnTo>
                  <a:pt x="326501" y="59616"/>
                </a:lnTo>
                <a:lnTo>
                  <a:pt x="326865" y="59069"/>
                </a:lnTo>
                <a:lnTo>
                  <a:pt x="327213" y="58506"/>
                </a:lnTo>
                <a:lnTo>
                  <a:pt x="327544" y="57928"/>
                </a:lnTo>
                <a:lnTo>
                  <a:pt x="327858" y="57335"/>
                </a:lnTo>
                <a:lnTo>
                  <a:pt x="328156" y="56725"/>
                </a:lnTo>
                <a:lnTo>
                  <a:pt x="328437" y="56101"/>
                </a:lnTo>
                <a:lnTo>
                  <a:pt x="328702" y="55460"/>
                </a:lnTo>
                <a:lnTo>
                  <a:pt x="328950" y="54804"/>
                </a:lnTo>
                <a:lnTo>
                  <a:pt x="329182" y="54133"/>
                </a:lnTo>
                <a:lnTo>
                  <a:pt x="329396" y="53446"/>
                </a:lnTo>
                <a:lnTo>
                  <a:pt x="329595" y="52743"/>
                </a:lnTo>
                <a:lnTo>
                  <a:pt x="329777" y="52025"/>
                </a:lnTo>
                <a:lnTo>
                  <a:pt x="329942" y="51292"/>
                </a:lnTo>
                <a:lnTo>
                  <a:pt x="330090" y="50543"/>
                </a:lnTo>
                <a:lnTo>
                  <a:pt x="330222" y="49778"/>
                </a:lnTo>
                <a:lnTo>
                  <a:pt x="330338" y="48998"/>
                </a:lnTo>
                <a:lnTo>
                  <a:pt x="317759" y="48998"/>
                </a:lnTo>
                <a:lnTo>
                  <a:pt x="317702" y="49362"/>
                </a:lnTo>
                <a:lnTo>
                  <a:pt x="317639" y="49720"/>
                </a:lnTo>
                <a:lnTo>
                  <a:pt x="317569" y="50071"/>
                </a:lnTo>
                <a:lnTo>
                  <a:pt x="317493" y="50417"/>
                </a:lnTo>
                <a:lnTo>
                  <a:pt x="317410" y="50756"/>
                </a:lnTo>
                <a:lnTo>
                  <a:pt x="317320" y="51089"/>
                </a:lnTo>
                <a:lnTo>
                  <a:pt x="317224" y="51416"/>
                </a:lnTo>
                <a:lnTo>
                  <a:pt x="317122" y="51737"/>
                </a:lnTo>
                <a:lnTo>
                  <a:pt x="317013" y="52051"/>
                </a:lnTo>
                <a:lnTo>
                  <a:pt x="316897" y="52360"/>
                </a:lnTo>
                <a:lnTo>
                  <a:pt x="316775" y="52662"/>
                </a:lnTo>
                <a:lnTo>
                  <a:pt x="316646" y="52957"/>
                </a:lnTo>
                <a:lnTo>
                  <a:pt x="316511" y="53247"/>
                </a:lnTo>
                <a:lnTo>
                  <a:pt x="316369" y="53530"/>
                </a:lnTo>
                <a:lnTo>
                  <a:pt x="316221" y="53807"/>
                </a:lnTo>
                <a:lnTo>
                  <a:pt x="316066" y="54078"/>
                </a:lnTo>
                <a:lnTo>
                  <a:pt x="315905" y="54343"/>
                </a:lnTo>
                <a:lnTo>
                  <a:pt x="315737" y="54601"/>
                </a:lnTo>
                <a:lnTo>
                  <a:pt x="315562" y="54854"/>
                </a:lnTo>
                <a:lnTo>
                  <a:pt x="315381" y="55100"/>
                </a:lnTo>
                <a:lnTo>
                  <a:pt x="315193" y="55340"/>
                </a:lnTo>
                <a:lnTo>
                  <a:pt x="314999" y="55573"/>
                </a:lnTo>
                <a:lnTo>
                  <a:pt x="314799" y="55801"/>
                </a:lnTo>
                <a:lnTo>
                  <a:pt x="314591" y="56022"/>
                </a:lnTo>
                <a:lnTo>
                  <a:pt x="314377" y="56235"/>
                </a:lnTo>
                <a:lnTo>
                  <a:pt x="314156" y="56440"/>
                </a:lnTo>
                <a:lnTo>
                  <a:pt x="313927" y="56635"/>
                </a:lnTo>
                <a:lnTo>
                  <a:pt x="313690" y="56821"/>
                </a:lnTo>
                <a:lnTo>
                  <a:pt x="313446" y="56998"/>
                </a:lnTo>
                <a:lnTo>
                  <a:pt x="313194" y="57166"/>
                </a:lnTo>
                <a:lnTo>
                  <a:pt x="312935" y="57325"/>
                </a:lnTo>
                <a:lnTo>
                  <a:pt x="312669" y="57475"/>
                </a:lnTo>
                <a:lnTo>
                  <a:pt x="312395" y="57616"/>
                </a:lnTo>
                <a:lnTo>
                  <a:pt x="312113" y="57747"/>
                </a:lnTo>
                <a:lnTo>
                  <a:pt x="311824" y="57870"/>
                </a:lnTo>
                <a:lnTo>
                  <a:pt x="311528" y="57984"/>
                </a:lnTo>
                <a:lnTo>
                  <a:pt x="311224" y="58088"/>
                </a:lnTo>
                <a:lnTo>
                  <a:pt x="310912" y="58183"/>
                </a:lnTo>
                <a:lnTo>
                  <a:pt x="310593" y="58270"/>
                </a:lnTo>
                <a:lnTo>
                  <a:pt x="310267" y="58347"/>
                </a:lnTo>
                <a:lnTo>
                  <a:pt x="309933" y="58415"/>
                </a:lnTo>
                <a:lnTo>
                  <a:pt x="309591" y="58474"/>
                </a:lnTo>
                <a:lnTo>
                  <a:pt x="309242" y="58524"/>
                </a:lnTo>
                <a:lnTo>
                  <a:pt x="308886" y="58565"/>
                </a:lnTo>
                <a:lnTo>
                  <a:pt x="308522" y="58597"/>
                </a:lnTo>
                <a:lnTo>
                  <a:pt x="308150" y="58619"/>
                </a:lnTo>
                <a:lnTo>
                  <a:pt x="307771" y="58633"/>
                </a:lnTo>
                <a:lnTo>
                  <a:pt x="307385" y="58637"/>
                </a:lnTo>
                <a:lnTo>
                  <a:pt x="307134" y="58635"/>
                </a:lnTo>
                <a:lnTo>
                  <a:pt x="306886" y="58628"/>
                </a:lnTo>
                <a:lnTo>
                  <a:pt x="306642" y="58616"/>
                </a:lnTo>
                <a:lnTo>
                  <a:pt x="306400" y="58599"/>
                </a:lnTo>
                <a:lnTo>
                  <a:pt x="306162" y="58578"/>
                </a:lnTo>
                <a:lnTo>
                  <a:pt x="305927" y="58551"/>
                </a:lnTo>
                <a:lnTo>
                  <a:pt x="305695" y="58520"/>
                </a:lnTo>
                <a:lnTo>
                  <a:pt x="305467" y="58484"/>
                </a:lnTo>
                <a:lnTo>
                  <a:pt x="305241" y="58444"/>
                </a:lnTo>
                <a:lnTo>
                  <a:pt x="305019" y="58398"/>
                </a:lnTo>
                <a:lnTo>
                  <a:pt x="304800" y="58348"/>
                </a:lnTo>
                <a:lnTo>
                  <a:pt x="304584" y="58293"/>
                </a:lnTo>
                <a:lnTo>
                  <a:pt x="304372" y="58233"/>
                </a:lnTo>
                <a:lnTo>
                  <a:pt x="304162" y="58169"/>
                </a:lnTo>
                <a:lnTo>
                  <a:pt x="303956" y="58099"/>
                </a:lnTo>
                <a:lnTo>
                  <a:pt x="303753" y="58025"/>
                </a:lnTo>
                <a:lnTo>
                  <a:pt x="303553" y="57946"/>
                </a:lnTo>
                <a:lnTo>
                  <a:pt x="303356" y="57863"/>
                </a:lnTo>
                <a:lnTo>
                  <a:pt x="303162" y="57774"/>
                </a:lnTo>
                <a:lnTo>
                  <a:pt x="302972" y="57681"/>
                </a:lnTo>
                <a:lnTo>
                  <a:pt x="302785" y="57583"/>
                </a:lnTo>
                <a:lnTo>
                  <a:pt x="302601" y="57480"/>
                </a:lnTo>
                <a:lnTo>
                  <a:pt x="302420" y="57373"/>
                </a:lnTo>
                <a:lnTo>
                  <a:pt x="302242" y="57260"/>
                </a:lnTo>
                <a:lnTo>
                  <a:pt x="302068" y="57144"/>
                </a:lnTo>
                <a:lnTo>
                  <a:pt x="301896" y="57025"/>
                </a:lnTo>
                <a:lnTo>
                  <a:pt x="301728" y="56904"/>
                </a:lnTo>
                <a:lnTo>
                  <a:pt x="301563" y="56780"/>
                </a:lnTo>
                <a:lnTo>
                  <a:pt x="301400" y="56653"/>
                </a:lnTo>
                <a:lnTo>
                  <a:pt x="301241" y="56523"/>
                </a:lnTo>
                <a:lnTo>
                  <a:pt x="301085" y="56391"/>
                </a:lnTo>
                <a:lnTo>
                  <a:pt x="300932" y="56256"/>
                </a:lnTo>
                <a:lnTo>
                  <a:pt x="300781" y="56118"/>
                </a:lnTo>
                <a:lnTo>
                  <a:pt x="300634" y="55977"/>
                </a:lnTo>
                <a:lnTo>
                  <a:pt x="300490" y="55834"/>
                </a:lnTo>
                <a:lnTo>
                  <a:pt x="300349" y="55688"/>
                </a:lnTo>
                <a:lnTo>
                  <a:pt x="300211" y="55539"/>
                </a:lnTo>
                <a:lnTo>
                  <a:pt x="300076" y="55388"/>
                </a:lnTo>
                <a:lnTo>
                  <a:pt x="299944" y="55234"/>
                </a:lnTo>
                <a:lnTo>
                  <a:pt x="299815" y="55077"/>
                </a:lnTo>
                <a:lnTo>
                  <a:pt x="299689" y="54918"/>
                </a:lnTo>
                <a:lnTo>
                  <a:pt x="299566" y="54756"/>
                </a:lnTo>
                <a:lnTo>
                  <a:pt x="299446" y="54591"/>
                </a:lnTo>
                <a:lnTo>
                  <a:pt x="299329" y="54423"/>
                </a:lnTo>
                <a:lnTo>
                  <a:pt x="299215" y="54253"/>
                </a:lnTo>
                <a:lnTo>
                  <a:pt x="299104" y="54080"/>
                </a:lnTo>
                <a:lnTo>
                  <a:pt x="298996" y="53904"/>
                </a:lnTo>
                <a:lnTo>
                  <a:pt x="298891" y="53726"/>
                </a:lnTo>
                <a:lnTo>
                  <a:pt x="298789" y="53545"/>
                </a:lnTo>
                <a:lnTo>
                  <a:pt x="298690" y="53362"/>
                </a:lnTo>
                <a:lnTo>
                  <a:pt x="298592" y="53178"/>
                </a:lnTo>
                <a:lnTo>
                  <a:pt x="298497" y="52992"/>
                </a:lnTo>
                <a:lnTo>
                  <a:pt x="298405" y="52804"/>
                </a:lnTo>
                <a:lnTo>
                  <a:pt x="298315" y="52615"/>
                </a:lnTo>
                <a:lnTo>
                  <a:pt x="298227" y="52424"/>
                </a:lnTo>
                <a:lnTo>
                  <a:pt x="298142" y="52230"/>
                </a:lnTo>
                <a:lnTo>
                  <a:pt x="298059" y="52036"/>
                </a:lnTo>
                <a:lnTo>
                  <a:pt x="297978" y="51839"/>
                </a:lnTo>
                <a:lnTo>
                  <a:pt x="297900" y="51641"/>
                </a:lnTo>
                <a:lnTo>
                  <a:pt x="297824" y="51441"/>
                </a:lnTo>
                <a:lnTo>
                  <a:pt x="297751" y="51239"/>
                </a:lnTo>
                <a:lnTo>
                  <a:pt x="297680" y="51035"/>
                </a:lnTo>
                <a:lnTo>
                  <a:pt x="297611" y="50830"/>
                </a:lnTo>
                <a:lnTo>
                  <a:pt x="297545" y="50623"/>
                </a:lnTo>
                <a:lnTo>
                  <a:pt x="297481" y="50414"/>
                </a:lnTo>
                <a:lnTo>
                  <a:pt x="297420" y="50204"/>
                </a:lnTo>
                <a:lnTo>
                  <a:pt x="297361" y="49991"/>
                </a:lnTo>
                <a:lnTo>
                  <a:pt x="297304" y="49777"/>
                </a:lnTo>
                <a:lnTo>
                  <a:pt x="297250" y="49562"/>
                </a:lnTo>
                <a:lnTo>
                  <a:pt x="297198" y="49344"/>
                </a:lnTo>
                <a:lnTo>
                  <a:pt x="297148" y="49125"/>
                </a:lnTo>
                <a:lnTo>
                  <a:pt x="297101" y="48904"/>
                </a:lnTo>
                <a:lnTo>
                  <a:pt x="297056" y="48682"/>
                </a:lnTo>
                <a:lnTo>
                  <a:pt x="297013" y="48461"/>
                </a:lnTo>
                <a:lnTo>
                  <a:pt x="296972" y="48239"/>
                </a:lnTo>
                <a:lnTo>
                  <a:pt x="296933" y="48019"/>
                </a:lnTo>
                <a:lnTo>
                  <a:pt x="296895" y="47798"/>
                </a:lnTo>
                <a:lnTo>
                  <a:pt x="296860" y="47578"/>
                </a:lnTo>
                <a:lnTo>
                  <a:pt x="296826" y="47358"/>
                </a:lnTo>
                <a:lnTo>
                  <a:pt x="296795" y="47139"/>
                </a:lnTo>
                <a:lnTo>
                  <a:pt x="296765" y="46919"/>
                </a:lnTo>
                <a:lnTo>
                  <a:pt x="296738" y="46700"/>
                </a:lnTo>
                <a:lnTo>
                  <a:pt x="296712" y="46482"/>
                </a:lnTo>
                <a:lnTo>
                  <a:pt x="296688" y="46264"/>
                </a:lnTo>
                <a:lnTo>
                  <a:pt x="296666" y="46046"/>
                </a:lnTo>
                <a:lnTo>
                  <a:pt x="296646" y="45828"/>
                </a:lnTo>
                <a:lnTo>
                  <a:pt x="296628" y="45611"/>
                </a:lnTo>
                <a:lnTo>
                  <a:pt x="296611" y="45394"/>
                </a:lnTo>
                <a:lnTo>
                  <a:pt x="296597" y="45177"/>
                </a:lnTo>
                <a:lnTo>
                  <a:pt x="296585" y="44961"/>
                </a:lnTo>
                <a:lnTo>
                  <a:pt x="296574" y="44745"/>
                </a:lnTo>
                <a:lnTo>
                  <a:pt x="296566" y="44529"/>
                </a:lnTo>
                <a:lnTo>
                  <a:pt x="296559" y="44314"/>
                </a:lnTo>
                <a:lnTo>
                  <a:pt x="296554" y="44099"/>
                </a:lnTo>
                <a:lnTo>
                  <a:pt x="296551" y="43884"/>
                </a:lnTo>
                <a:lnTo>
                  <a:pt x="296550" y="43670"/>
                </a:lnTo>
                <a:lnTo>
                  <a:pt x="296551" y="43448"/>
                </a:lnTo>
                <a:lnTo>
                  <a:pt x="296554" y="43226"/>
                </a:lnTo>
                <a:lnTo>
                  <a:pt x="296559" y="43003"/>
                </a:lnTo>
                <a:lnTo>
                  <a:pt x="296566" y="42781"/>
                </a:lnTo>
                <a:lnTo>
                  <a:pt x="296574" y="42558"/>
                </a:lnTo>
                <a:lnTo>
                  <a:pt x="296585" y="42335"/>
                </a:lnTo>
                <a:lnTo>
                  <a:pt x="296597" y="42113"/>
                </a:lnTo>
                <a:lnTo>
                  <a:pt x="296611" y="41889"/>
                </a:lnTo>
                <a:lnTo>
                  <a:pt x="296628" y="41666"/>
                </a:lnTo>
                <a:lnTo>
                  <a:pt x="296646" y="41443"/>
                </a:lnTo>
                <a:lnTo>
                  <a:pt x="296666" y="41219"/>
                </a:lnTo>
                <a:lnTo>
                  <a:pt x="296688" y="40995"/>
                </a:lnTo>
                <a:lnTo>
                  <a:pt x="296712" y="40772"/>
                </a:lnTo>
                <a:lnTo>
                  <a:pt x="296738" y="40548"/>
                </a:lnTo>
                <a:lnTo>
                  <a:pt x="296765" y="40323"/>
                </a:lnTo>
                <a:lnTo>
                  <a:pt x="296795" y="40099"/>
                </a:lnTo>
                <a:lnTo>
                  <a:pt x="296826" y="39875"/>
                </a:lnTo>
                <a:lnTo>
                  <a:pt x="296860" y="39650"/>
                </a:lnTo>
                <a:lnTo>
                  <a:pt x="296895" y="39425"/>
                </a:lnTo>
                <a:lnTo>
                  <a:pt x="296933" y="39200"/>
                </a:lnTo>
                <a:lnTo>
                  <a:pt x="296972" y="38975"/>
                </a:lnTo>
                <a:lnTo>
                  <a:pt x="297013" y="38750"/>
                </a:lnTo>
                <a:lnTo>
                  <a:pt x="297056" y="38524"/>
                </a:lnTo>
                <a:lnTo>
                  <a:pt x="297101" y="38299"/>
                </a:lnTo>
                <a:lnTo>
                  <a:pt x="297148" y="38074"/>
                </a:lnTo>
                <a:lnTo>
                  <a:pt x="297198" y="37850"/>
                </a:lnTo>
                <a:lnTo>
                  <a:pt x="297251" y="37629"/>
                </a:lnTo>
                <a:lnTo>
                  <a:pt x="297306" y="37408"/>
                </a:lnTo>
                <a:lnTo>
                  <a:pt x="297365" y="37190"/>
                </a:lnTo>
                <a:lnTo>
                  <a:pt x="297425" y="36973"/>
                </a:lnTo>
                <a:lnTo>
                  <a:pt x="297489" y="36757"/>
                </a:lnTo>
                <a:lnTo>
                  <a:pt x="297555" y="36543"/>
                </a:lnTo>
                <a:lnTo>
                  <a:pt x="297624" y="36331"/>
                </a:lnTo>
                <a:lnTo>
                  <a:pt x="297696" y="36121"/>
                </a:lnTo>
                <a:lnTo>
                  <a:pt x="297770" y="35912"/>
                </a:lnTo>
                <a:lnTo>
                  <a:pt x="297847" y="35704"/>
                </a:lnTo>
                <a:lnTo>
                  <a:pt x="297927" y="35498"/>
                </a:lnTo>
                <a:lnTo>
                  <a:pt x="298010" y="35294"/>
                </a:lnTo>
                <a:lnTo>
                  <a:pt x="298095" y="35091"/>
                </a:lnTo>
                <a:lnTo>
                  <a:pt x="298183" y="34890"/>
                </a:lnTo>
                <a:lnTo>
                  <a:pt x="298274" y="34691"/>
                </a:lnTo>
                <a:lnTo>
                  <a:pt x="298367" y="34493"/>
                </a:lnTo>
                <a:lnTo>
                  <a:pt x="298463" y="34297"/>
                </a:lnTo>
                <a:lnTo>
                  <a:pt x="298562" y="34102"/>
                </a:lnTo>
                <a:lnTo>
                  <a:pt x="298663" y="33909"/>
                </a:lnTo>
                <a:lnTo>
                  <a:pt x="298767" y="33718"/>
                </a:lnTo>
                <a:lnTo>
                  <a:pt x="298874" y="33528"/>
                </a:lnTo>
                <a:lnTo>
                  <a:pt x="298984" y="33339"/>
                </a:lnTo>
                <a:lnTo>
                  <a:pt x="299096" y="33153"/>
                </a:lnTo>
                <a:lnTo>
                  <a:pt x="299211" y="32970"/>
                </a:lnTo>
                <a:lnTo>
                  <a:pt x="299329" y="32790"/>
                </a:lnTo>
                <a:lnTo>
                  <a:pt x="299449" y="32612"/>
                </a:lnTo>
                <a:lnTo>
                  <a:pt x="299572" y="32438"/>
                </a:lnTo>
                <a:lnTo>
                  <a:pt x="299698" y="32266"/>
                </a:lnTo>
                <a:lnTo>
                  <a:pt x="299826" y="32097"/>
                </a:lnTo>
                <a:lnTo>
                  <a:pt x="299958" y="31931"/>
                </a:lnTo>
                <a:lnTo>
                  <a:pt x="300092" y="31768"/>
                </a:lnTo>
                <a:lnTo>
                  <a:pt x="300228" y="31608"/>
                </a:lnTo>
                <a:lnTo>
                  <a:pt x="300368" y="31451"/>
                </a:lnTo>
                <a:lnTo>
                  <a:pt x="300510" y="31296"/>
                </a:lnTo>
                <a:lnTo>
                  <a:pt x="300654" y="31145"/>
                </a:lnTo>
                <a:lnTo>
                  <a:pt x="300802" y="30996"/>
                </a:lnTo>
                <a:lnTo>
                  <a:pt x="300952" y="30850"/>
                </a:lnTo>
                <a:lnTo>
                  <a:pt x="301105" y="30707"/>
                </a:lnTo>
                <a:lnTo>
                  <a:pt x="301261" y="30567"/>
                </a:lnTo>
                <a:lnTo>
                  <a:pt x="301419" y="30429"/>
                </a:lnTo>
                <a:lnTo>
                  <a:pt x="301580" y="30295"/>
                </a:lnTo>
                <a:lnTo>
                  <a:pt x="301744" y="30164"/>
                </a:lnTo>
                <a:lnTo>
                  <a:pt x="301910" y="30035"/>
                </a:lnTo>
                <a:lnTo>
                  <a:pt x="302079" y="29909"/>
                </a:lnTo>
                <a:lnTo>
                  <a:pt x="302251" y="29786"/>
                </a:lnTo>
                <a:lnTo>
                  <a:pt x="302426" y="29666"/>
                </a:lnTo>
                <a:lnTo>
                  <a:pt x="302604" y="29550"/>
                </a:lnTo>
                <a:lnTo>
                  <a:pt x="302785" y="29439"/>
                </a:lnTo>
                <a:lnTo>
                  <a:pt x="302970" y="29333"/>
                </a:lnTo>
                <a:lnTo>
                  <a:pt x="303158" y="29231"/>
                </a:lnTo>
                <a:lnTo>
                  <a:pt x="303350" y="29135"/>
                </a:lnTo>
                <a:lnTo>
                  <a:pt x="303545" y="29043"/>
                </a:lnTo>
                <a:lnTo>
                  <a:pt x="303744" y="28957"/>
                </a:lnTo>
                <a:lnTo>
                  <a:pt x="303946" y="28875"/>
                </a:lnTo>
                <a:lnTo>
                  <a:pt x="304152" y="28799"/>
                </a:lnTo>
                <a:lnTo>
                  <a:pt x="304361" y="28727"/>
                </a:lnTo>
                <a:lnTo>
                  <a:pt x="304574" y="28660"/>
                </a:lnTo>
                <a:lnTo>
                  <a:pt x="304791" y="28599"/>
                </a:lnTo>
                <a:lnTo>
                  <a:pt x="305010" y="28542"/>
                </a:lnTo>
                <a:lnTo>
                  <a:pt x="305234" y="28490"/>
                </a:lnTo>
                <a:lnTo>
                  <a:pt x="305460" y="28443"/>
                </a:lnTo>
                <a:lnTo>
                  <a:pt x="305691" y="28401"/>
                </a:lnTo>
                <a:lnTo>
                  <a:pt x="305925" y="28364"/>
                </a:lnTo>
                <a:lnTo>
                  <a:pt x="306162" y="28332"/>
                </a:lnTo>
                <a:lnTo>
                  <a:pt x="306403" y="28305"/>
                </a:lnTo>
                <a:lnTo>
                  <a:pt x="306647" y="28282"/>
                </a:lnTo>
                <a:lnTo>
                  <a:pt x="306895" y="28265"/>
                </a:lnTo>
                <a:lnTo>
                  <a:pt x="307146" y="28253"/>
                </a:lnTo>
                <a:lnTo>
                  <a:pt x="307401" y="28245"/>
                </a:lnTo>
                <a:lnTo>
                  <a:pt x="307660" y="28243"/>
                </a:lnTo>
                <a:lnTo>
                  <a:pt x="308344" y="28257"/>
                </a:lnTo>
                <a:lnTo>
                  <a:pt x="309003" y="28299"/>
                </a:lnTo>
                <a:lnTo>
                  <a:pt x="309638" y="28370"/>
                </a:lnTo>
                <a:lnTo>
                  <a:pt x="310248" y="28469"/>
                </a:lnTo>
                <a:lnTo>
                  <a:pt x="310834" y="28597"/>
                </a:lnTo>
                <a:lnTo>
                  <a:pt x="311395" y="28753"/>
                </a:lnTo>
                <a:lnTo>
                  <a:pt x="311932" y="28937"/>
                </a:lnTo>
                <a:lnTo>
                  <a:pt x="312444" y="29149"/>
                </a:lnTo>
                <a:lnTo>
                  <a:pt x="312932" y="29390"/>
                </a:lnTo>
                <a:lnTo>
                  <a:pt x="313395" y="29659"/>
                </a:lnTo>
                <a:lnTo>
                  <a:pt x="313834" y="29957"/>
                </a:lnTo>
                <a:lnTo>
                  <a:pt x="314247" y="30283"/>
                </a:lnTo>
                <a:lnTo>
                  <a:pt x="314637" y="30637"/>
                </a:lnTo>
                <a:lnTo>
                  <a:pt x="315002" y="31019"/>
                </a:lnTo>
                <a:lnTo>
                  <a:pt x="315342" y="31430"/>
                </a:lnTo>
                <a:lnTo>
                  <a:pt x="315658" y="31869"/>
                </a:lnTo>
                <a:lnTo>
                  <a:pt x="315949" y="32336"/>
                </a:lnTo>
                <a:lnTo>
                  <a:pt x="316216" y="32832"/>
                </a:lnTo>
                <a:lnTo>
                  <a:pt x="316458" y="33356"/>
                </a:lnTo>
                <a:lnTo>
                  <a:pt x="316676" y="33909"/>
                </a:lnTo>
                <a:lnTo>
                  <a:pt x="316869" y="34490"/>
                </a:lnTo>
                <a:lnTo>
                  <a:pt x="317037" y="35099"/>
                </a:lnTo>
                <a:lnTo>
                  <a:pt x="317181" y="35736"/>
                </a:lnTo>
                <a:lnTo>
                  <a:pt x="317301" y="36402"/>
                </a:lnTo>
                <a:lnTo>
                  <a:pt x="330062" y="36402"/>
                </a:lnTo>
                <a:lnTo>
                  <a:pt x="330036" y="36021"/>
                </a:lnTo>
                <a:lnTo>
                  <a:pt x="330005" y="35644"/>
                </a:lnTo>
                <a:lnTo>
                  <a:pt x="329967" y="35272"/>
                </a:lnTo>
                <a:lnTo>
                  <a:pt x="329924" y="34904"/>
                </a:lnTo>
                <a:close/>
                <a:moveTo>
                  <a:pt x="360071" y="45358"/>
                </a:moveTo>
                <a:lnTo>
                  <a:pt x="360098" y="45816"/>
                </a:lnTo>
                <a:lnTo>
                  <a:pt x="360131" y="46270"/>
                </a:lnTo>
                <a:lnTo>
                  <a:pt x="360171" y="46720"/>
                </a:lnTo>
                <a:lnTo>
                  <a:pt x="360216" y="47166"/>
                </a:lnTo>
                <a:lnTo>
                  <a:pt x="360268" y="47609"/>
                </a:lnTo>
                <a:lnTo>
                  <a:pt x="360325" y="48048"/>
                </a:lnTo>
                <a:lnTo>
                  <a:pt x="360389" y="48482"/>
                </a:lnTo>
                <a:lnTo>
                  <a:pt x="360458" y="48914"/>
                </a:lnTo>
                <a:lnTo>
                  <a:pt x="360534" y="49341"/>
                </a:lnTo>
                <a:lnTo>
                  <a:pt x="360616" y="49764"/>
                </a:lnTo>
                <a:lnTo>
                  <a:pt x="360704" y="50184"/>
                </a:lnTo>
                <a:lnTo>
                  <a:pt x="360798" y="50599"/>
                </a:lnTo>
                <a:lnTo>
                  <a:pt x="360898" y="51011"/>
                </a:lnTo>
                <a:lnTo>
                  <a:pt x="361004" y="51419"/>
                </a:lnTo>
                <a:lnTo>
                  <a:pt x="361116" y="51824"/>
                </a:lnTo>
                <a:lnTo>
                  <a:pt x="361234" y="52224"/>
                </a:lnTo>
                <a:lnTo>
                  <a:pt x="361358" y="52621"/>
                </a:lnTo>
                <a:lnTo>
                  <a:pt x="361488" y="53013"/>
                </a:lnTo>
                <a:lnTo>
                  <a:pt x="361624" y="53402"/>
                </a:lnTo>
                <a:lnTo>
                  <a:pt x="361767" y="53787"/>
                </a:lnTo>
                <a:lnTo>
                  <a:pt x="361914" y="54168"/>
                </a:lnTo>
                <a:lnTo>
                  <a:pt x="362067" y="54544"/>
                </a:lnTo>
                <a:lnTo>
                  <a:pt x="362226" y="54916"/>
                </a:lnTo>
                <a:lnTo>
                  <a:pt x="362389" y="55283"/>
                </a:lnTo>
                <a:lnTo>
                  <a:pt x="362557" y="55645"/>
                </a:lnTo>
                <a:lnTo>
                  <a:pt x="362731" y="56003"/>
                </a:lnTo>
                <a:lnTo>
                  <a:pt x="362909" y="56356"/>
                </a:lnTo>
                <a:lnTo>
                  <a:pt x="363093" y="56705"/>
                </a:lnTo>
                <a:lnTo>
                  <a:pt x="363281" y="57048"/>
                </a:lnTo>
                <a:lnTo>
                  <a:pt x="363475" y="57388"/>
                </a:lnTo>
                <a:lnTo>
                  <a:pt x="363674" y="57722"/>
                </a:lnTo>
                <a:lnTo>
                  <a:pt x="363878" y="58052"/>
                </a:lnTo>
                <a:lnTo>
                  <a:pt x="364087" y="58377"/>
                </a:lnTo>
                <a:lnTo>
                  <a:pt x="364302" y="58698"/>
                </a:lnTo>
                <a:lnTo>
                  <a:pt x="364521" y="59014"/>
                </a:lnTo>
                <a:lnTo>
                  <a:pt x="364745" y="59326"/>
                </a:lnTo>
                <a:lnTo>
                  <a:pt x="364975" y="59633"/>
                </a:lnTo>
                <a:lnTo>
                  <a:pt x="365209" y="59935"/>
                </a:lnTo>
                <a:lnTo>
                  <a:pt x="365449" y="60232"/>
                </a:lnTo>
                <a:lnTo>
                  <a:pt x="365694" y="60525"/>
                </a:lnTo>
                <a:lnTo>
                  <a:pt x="365944" y="60814"/>
                </a:lnTo>
                <a:lnTo>
                  <a:pt x="366199" y="61097"/>
                </a:lnTo>
                <a:lnTo>
                  <a:pt x="366459" y="61376"/>
                </a:lnTo>
                <a:lnTo>
                  <a:pt x="366724" y="61651"/>
                </a:lnTo>
                <a:lnTo>
                  <a:pt x="366995" y="61920"/>
                </a:lnTo>
                <a:lnTo>
                  <a:pt x="367269" y="62184"/>
                </a:lnTo>
                <a:lnTo>
                  <a:pt x="367548" y="62443"/>
                </a:lnTo>
                <a:lnTo>
                  <a:pt x="367831" y="62697"/>
                </a:lnTo>
                <a:lnTo>
                  <a:pt x="368119" y="62945"/>
                </a:lnTo>
                <a:lnTo>
                  <a:pt x="368412" y="63188"/>
                </a:lnTo>
                <a:lnTo>
                  <a:pt x="368708" y="63426"/>
                </a:lnTo>
                <a:lnTo>
                  <a:pt x="369010" y="63658"/>
                </a:lnTo>
                <a:lnTo>
                  <a:pt x="369315" y="63886"/>
                </a:lnTo>
                <a:lnTo>
                  <a:pt x="369626" y="64108"/>
                </a:lnTo>
                <a:lnTo>
                  <a:pt x="369940" y="64325"/>
                </a:lnTo>
                <a:lnTo>
                  <a:pt x="370259" y="64536"/>
                </a:lnTo>
                <a:lnTo>
                  <a:pt x="370583" y="64742"/>
                </a:lnTo>
                <a:lnTo>
                  <a:pt x="370911" y="64943"/>
                </a:lnTo>
                <a:lnTo>
                  <a:pt x="371243" y="65139"/>
                </a:lnTo>
                <a:lnTo>
                  <a:pt x="371580" y="65329"/>
                </a:lnTo>
                <a:lnTo>
                  <a:pt x="371922" y="65515"/>
                </a:lnTo>
                <a:lnTo>
                  <a:pt x="372268" y="65694"/>
                </a:lnTo>
                <a:lnTo>
                  <a:pt x="372618" y="65869"/>
                </a:lnTo>
                <a:lnTo>
                  <a:pt x="372973" y="66038"/>
                </a:lnTo>
                <a:lnTo>
                  <a:pt x="373332" y="66203"/>
                </a:lnTo>
                <a:lnTo>
                  <a:pt x="373696" y="66361"/>
                </a:lnTo>
                <a:lnTo>
                  <a:pt x="374064" y="66515"/>
                </a:lnTo>
                <a:lnTo>
                  <a:pt x="374437" y="66663"/>
                </a:lnTo>
                <a:lnTo>
                  <a:pt x="374814" y="66806"/>
                </a:lnTo>
                <a:lnTo>
                  <a:pt x="375194" y="66942"/>
                </a:lnTo>
                <a:lnTo>
                  <a:pt x="375579" y="67073"/>
                </a:lnTo>
                <a:lnTo>
                  <a:pt x="375967" y="67197"/>
                </a:lnTo>
                <a:lnTo>
                  <a:pt x="376359" y="67315"/>
                </a:lnTo>
                <a:lnTo>
                  <a:pt x="376755" y="67428"/>
                </a:lnTo>
                <a:lnTo>
                  <a:pt x="377155" y="67534"/>
                </a:lnTo>
                <a:lnTo>
                  <a:pt x="377559" y="67634"/>
                </a:lnTo>
                <a:lnTo>
                  <a:pt x="377966" y="67728"/>
                </a:lnTo>
                <a:lnTo>
                  <a:pt x="378377" y="67816"/>
                </a:lnTo>
                <a:lnTo>
                  <a:pt x="378792" y="67898"/>
                </a:lnTo>
                <a:lnTo>
                  <a:pt x="379211" y="67974"/>
                </a:lnTo>
                <a:lnTo>
                  <a:pt x="379634" y="68043"/>
                </a:lnTo>
                <a:lnTo>
                  <a:pt x="380061" y="68107"/>
                </a:lnTo>
                <a:lnTo>
                  <a:pt x="380491" y="68165"/>
                </a:lnTo>
                <a:lnTo>
                  <a:pt x="380925" y="68216"/>
                </a:lnTo>
                <a:lnTo>
                  <a:pt x="381363" y="68262"/>
                </a:lnTo>
                <a:lnTo>
                  <a:pt x="381805" y="68301"/>
                </a:lnTo>
                <a:lnTo>
                  <a:pt x="382251" y="68334"/>
                </a:lnTo>
                <a:lnTo>
                  <a:pt x="382700" y="68362"/>
                </a:lnTo>
                <a:lnTo>
                  <a:pt x="383153" y="68383"/>
                </a:lnTo>
                <a:lnTo>
                  <a:pt x="383610" y="68398"/>
                </a:lnTo>
                <a:lnTo>
                  <a:pt x="384071" y="68407"/>
                </a:lnTo>
                <a:lnTo>
                  <a:pt x="384536" y="68410"/>
                </a:lnTo>
                <a:lnTo>
                  <a:pt x="385001" y="68407"/>
                </a:lnTo>
                <a:lnTo>
                  <a:pt x="385462" y="68398"/>
                </a:lnTo>
                <a:lnTo>
                  <a:pt x="385920" y="68383"/>
                </a:lnTo>
                <a:lnTo>
                  <a:pt x="386374" y="68362"/>
                </a:lnTo>
                <a:lnTo>
                  <a:pt x="386824" y="68334"/>
                </a:lnTo>
                <a:lnTo>
                  <a:pt x="387270" y="68301"/>
                </a:lnTo>
                <a:lnTo>
                  <a:pt x="387713" y="68262"/>
                </a:lnTo>
                <a:lnTo>
                  <a:pt x="388153" y="68216"/>
                </a:lnTo>
                <a:lnTo>
                  <a:pt x="388588" y="68165"/>
                </a:lnTo>
                <a:lnTo>
                  <a:pt x="389020" y="68107"/>
                </a:lnTo>
                <a:lnTo>
                  <a:pt x="389448" y="68043"/>
                </a:lnTo>
                <a:lnTo>
                  <a:pt x="389873" y="67974"/>
                </a:lnTo>
                <a:lnTo>
                  <a:pt x="390294" y="67898"/>
                </a:lnTo>
                <a:lnTo>
                  <a:pt x="390711" y="67816"/>
                </a:lnTo>
                <a:lnTo>
                  <a:pt x="391124" y="67728"/>
                </a:lnTo>
                <a:lnTo>
                  <a:pt x="391534" y="67634"/>
                </a:lnTo>
                <a:lnTo>
                  <a:pt x="391941" y="67534"/>
                </a:lnTo>
                <a:lnTo>
                  <a:pt x="392343" y="67428"/>
                </a:lnTo>
                <a:lnTo>
                  <a:pt x="392742" y="67315"/>
                </a:lnTo>
                <a:lnTo>
                  <a:pt x="393137" y="67197"/>
                </a:lnTo>
                <a:lnTo>
                  <a:pt x="393529" y="67073"/>
                </a:lnTo>
                <a:lnTo>
                  <a:pt x="393917" y="66942"/>
                </a:lnTo>
                <a:lnTo>
                  <a:pt x="394301" y="66806"/>
                </a:lnTo>
                <a:lnTo>
                  <a:pt x="394681" y="66663"/>
                </a:lnTo>
                <a:lnTo>
                  <a:pt x="395058" y="66515"/>
                </a:lnTo>
                <a:lnTo>
                  <a:pt x="395430" y="66361"/>
                </a:lnTo>
                <a:lnTo>
                  <a:pt x="395797" y="66203"/>
                </a:lnTo>
                <a:lnTo>
                  <a:pt x="396159" y="66038"/>
                </a:lnTo>
                <a:lnTo>
                  <a:pt x="396517" y="65869"/>
                </a:lnTo>
                <a:lnTo>
                  <a:pt x="396871" y="65694"/>
                </a:lnTo>
                <a:lnTo>
                  <a:pt x="397219" y="65515"/>
                </a:lnTo>
                <a:lnTo>
                  <a:pt x="397563" y="65329"/>
                </a:lnTo>
                <a:lnTo>
                  <a:pt x="397903" y="65139"/>
                </a:lnTo>
                <a:lnTo>
                  <a:pt x="398238" y="64943"/>
                </a:lnTo>
                <a:lnTo>
                  <a:pt x="398568" y="64742"/>
                </a:lnTo>
                <a:lnTo>
                  <a:pt x="398893" y="64536"/>
                </a:lnTo>
                <a:lnTo>
                  <a:pt x="399214" y="64325"/>
                </a:lnTo>
                <a:lnTo>
                  <a:pt x="399531" y="64108"/>
                </a:lnTo>
                <a:lnTo>
                  <a:pt x="399842" y="63886"/>
                </a:lnTo>
                <a:lnTo>
                  <a:pt x="400149" y="63658"/>
                </a:lnTo>
                <a:lnTo>
                  <a:pt x="400452" y="63426"/>
                </a:lnTo>
                <a:lnTo>
                  <a:pt x="400750" y="63188"/>
                </a:lnTo>
                <a:lnTo>
                  <a:pt x="401043" y="62945"/>
                </a:lnTo>
                <a:lnTo>
                  <a:pt x="401332" y="62697"/>
                </a:lnTo>
                <a:lnTo>
                  <a:pt x="401616" y="62443"/>
                </a:lnTo>
                <a:lnTo>
                  <a:pt x="401895" y="62184"/>
                </a:lnTo>
                <a:lnTo>
                  <a:pt x="402170" y="61920"/>
                </a:lnTo>
                <a:lnTo>
                  <a:pt x="402440" y="61651"/>
                </a:lnTo>
                <a:lnTo>
                  <a:pt x="402705" y="61376"/>
                </a:lnTo>
                <a:lnTo>
                  <a:pt x="402965" y="61097"/>
                </a:lnTo>
                <a:lnTo>
                  <a:pt x="403220" y="60814"/>
                </a:lnTo>
                <a:lnTo>
                  <a:pt x="403470" y="60525"/>
                </a:lnTo>
                <a:lnTo>
                  <a:pt x="403715" y="60232"/>
                </a:lnTo>
                <a:lnTo>
                  <a:pt x="403955" y="59935"/>
                </a:lnTo>
                <a:lnTo>
                  <a:pt x="404190" y="59633"/>
                </a:lnTo>
                <a:lnTo>
                  <a:pt x="404419" y="59326"/>
                </a:lnTo>
                <a:lnTo>
                  <a:pt x="404643" y="59014"/>
                </a:lnTo>
                <a:lnTo>
                  <a:pt x="404863" y="58698"/>
                </a:lnTo>
                <a:lnTo>
                  <a:pt x="405077" y="58377"/>
                </a:lnTo>
                <a:lnTo>
                  <a:pt x="405286" y="58052"/>
                </a:lnTo>
                <a:lnTo>
                  <a:pt x="405490" y="57722"/>
                </a:lnTo>
                <a:lnTo>
                  <a:pt x="405689" y="57388"/>
                </a:lnTo>
                <a:lnTo>
                  <a:pt x="405883" y="57048"/>
                </a:lnTo>
                <a:lnTo>
                  <a:pt x="406072" y="56705"/>
                </a:lnTo>
                <a:lnTo>
                  <a:pt x="406255" y="56356"/>
                </a:lnTo>
                <a:lnTo>
                  <a:pt x="406434" y="56003"/>
                </a:lnTo>
                <a:lnTo>
                  <a:pt x="406607" y="55645"/>
                </a:lnTo>
                <a:lnTo>
                  <a:pt x="406776" y="55283"/>
                </a:lnTo>
                <a:lnTo>
                  <a:pt x="406939" y="54916"/>
                </a:lnTo>
                <a:lnTo>
                  <a:pt x="407097" y="54544"/>
                </a:lnTo>
                <a:lnTo>
                  <a:pt x="407250" y="54168"/>
                </a:lnTo>
                <a:lnTo>
                  <a:pt x="407398" y="53787"/>
                </a:lnTo>
                <a:lnTo>
                  <a:pt x="407540" y="53402"/>
                </a:lnTo>
                <a:lnTo>
                  <a:pt x="407676" y="53013"/>
                </a:lnTo>
                <a:lnTo>
                  <a:pt x="407807" y="52621"/>
                </a:lnTo>
                <a:lnTo>
                  <a:pt x="407931" y="52224"/>
                </a:lnTo>
                <a:lnTo>
                  <a:pt x="408049" y="51824"/>
                </a:lnTo>
                <a:lnTo>
                  <a:pt x="408161" y="51419"/>
                </a:lnTo>
                <a:lnTo>
                  <a:pt x="408267" y="51011"/>
                </a:lnTo>
                <a:lnTo>
                  <a:pt x="408367" y="50599"/>
                </a:lnTo>
                <a:lnTo>
                  <a:pt x="408461" y="50184"/>
                </a:lnTo>
                <a:lnTo>
                  <a:pt x="408548" y="49764"/>
                </a:lnTo>
                <a:lnTo>
                  <a:pt x="408630" y="49341"/>
                </a:lnTo>
                <a:lnTo>
                  <a:pt x="408706" y="48914"/>
                </a:lnTo>
                <a:lnTo>
                  <a:pt x="408776" y="48482"/>
                </a:lnTo>
                <a:lnTo>
                  <a:pt x="408839" y="48048"/>
                </a:lnTo>
                <a:lnTo>
                  <a:pt x="408897" y="47609"/>
                </a:lnTo>
                <a:lnTo>
                  <a:pt x="408948" y="47166"/>
                </a:lnTo>
                <a:lnTo>
                  <a:pt x="408994" y="46720"/>
                </a:lnTo>
                <a:lnTo>
                  <a:pt x="409033" y="46270"/>
                </a:lnTo>
                <a:lnTo>
                  <a:pt x="409066" y="45816"/>
                </a:lnTo>
                <a:lnTo>
                  <a:pt x="409093" y="45358"/>
                </a:lnTo>
                <a:lnTo>
                  <a:pt x="409115" y="44896"/>
                </a:lnTo>
                <a:lnTo>
                  <a:pt x="409130" y="44430"/>
                </a:lnTo>
                <a:lnTo>
                  <a:pt x="409139" y="43961"/>
                </a:lnTo>
                <a:lnTo>
                  <a:pt x="409142" y="43488"/>
                </a:lnTo>
                <a:lnTo>
                  <a:pt x="409139" y="43014"/>
                </a:lnTo>
                <a:lnTo>
                  <a:pt x="409130" y="42545"/>
                </a:lnTo>
                <a:lnTo>
                  <a:pt x="409115" y="42079"/>
                </a:lnTo>
                <a:lnTo>
                  <a:pt x="409093" y="41617"/>
                </a:lnTo>
                <a:lnTo>
                  <a:pt x="409066" y="41158"/>
                </a:lnTo>
                <a:lnTo>
                  <a:pt x="409033" y="40703"/>
                </a:lnTo>
                <a:lnTo>
                  <a:pt x="408994" y="40252"/>
                </a:lnTo>
                <a:lnTo>
                  <a:pt x="408948" y="39804"/>
                </a:lnTo>
                <a:lnTo>
                  <a:pt x="408897" y="39360"/>
                </a:lnTo>
                <a:lnTo>
                  <a:pt x="408839" y="38920"/>
                </a:lnTo>
                <a:lnTo>
                  <a:pt x="408776" y="38483"/>
                </a:lnTo>
                <a:lnTo>
                  <a:pt x="408706" y="38050"/>
                </a:lnTo>
                <a:lnTo>
                  <a:pt x="408630" y="37621"/>
                </a:lnTo>
                <a:lnTo>
                  <a:pt x="408548" y="37196"/>
                </a:lnTo>
                <a:lnTo>
                  <a:pt x="408461" y="36774"/>
                </a:lnTo>
                <a:lnTo>
                  <a:pt x="408367" y="36355"/>
                </a:lnTo>
                <a:lnTo>
                  <a:pt x="408267" y="35941"/>
                </a:lnTo>
                <a:lnTo>
                  <a:pt x="408161" y="35530"/>
                </a:lnTo>
                <a:lnTo>
                  <a:pt x="408049" y="35123"/>
                </a:lnTo>
                <a:lnTo>
                  <a:pt x="407931" y="34719"/>
                </a:lnTo>
                <a:lnTo>
                  <a:pt x="407807" y="34319"/>
                </a:lnTo>
                <a:lnTo>
                  <a:pt x="407676" y="33923"/>
                </a:lnTo>
                <a:lnTo>
                  <a:pt x="407540" y="33531"/>
                </a:lnTo>
                <a:lnTo>
                  <a:pt x="407398" y="33142"/>
                </a:lnTo>
                <a:lnTo>
                  <a:pt x="407250" y="32757"/>
                </a:lnTo>
                <a:lnTo>
                  <a:pt x="407097" y="32377"/>
                </a:lnTo>
                <a:lnTo>
                  <a:pt x="406939" y="32002"/>
                </a:lnTo>
                <a:lnTo>
                  <a:pt x="406776" y="31632"/>
                </a:lnTo>
                <a:lnTo>
                  <a:pt x="406607" y="31266"/>
                </a:lnTo>
                <a:lnTo>
                  <a:pt x="406434" y="30905"/>
                </a:lnTo>
                <a:lnTo>
                  <a:pt x="406255" y="30549"/>
                </a:lnTo>
                <a:lnTo>
                  <a:pt x="406072" y="30198"/>
                </a:lnTo>
                <a:lnTo>
                  <a:pt x="405883" y="29852"/>
                </a:lnTo>
                <a:lnTo>
                  <a:pt x="405689" y="29510"/>
                </a:lnTo>
                <a:lnTo>
                  <a:pt x="405490" y="29174"/>
                </a:lnTo>
                <a:lnTo>
                  <a:pt x="405286" y="28842"/>
                </a:lnTo>
                <a:lnTo>
                  <a:pt x="405077" y="28515"/>
                </a:lnTo>
                <a:lnTo>
                  <a:pt x="404863" y="28192"/>
                </a:lnTo>
                <a:lnTo>
                  <a:pt x="404643" y="27875"/>
                </a:lnTo>
                <a:lnTo>
                  <a:pt x="404419" y="27562"/>
                </a:lnTo>
                <a:lnTo>
                  <a:pt x="404190" y="27254"/>
                </a:lnTo>
                <a:lnTo>
                  <a:pt x="403955" y="26951"/>
                </a:lnTo>
                <a:lnTo>
                  <a:pt x="403715" y="26652"/>
                </a:lnTo>
                <a:lnTo>
                  <a:pt x="403470" y="26359"/>
                </a:lnTo>
                <a:lnTo>
                  <a:pt x="403220" y="26070"/>
                </a:lnTo>
                <a:lnTo>
                  <a:pt x="402965" y="25786"/>
                </a:lnTo>
                <a:lnTo>
                  <a:pt x="402705" y="25507"/>
                </a:lnTo>
                <a:lnTo>
                  <a:pt x="402440" y="25232"/>
                </a:lnTo>
                <a:lnTo>
                  <a:pt x="402170" y="24963"/>
                </a:lnTo>
                <a:lnTo>
                  <a:pt x="401895" y="24698"/>
                </a:lnTo>
                <a:lnTo>
                  <a:pt x="401616" y="24439"/>
                </a:lnTo>
                <a:lnTo>
                  <a:pt x="401332" y="24185"/>
                </a:lnTo>
                <a:lnTo>
                  <a:pt x="401043" y="23935"/>
                </a:lnTo>
                <a:lnTo>
                  <a:pt x="400750" y="23691"/>
                </a:lnTo>
                <a:lnTo>
                  <a:pt x="400452" y="23453"/>
                </a:lnTo>
                <a:lnTo>
                  <a:pt x="400149" y="23219"/>
                </a:lnTo>
                <a:lnTo>
                  <a:pt x="399842" y="22990"/>
                </a:lnTo>
                <a:lnTo>
                  <a:pt x="399531" y="22766"/>
                </a:lnTo>
                <a:lnTo>
                  <a:pt x="399214" y="22548"/>
                </a:lnTo>
                <a:lnTo>
                  <a:pt x="398893" y="22335"/>
                </a:lnTo>
                <a:lnTo>
                  <a:pt x="398568" y="22126"/>
                </a:lnTo>
                <a:lnTo>
                  <a:pt x="398238" y="21923"/>
                </a:lnTo>
                <a:lnTo>
                  <a:pt x="397903" y="21725"/>
                </a:lnTo>
                <a:lnTo>
                  <a:pt x="397563" y="21532"/>
                </a:lnTo>
                <a:lnTo>
                  <a:pt x="397219" y="21345"/>
                </a:lnTo>
                <a:lnTo>
                  <a:pt x="396871" y="21162"/>
                </a:lnTo>
                <a:lnTo>
                  <a:pt x="396517" y="20984"/>
                </a:lnTo>
                <a:lnTo>
                  <a:pt x="396159" y="20812"/>
                </a:lnTo>
                <a:lnTo>
                  <a:pt x="395797" y="20645"/>
                </a:lnTo>
                <a:lnTo>
                  <a:pt x="395430" y="20483"/>
                </a:lnTo>
                <a:lnTo>
                  <a:pt x="395058" y="20325"/>
                </a:lnTo>
                <a:lnTo>
                  <a:pt x="394681" y="20173"/>
                </a:lnTo>
                <a:lnTo>
                  <a:pt x="394301" y="20027"/>
                </a:lnTo>
                <a:lnTo>
                  <a:pt x="393917" y="19887"/>
                </a:lnTo>
                <a:lnTo>
                  <a:pt x="393529" y="19753"/>
                </a:lnTo>
                <a:lnTo>
                  <a:pt x="393137" y="19625"/>
                </a:lnTo>
                <a:lnTo>
                  <a:pt x="392742" y="19504"/>
                </a:lnTo>
                <a:lnTo>
                  <a:pt x="392343" y="19389"/>
                </a:lnTo>
                <a:lnTo>
                  <a:pt x="391941" y="19280"/>
                </a:lnTo>
                <a:lnTo>
                  <a:pt x="391534" y="19177"/>
                </a:lnTo>
                <a:lnTo>
                  <a:pt x="391124" y="19081"/>
                </a:lnTo>
                <a:lnTo>
                  <a:pt x="390711" y="18990"/>
                </a:lnTo>
                <a:lnTo>
                  <a:pt x="390294" y="18906"/>
                </a:lnTo>
                <a:lnTo>
                  <a:pt x="389873" y="18829"/>
                </a:lnTo>
                <a:lnTo>
                  <a:pt x="389448" y="18757"/>
                </a:lnTo>
                <a:lnTo>
                  <a:pt x="389020" y="18692"/>
                </a:lnTo>
                <a:lnTo>
                  <a:pt x="388588" y="18632"/>
                </a:lnTo>
                <a:lnTo>
                  <a:pt x="388153" y="18579"/>
                </a:lnTo>
                <a:lnTo>
                  <a:pt x="387713" y="18533"/>
                </a:lnTo>
                <a:lnTo>
                  <a:pt x="387270" y="18492"/>
                </a:lnTo>
                <a:lnTo>
                  <a:pt x="386824" y="18458"/>
                </a:lnTo>
                <a:lnTo>
                  <a:pt x="386374" y="18430"/>
                </a:lnTo>
                <a:lnTo>
                  <a:pt x="385920" y="18408"/>
                </a:lnTo>
                <a:lnTo>
                  <a:pt x="385462" y="18393"/>
                </a:lnTo>
                <a:lnTo>
                  <a:pt x="385001" y="18383"/>
                </a:lnTo>
                <a:lnTo>
                  <a:pt x="384536" y="18380"/>
                </a:lnTo>
                <a:lnTo>
                  <a:pt x="384071" y="18383"/>
                </a:lnTo>
                <a:lnTo>
                  <a:pt x="383610" y="18393"/>
                </a:lnTo>
                <a:lnTo>
                  <a:pt x="383153" y="18408"/>
                </a:lnTo>
                <a:lnTo>
                  <a:pt x="382700" y="18430"/>
                </a:lnTo>
                <a:lnTo>
                  <a:pt x="382251" y="18458"/>
                </a:lnTo>
                <a:lnTo>
                  <a:pt x="381805" y="18492"/>
                </a:lnTo>
                <a:lnTo>
                  <a:pt x="381363" y="18533"/>
                </a:lnTo>
                <a:lnTo>
                  <a:pt x="380925" y="18579"/>
                </a:lnTo>
                <a:lnTo>
                  <a:pt x="380491" y="18632"/>
                </a:lnTo>
                <a:lnTo>
                  <a:pt x="380061" y="18692"/>
                </a:lnTo>
                <a:lnTo>
                  <a:pt x="379634" y="18757"/>
                </a:lnTo>
                <a:lnTo>
                  <a:pt x="379211" y="18829"/>
                </a:lnTo>
                <a:lnTo>
                  <a:pt x="378792" y="18906"/>
                </a:lnTo>
                <a:lnTo>
                  <a:pt x="378377" y="18990"/>
                </a:lnTo>
                <a:lnTo>
                  <a:pt x="377966" y="19081"/>
                </a:lnTo>
                <a:lnTo>
                  <a:pt x="377559" y="19177"/>
                </a:lnTo>
                <a:lnTo>
                  <a:pt x="377155" y="19280"/>
                </a:lnTo>
                <a:lnTo>
                  <a:pt x="376755" y="19389"/>
                </a:lnTo>
                <a:lnTo>
                  <a:pt x="376359" y="19504"/>
                </a:lnTo>
                <a:lnTo>
                  <a:pt x="375967" y="19625"/>
                </a:lnTo>
                <a:lnTo>
                  <a:pt x="375579" y="19753"/>
                </a:lnTo>
                <a:lnTo>
                  <a:pt x="375194" y="19887"/>
                </a:lnTo>
                <a:lnTo>
                  <a:pt x="374814" y="20027"/>
                </a:lnTo>
                <a:lnTo>
                  <a:pt x="374437" y="20173"/>
                </a:lnTo>
                <a:lnTo>
                  <a:pt x="374064" y="20325"/>
                </a:lnTo>
                <a:lnTo>
                  <a:pt x="373696" y="20483"/>
                </a:lnTo>
                <a:lnTo>
                  <a:pt x="373332" y="20645"/>
                </a:lnTo>
                <a:lnTo>
                  <a:pt x="372973" y="20812"/>
                </a:lnTo>
                <a:lnTo>
                  <a:pt x="372618" y="20984"/>
                </a:lnTo>
                <a:lnTo>
                  <a:pt x="372268" y="21162"/>
                </a:lnTo>
                <a:lnTo>
                  <a:pt x="371922" y="21345"/>
                </a:lnTo>
                <a:lnTo>
                  <a:pt x="371580" y="21532"/>
                </a:lnTo>
                <a:lnTo>
                  <a:pt x="371243" y="21725"/>
                </a:lnTo>
                <a:lnTo>
                  <a:pt x="370911" y="21923"/>
                </a:lnTo>
                <a:lnTo>
                  <a:pt x="370583" y="22126"/>
                </a:lnTo>
                <a:lnTo>
                  <a:pt x="370259" y="22335"/>
                </a:lnTo>
                <a:lnTo>
                  <a:pt x="369940" y="22548"/>
                </a:lnTo>
                <a:lnTo>
                  <a:pt x="369626" y="22766"/>
                </a:lnTo>
                <a:lnTo>
                  <a:pt x="369315" y="22990"/>
                </a:lnTo>
                <a:lnTo>
                  <a:pt x="369010" y="23219"/>
                </a:lnTo>
                <a:lnTo>
                  <a:pt x="368708" y="23453"/>
                </a:lnTo>
                <a:lnTo>
                  <a:pt x="368412" y="23691"/>
                </a:lnTo>
                <a:lnTo>
                  <a:pt x="368119" y="23935"/>
                </a:lnTo>
                <a:lnTo>
                  <a:pt x="367831" y="24185"/>
                </a:lnTo>
                <a:lnTo>
                  <a:pt x="367548" y="24439"/>
                </a:lnTo>
                <a:lnTo>
                  <a:pt x="367269" y="24698"/>
                </a:lnTo>
                <a:lnTo>
                  <a:pt x="366995" y="24963"/>
                </a:lnTo>
                <a:lnTo>
                  <a:pt x="366724" y="25232"/>
                </a:lnTo>
                <a:lnTo>
                  <a:pt x="366459" y="25507"/>
                </a:lnTo>
                <a:lnTo>
                  <a:pt x="366199" y="25786"/>
                </a:lnTo>
                <a:lnTo>
                  <a:pt x="365944" y="26070"/>
                </a:lnTo>
                <a:lnTo>
                  <a:pt x="365694" y="26359"/>
                </a:lnTo>
                <a:lnTo>
                  <a:pt x="365449" y="26652"/>
                </a:lnTo>
                <a:lnTo>
                  <a:pt x="365209" y="26951"/>
                </a:lnTo>
                <a:lnTo>
                  <a:pt x="364975" y="27254"/>
                </a:lnTo>
                <a:lnTo>
                  <a:pt x="364745" y="27562"/>
                </a:lnTo>
                <a:lnTo>
                  <a:pt x="364521" y="27875"/>
                </a:lnTo>
                <a:lnTo>
                  <a:pt x="364302" y="28192"/>
                </a:lnTo>
                <a:lnTo>
                  <a:pt x="364087" y="28515"/>
                </a:lnTo>
                <a:lnTo>
                  <a:pt x="363878" y="28842"/>
                </a:lnTo>
                <a:lnTo>
                  <a:pt x="363674" y="29174"/>
                </a:lnTo>
                <a:lnTo>
                  <a:pt x="363475" y="29510"/>
                </a:lnTo>
                <a:lnTo>
                  <a:pt x="363281" y="29852"/>
                </a:lnTo>
                <a:lnTo>
                  <a:pt x="363093" y="30198"/>
                </a:lnTo>
                <a:lnTo>
                  <a:pt x="362909" y="30549"/>
                </a:lnTo>
                <a:lnTo>
                  <a:pt x="362731" y="30905"/>
                </a:lnTo>
                <a:lnTo>
                  <a:pt x="362557" y="31266"/>
                </a:lnTo>
                <a:lnTo>
                  <a:pt x="362389" y="31632"/>
                </a:lnTo>
                <a:lnTo>
                  <a:pt x="362226" y="32002"/>
                </a:lnTo>
                <a:lnTo>
                  <a:pt x="362067" y="32377"/>
                </a:lnTo>
                <a:lnTo>
                  <a:pt x="361914" y="32757"/>
                </a:lnTo>
                <a:lnTo>
                  <a:pt x="361767" y="33142"/>
                </a:lnTo>
                <a:lnTo>
                  <a:pt x="361624" y="33531"/>
                </a:lnTo>
                <a:lnTo>
                  <a:pt x="361488" y="33923"/>
                </a:lnTo>
                <a:lnTo>
                  <a:pt x="361358" y="34319"/>
                </a:lnTo>
                <a:lnTo>
                  <a:pt x="361234" y="34719"/>
                </a:lnTo>
                <a:lnTo>
                  <a:pt x="361116" y="35123"/>
                </a:lnTo>
                <a:lnTo>
                  <a:pt x="361004" y="35530"/>
                </a:lnTo>
                <a:lnTo>
                  <a:pt x="360898" y="35941"/>
                </a:lnTo>
                <a:lnTo>
                  <a:pt x="360798" y="36355"/>
                </a:lnTo>
                <a:lnTo>
                  <a:pt x="360704" y="36774"/>
                </a:lnTo>
                <a:lnTo>
                  <a:pt x="360616" y="37196"/>
                </a:lnTo>
                <a:lnTo>
                  <a:pt x="360534" y="37621"/>
                </a:lnTo>
                <a:lnTo>
                  <a:pt x="360458" y="38050"/>
                </a:lnTo>
                <a:lnTo>
                  <a:pt x="360389" y="38483"/>
                </a:lnTo>
                <a:lnTo>
                  <a:pt x="360325" y="38920"/>
                </a:lnTo>
                <a:lnTo>
                  <a:pt x="360268" y="39360"/>
                </a:lnTo>
                <a:lnTo>
                  <a:pt x="360216" y="39804"/>
                </a:lnTo>
                <a:lnTo>
                  <a:pt x="360171" y="40252"/>
                </a:lnTo>
                <a:lnTo>
                  <a:pt x="360131" y="40703"/>
                </a:lnTo>
                <a:lnTo>
                  <a:pt x="360098" y="41158"/>
                </a:lnTo>
                <a:lnTo>
                  <a:pt x="360071" y="41617"/>
                </a:lnTo>
                <a:lnTo>
                  <a:pt x="360050" y="42079"/>
                </a:lnTo>
                <a:lnTo>
                  <a:pt x="360035" y="42545"/>
                </a:lnTo>
                <a:lnTo>
                  <a:pt x="360025" y="43014"/>
                </a:lnTo>
                <a:lnTo>
                  <a:pt x="360022" y="43488"/>
                </a:lnTo>
                <a:lnTo>
                  <a:pt x="360025" y="43961"/>
                </a:lnTo>
                <a:lnTo>
                  <a:pt x="360035" y="44430"/>
                </a:lnTo>
                <a:lnTo>
                  <a:pt x="360050" y="44896"/>
                </a:lnTo>
                <a:lnTo>
                  <a:pt x="360071" y="45358"/>
                </a:lnTo>
                <a:close/>
                <a:moveTo>
                  <a:pt x="373075" y="42540"/>
                </a:moveTo>
                <a:lnTo>
                  <a:pt x="373083" y="42304"/>
                </a:lnTo>
                <a:lnTo>
                  <a:pt x="373094" y="42069"/>
                </a:lnTo>
                <a:lnTo>
                  <a:pt x="373106" y="41834"/>
                </a:lnTo>
                <a:lnTo>
                  <a:pt x="373121" y="41599"/>
                </a:lnTo>
                <a:lnTo>
                  <a:pt x="373137" y="41364"/>
                </a:lnTo>
                <a:lnTo>
                  <a:pt x="373155" y="41130"/>
                </a:lnTo>
                <a:lnTo>
                  <a:pt x="373175" y="40896"/>
                </a:lnTo>
                <a:lnTo>
                  <a:pt x="373197" y="40663"/>
                </a:lnTo>
                <a:lnTo>
                  <a:pt x="373221" y="40430"/>
                </a:lnTo>
                <a:lnTo>
                  <a:pt x="373247" y="40197"/>
                </a:lnTo>
                <a:lnTo>
                  <a:pt x="373275" y="39964"/>
                </a:lnTo>
                <a:lnTo>
                  <a:pt x="373304" y="39732"/>
                </a:lnTo>
                <a:lnTo>
                  <a:pt x="373336" y="39500"/>
                </a:lnTo>
                <a:lnTo>
                  <a:pt x="373369" y="39268"/>
                </a:lnTo>
                <a:lnTo>
                  <a:pt x="373405" y="39037"/>
                </a:lnTo>
                <a:lnTo>
                  <a:pt x="373442" y="38806"/>
                </a:lnTo>
                <a:lnTo>
                  <a:pt x="373481" y="38575"/>
                </a:lnTo>
                <a:lnTo>
                  <a:pt x="373522" y="38345"/>
                </a:lnTo>
                <a:lnTo>
                  <a:pt x="373565" y="38115"/>
                </a:lnTo>
                <a:lnTo>
                  <a:pt x="373610" y="37885"/>
                </a:lnTo>
                <a:lnTo>
                  <a:pt x="373657" y="37657"/>
                </a:lnTo>
                <a:lnTo>
                  <a:pt x="373707" y="37431"/>
                </a:lnTo>
                <a:lnTo>
                  <a:pt x="373760" y="37207"/>
                </a:lnTo>
                <a:lnTo>
                  <a:pt x="373815" y="36985"/>
                </a:lnTo>
                <a:lnTo>
                  <a:pt x="373873" y="36765"/>
                </a:lnTo>
                <a:lnTo>
                  <a:pt x="373934" y="36548"/>
                </a:lnTo>
                <a:lnTo>
                  <a:pt x="373998" y="36333"/>
                </a:lnTo>
                <a:lnTo>
                  <a:pt x="374064" y="36120"/>
                </a:lnTo>
                <a:lnTo>
                  <a:pt x="374133" y="35909"/>
                </a:lnTo>
                <a:lnTo>
                  <a:pt x="374204" y="35701"/>
                </a:lnTo>
                <a:lnTo>
                  <a:pt x="374279" y="35495"/>
                </a:lnTo>
                <a:lnTo>
                  <a:pt x="374356" y="35291"/>
                </a:lnTo>
                <a:lnTo>
                  <a:pt x="374435" y="35089"/>
                </a:lnTo>
                <a:lnTo>
                  <a:pt x="374518" y="34890"/>
                </a:lnTo>
                <a:lnTo>
                  <a:pt x="374603" y="34693"/>
                </a:lnTo>
                <a:lnTo>
                  <a:pt x="374691" y="34498"/>
                </a:lnTo>
                <a:lnTo>
                  <a:pt x="374782" y="34305"/>
                </a:lnTo>
                <a:lnTo>
                  <a:pt x="374875" y="34114"/>
                </a:lnTo>
                <a:lnTo>
                  <a:pt x="374971" y="33926"/>
                </a:lnTo>
                <a:lnTo>
                  <a:pt x="375070" y="33740"/>
                </a:lnTo>
                <a:lnTo>
                  <a:pt x="375171" y="33556"/>
                </a:lnTo>
                <a:lnTo>
                  <a:pt x="375275" y="33375"/>
                </a:lnTo>
                <a:lnTo>
                  <a:pt x="375382" y="33196"/>
                </a:lnTo>
                <a:lnTo>
                  <a:pt x="375492" y="33019"/>
                </a:lnTo>
                <a:lnTo>
                  <a:pt x="375604" y="32844"/>
                </a:lnTo>
                <a:lnTo>
                  <a:pt x="375720" y="32672"/>
                </a:lnTo>
                <a:lnTo>
                  <a:pt x="375838" y="32503"/>
                </a:lnTo>
                <a:lnTo>
                  <a:pt x="375960" y="32336"/>
                </a:lnTo>
                <a:lnTo>
                  <a:pt x="376084" y="32172"/>
                </a:lnTo>
                <a:lnTo>
                  <a:pt x="376212" y="32011"/>
                </a:lnTo>
                <a:lnTo>
                  <a:pt x="376343" y="31853"/>
                </a:lnTo>
                <a:lnTo>
                  <a:pt x="376477" y="31697"/>
                </a:lnTo>
                <a:lnTo>
                  <a:pt x="376613" y="31544"/>
                </a:lnTo>
                <a:lnTo>
                  <a:pt x="376753" y="31394"/>
                </a:lnTo>
                <a:lnTo>
                  <a:pt x="376896" y="31246"/>
                </a:lnTo>
                <a:lnTo>
                  <a:pt x="377042" y="31101"/>
                </a:lnTo>
                <a:lnTo>
                  <a:pt x="377190" y="30959"/>
                </a:lnTo>
                <a:lnTo>
                  <a:pt x="377342" y="30820"/>
                </a:lnTo>
                <a:lnTo>
                  <a:pt x="377497" y="30683"/>
                </a:lnTo>
                <a:lnTo>
                  <a:pt x="377655" y="30549"/>
                </a:lnTo>
                <a:lnTo>
                  <a:pt x="377816" y="30418"/>
                </a:lnTo>
                <a:lnTo>
                  <a:pt x="377980" y="30289"/>
                </a:lnTo>
                <a:lnTo>
                  <a:pt x="378147" y="30164"/>
                </a:lnTo>
                <a:lnTo>
                  <a:pt x="378317" y="30040"/>
                </a:lnTo>
                <a:lnTo>
                  <a:pt x="378490" y="29920"/>
                </a:lnTo>
                <a:lnTo>
                  <a:pt x="378666" y="29802"/>
                </a:lnTo>
                <a:lnTo>
                  <a:pt x="378845" y="29687"/>
                </a:lnTo>
                <a:lnTo>
                  <a:pt x="379027" y="29575"/>
                </a:lnTo>
                <a:lnTo>
                  <a:pt x="379213" y="29466"/>
                </a:lnTo>
                <a:lnTo>
                  <a:pt x="379402" y="29362"/>
                </a:lnTo>
                <a:lnTo>
                  <a:pt x="379596" y="29263"/>
                </a:lnTo>
                <a:lnTo>
                  <a:pt x="379793" y="29168"/>
                </a:lnTo>
                <a:lnTo>
                  <a:pt x="379993" y="29078"/>
                </a:lnTo>
                <a:lnTo>
                  <a:pt x="380198" y="28992"/>
                </a:lnTo>
                <a:lnTo>
                  <a:pt x="380407" y="28911"/>
                </a:lnTo>
                <a:lnTo>
                  <a:pt x="380619" y="28835"/>
                </a:lnTo>
                <a:lnTo>
                  <a:pt x="380835" y="28763"/>
                </a:lnTo>
                <a:lnTo>
                  <a:pt x="381055" y="28696"/>
                </a:lnTo>
                <a:lnTo>
                  <a:pt x="381279" y="28634"/>
                </a:lnTo>
                <a:lnTo>
                  <a:pt x="381506" y="28576"/>
                </a:lnTo>
                <a:lnTo>
                  <a:pt x="381738" y="28523"/>
                </a:lnTo>
                <a:lnTo>
                  <a:pt x="381973" y="28474"/>
                </a:lnTo>
                <a:lnTo>
                  <a:pt x="382212" y="28430"/>
                </a:lnTo>
                <a:lnTo>
                  <a:pt x="382455" y="28391"/>
                </a:lnTo>
                <a:lnTo>
                  <a:pt x="382702" y="28356"/>
                </a:lnTo>
                <a:lnTo>
                  <a:pt x="382952" y="28326"/>
                </a:lnTo>
                <a:lnTo>
                  <a:pt x="383207" y="28301"/>
                </a:lnTo>
                <a:lnTo>
                  <a:pt x="383465" y="28280"/>
                </a:lnTo>
                <a:lnTo>
                  <a:pt x="383727" y="28264"/>
                </a:lnTo>
                <a:lnTo>
                  <a:pt x="383993" y="28252"/>
                </a:lnTo>
                <a:lnTo>
                  <a:pt x="384262" y="28245"/>
                </a:lnTo>
                <a:lnTo>
                  <a:pt x="384536" y="28243"/>
                </a:lnTo>
                <a:lnTo>
                  <a:pt x="384810" y="28245"/>
                </a:lnTo>
                <a:lnTo>
                  <a:pt x="385080" y="28252"/>
                </a:lnTo>
                <a:lnTo>
                  <a:pt x="385346" y="28264"/>
                </a:lnTo>
                <a:lnTo>
                  <a:pt x="385609" y="28280"/>
                </a:lnTo>
                <a:lnTo>
                  <a:pt x="385868" y="28301"/>
                </a:lnTo>
                <a:lnTo>
                  <a:pt x="386123" y="28326"/>
                </a:lnTo>
                <a:lnTo>
                  <a:pt x="386375" y="28356"/>
                </a:lnTo>
                <a:lnTo>
                  <a:pt x="386623" y="28391"/>
                </a:lnTo>
                <a:lnTo>
                  <a:pt x="386867" y="28430"/>
                </a:lnTo>
                <a:lnTo>
                  <a:pt x="387107" y="28474"/>
                </a:lnTo>
                <a:lnTo>
                  <a:pt x="387344" y="28523"/>
                </a:lnTo>
                <a:lnTo>
                  <a:pt x="387578" y="28576"/>
                </a:lnTo>
                <a:lnTo>
                  <a:pt x="387807" y="28634"/>
                </a:lnTo>
                <a:lnTo>
                  <a:pt x="388033" y="28696"/>
                </a:lnTo>
                <a:lnTo>
                  <a:pt x="388256" y="28763"/>
                </a:lnTo>
                <a:lnTo>
                  <a:pt x="388474" y="28835"/>
                </a:lnTo>
                <a:lnTo>
                  <a:pt x="388689" y="28911"/>
                </a:lnTo>
                <a:lnTo>
                  <a:pt x="388900" y="28992"/>
                </a:lnTo>
                <a:lnTo>
                  <a:pt x="389108" y="29078"/>
                </a:lnTo>
                <a:lnTo>
                  <a:pt x="389312" y="29168"/>
                </a:lnTo>
                <a:lnTo>
                  <a:pt x="389512" y="29263"/>
                </a:lnTo>
                <a:lnTo>
                  <a:pt x="389709" y="29362"/>
                </a:lnTo>
                <a:lnTo>
                  <a:pt x="389901" y="29466"/>
                </a:lnTo>
                <a:lnTo>
                  <a:pt x="390091" y="29575"/>
                </a:lnTo>
                <a:lnTo>
                  <a:pt x="390277" y="29687"/>
                </a:lnTo>
                <a:lnTo>
                  <a:pt x="390459" y="29802"/>
                </a:lnTo>
                <a:lnTo>
                  <a:pt x="390639" y="29920"/>
                </a:lnTo>
                <a:lnTo>
                  <a:pt x="390815" y="30040"/>
                </a:lnTo>
                <a:lnTo>
                  <a:pt x="390988" y="30164"/>
                </a:lnTo>
                <a:lnTo>
                  <a:pt x="391158" y="30289"/>
                </a:lnTo>
                <a:lnTo>
                  <a:pt x="391325" y="30418"/>
                </a:lnTo>
                <a:lnTo>
                  <a:pt x="391488" y="30549"/>
                </a:lnTo>
                <a:lnTo>
                  <a:pt x="391649" y="30683"/>
                </a:lnTo>
                <a:lnTo>
                  <a:pt x="391806" y="30820"/>
                </a:lnTo>
                <a:lnTo>
                  <a:pt x="391960" y="30959"/>
                </a:lnTo>
                <a:lnTo>
                  <a:pt x="392111" y="31101"/>
                </a:lnTo>
                <a:lnTo>
                  <a:pt x="392258" y="31246"/>
                </a:lnTo>
                <a:lnTo>
                  <a:pt x="392403" y="31394"/>
                </a:lnTo>
                <a:lnTo>
                  <a:pt x="392544" y="31544"/>
                </a:lnTo>
                <a:lnTo>
                  <a:pt x="392682" y="31697"/>
                </a:lnTo>
                <a:lnTo>
                  <a:pt x="392817" y="31853"/>
                </a:lnTo>
                <a:lnTo>
                  <a:pt x="392949" y="32011"/>
                </a:lnTo>
                <a:lnTo>
                  <a:pt x="393077" y="32172"/>
                </a:lnTo>
                <a:lnTo>
                  <a:pt x="393202" y="32336"/>
                </a:lnTo>
                <a:lnTo>
                  <a:pt x="393324" y="32503"/>
                </a:lnTo>
                <a:lnTo>
                  <a:pt x="393443" y="32672"/>
                </a:lnTo>
                <a:lnTo>
                  <a:pt x="393559" y="32844"/>
                </a:lnTo>
                <a:lnTo>
                  <a:pt x="393671" y="33019"/>
                </a:lnTo>
                <a:lnTo>
                  <a:pt x="393781" y="33196"/>
                </a:lnTo>
                <a:lnTo>
                  <a:pt x="393888" y="33375"/>
                </a:lnTo>
                <a:lnTo>
                  <a:pt x="393992" y="33556"/>
                </a:lnTo>
                <a:lnTo>
                  <a:pt x="394094" y="33740"/>
                </a:lnTo>
                <a:lnTo>
                  <a:pt x="394193" y="33926"/>
                </a:lnTo>
                <a:lnTo>
                  <a:pt x="394289" y="34114"/>
                </a:lnTo>
                <a:lnTo>
                  <a:pt x="394382" y="34305"/>
                </a:lnTo>
                <a:lnTo>
                  <a:pt x="394473" y="34498"/>
                </a:lnTo>
                <a:lnTo>
                  <a:pt x="394561" y="34693"/>
                </a:lnTo>
                <a:lnTo>
                  <a:pt x="394646" y="34890"/>
                </a:lnTo>
                <a:lnTo>
                  <a:pt x="394728" y="35089"/>
                </a:lnTo>
                <a:lnTo>
                  <a:pt x="394808" y="35291"/>
                </a:lnTo>
                <a:lnTo>
                  <a:pt x="394885" y="35495"/>
                </a:lnTo>
                <a:lnTo>
                  <a:pt x="394960" y="35701"/>
                </a:lnTo>
                <a:lnTo>
                  <a:pt x="395031" y="35909"/>
                </a:lnTo>
                <a:lnTo>
                  <a:pt x="395100" y="36120"/>
                </a:lnTo>
                <a:lnTo>
                  <a:pt x="395167" y="36333"/>
                </a:lnTo>
                <a:lnTo>
                  <a:pt x="395230" y="36548"/>
                </a:lnTo>
                <a:lnTo>
                  <a:pt x="395291" y="36765"/>
                </a:lnTo>
                <a:lnTo>
                  <a:pt x="395349" y="36985"/>
                </a:lnTo>
                <a:lnTo>
                  <a:pt x="395404" y="37207"/>
                </a:lnTo>
                <a:lnTo>
                  <a:pt x="395457" y="37431"/>
                </a:lnTo>
                <a:lnTo>
                  <a:pt x="395507" y="37657"/>
                </a:lnTo>
                <a:lnTo>
                  <a:pt x="395554" y="37885"/>
                </a:lnTo>
                <a:lnTo>
                  <a:pt x="395599" y="38115"/>
                </a:lnTo>
                <a:lnTo>
                  <a:pt x="395642" y="38345"/>
                </a:lnTo>
                <a:lnTo>
                  <a:pt x="395683" y="38575"/>
                </a:lnTo>
                <a:lnTo>
                  <a:pt x="395722" y="38806"/>
                </a:lnTo>
                <a:lnTo>
                  <a:pt x="395760" y="39037"/>
                </a:lnTo>
                <a:lnTo>
                  <a:pt x="395795" y="39268"/>
                </a:lnTo>
                <a:lnTo>
                  <a:pt x="395829" y="39500"/>
                </a:lnTo>
                <a:lnTo>
                  <a:pt x="395860" y="39732"/>
                </a:lnTo>
                <a:lnTo>
                  <a:pt x="395890" y="39964"/>
                </a:lnTo>
                <a:lnTo>
                  <a:pt x="395917" y="40197"/>
                </a:lnTo>
                <a:lnTo>
                  <a:pt x="395943" y="40430"/>
                </a:lnTo>
                <a:lnTo>
                  <a:pt x="395967" y="40663"/>
                </a:lnTo>
                <a:lnTo>
                  <a:pt x="395989" y="40896"/>
                </a:lnTo>
                <a:lnTo>
                  <a:pt x="396009" y="41130"/>
                </a:lnTo>
                <a:lnTo>
                  <a:pt x="396027" y="41364"/>
                </a:lnTo>
                <a:lnTo>
                  <a:pt x="396044" y="41599"/>
                </a:lnTo>
                <a:lnTo>
                  <a:pt x="396058" y="41834"/>
                </a:lnTo>
                <a:lnTo>
                  <a:pt x="396070" y="42069"/>
                </a:lnTo>
                <a:lnTo>
                  <a:pt x="396081" y="42304"/>
                </a:lnTo>
                <a:lnTo>
                  <a:pt x="396090" y="42540"/>
                </a:lnTo>
                <a:lnTo>
                  <a:pt x="396096" y="42776"/>
                </a:lnTo>
                <a:lnTo>
                  <a:pt x="396101" y="43013"/>
                </a:lnTo>
                <a:lnTo>
                  <a:pt x="396104" y="43249"/>
                </a:lnTo>
                <a:lnTo>
                  <a:pt x="396105" y="43486"/>
                </a:lnTo>
                <a:lnTo>
                  <a:pt x="396104" y="43723"/>
                </a:lnTo>
                <a:lnTo>
                  <a:pt x="396101" y="43960"/>
                </a:lnTo>
                <a:lnTo>
                  <a:pt x="396096" y="44196"/>
                </a:lnTo>
                <a:lnTo>
                  <a:pt x="396090" y="44431"/>
                </a:lnTo>
                <a:lnTo>
                  <a:pt x="396081" y="44666"/>
                </a:lnTo>
                <a:lnTo>
                  <a:pt x="396070" y="44901"/>
                </a:lnTo>
                <a:lnTo>
                  <a:pt x="396058" y="45135"/>
                </a:lnTo>
                <a:lnTo>
                  <a:pt x="396044" y="45369"/>
                </a:lnTo>
                <a:lnTo>
                  <a:pt x="396027" y="45602"/>
                </a:lnTo>
                <a:lnTo>
                  <a:pt x="396009" y="45835"/>
                </a:lnTo>
                <a:lnTo>
                  <a:pt x="395989" y="46067"/>
                </a:lnTo>
                <a:lnTo>
                  <a:pt x="395967" y="46299"/>
                </a:lnTo>
                <a:lnTo>
                  <a:pt x="395943" y="46530"/>
                </a:lnTo>
                <a:lnTo>
                  <a:pt x="395917" y="46761"/>
                </a:lnTo>
                <a:lnTo>
                  <a:pt x="395890" y="46991"/>
                </a:lnTo>
                <a:lnTo>
                  <a:pt x="395860" y="47221"/>
                </a:lnTo>
                <a:lnTo>
                  <a:pt x="395829" y="47450"/>
                </a:lnTo>
                <a:lnTo>
                  <a:pt x="395795" y="47679"/>
                </a:lnTo>
                <a:lnTo>
                  <a:pt x="395760" y="47908"/>
                </a:lnTo>
                <a:lnTo>
                  <a:pt x="395722" y="48135"/>
                </a:lnTo>
                <a:lnTo>
                  <a:pt x="395683" y="48363"/>
                </a:lnTo>
                <a:lnTo>
                  <a:pt x="395642" y="48590"/>
                </a:lnTo>
                <a:lnTo>
                  <a:pt x="395599" y="48816"/>
                </a:lnTo>
                <a:lnTo>
                  <a:pt x="395554" y="49042"/>
                </a:lnTo>
                <a:lnTo>
                  <a:pt x="395507" y="49267"/>
                </a:lnTo>
                <a:lnTo>
                  <a:pt x="395457" y="49490"/>
                </a:lnTo>
                <a:lnTo>
                  <a:pt x="395404" y="49711"/>
                </a:lnTo>
                <a:lnTo>
                  <a:pt x="395349" y="49930"/>
                </a:lnTo>
                <a:lnTo>
                  <a:pt x="395291" y="50147"/>
                </a:lnTo>
                <a:lnTo>
                  <a:pt x="395230" y="50362"/>
                </a:lnTo>
                <a:lnTo>
                  <a:pt x="395167" y="50575"/>
                </a:lnTo>
                <a:lnTo>
                  <a:pt x="395100" y="50787"/>
                </a:lnTo>
                <a:lnTo>
                  <a:pt x="395031" y="50996"/>
                </a:lnTo>
                <a:lnTo>
                  <a:pt x="394960" y="51204"/>
                </a:lnTo>
                <a:lnTo>
                  <a:pt x="394885" y="51409"/>
                </a:lnTo>
                <a:lnTo>
                  <a:pt x="394808" y="51613"/>
                </a:lnTo>
                <a:lnTo>
                  <a:pt x="394728" y="51815"/>
                </a:lnTo>
                <a:lnTo>
                  <a:pt x="394646" y="52015"/>
                </a:lnTo>
                <a:lnTo>
                  <a:pt x="394561" y="52213"/>
                </a:lnTo>
                <a:lnTo>
                  <a:pt x="394473" y="52409"/>
                </a:lnTo>
                <a:lnTo>
                  <a:pt x="394382" y="52603"/>
                </a:lnTo>
                <a:lnTo>
                  <a:pt x="394289" y="52796"/>
                </a:lnTo>
                <a:lnTo>
                  <a:pt x="394193" y="52986"/>
                </a:lnTo>
                <a:lnTo>
                  <a:pt x="394094" y="53174"/>
                </a:lnTo>
                <a:lnTo>
                  <a:pt x="393992" y="53361"/>
                </a:lnTo>
                <a:lnTo>
                  <a:pt x="393888" y="53546"/>
                </a:lnTo>
                <a:lnTo>
                  <a:pt x="393781" y="53728"/>
                </a:lnTo>
                <a:lnTo>
                  <a:pt x="393671" y="53909"/>
                </a:lnTo>
                <a:lnTo>
                  <a:pt x="393559" y="54088"/>
                </a:lnTo>
                <a:lnTo>
                  <a:pt x="393443" y="54263"/>
                </a:lnTo>
                <a:lnTo>
                  <a:pt x="393324" y="54435"/>
                </a:lnTo>
                <a:lnTo>
                  <a:pt x="393202" y="54604"/>
                </a:lnTo>
                <a:lnTo>
                  <a:pt x="393077" y="54770"/>
                </a:lnTo>
                <a:lnTo>
                  <a:pt x="392949" y="54934"/>
                </a:lnTo>
                <a:lnTo>
                  <a:pt x="392817" y="55094"/>
                </a:lnTo>
                <a:lnTo>
                  <a:pt x="392682" y="55251"/>
                </a:lnTo>
                <a:lnTo>
                  <a:pt x="392544" y="55405"/>
                </a:lnTo>
                <a:lnTo>
                  <a:pt x="392403" y="55556"/>
                </a:lnTo>
                <a:lnTo>
                  <a:pt x="392258" y="55704"/>
                </a:lnTo>
                <a:lnTo>
                  <a:pt x="392111" y="55849"/>
                </a:lnTo>
                <a:lnTo>
                  <a:pt x="391960" y="55991"/>
                </a:lnTo>
                <a:lnTo>
                  <a:pt x="391806" y="56130"/>
                </a:lnTo>
                <a:lnTo>
                  <a:pt x="391649" y="56266"/>
                </a:lnTo>
                <a:lnTo>
                  <a:pt x="391488" y="56399"/>
                </a:lnTo>
                <a:lnTo>
                  <a:pt x="391325" y="56528"/>
                </a:lnTo>
                <a:lnTo>
                  <a:pt x="391158" y="56655"/>
                </a:lnTo>
                <a:lnTo>
                  <a:pt x="390988" y="56779"/>
                </a:lnTo>
                <a:lnTo>
                  <a:pt x="390815" y="56900"/>
                </a:lnTo>
                <a:lnTo>
                  <a:pt x="390639" y="57018"/>
                </a:lnTo>
                <a:lnTo>
                  <a:pt x="390459" y="57132"/>
                </a:lnTo>
                <a:lnTo>
                  <a:pt x="390277" y="57244"/>
                </a:lnTo>
                <a:lnTo>
                  <a:pt x="390091" y="57353"/>
                </a:lnTo>
                <a:lnTo>
                  <a:pt x="389901" y="57458"/>
                </a:lnTo>
                <a:lnTo>
                  <a:pt x="389709" y="57558"/>
                </a:lnTo>
                <a:lnTo>
                  <a:pt x="389512" y="57654"/>
                </a:lnTo>
                <a:lnTo>
                  <a:pt x="389312" y="57745"/>
                </a:lnTo>
                <a:lnTo>
                  <a:pt x="389108" y="57832"/>
                </a:lnTo>
                <a:lnTo>
                  <a:pt x="388900" y="57915"/>
                </a:lnTo>
                <a:lnTo>
                  <a:pt x="388689" y="57993"/>
                </a:lnTo>
                <a:lnTo>
                  <a:pt x="388474" y="58066"/>
                </a:lnTo>
                <a:lnTo>
                  <a:pt x="388256" y="58136"/>
                </a:lnTo>
                <a:lnTo>
                  <a:pt x="388033" y="58200"/>
                </a:lnTo>
                <a:lnTo>
                  <a:pt x="387807" y="58260"/>
                </a:lnTo>
                <a:lnTo>
                  <a:pt x="387578" y="58316"/>
                </a:lnTo>
                <a:lnTo>
                  <a:pt x="387344" y="58368"/>
                </a:lnTo>
                <a:lnTo>
                  <a:pt x="387107" y="58414"/>
                </a:lnTo>
                <a:lnTo>
                  <a:pt x="386867" y="58457"/>
                </a:lnTo>
                <a:lnTo>
                  <a:pt x="386623" y="58495"/>
                </a:lnTo>
                <a:lnTo>
                  <a:pt x="386375" y="58528"/>
                </a:lnTo>
                <a:lnTo>
                  <a:pt x="386123" y="58557"/>
                </a:lnTo>
                <a:lnTo>
                  <a:pt x="385868" y="58582"/>
                </a:lnTo>
                <a:lnTo>
                  <a:pt x="385609" y="58602"/>
                </a:lnTo>
                <a:lnTo>
                  <a:pt x="385346" y="58617"/>
                </a:lnTo>
                <a:lnTo>
                  <a:pt x="385080" y="58628"/>
                </a:lnTo>
                <a:lnTo>
                  <a:pt x="384810" y="58635"/>
                </a:lnTo>
                <a:lnTo>
                  <a:pt x="384536" y="58637"/>
                </a:lnTo>
                <a:lnTo>
                  <a:pt x="384262" y="58635"/>
                </a:lnTo>
                <a:lnTo>
                  <a:pt x="383993" y="58628"/>
                </a:lnTo>
                <a:lnTo>
                  <a:pt x="383727" y="58617"/>
                </a:lnTo>
                <a:lnTo>
                  <a:pt x="383465" y="58602"/>
                </a:lnTo>
                <a:lnTo>
                  <a:pt x="383207" y="58582"/>
                </a:lnTo>
                <a:lnTo>
                  <a:pt x="382952" y="58557"/>
                </a:lnTo>
                <a:lnTo>
                  <a:pt x="382702" y="58528"/>
                </a:lnTo>
                <a:lnTo>
                  <a:pt x="382455" y="58495"/>
                </a:lnTo>
                <a:lnTo>
                  <a:pt x="382212" y="58457"/>
                </a:lnTo>
                <a:lnTo>
                  <a:pt x="381973" y="58414"/>
                </a:lnTo>
                <a:lnTo>
                  <a:pt x="381738" y="58368"/>
                </a:lnTo>
                <a:lnTo>
                  <a:pt x="381506" y="58316"/>
                </a:lnTo>
                <a:lnTo>
                  <a:pt x="381279" y="58260"/>
                </a:lnTo>
                <a:lnTo>
                  <a:pt x="381055" y="58200"/>
                </a:lnTo>
                <a:lnTo>
                  <a:pt x="380835" y="58136"/>
                </a:lnTo>
                <a:lnTo>
                  <a:pt x="380619" y="58066"/>
                </a:lnTo>
                <a:lnTo>
                  <a:pt x="380407" y="57993"/>
                </a:lnTo>
                <a:lnTo>
                  <a:pt x="380198" y="57915"/>
                </a:lnTo>
                <a:lnTo>
                  <a:pt x="379993" y="57832"/>
                </a:lnTo>
                <a:lnTo>
                  <a:pt x="379793" y="57745"/>
                </a:lnTo>
                <a:lnTo>
                  <a:pt x="379596" y="57654"/>
                </a:lnTo>
                <a:lnTo>
                  <a:pt x="379402" y="57558"/>
                </a:lnTo>
                <a:lnTo>
                  <a:pt x="379213" y="57458"/>
                </a:lnTo>
                <a:lnTo>
                  <a:pt x="379027" y="57353"/>
                </a:lnTo>
                <a:lnTo>
                  <a:pt x="378845" y="57244"/>
                </a:lnTo>
                <a:lnTo>
                  <a:pt x="378666" y="57132"/>
                </a:lnTo>
                <a:lnTo>
                  <a:pt x="378490" y="57018"/>
                </a:lnTo>
                <a:lnTo>
                  <a:pt x="378317" y="56900"/>
                </a:lnTo>
                <a:lnTo>
                  <a:pt x="378147" y="56779"/>
                </a:lnTo>
                <a:lnTo>
                  <a:pt x="377980" y="56655"/>
                </a:lnTo>
                <a:lnTo>
                  <a:pt x="377816" y="56528"/>
                </a:lnTo>
                <a:lnTo>
                  <a:pt x="377655" y="56399"/>
                </a:lnTo>
                <a:lnTo>
                  <a:pt x="377497" y="56266"/>
                </a:lnTo>
                <a:lnTo>
                  <a:pt x="377342" y="56130"/>
                </a:lnTo>
                <a:lnTo>
                  <a:pt x="377190" y="55991"/>
                </a:lnTo>
                <a:lnTo>
                  <a:pt x="377042" y="55849"/>
                </a:lnTo>
                <a:lnTo>
                  <a:pt x="376896" y="55704"/>
                </a:lnTo>
                <a:lnTo>
                  <a:pt x="376753" y="55556"/>
                </a:lnTo>
                <a:lnTo>
                  <a:pt x="376613" y="55405"/>
                </a:lnTo>
                <a:lnTo>
                  <a:pt x="376477" y="55251"/>
                </a:lnTo>
                <a:lnTo>
                  <a:pt x="376343" y="55094"/>
                </a:lnTo>
                <a:lnTo>
                  <a:pt x="376212" y="54934"/>
                </a:lnTo>
                <a:lnTo>
                  <a:pt x="376084" y="54770"/>
                </a:lnTo>
                <a:lnTo>
                  <a:pt x="375960" y="54604"/>
                </a:lnTo>
                <a:lnTo>
                  <a:pt x="375838" y="54435"/>
                </a:lnTo>
                <a:lnTo>
                  <a:pt x="375720" y="54263"/>
                </a:lnTo>
                <a:lnTo>
                  <a:pt x="375604" y="54088"/>
                </a:lnTo>
                <a:lnTo>
                  <a:pt x="375492" y="53909"/>
                </a:lnTo>
                <a:lnTo>
                  <a:pt x="375382" y="53728"/>
                </a:lnTo>
                <a:lnTo>
                  <a:pt x="375275" y="53546"/>
                </a:lnTo>
                <a:lnTo>
                  <a:pt x="375171" y="53361"/>
                </a:lnTo>
                <a:lnTo>
                  <a:pt x="375070" y="53174"/>
                </a:lnTo>
                <a:lnTo>
                  <a:pt x="374971" y="52986"/>
                </a:lnTo>
                <a:lnTo>
                  <a:pt x="374875" y="52796"/>
                </a:lnTo>
                <a:lnTo>
                  <a:pt x="374782" y="52603"/>
                </a:lnTo>
                <a:lnTo>
                  <a:pt x="374691" y="52409"/>
                </a:lnTo>
                <a:lnTo>
                  <a:pt x="374603" y="52213"/>
                </a:lnTo>
                <a:lnTo>
                  <a:pt x="374518" y="52015"/>
                </a:lnTo>
                <a:lnTo>
                  <a:pt x="374435" y="51815"/>
                </a:lnTo>
                <a:lnTo>
                  <a:pt x="374356" y="51613"/>
                </a:lnTo>
                <a:lnTo>
                  <a:pt x="374279" y="51409"/>
                </a:lnTo>
                <a:lnTo>
                  <a:pt x="374204" y="51204"/>
                </a:lnTo>
                <a:lnTo>
                  <a:pt x="374133" y="50996"/>
                </a:lnTo>
                <a:lnTo>
                  <a:pt x="374064" y="50787"/>
                </a:lnTo>
                <a:lnTo>
                  <a:pt x="373998" y="50575"/>
                </a:lnTo>
                <a:lnTo>
                  <a:pt x="373934" y="50362"/>
                </a:lnTo>
                <a:lnTo>
                  <a:pt x="373873" y="50147"/>
                </a:lnTo>
                <a:lnTo>
                  <a:pt x="373815" y="49930"/>
                </a:lnTo>
                <a:lnTo>
                  <a:pt x="373760" y="49711"/>
                </a:lnTo>
                <a:lnTo>
                  <a:pt x="373707" y="49490"/>
                </a:lnTo>
                <a:lnTo>
                  <a:pt x="373657" y="49267"/>
                </a:lnTo>
                <a:lnTo>
                  <a:pt x="373610" y="49042"/>
                </a:lnTo>
                <a:lnTo>
                  <a:pt x="373565" y="48816"/>
                </a:lnTo>
                <a:lnTo>
                  <a:pt x="373522" y="48590"/>
                </a:lnTo>
                <a:lnTo>
                  <a:pt x="373481" y="48363"/>
                </a:lnTo>
                <a:lnTo>
                  <a:pt x="373442" y="48135"/>
                </a:lnTo>
                <a:lnTo>
                  <a:pt x="373405" y="47908"/>
                </a:lnTo>
                <a:lnTo>
                  <a:pt x="373369" y="47679"/>
                </a:lnTo>
                <a:lnTo>
                  <a:pt x="373336" y="47450"/>
                </a:lnTo>
                <a:lnTo>
                  <a:pt x="373304" y="47221"/>
                </a:lnTo>
                <a:lnTo>
                  <a:pt x="373275" y="46991"/>
                </a:lnTo>
                <a:lnTo>
                  <a:pt x="373247" y="46761"/>
                </a:lnTo>
                <a:lnTo>
                  <a:pt x="373221" y="46530"/>
                </a:lnTo>
                <a:lnTo>
                  <a:pt x="373197" y="46299"/>
                </a:lnTo>
                <a:lnTo>
                  <a:pt x="373175" y="46067"/>
                </a:lnTo>
                <a:lnTo>
                  <a:pt x="373155" y="45835"/>
                </a:lnTo>
                <a:lnTo>
                  <a:pt x="373137" y="45602"/>
                </a:lnTo>
                <a:lnTo>
                  <a:pt x="373121" y="45369"/>
                </a:lnTo>
                <a:lnTo>
                  <a:pt x="373106" y="45135"/>
                </a:lnTo>
                <a:lnTo>
                  <a:pt x="373094" y="44901"/>
                </a:lnTo>
                <a:lnTo>
                  <a:pt x="373083" y="44666"/>
                </a:lnTo>
                <a:lnTo>
                  <a:pt x="373075" y="44431"/>
                </a:lnTo>
                <a:lnTo>
                  <a:pt x="373068" y="44196"/>
                </a:lnTo>
                <a:lnTo>
                  <a:pt x="373063" y="43960"/>
                </a:lnTo>
                <a:lnTo>
                  <a:pt x="373060" y="43723"/>
                </a:lnTo>
                <a:lnTo>
                  <a:pt x="373059" y="43486"/>
                </a:lnTo>
                <a:lnTo>
                  <a:pt x="373060" y="43249"/>
                </a:lnTo>
                <a:lnTo>
                  <a:pt x="373063" y="43013"/>
                </a:lnTo>
                <a:lnTo>
                  <a:pt x="373068" y="42776"/>
                </a:lnTo>
                <a:lnTo>
                  <a:pt x="373075" y="42540"/>
                </a:lnTo>
                <a:close/>
                <a:moveTo>
                  <a:pt x="516731" y="44796"/>
                </a:moveTo>
                <a:lnTo>
                  <a:pt x="516735" y="44343"/>
                </a:lnTo>
                <a:lnTo>
                  <a:pt x="516734" y="43892"/>
                </a:lnTo>
                <a:lnTo>
                  <a:pt x="516728" y="43442"/>
                </a:lnTo>
                <a:lnTo>
                  <a:pt x="516715" y="42994"/>
                </a:lnTo>
                <a:lnTo>
                  <a:pt x="516697" y="42548"/>
                </a:lnTo>
                <a:lnTo>
                  <a:pt x="516673" y="42103"/>
                </a:lnTo>
                <a:lnTo>
                  <a:pt x="516643" y="41660"/>
                </a:lnTo>
                <a:lnTo>
                  <a:pt x="516608" y="41218"/>
                </a:lnTo>
                <a:lnTo>
                  <a:pt x="516567" y="40778"/>
                </a:lnTo>
                <a:lnTo>
                  <a:pt x="516520" y="40340"/>
                </a:lnTo>
                <a:lnTo>
                  <a:pt x="516467" y="39903"/>
                </a:lnTo>
                <a:lnTo>
                  <a:pt x="516409" y="39468"/>
                </a:lnTo>
                <a:lnTo>
                  <a:pt x="516345" y="39034"/>
                </a:lnTo>
                <a:lnTo>
                  <a:pt x="516275" y="38602"/>
                </a:lnTo>
                <a:lnTo>
                  <a:pt x="516199" y="38172"/>
                </a:lnTo>
                <a:lnTo>
                  <a:pt x="516118" y="37743"/>
                </a:lnTo>
                <a:lnTo>
                  <a:pt x="516031" y="37315"/>
                </a:lnTo>
                <a:lnTo>
                  <a:pt x="515938" y="36890"/>
                </a:lnTo>
                <a:lnTo>
                  <a:pt x="515839" y="36466"/>
                </a:lnTo>
                <a:lnTo>
                  <a:pt x="515735" y="36043"/>
                </a:lnTo>
                <a:lnTo>
                  <a:pt x="515625" y="35623"/>
                </a:lnTo>
                <a:lnTo>
                  <a:pt x="515510" y="35207"/>
                </a:lnTo>
                <a:lnTo>
                  <a:pt x="515389" y="34795"/>
                </a:lnTo>
                <a:lnTo>
                  <a:pt x="515262" y="34387"/>
                </a:lnTo>
                <a:lnTo>
                  <a:pt x="515130" y="33983"/>
                </a:lnTo>
                <a:lnTo>
                  <a:pt x="514992" y="33582"/>
                </a:lnTo>
                <a:lnTo>
                  <a:pt x="514849" y="33185"/>
                </a:lnTo>
                <a:lnTo>
                  <a:pt x="514700" y="32793"/>
                </a:lnTo>
                <a:lnTo>
                  <a:pt x="514546" y="32403"/>
                </a:lnTo>
                <a:lnTo>
                  <a:pt x="514385" y="32018"/>
                </a:lnTo>
                <a:lnTo>
                  <a:pt x="514220" y="31637"/>
                </a:lnTo>
                <a:lnTo>
                  <a:pt x="514048" y="31259"/>
                </a:lnTo>
                <a:lnTo>
                  <a:pt x="513872" y="30886"/>
                </a:lnTo>
                <a:lnTo>
                  <a:pt x="513689" y="30516"/>
                </a:lnTo>
                <a:lnTo>
                  <a:pt x="513501" y="30150"/>
                </a:lnTo>
                <a:lnTo>
                  <a:pt x="513308" y="29788"/>
                </a:lnTo>
                <a:lnTo>
                  <a:pt x="513108" y="29429"/>
                </a:lnTo>
                <a:lnTo>
                  <a:pt x="512904" y="29075"/>
                </a:lnTo>
                <a:lnTo>
                  <a:pt x="512693" y="28724"/>
                </a:lnTo>
                <a:lnTo>
                  <a:pt x="512477" y="28377"/>
                </a:lnTo>
                <a:lnTo>
                  <a:pt x="512256" y="28034"/>
                </a:lnTo>
                <a:lnTo>
                  <a:pt x="512029" y="27695"/>
                </a:lnTo>
                <a:lnTo>
                  <a:pt x="511796" y="27360"/>
                </a:lnTo>
                <a:lnTo>
                  <a:pt x="511558" y="27028"/>
                </a:lnTo>
                <a:lnTo>
                  <a:pt x="511314" y="26701"/>
                </a:lnTo>
                <a:lnTo>
                  <a:pt x="511065" y="26380"/>
                </a:lnTo>
                <a:lnTo>
                  <a:pt x="510810" y="26064"/>
                </a:lnTo>
                <a:lnTo>
                  <a:pt x="510549" y="25754"/>
                </a:lnTo>
                <a:lnTo>
                  <a:pt x="510283" y="25450"/>
                </a:lnTo>
                <a:lnTo>
                  <a:pt x="510011" y="25151"/>
                </a:lnTo>
                <a:lnTo>
                  <a:pt x="509734" y="24857"/>
                </a:lnTo>
                <a:lnTo>
                  <a:pt x="509451" y="24570"/>
                </a:lnTo>
                <a:lnTo>
                  <a:pt x="509163" y="24288"/>
                </a:lnTo>
                <a:lnTo>
                  <a:pt x="508869" y="24011"/>
                </a:lnTo>
                <a:lnTo>
                  <a:pt x="508569" y="23740"/>
                </a:lnTo>
                <a:lnTo>
                  <a:pt x="508264" y="23475"/>
                </a:lnTo>
                <a:lnTo>
                  <a:pt x="507953" y="23215"/>
                </a:lnTo>
                <a:lnTo>
                  <a:pt x="507637" y="22961"/>
                </a:lnTo>
                <a:lnTo>
                  <a:pt x="507315" y="22712"/>
                </a:lnTo>
                <a:lnTo>
                  <a:pt x="506987" y="22469"/>
                </a:lnTo>
                <a:lnTo>
                  <a:pt x="506654" y="22232"/>
                </a:lnTo>
                <a:lnTo>
                  <a:pt x="506316" y="22000"/>
                </a:lnTo>
                <a:lnTo>
                  <a:pt x="505971" y="21774"/>
                </a:lnTo>
                <a:lnTo>
                  <a:pt x="505622" y="21553"/>
                </a:lnTo>
                <a:lnTo>
                  <a:pt x="505266" y="21338"/>
                </a:lnTo>
                <a:lnTo>
                  <a:pt x="504905" y="21129"/>
                </a:lnTo>
                <a:lnTo>
                  <a:pt x="504538" y="20925"/>
                </a:lnTo>
                <a:lnTo>
                  <a:pt x="504166" y="20727"/>
                </a:lnTo>
                <a:lnTo>
                  <a:pt x="503789" y="20535"/>
                </a:lnTo>
                <a:lnTo>
                  <a:pt x="503406" y="20352"/>
                </a:lnTo>
                <a:lnTo>
                  <a:pt x="503017" y="20177"/>
                </a:lnTo>
                <a:lnTo>
                  <a:pt x="502623" y="20010"/>
                </a:lnTo>
                <a:lnTo>
                  <a:pt x="502224" y="19851"/>
                </a:lnTo>
                <a:lnTo>
                  <a:pt x="501820" y="19700"/>
                </a:lnTo>
                <a:lnTo>
                  <a:pt x="501409" y="19558"/>
                </a:lnTo>
                <a:lnTo>
                  <a:pt x="500994" y="19423"/>
                </a:lnTo>
                <a:lnTo>
                  <a:pt x="500573" y="19297"/>
                </a:lnTo>
                <a:lnTo>
                  <a:pt x="500147" y="19179"/>
                </a:lnTo>
                <a:lnTo>
                  <a:pt x="499715" y="19069"/>
                </a:lnTo>
                <a:lnTo>
                  <a:pt x="499278" y="18967"/>
                </a:lnTo>
                <a:lnTo>
                  <a:pt x="498835" y="18873"/>
                </a:lnTo>
                <a:lnTo>
                  <a:pt x="498387" y="18788"/>
                </a:lnTo>
                <a:lnTo>
                  <a:pt x="497934" y="18710"/>
                </a:lnTo>
                <a:lnTo>
                  <a:pt x="497475" y="18641"/>
                </a:lnTo>
                <a:lnTo>
                  <a:pt x="497011" y="18580"/>
                </a:lnTo>
                <a:lnTo>
                  <a:pt x="496541" y="18527"/>
                </a:lnTo>
                <a:lnTo>
                  <a:pt x="496066" y="18482"/>
                </a:lnTo>
                <a:lnTo>
                  <a:pt x="495585" y="18445"/>
                </a:lnTo>
                <a:lnTo>
                  <a:pt x="495099" y="18417"/>
                </a:lnTo>
                <a:lnTo>
                  <a:pt x="494608" y="18397"/>
                </a:lnTo>
                <a:lnTo>
                  <a:pt x="494111" y="18384"/>
                </a:lnTo>
                <a:lnTo>
                  <a:pt x="493609" y="18380"/>
                </a:lnTo>
                <a:lnTo>
                  <a:pt x="493159" y="18384"/>
                </a:lnTo>
                <a:lnTo>
                  <a:pt x="492713" y="18394"/>
                </a:lnTo>
                <a:lnTo>
                  <a:pt x="492270" y="18410"/>
                </a:lnTo>
                <a:lnTo>
                  <a:pt x="491830" y="18434"/>
                </a:lnTo>
                <a:lnTo>
                  <a:pt x="491393" y="18464"/>
                </a:lnTo>
                <a:lnTo>
                  <a:pt x="490960" y="18501"/>
                </a:lnTo>
                <a:lnTo>
                  <a:pt x="490531" y="18545"/>
                </a:lnTo>
                <a:lnTo>
                  <a:pt x="490105" y="18595"/>
                </a:lnTo>
                <a:lnTo>
                  <a:pt x="489682" y="18652"/>
                </a:lnTo>
                <a:lnTo>
                  <a:pt x="489262" y="18716"/>
                </a:lnTo>
                <a:lnTo>
                  <a:pt x="488846" y="18786"/>
                </a:lnTo>
                <a:lnTo>
                  <a:pt x="488433" y="18863"/>
                </a:lnTo>
                <a:lnTo>
                  <a:pt x="488023" y="18947"/>
                </a:lnTo>
                <a:lnTo>
                  <a:pt x="487617" y="19038"/>
                </a:lnTo>
                <a:lnTo>
                  <a:pt x="487214" y="19135"/>
                </a:lnTo>
                <a:lnTo>
                  <a:pt x="486815" y="19239"/>
                </a:lnTo>
                <a:lnTo>
                  <a:pt x="486418" y="19350"/>
                </a:lnTo>
                <a:lnTo>
                  <a:pt x="486026" y="19467"/>
                </a:lnTo>
                <a:lnTo>
                  <a:pt x="485636" y="19591"/>
                </a:lnTo>
                <a:lnTo>
                  <a:pt x="485250" y="19722"/>
                </a:lnTo>
                <a:lnTo>
                  <a:pt x="484867" y="19859"/>
                </a:lnTo>
                <a:lnTo>
                  <a:pt x="484488" y="20004"/>
                </a:lnTo>
                <a:lnTo>
                  <a:pt x="484112" y="20154"/>
                </a:lnTo>
                <a:lnTo>
                  <a:pt x="483739" y="20312"/>
                </a:lnTo>
                <a:lnTo>
                  <a:pt x="483370" y="20475"/>
                </a:lnTo>
                <a:lnTo>
                  <a:pt x="483006" y="20644"/>
                </a:lnTo>
                <a:lnTo>
                  <a:pt x="482646" y="20817"/>
                </a:lnTo>
                <a:lnTo>
                  <a:pt x="482290" y="20995"/>
                </a:lnTo>
                <a:lnTo>
                  <a:pt x="481938" y="21178"/>
                </a:lnTo>
                <a:lnTo>
                  <a:pt x="481591" y="21366"/>
                </a:lnTo>
                <a:lnTo>
                  <a:pt x="481248" y="21560"/>
                </a:lnTo>
                <a:lnTo>
                  <a:pt x="480909" y="21758"/>
                </a:lnTo>
                <a:lnTo>
                  <a:pt x="480574" y="21961"/>
                </a:lnTo>
                <a:lnTo>
                  <a:pt x="480244" y="22168"/>
                </a:lnTo>
                <a:lnTo>
                  <a:pt x="479918" y="22381"/>
                </a:lnTo>
                <a:lnTo>
                  <a:pt x="479597" y="22599"/>
                </a:lnTo>
                <a:lnTo>
                  <a:pt x="479279" y="22822"/>
                </a:lnTo>
                <a:lnTo>
                  <a:pt x="478967" y="23050"/>
                </a:lnTo>
                <a:lnTo>
                  <a:pt x="478658" y="23282"/>
                </a:lnTo>
                <a:lnTo>
                  <a:pt x="478353" y="23520"/>
                </a:lnTo>
                <a:lnTo>
                  <a:pt x="478053" y="23763"/>
                </a:lnTo>
                <a:lnTo>
                  <a:pt x="477758" y="24010"/>
                </a:lnTo>
                <a:lnTo>
                  <a:pt x="477466" y="24263"/>
                </a:lnTo>
                <a:lnTo>
                  <a:pt x="477179" y="24520"/>
                </a:lnTo>
                <a:lnTo>
                  <a:pt x="476896" y="24782"/>
                </a:lnTo>
                <a:lnTo>
                  <a:pt x="476618" y="25050"/>
                </a:lnTo>
                <a:lnTo>
                  <a:pt x="476343" y="25322"/>
                </a:lnTo>
                <a:lnTo>
                  <a:pt x="476073" y="25599"/>
                </a:lnTo>
                <a:lnTo>
                  <a:pt x="475808" y="25881"/>
                </a:lnTo>
                <a:lnTo>
                  <a:pt x="475548" y="26167"/>
                </a:lnTo>
                <a:lnTo>
                  <a:pt x="475293" y="26458"/>
                </a:lnTo>
                <a:lnTo>
                  <a:pt x="475043" y="26753"/>
                </a:lnTo>
                <a:lnTo>
                  <a:pt x="474798" y="27052"/>
                </a:lnTo>
                <a:lnTo>
                  <a:pt x="474558" y="27355"/>
                </a:lnTo>
                <a:lnTo>
                  <a:pt x="474324" y="27663"/>
                </a:lnTo>
                <a:lnTo>
                  <a:pt x="474094" y="27975"/>
                </a:lnTo>
                <a:lnTo>
                  <a:pt x="473870" y="28291"/>
                </a:lnTo>
                <a:lnTo>
                  <a:pt x="473650" y="28612"/>
                </a:lnTo>
                <a:lnTo>
                  <a:pt x="473436" y="28937"/>
                </a:lnTo>
                <a:lnTo>
                  <a:pt x="473227" y="29267"/>
                </a:lnTo>
                <a:lnTo>
                  <a:pt x="473023" y="29600"/>
                </a:lnTo>
                <a:lnTo>
                  <a:pt x="472824" y="29938"/>
                </a:lnTo>
                <a:lnTo>
                  <a:pt x="472630" y="30280"/>
                </a:lnTo>
                <a:lnTo>
                  <a:pt x="472442" y="30627"/>
                </a:lnTo>
                <a:lnTo>
                  <a:pt x="472258" y="30978"/>
                </a:lnTo>
                <a:lnTo>
                  <a:pt x="472079" y="31333"/>
                </a:lnTo>
                <a:lnTo>
                  <a:pt x="471906" y="31693"/>
                </a:lnTo>
                <a:lnTo>
                  <a:pt x="471738" y="32057"/>
                </a:lnTo>
                <a:lnTo>
                  <a:pt x="471574" y="32425"/>
                </a:lnTo>
                <a:lnTo>
                  <a:pt x="471416" y="32797"/>
                </a:lnTo>
                <a:lnTo>
                  <a:pt x="471263" y="33174"/>
                </a:lnTo>
                <a:lnTo>
                  <a:pt x="471115" y="33555"/>
                </a:lnTo>
                <a:lnTo>
                  <a:pt x="470973" y="33940"/>
                </a:lnTo>
                <a:lnTo>
                  <a:pt x="470837" y="34327"/>
                </a:lnTo>
                <a:lnTo>
                  <a:pt x="470707" y="34716"/>
                </a:lnTo>
                <a:lnTo>
                  <a:pt x="470583" y="35108"/>
                </a:lnTo>
                <a:lnTo>
                  <a:pt x="470464" y="35503"/>
                </a:lnTo>
                <a:lnTo>
                  <a:pt x="470352" y="35900"/>
                </a:lnTo>
                <a:lnTo>
                  <a:pt x="470246" y="36300"/>
                </a:lnTo>
                <a:lnTo>
                  <a:pt x="470147" y="36702"/>
                </a:lnTo>
                <a:lnTo>
                  <a:pt x="470053" y="37107"/>
                </a:lnTo>
                <a:lnTo>
                  <a:pt x="469965" y="37515"/>
                </a:lnTo>
                <a:lnTo>
                  <a:pt x="469883" y="37925"/>
                </a:lnTo>
                <a:lnTo>
                  <a:pt x="469807" y="38337"/>
                </a:lnTo>
                <a:lnTo>
                  <a:pt x="469738" y="38752"/>
                </a:lnTo>
                <a:lnTo>
                  <a:pt x="469674" y="39170"/>
                </a:lnTo>
                <a:lnTo>
                  <a:pt x="469617" y="39590"/>
                </a:lnTo>
                <a:lnTo>
                  <a:pt x="469565" y="40013"/>
                </a:lnTo>
                <a:lnTo>
                  <a:pt x="469520" y="40438"/>
                </a:lnTo>
                <a:lnTo>
                  <a:pt x="469480" y="40866"/>
                </a:lnTo>
                <a:lnTo>
                  <a:pt x="469447" y="41297"/>
                </a:lnTo>
                <a:lnTo>
                  <a:pt x="469420" y="41730"/>
                </a:lnTo>
                <a:lnTo>
                  <a:pt x="469399" y="42166"/>
                </a:lnTo>
                <a:lnTo>
                  <a:pt x="469383" y="42604"/>
                </a:lnTo>
                <a:lnTo>
                  <a:pt x="469374" y="43044"/>
                </a:lnTo>
                <a:lnTo>
                  <a:pt x="469371" y="43488"/>
                </a:lnTo>
                <a:lnTo>
                  <a:pt x="469374" y="43946"/>
                </a:lnTo>
                <a:lnTo>
                  <a:pt x="469383" y="44401"/>
                </a:lnTo>
                <a:lnTo>
                  <a:pt x="469398" y="44853"/>
                </a:lnTo>
                <a:lnTo>
                  <a:pt x="469418" y="45301"/>
                </a:lnTo>
                <a:lnTo>
                  <a:pt x="469445" y="45747"/>
                </a:lnTo>
                <a:lnTo>
                  <a:pt x="469477" y="46189"/>
                </a:lnTo>
                <a:lnTo>
                  <a:pt x="469516" y="46628"/>
                </a:lnTo>
                <a:lnTo>
                  <a:pt x="469560" y="47064"/>
                </a:lnTo>
                <a:lnTo>
                  <a:pt x="469610" y="47496"/>
                </a:lnTo>
                <a:lnTo>
                  <a:pt x="469666" y="47926"/>
                </a:lnTo>
                <a:lnTo>
                  <a:pt x="469728" y="48352"/>
                </a:lnTo>
                <a:lnTo>
                  <a:pt x="469796" y="48775"/>
                </a:lnTo>
                <a:lnTo>
                  <a:pt x="469870" y="49195"/>
                </a:lnTo>
                <a:lnTo>
                  <a:pt x="469949" y="49612"/>
                </a:lnTo>
                <a:lnTo>
                  <a:pt x="470035" y="50025"/>
                </a:lnTo>
                <a:lnTo>
                  <a:pt x="470126" y="50436"/>
                </a:lnTo>
                <a:lnTo>
                  <a:pt x="470223" y="50843"/>
                </a:lnTo>
                <a:lnTo>
                  <a:pt x="470326" y="51247"/>
                </a:lnTo>
                <a:lnTo>
                  <a:pt x="470435" y="51648"/>
                </a:lnTo>
                <a:lnTo>
                  <a:pt x="470550" y="52045"/>
                </a:lnTo>
                <a:lnTo>
                  <a:pt x="470671" y="52440"/>
                </a:lnTo>
                <a:lnTo>
                  <a:pt x="470798" y="52831"/>
                </a:lnTo>
                <a:lnTo>
                  <a:pt x="470931" y="53219"/>
                </a:lnTo>
                <a:lnTo>
                  <a:pt x="471069" y="53604"/>
                </a:lnTo>
                <a:lnTo>
                  <a:pt x="471213" y="53985"/>
                </a:lnTo>
                <a:lnTo>
                  <a:pt x="471362" y="54361"/>
                </a:lnTo>
                <a:lnTo>
                  <a:pt x="471516" y="54733"/>
                </a:lnTo>
                <a:lnTo>
                  <a:pt x="471675" y="55101"/>
                </a:lnTo>
                <a:lnTo>
                  <a:pt x="471839" y="55464"/>
                </a:lnTo>
                <a:lnTo>
                  <a:pt x="472008" y="55822"/>
                </a:lnTo>
                <a:lnTo>
                  <a:pt x="472182" y="56177"/>
                </a:lnTo>
                <a:lnTo>
                  <a:pt x="472360" y="56526"/>
                </a:lnTo>
                <a:lnTo>
                  <a:pt x="472544" y="56871"/>
                </a:lnTo>
                <a:lnTo>
                  <a:pt x="472732" y="57212"/>
                </a:lnTo>
                <a:lnTo>
                  <a:pt x="472926" y="57548"/>
                </a:lnTo>
                <a:lnTo>
                  <a:pt x="473124" y="57880"/>
                </a:lnTo>
                <a:lnTo>
                  <a:pt x="473327" y="58208"/>
                </a:lnTo>
                <a:lnTo>
                  <a:pt x="473536" y="58530"/>
                </a:lnTo>
                <a:lnTo>
                  <a:pt x="473749" y="58849"/>
                </a:lnTo>
                <a:lnTo>
                  <a:pt x="473967" y="59163"/>
                </a:lnTo>
                <a:lnTo>
                  <a:pt x="474190" y="59472"/>
                </a:lnTo>
                <a:lnTo>
                  <a:pt x="474418" y="59777"/>
                </a:lnTo>
                <a:lnTo>
                  <a:pt x="474651" y="60078"/>
                </a:lnTo>
                <a:lnTo>
                  <a:pt x="474889" y="60374"/>
                </a:lnTo>
                <a:lnTo>
                  <a:pt x="475132" y="60665"/>
                </a:lnTo>
                <a:lnTo>
                  <a:pt x="475380" y="60953"/>
                </a:lnTo>
                <a:lnTo>
                  <a:pt x="475632" y="61235"/>
                </a:lnTo>
                <a:lnTo>
                  <a:pt x="475890" y="61514"/>
                </a:lnTo>
                <a:lnTo>
                  <a:pt x="476152" y="61787"/>
                </a:lnTo>
                <a:lnTo>
                  <a:pt x="476420" y="62055"/>
                </a:lnTo>
                <a:lnTo>
                  <a:pt x="476692" y="62317"/>
                </a:lnTo>
                <a:lnTo>
                  <a:pt x="476969" y="62575"/>
                </a:lnTo>
                <a:lnTo>
                  <a:pt x="477250" y="62827"/>
                </a:lnTo>
                <a:lnTo>
                  <a:pt x="477537" y="63074"/>
                </a:lnTo>
                <a:lnTo>
                  <a:pt x="477828" y="63316"/>
                </a:lnTo>
                <a:lnTo>
                  <a:pt x="478124" y="63552"/>
                </a:lnTo>
                <a:lnTo>
                  <a:pt x="478424" y="63783"/>
                </a:lnTo>
                <a:lnTo>
                  <a:pt x="478730" y="64009"/>
                </a:lnTo>
                <a:lnTo>
                  <a:pt x="479040" y="64229"/>
                </a:lnTo>
                <a:lnTo>
                  <a:pt x="479355" y="64445"/>
                </a:lnTo>
                <a:lnTo>
                  <a:pt x="479675" y="64655"/>
                </a:lnTo>
                <a:lnTo>
                  <a:pt x="480000" y="64859"/>
                </a:lnTo>
                <a:lnTo>
                  <a:pt x="480329" y="65059"/>
                </a:lnTo>
                <a:lnTo>
                  <a:pt x="480664" y="65253"/>
                </a:lnTo>
                <a:lnTo>
                  <a:pt x="481003" y="65442"/>
                </a:lnTo>
                <a:lnTo>
                  <a:pt x="481346" y="65626"/>
                </a:lnTo>
                <a:lnTo>
                  <a:pt x="481695" y="65804"/>
                </a:lnTo>
                <a:lnTo>
                  <a:pt x="482048" y="65977"/>
                </a:lnTo>
                <a:lnTo>
                  <a:pt x="482406" y="66145"/>
                </a:lnTo>
                <a:lnTo>
                  <a:pt x="482769" y="66308"/>
                </a:lnTo>
                <a:lnTo>
                  <a:pt x="483137" y="66465"/>
                </a:lnTo>
                <a:lnTo>
                  <a:pt x="483510" y="66617"/>
                </a:lnTo>
                <a:lnTo>
                  <a:pt x="483886" y="66763"/>
                </a:lnTo>
                <a:lnTo>
                  <a:pt x="484267" y="66904"/>
                </a:lnTo>
                <a:lnTo>
                  <a:pt x="484651" y="67037"/>
                </a:lnTo>
                <a:lnTo>
                  <a:pt x="485040" y="67165"/>
                </a:lnTo>
                <a:lnTo>
                  <a:pt x="485432" y="67286"/>
                </a:lnTo>
                <a:lnTo>
                  <a:pt x="485828" y="67402"/>
                </a:lnTo>
                <a:lnTo>
                  <a:pt x="486227" y="67511"/>
                </a:lnTo>
                <a:lnTo>
                  <a:pt x="486631" y="67613"/>
                </a:lnTo>
                <a:lnTo>
                  <a:pt x="487038" y="67710"/>
                </a:lnTo>
                <a:lnTo>
                  <a:pt x="487450" y="67800"/>
                </a:lnTo>
                <a:lnTo>
                  <a:pt x="487865" y="67884"/>
                </a:lnTo>
                <a:lnTo>
                  <a:pt x="488284" y="67962"/>
                </a:lnTo>
                <a:lnTo>
                  <a:pt x="488706" y="68034"/>
                </a:lnTo>
                <a:lnTo>
                  <a:pt x="489133" y="68099"/>
                </a:lnTo>
                <a:lnTo>
                  <a:pt x="489563" y="68158"/>
                </a:lnTo>
                <a:lnTo>
                  <a:pt x="489997" y="68211"/>
                </a:lnTo>
                <a:lnTo>
                  <a:pt x="490435" y="68258"/>
                </a:lnTo>
                <a:lnTo>
                  <a:pt x="490877" y="68298"/>
                </a:lnTo>
                <a:lnTo>
                  <a:pt x="491323" y="68332"/>
                </a:lnTo>
                <a:lnTo>
                  <a:pt x="491773" y="68360"/>
                </a:lnTo>
                <a:lnTo>
                  <a:pt x="492226" y="68382"/>
                </a:lnTo>
                <a:lnTo>
                  <a:pt x="492683" y="68398"/>
                </a:lnTo>
                <a:lnTo>
                  <a:pt x="493144" y="68407"/>
                </a:lnTo>
                <a:lnTo>
                  <a:pt x="493609" y="68410"/>
                </a:lnTo>
                <a:lnTo>
                  <a:pt x="494278" y="68404"/>
                </a:lnTo>
                <a:lnTo>
                  <a:pt x="494939" y="68385"/>
                </a:lnTo>
                <a:lnTo>
                  <a:pt x="495591" y="68353"/>
                </a:lnTo>
                <a:lnTo>
                  <a:pt x="496236" y="68308"/>
                </a:lnTo>
                <a:lnTo>
                  <a:pt x="496872" y="68251"/>
                </a:lnTo>
                <a:lnTo>
                  <a:pt x="497499" y="68181"/>
                </a:lnTo>
                <a:lnTo>
                  <a:pt x="498119" y="68098"/>
                </a:lnTo>
                <a:lnTo>
                  <a:pt x="498730" y="68003"/>
                </a:lnTo>
                <a:lnTo>
                  <a:pt x="499333" y="67894"/>
                </a:lnTo>
                <a:lnTo>
                  <a:pt x="499927" y="67773"/>
                </a:lnTo>
                <a:lnTo>
                  <a:pt x="500513" y="67640"/>
                </a:lnTo>
                <a:lnTo>
                  <a:pt x="501091" y="67493"/>
                </a:lnTo>
                <a:lnTo>
                  <a:pt x="501661" y="67334"/>
                </a:lnTo>
                <a:lnTo>
                  <a:pt x="502222" y="67162"/>
                </a:lnTo>
                <a:lnTo>
                  <a:pt x="502775" y="66977"/>
                </a:lnTo>
                <a:lnTo>
                  <a:pt x="503320" y="66780"/>
                </a:lnTo>
                <a:lnTo>
                  <a:pt x="503857" y="66569"/>
                </a:lnTo>
                <a:lnTo>
                  <a:pt x="504385" y="66346"/>
                </a:lnTo>
                <a:lnTo>
                  <a:pt x="504905" y="66111"/>
                </a:lnTo>
                <a:lnTo>
                  <a:pt x="505416" y="65862"/>
                </a:lnTo>
                <a:lnTo>
                  <a:pt x="505920" y="65601"/>
                </a:lnTo>
                <a:lnTo>
                  <a:pt x="506415" y="65327"/>
                </a:lnTo>
                <a:lnTo>
                  <a:pt x="506902" y="65041"/>
                </a:lnTo>
                <a:lnTo>
                  <a:pt x="507380" y="64741"/>
                </a:lnTo>
                <a:lnTo>
                  <a:pt x="507849" y="64427"/>
                </a:lnTo>
                <a:lnTo>
                  <a:pt x="508309" y="64096"/>
                </a:lnTo>
                <a:lnTo>
                  <a:pt x="508757" y="63748"/>
                </a:lnTo>
                <a:lnTo>
                  <a:pt x="509196" y="63383"/>
                </a:lnTo>
                <a:lnTo>
                  <a:pt x="509625" y="63001"/>
                </a:lnTo>
                <a:lnTo>
                  <a:pt x="510043" y="62603"/>
                </a:lnTo>
                <a:lnTo>
                  <a:pt x="510451" y="62187"/>
                </a:lnTo>
                <a:lnTo>
                  <a:pt x="510849" y="61755"/>
                </a:lnTo>
                <a:lnTo>
                  <a:pt x="511237" y="61306"/>
                </a:lnTo>
                <a:lnTo>
                  <a:pt x="511614" y="60840"/>
                </a:lnTo>
                <a:lnTo>
                  <a:pt x="511982" y="60356"/>
                </a:lnTo>
                <a:lnTo>
                  <a:pt x="512339" y="59857"/>
                </a:lnTo>
                <a:lnTo>
                  <a:pt x="512685" y="59340"/>
                </a:lnTo>
                <a:lnTo>
                  <a:pt x="513022" y="58806"/>
                </a:lnTo>
                <a:lnTo>
                  <a:pt x="513349" y="58255"/>
                </a:lnTo>
                <a:lnTo>
                  <a:pt x="513665" y="57688"/>
                </a:lnTo>
                <a:lnTo>
                  <a:pt x="513971" y="57104"/>
                </a:lnTo>
                <a:lnTo>
                  <a:pt x="514267" y="56502"/>
                </a:lnTo>
                <a:lnTo>
                  <a:pt x="514552" y="55884"/>
                </a:lnTo>
                <a:lnTo>
                  <a:pt x="514828" y="55249"/>
                </a:lnTo>
                <a:lnTo>
                  <a:pt x="515093" y="54597"/>
                </a:lnTo>
                <a:lnTo>
                  <a:pt x="515348" y="53929"/>
                </a:lnTo>
                <a:lnTo>
                  <a:pt x="515593" y="53243"/>
                </a:lnTo>
                <a:lnTo>
                  <a:pt x="515828" y="52541"/>
                </a:lnTo>
                <a:lnTo>
                  <a:pt x="504351" y="52541"/>
                </a:lnTo>
                <a:lnTo>
                  <a:pt x="504294" y="52722"/>
                </a:lnTo>
                <a:lnTo>
                  <a:pt x="504229" y="52903"/>
                </a:lnTo>
                <a:lnTo>
                  <a:pt x="504156" y="53083"/>
                </a:lnTo>
                <a:lnTo>
                  <a:pt x="504076" y="53262"/>
                </a:lnTo>
                <a:lnTo>
                  <a:pt x="503988" y="53441"/>
                </a:lnTo>
                <a:lnTo>
                  <a:pt x="503892" y="53618"/>
                </a:lnTo>
                <a:lnTo>
                  <a:pt x="503789" y="53795"/>
                </a:lnTo>
                <a:lnTo>
                  <a:pt x="503678" y="53971"/>
                </a:lnTo>
                <a:lnTo>
                  <a:pt x="503559" y="54147"/>
                </a:lnTo>
                <a:lnTo>
                  <a:pt x="503433" y="54321"/>
                </a:lnTo>
                <a:lnTo>
                  <a:pt x="503299" y="54495"/>
                </a:lnTo>
                <a:lnTo>
                  <a:pt x="503157" y="54668"/>
                </a:lnTo>
                <a:lnTo>
                  <a:pt x="503008" y="54840"/>
                </a:lnTo>
                <a:lnTo>
                  <a:pt x="502851" y="55011"/>
                </a:lnTo>
                <a:lnTo>
                  <a:pt x="502687" y="55182"/>
                </a:lnTo>
                <a:lnTo>
                  <a:pt x="502514" y="55352"/>
                </a:lnTo>
                <a:lnTo>
                  <a:pt x="502335" y="55521"/>
                </a:lnTo>
                <a:lnTo>
                  <a:pt x="502147" y="55689"/>
                </a:lnTo>
                <a:lnTo>
                  <a:pt x="501952" y="55856"/>
                </a:lnTo>
                <a:lnTo>
                  <a:pt x="501749" y="56023"/>
                </a:lnTo>
                <a:lnTo>
                  <a:pt x="501539" y="56189"/>
                </a:lnTo>
                <a:lnTo>
                  <a:pt x="501321" y="56354"/>
                </a:lnTo>
                <a:lnTo>
                  <a:pt x="501095" y="56518"/>
                </a:lnTo>
                <a:lnTo>
                  <a:pt x="500861" y="56682"/>
                </a:lnTo>
                <a:lnTo>
                  <a:pt x="500622" y="56841"/>
                </a:lnTo>
                <a:lnTo>
                  <a:pt x="500380" y="56994"/>
                </a:lnTo>
                <a:lnTo>
                  <a:pt x="500133" y="57140"/>
                </a:lnTo>
                <a:lnTo>
                  <a:pt x="499882" y="57279"/>
                </a:lnTo>
                <a:lnTo>
                  <a:pt x="499628" y="57412"/>
                </a:lnTo>
                <a:lnTo>
                  <a:pt x="499370" y="57537"/>
                </a:lnTo>
                <a:lnTo>
                  <a:pt x="499108" y="57656"/>
                </a:lnTo>
                <a:lnTo>
                  <a:pt x="498842" y="57768"/>
                </a:lnTo>
                <a:lnTo>
                  <a:pt x="498572" y="57873"/>
                </a:lnTo>
                <a:lnTo>
                  <a:pt x="498299" y="57972"/>
                </a:lnTo>
                <a:lnTo>
                  <a:pt x="498022" y="58064"/>
                </a:lnTo>
                <a:lnTo>
                  <a:pt x="497741" y="58148"/>
                </a:lnTo>
                <a:lnTo>
                  <a:pt x="497456" y="58227"/>
                </a:lnTo>
                <a:lnTo>
                  <a:pt x="497167" y="58298"/>
                </a:lnTo>
                <a:lnTo>
                  <a:pt x="496874" y="58362"/>
                </a:lnTo>
                <a:lnTo>
                  <a:pt x="496578" y="58420"/>
                </a:lnTo>
                <a:lnTo>
                  <a:pt x="496277" y="58471"/>
                </a:lnTo>
                <a:lnTo>
                  <a:pt x="495973" y="58515"/>
                </a:lnTo>
                <a:lnTo>
                  <a:pt x="495665" y="58553"/>
                </a:lnTo>
                <a:lnTo>
                  <a:pt x="495354" y="58583"/>
                </a:lnTo>
                <a:lnTo>
                  <a:pt x="495038" y="58607"/>
                </a:lnTo>
                <a:lnTo>
                  <a:pt x="494719" y="58624"/>
                </a:lnTo>
                <a:lnTo>
                  <a:pt x="494395" y="58634"/>
                </a:lnTo>
                <a:lnTo>
                  <a:pt x="494068" y="58637"/>
                </a:lnTo>
                <a:lnTo>
                  <a:pt x="493614" y="58632"/>
                </a:lnTo>
                <a:lnTo>
                  <a:pt x="493168" y="58618"/>
                </a:lnTo>
                <a:lnTo>
                  <a:pt x="492731" y="58593"/>
                </a:lnTo>
                <a:lnTo>
                  <a:pt x="492304" y="58558"/>
                </a:lnTo>
                <a:lnTo>
                  <a:pt x="491885" y="58514"/>
                </a:lnTo>
                <a:lnTo>
                  <a:pt x="491475" y="58460"/>
                </a:lnTo>
                <a:lnTo>
                  <a:pt x="491074" y="58396"/>
                </a:lnTo>
                <a:lnTo>
                  <a:pt x="490682" y="58322"/>
                </a:lnTo>
                <a:lnTo>
                  <a:pt x="490298" y="58238"/>
                </a:lnTo>
                <a:lnTo>
                  <a:pt x="489924" y="58144"/>
                </a:lnTo>
                <a:lnTo>
                  <a:pt x="489559" y="58040"/>
                </a:lnTo>
                <a:lnTo>
                  <a:pt x="489202" y="57927"/>
                </a:lnTo>
                <a:lnTo>
                  <a:pt x="488855" y="57803"/>
                </a:lnTo>
                <a:lnTo>
                  <a:pt x="488516" y="57670"/>
                </a:lnTo>
                <a:lnTo>
                  <a:pt x="488186" y="57527"/>
                </a:lnTo>
                <a:lnTo>
                  <a:pt x="487866" y="57374"/>
                </a:lnTo>
                <a:lnTo>
                  <a:pt x="487554" y="57211"/>
                </a:lnTo>
                <a:lnTo>
                  <a:pt x="487251" y="57039"/>
                </a:lnTo>
                <a:lnTo>
                  <a:pt x="486957" y="56856"/>
                </a:lnTo>
                <a:lnTo>
                  <a:pt x="486672" y="56663"/>
                </a:lnTo>
                <a:lnTo>
                  <a:pt x="486396" y="56461"/>
                </a:lnTo>
                <a:lnTo>
                  <a:pt x="486128" y="56249"/>
                </a:lnTo>
                <a:lnTo>
                  <a:pt x="485870" y="56027"/>
                </a:lnTo>
                <a:lnTo>
                  <a:pt x="485621" y="55795"/>
                </a:lnTo>
                <a:lnTo>
                  <a:pt x="485381" y="55552"/>
                </a:lnTo>
                <a:lnTo>
                  <a:pt x="485150" y="55297"/>
                </a:lnTo>
                <a:lnTo>
                  <a:pt x="484928" y="55030"/>
                </a:lnTo>
                <a:lnTo>
                  <a:pt x="484715" y="54750"/>
                </a:lnTo>
                <a:lnTo>
                  <a:pt x="484512" y="54459"/>
                </a:lnTo>
                <a:lnTo>
                  <a:pt x="484318" y="54155"/>
                </a:lnTo>
                <a:lnTo>
                  <a:pt x="484134" y="53840"/>
                </a:lnTo>
                <a:lnTo>
                  <a:pt x="483958" y="53512"/>
                </a:lnTo>
                <a:lnTo>
                  <a:pt x="483792" y="53172"/>
                </a:lnTo>
                <a:lnTo>
                  <a:pt x="483635" y="52820"/>
                </a:lnTo>
                <a:lnTo>
                  <a:pt x="483487" y="52456"/>
                </a:lnTo>
                <a:lnTo>
                  <a:pt x="483349" y="52080"/>
                </a:lnTo>
                <a:lnTo>
                  <a:pt x="483220" y="51692"/>
                </a:lnTo>
                <a:lnTo>
                  <a:pt x="483100" y="51291"/>
                </a:lnTo>
                <a:lnTo>
                  <a:pt x="482989" y="50879"/>
                </a:lnTo>
                <a:lnTo>
                  <a:pt x="482887" y="50455"/>
                </a:lnTo>
                <a:lnTo>
                  <a:pt x="482795" y="50018"/>
                </a:lnTo>
                <a:lnTo>
                  <a:pt x="482712" y="49569"/>
                </a:lnTo>
                <a:lnTo>
                  <a:pt x="482638" y="49108"/>
                </a:lnTo>
                <a:lnTo>
                  <a:pt x="482574" y="48636"/>
                </a:lnTo>
                <a:lnTo>
                  <a:pt x="482519" y="48151"/>
                </a:lnTo>
                <a:lnTo>
                  <a:pt x="482473" y="47653"/>
                </a:lnTo>
                <a:lnTo>
                  <a:pt x="482436" y="47144"/>
                </a:lnTo>
                <a:lnTo>
                  <a:pt x="482408" y="46623"/>
                </a:lnTo>
                <a:lnTo>
                  <a:pt x="516654" y="46623"/>
                </a:lnTo>
                <a:lnTo>
                  <a:pt x="516682" y="46164"/>
                </a:lnTo>
                <a:lnTo>
                  <a:pt x="516704" y="45706"/>
                </a:lnTo>
                <a:lnTo>
                  <a:pt x="516720" y="45250"/>
                </a:lnTo>
                <a:lnTo>
                  <a:pt x="516731" y="44796"/>
                </a:lnTo>
                <a:close/>
                <a:moveTo>
                  <a:pt x="482450" y="37904"/>
                </a:moveTo>
                <a:lnTo>
                  <a:pt x="482464" y="37783"/>
                </a:lnTo>
                <a:lnTo>
                  <a:pt x="482480" y="37661"/>
                </a:lnTo>
                <a:lnTo>
                  <a:pt x="482497" y="37537"/>
                </a:lnTo>
                <a:lnTo>
                  <a:pt x="482515" y="37413"/>
                </a:lnTo>
                <a:lnTo>
                  <a:pt x="482535" y="37287"/>
                </a:lnTo>
                <a:lnTo>
                  <a:pt x="482556" y="37159"/>
                </a:lnTo>
                <a:lnTo>
                  <a:pt x="482579" y="37031"/>
                </a:lnTo>
                <a:lnTo>
                  <a:pt x="482603" y="36901"/>
                </a:lnTo>
                <a:lnTo>
                  <a:pt x="482628" y="36770"/>
                </a:lnTo>
                <a:lnTo>
                  <a:pt x="482655" y="36637"/>
                </a:lnTo>
                <a:lnTo>
                  <a:pt x="482684" y="36504"/>
                </a:lnTo>
                <a:lnTo>
                  <a:pt x="482713" y="36369"/>
                </a:lnTo>
                <a:lnTo>
                  <a:pt x="482745" y="36233"/>
                </a:lnTo>
                <a:lnTo>
                  <a:pt x="482777" y="36095"/>
                </a:lnTo>
                <a:lnTo>
                  <a:pt x="482812" y="35956"/>
                </a:lnTo>
                <a:lnTo>
                  <a:pt x="482847" y="35816"/>
                </a:lnTo>
                <a:lnTo>
                  <a:pt x="482884" y="35675"/>
                </a:lnTo>
                <a:lnTo>
                  <a:pt x="482923" y="35532"/>
                </a:lnTo>
                <a:lnTo>
                  <a:pt x="482962" y="35388"/>
                </a:lnTo>
                <a:lnTo>
                  <a:pt x="483004" y="35243"/>
                </a:lnTo>
                <a:lnTo>
                  <a:pt x="483047" y="35098"/>
                </a:lnTo>
                <a:lnTo>
                  <a:pt x="483093" y="34953"/>
                </a:lnTo>
                <a:lnTo>
                  <a:pt x="483142" y="34808"/>
                </a:lnTo>
                <a:lnTo>
                  <a:pt x="483193" y="34665"/>
                </a:lnTo>
                <a:lnTo>
                  <a:pt x="483246" y="34522"/>
                </a:lnTo>
                <a:lnTo>
                  <a:pt x="483303" y="34379"/>
                </a:lnTo>
                <a:lnTo>
                  <a:pt x="483361" y="34238"/>
                </a:lnTo>
                <a:lnTo>
                  <a:pt x="483423" y="34097"/>
                </a:lnTo>
                <a:lnTo>
                  <a:pt x="483486" y="33956"/>
                </a:lnTo>
                <a:lnTo>
                  <a:pt x="483553" y="33816"/>
                </a:lnTo>
                <a:lnTo>
                  <a:pt x="483622" y="33677"/>
                </a:lnTo>
                <a:lnTo>
                  <a:pt x="483693" y="33539"/>
                </a:lnTo>
                <a:lnTo>
                  <a:pt x="483767" y="33401"/>
                </a:lnTo>
                <a:lnTo>
                  <a:pt x="483844" y="33264"/>
                </a:lnTo>
                <a:lnTo>
                  <a:pt x="483923" y="33127"/>
                </a:lnTo>
                <a:lnTo>
                  <a:pt x="484004" y="32991"/>
                </a:lnTo>
                <a:lnTo>
                  <a:pt x="484089" y="32856"/>
                </a:lnTo>
                <a:lnTo>
                  <a:pt x="484175" y="32721"/>
                </a:lnTo>
                <a:lnTo>
                  <a:pt x="484265" y="32587"/>
                </a:lnTo>
                <a:lnTo>
                  <a:pt x="484356" y="32454"/>
                </a:lnTo>
                <a:lnTo>
                  <a:pt x="484451" y="32321"/>
                </a:lnTo>
                <a:lnTo>
                  <a:pt x="484548" y="32189"/>
                </a:lnTo>
                <a:lnTo>
                  <a:pt x="484647" y="32058"/>
                </a:lnTo>
                <a:lnTo>
                  <a:pt x="484749" y="31927"/>
                </a:lnTo>
                <a:lnTo>
                  <a:pt x="484854" y="31798"/>
                </a:lnTo>
                <a:lnTo>
                  <a:pt x="484962" y="31670"/>
                </a:lnTo>
                <a:lnTo>
                  <a:pt x="485072" y="31544"/>
                </a:lnTo>
                <a:lnTo>
                  <a:pt x="485186" y="31419"/>
                </a:lnTo>
                <a:lnTo>
                  <a:pt x="485302" y="31297"/>
                </a:lnTo>
                <a:lnTo>
                  <a:pt x="485421" y="31176"/>
                </a:lnTo>
                <a:lnTo>
                  <a:pt x="485543" y="31057"/>
                </a:lnTo>
                <a:lnTo>
                  <a:pt x="485668" y="30939"/>
                </a:lnTo>
                <a:lnTo>
                  <a:pt x="485795" y="30824"/>
                </a:lnTo>
                <a:lnTo>
                  <a:pt x="485926" y="30710"/>
                </a:lnTo>
                <a:lnTo>
                  <a:pt x="486059" y="30598"/>
                </a:lnTo>
                <a:lnTo>
                  <a:pt x="486195" y="30488"/>
                </a:lnTo>
                <a:lnTo>
                  <a:pt x="486335" y="30379"/>
                </a:lnTo>
                <a:lnTo>
                  <a:pt x="486477" y="30273"/>
                </a:lnTo>
                <a:lnTo>
                  <a:pt x="486621" y="30168"/>
                </a:lnTo>
                <a:lnTo>
                  <a:pt x="486769" y="30064"/>
                </a:lnTo>
                <a:lnTo>
                  <a:pt x="486920" y="29963"/>
                </a:lnTo>
                <a:lnTo>
                  <a:pt x="487073" y="29863"/>
                </a:lnTo>
                <a:lnTo>
                  <a:pt x="487230" y="29765"/>
                </a:lnTo>
                <a:lnTo>
                  <a:pt x="487389" y="29669"/>
                </a:lnTo>
                <a:lnTo>
                  <a:pt x="487551" y="29575"/>
                </a:lnTo>
                <a:lnTo>
                  <a:pt x="487716" y="29482"/>
                </a:lnTo>
                <a:lnTo>
                  <a:pt x="487884" y="29391"/>
                </a:lnTo>
                <a:lnTo>
                  <a:pt x="488054" y="29302"/>
                </a:lnTo>
                <a:lnTo>
                  <a:pt x="488228" y="29215"/>
                </a:lnTo>
                <a:lnTo>
                  <a:pt x="488406" y="29133"/>
                </a:lnTo>
                <a:lnTo>
                  <a:pt x="488587" y="29054"/>
                </a:lnTo>
                <a:lnTo>
                  <a:pt x="488772" y="28978"/>
                </a:lnTo>
                <a:lnTo>
                  <a:pt x="488961" y="28907"/>
                </a:lnTo>
                <a:lnTo>
                  <a:pt x="489153" y="28839"/>
                </a:lnTo>
                <a:lnTo>
                  <a:pt x="489349" y="28774"/>
                </a:lnTo>
                <a:lnTo>
                  <a:pt x="489549" y="28713"/>
                </a:lnTo>
                <a:lnTo>
                  <a:pt x="489752" y="28656"/>
                </a:lnTo>
                <a:lnTo>
                  <a:pt x="489959" y="28603"/>
                </a:lnTo>
                <a:lnTo>
                  <a:pt x="490170" y="28554"/>
                </a:lnTo>
                <a:lnTo>
                  <a:pt x="490384" y="28508"/>
                </a:lnTo>
                <a:lnTo>
                  <a:pt x="490602" y="28465"/>
                </a:lnTo>
                <a:lnTo>
                  <a:pt x="490824" y="28427"/>
                </a:lnTo>
                <a:lnTo>
                  <a:pt x="491049" y="28392"/>
                </a:lnTo>
                <a:lnTo>
                  <a:pt x="491278" y="28360"/>
                </a:lnTo>
                <a:lnTo>
                  <a:pt x="491511" y="28333"/>
                </a:lnTo>
                <a:lnTo>
                  <a:pt x="491747" y="28309"/>
                </a:lnTo>
                <a:lnTo>
                  <a:pt x="491987" y="28289"/>
                </a:lnTo>
                <a:lnTo>
                  <a:pt x="492231" y="28272"/>
                </a:lnTo>
                <a:lnTo>
                  <a:pt x="492478" y="28259"/>
                </a:lnTo>
                <a:lnTo>
                  <a:pt x="492729" y="28250"/>
                </a:lnTo>
                <a:lnTo>
                  <a:pt x="492984" y="28245"/>
                </a:lnTo>
                <a:lnTo>
                  <a:pt x="493242" y="28243"/>
                </a:lnTo>
                <a:lnTo>
                  <a:pt x="493635" y="28247"/>
                </a:lnTo>
                <a:lnTo>
                  <a:pt x="494021" y="28261"/>
                </a:lnTo>
                <a:lnTo>
                  <a:pt x="494397" y="28283"/>
                </a:lnTo>
                <a:lnTo>
                  <a:pt x="494766" y="28314"/>
                </a:lnTo>
                <a:lnTo>
                  <a:pt x="495126" y="28355"/>
                </a:lnTo>
                <a:lnTo>
                  <a:pt x="495477" y="28404"/>
                </a:lnTo>
                <a:lnTo>
                  <a:pt x="495820" y="28462"/>
                </a:lnTo>
                <a:lnTo>
                  <a:pt x="496154" y="28529"/>
                </a:lnTo>
                <a:lnTo>
                  <a:pt x="496480" y="28605"/>
                </a:lnTo>
                <a:lnTo>
                  <a:pt x="496798" y="28691"/>
                </a:lnTo>
                <a:lnTo>
                  <a:pt x="497107" y="28785"/>
                </a:lnTo>
                <a:lnTo>
                  <a:pt x="497408" y="28888"/>
                </a:lnTo>
                <a:lnTo>
                  <a:pt x="497700" y="29000"/>
                </a:lnTo>
                <a:lnTo>
                  <a:pt x="497984" y="29120"/>
                </a:lnTo>
                <a:lnTo>
                  <a:pt x="498259" y="29250"/>
                </a:lnTo>
                <a:lnTo>
                  <a:pt x="498526" y="29389"/>
                </a:lnTo>
                <a:lnTo>
                  <a:pt x="498785" y="29537"/>
                </a:lnTo>
                <a:lnTo>
                  <a:pt x="499035" y="29694"/>
                </a:lnTo>
                <a:lnTo>
                  <a:pt x="499276" y="29859"/>
                </a:lnTo>
                <a:lnTo>
                  <a:pt x="499509" y="30034"/>
                </a:lnTo>
                <a:lnTo>
                  <a:pt x="499734" y="30217"/>
                </a:lnTo>
                <a:lnTo>
                  <a:pt x="499950" y="30410"/>
                </a:lnTo>
                <a:lnTo>
                  <a:pt x="500158" y="30611"/>
                </a:lnTo>
                <a:lnTo>
                  <a:pt x="500357" y="30822"/>
                </a:lnTo>
                <a:lnTo>
                  <a:pt x="500550" y="31041"/>
                </a:lnTo>
                <a:lnTo>
                  <a:pt x="500737" y="31268"/>
                </a:lnTo>
                <a:lnTo>
                  <a:pt x="500920" y="31504"/>
                </a:lnTo>
                <a:lnTo>
                  <a:pt x="501098" y="31748"/>
                </a:lnTo>
                <a:lnTo>
                  <a:pt x="501271" y="32000"/>
                </a:lnTo>
                <a:lnTo>
                  <a:pt x="501439" y="32261"/>
                </a:lnTo>
                <a:lnTo>
                  <a:pt x="501602" y="32530"/>
                </a:lnTo>
                <a:lnTo>
                  <a:pt x="501760" y="32807"/>
                </a:lnTo>
                <a:lnTo>
                  <a:pt x="501913" y="33093"/>
                </a:lnTo>
                <a:lnTo>
                  <a:pt x="502061" y="33387"/>
                </a:lnTo>
                <a:lnTo>
                  <a:pt x="502204" y="33689"/>
                </a:lnTo>
                <a:lnTo>
                  <a:pt x="502342" y="34000"/>
                </a:lnTo>
                <a:lnTo>
                  <a:pt x="502476" y="34318"/>
                </a:lnTo>
                <a:lnTo>
                  <a:pt x="502604" y="34646"/>
                </a:lnTo>
                <a:lnTo>
                  <a:pt x="502727" y="34981"/>
                </a:lnTo>
                <a:lnTo>
                  <a:pt x="502846" y="35325"/>
                </a:lnTo>
                <a:lnTo>
                  <a:pt x="502959" y="35677"/>
                </a:lnTo>
                <a:lnTo>
                  <a:pt x="503068" y="36037"/>
                </a:lnTo>
                <a:lnTo>
                  <a:pt x="503172" y="36406"/>
                </a:lnTo>
                <a:lnTo>
                  <a:pt x="503270" y="36783"/>
                </a:lnTo>
                <a:lnTo>
                  <a:pt x="503364" y="37168"/>
                </a:lnTo>
                <a:lnTo>
                  <a:pt x="503453" y="37562"/>
                </a:lnTo>
                <a:lnTo>
                  <a:pt x="503537" y="37964"/>
                </a:lnTo>
                <a:lnTo>
                  <a:pt x="503616" y="38374"/>
                </a:lnTo>
                <a:lnTo>
                  <a:pt x="482408" y="38374"/>
                </a:lnTo>
                <a:lnTo>
                  <a:pt x="482417" y="38259"/>
                </a:lnTo>
                <a:lnTo>
                  <a:pt x="482426" y="38142"/>
                </a:lnTo>
                <a:lnTo>
                  <a:pt x="482438" y="38023"/>
                </a:lnTo>
                <a:lnTo>
                  <a:pt x="482450" y="37904"/>
                </a:lnTo>
                <a:close/>
                <a:moveTo>
                  <a:pt x="49303" y="67155"/>
                </a:moveTo>
                <a:lnTo>
                  <a:pt x="31766" y="41926"/>
                </a:lnTo>
                <a:lnTo>
                  <a:pt x="47375" y="19725"/>
                </a:lnTo>
                <a:lnTo>
                  <a:pt x="32960" y="19725"/>
                </a:lnTo>
                <a:lnTo>
                  <a:pt x="24697" y="32111"/>
                </a:lnTo>
                <a:lnTo>
                  <a:pt x="16342" y="19725"/>
                </a:lnTo>
                <a:lnTo>
                  <a:pt x="1470" y="19725"/>
                </a:lnTo>
                <a:lnTo>
                  <a:pt x="17077" y="42202"/>
                </a:lnTo>
                <a:lnTo>
                  <a:pt x="0" y="67155"/>
                </a:lnTo>
                <a:lnTo>
                  <a:pt x="14598" y="67155"/>
                </a:lnTo>
                <a:lnTo>
                  <a:pt x="24514" y="52202"/>
                </a:lnTo>
                <a:lnTo>
                  <a:pt x="34429" y="67155"/>
                </a:lnTo>
                <a:lnTo>
                  <a:pt x="49303" y="67155"/>
                </a:lnTo>
                <a:close/>
                <a:moveTo>
                  <a:pt x="240240" y="67155"/>
                </a:moveTo>
                <a:lnTo>
                  <a:pt x="255114" y="67155"/>
                </a:lnTo>
                <a:lnTo>
                  <a:pt x="237577" y="41926"/>
                </a:lnTo>
                <a:lnTo>
                  <a:pt x="253186" y="19725"/>
                </a:lnTo>
                <a:lnTo>
                  <a:pt x="238770" y="19725"/>
                </a:lnTo>
                <a:lnTo>
                  <a:pt x="230508" y="32111"/>
                </a:lnTo>
                <a:lnTo>
                  <a:pt x="222153" y="19725"/>
                </a:lnTo>
                <a:lnTo>
                  <a:pt x="207280" y="19725"/>
                </a:lnTo>
                <a:lnTo>
                  <a:pt x="222888" y="42202"/>
                </a:lnTo>
                <a:lnTo>
                  <a:pt x="205811" y="67155"/>
                </a:lnTo>
                <a:lnTo>
                  <a:pt x="220408" y="67155"/>
                </a:lnTo>
                <a:lnTo>
                  <a:pt x="230324" y="52202"/>
                </a:lnTo>
                <a:lnTo>
                  <a:pt x="240240" y="67155"/>
                </a:lnTo>
                <a:close/>
                <a:moveTo>
                  <a:pt x="176247" y="48865"/>
                </a:moveTo>
                <a:lnTo>
                  <a:pt x="129883" y="48865"/>
                </a:lnTo>
                <a:lnTo>
                  <a:pt x="129883" y="58727"/>
                </a:lnTo>
                <a:lnTo>
                  <a:pt x="176247" y="58727"/>
                </a:lnTo>
                <a:lnTo>
                  <a:pt x="176247" y="48865"/>
                </a:lnTo>
                <a:close/>
                <a:moveTo>
                  <a:pt x="260285" y="67155"/>
                </a:moveTo>
                <a:lnTo>
                  <a:pt x="274699" y="67155"/>
                </a:lnTo>
                <a:lnTo>
                  <a:pt x="274699" y="52989"/>
                </a:lnTo>
                <a:lnTo>
                  <a:pt x="260285" y="52989"/>
                </a:lnTo>
                <a:lnTo>
                  <a:pt x="260285" y="67155"/>
                </a:lnTo>
                <a:close/>
                <a:moveTo>
                  <a:pt x="832234" y="369"/>
                </a:moveTo>
                <a:lnTo>
                  <a:pt x="831986" y="740"/>
                </a:lnTo>
                <a:lnTo>
                  <a:pt x="831740" y="1115"/>
                </a:lnTo>
                <a:lnTo>
                  <a:pt x="831497" y="1492"/>
                </a:lnTo>
                <a:lnTo>
                  <a:pt x="831257" y="1872"/>
                </a:lnTo>
                <a:lnTo>
                  <a:pt x="831019" y="2255"/>
                </a:lnTo>
                <a:lnTo>
                  <a:pt x="830784" y="2641"/>
                </a:lnTo>
                <a:lnTo>
                  <a:pt x="830552" y="3030"/>
                </a:lnTo>
                <a:lnTo>
                  <a:pt x="830323" y="3422"/>
                </a:lnTo>
                <a:lnTo>
                  <a:pt x="830096" y="3816"/>
                </a:lnTo>
                <a:lnTo>
                  <a:pt x="829872" y="4214"/>
                </a:lnTo>
                <a:lnTo>
                  <a:pt x="829650" y="4614"/>
                </a:lnTo>
                <a:lnTo>
                  <a:pt x="829432" y="5017"/>
                </a:lnTo>
                <a:lnTo>
                  <a:pt x="829216" y="5423"/>
                </a:lnTo>
                <a:lnTo>
                  <a:pt x="829003" y="5832"/>
                </a:lnTo>
                <a:lnTo>
                  <a:pt x="828792" y="6244"/>
                </a:lnTo>
                <a:lnTo>
                  <a:pt x="828584" y="6658"/>
                </a:lnTo>
                <a:lnTo>
                  <a:pt x="828379" y="7076"/>
                </a:lnTo>
                <a:lnTo>
                  <a:pt x="828177" y="7496"/>
                </a:lnTo>
                <a:lnTo>
                  <a:pt x="827977" y="7920"/>
                </a:lnTo>
                <a:lnTo>
                  <a:pt x="827780" y="8346"/>
                </a:lnTo>
                <a:lnTo>
                  <a:pt x="827586" y="8775"/>
                </a:lnTo>
                <a:lnTo>
                  <a:pt x="827394" y="9206"/>
                </a:lnTo>
                <a:lnTo>
                  <a:pt x="827205" y="9641"/>
                </a:lnTo>
                <a:lnTo>
                  <a:pt x="827019" y="10078"/>
                </a:lnTo>
                <a:lnTo>
                  <a:pt x="826836" y="10516"/>
                </a:lnTo>
                <a:lnTo>
                  <a:pt x="826655" y="10955"/>
                </a:lnTo>
                <a:lnTo>
                  <a:pt x="826476" y="11396"/>
                </a:lnTo>
                <a:lnTo>
                  <a:pt x="826300" y="11838"/>
                </a:lnTo>
                <a:lnTo>
                  <a:pt x="826127" y="12281"/>
                </a:lnTo>
                <a:lnTo>
                  <a:pt x="825956" y="12726"/>
                </a:lnTo>
                <a:lnTo>
                  <a:pt x="825788" y="13171"/>
                </a:lnTo>
                <a:lnTo>
                  <a:pt x="825622" y="13618"/>
                </a:lnTo>
                <a:lnTo>
                  <a:pt x="825459" y="14067"/>
                </a:lnTo>
                <a:lnTo>
                  <a:pt x="825298" y="14516"/>
                </a:lnTo>
                <a:lnTo>
                  <a:pt x="825140" y="14967"/>
                </a:lnTo>
                <a:lnTo>
                  <a:pt x="824985" y="15419"/>
                </a:lnTo>
                <a:lnTo>
                  <a:pt x="824832" y="15872"/>
                </a:lnTo>
                <a:lnTo>
                  <a:pt x="824681" y="16327"/>
                </a:lnTo>
                <a:lnTo>
                  <a:pt x="824533" y="16783"/>
                </a:lnTo>
                <a:lnTo>
                  <a:pt x="824388" y="17240"/>
                </a:lnTo>
                <a:lnTo>
                  <a:pt x="824245" y="17698"/>
                </a:lnTo>
                <a:lnTo>
                  <a:pt x="824105" y="18158"/>
                </a:lnTo>
                <a:lnTo>
                  <a:pt x="823967" y="18619"/>
                </a:lnTo>
                <a:lnTo>
                  <a:pt x="823832" y="19082"/>
                </a:lnTo>
                <a:lnTo>
                  <a:pt x="823699" y="19545"/>
                </a:lnTo>
                <a:lnTo>
                  <a:pt x="823569" y="20010"/>
                </a:lnTo>
                <a:lnTo>
                  <a:pt x="823441" y="20476"/>
                </a:lnTo>
                <a:lnTo>
                  <a:pt x="823316" y="20943"/>
                </a:lnTo>
                <a:lnTo>
                  <a:pt x="823194" y="21410"/>
                </a:lnTo>
                <a:lnTo>
                  <a:pt x="823074" y="21877"/>
                </a:lnTo>
                <a:lnTo>
                  <a:pt x="822957" y="22344"/>
                </a:lnTo>
                <a:lnTo>
                  <a:pt x="822842" y="22812"/>
                </a:lnTo>
                <a:lnTo>
                  <a:pt x="822730" y="23279"/>
                </a:lnTo>
                <a:lnTo>
                  <a:pt x="822620" y="23747"/>
                </a:lnTo>
                <a:lnTo>
                  <a:pt x="822513" y="24215"/>
                </a:lnTo>
                <a:lnTo>
                  <a:pt x="822409" y="24683"/>
                </a:lnTo>
                <a:lnTo>
                  <a:pt x="822307" y="25151"/>
                </a:lnTo>
                <a:lnTo>
                  <a:pt x="822207" y="25620"/>
                </a:lnTo>
                <a:lnTo>
                  <a:pt x="822110" y="26089"/>
                </a:lnTo>
                <a:lnTo>
                  <a:pt x="822016" y="26557"/>
                </a:lnTo>
                <a:lnTo>
                  <a:pt x="821924" y="27026"/>
                </a:lnTo>
                <a:lnTo>
                  <a:pt x="821835" y="27495"/>
                </a:lnTo>
                <a:lnTo>
                  <a:pt x="821748" y="27964"/>
                </a:lnTo>
                <a:lnTo>
                  <a:pt x="821664" y="28434"/>
                </a:lnTo>
                <a:lnTo>
                  <a:pt x="821582" y="28903"/>
                </a:lnTo>
                <a:lnTo>
                  <a:pt x="821503" y="29373"/>
                </a:lnTo>
                <a:lnTo>
                  <a:pt x="821427" y="29843"/>
                </a:lnTo>
                <a:lnTo>
                  <a:pt x="821353" y="30313"/>
                </a:lnTo>
                <a:lnTo>
                  <a:pt x="821282" y="30783"/>
                </a:lnTo>
                <a:lnTo>
                  <a:pt x="821213" y="31254"/>
                </a:lnTo>
                <a:lnTo>
                  <a:pt x="821146" y="31724"/>
                </a:lnTo>
                <a:lnTo>
                  <a:pt x="821083" y="32194"/>
                </a:lnTo>
                <a:lnTo>
                  <a:pt x="821022" y="32662"/>
                </a:lnTo>
                <a:lnTo>
                  <a:pt x="820964" y="33128"/>
                </a:lnTo>
                <a:lnTo>
                  <a:pt x="820908" y="33592"/>
                </a:lnTo>
                <a:lnTo>
                  <a:pt x="820855" y="34055"/>
                </a:lnTo>
                <a:lnTo>
                  <a:pt x="820805" y="34516"/>
                </a:lnTo>
                <a:lnTo>
                  <a:pt x="820758" y="34975"/>
                </a:lnTo>
                <a:lnTo>
                  <a:pt x="820713" y="35433"/>
                </a:lnTo>
                <a:lnTo>
                  <a:pt x="820671" y="35889"/>
                </a:lnTo>
                <a:lnTo>
                  <a:pt x="820632" y="36343"/>
                </a:lnTo>
                <a:lnTo>
                  <a:pt x="820595" y="36795"/>
                </a:lnTo>
                <a:lnTo>
                  <a:pt x="820561" y="37245"/>
                </a:lnTo>
                <a:lnTo>
                  <a:pt x="820530" y="37694"/>
                </a:lnTo>
                <a:lnTo>
                  <a:pt x="820502" y="38141"/>
                </a:lnTo>
                <a:lnTo>
                  <a:pt x="820476" y="38586"/>
                </a:lnTo>
                <a:lnTo>
                  <a:pt x="820453" y="39029"/>
                </a:lnTo>
                <a:lnTo>
                  <a:pt x="820432" y="39471"/>
                </a:lnTo>
                <a:lnTo>
                  <a:pt x="820415" y="39911"/>
                </a:lnTo>
                <a:lnTo>
                  <a:pt x="820400" y="40349"/>
                </a:lnTo>
                <a:lnTo>
                  <a:pt x="820388" y="40786"/>
                </a:lnTo>
                <a:lnTo>
                  <a:pt x="820378" y="41220"/>
                </a:lnTo>
                <a:lnTo>
                  <a:pt x="820372" y="41653"/>
                </a:lnTo>
                <a:lnTo>
                  <a:pt x="820367" y="42085"/>
                </a:lnTo>
                <a:lnTo>
                  <a:pt x="820366" y="42514"/>
                </a:lnTo>
                <a:lnTo>
                  <a:pt x="820372" y="43416"/>
                </a:lnTo>
                <a:lnTo>
                  <a:pt x="820388" y="44317"/>
                </a:lnTo>
                <a:lnTo>
                  <a:pt x="820416" y="45217"/>
                </a:lnTo>
                <a:lnTo>
                  <a:pt x="820454" y="46115"/>
                </a:lnTo>
                <a:lnTo>
                  <a:pt x="820504" y="47013"/>
                </a:lnTo>
                <a:lnTo>
                  <a:pt x="820564" y="47909"/>
                </a:lnTo>
                <a:lnTo>
                  <a:pt x="820636" y="48803"/>
                </a:lnTo>
                <a:lnTo>
                  <a:pt x="820718" y="49697"/>
                </a:lnTo>
                <a:lnTo>
                  <a:pt x="820812" y="50589"/>
                </a:lnTo>
                <a:lnTo>
                  <a:pt x="820916" y="51479"/>
                </a:lnTo>
                <a:lnTo>
                  <a:pt x="821032" y="52369"/>
                </a:lnTo>
                <a:lnTo>
                  <a:pt x="821158" y="53257"/>
                </a:lnTo>
                <a:lnTo>
                  <a:pt x="821295" y="54144"/>
                </a:lnTo>
                <a:lnTo>
                  <a:pt x="821444" y="55030"/>
                </a:lnTo>
                <a:lnTo>
                  <a:pt x="821603" y="55914"/>
                </a:lnTo>
                <a:lnTo>
                  <a:pt x="821774" y="56797"/>
                </a:lnTo>
                <a:lnTo>
                  <a:pt x="821955" y="57679"/>
                </a:lnTo>
                <a:lnTo>
                  <a:pt x="822148" y="58560"/>
                </a:lnTo>
                <a:lnTo>
                  <a:pt x="822351" y="59439"/>
                </a:lnTo>
                <a:lnTo>
                  <a:pt x="822566" y="60317"/>
                </a:lnTo>
                <a:lnTo>
                  <a:pt x="822791" y="61194"/>
                </a:lnTo>
                <a:lnTo>
                  <a:pt x="823028" y="62069"/>
                </a:lnTo>
                <a:lnTo>
                  <a:pt x="823275" y="62944"/>
                </a:lnTo>
                <a:lnTo>
                  <a:pt x="823534" y="63817"/>
                </a:lnTo>
                <a:lnTo>
                  <a:pt x="823802" y="64687"/>
                </a:lnTo>
                <a:lnTo>
                  <a:pt x="824080" y="65554"/>
                </a:lnTo>
                <a:lnTo>
                  <a:pt x="824366" y="66418"/>
                </a:lnTo>
                <a:lnTo>
                  <a:pt x="824662" y="67278"/>
                </a:lnTo>
                <a:lnTo>
                  <a:pt x="824967" y="68134"/>
                </a:lnTo>
                <a:lnTo>
                  <a:pt x="825281" y="68987"/>
                </a:lnTo>
                <a:lnTo>
                  <a:pt x="825604" y="69837"/>
                </a:lnTo>
                <a:lnTo>
                  <a:pt x="825936" y="70683"/>
                </a:lnTo>
                <a:lnTo>
                  <a:pt x="826277" y="71525"/>
                </a:lnTo>
                <a:lnTo>
                  <a:pt x="826628" y="72364"/>
                </a:lnTo>
                <a:lnTo>
                  <a:pt x="826987" y="73200"/>
                </a:lnTo>
                <a:lnTo>
                  <a:pt x="827355" y="74032"/>
                </a:lnTo>
                <a:lnTo>
                  <a:pt x="827733" y="74860"/>
                </a:lnTo>
                <a:lnTo>
                  <a:pt x="828120" y="75685"/>
                </a:lnTo>
                <a:lnTo>
                  <a:pt x="828515" y="76507"/>
                </a:lnTo>
                <a:lnTo>
                  <a:pt x="828920" y="77325"/>
                </a:lnTo>
                <a:lnTo>
                  <a:pt x="829334" y="78139"/>
                </a:lnTo>
                <a:lnTo>
                  <a:pt x="829757" y="78950"/>
                </a:lnTo>
                <a:lnTo>
                  <a:pt x="830189" y="79758"/>
                </a:lnTo>
                <a:lnTo>
                  <a:pt x="830630" y="80561"/>
                </a:lnTo>
                <a:lnTo>
                  <a:pt x="831080" y="81362"/>
                </a:lnTo>
                <a:lnTo>
                  <a:pt x="831540" y="82159"/>
                </a:lnTo>
                <a:lnTo>
                  <a:pt x="832008" y="82952"/>
                </a:lnTo>
                <a:lnTo>
                  <a:pt x="832486" y="83742"/>
                </a:lnTo>
                <a:lnTo>
                  <a:pt x="842585" y="83742"/>
                </a:lnTo>
                <a:lnTo>
                  <a:pt x="843319" y="83742"/>
                </a:lnTo>
                <a:lnTo>
                  <a:pt x="853418" y="83742"/>
                </a:lnTo>
                <a:lnTo>
                  <a:pt x="853670" y="83381"/>
                </a:lnTo>
                <a:lnTo>
                  <a:pt x="853918" y="83016"/>
                </a:lnTo>
                <a:lnTo>
                  <a:pt x="854164" y="82649"/>
                </a:lnTo>
                <a:lnTo>
                  <a:pt x="854408" y="82278"/>
                </a:lnTo>
                <a:lnTo>
                  <a:pt x="854649" y="81904"/>
                </a:lnTo>
                <a:lnTo>
                  <a:pt x="854887" y="81527"/>
                </a:lnTo>
                <a:lnTo>
                  <a:pt x="855123" y="81146"/>
                </a:lnTo>
                <a:lnTo>
                  <a:pt x="855357" y="80763"/>
                </a:lnTo>
                <a:lnTo>
                  <a:pt x="855588" y="80376"/>
                </a:lnTo>
                <a:lnTo>
                  <a:pt x="855816" y="79986"/>
                </a:lnTo>
                <a:lnTo>
                  <a:pt x="856042" y="79593"/>
                </a:lnTo>
                <a:lnTo>
                  <a:pt x="856265" y="79196"/>
                </a:lnTo>
                <a:lnTo>
                  <a:pt x="856485" y="78797"/>
                </a:lnTo>
                <a:lnTo>
                  <a:pt x="856703" y="78394"/>
                </a:lnTo>
                <a:lnTo>
                  <a:pt x="856919" y="77988"/>
                </a:lnTo>
                <a:lnTo>
                  <a:pt x="857132" y="77579"/>
                </a:lnTo>
                <a:lnTo>
                  <a:pt x="857342" y="77167"/>
                </a:lnTo>
                <a:lnTo>
                  <a:pt x="857550" y="76752"/>
                </a:lnTo>
                <a:lnTo>
                  <a:pt x="857755" y="76333"/>
                </a:lnTo>
                <a:lnTo>
                  <a:pt x="857958" y="75911"/>
                </a:lnTo>
                <a:lnTo>
                  <a:pt x="858158" y="75486"/>
                </a:lnTo>
                <a:lnTo>
                  <a:pt x="858356" y="75058"/>
                </a:lnTo>
                <a:lnTo>
                  <a:pt x="858551" y="74627"/>
                </a:lnTo>
                <a:lnTo>
                  <a:pt x="858743" y="74192"/>
                </a:lnTo>
                <a:lnTo>
                  <a:pt x="858933" y="73755"/>
                </a:lnTo>
                <a:lnTo>
                  <a:pt x="859121" y="73317"/>
                </a:lnTo>
                <a:lnTo>
                  <a:pt x="859305" y="72878"/>
                </a:lnTo>
                <a:lnTo>
                  <a:pt x="859487" y="72438"/>
                </a:lnTo>
                <a:lnTo>
                  <a:pt x="859666" y="71997"/>
                </a:lnTo>
                <a:lnTo>
                  <a:pt x="859842" y="71555"/>
                </a:lnTo>
                <a:lnTo>
                  <a:pt x="860016" y="71112"/>
                </a:lnTo>
                <a:lnTo>
                  <a:pt x="860187" y="70667"/>
                </a:lnTo>
                <a:lnTo>
                  <a:pt x="860355" y="70221"/>
                </a:lnTo>
                <a:lnTo>
                  <a:pt x="860521" y="69775"/>
                </a:lnTo>
                <a:lnTo>
                  <a:pt x="860684" y="69327"/>
                </a:lnTo>
                <a:lnTo>
                  <a:pt x="860844" y="68878"/>
                </a:lnTo>
                <a:lnTo>
                  <a:pt x="861001" y="68428"/>
                </a:lnTo>
                <a:lnTo>
                  <a:pt x="861156" y="67977"/>
                </a:lnTo>
                <a:lnTo>
                  <a:pt x="861308" y="67524"/>
                </a:lnTo>
                <a:lnTo>
                  <a:pt x="861457" y="67071"/>
                </a:lnTo>
                <a:lnTo>
                  <a:pt x="861604" y="66616"/>
                </a:lnTo>
                <a:lnTo>
                  <a:pt x="861748" y="66161"/>
                </a:lnTo>
                <a:lnTo>
                  <a:pt x="861889" y="65704"/>
                </a:lnTo>
                <a:lnTo>
                  <a:pt x="862027" y="65246"/>
                </a:lnTo>
                <a:lnTo>
                  <a:pt x="862163" y="64787"/>
                </a:lnTo>
                <a:lnTo>
                  <a:pt x="862296" y="64327"/>
                </a:lnTo>
                <a:lnTo>
                  <a:pt x="862426" y="63866"/>
                </a:lnTo>
                <a:lnTo>
                  <a:pt x="862554" y="63403"/>
                </a:lnTo>
                <a:lnTo>
                  <a:pt x="862679" y="62940"/>
                </a:lnTo>
                <a:lnTo>
                  <a:pt x="862801" y="62477"/>
                </a:lnTo>
                <a:lnTo>
                  <a:pt x="862920" y="62013"/>
                </a:lnTo>
                <a:lnTo>
                  <a:pt x="863037" y="61549"/>
                </a:lnTo>
                <a:lnTo>
                  <a:pt x="863151" y="61085"/>
                </a:lnTo>
                <a:lnTo>
                  <a:pt x="863262" y="60620"/>
                </a:lnTo>
                <a:lnTo>
                  <a:pt x="863371" y="60155"/>
                </a:lnTo>
                <a:lnTo>
                  <a:pt x="863477" y="59690"/>
                </a:lnTo>
                <a:lnTo>
                  <a:pt x="863580" y="59224"/>
                </a:lnTo>
                <a:lnTo>
                  <a:pt x="863680" y="58758"/>
                </a:lnTo>
                <a:lnTo>
                  <a:pt x="863778" y="58292"/>
                </a:lnTo>
                <a:lnTo>
                  <a:pt x="863873" y="57826"/>
                </a:lnTo>
                <a:lnTo>
                  <a:pt x="863965" y="57359"/>
                </a:lnTo>
                <a:lnTo>
                  <a:pt x="864055" y="56891"/>
                </a:lnTo>
                <a:lnTo>
                  <a:pt x="864142" y="56424"/>
                </a:lnTo>
                <a:lnTo>
                  <a:pt x="864226" y="55956"/>
                </a:lnTo>
                <a:lnTo>
                  <a:pt x="864308" y="55488"/>
                </a:lnTo>
                <a:lnTo>
                  <a:pt x="864386" y="55019"/>
                </a:lnTo>
                <a:lnTo>
                  <a:pt x="864463" y="54550"/>
                </a:lnTo>
                <a:lnTo>
                  <a:pt x="864536" y="54081"/>
                </a:lnTo>
                <a:lnTo>
                  <a:pt x="864607" y="53612"/>
                </a:lnTo>
                <a:lnTo>
                  <a:pt x="864675" y="53142"/>
                </a:lnTo>
                <a:lnTo>
                  <a:pt x="864740" y="52672"/>
                </a:lnTo>
                <a:lnTo>
                  <a:pt x="864802" y="52202"/>
                </a:lnTo>
                <a:lnTo>
                  <a:pt x="864862" y="51732"/>
                </a:lnTo>
                <a:lnTo>
                  <a:pt x="864920" y="51264"/>
                </a:lnTo>
                <a:lnTo>
                  <a:pt x="864975" y="50798"/>
                </a:lnTo>
                <a:lnTo>
                  <a:pt x="865027" y="50333"/>
                </a:lnTo>
                <a:lnTo>
                  <a:pt x="865077" y="49870"/>
                </a:lnTo>
                <a:lnTo>
                  <a:pt x="865124" y="49409"/>
                </a:lnTo>
                <a:lnTo>
                  <a:pt x="865169" y="48950"/>
                </a:lnTo>
                <a:lnTo>
                  <a:pt x="865211" y="48493"/>
                </a:lnTo>
                <a:lnTo>
                  <a:pt x="865250" y="48037"/>
                </a:lnTo>
                <a:lnTo>
                  <a:pt x="865288" y="47583"/>
                </a:lnTo>
                <a:lnTo>
                  <a:pt x="865322" y="47131"/>
                </a:lnTo>
                <a:lnTo>
                  <a:pt x="865354" y="46680"/>
                </a:lnTo>
                <a:lnTo>
                  <a:pt x="865383" y="46232"/>
                </a:lnTo>
                <a:lnTo>
                  <a:pt x="865410" y="45785"/>
                </a:lnTo>
                <a:lnTo>
                  <a:pt x="865434" y="45340"/>
                </a:lnTo>
                <a:lnTo>
                  <a:pt x="865456" y="44896"/>
                </a:lnTo>
                <a:lnTo>
                  <a:pt x="865475" y="44454"/>
                </a:lnTo>
                <a:lnTo>
                  <a:pt x="865492" y="44014"/>
                </a:lnTo>
                <a:lnTo>
                  <a:pt x="865506" y="43576"/>
                </a:lnTo>
                <a:lnTo>
                  <a:pt x="865517" y="43140"/>
                </a:lnTo>
                <a:lnTo>
                  <a:pt x="865526" y="42705"/>
                </a:lnTo>
                <a:lnTo>
                  <a:pt x="865533" y="42272"/>
                </a:lnTo>
                <a:lnTo>
                  <a:pt x="865537" y="41841"/>
                </a:lnTo>
                <a:lnTo>
                  <a:pt x="865538" y="41412"/>
                </a:lnTo>
                <a:lnTo>
                  <a:pt x="865532" y="40509"/>
                </a:lnTo>
                <a:lnTo>
                  <a:pt x="865516" y="39608"/>
                </a:lnTo>
                <a:lnTo>
                  <a:pt x="865488" y="38707"/>
                </a:lnTo>
                <a:lnTo>
                  <a:pt x="865450" y="37808"/>
                </a:lnTo>
                <a:lnTo>
                  <a:pt x="865400" y="36909"/>
                </a:lnTo>
                <a:lnTo>
                  <a:pt x="865340" y="36011"/>
                </a:lnTo>
                <a:lnTo>
                  <a:pt x="865268" y="35115"/>
                </a:lnTo>
                <a:lnTo>
                  <a:pt x="865186" y="34219"/>
                </a:lnTo>
                <a:lnTo>
                  <a:pt x="865092" y="33324"/>
                </a:lnTo>
                <a:lnTo>
                  <a:pt x="864988" y="32430"/>
                </a:lnTo>
                <a:lnTo>
                  <a:pt x="864872" y="31538"/>
                </a:lnTo>
                <a:lnTo>
                  <a:pt x="864746" y="30646"/>
                </a:lnTo>
                <a:lnTo>
                  <a:pt x="864608" y="29755"/>
                </a:lnTo>
                <a:lnTo>
                  <a:pt x="864460" y="28865"/>
                </a:lnTo>
                <a:lnTo>
                  <a:pt x="864300" y="27976"/>
                </a:lnTo>
                <a:lnTo>
                  <a:pt x="864130" y="27088"/>
                </a:lnTo>
                <a:lnTo>
                  <a:pt x="863949" y="26201"/>
                </a:lnTo>
                <a:lnTo>
                  <a:pt x="863756" y="25315"/>
                </a:lnTo>
                <a:lnTo>
                  <a:pt x="863553" y="24429"/>
                </a:lnTo>
                <a:lnTo>
                  <a:pt x="863338" y="23545"/>
                </a:lnTo>
                <a:lnTo>
                  <a:pt x="863113" y="22662"/>
                </a:lnTo>
                <a:lnTo>
                  <a:pt x="862876" y="21780"/>
                </a:lnTo>
                <a:lnTo>
                  <a:pt x="862629" y="20898"/>
                </a:lnTo>
                <a:lnTo>
                  <a:pt x="862370" y="20018"/>
                </a:lnTo>
                <a:lnTo>
                  <a:pt x="862102" y="19140"/>
                </a:lnTo>
                <a:lnTo>
                  <a:pt x="861824" y="18266"/>
                </a:lnTo>
                <a:lnTo>
                  <a:pt x="861538" y="17395"/>
                </a:lnTo>
                <a:lnTo>
                  <a:pt x="861242" y="16528"/>
                </a:lnTo>
                <a:lnTo>
                  <a:pt x="860937" y="15666"/>
                </a:lnTo>
                <a:lnTo>
                  <a:pt x="860623" y="14807"/>
                </a:lnTo>
                <a:lnTo>
                  <a:pt x="860300" y="13952"/>
                </a:lnTo>
                <a:lnTo>
                  <a:pt x="859968" y="13100"/>
                </a:lnTo>
                <a:lnTo>
                  <a:pt x="859627" y="12253"/>
                </a:lnTo>
                <a:lnTo>
                  <a:pt x="859276" y="11409"/>
                </a:lnTo>
                <a:lnTo>
                  <a:pt x="858917" y="10569"/>
                </a:lnTo>
                <a:lnTo>
                  <a:pt x="858549" y="9733"/>
                </a:lnTo>
                <a:lnTo>
                  <a:pt x="858171" y="8901"/>
                </a:lnTo>
                <a:lnTo>
                  <a:pt x="857784" y="8073"/>
                </a:lnTo>
                <a:lnTo>
                  <a:pt x="857389" y="7248"/>
                </a:lnTo>
                <a:lnTo>
                  <a:pt x="856984" y="6428"/>
                </a:lnTo>
                <a:lnTo>
                  <a:pt x="856570" y="5611"/>
                </a:lnTo>
                <a:lnTo>
                  <a:pt x="856147" y="4798"/>
                </a:lnTo>
                <a:lnTo>
                  <a:pt x="855715" y="3989"/>
                </a:lnTo>
                <a:lnTo>
                  <a:pt x="855274" y="3183"/>
                </a:lnTo>
                <a:lnTo>
                  <a:pt x="854824" y="2382"/>
                </a:lnTo>
                <a:lnTo>
                  <a:pt x="854364" y="1584"/>
                </a:lnTo>
                <a:lnTo>
                  <a:pt x="853896" y="790"/>
                </a:lnTo>
                <a:lnTo>
                  <a:pt x="853418" y="0"/>
                </a:lnTo>
                <a:lnTo>
                  <a:pt x="843410" y="0"/>
                </a:lnTo>
                <a:lnTo>
                  <a:pt x="842676" y="0"/>
                </a:lnTo>
                <a:lnTo>
                  <a:pt x="832486" y="0"/>
                </a:lnTo>
                <a:lnTo>
                  <a:pt x="832234" y="369"/>
                </a:lnTo>
                <a:close/>
                <a:moveTo>
                  <a:pt x="842056" y="81231"/>
                </a:moveTo>
                <a:lnTo>
                  <a:pt x="841655" y="80391"/>
                </a:lnTo>
                <a:lnTo>
                  <a:pt x="841264" y="79548"/>
                </a:lnTo>
                <a:lnTo>
                  <a:pt x="840883" y="78704"/>
                </a:lnTo>
                <a:lnTo>
                  <a:pt x="840512" y="77857"/>
                </a:lnTo>
                <a:lnTo>
                  <a:pt x="840151" y="77009"/>
                </a:lnTo>
                <a:lnTo>
                  <a:pt x="839800" y="76158"/>
                </a:lnTo>
                <a:lnTo>
                  <a:pt x="839460" y="75306"/>
                </a:lnTo>
                <a:lnTo>
                  <a:pt x="839129" y="74452"/>
                </a:lnTo>
                <a:lnTo>
                  <a:pt x="838808" y="73596"/>
                </a:lnTo>
                <a:lnTo>
                  <a:pt x="838498" y="72738"/>
                </a:lnTo>
                <a:lnTo>
                  <a:pt x="838197" y="71878"/>
                </a:lnTo>
                <a:lnTo>
                  <a:pt x="837907" y="71017"/>
                </a:lnTo>
                <a:lnTo>
                  <a:pt x="837626" y="70153"/>
                </a:lnTo>
                <a:lnTo>
                  <a:pt x="837356" y="69287"/>
                </a:lnTo>
                <a:lnTo>
                  <a:pt x="837095" y="68420"/>
                </a:lnTo>
                <a:lnTo>
                  <a:pt x="836845" y="67551"/>
                </a:lnTo>
                <a:lnTo>
                  <a:pt x="836605" y="66679"/>
                </a:lnTo>
                <a:lnTo>
                  <a:pt x="836375" y="65806"/>
                </a:lnTo>
                <a:lnTo>
                  <a:pt x="836154" y="64931"/>
                </a:lnTo>
                <a:lnTo>
                  <a:pt x="835944" y="64054"/>
                </a:lnTo>
                <a:lnTo>
                  <a:pt x="835744" y="63175"/>
                </a:lnTo>
                <a:lnTo>
                  <a:pt x="835553" y="62294"/>
                </a:lnTo>
                <a:lnTo>
                  <a:pt x="835370" y="61412"/>
                </a:lnTo>
                <a:lnTo>
                  <a:pt x="835195" y="60528"/>
                </a:lnTo>
                <a:lnTo>
                  <a:pt x="835029" y="59642"/>
                </a:lnTo>
                <a:lnTo>
                  <a:pt x="834870" y="58755"/>
                </a:lnTo>
                <a:lnTo>
                  <a:pt x="834720" y="57866"/>
                </a:lnTo>
                <a:lnTo>
                  <a:pt x="834578" y="56976"/>
                </a:lnTo>
                <a:lnTo>
                  <a:pt x="834444" y="56084"/>
                </a:lnTo>
                <a:lnTo>
                  <a:pt x="834318" y="55190"/>
                </a:lnTo>
                <a:lnTo>
                  <a:pt x="834200" y="54295"/>
                </a:lnTo>
                <a:lnTo>
                  <a:pt x="834090" y="53398"/>
                </a:lnTo>
                <a:lnTo>
                  <a:pt x="833988" y="52500"/>
                </a:lnTo>
                <a:lnTo>
                  <a:pt x="833895" y="51600"/>
                </a:lnTo>
                <a:lnTo>
                  <a:pt x="833810" y="50698"/>
                </a:lnTo>
                <a:lnTo>
                  <a:pt x="833732" y="49795"/>
                </a:lnTo>
                <a:lnTo>
                  <a:pt x="833663" y="48890"/>
                </a:lnTo>
                <a:lnTo>
                  <a:pt x="833602" y="47984"/>
                </a:lnTo>
                <a:lnTo>
                  <a:pt x="833549" y="47076"/>
                </a:lnTo>
                <a:lnTo>
                  <a:pt x="833505" y="46167"/>
                </a:lnTo>
                <a:lnTo>
                  <a:pt x="833468" y="45256"/>
                </a:lnTo>
                <a:lnTo>
                  <a:pt x="833440" y="44343"/>
                </a:lnTo>
                <a:lnTo>
                  <a:pt x="833419" y="43428"/>
                </a:lnTo>
                <a:lnTo>
                  <a:pt x="833407" y="42513"/>
                </a:lnTo>
                <a:lnTo>
                  <a:pt x="833403" y="41595"/>
                </a:lnTo>
                <a:lnTo>
                  <a:pt x="833407" y="40693"/>
                </a:lnTo>
                <a:lnTo>
                  <a:pt x="833420" y="39792"/>
                </a:lnTo>
                <a:lnTo>
                  <a:pt x="833440" y="38891"/>
                </a:lnTo>
                <a:lnTo>
                  <a:pt x="833469" y="37992"/>
                </a:lnTo>
                <a:lnTo>
                  <a:pt x="833507" y="37095"/>
                </a:lnTo>
                <a:lnTo>
                  <a:pt x="833552" y="36198"/>
                </a:lnTo>
                <a:lnTo>
                  <a:pt x="833606" y="35302"/>
                </a:lnTo>
                <a:lnTo>
                  <a:pt x="833668" y="34408"/>
                </a:lnTo>
                <a:lnTo>
                  <a:pt x="833739" y="33514"/>
                </a:lnTo>
                <a:lnTo>
                  <a:pt x="833818" y="32622"/>
                </a:lnTo>
                <a:lnTo>
                  <a:pt x="833905" y="31731"/>
                </a:lnTo>
                <a:lnTo>
                  <a:pt x="834000" y="30841"/>
                </a:lnTo>
                <a:lnTo>
                  <a:pt x="834104" y="29952"/>
                </a:lnTo>
                <a:lnTo>
                  <a:pt x="834215" y="29064"/>
                </a:lnTo>
                <a:lnTo>
                  <a:pt x="834336" y="28177"/>
                </a:lnTo>
                <a:lnTo>
                  <a:pt x="834464" y="27292"/>
                </a:lnTo>
                <a:lnTo>
                  <a:pt x="834601" y="26407"/>
                </a:lnTo>
                <a:lnTo>
                  <a:pt x="834746" y="25524"/>
                </a:lnTo>
                <a:lnTo>
                  <a:pt x="834899" y="24642"/>
                </a:lnTo>
                <a:lnTo>
                  <a:pt x="835061" y="23761"/>
                </a:lnTo>
                <a:lnTo>
                  <a:pt x="835231" y="22881"/>
                </a:lnTo>
                <a:lnTo>
                  <a:pt x="835409" y="22002"/>
                </a:lnTo>
                <a:lnTo>
                  <a:pt x="835596" y="21124"/>
                </a:lnTo>
                <a:lnTo>
                  <a:pt x="835790" y="20248"/>
                </a:lnTo>
                <a:lnTo>
                  <a:pt x="835994" y="19373"/>
                </a:lnTo>
                <a:lnTo>
                  <a:pt x="836208" y="18501"/>
                </a:lnTo>
                <a:lnTo>
                  <a:pt x="836432" y="17631"/>
                </a:lnTo>
                <a:lnTo>
                  <a:pt x="836665" y="16765"/>
                </a:lnTo>
                <a:lnTo>
                  <a:pt x="836909" y="15901"/>
                </a:lnTo>
                <a:lnTo>
                  <a:pt x="837162" y="15039"/>
                </a:lnTo>
                <a:lnTo>
                  <a:pt x="837425" y="14181"/>
                </a:lnTo>
                <a:lnTo>
                  <a:pt x="837698" y="13325"/>
                </a:lnTo>
                <a:lnTo>
                  <a:pt x="837981" y="12472"/>
                </a:lnTo>
                <a:lnTo>
                  <a:pt x="838274" y="11621"/>
                </a:lnTo>
                <a:lnTo>
                  <a:pt x="838576" y="10774"/>
                </a:lnTo>
                <a:lnTo>
                  <a:pt x="838889" y="9929"/>
                </a:lnTo>
                <a:lnTo>
                  <a:pt x="839211" y="9086"/>
                </a:lnTo>
                <a:lnTo>
                  <a:pt x="839544" y="8247"/>
                </a:lnTo>
                <a:lnTo>
                  <a:pt x="839886" y="7410"/>
                </a:lnTo>
                <a:lnTo>
                  <a:pt x="840238" y="6576"/>
                </a:lnTo>
                <a:lnTo>
                  <a:pt x="840600" y="5744"/>
                </a:lnTo>
                <a:lnTo>
                  <a:pt x="840972" y="4916"/>
                </a:lnTo>
                <a:lnTo>
                  <a:pt x="841353" y="4090"/>
                </a:lnTo>
                <a:lnTo>
                  <a:pt x="841745" y="3266"/>
                </a:lnTo>
                <a:lnTo>
                  <a:pt x="842146" y="2446"/>
                </a:lnTo>
                <a:lnTo>
                  <a:pt x="842558" y="1628"/>
                </a:lnTo>
                <a:lnTo>
                  <a:pt x="842979" y="812"/>
                </a:lnTo>
                <a:lnTo>
                  <a:pt x="843032" y="713"/>
                </a:lnTo>
                <a:lnTo>
                  <a:pt x="843092" y="835"/>
                </a:lnTo>
                <a:lnTo>
                  <a:pt x="843499" y="1673"/>
                </a:lnTo>
                <a:lnTo>
                  <a:pt x="843897" y="2512"/>
                </a:lnTo>
                <a:lnTo>
                  <a:pt x="844285" y="3354"/>
                </a:lnTo>
                <a:lnTo>
                  <a:pt x="844665" y="4198"/>
                </a:lnTo>
                <a:lnTo>
                  <a:pt x="845035" y="5044"/>
                </a:lnTo>
                <a:lnTo>
                  <a:pt x="845395" y="5893"/>
                </a:lnTo>
                <a:lnTo>
                  <a:pt x="845747" y="6744"/>
                </a:lnTo>
                <a:lnTo>
                  <a:pt x="846089" y="7597"/>
                </a:lnTo>
                <a:lnTo>
                  <a:pt x="846422" y="8452"/>
                </a:lnTo>
                <a:lnTo>
                  <a:pt x="846746" y="9309"/>
                </a:lnTo>
                <a:lnTo>
                  <a:pt x="847061" y="10169"/>
                </a:lnTo>
                <a:lnTo>
                  <a:pt x="847366" y="11031"/>
                </a:lnTo>
                <a:lnTo>
                  <a:pt x="847662" y="11895"/>
                </a:lnTo>
                <a:lnTo>
                  <a:pt x="847949" y="12762"/>
                </a:lnTo>
                <a:lnTo>
                  <a:pt x="848226" y="13630"/>
                </a:lnTo>
                <a:lnTo>
                  <a:pt x="848494" y="14501"/>
                </a:lnTo>
                <a:lnTo>
                  <a:pt x="848753" y="15374"/>
                </a:lnTo>
                <a:lnTo>
                  <a:pt x="849003" y="16249"/>
                </a:lnTo>
                <a:lnTo>
                  <a:pt x="849244" y="17127"/>
                </a:lnTo>
                <a:lnTo>
                  <a:pt x="849475" y="18007"/>
                </a:lnTo>
                <a:lnTo>
                  <a:pt x="849697" y="18889"/>
                </a:lnTo>
                <a:lnTo>
                  <a:pt x="849910" y="19773"/>
                </a:lnTo>
                <a:lnTo>
                  <a:pt x="850114" y="20660"/>
                </a:lnTo>
                <a:lnTo>
                  <a:pt x="850308" y="21548"/>
                </a:lnTo>
                <a:lnTo>
                  <a:pt x="850495" y="22437"/>
                </a:lnTo>
                <a:lnTo>
                  <a:pt x="850673" y="23328"/>
                </a:lnTo>
                <a:lnTo>
                  <a:pt x="850843" y="24220"/>
                </a:lnTo>
                <a:lnTo>
                  <a:pt x="851005" y="25114"/>
                </a:lnTo>
                <a:lnTo>
                  <a:pt x="851158" y="26008"/>
                </a:lnTo>
                <a:lnTo>
                  <a:pt x="851303" y="26904"/>
                </a:lnTo>
                <a:lnTo>
                  <a:pt x="851440" y="27801"/>
                </a:lnTo>
                <a:lnTo>
                  <a:pt x="851568" y="28700"/>
                </a:lnTo>
                <a:lnTo>
                  <a:pt x="851688" y="29600"/>
                </a:lnTo>
                <a:lnTo>
                  <a:pt x="851800" y="30501"/>
                </a:lnTo>
                <a:lnTo>
                  <a:pt x="851904" y="31403"/>
                </a:lnTo>
                <a:lnTo>
                  <a:pt x="851999" y="32307"/>
                </a:lnTo>
                <a:lnTo>
                  <a:pt x="852086" y="33211"/>
                </a:lnTo>
                <a:lnTo>
                  <a:pt x="852165" y="34118"/>
                </a:lnTo>
                <a:lnTo>
                  <a:pt x="852235" y="35025"/>
                </a:lnTo>
                <a:lnTo>
                  <a:pt x="852298" y="35934"/>
                </a:lnTo>
                <a:lnTo>
                  <a:pt x="852352" y="36844"/>
                </a:lnTo>
                <a:lnTo>
                  <a:pt x="852397" y="37755"/>
                </a:lnTo>
                <a:lnTo>
                  <a:pt x="852434" y="38668"/>
                </a:lnTo>
                <a:lnTo>
                  <a:pt x="852463" y="39581"/>
                </a:lnTo>
                <a:lnTo>
                  <a:pt x="852484" y="40496"/>
                </a:lnTo>
                <a:lnTo>
                  <a:pt x="852497" y="41413"/>
                </a:lnTo>
                <a:lnTo>
                  <a:pt x="852501" y="42331"/>
                </a:lnTo>
                <a:lnTo>
                  <a:pt x="852496" y="43233"/>
                </a:lnTo>
                <a:lnTo>
                  <a:pt x="852484" y="44133"/>
                </a:lnTo>
                <a:lnTo>
                  <a:pt x="852463" y="45033"/>
                </a:lnTo>
                <a:lnTo>
                  <a:pt x="852433" y="45931"/>
                </a:lnTo>
                <a:lnTo>
                  <a:pt x="852395" y="46827"/>
                </a:lnTo>
                <a:lnTo>
                  <a:pt x="852349" y="47722"/>
                </a:lnTo>
                <a:lnTo>
                  <a:pt x="852294" y="48616"/>
                </a:lnTo>
                <a:lnTo>
                  <a:pt x="852230" y="49508"/>
                </a:lnTo>
                <a:lnTo>
                  <a:pt x="852159" y="50399"/>
                </a:lnTo>
                <a:lnTo>
                  <a:pt x="852078" y="51288"/>
                </a:lnTo>
                <a:lnTo>
                  <a:pt x="851990" y="52176"/>
                </a:lnTo>
                <a:lnTo>
                  <a:pt x="851892" y="53062"/>
                </a:lnTo>
                <a:lnTo>
                  <a:pt x="851787" y="53947"/>
                </a:lnTo>
                <a:lnTo>
                  <a:pt x="851673" y="54831"/>
                </a:lnTo>
                <a:lnTo>
                  <a:pt x="851550" y="55713"/>
                </a:lnTo>
                <a:lnTo>
                  <a:pt x="851419" y="56593"/>
                </a:lnTo>
                <a:lnTo>
                  <a:pt x="851280" y="57473"/>
                </a:lnTo>
                <a:lnTo>
                  <a:pt x="851132" y="58350"/>
                </a:lnTo>
                <a:lnTo>
                  <a:pt x="850976" y="59227"/>
                </a:lnTo>
                <a:lnTo>
                  <a:pt x="850811" y="60102"/>
                </a:lnTo>
                <a:lnTo>
                  <a:pt x="850638" y="60975"/>
                </a:lnTo>
                <a:lnTo>
                  <a:pt x="850456" y="61847"/>
                </a:lnTo>
                <a:lnTo>
                  <a:pt x="850266" y="62718"/>
                </a:lnTo>
                <a:lnTo>
                  <a:pt x="850067" y="63587"/>
                </a:lnTo>
                <a:lnTo>
                  <a:pt x="849860" y="64454"/>
                </a:lnTo>
                <a:lnTo>
                  <a:pt x="849644" y="65319"/>
                </a:lnTo>
                <a:lnTo>
                  <a:pt x="849418" y="66182"/>
                </a:lnTo>
                <a:lnTo>
                  <a:pt x="849184" y="67042"/>
                </a:lnTo>
                <a:lnTo>
                  <a:pt x="848940" y="67899"/>
                </a:lnTo>
                <a:lnTo>
                  <a:pt x="848687" y="68755"/>
                </a:lnTo>
                <a:lnTo>
                  <a:pt x="848425" y="69608"/>
                </a:lnTo>
                <a:lnTo>
                  <a:pt x="848154" y="70458"/>
                </a:lnTo>
                <a:lnTo>
                  <a:pt x="847874" y="71306"/>
                </a:lnTo>
                <a:lnTo>
                  <a:pt x="847585" y="72152"/>
                </a:lnTo>
                <a:lnTo>
                  <a:pt x="847287" y="72995"/>
                </a:lnTo>
                <a:lnTo>
                  <a:pt x="846980" y="73836"/>
                </a:lnTo>
                <a:lnTo>
                  <a:pt x="846664" y="74675"/>
                </a:lnTo>
                <a:lnTo>
                  <a:pt x="846338" y="75511"/>
                </a:lnTo>
                <a:lnTo>
                  <a:pt x="846004" y="76345"/>
                </a:lnTo>
                <a:lnTo>
                  <a:pt x="845660" y="77177"/>
                </a:lnTo>
                <a:lnTo>
                  <a:pt x="845308" y="78006"/>
                </a:lnTo>
                <a:lnTo>
                  <a:pt x="844946" y="78832"/>
                </a:lnTo>
                <a:lnTo>
                  <a:pt x="844575" y="79657"/>
                </a:lnTo>
                <a:lnTo>
                  <a:pt x="844195" y="80478"/>
                </a:lnTo>
                <a:lnTo>
                  <a:pt x="843806" y="81298"/>
                </a:lnTo>
                <a:lnTo>
                  <a:pt x="843408" y="82115"/>
                </a:lnTo>
                <a:lnTo>
                  <a:pt x="843001" y="82930"/>
                </a:lnTo>
                <a:lnTo>
                  <a:pt x="842951" y="83029"/>
                </a:lnTo>
                <a:lnTo>
                  <a:pt x="842888" y="82907"/>
                </a:lnTo>
                <a:lnTo>
                  <a:pt x="842467" y="82070"/>
                </a:lnTo>
                <a:lnTo>
                  <a:pt x="842056" y="81231"/>
                </a:lnTo>
                <a:close/>
                <a:moveTo>
                  <a:pt x="745142" y="25477"/>
                </a:moveTo>
                <a:lnTo>
                  <a:pt x="744958" y="25477"/>
                </a:lnTo>
                <a:lnTo>
                  <a:pt x="744772" y="25188"/>
                </a:lnTo>
                <a:lnTo>
                  <a:pt x="744580" y="24905"/>
                </a:lnTo>
                <a:lnTo>
                  <a:pt x="744382" y="24628"/>
                </a:lnTo>
                <a:lnTo>
                  <a:pt x="744179" y="24357"/>
                </a:lnTo>
                <a:lnTo>
                  <a:pt x="743970" y="24092"/>
                </a:lnTo>
                <a:lnTo>
                  <a:pt x="743756" y="23833"/>
                </a:lnTo>
                <a:lnTo>
                  <a:pt x="743536" y="23579"/>
                </a:lnTo>
                <a:lnTo>
                  <a:pt x="743311" y="23332"/>
                </a:lnTo>
                <a:lnTo>
                  <a:pt x="743080" y="23090"/>
                </a:lnTo>
                <a:lnTo>
                  <a:pt x="742843" y="22855"/>
                </a:lnTo>
                <a:lnTo>
                  <a:pt x="742601" y="22625"/>
                </a:lnTo>
                <a:lnTo>
                  <a:pt x="742353" y="22401"/>
                </a:lnTo>
                <a:lnTo>
                  <a:pt x="742100" y="22183"/>
                </a:lnTo>
                <a:lnTo>
                  <a:pt x="741841" y="21971"/>
                </a:lnTo>
                <a:lnTo>
                  <a:pt x="741576" y="21765"/>
                </a:lnTo>
                <a:lnTo>
                  <a:pt x="741306" y="21565"/>
                </a:lnTo>
                <a:lnTo>
                  <a:pt x="741030" y="21371"/>
                </a:lnTo>
                <a:lnTo>
                  <a:pt x="740749" y="21183"/>
                </a:lnTo>
                <a:lnTo>
                  <a:pt x="740462" y="21001"/>
                </a:lnTo>
                <a:lnTo>
                  <a:pt x="740170" y="20824"/>
                </a:lnTo>
                <a:lnTo>
                  <a:pt x="739872" y="20654"/>
                </a:lnTo>
                <a:lnTo>
                  <a:pt x="739568" y="20489"/>
                </a:lnTo>
                <a:lnTo>
                  <a:pt x="739259" y="20330"/>
                </a:lnTo>
                <a:lnTo>
                  <a:pt x="738944" y="20178"/>
                </a:lnTo>
                <a:lnTo>
                  <a:pt x="738626" y="20031"/>
                </a:lnTo>
                <a:lnTo>
                  <a:pt x="738306" y="19891"/>
                </a:lnTo>
                <a:lnTo>
                  <a:pt x="737985" y="19756"/>
                </a:lnTo>
                <a:lnTo>
                  <a:pt x="737663" y="19628"/>
                </a:lnTo>
                <a:lnTo>
                  <a:pt x="737339" y="19507"/>
                </a:lnTo>
                <a:lnTo>
                  <a:pt x="737014" y="19391"/>
                </a:lnTo>
                <a:lnTo>
                  <a:pt x="736687" y="19282"/>
                </a:lnTo>
                <a:lnTo>
                  <a:pt x="736359" y="19179"/>
                </a:lnTo>
                <a:lnTo>
                  <a:pt x="736029" y="19082"/>
                </a:lnTo>
                <a:lnTo>
                  <a:pt x="735698" y="18992"/>
                </a:lnTo>
                <a:lnTo>
                  <a:pt x="735365" y="18908"/>
                </a:lnTo>
                <a:lnTo>
                  <a:pt x="735031" y="18830"/>
                </a:lnTo>
                <a:lnTo>
                  <a:pt x="734696" y="18758"/>
                </a:lnTo>
                <a:lnTo>
                  <a:pt x="734359" y="18692"/>
                </a:lnTo>
                <a:lnTo>
                  <a:pt x="734021" y="18633"/>
                </a:lnTo>
                <a:lnTo>
                  <a:pt x="733681" y="18580"/>
                </a:lnTo>
                <a:lnTo>
                  <a:pt x="733340" y="18533"/>
                </a:lnTo>
                <a:lnTo>
                  <a:pt x="732997" y="18493"/>
                </a:lnTo>
                <a:lnTo>
                  <a:pt x="732653" y="18458"/>
                </a:lnTo>
                <a:lnTo>
                  <a:pt x="732308" y="18430"/>
                </a:lnTo>
                <a:lnTo>
                  <a:pt x="731961" y="18408"/>
                </a:lnTo>
                <a:lnTo>
                  <a:pt x="731612" y="18393"/>
                </a:lnTo>
                <a:lnTo>
                  <a:pt x="731262" y="18383"/>
                </a:lnTo>
                <a:lnTo>
                  <a:pt x="730911" y="18380"/>
                </a:lnTo>
                <a:lnTo>
                  <a:pt x="730477" y="18384"/>
                </a:lnTo>
                <a:lnTo>
                  <a:pt x="730048" y="18395"/>
                </a:lnTo>
                <a:lnTo>
                  <a:pt x="729623" y="18413"/>
                </a:lnTo>
                <a:lnTo>
                  <a:pt x="729202" y="18438"/>
                </a:lnTo>
                <a:lnTo>
                  <a:pt x="728786" y="18470"/>
                </a:lnTo>
                <a:lnTo>
                  <a:pt x="728375" y="18510"/>
                </a:lnTo>
                <a:lnTo>
                  <a:pt x="727967" y="18556"/>
                </a:lnTo>
                <a:lnTo>
                  <a:pt x="727565" y="18610"/>
                </a:lnTo>
                <a:lnTo>
                  <a:pt x="727167" y="18671"/>
                </a:lnTo>
                <a:lnTo>
                  <a:pt x="726773" y="18739"/>
                </a:lnTo>
                <a:lnTo>
                  <a:pt x="726384" y="18815"/>
                </a:lnTo>
                <a:lnTo>
                  <a:pt x="725999" y="18898"/>
                </a:lnTo>
                <a:lnTo>
                  <a:pt x="725618" y="18987"/>
                </a:lnTo>
                <a:lnTo>
                  <a:pt x="725243" y="19084"/>
                </a:lnTo>
                <a:lnTo>
                  <a:pt x="724871" y="19188"/>
                </a:lnTo>
                <a:lnTo>
                  <a:pt x="724504" y="19300"/>
                </a:lnTo>
                <a:lnTo>
                  <a:pt x="724142" y="19418"/>
                </a:lnTo>
                <a:lnTo>
                  <a:pt x="723784" y="19544"/>
                </a:lnTo>
                <a:lnTo>
                  <a:pt x="723430" y="19677"/>
                </a:lnTo>
                <a:lnTo>
                  <a:pt x="723081" y="19817"/>
                </a:lnTo>
                <a:lnTo>
                  <a:pt x="722736" y="19964"/>
                </a:lnTo>
                <a:lnTo>
                  <a:pt x="722396" y="20119"/>
                </a:lnTo>
                <a:lnTo>
                  <a:pt x="722061" y="20281"/>
                </a:lnTo>
                <a:lnTo>
                  <a:pt x="721729" y="20449"/>
                </a:lnTo>
                <a:lnTo>
                  <a:pt x="721403" y="20624"/>
                </a:lnTo>
                <a:lnTo>
                  <a:pt x="721081" y="20804"/>
                </a:lnTo>
                <a:lnTo>
                  <a:pt x="720763" y="20988"/>
                </a:lnTo>
                <a:lnTo>
                  <a:pt x="720450" y="21176"/>
                </a:lnTo>
                <a:lnTo>
                  <a:pt x="720142" y="21369"/>
                </a:lnTo>
                <a:lnTo>
                  <a:pt x="719839" y="21567"/>
                </a:lnTo>
                <a:lnTo>
                  <a:pt x="719540" y="21770"/>
                </a:lnTo>
                <a:lnTo>
                  <a:pt x="719245" y="21977"/>
                </a:lnTo>
                <a:lnTo>
                  <a:pt x="718956" y="22189"/>
                </a:lnTo>
                <a:lnTo>
                  <a:pt x="718671" y="22405"/>
                </a:lnTo>
                <a:lnTo>
                  <a:pt x="718390" y="22626"/>
                </a:lnTo>
                <a:lnTo>
                  <a:pt x="718114" y="22852"/>
                </a:lnTo>
                <a:lnTo>
                  <a:pt x="717843" y="23082"/>
                </a:lnTo>
                <a:lnTo>
                  <a:pt x="717576" y="23317"/>
                </a:lnTo>
                <a:lnTo>
                  <a:pt x="717315" y="23557"/>
                </a:lnTo>
                <a:lnTo>
                  <a:pt x="717057" y="23801"/>
                </a:lnTo>
                <a:lnTo>
                  <a:pt x="716804" y="24050"/>
                </a:lnTo>
                <a:lnTo>
                  <a:pt x="716556" y="24303"/>
                </a:lnTo>
                <a:lnTo>
                  <a:pt x="716313" y="24561"/>
                </a:lnTo>
                <a:lnTo>
                  <a:pt x="716074" y="24824"/>
                </a:lnTo>
                <a:lnTo>
                  <a:pt x="715840" y="25092"/>
                </a:lnTo>
                <a:lnTo>
                  <a:pt x="715610" y="25364"/>
                </a:lnTo>
                <a:lnTo>
                  <a:pt x="715385" y="25640"/>
                </a:lnTo>
                <a:lnTo>
                  <a:pt x="715165" y="25921"/>
                </a:lnTo>
                <a:lnTo>
                  <a:pt x="714949" y="26207"/>
                </a:lnTo>
                <a:lnTo>
                  <a:pt x="714738" y="26496"/>
                </a:lnTo>
                <a:lnTo>
                  <a:pt x="714531" y="26789"/>
                </a:lnTo>
                <a:lnTo>
                  <a:pt x="714328" y="27085"/>
                </a:lnTo>
                <a:lnTo>
                  <a:pt x="714131" y="27385"/>
                </a:lnTo>
                <a:lnTo>
                  <a:pt x="713937" y="27689"/>
                </a:lnTo>
                <a:lnTo>
                  <a:pt x="713748" y="27996"/>
                </a:lnTo>
                <a:lnTo>
                  <a:pt x="713564" y="28308"/>
                </a:lnTo>
                <a:lnTo>
                  <a:pt x="713383" y="28622"/>
                </a:lnTo>
                <a:lnTo>
                  <a:pt x="713208" y="28941"/>
                </a:lnTo>
                <a:lnTo>
                  <a:pt x="713037" y="29263"/>
                </a:lnTo>
                <a:lnTo>
                  <a:pt x="712870" y="29589"/>
                </a:lnTo>
                <a:lnTo>
                  <a:pt x="712708" y="29918"/>
                </a:lnTo>
                <a:lnTo>
                  <a:pt x="712550" y="30251"/>
                </a:lnTo>
                <a:lnTo>
                  <a:pt x="712396" y="30588"/>
                </a:lnTo>
                <a:lnTo>
                  <a:pt x="712248" y="30929"/>
                </a:lnTo>
                <a:lnTo>
                  <a:pt x="712103" y="31273"/>
                </a:lnTo>
                <a:lnTo>
                  <a:pt x="711963" y="31621"/>
                </a:lnTo>
                <a:lnTo>
                  <a:pt x="711828" y="31972"/>
                </a:lnTo>
                <a:lnTo>
                  <a:pt x="711697" y="32327"/>
                </a:lnTo>
                <a:lnTo>
                  <a:pt x="711570" y="32686"/>
                </a:lnTo>
                <a:lnTo>
                  <a:pt x="711448" y="33049"/>
                </a:lnTo>
                <a:lnTo>
                  <a:pt x="711330" y="33415"/>
                </a:lnTo>
                <a:lnTo>
                  <a:pt x="711217" y="33785"/>
                </a:lnTo>
                <a:lnTo>
                  <a:pt x="711108" y="34157"/>
                </a:lnTo>
                <a:lnTo>
                  <a:pt x="711004" y="34531"/>
                </a:lnTo>
                <a:lnTo>
                  <a:pt x="710905" y="34905"/>
                </a:lnTo>
                <a:lnTo>
                  <a:pt x="710810" y="35281"/>
                </a:lnTo>
                <a:lnTo>
                  <a:pt x="710720" y="35657"/>
                </a:lnTo>
                <a:lnTo>
                  <a:pt x="710635" y="36035"/>
                </a:lnTo>
                <a:lnTo>
                  <a:pt x="710554" y="36414"/>
                </a:lnTo>
                <a:lnTo>
                  <a:pt x="710477" y="36794"/>
                </a:lnTo>
                <a:lnTo>
                  <a:pt x="710406" y="37175"/>
                </a:lnTo>
                <a:lnTo>
                  <a:pt x="710339" y="37558"/>
                </a:lnTo>
                <a:lnTo>
                  <a:pt x="710276" y="37941"/>
                </a:lnTo>
                <a:lnTo>
                  <a:pt x="710219" y="38326"/>
                </a:lnTo>
                <a:lnTo>
                  <a:pt x="710166" y="38711"/>
                </a:lnTo>
                <a:lnTo>
                  <a:pt x="710117" y="39098"/>
                </a:lnTo>
                <a:lnTo>
                  <a:pt x="710073" y="39486"/>
                </a:lnTo>
                <a:lnTo>
                  <a:pt x="710034" y="39875"/>
                </a:lnTo>
                <a:lnTo>
                  <a:pt x="709999" y="40265"/>
                </a:lnTo>
                <a:lnTo>
                  <a:pt x="709969" y="40656"/>
                </a:lnTo>
                <a:lnTo>
                  <a:pt x="709944" y="41049"/>
                </a:lnTo>
                <a:lnTo>
                  <a:pt x="709923" y="41442"/>
                </a:lnTo>
                <a:lnTo>
                  <a:pt x="709907" y="41836"/>
                </a:lnTo>
                <a:lnTo>
                  <a:pt x="709895" y="42232"/>
                </a:lnTo>
                <a:lnTo>
                  <a:pt x="709888" y="42629"/>
                </a:lnTo>
                <a:lnTo>
                  <a:pt x="709886" y="43027"/>
                </a:lnTo>
                <a:lnTo>
                  <a:pt x="709888" y="43440"/>
                </a:lnTo>
                <a:lnTo>
                  <a:pt x="709895" y="43852"/>
                </a:lnTo>
                <a:lnTo>
                  <a:pt x="709907" y="44263"/>
                </a:lnTo>
                <a:lnTo>
                  <a:pt x="709923" y="44672"/>
                </a:lnTo>
                <a:lnTo>
                  <a:pt x="709944" y="45080"/>
                </a:lnTo>
                <a:lnTo>
                  <a:pt x="709969" y="45487"/>
                </a:lnTo>
                <a:lnTo>
                  <a:pt x="709999" y="45893"/>
                </a:lnTo>
                <a:lnTo>
                  <a:pt x="710034" y="46297"/>
                </a:lnTo>
                <a:lnTo>
                  <a:pt x="710073" y="46700"/>
                </a:lnTo>
                <a:lnTo>
                  <a:pt x="710117" y="47102"/>
                </a:lnTo>
                <a:lnTo>
                  <a:pt x="710166" y="47502"/>
                </a:lnTo>
                <a:lnTo>
                  <a:pt x="710219" y="47901"/>
                </a:lnTo>
                <a:lnTo>
                  <a:pt x="710276" y="48299"/>
                </a:lnTo>
                <a:lnTo>
                  <a:pt x="710339" y="48696"/>
                </a:lnTo>
                <a:lnTo>
                  <a:pt x="710406" y="49091"/>
                </a:lnTo>
                <a:lnTo>
                  <a:pt x="710477" y="49485"/>
                </a:lnTo>
                <a:lnTo>
                  <a:pt x="710554" y="49878"/>
                </a:lnTo>
                <a:lnTo>
                  <a:pt x="710635" y="50270"/>
                </a:lnTo>
                <a:lnTo>
                  <a:pt x="710720" y="50660"/>
                </a:lnTo>
                <a:lnTo>
                  <a:pt x="710810" y="51049"/>
                </a:lnTo>
                <a:lnTo>
                  <a:pt x="710905" y="51437"/>
                </a:lnTo>
                <a:lnTo>
                  <a:pt x="711004" y="51823"/>
                </a:lnTo>
                <a:lnTo>
                  <a:pt x="711108" y="52208"/>
                </a:lnTo>
                <a:lnTo>
                  <a:pt x="711217" y="52592"/>
                </a:lnTo>
                <a:lnTo>
                  <a:pt x="711330" y="52974"/>
                </a:lnTo>
                <a:lnTo>
                  <a:pt x="711448" y="53351"/>
                </a:lnTo>
                <a:lnTo>
                  <a:pt x="711570" y="53725"/>
                </a:lnTo>
                <a:lnTo>
                  <a:pt x="711697" y="54096"/>
                </a:lnTo>
                <a:lnTo>
                  <a:pt x="711828" y="54462"/>
                </a:lnTo>
                <a:lnTo>
                  <a:pt x="711963" y="54825"/>
                </a:lnTo>
                <a:lnTo>
                  <a:pt x="712103" y="55185"/>
                </a:lnTo>
                <a:lnTo>
                  <a:pt x="712248" y="55540"/>
                </a:lnTo>
                <a:lnTo>
                  <a:pt x="712396" y="55892"/>
                </a:lnTo>
                <a:lnTo>
                  <a:pt x="712550" y="56241"/>
                </a:lnTo>
                <a:lnTo>
                  <a:pt x="712708" y="56585"/>
                </a:lnTo>
                <a:lnTo>
                  <a:pt x="712870" y="56926"/>
                </a:lnTo>
                <a:lnTo>
                  <a:pt x="713037" y="57263"/>
                </a:lnTo>
                <a:lnTo>
                  <a:pt x="713208" y="57597"/>
                </a:lnTo>
                <a:lnTo>
                  <a:pt x="713383" y="57927"/>
                </a:lnTo>
                <a:lnTo>
                  <a:pt x="713564" y="58253"/>
                </a:lnTo>
                <a:lnTo>
                  <a:pt x="713748" y="58576"/>
                </a:lnTo>
                <a:lnTo>
                  <a:pt x="713937" y="58895"/>
                </a:lnTo>
                <a:lnTo>
                  <a:pt x="714131" y="59210"/>
                </a:lnTo>
                <a:lnTo>
                  <a:pt x="714328" y="59522"/>
                </a:lnTo>
                <a:lnTo>
                  <a:pt x="714531" y="59830"/>
                </a:lnTo>
                <a:lnTo>
                  <a:pt x="714738" y="60134"/>
                </a:lnTo>
                <a:lnTo>
                  <a:pt x="714949" y="60435"/>
                </a:lnTo>
                <a:lnTo>
                  <a:pt x="715165" y="60732"/>
                </a:lnTo>
                <a:lnTo>
                  <a:pt x="715385" y="61024"/>
                </a:lnTo>
                <a:lnTo>
                  <a:pt x="715611" y="61312"/>
                </a:lnTo>
                <a:lnTo>
                  <a:pt x="715841" y="61594"/>
                </a:lnTo>
                <a:lnTo>
                  <a:pt x="716076" y="61871"/>
                </a:lnTo>
                <a:lnTo>
                  <a:pt x="716317" y="62143"/>
                </a:lnTo>
                <a:lnTo>
                  <a:pt x="716562" y="62410"/>
                </a:lnTo>
                <a:lnTo>
                  <a:pt x="716812" y="62672"/>
                </a:lnTo>
                <a:lnTo>
                  <a:pt x="717067" y="62928"/>
                </a:lnTo>
                <a:lnTo>
                  <a:pt x="717327" y="63180"/>
                </a:lnTo>
                <a:lnTo>
                  <a:pt x="717592" y="63427"/>
                </a:lnTo>
                <a:lnTo>
                  <a:pt x="717862" y="63668"/>
                </a:lnTo>
                <a:lnTo>
                  <a:pt x="718137" y="63904"/>
                </a:lnTo>
                <a:lnTo>
                  <a:pt x="718417" y="64135"/>
                </a:lnTo>
                <a:lnTo>
                  <a:pt x="718702" y="64361"/>
                </a:lnTo>
                <a:lnTo>
                  <a:pt x="718991" y="64582"/>
                </a:lnTo>
                <a:lnTo>
                  <a:pt x="719286" y="64798"/>
                </a:lnTo>
                <a:lnTo>
                  <a:pt x="719585" y="65009"/>
                </a:lnTo>
                <a:lnTo>
                  <a:pt x="719890" y="65215"/>
                </a:lnTo>
                <a:lnTo>
                  <a:pt x="720199" y="65415"/>
                </a:lnTo>
                <a:lnTo>
                  <a:pt x="720514" y="65611"/>
                </a:lnTo>
                <a:lnTo>
                  <a:pt x="720833" y="65801"/>
                </a:lnTo>
                <a:lnTo>
                  <a:pt x="721157" y="65986"/>
                </a:lnTo>
                <a:lnTo>
                  <a:pt x="721486" y="66166"/>
                </a:lnTo>
                <a:lnTo>
                  <a:pt x="721820" y="66341"/>
                </a:lnTo>
                <a:lnTo>
                  <a:pt x="722159" y="66510"/>
                </a:lnTo>
                <a:lnTo>
                  <a:pt x="722503" y="66672"/>
                </a:lnTo>
                <a:lnTo>
                  <a:pt x="722851" y="66826"/>
                </a:lnTo>
                <a:lnTo>
                  <a:pt x="723203" y="66973"/>
                </a:lnTo>
                <a:lnTo>
                  <a:pt x="723560" y="67113"/>
                </a:lnTo>
                <a:lnTo>
                  <a:pt x="723921" y="67246"/>
                </a:lnTo>
                <a:lnTo>
                  <a:pt x="724287" y="67372"/>
                </a:lnTo>
                <a:lnTo>
                  <a:pt x="724657" y="67491"/>
                </a:lnTo>
                <a:lnTo>
                  <a:pt x="725032" y="67602"/>
                </a:lnTo>
                <a:lnTo>
                  <a:pt x="725411" y="67706"/>
                </a:lnTo>
                <a:lnTo>
                  <a:pt x="725794" y="67803"/>
                </a:lnTo>
                <a:lnTo>
                  <a:pt x="726182" y="67893"/>
                </a:lnTo>
                <a:lnTo>
                  <a:pt x="726575" y="67976"/>
                </a:lnTo>
                <a:lnTo>
                  <a:pt x="726972" y="68051"/>
                </a:lnTo>
                <a:lnTo>
                  <a:pt x="727373" y="68119"/>
                </a:lnTo>
                <a:lnTo>
                  <a:pt x="727779" y="68180"/>
                </a:lnTo>
                <a:lnTo>
                  <a:pt x="728189" y="68234"/>
                </a:lnTo>
                <a:lnTo>
                  <a:pt x="728604" y="68281"/>
                </a:lnTo>
                <a:lnTo>
                  <a:pt x="729024" y="68320"/>
                </a:lnTo>
                <a:lnTo>
                  <a:pt x="729447" y="68353"/>
                </a:lnTo>
                <a:lnTo>
                  <a:pt x="729876" y="68378"/>
                </a:lnTo>
                <a:lnTo>
                  <a:pt x="730308" y="68396"/>
                </a:lnTo>
                <a:lnTo>
                  <a:pt x="730745" y="68407"/>
                </a:lnTo>
                <a:lnTo>
                  <a:pt x="731187" y="68410"/>
                </a:lnTo>
                <a:lnTo>
                  <a:pt x="731576" y="68407"/>
                </a:lnTo>
                <a:lnTo>
                  <a:pt x="731961" y="68399"/>
                </a:lnTo>
                <a:lnTo>
                  <a:pt x="732343" y="68384"/>
                </a:lnTo>
                <a:lnTo>
                  <a:pt x="732721" y="68363"/>
                </a:lnTo>
                <a:lnTo>
                  <a:pt x="733096" y="68337"/>
                </a:lnTo>
                <a:lnTo>
                  <a:pt x="733468" y="68304"/>
                </a:lnTo>
                <a:lnTo>
                  <a:pt x="733836" y="68266"/>
                </a:lnTo>
                <a:lnTo>
                  <a:pt x="734201" y="68221"/>
                </a:lnTo>
                <a:lnTo>
                  <a:pt x="734563" y="68171"/>
                </a:lnTo>
                <a:lnTo>
                  <a:pt x="734921" y="68115"/>
                </a:lnTo>
                <a:lnTo>
                  <a:pt x="735276" y="68053"/>
                </a:lnTo>
                <a:lnTo>
                  <a:pt x="735628" y="67985"/>
                </a:lnTo>
                <a:lnTo>
                  <a:pt x="735976" y="67912"/>
                </a:lnTo>
                <a:lnTo>
                  <a:pt x="736321" y="67832"/>
                </a:lnTo>
                <a:lnTo>
                  <a:pt x="736663" y="67747"/>
                </a:lnTo>
                <a:lnTo>
                  <a:pt x="737001" y="67655"/>
                </a:lnTo>
                <a:lnTo>
                  <a:pt x="737336" y="67558"/>
                </a:lnTo>
                <a:lnTo>
                  <a:pt x="737668" y="67454"/>
                </a:lnTo>
                <a:lnTo>
                  <a:pt x="737996" y="67345"/>
                </a:lnTo>
                <a:lnTo>
                  <a:pt x="738321" y="67230"/>
                </a:lnTo>
                <a:lnTo>
                  <a:pt x="738643" y="67109"/>
                </a:lnTo>
                <a:lnTo>
                  <a:pt x="738961" y="66982"/>
                </a:lnTo>
                <a:lnTo>
                  <a:pt x="739276" y="66850"/>
                </a:lnTo>
                <a:lnTo>
                  <a:pt x="739587" y="66711"/>
                </a:lnTo>
                <a:lnTo>
                  <a:pt x="739895" y="66566"/>
                </a:lnTo>
                <a:lnTo>
                  <a:pt x="740197" y="66413"/>
                </a:lnTo>
                <a:lnTo>
                  <a:pt x="740495" y="66252"/>
                </a:lnTo>
                <a:lnTo>
                  <a:pt x="740787" y="66084"/>
                </a:lnTo>
                <a:lnTo>
                  <a:pt x="741075" y="65909"/>
                </a:lnTo>
                <a:lnTo>
                  <a:pt x="741358" y="65726"/>
                </a:lnTo>
                <a:lnTo>
                  <a:pt x="741636" y="65535"/>
                </a:lnTo>
                <a:lnTo>
                  <a:pt x="741908" y="65337"/>
                </a:lnTo>
                <a:lnTo>
                  <a:pt x="742176" y="65132"/>
                </a:lnTo>
                <a:lnTo>
                  <a:pt x="742439" y="64919"/>
                </a:lnTo>
                <a:lnTo>
                  <a:pt x="742697" y="64699"/>
                </a:lnTo>
                <a:lnTo>
                  <a:pt x="742950" y="64471"/>
                </a:lnTo>
                <a:lnTo>
                  <a:pt x="743199" y="64236"/>
                </a:lnTo>
                <a:lnTo>
                  <a:pt x="743442" y="63993"/>
                </a:lnTo>
                <a:lnTo>
                  <a:pt x="743680" y="63742"/>
                </a:lnTo>
                <a:lnTo>
                  <a:pt x="743913" y="63484"/>
                </a:lnTo>
                <a:lnTo>
                  <a:pt x="744142" y="63219"/>
                </a:lnTo>
                <a:lnTo>
                  <a:pt x="744365" y="62946"/>
                </a:lnTo>
                <a:lnTo>
                  <a:pt x="744583" y="62666"/>
                </a:lnTo>
                <a:lnTo>
                  <a:pt x="744797" y="62378"/>
                </a:lnTo>
                <a:lnTo>
                  <a:pt x="745005" y="62083"/>
                </a:lnTo>
                <a:lnTo>
                  <a:pt x="745209" y="61780"/>
                </a:lnTo>
                <a:lnTo>
                  <a:pt x="745408" y="61470"/>
                </a:lnTo>
                <a:lnTo>
                  <a:pt x="745601" y="61152"/>
                </a:lnTo>
                <a:lnTo>
                  <a:pt x="745785" y="61152"/>
                </a:lnTo>
                <a:lnTo>
                  <a:pt x="745785" y="67215"/>
                </a:lnTo>
                <a:lnTo>
                  <a:pt x="758179" y="67215"/>
                </a:lnTo>
                <a:lnTo>
                  <a:pt x="758179" y="1614"/>
                </a:lnTo>
                <a:lnTo>
                  <a:pt x="745142" y="1614"/>
                </a:lnTo>
                <a:lnTo>
                  <a:pt x="745142" y="25477"/>
                </a:lnTo>
                <a:close/>
                <a:moveTo>
                  <a:pt x="745577" y="44519"/>
                </a:moveTo>
                <a:lnTo>
                  <a:pt x="745567" y="44760"/>
                </a:lnTo>
                <a:lnTo>
                  <a:pt x="745554" y="45001"/>
                </a:lnTo>
                <a:lnTo>
                  <a:pt x="745540" y="45241"/>
                </a:lnTo>
                <a:lnTo>
                  <a:pt x="745524" y="45481"/>
                </a:lnTo>
                <a:lnTo>
                  <a:pt x="745506" y="45719"/>
                </a:lnTo>
                <a:lnTo>
                  <a:pt x="745486" y="45957"/>
                </a:lnTo>
                <a:lnTo>
                  <a:pt x="745464" y="46195"/>
                </a:lnTo>
                <a:lnTo>
                  <a:pt x="745440" y="46432"/>
                </a:lnTo>
                <a:lnTo>
                  <a:pt x="745414" y="46668"/>
                </a:lnTo>
                <a:lnTo>
                  <a:pt x="745386" y="46904"/>
                </a:lnTo>
                <a:lnTo>
                  <a:pt x="745357" y="47139"/>
                </a:lnTo>
                <a:lnTo>
                  <a:pt x="745325" y="47373"/>
                </a:lnTo>
                <a:lnTo>
                  <a:pt x="745292" y="47607"/>
                </a:lnTo>
                <a:lnTo>
                  <a:pt x="745256" y="47840"/>
                </a:lnTo>
                <a:lnTo>
                  <a:pt x="745219" y="48073"/>
                </a:lnTo>
                <a:lnTo>
                  <a:pt x="745180" y="48304"/>
                </a:lnTo>
                <a:lnTo>
                  <a:pt x="745139" y="48536"/>
                </a:lnTo>
                <a:lnTo>
                  <a:pt x="745096" y="48766"/>
                </a:lnTo>
                <a:lnTo>
                  <a:pt x="745051" y="48996"/>
                </a:lnTo>
                <a:lnTo>
                  <a:pt x="745004" y="49225"/>
                </a:lnTo>
                <a:lnTo>
                  <a:pt x="744954" y="49451"/>
                </a:lnTo>
                <a:lnTo>
                  <a:pt x="744902" y="49675"/>
                </a:lnTo>
                <a:lnTo>
                  <a:pt x="744847" y="49898"/>
                </a:lnTo>
                <a:lnTo>
                  <a:pt x="744789" y="50118"/>
                </a:lnTo>
                <a:lnTo>
                  <a:pt x="744729" y="50336"/>
                </a:lnTo>
                <a:lnTo>
                  <a:pt x="744667" y="50552"/>
                </a:lnTo>
                <a:lnTo>
                  <a:pt x="744602" y="50766"/>
                </a:lnTo>
                <a:lnTo>
                  <a:pt x="744534" y="50978"/>
                </a:lnTo>
                <a:lnTo>
                  <a:pt x="744464" y="51188"/>
                </a:lnTo>
                <a:lnTo>
                  <a:pt x="744392" y="51396"/>
                </a:lnTo>
                <a:lnTo>
                  <a:pt x="744316" y="51602"/>
                </a:lnTo>
                <a:lnTo>
                  <a:pt x="744238" y="51805"/>
                </a:lnTo>
                <a:lnTo>
                  <a:pt x="744158" y="52007"/>
                </a:lnTo>
                <a:lnTo>
                  <a:pt x="744075" y="52206"/>
                </a:lnTo>
                <a:lnTo>
                  <a:pt x="743990" y="52404"/>
                </a:lnTo>
                <a:lnTo>
                  <a:pt x="743902" y="52599"/>
                </a:lnTo>
                <a:lnTo>
                  <a:pt x="743811" y="52793"/>
                </a:lnTo>
                <a:lnTo>
                  <a:pt x="743718" y="52984"/>
                </a:lnTo>
                <a:lnTo>
                  <a:pt x="743622" y="53173"/>
                </a:lnTo>
                <a:lnTo>
                  <a:pt x="743524" y="53360"/>
                </a:lnTo>
                <a:lnTo>
                  <a:pt x="743423" y="53545"/>
                </a:lnTo>
                <a:lnTo>
                  <a:pt x="743320" y="53728"/>
                </a:lnTo>
                <a:lnTo>
                  <a:pt x="743214" y="53909"/>
                </a:lnTo>
                <a:lnTo>
                  <a:pt x="743105" y="54088"/>
                </a:lnTo>
                <a:lnTo>
                  <a:pt x="742994" y="54263"/>
                </a:lnTo>
                <a:lnTo>
                  <a:pt x="742879" y="54435"/>
                </a:lnTo>
                <a:lnTo>
                  <a:pt x="742761" y="54604"/>
                </a:lnTo>
                <a:lnTo>
                  <a:pt x="742640" y="54770"/>
                </a:lnTo>
                <a:lnTo>
                  <a:pt x="742517" y="54934"/>
                </a:lnTo>
                <a:lnTo>
                  <a:pt x="742390" y="55094"/>
                </a:lnTo>
                <a:lnTo>
                  <a:pt x="742260" y="55251"/>
                </a:lnTo>
                <a:lnTo>
                  <a:pt x="742127" y="55405"/>
                </a:lnTo>
                <a:lnTo>
                  <a:pt x="741991" y="55556"/>
                </a:lnTo>
                <a:lnTo>
                  <a:pt x="741852" y="55704"/>
                </a:lnTo>
                <a:lnTo>
                  <a:pt x="741710" y="55849"/>
                </a:lnTo>
                <a:lnTo>
                  <a:pt x="741565" y="55991"/>
                </a:lnTo>
                <a:lnTo>
                  <a:pt x="741417" y="56130"/>
                </a:lnTo>
                <a:lnTo>
                  <a:pt x="741266" y="56266"/>
                </a:lnTo>
                <a:lnTo>
                  <a:pt x="741112" y="56399"/>
                </a:lnTo>
                <a:lnTo>
                  <a:pt x="740955" y="56528"/>
                </a:lnTo>
                <a:lnTo>
                  <a:pt x="740795" y="56655"/>
                </a:lnTo>
                <a:lnTo>
                  <a:pt x="740632" y="56779"/>
                </a:lnTo>
                <a:lnTo>
                  <a:pt x="740466" y="56900"/>
                </a:lnTo>
                <a:lnTo>
                  <a:pt x="740296" y="57018"/>
                </a:lnTo>
                <a:lnTo>
                  <a:pt x="740124" y="57132"/>
                </a:lnTo>
                <a:lnTo>
                  <a:pt x="739949" y="57244"/>
                </a:lnTo>
                <a:lnTo>
                  <a:pt x="739771" y="57353"/>
                </a:lnTo>
                <a:lnTo>
                  <a:pt x="739589" y="57458"/>
                </a:lnTo>
                <a:lnTo>
                  <a:pt x="739404" y="57558"/>
                </a:lnTo>
                <a:lnTo>
                  <a:pt x="739215" y="57654"/>
                </a:lnTo>
                <a:lnTo>
                  <a:pt x="739022" y="57745"/>
                </a:lnTo>
                <a:lnTo>
                  <a:pt x="738826" y="57832"/>
                </a:lnTo>
                <a:lnTo>
                  <a:pt x="738626" y="57915"/>
                </a:lnTo>
                <a:lnTo>
                  <a:pt x="738422" y="57993"/>
                </a:lnTo>
                <a:lnTo>
                  <a:pt x="738215" y="58066"/>
                </a:lnTo>
                <a:lnTo>
                  <a:pt x="738004" y="58136"/>
                </a:lnTo>
                <a:lnTo>
                  <a:pt x="737789" y="58200"/>
                </a:lnTo>
                <a:lnTo>
                  <a:pt x="737571" y="58260"/>
                </a:lnTo>
                <a:lnTo>
                  <a:pt x="737349" y="58316"/>
                </a:lnTo>
                <a:lnTo>
                  <a:pt x="737123" y="58368"/>
                </a:lnTo>
                <a:lnTo>
                  <a:pt x="736894" y="58414"/>
                </a:lnTo>
                <a:lnTo>
                  <a:pt x="736661" y="58457"/>
                </a:lnTo>
                <a:lnTo>
                  <a:pt x="736425" y="58495"/>
                </a:lnTo>
                <a:lnTo>
                  <a:pt x="736184" y="58528"/>
                </a:lnTo>
                <a:lnTo>
                  <a:pt x="735940" y="58557"/>
                </a:lnTo>
                <a:lnTo>
                  <a:pt x="735693" y="58582"/>
                </a:lnTo>
                <a:lnTo>
                  <a:pt x="735441" y="58602"/>
                </a:lnTo>
                <a:lnTo>
                  <a:pt x="735186" y="58617"/>
                </a:lnTo>
                <a:lnTo>
                  <a:pt x="734928" y="58628"/>
                </a:lnTo>
                <a:lnTo>
                  <a:pt x="734665" y="58635"/>
                </a:lnTo>
                <a:lnTo>
                  <a:pt x="734399" y="58637"/>
                </a:lnTo>
                <a:lnTo>
                  <a:pt x="734149" y="58635"/>
                </a:lnTo>
                <a:lnTo>
                  <a:pt x="733901" y="58628"/>
                </a:lnTo>
                <a:lnTo>
                  <a:pt x="733656" y="58617"/>
                </a:lnTo>
                <a:lnTo>
                  <a:pt x="733414" y="58600"/>
                </a:lnTo>
                <a:lnTo>
                  <a:pt x="733175" y="58580"/>
                </a:lnTo>
                <a:lnTo>
                  <a:pt x="732939" y="58554"/>
                </a:lnTo>
                <a:lnTo>
                  <a:pt x="732707" y="58524"/>
                </a:lnTo>
                <a:lnTo>
                  <a:pt x="732477" y="58490"/>
                </a:lnTo>
                <a:lnTo>
                  <a:pt x="732250" y="58450"/>
                </a:lnTo>
                <a:lnTo>
                  <a:pt x="732026" y="58406"/>
                </a:lnTo>
                <a:lnTo>
                  <a:pt x="731806" y="58358"/>
                </a:lnTo>
                <a:lnTo>
                  <a:pt x="731588" y="58305"/>
                </a:lnTo>
                <a:lnTo>
                  <a:pt x="731373" y="58247"/>
                </a:lnTo>
                <a:lnTo>
                  <a:pt x="731162" y="58185"/>
                </a:lnTo>
                <a:lnTo>
                  <a:pt x="730953" y="58118"/>
                </a:lnTo>
                <a:lnTo>
                  <a:pt x="730748" y="58046"/>
                </a:lnTo>
                <a:lnTo>
                  <a:pt x="730545" y="57970"/>
                </a:lnTo>
                <a:lnTo>
                  <a:pt x="730346" y="57889"/>
                </a:lnTo>
                <a:lnTo>
                  <a:pt x="730149" y="57803"/>
                </a:lnTo>
                <a:lnTo>
                  <a:pt x="729956" y="57713"/>
                </a:lnTo>
                <a:lnTo>
                  <a:pt x="729765" y="57618"/>
                </a:lnTo>
                <a:lnTo>
                  <a:pt x="729578" y="57519"/>
                </a:lnTo>
                <a:lnTo>
                  <a:pt x="729393" y="57415"/>
                </a:lnTo>
                <a:lnTo>
                  <a:pt x="729212" y="57307"/>
                </a:lnTo>
                <a:lnTo>
                  <a:pt x="729033" y="57194"/>
                </a:lnTo>
                <a:lnTo>
                  <a:pt x="728857" y="57079"/>
                </a:lnTo>
                <a:lnTo>
                  <a:pt x="728684" y="56961"/>
                </a:lnTo>
                <a:lnTo>
                  <a:pt x="728513" y="56840"/>
                </a:lnTo>
                <a:lnTo>
                  <a:pt x="728345" y="56716"/>
                </a:lnTo>
                <a:lnTo>
                  <a:pt x="728179" y="56589"/>
                </a:lnTo>
                <a:lnTo>
                  <a:pt x="728016" y="56459"/>
                </a:lnTo>
                <a:lnTo>
                  <a:pt x="727855" y="56327"/>
                </a:lnTo>
                <a:lnTo>
                  <a:pt x="727697" y="56191"/>
                </a:lnTo>
                <a:lnTo>
                  <a:pt x="727541" y="56053"/>
                </a:lnTo>
                <a:lnTo>
                  <a:pt x="727388" y="55912"/>
                </a:lnTo>
                <a:lnTo>
                  <a:pt x="727238" y="55768"/>
                </a:lnTo>
                <a:lnTo>
                  <a:pt x="727090" y="55621"/>
                </a:lnTo>
                <a:lnTo>
                  <a:pt x="726945" y="55471"/>
                </a:lnTo>
                <a:lnTo>
                  <a:pt x="726802" y="55319"/>
                </a:lnTo>
                <a:lnTo>
                  <a:pt x="726661" y="55163"/>
                </a:lnTo>
                <a:lnTo>
                  <a:pt x="726524" y="55005"/>
                </a:lnTo>
                <a:lnTo>
                  <a:pt x="726389" y="54844"/>
                </a:lnTo>
                <a:lnTo>
                  <a:pt x="726256" y="54680"/>
                </a:lnTo>
                <a:lnTo>
                  <a:pt x="726126" y="54513"/>
                </a:lnTo>
                <a:lnTo>
                  <a:pt x="725998" y="54343"/>
                </a:lnTo>
                <a:lnTo>
                  <a:pt x="725873" y="54171"/>
                </a:lnTo>
                <a:lnTo>
                  <a:pt x="725751" y="53995"/>
                </a:lnTo>
                <a:lnTo>
                  <a:pt x="725631" y="53817"/>
                </a:lnTo>
                <a:lnTo>
                  <a:pt x="725514" y="53636"/>
                </a:lnTo>
                <a:lnTo>
                  <a:pt x="725399" y="53453"/>
                </a:lnTo>
                <a:lnTo>
                  <a:pt x="725288" y="53268"/>
                </a:lnTo>
                <a:lnTo>
                  <a:pt x="725179" y="53081"/>
                </a:lnTo>
                <a:lnTo>
                  <a:pt x="725072" y="52891"/>
                </a:lnTo>
                <a:lnTo>
                  <a:pt x="724969" y="52700"/>
                </a:lnTo>
                <a:lnTo>
                  <a:pt x="724868" y="52507"/>
                </a:lnTo>
                <a:lnTo>
                  <a:pt x="724770" y="52311"/>
                </a:lnTo>
                <a:lnTo>
                  <a:pt x="724674" y="52114"/>
                </a:lnTo>
                <a:lnTo>
                  <a:pt x="724581" y="51914"/>
                </a:lnTo>
                <a:lnTo>
                  <a:pt x="724491" y="51713"/>
                </a:lnTo>
                <a:lnTo>
                  <a:pt x="724404" y="51509"/>
                </a:lnTo>
                <a:lnTo>
                  <a:pt x="724319" y="51303"/>
                </a:lnTo>
                <a:lnTo>
                  <a:pt x="724237" y="51096"/>
                </a:lnTo>
                <a:lnTo>
                  <a:pt x="724158" y="50886"/>
                </a:lnTo>
                <a:lnTo>
                  <a:pt x="724081" y="50674"/>
                </a:lnTo>
                <a:lnTo>
                  <a:pt x="724007" y="50460"/>
                </a:lnTo>
                <a:lnTo>
                  <a:pt x="723936" y="50244"/>
                </a:lnTo>
                <a:lnTo>
                  <a:pt x="723868" y="50025"/>
                </a:lnTo>
                <a:lnTo>
                  <a:pt x="723802" y="49805"/>
                </a:lnTo>
                <a:lnTo>
                  <a:pt x="723739" y="49583"/>
                </a:lnTo>
                <a:lnTo>
                  <a:pt x="723679" y="49359"/>
                </a:lnTo>
                <a:lnTo>
                  <a:pt x="723621" y="49132"/>
                </a:lnTo>
                <a:lnTo>
                  <a:pt x="723566" y="48904"/>
                </a:lnTo>
                <a:lnTo>
                  <a:pt x="723514" y="48674"/>
                </a:lnTo>
                <a:lnTo>
                  <a:pt x="723463" y="48445"/>
                </a:lnTo>
                <a:lnTo>
                  <a:pt x="723415" y="48215"/>
                </a:lnTo>
                <a:lnTo>
                  <a:pt x="723370" y="47986"/>
                </a:lnTo>
                <a:lnTo>
                  <a:pt x="723326" y="47756"/>
                </a:lnTo>
                <a:lnTo>
                  <a:pt x="723285" y="47527"/>
                </a:lnTo>
                <a:lnTo>
                  <a:pt x="723246" y="47297"/>
                </a:lnTo>
                <a:lnTo>
                  <a:pt x="723209" y="47067"/>
                </a:lnTo>
                <a:lnTo>
                  <a:pt x="723174" y="46838"/>
                </a:lnTo>
                <a:lnTo>
                  <a:pt x="723142" y="46608"/>
                </a:lnTo>
                <a:lnTo>
                  <a:pt x="723112" y="46379"/>
                </a:lnTo>
                <a:lnTo>
                  <a:pt x="723084" y="46149"/>
                </a:lnTo>
                <a:lnTo>
                  <a:pt x="723058" y="45920"/>
                </a:lnTo>
                <a:lnTo>
                  <a:pt x="723035" y="45690"/>
                </a:lnTo>
                <a:lnTo>
                  <a:pt x="723013" y="45460"/>
                </a:lnTo>
                <a:lnTo>
                  <a:pt x="722994" y="45231"/>
                </a:lnTo>
                <a:lnTo>
                  <a:pt x="722978" y="45001"/>
                </a:lnTo>
                <a:lnTo>
                  <a:pt x="722963" y="44772"/>
                </a:lnTo>
                <a:lnTo>
                  <a:pt x="722951" y="44542"/>
                </a:lnTo>
                <a:lnTo>
                  <a:pt x="722941" y="44312"/>
                </a:lnTo>
                <a:lnTo>
                  <a:pt x="722933" y="44083"/>
                </a:lnTo>
                <a:lnTo>
                  <a:pt x="722927" y="43853"/>
                </a:lnTo>
                <a:lnTo>
                  <a:pt x="722924" y="43623"/>
                </a:lnTo>
                <a:lnTo>
                  <a:pt x="722923" y="43394"/>
                </a:lnTo>
                <a:lnTo>
                  <a:pt x="722924" y="43149"/>
                </a:lnTo>
                <a:lnTo>
                  <a:pt x="722927" y="42906"/>
                </a:lnTo>
                <a:lnTo>
                  <a:pt x="722932" y="42663"/>
                </a:lnTo>
                <a:lnTo>
                  <a:pt x="722940" y="42421"/>
                </a:lnTo>
                <a:lnTo>
                  <a:pt x="722949" y="42180"/>
                </a:lnTo>
                <a:lnTo>
                  <a:pt x="722960" y="41939"/>
                </a:lnTo>
                <a:lnTo>
                  <a:pt x="722974" y="41700"/>
                </a:lnTo>
                <a:lnTo>
                  <a:pt x="722989" y="41461"/>
                </a:lnTo>
                <a:lnTo>
                  <a:pt x="723007" y="41223"/>
                </a:lnTo>
                <a:lnTo>
                  <a:pt x="723027" y="40985"/>
                </a:lnTo>
                <a:lnTo>
                  <a:pt x="723048" y="40749"/>
                </a:lnTo>
                <a:lnTo>
                  <a:pt x="723072" y="40513"/>
                </a:lnTo>
                <a:lnTo>
                  <a:pt x="723098" y="40278"/>
                </a:lnTo>
                <a:lnTo>
                  <a:pt x="723126" y="40044"/>
                </a:lnTo>
                <a:lnTo>
                  <a:pt x="723156" y="39811"/>
                </a:lnTo>
                <a:lnTo>
                  <a:pt x="723188" y="39578"/>
                </a:lnTo>
                <a:lnTo>
                  <a:pt x="723222" y="39347"/>
                </a:lnTo>
                <a:lnTo>
                  <a:pt x="723259" y="39116"/>
                </a:lnTo>
                <a:lnTo>
                  <a:pt x="723297" y="38886"/>
                </a:lnTo>
                <a:lnTo>
                  <a:pt x="723337" y="38656"/>
                </a:lnTo>
                <a:lnTo>
                  <a:pt x="723380" y="38428"/>
                </a:lnTo>
                <a:lnTo>
                  <a:pt x="723424" y="38200"/>
                </a:lnTo>
                <a:lnTo>
                  <a:pt x="723471" y="37973"/>
                </a:lnTo>
                <a:lnTo>
                  <a:pt x="723520" y="37747"/>
                </a:lnTo>
                <a:lnTo>
                  <a:pt x="723571" y="37522"/>
                </a:lnTo>
                <a:lnTo>
                  <a:pt x="723624" y="37299"/>
                </a:lnTo>
                <a:lnTo>
                  <a:pt x="723680" y="37079"/>
                </a:lnTo>
                <a:lnTo>
                  <a:pt x="723739" y="36860"/>
                </a:lnTo>
                <a:lnTo>
                  <a:pt x="723800" y="36644"/>
                </a:lnTo>
                <a:lnTo>
                  <a:pt x="723864" y="36429"/>
                </a:lnTo>
                <a:lnTo>
                  <a:pt x="723930" y="36217"/>
                </a:lnTo>
                <a:lnTo>
                  <a:pt x="723999" y="36007"/>
                </a:lnTo>
                <a:lnTo>
                  <a:pt x="724071" y="35799"/>
                </a:lnTo>
                <a:lnTo>
                  <a:pt x="724145" y="35593"/>
                </a:lnTo>
                <a:lnTo>
                  <a:pt x="724221" y="35389"/>
                </a:lnTo>
                <a:lnTo>
                  <a:pt x="724300" y="35187"/>
                </a:lnTo>
                <a:lnTo>
                  <a:pt x="724382" y="34987"/>
                </a:lnTo>
                <a:lnTo>
                  <a:pt x="724466" y="34789"/>
                </a:lnTo>
                <a:lnTo>
                  <a:pt x="724553" y="34594"/>
                </a:lnTo>
                <a:lnTo>
                  <a:pt x="724642" y="34400"/>
                </a:lnTo>
                <a:lnTo>
                  <a:pt x="724734" y="34209"/>
                </a:lnTo>
                <a:lnTo>
                  <a:pt x="724828" y="34019"/>
                </a:lnTo>
                <a:lnTo>
                  <a:pt x="724925" y="33832"/>
                </a:lnTo>
                <a:lnTo>
                  <a:pt x="725024" y="33646"/>
                </a:lnTo>
                <a:lnTo>
                  <a:pt x="725126" y="33463"/>
                </a:lnTo>
                <a:lnTo>
                  <a:pt x="725231" y="33282"/>
                </a:lnTo>
                <a:lnTo>
                  <a:pt x="725338" y="33103"/>
                </a:lnTo>
                <a:lnTo>
                  <a:pt x="725447" y="32926"/>
                </a:lnTo>
                <a:lnTo>
                  <a:pt x="725560" y="32751"/>
                </a:lnTo>
                <a:lnTo>
                  <a:pt x="725676" y="32580"/>
                </a:lnTo>
                <a:lnTo>
                  <a:pt x="725794" y="32411"/>
                </a:lnTo>
                <a:lnTo>
                  <a:pt x="725916" y="32245"/>
                </a:lnTo>
                <a:lnTo>
                  <a:pt x="726040" y="32082"/>
                </a:lnTo>
                <a:lnTo>
                  <a:pt x="726168" y="31922"/>
                </a:lnTo>
                <a:lnTo>
                  <a:pt x="726299" y="31764"/>
                </a:lnTo>
                <a:lnTo>
                  <a:pt x="726432" y="31610"/>
                </a:lnTo>
                <a:lnTo>
                  <a:pt x="726569" y="31458"/>
                </a:lnTo>
                <a:lnTo>
                  <a:pt x="726709" y="31309"/>
                </a:lnTo>
                <a:lnTo>
                  <a:pt x="726852" y="31163"/>
                </a:lnTo>
                <a:lnTo>
                  <a:pt x="726997" y="31020"/>
                </a:lnTo>
                <a:lnTo>
                  <a:pt x="727146" y="30880"/>
                </a:lnTo>
                <a:lnTo>
                  <a:pt x="727298" y="30743"/>
                </a:lnTo>
                <a:lnTo>
                  <a:pt x="727453" y="30609"/>
                </a:lnTo>
                <a:lnTo>
                  <a:pt x="727611" y="30477"/>
                </a:lnTo>
                <a:lnTo>
                  <a:pt x="727771" y="30349"/>
                </a:lnTo>
                <a:lnTo>
                  <a:pt x="727935" y="30223"/>
                </a:lnTo>
                <a:lnTo>
                  <a:pt x="728102" y="30100"/>
                </a:lnTo>
                <a:lnTo>
                  <a:pt x="728272" y="29980"/>
                </a:lnTo>
                <a:lnTo>
                  <a:pt x="728445" y="29863"/>
                </a:lnTo>
                <a:lnTo>
                  <a:pt x="728621" y="29749"/>
                </a:lnTo>
                <a:lnTo>
                  <a:pt x="728800" y="29637"/>
                </a:lnTo>
                <a:lnTo>
                  <a:pt x="728982" y="29529"/>
                </a:lnTo>
                <a:lnTo>
                  <a:pt x="729167" y="29424"/>
                </a:lnTo>
                <a:lnTo>
                  <a:pt x="729356" y="29323"/>
                </a:lnTo>
                <a:lnTo>
                  <a:pt x="729549" y="29227"/>
                </a:lnTo>
                <a:lnTo>
                  <a:pt x="729745" y="29136"/>
                </a:lnTo>
                <a:lnTo>
                  <a:pt x="729944" y="29049"/>
                </a:lnTo>
                <a:lnTo>
                  <a:pt x="730147" y="28966"/>
                </a:lnTo>
                <a:lnTo>
                  <a:pt x="730353" y="28888"/>
                </a:lnTo>
                <a:lnTo>
                  <a:pt x="730563" y="28814"/>
                </a:lnTo>
                <a:lnTo>
                  <a:pt x="730777" y="28745"/>
                </a:lnTo>
                <a:lnTo>
                  <a:pt x="730994" y="28680"/>
                </a:lnTo>
                <a:lnTo>
                  <a:pt x="731214" y="28620"/>
                </a:lnTo>
                <a:lnTo>
                  <a:pt x="731438" y="28564"/>
                </a:lnTo>
                <a:lnTo>
                  <a:pt x="731666" y="28513"/>
                </a:lnTo>
                <a:lnTo>
                  <a:pt x="731897" y="28466"/>
                </a:lnTo>
                <a:lnTo>
                  <a:pt x="732131" y="28424"/>
                </a:lnTo>
                <a:lnTo>
                  <a:pt x="732369" y="28386"/>
                </a:lnTo>
                <a:lnTo>
                  <a:pt x="732611" y="28352"/>
                </a:lnTo>
                <a:lnTo>
                  <a:pt x="732856" y="28323"/>
                </a:lnTo>
                <a:lnTo>
                  <a:pt x="733104" y="28299"/>
                </a:lnTo>
                <a:lnTo>
                  <a:pt x="733356" y="28279"/>
                </a:lnTo>
                <a:lnTo>
                  <a:pt x="733612" y="28263"/>
                </a:lnTo>
                <a:lnTo>
                  <a:pt x="733871" y="28252"/>
                </a:lnTo>
                <a:lnTo>
                  <a:pt x="734133" y="28245"/>
                </a:lnTo>
                <a:lnTo>
                  <a:pt x="734399" y="28243"/>
                </a:lnTo>
                <a:lnTo>
                  <a:pt x="734665" y="28245"/>
                </a:lnTo>
                <a:lnTo>
                  <a:pt x="734927" y="28252"/>
                </a:lnTo>
                <a:lnTo>
                  <a:pt x="735186" y="28263"/>
                </a:lnTo>
                <a:lnTo>
                  <a:pt x="735440" y="28279"/>
                </a:lnTo>
                <a:lnTo>
                  <a:pt x="735691" y="28299"/>
                </a:lnTo>
                <a:lnTo>
                  <a:pt x="735937" y="28323"/>
                </a:lnTo>
                <a:lnTo>
                  <a:pt x="736180" y="28352"/>
                </a:lnTo>
                <a:lnTo>
                  <a:pt x="736419" y="28386"/>
                </a:lnTo>
                <a:lnTo>
                  <a:pt x="736655" y="28424"/>
                </a:lnTo>
                <a:lnTo>
                  <a:pt x="736886" y="28466"/>
                </a:lnTo>
                <a:lnTo>
                  <a:pt x="737114" y="28513"/>
                </a:lnTo>
                <a:lnTo>
                  <a:pt x="737338" y="28564"/>
                </a:lnTo>
                <a:lnTo>
                  <a:pt x="737558" y="28620"/>
                </a:lnTo>
                <a:lnTo>
                  <a:pt x="737774" y="28680"/>
                </a:lnTo>
                <a:lnTo>
                  <a:pt x="737986" y="28745"/>
                </a:lnTo>
                <a:lnTo>
                  <a:pt x="738194" y="28814"/>
                </a:lnTo>
                <a:lnTo>
                  <a:pt x="738399" y="28888"/>
                </a:lnTo>
                <a:lnTo>
                  <a:pt x="738600" y="28966"/>
                </a:lnTo>
                <a:lnTo>
                  <a:pt x="738797" y="29049"/>
                </a:lnTo>
                <a:lnTo>
                  <a:pt x="738990" y="29136"/>
                </a:lnTo>
                <a:lnTo>
                  <a:pt x="739179" y="29227"/>
                </a:lnTo>
                <a:lnTo>
                  <a:pt x="739365" y="29323"/>
                </a:lnTo>
                <a:lnTo>
                  <a:pt x="739547" y="29424"/>
                </a:lnTo>
                <a:lnTo>
                  <a:pt x="739724" y="29529"/>
                </a:lnTo>
                <a:lnTo>
                  <a:pt x="739899" y="29637"/>
                </a:lnTo>
                <a:lnTo>
                  <a:pt x="740071" y="29748"/>
                </a:lnTo>
                <a:lnTo>
                  <a:pt x="740240" y="29862"/>
                </a:lnTo>
                <a:lnTo>
                  <a:pt x="740407" y="29979"/>
                </a:lnTo>
                <a:lnTo>
                  <a:pt x="740571" y="30098"/>
                </a:lnTo>
                <a:lnTo>
                  <a:pt x="740732" y="30220"/>
                </a:lnTo>
                <a:lnTo>
                  <a:pt x="740890" y="30345"/>
                </a:lnTo>
                <a:lnTo>
                  <a:pt x="741046" y="30472"/>
                </a:lnTo>
                <a:lnTo>
                  <a:pt x="741199" y="30602"/>
                </a:lnTo>
                <a:lnTo>
                  <a:pt x="741349" y="30735"/>
                </a:lnTo>
                <a:lnTo>
                  <a:pt x="741497" y="30871"/>
                </a:lnTo>
                <a:lnTo>
                  <a:pt x="741642" y="31009"/>
                </a:lnTo>
                <a:lnTo>
                  <a:pt x="741784" y="31150"/>
                </a:lnTo>
                <a:lnTo>
                  <a:pt x="741923" y="31294"/>
                </a:lnTo>
                <a:lnTo>
                  <a:pt x="742060" y="31440"/>
                </a:lnTo>
                <a:lnTo>
                  <a:pt x="742194" y="31589"/>
                </a:lnTo>
                <a:lnTo>
                  <a:pt x="742325" y="31741"/>
                </a:lnTo>
                <a:lnTo>
                  <a:pt x="742454" y="31896"/>
                </a:lnTo>
                <a:lnTo>
                  <a:pt x="742579" y="32053"/>
                </a:lnTo>
                <a:lnTo>
                  <a:pt x="742703" y="32213"/>
                </a:lnTo>
                <a:lnTo>
                  <a:pt x="742823" y="32375"/>
                </a:lnTo>
                <a:lnTo>
                  <a:pt x="742941" y="32541"/>
                </a:lnTo>
                <a:lnTo>
                  <a:pt x="743056" y="32709"/>
                </a:lnTo>
                <a:lnTo>
                  <a:pt x="743168" y="32880"/>
                </a:lnTo>
                <a:lnTo>
                  <a:pt x="743278" y="33053"/>
                </a:lnTo>
                <a:lnTo>
                  <a:pt x="743384" y="33229"/>
                </a:lnTo>
                <a:lnTo>
                  <a:pt x="743489" y="33407"/>
                </a:lnTo>
                <a:lnTo>
                  <a:pt x="743590" y="33587"/>
                </a:lnTo>
                <a:lnTo>
                  <a:pt x="743689" y="33769"/>
                </a:lnTo>
                <a:lnTo>
                  <a:pt x="743785" y="33953"/>
                </a:lnTo>
                <a:lnTo>
                  <a:pt x="743879" y="34140"/>
                </a:lnTo>
                <a:lnTo>
                  <a:pt x="743969" y="34329"/>
                </a:lnTo>
                <a:lnTo>
                  <a:pt x="744057" y="34520"/>
                </a:lnTo>
                <a:lnTo>
                  <a:pt x="744142" y="34713"/>
                </a:lnTo>
                <a:lnTo>
                  <a:pt x="744225" y="34909"/>
                </a:lnTo>
                <a:lnTo>
                  <a:pt x="744305" y="35107"/>
                </a:lnTo>
                <a:lnTo>
                  <a:pt x="744382" y="35307"/>
                </a:lnTo>
                <a:lnTo>
                  <a:pt x="744456" y="35509"/>
                </a:lnTo>
                <a:lnTo>
                  <a:pt x="744528" y="35714"/>
                </a:lnTo>
                <a:lnTo>
                  <a:pt x="744597" y="35921"/>
                </a:lnTo>
                <a:lnTo>
                  <a:pt x="744663" y="36130"/>
                </a:lnTo>
                <a:lnTo>
                  <a:pt x="744727" y="36341"/>
                </a:lnTo>
                <a:lnTo>
                  <a:pt x="744787" y="36555"/>
                </a:lnTo>
                <a:lnTo>
                  <a:pt x="744845" y="36770"/>
                </a:lnTo>
                <a:lnTo>
                  <a:pt x="744901" y="36988"/>
                </a:lnTo>
                <a:lnTo>
                  <a:pt x="744954" y="37209"/>
                </a:lnTo>
                <a:lnTo>
                  <a:pt x="745003" y="37431"/>
                </a:lnTo>
                <a:lnTo>
                  <a:pt x="745051" y="37656"/>
                </a:lnTo>
                <a:lnTo>
                  <a:pt x="745096" y="37882"/>
                </a:lnTo>
                <a:lnTo>
                  <a:pt x="745139" y="38109"/>
                </a:lnTo>
                <a:lnTo>
                  <a:pt x="745180" y="38336"/>
                </a:lnTo>
                <a:lnTo>
                  <a:pt x="745219" y="38565"/>
                </a:lnTo>
                <a:lnTo>
                  <a:pt x="745256" y="38794"/>
                </a:lnTo>
                <a:lnTo>
                  <a:pt x="745292" y="39024"/>
                </a:lnTo>
                <a:lnTo>
                  <a:pt x="745325" y="39255"/>
                </a:lnTo>
                <a:lnTo>
                  <a:pt x="745357" y="39487"/>
                </a:lnTo>
                <a:lnTo>
                  <a:pt x="745386" y="39719"/>
                </a:lnTo>
                <a:lnTo>
                  <a:pt x="745414" y="39952"/>
                </a:lnTo>
                <a:lnTo>
                  <a:pt x="745440" y="40187"/>
                </a:lnTo>
                <a:lnTo>
                  <a:pt x="745464" y="40421"/>
                </a:lnTo>
                <a:lnTo>
                  <a:pt x="745486" y="40657"/>
                </a:lnTo>
                <a:lnTo>
                  <a:pt x="745506" y="40894"/>
                </a:lnTo>
                <a:lnTo>
                  <a:pt x="745524" y="41131"/>
                </a:lnTo>
                <a:lnTo>
                  <a:pt x="745540" y="41369"/>
                </a:lnTo>
                <a:lnTo>
                  <a:pt x="745554" y="41608"/>
                </a:lnTo>
                <a:lnTo>
                  <a:pt x="745567" y="41848"/>
                </a:lnTo>
                <a:lnTo>
                  <a:pt x="745577" y="42088"/>
                </a:lnTo>
                <a:lnTo>
                  <a:pt x="745586" y="42330"/>
                </a:lnTo>
                <a:lnTo>
                  <a:pt x="745593" y="42572"/>
                </a:lnTo>
                <a:lnTo>
                  <a:pt x="745597" y="42815"/>
                </a:lnTo>
                <a:lnTo>
                  <a:pt x="745600" y="43058"/>
                </a:lnTo>
                <a:lnTo>
                  <a:pt x="745601" y="43303"/>
                </a:lnTo>
                <a:lnTo>
                  <a:pt x="745600" y="43547"/>
                </a:lnTo>
                <a:lnTo>
                  <a:pt x="745597" y="43791"/>
                </a:lnTo>
                <a:lnTo>
                  <a:pt x="745593" y="44034"/>
                </a:lnTo>
                <a:lnTo>
                  <a:pt x="745586" y="44277"/>
                </a:lnTo>
                <a:lnTo>
                  <a:pt x="745577" y="44519"/>
                </a:lnTo>
                <a:close/>
                <a:moveTo>
                  <a:pt x="780365" y="33357"/>
                </a:moveTo>
                <a:lnTo>
                  <a:pt x="780418" y="33062"/>
                </a:lnTo>
                <a:lnTo>
                  <a:pt x="780477" y="32776"/>
                </a:lnTo>
                <a:lnTo>
                  <a:pt x="780543" y="32496"/>
                </a:lnTo>
                <a:lnTo>
                  <a:pt x="780615" y="32225"/>
                </a:lnTo>
                <a:lnTo>
                  <a:pt x="780693" y="31961"/>
                </a:lnTo>
                <a:lnTo>
                  <a:pt x="780778" y="31705"/>
                </a:lnTo>
                <a:lnTo>
                  <a:pt x="780869" y="31456"/>
                </a:lnTo>
                <a:lnTo>
                  <a:pt x="780967" y="31215"/>
                </a:lnTo>
                <a:lnTo>
                  <a:pt x="781071" y="30982"/>
                </a:lnTo>
                <a:lnTo>
                  <a:pt x="781181" y="30756"/>
                </a:lnTo>
                <a:lnTo>
                  <a:pt x="781298" y="30538"/>
                </a:lnTo>
                <a:lnTo>
                  <a:pt x="781421" y="30327"/>
                </a:lnTo>
                <a:lnTo>
                  <a:pt x="781550" y="30125"/>
                </a:lnTo>
                <a:lnTo>
                  <a:pt x="781686" y="29930"/>
                </a:lnTo>
                <a:lnTo>
                  <a:pt x="781828" y="29742"/>
                </a:lnTo>
                <a:lnTo>
                  <a:pt x="781977" y="29562"/>
                </a:lnTo>
                <a:lnTo>
                  <a:pt x="782132" y="29390"/>
                </a:lnTo>
                <a:lnTo>
                  <a:pt x="782293" y="29226"/>
                </a:lnTo>
                <a:lnTo>
                  <a:pt x="782461" y="29069"/>
                </a:lnTo>
                <a:lnTo>
                  <a:pt x="782635" y="28920"/>
                </a:lnTo>
                <a:lnTo>
                  <a:pt x="782815" y="28778"/>
                </a:lnTo>
                <a:lnTo>
                  <a:pt x="783002" y="28643"/>
                </a:lnTo>
                <a:lnTo>
                  <a:pt x="783194" y="28514"/>
                </a:lnTo>
                <a:lnTo>
                  <a:pt x="783392" y="28390"/>
                </a:lnTo>
                <a:lnTo>
                  <a:pt x="783596" y="28273"/>
                </a:lnTo>
                <a:lnTo>
                  <a:pt x="783805" y="28161"/>
                </a:lnTo>
                <a:lnTo>
                  <a:pt x="784020" y="28055"/>
                </a:lnTo>
                <a:lnTo>
                  <a:pt x="784241" y="27954"/>
                </a:lnTo>
                <a:lnTo>
                  <a:pt x="784468" y="27860"/>
                </a:lnTo>
                <a:lnTo>
                  <a:pt x="784700" y="27771"/>
                </a:lnTo>
                <a:lnTo>
                  <a:pt x="784938" y="27687"/>
                </a:lnTo>
                <a:lnTo>
                  <a:pt x="785182" y="27610"/>
                </a:lnTo>
                <a:lnTo>
                  <a:pt x="785432" y="27538"/>
                </a:lnTo>
                <a:lnTo>
                  <a:pt x="785687" y="27472"/>
                </a:lnTo>
                <a:lnTo>
                  <a:pt x="785948" y="27412"/>
                </a:lnTo>
                <a:lnTo>
                  <a:pt x="786215" y="27357"/>
                </a:lnTo>
                <a:lnTo>
                  <a:pt x="786487" y="27309"/>
                </a:lnTo>
                <a:lnTo>
                  <a:pt x="786766" y="27265"/>
                </a:lnTo>
                <a:lnTo>
                  <a:pt x="787050" y="27228"/>
                </a:lnTo>
                <a:lnTo>
                  <a:pt x="787339" y="27197"/>
                </a:lnTo>
                <a:lnTo>
                  <a:pt x="787635" y="27171"/>
                </a:lnTo>
                <a:lnTo>
                  <a:pt x="787936" y="27151"/>
                </a:lnTo>
                <a:lnTo>
                  <a:pt x="788243" y="27136"/>
                </a:lnTo>
                <a:lnTo>
                  <a:pt x="788556" y="27128"/>
                </a:lnTo>
                <a:lnTo>
                  <a:pt x="788874" y="27125"/>
                </a:lnTo>
                <a:lnTo>
                  <a:pt x="789019" y="27125"/>
                </a:lnTo>
                <a:lnTo>
                  <a:pt x="789163" y="27126"/>
                </a:lnTo>
                <a:lnTo>
                  <a:pt x="789307" y="27128"/>
                </a:lnTo>
                <a:lnTo>
                  <a:pt x="789449" y="27131"/>
                </a:lnTo>
                <a:lnTo>
                  <a:pt x="789591" y="27135"/>
                </a:lnTo>
                <a:lnTo>
                  <a:pt x="789732" y="27139"/>
                </a:lnTo>
                <a:lnTo>
                  <a:pt x="789872" y="27144"/>
                </a:lnTo>
                <a:lnTo>
                  <a:pt x="790011" y="27150"/>
                </a:lnTo>
                <a:lnTo>
                  <a:pt x="790150" y="27157"/>
                </a:lnTo>
                <a:lnTo>
                  <a:pt x="790288" y="27165"/>
                </a:lnTo>
                <a:lnTo>
                  <a:pt x="790425" y="27173"/>
                </a:lnTo>
                <a:lnTo>
                  <a:pt x="790561" y="27182"/>
                </a:lnTo>
                <a:lnTo>
                  <a:pt x="790696" y="27192"/>
                </a:lnTo>
                <a:lnTo>
                  <a:pt x="790831" y="27203"/>
                </a:lnTo>
                <a:lnTo>
                  <a:pt x="790965" y="27215"/>
                </a:lnTo>
                <a:lnTo>
                  <a:pt x="791098" y="27227"/>
                </a:lnTo>
                <a:lnTo>
                  <a:pt x="791230" y="27240"/>
                </a:lnTo>
                <a:lnTo>
                  <a:pt x="791361" y="27254"/>
                </a:lnTo>
                <a:lnTo>
                  <a:pt x="791492" y="27269"/>
                </a:lnTo>
                <a:lnTo>
                  <a:pt x="791622" y="27284"/>
                </a:lnTo>
                <a:lnTo>
                  <a:pt x="791751" y="27301"/>
                </a:lnTo>
                <a:lnTo>
                  <a:pt x="791879" y="27318"/>
                </a:lnTo>
                <a:lnTo>
                  <a:pt x="792006" y="27336"/>
                </a:lnTo>
                <a:lnTo>
                  <a:pt x="792133" y="27355"/>
                </a:lnTo>
                <a:lnTo>
                  <a:pt x="792258" y="27375"/>
                </a:lnTo>
                <a:lnTo>
                  <a:pt x="792383" y="27396"/>
                </a:lnTo>
                <a:lnTo>
                  <a:pt x="792506" y="27419"/>
                </a:lnTo>
                <a:lnTo>
                  <a:pt x="792628" y="27444"/>
                </a:lnTo>
                <a:lnTo>
                  <a:pt x="792748" y="27470"/>
                </a:lnTo>
                <a:lnTo>
                  <a:pt x="792868" y="27498"/>
                </a:lnTo>
                <a:lnTo>
                  <a:pt x="792986" y="27528"/>
                </a:lnTo>
                <a:lnTo>
                  <a:pt x="793102" y="27559"/>
                </a:lnTo>
                <a:lnTo>
                  <a:pt x="793218" y="27592"/>
                </a:lnTo>
                <a:lnTo>
                  <a:pt x="793332" y="27626"/>
                </a:lnTo>
                <a:lnTo>
                  <a:pt x="793445" y="27662"/>
                </a:lnTo>
                <a:lnTo>
                  <a:pt x="793556" y="27699"/>
                </a:lnTo>
                <a:lnTo>
                  <a:pt x="793667" y="27738"/>
                </a:lnTo>
                <a:lnTo>
                  <a:pt x="793776" y="27779"/>
                </a:lnTo>
                <a:lnTo>
                  <a:pt x="793884" y="27821"/>
                </a:lnTo>
                <a:lnTo>
                  <a:pt x="793990" y="27865"/>
                </a:lnTo>
                <a:lnTo>
                  <a:pt x="794095" y="27911"/>
                </a:lnTo>
                <a:lnTo>
                  <a:pt x="794199" y="27958"/>
                </a:lnTo>
                <a:lnTo>
                  <a:pt x="794302" y="28006"/>
                </a:lnTo>
                <a:lnTo>
                  <a:pt x="794403" y="28057"/>
                </a:lnTo>
                <a:lnTo>
                  <a:pt x="794503" y="28108"/>
                </a:lnTo>
                <a:lnTo>
                  <a:pt x="794602" y="28162"/>
                </a:lnTo>
                <a:lnTo>
                  <a:pt x="794700" y="28217"/>
                </a:lnTo>
                <a:lnTo>
                  <a:pt x="794796" y="28274"/>
                </a:lnTo>
                <a:lnTo>
                  <a:pt x="794891" y="28332"/>
                </a:lnTo>
                <a:lnTo>
                  <a:pt x="794984" y="28392"/>
                </a:lnTo>
                <a:lnTo>
                  <a:pt x="795076" y="28454"/>
                </a:lnTo>
                <a:lnTo>
                  <a:pt x="795166" y="28518"/>
                </a:lnTo>
                <a:lnTo>
                  <a:pt x="795254" y="28584"/>
                </a:lnTo>
                <a:lnTo>
                  <a:pt x="795341" y="28652"/>
                </a:lnTo>
                <a:lnTo>
                  <a:pt x="795426" y="28722"/>
                </a:lnTo>
                <a:lnTo>
                  <a:pt x="795510" y="28794"/>
                </a:lnTo>
                <a:lnTo>
                  <a:pt x="795592" y="28867"/>
                </a:lnTo>
                <a:lnTo>
                  <a:pt x="795673" y="28943"/>
                </a:lnTo>
                <a:lnTo>
                  <a:pt x="795751" y="29020"/>
                </a:lnTo>
                <a:lnTo>
                  <a:pt x="795829" y="29099"/>
                </a:lnTo>
                <a:lnTo>
                  <a:pt x="795904" y="29181"/>
                </a:lnTo>
                <a:lnTo>
                  <a:pt x="795979" y="29264"/>
                </a:lnTo>
                <a:lnTo>
                  <a:pt x="796051" y="29349"/>
                </a:lnTo>
                <a:lnTo>
                  <a:pt x="796122" y="29436"/>
                </a:lnTo>
                <a:lnTo>
                  <a:pt x="796191" y="29525"/>
                </a:lnTo>
                <a:lnTo>
                  <a:pt x="796259" y="29616"/>
                </a:lnTo>
                <a:lnTo>
                  <a:pt x="796325" y="29709"/>
                </a:lnTo>
                <a:lnTo>
                  <a:pt x="796390" y="29803"/>
                </a:lnTo>
                <a:lnTo>
                  <a:pt x="796453" y="29900"/>
                </a:lnTo>
                <a:lnTo>
                  <a:pt x="796514" y="29998"/>
                </a:lnTo>
                <a:lnTo>
                  <a:pt x="796574" y="30099"/>
                </a:lnTo>
                <a:lnTo>
                  <a:pt x="796633" y="30201"/>
                </a:lnTo>
                <a:lnTo>
                  <a:pt x="796689" y="30306"/>
                </a:lnTo>
                <a:lnTo>
                  <a:pt x="796743" y="30414"/>
                </a:lnTo>
                <a:lnTo>
                  <a:pt x="796794" y="30525"/>
                </a:lnTo>
                <a:lnTo>
                  <a:pt x="796843" y="30638"/>
                </a:lnTo>
                <a:lnTo>
                  <a:pt x="796890" y="30755"/>
                </a:lnTo>
                <a:lnTo>
                  <a:pt x="796934" y="30875"/>
                </a:lnTo>
                <a:lnTo>
                  <a:pt x="796976" y="30998"/>
                </a:lnTo>
                <a:lnTo>
                  <a:pt x="797015" y="31124"/>
                </a:lnTo>
                <a:lnTo>
                  <a:pt x="797053" y="31253"/>
                </a:lnTo>
                <a:lnTo>
                  <a:pt x="797087" y="31385"/>
                </a:lnTo>
                <a:lnTo>
                  <a:pt x="797120" y="31520"/>
                </a:lnTo>
                <a:lnTo>
                  <a:pt x="797149" y="31658"/>
                </a:lnTo>
                <a:lnTo>
                  <a:pt x="797177" y="31799"/>
                </a:lnTo>
                <a:lnTo>
                  <a:pt x="797202" y="31944"/>
                </a:lnTo>
                <a:lnTo>
                  <a:pt x="797225" y="32091"/>
                </a:lnTo>
                <a:lnTo>
                  <a:pt x="797245" y="32241"/>
                </a:lnTo>
                <a:lnTo>
                  <a:pt x="797263" y="32394"/>
                </a:lnTo>
                <a:lnTo>
                  <a:pt x="797279" y="32551"/>
                </a:lnTo>
                <a:lnTo>
                  <a:pt x="797292" y="32710"/>
                </a:lnTo>
                <a:lnTo>
                  <a:pt x="797303" y="32872"/>
                </a:lnTo>
                <a:lnTo>
                  <a:pt x="797311" y="33038"/>
                </a:lnTo>
                <a:lnTo>
                  <a:pt x="797317" y="33206"/>
                </a:lnTo>
                <a:lnTo>
                  <a:pt x="797321" y="33378"/>
                </a:lnTo>
                <a:lnTo>
                  <a:pt x="797322" y="33552"/>
                </a:lnTo>
                <a:lnTo>
                  <a:pt x="797327" y="33719"/>
                </a:lnTo>
                <a:lnTo>
                  <a:pt x="797327" y="33882"/>
                </a:lnTo>
                <a:lnTo>
                  <a:pt x="797323" y="34042"/>
                </a:lnTo>
                <a:lnTo>
                  <a:pt x="797314" y="34199"/>
                </a:lnTo>
                <a:lnTo>
                  <a:pt x="797300" y="34352"/>
                </a:lnTo>
                <a:lnTo>
                  <a:pt x="797281" y="34502"/>
                </a:lnTo>
                <a:lnTo>
                  <a:pt x="797258" y="34649"/>
                </a:lnTo>
                <a:lnTo>
                  <a:pt x="797229" y="34792"/>
                </a:lnTo>
                <a:lnTo>
                  <a:pt x="797196" y="34932"/>
                </a:lnTo>
                <a:lnTo>
                  <a:pt x="797159" y="35068"/>
                </a:lnTo>
                <a:lnTo>
                  <a:pt x="797116" y="35202"/>
                </a:lnTo>
                <a:lnTo>
                  <a:pt x="797069" y="35332"/>
                </a:lnTo>
                <a:lnTo>
                  <a:pt x="797016" y="35458"/>
                </a:lnTo>
                <a:lnTo>
                  <a:pt x="796959" y="35581"/>
                </a:lnTo>
                <a:lnTo>
                  <a:pt x="796898" y="35701"/>
                </a:lnTo>
                <a:lnTo>
                  <a:pt x="796831" y="35817"/>
                </a:lnTo>
                <a:lnTo>
                  <a:pt x="796760" y="35931"/>
                </a:lnTo>
                <a:lnTo>
                  <a:pt x="796684" y="36040"/>
                </a:lnTo>
                <a:lnTo>
                  <a:pt x="796603" y="36147"/>
                </a:lnTo>
                <a:lnTo>
                  <a:pt x="796517" y="36250"/>
                </a:lnTo>
                <a:lnTo>
                  <a:pt x="796427" y="36350"/>
                </a:lnTo>
                <a:lnTo>
                  <a:pt x="796332" y="36446"/>
                </a:lnTo>
                <a:lnTo>
                  <a:pt x="796232" y="36539"/>
                </a:lnTo>
                <a:lnTo>
                  <a:pt x="796127" y="36629"/>
                </a:lnTo>
                <a:lnTo>
                  <a:pt x="796018" y="36716"/>
                </a:lnTo>
                <a:lnTo>
                  <a:pt x="795906" y="36801"/>
                </a:lnTo>
                <a:lnTo>
                  <a:pt x="795791" y="36885"/>
                </a:lnTo>
                <a:lnTo>
                  <a:pt x="795673" y="36966"/>
                </a:lnTo>
                <a:lnTo>
                  <a:pt x="795552" y="37046"/>
                </a:lnTo>
                <a:lnTo>
                  <a:pt x="795427" y="37125"/>
                </a:lnTo>
                <a:lnTo>
                  <a:pt x="795299" y="37201"/>
                </a:lnTo>
                <a:lnTo>
                  <a:pt x="795168" y="37276"/>
                </a:lnTo>
                <a:lnTo>
                  <a:pt x="795034" y="37349"/>
                </a:lnTo>
                <a:lnTo>
                  <a:pt x="794897" y="37420"/>
                </a:lnTo>
                <a:lnTo>
                  <a:pt x="794756" y="37490"/>
                </a:lnTo>
                <a:lnTo>
                  <a:pt x="794612" y="37558"/>
                </a:lnTo>
                <a:lnTo>
                  <a:pt x="794465" y="37624"/>
                </a:lnTo>
                <a:lnTo>
                  <a:pt x="794315" y="37688"/>
                </a:lnTo>
                <a:lnTo>
                  <a:pt x="794162" y="37750"/>
                </a:lnTo>
                <a:lnTo>
                  <a:pt x="794005" y="37811"/>
                </a:lnTo>
                <a:lnTo>
                  <a:pt x="793846" y="37870"/>
                </a:lnTo>
                <a:lnTo>
                  <a:pt x="793683" y="37927"/>
                </a:lnTo>
                <a:lnTo>
                  <a:pt x="793517" y="37983"/>
                </a:lnTo>
                <a:lnTo>
                  <a:pt x="793347" y="38037"/>
                </a:lnTo>
                <a:lnTo>
                  <a:pt x="793175" y="38089"/>
                </a:lnTo>
                <a:lnTo>
                  <a:pt x="792999" y="38139"/>
                </a:lnTo>
                <a:lnTo>
                  <a:pt x="792821" y="38187"/>
                </a:lnTo>
                <a:lnTo>
                  <a:pt x="792638" y="38234"/>
                </a:lnTo>
                <a:lnTo>
                  <a:pt x="792454" y="38280"/>
                </a:lnTo>
                <a:lnTo>
                  <a:pt x="792267" y="38324"/>
                </a:lnTo>
                <a:lnTo>
                  <a:pt x="792078" y="38368"/>
                </a:lnTo>
                <a:lnTo>
                  <a:pt x="791886" y="38410"/>
                </a:lnTo>
                <a:lnTo>
                  <a:pt x="791692" y="38452"/>
                </a:lnTo>
                <a:lnTo>
                  <a:pt x="791496" y="38492"/>
                </a:lnTo>
                <a:lnTo>
                  <a:pt x="791298" y="38532"/>
                </a:lnTo>
                <a:lnTo>
                  <a:pt x="791098" y="38571"/>
                </a:lnTo>
                <a:lnTo>
                  <a:pt x="790895" y="38609"/>
                </a:lnTo>
                <a:lnTo>
                  <a:pt x="790690" y="38645"/>
                </a:lnTo>
                <a:lnTo>
                  <a:pt x="790483" y="38681"/>
                </a:lnTo>
                <a:lnTo>
                  <a:pt x="790274" y="38716"/>
                </a:lnTo>
                <a:lnTo>
                  <a:pt x="790063" y="38750"/>
                </a:lnTo>
                <a:lnTo>
                  <a:pt x="789849" y="38783"/>
                </a:lnTo>
                <a:lnTo>
                  <a:pt x="789633" y="38815"/>
                </a:lnTo>
                <a:lnTo>
                  <a:pt x="789414" y="38846"/>
                </a:lnTo>
                <a:lnTo>
                  <a:pt x="789194" y="38876"/>
                </a:lnTo>
                <a:lnTo>
                  <a:pt x="788971" y="38906"/>
                </a:lnTo>
                <a:lnTo>
                  <a:pt x="788746" y="38934"/>
                </a:lnTo>
                <a:lnTo>
                  <a:pt x="788519" y="38961"/>
                </a:lnTo>
                <a:lnTo>
                  <a:pt x="788290" y="38987"/>
                </a:lnTo>
                <a:lnTo>
                  <a:pt x="788058" y="39013"/>
                </a:lnTo>
                <a:lnTo>
                  <a:pt x="787824" y="39037"/>
                </a:lnTo>
                <a:lnTo>
                  <a:pt x="787588" y="39061"/>
                </a:lnTo>
                <a:lnTo>
                  <a:pt x="787351" y="39084"/>
                </a:lnTo>
                <a:lnTo>
                  <a:pt x="787113" y="39108"/>
                </a:lnTo>
                <a:lnTo>
                  <a:pt x="786875" y="39133"/>
                </a:lnTo>
                <a:lnTo>
                  <a:pt x="786637" y="39158"/>
                </a:lnTo>
                <a:lnTo>
                  <a:pt x="786399" y="39184"/>
                </a:lnTo>
                <a:lnTo>
                  <a:pt x="786160" y="39210"/>
                </a:lnTo>
                <a:lnTo>
                  <a:pt x="785920" y="39237"/>
                </a:lnTo>
                <a:lnTo>
                  <a:pt x="785681" y="39265"/>
                </a:lnTo>
                <a:lnTo>
                  <a:pt x="785441" y="39294"/>
                </a:lnTo>
                <a:lnTo>
                  <a:pt x="785201" y="39323"/>
                </a:lnTo>
                <a:lnTo>
                  <a:pt x="784961" y="39352"/>
                </a:lnTo>
                <a:lnTo>
                  <a:pt x="784720" y="39383"/>
                </a:lnTo>
                <a:lnTo>
                  <a:pt x="784479" y="39414"/>
                </a:lnTo>
                <a:lnTo>
                  <a:pt x="784237" y="39445"/>
                </a:lnTo>
                <a:lnTo>
                  <a:pt x="783995" y="39477"/>
                </a:lnTo>
                <a:lnTo>
                  <a:pt x="783753" y="39510"/>
                </a:lnTo>
                <a:lnTo>
                  <a:pt x="783511" y="39544"/>
                </a:lnTo>
                <a:lnTo>
                  <a:pt x="783268" y="39578"/>
                </a:lnTo>
                <a:lnTo>
                  <a:pt x="783025" y="39613"/>
                </a:lnTo>
                <a:lnTo>
                  <a:pt x="782782" y="39648"/>
                </a:lnTo>
                <a:lnTo>
                  <a:pt x="782538" y="39684"/>
                </a:lnTo>
                <a:lnTo>
                  <a:pt x="782294" y="39721"/>
                </a:lnTo>
                <a:lnTo>
                  <a:pt x="782050" y="39758"/>
                </a:lnTo>
                <a:lnTo>
                  <a:pt x="781805" y="39796"/>
                </a:lnTo>
                <a:lnTo>
                  <a:pt x="781560" y="39835"/>
                </a:lnTo>
                <a:lnTo>
                  <a:pt x="781316" y="39875"/>
                </a:lnTo>
                <a:lnTo>
                  <a:pt x="781071" y="39916"/>
                </a:lnTo>
                <a:lnTo>
                  <a:pt x="780827" y="39958"/>
                </a:lnTo>
                <a:lnTo>
                  <a:pt x="780583" y="40001"/>
                </a:lnTo>
                <a:lnTo>
                  <a:pt x="780339" y="40045"/>
                </a:lnTo>
                <a:lnTo>
                  <a:pt x="780095" y="40091"/>
                </a:lnTo>
                <a:lnTo>
                  <a:pt x="779852" y="40137"/>
                </a:lnTo>
                <a:lnTo>
                  <a:pt x="779608" y="40185"/>
                </a:lnTo>
                <a:lnTo>
                  <a:pt x="779365" y="40234"/>
                </a:lnTo>
                <a:lnTo>
                  <a:pt x="779122" y="40284"/>
                </a:lnTo>
                <a:lnTo>
                  <a:pt x="778879" y="40335"/>
                </a:lnTo>
                <a:lnTo>
                  <a:pt x="778636" y="40387"/>
                </a:lnTo>
                <a:lnTo>
                  <a:pt x="778393" y="40440"/>
                </a:lnTo>
                <a:lnTo>
                  <a:pt x="778150" y="40495"/>
                </a:lnTo>
                <a:lnTo>
                  <a:pt x="777908" y="40550"/>
                </a:lnTo>
                <a:lnTo>
                  <a:pt x="777666" y="40607"/>
                </a:lnTo>
                <a:lnTo>
                  <a:pt x="777424" y="40665"/>
                </a:lnTo>
                <a:lnTo>
                  <a:pt x="777182" y="40724"/>
                </a:lnTo>
                <a:lnTo>
                  <a:pt x="776940" y="40784"/>
                </a:lnTo>
                <a:lnTo>
                  <a:pt x="776698" y="40845"/>
                </a:lnTo>
                <a:lnTo>
                  <a:pt x="776457" y="40907"/>
                </a:lnTo>
                <a:lnTo>
                  <a:pt x="776216" y="40970"/>
                </a:lnTo>
                <a:lnTo>
                  <a:pt x="775974" y="41035"/>
                </a:lnTo>
                <a:lnTo>
                  <a:pt x="775735" y="41101"/>
                </a:lnTo>
                <a:lnTo>
                  <a:pt x="775497" y="41170"/>
                </a:lnTo>
                <a:lnTo>
                  <a:pt x="775262" y="41242"/>
                </a:lnTo>
                <a:lnTo>
                  <a:pt x="775028" y="41316"/>
                </a:lnTo>
                <a:lnTo>
                  <a:pt x="774797" y="41394"/>
                </a:lnTo>
                <a:lnTo>
                  <a:pt x="774569" y="41474"/>
                </a:lnTo>
                <a:lnTo>
                  <a:pt x="774342" y="41556"/>
                </a:lnTo>
                <a:lnTo>
                  <a:pt x="774118" y="41642"/>
                </a:lnTo>
                <a:lnTo>
                  <a:pt x="773896" y="41730"/>
                </a:lnTo>
                <a:lnTo>
                  <a:pt x="773676" y="41820"/>
                </a:lnTo>
                <a:lnTo>
                  <a:pt x="773459" y="41914"/>
                </a:lnTo>
                <a:lnTo>
                  <a:pt x="773243" y="42010"/>
                </a:lnTo>
                <a:lnTo>
                  <a:pt x="773030" y="42109"/>
                </a:lnTo>
                <a:lnTo>
                  <a:pt x="772819" y="42211"/>
                </a:lnTo>
                <a:lnTo>
                  <a:pt x="772611" y="42315"/>
                </a:lnTo>
                <a:lnTo>
                  <a:pt x="772404" y="42422"/>
                </a:lnTo>
                <a:lnTo>
                  <a:pt x="772200" y="42532"/>
                </a:lnTo>
                <a:lnTo>
                  <a:pt x="771998" y="42644"/>
                </a:lnTo>
                <a:lnTo>
                  <a:pt x="771798" y="42759"/>
                </a:lnTo>
                <a:lnTo>
                  <a:pt x="771601" y="42877"/>
                </a:lnTo>
                <a:lnTo>
                  <a:pt x="771405" y="42998"/>
                </a:lnTo>
                <a:lnTo>
                  <a:pt x="771212" y="43121"/>
                </a:lnTo>
                <a:lnTo>
                  <a:pt x="771022" y="43247"/>
                </a:lnTo>
                <a:lnTo>
                  <a:pt x="770833" y="43376"/>
                </a:lnTo>
                <a:lnTo>
                  <a:pt x="770647" y="43508"/>
                </a:lnTo>
                <a:lnTo>
                  <a:pt x="770464" y="43643"/>
                </a:lnTo>
                <a:lnTo>
                  <a:pt x="770284" y="43782"/>
                </a:lnTo>
                <a:lnTo>
                  <a:pt x="770106" y="43925"/>
                </a:lnTo>
                <a:lnTo>
                  <a:pt x="769932" y="44072"/>
                </a:lnTo>
                <a:lnTo>
                  <a:pt x="769760" y="44222"/>
                </a:lnTo>
                <a:lnTo>
                  <a:pt x="769592" y="44376"/>
                </a:lnTo>
                <a:lnTo>
                  <a:pt x="769426" y="44533"/>
                </a:lnTo>
                <a:lnTo>
                  <a:pt x="769263" y="44695"/>
                </a:lnTo>
                <a:lnTo>
                  <a:pt x="769102" y="44860"/>
                </a:lnTo>
                <a:lnTo>
                  <a:pt x="768945" y="45028"/>
                </a:lnTo>
                <a:lnTo>
                  <a:pt x="768791" y="45200"/>
                </a:lnTo>
                <a:lnTo>
                  <a:pt x="768639" y="45376"/>
                </a:lnTo>
                <a:lnTo>
                  <a:pt x="768491" y="45556"/>
                </a:lnTo>
                <a:lnTo>
                  <a:pt x="768345" y="45739"/>
                </a:lnTo>
                <a:lnTo>
                  <a:pt x="768202" y="45926"/>
                </a:lnTo>
                <a:lnTo>
                  <a:pt x="768062" y="46117"/>
                </a:lnTo>
                <a:lnTo>
                  <a:pt x="767924" y="46311"/>
                </a:lnTo>
                <a:lnTo>
                  <a:pt x="767790" y="46509"/>
                </a:lnTo>
                <a:lnTo>
                  <a:pt x="767658" y="46710"/>
                </a:lnTo>
                <a:lnTo>
                  <a:pt x="767530" y="46916"/>
                </a:lnTo>
                <a:lnTo>
                  <a:pt x="767404" y="47124"/>
                </a:lnTo>
                <a:lnTo>
                  <a:pt x="767281" y="47337"/>
                </a:lnTo>
                <a:lnTo>
                  <a:pt x="767161" y="47553"/>
                </a:lnTo>
                <a:lnTo>
                  <a:pt x="767045" y="47774"/>
                </a:lnTo>
                <a:lnTo>
                  <a:pt x="766934" y="47999"/>
                </a:lnTo>
                <a:lnTo>
                  <a:pt x="766828" y="48230"/>
                </a:lnTo>
                <a:lnTo>
                  <a:pt x="766726" y="48465"/>
                </a:lnTo>
                <a:lnTo>
                  <a:pt x="766630" y="48705"/>
                </a:lnTo>
                <a:lnTo>
                  <a:pt x="766538" y="48951"/>
                </a:lnTo>
                <a:lnTo>
                  <a:pt x="766452" y="49201"/>
                </a:lnTo>
                <a:lnTo>
                  <a:pt x="766370" y="49456"/>
                </a:lnTo>
                <a:lnTo>
                  <a:pt x="766294" y="49716"/>
                </a:lnTo>
                <a:lnTo>
                  <a:pt x="766222" y="49981"/>
                </a:lnTo>
                <a:lnTo>
                  <a:pt x="766155" y="50251"/>
                </a:lnTo>
                <a:lnTo>
                  <a:pt x="766094" y="50526"/>
                </a:lnTo>
                <a:lnTo>
                  <a:pt x="766037" y="50805"/>
                </a:lnTo>
                <a:lnTo>
                  <a:pt x="765985" y="51090"/>
                </a:lnTo>
                <a:lnTo>
                  <a:pt x="765938" y="51380"/>
                </a:lnTo>
                <a:lnTo>
                  <a:pt x="765896" y="51674"/>
                </a:lnTo>
                <a:lnTo>
                  <a:pt x="765859" y="51974"/>
                </a:lnTo>
                <a:lnTo>
                  <a:pt x="765827" y="52278"/>
                </a:lnTo>
                <a:lnTo>
                  <a:pt x="765800" y="52588"/>
                </a:lnTo>
                <a:lnTo>
                  <a:pt x="765777" y="52902"/>
                </a:lnTo>
                <a:lnTo>
                  <a:pt x="765760" y="53222"/>
                </a:lnTo>
                <a:lnTo>
                  <a:pt x="765748" y="53546"/>
                </a:lnTo>
                <a:lnTo>
                  <a:pt x="765740" y="53875"/>
                </a:lnTo>
                <a:lnTo>
                  <a:pt x="765738" y="54209"/>
                </a:lnTo>
                <a:lnTo>
                  <a:pt x="765740" y="54513"/>
                </a:lnTo>
                <a:lnTo>
                  <a:pt x="765746" y="54814"/>
                </a:lnTo>
                <a:lnTo>
                  <a:pt x="765757" y="55112"/>
                </a:lnTo>
                <a:lnTo>
                  <a:pt x="765772" y="55405"/>
                </a:lnTo>
                <a:lnTo>
                  <a:pt x="765792" y="55696"/>
                </a:lnTo>
                <a:lnTo>
                  <a:pt x="765815" y="55983"/>
                </a:lnTo>
                <a:lnTo>
                  <a:pt x="765843" y="56266"/>
                </a:lnTo>
                <a:lnTo>
                  <a:pt x="765876" y="56546"/>
                </a:lnTo>
                <a:lnTo>
                  <a:pt x="765912" y="56822"/>
                </a:lnTo>
                <a:lnTo>
                  <a:pt x="765953" y="57095"/>
                </a:lnTo>
                <a:lnTo>
                  <a:pt x="765998" y="57364"/>
                </a:lnTo>
                <a:lnTo>
                  <a:pt x="766048" y="57630"/>
                </a:lnTo>
                <a:lnTo>
                  <a:pt x="766102" y="57892"/>
                </a:lnTo>
                <a:lnTo>
                  <a:pt x="766160" y="58151"/>
                </a:lnTo>
                <a:lnTo>
                  <a:pt x="766222" y="58406"/>
                </a:lnTo>
                <a:lnTo>
                  <a:pt x="766289" y="58658"/>
                </a:lnTo>
                <a:lnTo>
                  <a:pt x="766360" y="58906"/>
                </a:lnTo>
                <a:lnTo>
                  <a:pt x="766435" y="59151"/>
                </a:lnTo>
                <a:lnTo>
                  <a:pt x="766515" y="59392"/>
                </a:lnTo>
                <a:lnTo>
                  <a:pt x="766599" y="59630"/>
                </a:lnTo>
                <a:lnTo>
                  <a:pt x="766687" y="59864"/>
                </a:lnTo>
                <a:lnTo>
                  <a:pt x="766780" y="60095"/>
                </a:lnTo>
                <a:lnTo>
                  <a:pt x="766876" y="60322"/>
                </a:lnTo>
                <a:lnTo>
                  <a:pt x="766978" y="60545"/>
                </a:lnTo>
                <a:lnTo>
                  <a:pt x="767083" y="60766"/>
                </a:lnTo>
                <a:lnTo>
                  <a:pt x="767191" y="60983"/>
                </a:lnTo>
                <a:lnTo>
                  <a:pt x="767303" y="61197"/>
                </a:lnTo>
                <a:lnTo>
                  <a:pt x="767418" y="61407"/>
                </a:lnTo>
                <a:lnTo>
                  <a:pt x="767536" y="61615"/>
                </a:lnTo>
                <a:lnTo>
                  <a:pt x="767658" y="61819"/>
                </a:lnTo>
                <a:lnTo>
                  <a:pt x="767783" y="62020"/>
                </a:lnTo>
                <a:lnTo>
                  <a:pt x="767911" y="62218"/>
                </a:lnTo>
                <a:lnTo>
                  <a:pt x="768043" y="62413"/>
                </a:lnTo>
                <a:lnTo>
                  <a:pt x="768178" y="62604"/>
                </a:lnTo>
                <a:lnTo>
                  <a:pt x="768316" y="62793"/>
                </a:lnTo>
                <a:lnTo>
                  <a:pt x="768458" y="62978"/>
                </a:lnTo>
                <a:lnTo>
                  <a:pt x="768603" y="63160"/>
                </a:lnTo>
                <a:lnTo>
                  <a:pt x="768752" y="63339"/>
                </a:lnTo>
                <a:lnTo>
                  <a:pt x="768903" y="63514"/>
                </a:lnTo>
                <a:lnTo>
                  <a:pt x="769058" y="63687"/>
                </a:lnTo>
                <a:lnTo>
                  <a:pt x="769217" y="63856"/>
                </a:lnTo>
                <a:lnTo>
                  <a:pt x="769379" y="64022"/>
                </a:lnTo>
                <a:lnTo>
                  <a:pt x="769544" y="64185"/>
                </a:lnTo>
                <a:lnTo>
                  <a:pt x="769712" y="64345"/>
                </a:lnTo>
                <a:lnTo>
                  <a:pt x="769884" y="64501"/>
                </a:lnTo>
                <a:lnTo>
                  <a:pt x="770059" y="64654"/>
                </a:lnTo>
                <a:lnTo>
                  <a:pt x="770238" y="64804"/>
                </a:lnTo>
                <a:lnTo>
                  <a:pt x="770420" y="64951"/>
                </a:lnTo>
                <a:lnTo>
                  <a:pt x="770605" y="65095"/>
                </a:lnTo>
                <a:lnTo>
                  <a:pt x="770792" y="65236"/>
                </a:lnTo>
                <a:lnTo>
                  <a:pt x="770982" y="65373"/>
                </a:lnTo>
                <a:lnTo>
                  <a:pt x="771175" y="65507"/>
                </a:lnTo>
                <a:lnTo>
                  <a:pt x="771370" y="65638"/>
                </a:lnTo>
                <a:lnTo>
                  <a:pt x="771567" y="65766"/>
                </a:lnTo>
                <a:lnTo>
                  <a:pt x="771768" y="65891"/>
                </a:lnTo>
                <a:lnTo>
                  <a:pt x="771970" y="66012"/>
                </a:lnTo>
                <a:lnTo>
                  <a:pt x="772176" y="66130"/>
                </a:lnTo>
                <a:lnTo>
                  <a:pt x="772384" y="66246"/>
                </a:lnTo>
                <a:lnTo>
                  <a:pt x="772594" y="66357"/>
                </a:lnTo>
                <a:lnTo>
                  <a:pt x="772807" y="66466"/>
                </a:lnTo>
                <a:lnTo>
                  <a:pt x="773022" y="66572"/>
                </a:lnTo>
                <a:lnTo>
                  <a:pt x="773240" y="66674"/>
                </a:lnTo>
                <a:lnTo>
                  <a:pt x="773461" y="66773"/>
                </a:lnTo>
                <a:lnTo>
                  <a:pt x="773684" y="66869"/>
                </a:lnTo>
                <a:lnTo>
                  <a:pt x="773910" y="66962"/>
                </a:lnTo>
                <a:lnTo>
                  <a:pt x="774138" y="67051"/>
                </a:lnTo>
                <a:lnTo>
                  <a:pt x="774369" y="67138"/>
                </a:lnTo>
                <a:lnTo>
                  <a:pt x="774602" y="67221"/>
                </a:lnTo>
                <a:lnTo>
                  <a:pt x="774838" y="67301"/>
                </a:lnTo>
                <a:lnTo>
                  <a:pt x="775077" y="67378"/>
                </a:lnTo>
                <a:lnTo>
                  <a:pt x="775318" y="67452"/>
                </a:lnTo>
                <a:lnTo>
                  <a:pt x="775561" y="67522"/>
                </a:lnTo>
                <a:lnTo>
                  <a:pt x="775807" y="67590"/>
                </a:lnTo>
                <a:lnTo>
                  <a:pt x="776054" y="67654"/>
                </a:lnTo>
                <a:lnTo>
                  <a:pt x="776303" y="67716"/>
                </a:lnTo>
                <a:lnTo>
                  <a:pt x="776554" y="67775"/>
                </a:lnTo>
                <a:lnTo>
                  <a:pt x="776806" y="67831"/>
                </a:lnTo>
                <a:lnTo>
                  <a:pt x="777059" y="67884"/>
                </a:lnTo>
                <a:lnTo>
                  <a:pt x="777314" y="67934"/>
                </a:lnTo>
                <a:lnTo>
                  <a:pt x="777571" y="67981"/>
                </a:lnTo>
                <a:lnTo>
                  <a:pt x="777830" y="68026"/>
                </a:lnTo>
                <a:lnTo>
                  <a:pt x="778090" y="68067"/>
                </a:lnTo>
                <a:lnTo>
                  <a:pt x="778351" y="68106"/>
                </a:lnTo>
                <a:lnTo>
                  <a:pt x="778614" y="68142"/>
                </a:lnTo>
                <a:lnTo>
                  <a:pt x="778879" y="68175"/>
                </a:lnTo>
                <a:lnTo>
                  <a:pt x="779146" y="68205"/>
                </a:lnTo>
                <a:lnTo>
                  <a:pt x="779413" y="68232"/>
                </a:lnTo>
                <a:lnTo>
                  <a:pt x="779683" y="68257"/>
                </a:lnTo>
                <a:lnTo>
                  <a:pt x="779954" y="68278"/>
                </a:lnTo>
                <a:lnTo>
                  <a:pt x="780227" y="68297"/>
                </a:lnTo>
                <a:lnTo>
                  <a:pt x="780501" y="68313"/>
                </a:lnTo>
                <a:lnTo>
                  <a:pt x="780777" y="68326"/>
                </a:lnTo>
                <a:lnTo>
                  <a:pt x="781054" y="68336"/>
                </a:lnTo>
                <a:lnTo>
                  <a:pt x="781333" y="68343"/>
                </a:lnTo>
                <a:lnTo>
                  <a:pt x="781614" y="68347"/>
                </a:lnTo>
                <a:lnTo>
                  <a:pt x="781896" y="68349"/>
                </a:lnTo>
                <a:lnTo>
                  <a:pt x="782263" y="68346"/>
                </a:lnTo>
                <a:lnTo>
                  <a:pt x="782629" y="68340"/>
                </a:lnTo>
                <a:lnTo>
                  <a:pt x="782995" y="68329"/>
                </a:lnTo>
                <a:lnTo>
                  <a:pt x="783360" y="68313"/>
                </a:lnTo>
                <a:lnTo>
                  <a:pt x="783725" y="68293"/>
                </a:lnTo>
                <a:lnTo>
                  <a:pt x="784088" y="68268"/>
                </a:lnTo>
                <a:lnTo>
                  <a:pt x="784451" y="68239"/>
                </a:lnTo>
                <a:lnTo>
                  <a:pt x="784814" y="68206"/>
                </a:lnTo>
                <a:lnTo>
                  <a:pt x="785176" y="68168"/>
                </a:lnTo>
                <a:lnTo>
                  <a:pt x="785537" y="68126"/>
                </a:lnTo>
                <a:lnTo>
                  <a:pt x="785898" y="68079"/>
                </a:lnTo>
                <a:lnTo>
                  <a:pt x="786258" y="68028"/>
                </a:lnTo>
                <a:lnTo>
                  <a:pt x="786617" y="67972"/>
                </a:lnTo>
                <a:lnTo>
                  <a:pt x="786976" y="67912"/>
                </a:lnTo>
                <a:lnTo>
                  <a:pt x="787334" y="67847"/>
                </a:lnTo>
                <a:lnTo>
                  <a:pt x="787691" y="67778"/>
                </a:lnTo>
                <a:lnTo>
                  <a:pt x="788048" y="67704"/>
                </a:lnTo>
                <a:lnTo>
                  <a:pt x="788404" y="67626"/>
                </a:lnTo>
                <a:lnTo>
                  <a:pt x="788759" y="67544"/>
                </a:lnTo>
                <a:lnTo>
                  <a:pt x="789114" y="67457"/>
                </a:lnTo>
                <a:lnTo>
                  <a:pt x="789468" y="67365"/>
                </a:lnTo>
                <a:lnTo>
                  <a:pt x="789822" y="67269"/>
                </a:lnTo>
                <a:lnTo>
                  <a:pt x="790175" y="67169"/>
                </a:lnTo>
                <a:lnTo>
                  <a:pt x="790527" y="67064"/>
                </a:lnTo>
                <a:lnTo>
                  <a:pt x="790877" y="66953"/>
                </a:lnTo>
                <a:lnTo>
                  <a:pt x="791224" y="66836"/>
                </a:lnTo>
                <a:lnTo>
                  <a:pt x="791566" y="66712"/>
                </a:lnTo>
                <a:lnTo>
                  <a:pt x="791905" y="66582"/>
                </a:lnTo>
                <a:lnTo>
                  <a:pt x="792239" y="66444"/>
                </a:lnTo>
                <a:lnTo>
                  <a:pt x="792570" y="66301"/>
                </a:lnTo>
                <a:lnTo>
                  <a:pt x="792897" y="66150"/>
                </a:lnTo>
                <a:lnTo>
                  <a:pt x="793221" y="65992"/>
                </a:lnTo>
                <a:lnTo>
                  <a:pt x="793540" y="65828"/>
                </a:lnTo>
                <a:lnTo>
                  <a:pt x="793856" y="65658"/>
                </a:lnTo>
                <a:lnTo>
                  <a:pt x="794167" y="65480"/>
                </a:lnTo>
                <a:lnTo>
                  <a:pt x="794475" y="65296"/>
                </a:lnTo>
                <a:lnTo>
                  <a:pt x="794780" y="65105"/>
                </a:lnTo>
                <a:lnTo>
                  <a:pt x="795080" y="64908"/>
                </a:lnTo>
                <a:lnTo>
                  <a:pt x="795376" y="64703"/>
                </a:lnTo>
                <a:lnTo>
                  <a:pt x="795669" y="64493"/>
                </a:lnTo>
                <a:lnTo>
                  <a:pt x="795958" y="64275"/>
                </a:lnTo>
                <a:lnTo>
                  <a:pt x="796243" y="64051"/>
                </a:lnTo>
                <a:lnTo>
                  <a:pt x="796524" y="63820"/>
                </a:lnTo>
                <a:lnTo>
                  <a:pt x="796801" y="63582"/>
                </a:lnTo>
                <a:lnTo>
                  <a:pt x="797075" y="63338"/>
                </a:lnTo>
                <a:lnTo>
                  <a:pt x="797344" y="63086"/>
                </a:lnTo>
                <a:lnTo>
                  <a:pt x="797610" y="62829"/>
                </a:lnTo>
                <a:lnTo>
                  <a:pt x="797872" y="62564"/>
                </a:lnTo>
                <a:lnTo>
                  <a:pt x="797880" y="62664"/>
                </a:lnTo>
                <a:lnTo>
                  <a:pt x="797888" y="62763"/>
                </a:lnTo>
                <a:lnTo>
                  <a:pt x="797897" y="62862"/>
                </a:lnTo>
                <a:lnTo>
                  <a:pt x="797907" y="62961"/>
                </a:lnTo>
                <a:lnTo>
                  <a:pt x="797916" y="63060"/>
                </a:lnTo>
                <a:lnTo>
                  <a:pt x="797927" y="63158"/>
                </a:lnTo>
                <a:lnTo>
                  <a:pt x="797937" y="63257"/>
                </a:lnTo>
                <a:lnTo>
                  <a:pt x="797948" y="63355"/>
                </a:lnTo>
                <a:lnTo>
                  <a:pt x="797960" y="63453"/>
                </a:lnTo>
                <a:lnTo>
                  <a:pt x="797972" y="63551"/>
                </a:lnTo>
                <a:lnTo>
                  <a:pt x="797985" y="63649"/>
                </a:lnTo>
                <a:lnTo>
                  <a:pt x="797998" y="63747"/>
                </a:lnTo>
                <a:lnTo>
                  <a:pt x="798012" y="63844"/>
                </a:lnTo>
                <a:lnTo>
                  <a:pt x="798026" y="63941"/>
                </a:lnTo>
                <a:lnTo>
                  <a:pt x="798040" y="64039"/>
                </a:lnTo>
                <a:lnTo>
                  <a:pt x="798055" y="64136"/>
                </a:lnTo>
                <a:lnTo>
                  <a:pt x="798071" y="64233"/>
                </a:lnTo>
                <a:lnTo>
                  <a:pt x="798087" y="64329"/>
                </a:lnTo>
                <a:lnTo>
                  <a:pt x="798103" y="64426"/>
                </a:lnTo>
                <a:lnTo>
                  <a:pt x="798120" y="64522"/>
                </a:lnTo>
                <a:lnTo>
                  <a:pt x="798138" y="64619"/>
                </a:lnTo>
                <a:lnTo>
                  <a:pt x="798156" y="64715"/>
                </a:lnTo>
                <a:lnTo>
                  <a:pt x="798174" y="64811"/>
                </a:lnTo>
                <a:lnTo>
                  <a:pt x="798193" y="64907"/>
                </a:lnTo>
                <a:lnTo>
                  <a:pt x="798213" y="65002"/>
                </a:lnTo>
                <a:lnTo>
                  <a:pt x="798232" y="65097"/>
                </a:lnTo>
                <a:lnTo>
                  <a:pt x="798253" y="65193"/>
                </a:lnTo>
                <a:lnTo>
                  <a:pt x="798274" y="65288"/>
                </a:lnTo>
                <a:lnTo>
                  <a:pt x="798295" y="65383"/>
                </a:lnTo>
                <a:lnTo>
                  <a:pt x="798317" y="65477"/>
                </a:lnTo>
                <a:lnTo>
                  <a:pt x="798339" y="65572"/>
                </a:lnTo>
                <a:lnTo>
                  <a:pt x="798362" y="65666"/>
                </a:lnTo>
                <a:lnTo>
                  <a:pt x="798385" y="65761"/>
                </a:lnTo>
                <a:lnTo>
                  <a:pt x="798408" y="65855"/>
                </a:lnTo>
                <a:lnTo>
                  <a:pt x="798433" y="65949"/>
                </a:lnTo>
                <a:lnTo>
                  <a:pt x="798457" y="66042"/>
                </a:lnTo>
                <a:lnTo>
                  <a:pt x="798482" y="66136"/>
                </a:lnTo>
                <a:lnTo>
                  <a:pt x="798508" y="66229"/>
                </a:lnTo>
                <a:lnTo>
                  <a:pt x="798534" y="66323"/>
                </a:lnTo>
                <a:lnTo>
                  <a:pt x="798561" y="66416"/>
                </a:lnTo>
                <a:lnTo>
                  <a:pt x="798588" y="66509"/>
                </a:lnTo>
                <a:lnTo>
                  <a:pt x="798615" y="66602"/>
                </a:lnTo>
                <a:lnTo>
                  <a:pt x="798643" y="66694"/>
                </a:lnTo>
                <a:lnTo>
                  <a:pt x="798671" y="66787"/>
                </a:lnTo>
                <a:lnTo>
                  <a:pt x="798700" y="66879"/>
                </a:lnTo>
                <a:lnTo>
                  <a:pt x="798730" y="66971"/>
                </a:lnTo>
                <a:lnTo>
                  <a:pt x="798760" y="67063"/>
                </a:lnTo>
                <a:lnTo>
                  <a:pt x="798790" y="67155"/>
                </a:lnTo>
                <a:lnTo>
                  <a:pt x="812011" y="67155"/>
                </a:lnTo>
                <a:lnTo>
                  <a:pt x="811935" y="67030"/>
                </a:lnTo>
                <a:lnTo>
                  <a:pt x="811861" y="66900"/>
                </a:lnTo>
                <a:lnTo>
                  <a:pt x="811790" y="66765"/>
                </a:lnTo>
                <a:lnTo>
                  <a:pt x="811720" y="66624"/>
                </a:lnTo>
                <a:lnTo>
                  <a:pt x="811652" y="66479"/>
                </a:lnTo>
                <a:lnTo>
                  <a:pt x="811586" y="66329"/>
                </a:lnTo>
                <a:lnTo>
                  <a:pt x="811522" y="66173"/>
                </a:lnTo>
                <a:lnTo>
                  <a:pt x="811460" y="66012"/>
                </a:lnTo>
                <a:lnTo>
                  <a:pt x="811400" y="65846"/>
                </a:lnTo>
                <a:lnTo>
                  <a:pt x="811341" y="65676"/>
                </a:lnTo>
                <a:lnTo>
                  <a:pt x="811285" y="65500"/>
                </a:lnTo>
                <a:lnTo>
                  <a:pt x="811231" y="65318"/>
                </a:lnTo>
                <a:lnTo>
                  <a:pt x="811178" y="65132"/>
                </a:lnTo>
                <a:lnTo>
                  <a:pt x="811127" y="64941"/>
                </a:lnTo>
                <a:lnTo>
                  <a:pt x="811079" y="64745"/>
                </a:lnTo>
                <a:lnTo>
                  <a:pt x="811032" y="64543"/>
                </a:lnTo>
                <a:lnTo>
                  <a:pt x="810987" y="64337"/>
                </a:lnTo>
                <a:lnTo>
                  <a:pt x="810944" y="64125"/>
                </a:lnTo>
                <a:lnTo>
                  <a:pt x="810903" y="63908"/>
                </a:lnTo>
                <a:lnTo>
                  <a:pt x="810864" y="63686"/>
                </a:lnTo>
                <a:lnTo>
                  <a:pt x="810826" y="63459"/>
                </a:lnTo>
                <a:lnTo>
                  <a:pt x="810791" y="63227"/>
                </a:lnTo>
                <a:lnTo>
                  <a:pt x="810757" y="62990"/>
                </a:lnTo>
                <a:lnTo>
                  <a:pt x="810726" y="62748"/>
                </a:lnTo>
                <a:lnTo>
                  <a:pt x="810696" y="62502"/>
                </a:lnTo>
                <a:lnTo>
                  <a:pt x="810667" y="62256"/>
                </a:lnTo>
                <a:lnTo>
                  <a:pt x="810640" y="62009"/>
                </a:lnTo>
                <a:lnTo>
                  <a:pt x="810614" y="61761"/>
                </a:lnTo>
                <a:lnTo>
                  <a:pt x="810589" y="61512"/>
                </a:lnTo>
                <a:lnTo>
                  <a:pt x="810565" y="61262"/>
                </a:lnTo>
                <a:lnTo>
                  <a:pt x="810543" y="61011"/>
                </a:lnTo>
                <a:lnTo>
                  <a:pt x="810522" y="60759"/>
                </a:lnTo>
                <a:lnTo>
                  <a:pt x="810502" y="60506"/>
                </a:lnTo>
                <a:lnTo>
                  <a:pt x="810484" y="60252"/>
                </a:lnTo>
                <a:lnTo>
                  <a:pt x="810467" y="59997"/>
                </a:lnTo>
                <a:lnTo>
                  <a:pt x="810451" y="59741"/>
                </a:lnTo>
                <a:lnTo>
                  <a:pt x="810436" y="59484"/>
                </a:lnTo>
                <a:lnTo>
                  <a:pt x="810423" y="59226"/>
                </a:lnTo>
                <a:lnTo>
                  <a:pt x="810410" y="58968"/>
                </a:lnTo>
                <a:lnTo>
                  <a:pt x="810400" y="58708"/>
                </a:lnTo>
                <a:lnTo>
                  <a:pt x="810390" y="58447"/>
                </a:lnTo>
                <a:lnTo>
                  <a:pt x="810382" y="58186"/>
                </a:lnTo>
                <a:lnTo>
                  <a:pt x="810375" y="57923"/>
                </a:lnTo>
                <a:lnTo>
                  <a:pt x="810369" y="57660"/>
                </a:lnTo>
                <a:lnTo>
                  <a:pt x="810365" y="57395"/>
                </a:lnTo>
                <a:lnTo>
                  <a:pt x="810361" y="57130"/>
                </a:lnTo>
                <a:lnTo>
                  <a:pt x="810359" y="56864"/>
                </a:lnTo>
                <a:lnTo>
                  <a:pt x="810359" y="56596"/>
                </a:lnTo>
                <a:lnTo>
                  <a:pt x="810359" y="31899"/>
                </a:lnTo>
                <a:lnTo>
                  <a:pt x="810356" y="31543"/>
                </a:lnTo>
                <a:lnTo>
                  <a:pt x="810345" y="31192"/>
                </a:lnTo>
                <a:lnTo>
                  <a:pt x="810329" y="30847"/>
                </a:lnTo>
                <a:lnTo>
                  <a:pt x="810305" y="30508"/>
                </a:lnTo>
                <a:lnTo>
                  <a:pt x="810275" y="30175"/>
                </a:lnTo>
                <a:lnTo>
                  <a:pt x="810238" y="29848"/>
                </a:lnTo>
                <a:lnTo>
                  <a:pt x="810195" y="29527"/>
                </a:lnTo>
                <a:lnTo>
                  <a:pt x="810145" y="29211"/>
                </a:lnTo>
                <a:lnTo>
                  <a:pt x="810088" y="28902"/>
                </a:lnTo>
                <a:lnTo>
                  <a:pt x="810024" y="28598"/>
                </a:lnTo>
                <a:lnTo>
                  <a:pt x="809954" y="28301"/>
                </a:lnTo>
                <a:lnTo>
                  <a:pt x="809877" y="28009"/>
                </a:lnTo>
                <a:lnTo>
                  <a:pt x="809793" y="27723"/>
                </a:lnTo>
                <a:lnTo>
                  <a:pt x="809702" y="27443"/>
                </a:lnTo>
                <a:lnTo>
                  <a:pt x="809605" y="27169"/>
                </a:lnTo>
                <a:lnTo>
                  <a:pt x="809501" y="26901"/>
                </a:lnTo>
                <a:lnTo>
                  <a:pt x="809391" y="26638"/>
                </a:lnTo>
                <a:lnTo>
                  <a:pt x="809274" y="26382"/>
                </a:lnTo>
                <a:lnTo>
                  <a:pt x="809150" y="26131"/>
                </a:lnTo>
                <a:lnTo>
                  <a:pt x="809019" y="25887"/>
                </a:lnTo>
                <a:lnTo>
                  <a:pt x="808882" y="25648"/>
                </a:lnTo>
                <a:lnTo>
                  <a:pt x="808738" y="25415"/>
                </a:lnTo>
                <a:lnTo>
                  <a:pt x="808587" y="25188"/>
                </a:lnTo>
                <a:lnTo>
                  <a:pt x="808430" y="24967"/>
                </a:lnTo>
                <a:lnTo>
                  <a:pt x="808267" y="24751"/>
                </a:lnTo>
                <a:lnTo>
                  <a:pt x="808101" y="24539"/>
                </a:lnTo>
                <a:lnTo>
                  <a:pt x="807931" y="24331"/>
                </a:lnTo>
                <a:lnTo>
                  <a:pt x="807757" y="24127"/>
                </a:lnTo>
                <a:lnTo>
                  <a:pt x="807579" y="23927"/>
                </a:lnTo>
                <a:lnTo>
                  <a:pt x="807397" y="23731"/>
                </a:lnTo>
                <a:lnTo>
                  <a:pt x="807212" y="23539"/>
                </a:lnTo>
                <a:lnTo>
                  <a:pt x="807022" y="23350"/>
                </a:lnTo>
                <a:lnTo>
                  <a:pt x="806829" y="23166"/>
                </a:lnTo>
                <a:lnTo>
                  <a:pt x="806632" y="22986"/>
                </a:lnTo>
                <a:lnTo>
                  <a:pt x="806431" y="22810"/>
                </a:lnTo>
                <a:lnTo>
                  <a:pt x="806226" y="22638"/>
                </a:lnTo>
                <a:lnTo>
                  <a:pt x="806018" y="22469"/>
                </a:lnTo>
                <a:lnTo>
                  <a:pt x="805806" y="22305"/>
                </a:lnTo>
                <a:lnTo>
                  <a:pt x="805589" y="22145"/>
                </a:lnTo>
                <a:lnTo>
                  <a:pt x="805370" y="21989"/>
                </a:lnTo>
                <a:lnTo>
                  <a:pt x="805146" y="21836"/>
                </a:lnTo>
                <a:lnTo>
                  <a:pt x="804918" y="21688"/>
                </a:lnTo>
                <a:lnTo>
                  <a:pt x="804687" y="21544"/>
                </a:lnTo>
                <a:lnTo>
                  <a:pt x="804451" y="21404"/>
                </a:lnTo>
                <a:lnTo>
                  <a:pt x="804212" y="21267"/>
                </a:lnTo>
                <a:lnTo>
                  <a:pt x="803969" y="21135"/>
                </a:lnTo>
                <a:lnTo>
                  <a:pt x="803722" y="21007"/>
                </a:lnTo>
                <a:lnTo>
                  <a:pt x="803472" y="20882"/>
                </a:lnTo>
                <a:lnTo>
                  <a:pt x="803218" y="20762"/>
                </a:lnTo>
                <a:lnTo>
                  <a:pt x="802963" y="20644"/>
                </a:lnTo>
                <a:lnTo>
                  <a:pt x="802705" y="20530"/>
                </a:lnTo>
                <a:lnTo>
                  <a:pt x="802444" y="20419"/>
                </a:lnTo>
                <a:lnTo>
                  <a:pt x="802182" y="20312"/>
                </a:lnTo>
                <a:lnTo>
                  <a:pt x="801917" y="20208"/>
                </a:lnTo>
                <a:lnTo>
                  <a:pt x="801650" y="20107"/>
                </a:lnTo>
                <a:lnTo>
                  <a:pt x="801381" y="20010"/>
                </a:lnTo>
                <a:lnTo>
                  <a:pt x="801110" y="19916"/>
                </a:lnTo>
                <a:lnTo>
                  <a:pt x="800836" y="19825"/>
                </a:lnTo>
                <a:lnTo>
                  <a:pt x="800560" y="19738"/>
                </a:lnTo>
                <a:lnTo>
                  <a:pt x="800282" y="19654"/>
                </a:lnTo>
                <a:lnTo>
                  <a:pt x="800002" y="19573"/>
                </a:lnTo>
                <a:lnTo>
                  <a:pt x="799719" y="19496"/>
                </a:lnTo>
                <a:lnTo>
                  <a:pt x="799434" y="19422"/>
                </a:lnTo>
                <a:lnTo>
                  <a:pt x="799147" y="19352"/>
                </a:lnTo>
                <a:lnTo>
                  <a:pt x="798858" y="19285"/>
                </a:lnTo>
                <a:lnTo>
                  <a:pt x="798566" y="19221"/>
                </a:lnTo>
                <a:lnTo>
                  <a:pt x="798272" y="19160"/>
                </a:lnTo>
                <a:lnTo>
                  <a:pt x="797976" y="19103"/>
                </a:lnTo>
                <a:lnTo>
                  <a:pt x="797678" y="19050"/>
                </a:lnTo>
                <a:lnTo>
                  <a:pt x="797378" y="18999"/>
                </a:lnTo>
                <a:lnTo>
                  <a:pt x="797075" y="18952"/>
                </a:lnTo>
                <a:lnTo>
                  <a:pt x="796770" y="18908"/>
                </a:lnTo>
                <a:lnTo>
                  <a:pt x="796464" y="18867"/>
                </a:lnTo>
                <a:lnTo>
                  <a:pt x="796158" y="18828"/>
                </a:lnTo>
                <a:lnTo>
                  <a:pt x="795853" y="18790"/>
                </a:lnTo>
                <a:lnTo>
                  <a:pt x="795548" y="18754"/>
                </a:lnTo>
                <a:lnTo>
                  <a:pt x="795244" y="18720"/>
                </a:lnTo>
                <a:lnTo>
                  <a:pt x="794940" y="18687"/>
                </a:lnTo>
                <a:lnTo>
                  <a:pt x="794636" y="18656"/>
                </a:lnTo>
                <a:lnTo>
                  <a:pt x="794332" y="18627"/>
                </a:lnTo>
                <a:lnTo>
                  <a:pt x="794029" y="18600"/>
                </a:lnTo>
                <a:lnTo>
                  <a:pt x="793726" y="18575"/>
                </a:lnTo>
                <a:lnTo>
                  <a:pt x="793423" y="18551"/>
                </a:lnTo>
                <a:lnTo>
                  <a:pt x="793121" y="18529"/>
                </a:lnTo>
                <a:lnTo>
                  <a:pt x="792819" y="18509"/>
                </a:lnTo>
                <a:lnTo>
                  <a:pt x="792517" y="18490"/>
                </a:lnTo>
                <a:lnTo>
                  <a:pt x="792216" y="18474"/>
                </a:lnTo>
                <a:lnTo>
                  <a:pt x="791915" y="18459"/>
                </a:lnTo>
                <a:lnTo>
                  <a:pt x="791614" y="18446"/>
                </a:lnTo>
                <a:lnTo>
                  <a:pt x="791313" y="18434"/>
                </a:lnTo>
                <a:lnTo>
                  <a:pt x="791013" y="18425"/>
                </a:lnTo>
                <a:lnTo>
                  <a:pt x="790713" y="18417"/>
                </a:lnTo>
                <a:lnTo>
                  <a:pt x="790414" y="18411"/>
                </a:lnTo>
                <a:lnTo>
                  <a:pt x="790115" y="18406"/>
                </a:lnTo>
                <a:lnTo>
                  <a:pt x="789816" y="18404"/>
                </a:lnTo>
                <a:lnTo>
                  <a:pt x="789517" y="18403"/>
                </a:lnTo>
                <a:lnTo>
                  <a:pt x="789188" y="18404"/>
                </a:lnTo>
                <a:lnTo>
                  <a:pt x="788860" y="18408"/>
                </a:lnTo>
                <a:lnTo>
                  <a:pt x="788531" y="18415"/>
                </a:lnTo>
                <a:lnTo>
                  <a:pt x="788203" y="18424"/>
                </a:lnTo>
                <a:lnTo>
                  <a:pt x="787874" y="18437"/>
                </a:lnTo>
                <a:lnTo>
                  <a:pt x="787546" y="18451"/>
                </a:lnTo>
                <a:lnTo>
                  <a:pt x="787218" y="18469"/>
                </a:lnTo>
                <a:lnTo>
                  <a:pt x="786890" y="18489"/>
                </a:lnTo>
                <a:lnTo>
                  <a:pt x="786563" y="18512"/>
                </a:lnTo>
                <a:lnTo>
                  <a:pt x="786235" y="18538"/>
                </a:lnTo>
                <a:lnTo>
                  <a:pt x="785908" y="18567"/>
                </a:lnTo>
                <a:lnTo>
                  <a:pt x="785581" y="18598"/>
                </a:lnTo>
                <a:lnTo>
                  <a:pt x="785254" y="18632"/>
                </a:lnTo>
                <a:lnTo>
                  <a:pt x="784927" y="18668"/>
                </a:lnTo>
                <a:lnTo>
                  <a:pt x="784600" y="18707"/>
                </a:lnTo>
                <a:lnTo>
                  <a:pt x="784273" y="18749"/>
                </a:lnTo>
                <a:lnTo>
                  <a:pt x="783947" y="18794"/>
                </a:lnTo>
                <a:lnTo>
                  <a:pt x="783621" y="18842"/>
                </a:lnTo>
                <a:lnTo>
                  <a:pt x="783295" y="18892"/>
                </a:lnTo>
                <a:lnTo>
                  <a:pt x="782969" y="18945"/>
                </a:lnTo>
                <a:lnTo>
                  <a:pt x="782643" y="19000"/>
                </a:lnTo>
                <a:lnTo>
                  <a:pt x="782317" y="19058"/>
                </a:lnTo>
                <a:lnTo>
                  <a:pt x="781992" y="19119"/>
                </a:lnTo>
                <a:lnTo>
                  <a:pt x="781666" y="19183"/>
                </a:lnTo>
                <a:lnTo>
                  <a:pt x="781343" y="19250"/>
                </a:lnTo>
                <a:lnTo>
                  <a:pt x="781022" y="19320"/>
                </a:lnTo>
                <a:lnTo>
                  <a:pt x="780703" y="19395"/>
                </a:lnTo>
                <a:lnTo>
                  <a:pt x="780388" y="19472"/>
                </a:lnTo>
                <a:lnTo>
                  <a:pt x="780075" y="19554"/>
                </a:lnTo>
                <a:lnTo>
                  <a:pt x="779764" y="19639"/>
                </a:lnTo>
                <a:lnTo>
                  <a:pt x="779457" y="19728"/>
                </a:lnTo>
                <a:lnTo>
                  <a:pt x="779152" y="19821"/>
                </a:lnTo>
                <a:lnTo>
                  <a:pt x="778850" y="19917"/>
                </a:lnTo>
                <a:lnTo>
                  <a:pt x="778551" y="20017"/>
                </a:lnTo>
                <a:lnTo>
                  <a:pt x="778254" y="20120"/>
                </a:lnTo>
                <a:lnTo>
                  <a:pt x="777960" y="20227"/>
                </a:lnTo>
                <a:lnTo>
                  <a:pt x="777669" y="20338"/>
                </a:lnTo>
                <a:lnTo>
                  <a:pt x="777380" y="20453"/>
                </a:lnTo>
                <a:lnTo>
                  <a:pt x="777094" y="20571"/>
                </a:lnTo>
                <a:lnTo>
                  <a:pt x="776811" y="20693"/>
                </a:lnTo>
                <a:lnTo>
                  <a:pt x="776531" y="20818"/>
                </a:lnTo>
                <a:lnTo>
                  <a:pt x="776253" y="20948"/>
                </a:lnTo>
                <a:lnTo>
                  <a:pt x="775978" y="21080"/>
                </a:lnTo>
                <a:lnTo>
                  <a:pt x="775706" y="21217"/>
                </a:lnTo>
                <a:lnTo>
                  <a:pt x="775436" y="21357"/>
                </a:lnTo>
                <a:lnTo>
                  <a:pt x="775169" y="21501"/>
                </a:lnTo>
                <a:lnTo>
                  <a:pt x="774905" y="21649"/>
                </a:lnTo>
                <a:lnTo>
                  <a:pt x="774644" y="21800"/>
                </a:lnTo>
                <a:lnTo>
                  <a:pt x="774385" y="21955"/>
                </a:lnTo>
                <a:lnTo>
                  <a:pt x="774131" y="22114"/>
                </a:lnTo>
                <a:lnTo>
                  <a:pt x="773880" y="22278"/>
                </a:lnTo>
                <a:lnTo>
                  <a:pt x="773634" y="22445"/>
                </a:lnTo>
                <a:lnTo>
                  <a:pt x="773391" y="22617"/>
                </a:lnTo>
                <a:lnTo>
                  <a:pt x="773152" y="22793"/>
                </a:lnTo>
                <a:lnTo>
                  <a:pt x="772916" y="22973"/>
                </a:lnTo>
                <a:lnTo>
                  <a:pt x="772685" y="23157"/>
                </a:lnTo>
                <a:lnTo>
                  <a:pt x="772457" y="23345"/>
                </a:lnTo>
                <a:lnTo>
                  <a:pt x="772234" y="23538"/>
                </a:lnTo>
                <a:lnTo>
                  <a:pt x="772014" y="23734"/>
                </a:lnTo>
                <a:lnTo>
                  <a:pt x="771798" y="23935"/>
                </a:lnTo>
                <a:lnTo>
                  <a:pt x="771585" y="24140"/>
                </a:lnTo>
                <a:lnTo>
                  <a:pt x="771377" y="24349"/>
                </a:lnTo>
                <a:lnTo>
                  <a:pt x="771172" y="24562"/>
                </a:lnTo>
                <a:lnTo>
                  <a:pt x="770971" y="24779"/>
                </a:lnTo>
                <a:lnTo>
                  <a:pt x="770774" y="25001"/>
                </a:lnTo>
                <a:lnTo>
                  <a:pt x="770581" y="25226"/>
                </a:lnTo>
                <a:lnTo>
                  <a:pt x="770392" y="25456"/>
                </a:lnTo>
                <a:lnTo>
                  <a:pt x="770206" y="25690"/>
                </a:lnTo>
                <a:lnTo>
                  <a:pt x="770024" y="25928"/>
                </a:lnTo>
                <a:lnTo>
                  <a:pt x="769846" y="26170"/>
                </a:lnTo>
                <a:lnTo>
                  <a:pt x="769672" y="26416"/>
                </a:lnTo>
                <a:lnTo>
                  <a:pt x="769502" y="26667"/>
                </a:lnTo>
                <a:lnTo>
                  <a:pt x="769337" y="26922"/>
                </a:lnTo>
                <a:lnTo>
                  <a:pt x="769178" y="27182"/>
                </a:lnTo>
                <a:lnTo>
                  <a:pt x="769024" y="27448"/>
                </a:lnTo>
                <a:lnTo>
                  <a:pt x="768877" y="27720"/>
                </a:lnTo>
                <a:lnTo>
                  <a:pt x="768736" y="27997"/>
                </a:lnTo>
                <a:lnTo>
                  <a:pt x="768601" y="28279"/>
                </a:lnTo>
                <a:lnTo>
                  <a:pt x="768472" y="28566"/>
                </a:lnTo>
                <a:lnTo>
                  <a:pt x="768349" y="28860"/>
                </a:lnTo>
                <a:lnTo>
                  <a:pt x="768232" y="29158"/>
                </a:lnTo>
                <a:lnTo>
                  <a:pt x="768122" y="29462"/>
                </a:lnTo>
                <a:lnTo>
                  <a:pt x="768017" y="29771"/>
                </a:lnTo>
                <a:lnTo>
                  <a:pt x="767918" y="30086"/>
                </a:lnTo>
                <a:lnTo>
                  <a:pt x="767826" y="30406"/>
                </a:lnTo>
                <a:lnTo>
                  <a:pt x="767739" y="30732"/>
                </a:lnTo>
                <a:lnTo>
                  <a:pt x="767659" y="31063"/>
                </a:lnTo>
                <a:lnTo>
                  <a:pt x="767584" y="31399"/>
                </a:lnTo>
                <a:lnTo>
                  <a:pt x="767516" y="31741"/>
                </a:lnTo>
                <a:lnTo>
                  <a:pt x="767454" y="32089"/>
                </a:lnTo>
                <a:lnTo>
                  <a:pt x="767398" y="32441"/>
                </a:lnTo>
                <a:lnTo>
                  <a:pt x="767347" y="32800"/>
                </a:lnTo>
                <a:lnTo>
                  <a:pt x="767303" y="33163"/>
                </a:lnTo>
                <a:lnTo>
                  <a:pt x="767265" y="33532"/>
                </a:lnTo>
                <a:lnTo>
                  <a:pt x="767233" y="33907"/>
                </a:lnTo>
                <a:lnTo>
                  <a:pt x="767207" y="34286"/>
                </a:lnTo>
                <a:lnTo>
                  <a:pt x="780244" y="34286"/>
                </a:lnTo>
                <a:lnTo>
                  <a:pt x="780278" y="33969"/>
                </a:lnTo>
                <a:lnTo>
                  <a:pt x="780318" y="33659"/>
                </a:lnTo>
                <a:lnTo>
                  <a:pt x="780365" y="33357"/>
                </a:lnTo>
                <a:close/>
                <a:moveTo>
                  <a:pt x="797318" y="49080"/>
                </a:moveTo>
                <a:lnTo>
                  <a:pt x="797315" y="49181"/>
                </a:lnTo>
                <a:lnTo>
                  <a:pt x="797312" y="49284"/>
                </a:lnTo>
                <a:lnTo>
                  <a:pt x="797307" y="49390"/>
                </a:lnTo>
                <a:lnTo>
                  <a:pt x="797302" y="49498"/>
                </a:lnTo>
                <a:lnTo>
                  <a:pt x="797296" y="49609"/>
                </a:lnTo>
                <a:lnTo>
                  <a:pt x="797289" y="49722"/>
                </a:lnTo>
                <a:lnTo>
                  <a:pt x="797282" y="49838"/>
                </a:lnTo>
                <a:lnTo>
                  <a:pt x="797274" y="49957"/>
                </a:lnTo>
                <a:lnTo>
                  <a:pt x="797264" y="50078"/>
                </a:lnTo>
                <a:lnTo>
                  <a:pt x="797254" y="50202"/>
                </a:lnTo>
                <a:lnTo>
                  <a:pt x="797244" y="50328"/>
                </a:lnTo>
                <a:lnTo>
                  <a:pt x="797232" y="50457"/>
                </a:lnTo>
                <a:lnTo>
                  <a:pt x="797220" y="50588"/>
                </a:lnTo>
                <a:lnTo>
                  <a:pt x="797207" y="50722"/>
                </a:lnTo>
                <a:lnTo>
                  <a:pt x="797193" y="50858"/>
                </a:lnTo>
                <a:lnTo>
                  <a:pt x="797178" y="50997"/>
                </a:lnTo>
                <a:lnTo>
                  <a:pt x="797162" y="51139"/>
                </a:lnTo>
                <a:lnTo>
                  <a:pt x="797146" y="51283"/>
                </a:lnTo>
                <a:lnTo>
                  <a:pt x="797129" y="51430"/>
                </a:lnTo>
                <a:lnTo>
                  <a:pt x="797111" y="51579"/>
                </a:lnTo>
                <a:lnTo>
                  <a:pt x="797092" y="51731"/>
                </a:lnTo>
                <a:lnTo>
                  <a:pt x="797072" y="51884"/>
                </a:lnTo>
                <a:lnTo>
                  <a:pt x="797048" y="52037"/>
                </a:lnTo>
                <a:lnTo>
                  <a:pt x="797022" y="52189"/>
                </a:lnTo>
                <a:lnTo>
                  <a:pt x="796994" y="52342"/>
                </a:lnTo>
                <a:lnTo>
                  <a:pt x="796962" y="52494"/>
                </a:lnTo>
                <a:lnTo>
                  <a:pt x="796928" y="52646"/>
                </a:lnTo>
                <a:lnTo>
                  <a:pt x="796892" y="52798"/>
                </a:lnTo>
                <a:lnTo>
                  <a:pt x="796852" y="52950"/>
                </a:lnTo>
                <a:lnTo>
                  <a:pt x="796810" y="53102"/>
                </a:lnTo>
                <a:lnTo>
                  <a:pt x="796765" y="53253"/>
                </a:lnTo>
                <a:lnTo>
                  <a:pt x="796718" y="53405"/>
                </a:lnTo>
                <a:lnTo>
                  <a:pt x="796667" y="53556"/>
                </a:lnTo>
                <a:lnTo>
                  <a:pt x="796614" y="53707"/>
                </a:lnTo>
                <a:lnTo>
                  <a:pt x="796558" y="53858"/>
                </a:lnTo>
                <a:lnTo>
                  <a:pt x="796500" y="54009"/>
                </a:lnTo>
                <a:lnTo>
                  <a:pt x="796439" y="54159"/>
                </a:lnTo>
                <a:lnTo>
                  <a:pt x="796375" y="54309"/>
                </a:lnTo>
                <a:lnTo>
                  <a:pt x="796308" y="54460"/>
                </a:lnTo>
                <a:lnTo>
                  <a:pt x="796239" y="54610"/>
                </a:lnTo>
                <a:lnTo>
                  <a:pt x="796167" y="54760"/>
                </a:lnTo>
                <a:lnTo>
                  <a:pt x="796093" y="54910"/>
                </a:lnTo>
                <a:lnTo>
                  <a:pt x="796015" y="55059"/>
                </a:lnTo>
                <a:lnTo>
                  <a:pt x="795935" y="55209"/>
                </a:lnTo>
                <a:lnTo>
                  <a:pt x="795852" y="55358"/>
                </a:lnTo>
                <a:lnTo>
                  <a:pt x="795766" y="55506"/>
                </a:lnTo>
                <a:lnTo>
                  <a:pt x="795676" y="55653"/>
                </a:lnTo>
                <a:lnTo>
                  <a:pt x="795582" y="55798"/>
                </a:lnTo>
                <a:lnTo>
                  <a:pt x="795485" y="55941"/>
                </a:lnTo>
                <a:lnTo>
                  <a:pt x="795383" y="56082"/>
                </a:lnTo>
                <a:lnTo>
                  <a:pt x="795278" y="56221"/>
                </a:lnTo>
                <a:lnTo>
                  <a:pt x="795169" y="56359"/>
                </a:lnTo>
                <a:lnTo>
                  <a:pt x="795056" y="56495"/>
                </a:lnTo>
                <a:lnTo>
                  <a:pt x="794940" y="56630"/>
                </a:lnTo>
                <a:lnTo>
                  <a:pt x="794819" y="56762"/>
                </a:lnTo>
                <a:lnTo>
                  <a:pt x="794695" y="56893"/>
                </a:lnTo>
                <a:lnTo>
                  <a:pt x="794567" y="57022"/>
                </a:lnTo>
                <a:lnTo>
                  <a:pt x="794434" y="57149"/>
                </a:lnTo>
                <a:lnTo>
                  <a:pt x="794299" y="57275"/>
                </a:lnTo>
                <a:lnTo>
                  <a:pt x="794159" y="57399"/>
                </a:lnTo>
                <a:lnTo>
                  <a:pt x="794015" y="57521"/>
                </a:lnTo>
                <a:lnTo>
                  <a:pt x="793868" y="57641"/>
                </a:lnTo>
                <a:lnTo>
                  <a:pt x="793717" y="57760"/>
                </a:lnTo>
                <a:lnTo>
                  <a:pt x="793562" y="57877"/>
                </a:lnTo>
                <a:lnTo>
                  <a:pt x="793403" y="57992"/>
                </a:lnTo>
                <a:lnTo>
                  <a:pt x="793240" y="58105"/>
                </a:lnTo>
                <a:lnTo>
                  <a:pt x="793074" y="58216"/>
                </a:lnTo>
                <a:lnTo>
                  <a:pt x="792904" y="58326"/>
                </a:lnTo>
                <a:lnTo>
                  <a:pt x="792730" y="58434"/>
                </a:lnTo>
                <a:lnTo>
                  <a:pt x="792551" y="58539"/>
                </a:lnTo>
                <a:lnTo>
                  <a:pt x="792366" y="58639"/>
                </a:lnTo>
                <a:lnTo>
                  <a:pt x="792174" y="58735"/>
                </a:lnTo>
                <a:lnTo>
                  <a:pt x="791977" y="58827"/>
                </a:lnTo>
                <a:lnTo>
                  <a:pt x="791774" y="58914"/>
                </a:lnTo>
                <a:lnTo>
                  <a:pt x="791565" y="58996"/>
                </a:lnTo>
                <a:lnTo>
                  <a:pt x="791350" y="59074"/>
                </a:lnTo>
                <a:lnTo>
                  <a:pt x="791128" y="59148"/>
                </a:lnTo>
                <a:lnTo>
                  <a:pt x="790901" y="59217"/>
                </a:lnTo>
                <a:lnTo>
                  <a:pt x="790667" y="59282"/>
                </a:lnTo>
                <a:lnTo>
                  <a:pt x="790428" y="59342"/>
                </a:lnTo>
                <a:lnTo>
                  <a:pt x="790182" y="59398"/>
                </a:lnTo>
                <a:lnTo>
                  <a:pt x="789931" y="59449"/>
                </a:lnTo>
                <a:lnTo>
                  <a:pt x="789673" y="59496"/>
                </a:lnTo>
                <a:lnTo>
                  <a:pt x="789409" y="59538"/>
                </a:lnTo>
                <a:lnTo>
                  <a:pt x="789139" y="59576"/>
                </a:lnTo>
                <a:lnTo>
                  <a:pt x="788864" y="59610"/>
                </a:lnTo>
                <a:lnTo>
                  <a:pt x="788582" y="59639"/>
                </a:lnTo>
                <a:lnTo>
                  <a:pt x="788294" y="59663"/>
                </a:lnTo>
                <a:lnTo>
                  <a:pt x="788000" y="59683"/>
                </a:lnTo>
                <a:lnTo>
                  <a:pt x="787700" y="59699"/>
                </a:lnTo>
                <a:lnTo>
                  <a:pt x="787393" y="59710"/>
                </a:lnTo>
                <a:lnTo>
                  <a:pt x="787081" y="59717"/>
                </a:lnTo>
                <a:lnTo>
                  <a:pt x="786763" y="59719"/>
                </a:lnTo>
                <a:lnTo>
                  <a:pt x="786633" y="59718"/>
                </a:lnTo>
                <a:lnTo>
                  <a:pt x="786503" y="59717"/>
                </a:lnTo>
                <a:lnTo>
                  <a:pt x="786374" y="59715"/>
                </a:lnTo>
                <a:lnTo>
                  <a:pt x="786245" y="59711"/>
                </a:lnTo>
                <a:lnTo>
                  <a:pt x="786117" y="59707"/>
                </a:lnTo>
                <a:lnTo>
                  <a:pt x="785988" y="59702"/>
                </a:lnTo>
                <a:lnTo>
                  <a:pt x="785860" y="59695"/>
                </a:lnTo>
                <a:lnTo>
                  <a:pt x="785733" y="59688"/>
                </a:lnTo>
                <a:lnTo>
                  <a:pt x="785605" y="59680"/>
                </a:lnTo>
                <a:lnTo>
                  <a:pt x="785478" y="59671"/>
                </a:lnTo>
                <a:lnTo>
                  <a:pt x="785352" y="59661"/>
                </a:lnTo>
                <a:lnTo>
                  <a:pt x="785225" y="59650"/>
                </a:lnTo>
                <a:lnTo>
                  <a:pt x="785099" y="59638"/>
                </a:lnTo>
                <a:lnTo>
                  <a:pt x="784973" y="59625"/>
                </a:lnTo>
                <a:lnTo>
                  <a:pt x="784848" y="59611"/>
                </a:lnTo>
                <a:lnTo>
                  <a:pt x="784723" y="59596"/>
                </a:lnTo>
                <a:lnTo>
                  <a:pt x="784598" y="59580"/>
                </a:lnTo>
                <a:lnTo>
                  <a:pt x="784473" y="59564"/>
                </a:lnTo>
                <a:lnTo>
                  <a:pt x="784349" y="59546"/>
                </a:lnTo>
                <a:lnTo>
                  <a:pt x="784225" y="59527"/>
                </a:lnTo>
                <a:lnTo>
                  <a:pt x="784102" y="59508"/>
                </a:lnTo>
                <a:lnTo>
                  <a:pt x="783978" y="59487"/>
                </a:lnTo>
                <a:lnTo>
                  <a:pt x="783855" y="59465"/>
                </a:lnTo>
                <a:lnTo>
                  <a:pt x="783733" y="59443"/>
                </a:lnTo>
                <a:lnTo>
                  <a:pt x="783611" y="59419"/>
                </a:lnTo>
                <a:lnTo>
                  <a:pt x="783491" y="59394"/>
                </a:lnTo>
                <a:lnTo>
                  <a:pt x="783371" y="59368"/>
                </a:lnTo>
                <a:lnTo>
                  <a:pt x="783254" y="59340"/>
                </a:lnTo>
                <a:lnTo>
                  <a:pt x="783137" y="59310"/>
                </a:lnTo>
                <a:lnTo>
                  <a:pt x="783022" y="59279"/>
                </a:lnTo>
                <a:lnTo>
                  <a:pt x="782907" y="59247"/>
                </a:lnTo>
                <a:lnTo>
                  <a:pt x="782795" y="59213"/>
                </a:lnTo>
                <a:lnTo>
                  <a:pt x="782683" y="59178"/>
                </a:lnTo>
                <a:lnTo>
                  <a:pt x="782573" y="59141"/>
                </a:lnTo>
                <a:lnTo>
                  <a:pt x="782464" y="59103"/>
                </a:lnTo>
                <a:lnTo>
                  <a:pt x="782356" y="59064"/>
                </a:lnTo>
                <a:lnTo>
                  <a:pt x="782250" y="59023"/>
                </a:lnTo>
                <a:lnTo>
                  <a:pt x="782144" y="58981"/>
                </a:lnTo>
                <a:lnTo>
                  <a:pt x="782040" y="58937"/>
                </a:lnTo>
                <a:lnTo>
                  <a:pt x="781938" y="58892"/>
                </a:lnTo>
                <a:lnTo>
                  <a:pt x="781836" y="58845"/>
                </a:lnTo>
                <a:lnTo>
                  <a:pt x="781736" y="58797"/>
                </a:lnTo>
                <a:lnTo>
                  <a:pt x="781637" y="58748"/>
                </a:lnTo>
                <a:lnTo>
                  <a:pt x="781540" y="58697"/>
                </a:lnTo>
                <a:lnTo>
                  <a:pt x="781443" y="58645"/>
                </a:lnTo>
                <a:lnTo>
                  <a:pt x="781348" y="58591"/>
                </a:lnTo>
                <a:lnTo>
                  <a:pt x="781255" y="58536"/>
                </a:lnTo>
                <a:lnTo>
                  <a:pt x="781162" y="58479"/>
                </a:lnTo>
                <a:lnTo>
                  <a:pt x="781071" y="58421"/>
                </a:lnTo>
                <a:lnTo>
                  <a:pt x="780982" y="58361"/>
                </a:lnTo>
                <a:lnTo>
                  <a:pt x="780894" y="58299"/>
                </a:lnTo>
                <a:lnTo>
                  <a:pt x="780808" y="58235"/>
                </a:lnTo>
                <a:lnTo>
                  <a:pt x="780723" y="58170"/>
                </a:lnTo>
                <a:lnTo>
                  <a:pt x="780640" y="58103"/>
                </a:lnTo>
                <a:lnTo>
                  <a:pt x="780559" y="58034"/>
                </a:lnTo>
                <a:lnTo>
                  <a:pt x="780479" y="57964"/>
                </a:lnTo>
                <a:lnTo>
                  <a:pt x="780401" y="57891"/>
                </a:lnTo>
                <a:lnTo>
                  <a:pt x="780324" y="57817"/>
                </a:lnTo>
                <a:lnTo>
                  <a:pt x="780249" y="57741"/>
                </a:lnTo>
                <a:lnTo>
                  <a:pt x="780175" y="57664"/>
                </a:lnTo>
                <a:lnTo>
                  <a:pt x="780104" y="57584"/>
                </a:lnTo>
                <a:lnTo>
                  <a:pt x="780033" y="57503"/>
                </a:lnTo>
                <a:lnTo>
                  <a:pt x="779965" y="57421"/>
                </a:lnTo>
                <a:lnTo>
                  <a:pt x="779897" y="57336"/>
                </a:lnTo>
                <a:lnTo>
                  <a:pt x="779832" y="57250"/>
                </a:lnTo>
                <a:lnTo>
                  <a:pt x="779768" y="57162"/>
                </a:lnTo>
                <a:lnTo>
                  <a:pt x="779706" y="57072"/>
                </a:lnTo>
                <a:lnTo>
                  <a:pt x="779645" y="56980"/>
                </a:lnTo>
                <a:lnTo>
                  <a:pt x="779586" y="56887"/>
                </a:lnTo>
                <a:lnTo>
                  <a:pt x="779528" y="56792"/>
                </a:lnTo>
                <a:lnTo>
                  <a:pt x="779472" y="56695"/>
                </a:lnTo>
                <a:lnTo>
                  <a:pt x="779418" y="56596"/>
                </a:lnTo>
                <a:lnTo>
                  <a:pt x="779365" y="56496"/>
                </a:lnTo>
                <a:lnTo>
                  <a:pt x="779315" y="56393"/>
                </a:lnTo>
                <a:lnTo>
                  <a:pt x="779267" y="56289"/>
                </a:lnTo>
                <a:lnTo>
                  <a:pt x="779221" y="56183"/>
                </a:lnTo>
                <a:lnTo>
                  <a:pt x="779178" y="56075"/>
                </a:lnTo>
                <a:lnTo>
                  <a:pt x="779137" y="55965"/>
                </a:lnTo>
                <a:lnTo>
                  <a:pt x="779097" y="55853"/>
                </a:lnTo>
                <a:lnTo>
                  <a:pt x="779061" y="55739"/>
                </a:lnTo>
                <a:lnTo>
                  <a:pt x="779026" y="55624"/>
                </a:lnTo>
                <a:lnTo>
                  <a:pt x="778994" y="55506"/>
                </a:lnTo>
                <a:lnTo>
                  <a:pt x="778964" y="55386"/>
                </a:lnTo>
                <a:lnTo>
                  <a:pt x="778936" y="55265"/>
                </a:lnTo>
                <a:lnTo>
                  <a:pt x="778910" y="55142"/>
                </a:lnTo>
                <a:lnTo>
                  <a:pt x="778886" y="55016"/>
                </a:lnTo>
                <a:lnTo>
                  <a:pt x="778865" y="54889"/>
                </a:lnTo>
                <a:lnTo>
                  <a:pt x="778846" y="54760"/>
                </a:lnTo>
                <a:lnTo>
                  <a:pt x="778830" y="54629"/>
                </a:lnTo>
                <a:lnTo>
                  <a:pt x="778815" y="54496"/>
                </a:lnTo>
                <a:lnTo>
                  <a:pt x="778803" y="54361"/>
                </a:lnTo>
                <a:lnTo>
                  <a:pt x="778793" y="54225"/>
                </a:lnTo>
                <a:lnTo>
                  <a:pt x="778785" y="54086"/>
                </a:lnTo>
                <a:lnTo>
                  <a:pt x="778779" y="53945"/>
                </a:lnTo>
                <a:lnTo>
                  <a:pt x="778776" y="53803"/>
                </a:lnTo>
                <a:lnTo>
                  <a:pt x="778775" y="53658"/>
                </a:lnTo>
                <a:lnTo>
                  <a:pt x="778776" y="53507"/>
                </a:lnTo>
                <a:lnTo>
                  <a:pt x="778779" y="53357"/>
                </a:lnTo>
                <a:lnTo>
                  <a:pt x="778785" y="53209"/>
                </a:lnTo>
                <a:lnTo>
                  <a:pt x="778793" y="53064"/>
                </a:lnTo>
                <a:lnTo>
                  <a:pt x="778803" y="52921"/>
                </a:lnTo>
                <a:lnTo>
                  <a:pt x="778815" y="52780"/>
                </a:lnTo>
                <a:lnTo>
                  <a:pt x="778830" y="52642"/>
                </a:lnTo>
                <a:lnTo>
                  <a:pt x="778846" y="52506"/>
                </a:lnTo>
                <a:lnTo>
                  <a:pt x="778865" y="52372"/>
                </a:lnTo>
                <a:lnTo>
                  <a:pt x="778886" y="52240"/>
                </a:lnTo>
                <a:lnTo>
                  <a:pt x="778910" y="52110"/>
                </a:lnTo>
                <a:lnTo>
                  <a:pt x="778936" y="51983"/>
                </a:lnTo>
                <a:lnTo>
                  <a:pt x="778964" y="51858"/>
                </a:lnTo>
                <a:lnTo>
                  <a:pt x="778994" y="51735"/>
                </a:lnTo>
                <a:lnTo>
                  <a:pt x="779026" y="51614"/>
                </a:lnTo>
                <a:lnTo>
                  <a:pt x="779061" y="51496"/>
                </a:lnTo>
                <a:lnTo>
                  <a:pt x="779097" y="51380"/>
                </a:lnTo>
                <a:lnTo>
                  <a:pt x="779137" y="51266"/>
                </a:lnTo>
                <a:lnTo>
                  <a:pt x="779178" y="51154"/>
                </a:lnTo>
                <a:lnTo>
                  <a:pt x="779221" y="51045"/>
                </a:lnTo>
                <a:lnTo>
                  <a:pt x="779267" y="50938"/>
                </a:lnTo>
                <a:lnTo>
                  <a:pt x="779315" y="50833"/>
                </a:lnTo>
                <a:lnTo>
                  <a:pt x="779365" y="50730"/>
                </a:lnTo>
                <a:lnTo>
                  <a:pt x="779418" y="50630"/>
                </a:lnTo>
                <a:lnTo>
                  <a:pt x="779472" y="50531"/>
                </a:lnTo>
                <a:lnTo>
                  <a:pt x="779528" y="50434"/>
                </a:lnTo>
                <a:lnTo>
                  <a:pt x="779585" y="50338"/>
                </a:lnTo>
                <a:lnTo>
                  <a:pt x="779644" y="50243"/>
                </a:lnTo>
                <a:lnTo>
                  <a:pt x="779704" y="50150"/>
                </a:lnTo>
                <a:lnTo>
                  <a:pt x="779765" y="50059"/>
                </a:lnTo>
                <a:lnTo>
                  <a:pt x="779828" y="49969"/>
                </a:lnTo>
                <a:lnTo>
                  <a:pt x="779892" y="49880"/>
                </a:lnTo>
                <a:lnTo>
                  <a:pt x="779958" y="49793"/>
                </a:lnTo>
                <a:lnTo>
                  <a:pt x="780025" y="49707"/>
                </a:lnTo>
                <a:lnTo>
                  <a:pt x="780094" y="49622"/>
                </a:lnTo>
                <a:lnTo>
                  <a:pt x="780164" y="49539"/>
                </a:lnTo>
                <a:lnTo>
                  <a:pt x="780235" y="49458"/>
                </a:lnTo>
                <a:lnTo>
                  <a:pt x="780308" y="49378"/>
                </a:lnTo>
                <a:lnTo>
                  <a:pt x="780383" y="49299"/>
                </a:lnTo>
                <a:lnTo>
                  <a:pt x="780458" y="49222"/>
                </a:lnTo>
                <a:lnTo>
                  <a:pt x="780535" y="49146"/>
                </a:lnTo>
                <a:lnTo>
                  <a:pt x="780614" y="49072"/>
                </a:lnTo>
                <a:lnTo>
                  <a:pt x="780694" y="48999"/>
                </a:lnTo>
                <a:lnTo>
                  <a:pt x="780776" y="48927"/>
                </a:lnTo>
                <a:lnTo>
                  <a:pt x="780859" y="48857"/>
                </a:lnTo>
                <a:lnTo>
                  <a:pt x="780943" y="48789"/>
                </a:lnTo>
                <a:lnTo>
                  <a:pt x="781029" y="48722"/>
                </a:lnTo>
                <a:lnTo>
                  <a:pt x="781116" y="48656"/>
                </a:lnTo>
                <a:lnTo>
                  <a:pt x="781204" y="48591"/>
                </a:lnTo>
                <a:lnTo>
                  <a:pt x="781294" y="48528"/>
                </a:lnTo>
                <a:lnTo>
                  <a:pt x="781386" y="48465"/>
                </a:lnTo>
                <a:lnTo>
                  <a:pt x="781478" y="48404"/>
                </a:lnTo>
                <a:lnTo>
                  <a:pt x="781572" y="48344"/>
                </a:lnTo>
                <a:lnTo>
                  <a:pt x="781667" y="48285"/>
                </a:lnTo>
                <a:lnTo>
                  <a:pt x="781763" y="48227"/>
                </a:lnTo>
                <a:lnTo>
                  <a:pt x="781861" y="48171"/>
                </a:lnTo>
                <a:lnTo>
                  <a:pt x="781960" y="48115"/>
                </a:lnTo>
                <a:lnTo>
                  <a:pt x="782060" y="48061"/>
                </a:lnTo>
                <a:lnTo>
                  <a:pt x="782161" y="48007"/>
                </a:lnTo>
                <a:lnTo>
                  <a:pt x="782264" y="47955"/>
                </a:lnTo>
                <a:lnTo>
                  <a:pt x="782368" y="47904"/>
                </a:lnTo>
                <a:lnTo>
                  <a:pt x="782473" y="47854"/>
                </a:lnTo>
                <a:lnTo>
                  <a:pt x="782580" y="47805"/>
                </a:lnTo>
                <a:lnTo>
                  <a:pt x="782687" y="47757"/>
                </a:lnTo>
                <a:lnTo>
                  <a:pt x="782796" y="47711"/>
                </a:lnTo>
                <a:lnTo>
                  <a:pt x="782907" y="47665"/>
                </a:lnTo>
                <a:lnTo>
                  <a:pt x="783018" y="47621"/>
                </a:lnTo>
                <a:lnTo>
                  <a:pt x="783131" y="47578"/>
                </a:lnTo>
                <a:lnTo>
                  <a:pt x="783245" y="47536"/>
                </a:lnTo>
                <a:lnTo>
                  <a:pt x="783361" y="47495"/>
                </a:lnTo>
                <a:lnTo>
                  <a:pt x="783477" y="47455"/>
                </a:lnTo>
                <a:lnTo>
                  <a:pt x="783595" y="47416"/>
                </a:lnTo>
                <a:lnTo>
                  <a:pt x="783714" y="47378"/>
                </a:lnTo>
                <a:lnTo>
                  <a:pt x="783833" y="47341"/>
                </a:lnTo>
                <a:lnTo>
                  <a:pt x="783952" y="47304"/>
                </a:lnTo>
                <a:lnTo>
                  <a:pt x="784071" y="47268"/>
                </a:lnTo>
                <a:lnTo>
                  <a:pt x="784190" y="47232"/>
                </a:lnTo>
                <a:lnTo>
                  <a:pt x="784310" y="47198"/>
                </a:lnTo>
                <a:lnTo>
                  <a:pt x="784430" y="47164"/>
                </a:lnTo>
                <a:lnTo>
                  <a:pt x="784549" y="47130"/>
                </a:lnTo>
                <a:lnTo>
                  <a:pt x="784669" y="47097"/>
                </a:lnTo>
                <a:lnTo>
                  <a:pt x="784789" y="47065"/>
                </a:lnTo>
                <a:lnTo>
                  <a:pt x="784910" y="47033"/>
                </a:lnTo>
                <a:lnTo>
                  <a:pt x="785030" y="47002"/>
                </a:lnTo>
                <a:lnTo>
                  <a:pt x="785151" y="46972"/>
                </a:lnTo>
                <a:lnTo>
                  <a:pt x="785271" y="46942"/>
                </a:lnTo>
                <a:lnTo>
                  <a:pt x="785392" y="46913"/>
                </a:lnTo>
                <a:lnTo>
                  <a:pt x="785513" y="46885"/>
                </a:lnTo>
                <a:lnTo>
                  <a:pt x="785634" y="46857"/>
                </a:lnTo>
                <a:lnTo>
                  <a:pt x="785756" y="46830"/>
                </a:lnTo>
                <a:lnTo>
                  <a:pt x="785877" y="46803"/>
                </a:lnTo>
                <a:lnTo>
                  <a:pt x="785999" y="46778"/>
                </a:lnTo>
                <a:lnTo>
                  <a:pt x="786121" y="46752"/>
                </a:lnTo>
                <a:lnTo>
                  <a:pt x="786243" y="46728"/>
                </a:lnTo>
                <a:lnTo>
                  <a:pt x="786365" y="46704"/>
                </a:lnTo>
                <a:lnTo>
                  <a:pt x="786487" y="46680"/>
                </a:lnTo>
                <a:lnTo>
                  <a:pt x="786617" y="46658"/>
                </a:lnTo>
                <a:lnTo>
                  <a:pt x="786747" y="46635"/>
                </a:lnTo>
                <a:lnTo>
                  <a:pt x="786877" y="46613"/>
                </a:lnTo>
                <a:lnTo>
                  <a:pt x="787007" y="46591"/>
                </a:lnTo>
                <a:lnTo>
                  <a:pt x="787137" y="46570"/>
                </a:lnTo>
                <a:lnTo>
                  <a:pt x="787267" y="46549"/>
                </a:lnTo>
                <a:lnTo>
                  <a:pt x="787397" y="46528"/>
                </a:lnTo>
                <a:lnTo>
                  <a:pt x="787527" y="46508"/>
                </a:lnTo>
                <a:lnTo>
                  <a:pt x="787657" y="46487"/>
                </a:lnTo>
                <a:lnTo>
                  <a:pt x="787788" y="46467"/>
                </a:lnTo>
                <a:lnTo>
                  <a:pt x="787918" y="46448"/>
                </a:lnTo>
                <a:lnTo>
                  <a:pt x="788048" y="46429"/>
                </a:lnTo>
                <a:lnTo>
                  <a:pt x="788178" y="46410"/>
                </a:lnTo>
                <a:lnTo>
                  <a:pt x="788308" y="46391"/>
                </a:lnTo>
                <a:lnTo>
                  <a:pt x="788438" y="46373"/>
                </a:lnTo>
                <a:lnTo>
                  <a:pt x="788568" y="46355"/>
                </a:lnTo>
                <a:lnTo>
                  <a:pt x="788698" y="46337"/>
                </a:lnTo>
                <a:lnTo>
                  <a:pt x="788828" y="46320"/>
                </a:lnTo>
                <a:lnTo>
                  <a:pt x="788958" y="46303"/>
                </a:lnTo>
                <a:lnTo>
                  <a:pt x="789088" y="46286"/>
                </a:lnTo>
                <a:lnTo>
                  <a:pt x="789218" y="46270"/>
                </a:lnTo>
                <a:lnTo>
                  <a:pt x="789348" y="46254"/>
                </a:lnTo>
                <a:lnTo>
                  <a:pt x="789478" y="46238"/>
                </a:lnTo>
                <a:lnTo>
                  <a:pt x="789608" y="46222"/>
                </a:lnTo>
                <a:lnTo>
                  <a:pt x="789738" y="46207"/>
                </a:lnTo>
                <a:lnTo>
                  <a:pt x="789868" y="46191"/>
                </a:lnTo>
                <a:lnTo>
                  <a:pt x="789997" y="46175"/>
                </a:lnTo>
                <a:lnTo>
                  <a:pt x="790125" y="46159"/>
                </a:lnTo>
                <a:lnTo>
                  <a:pt x="790253" y="46142"/>
                </a:lnTo>
                <a:lnTo>
                  <a:pt x="790381" y="46125"/>
                </a:lnTo>
                <a:lnTo>
                  <a:pt x="790508" y="46108"/>
                </a:lnTo>
                <a:lnTo>
                  <a:pt x="790634" y="46090"/>
                </a:lnTo>
                <a:lnTo>
                  <a:pt x="790760" y="46072"/>
                </a:lnTo>
                <a:lnTo>
                  <a:pt x="790886" y="46054"/>
                </a:lnTo>
                <a:lnTo>
                  <a:pt x="791011" y="46035"/>
                </a:lnTo>
                <a:lnTo>
                  <a:pt x="791135" y="46016"/>
                </a:lnTo>
                <a:lnTo>
                  <a:pt x="791259" y="45997"/>
                </a:lnTo>
                <a:lnTo>
                  <a:pt x="791383" y="45977"/>
                </a:lnTo>
                <a:lnTo>
                  <a:pt x="791506" y="45957"/>
                </a:lnTo>
                <a:lnTo>
                  <a:pt x="791629" y="45937"/>
                </a:lnTo>
                <a:lnTo>
                  <a:pt x="791751" y="45917"/>
                </a:lnTo>
                <a:lnTo>
                  <a:pt x="791873" y="45896"/>
                </a:lnTo>
                <a:lnTo>
                  <a:pt x="791994" y="45875"/>
                </a:lnTo>
                <a:lnTo>
                  <a:pt x="792114" y="45853"/>
                </a:lnTo>
                <a:lnTo>
                  <a:pt x="792235" y="45831"/>
                </a:lnTo>
                <a:lnTo>
                  <a:pt x="792354" y="45809"/>
                </a:lnTo>
                <a:lnTo>
                  <a:pt x="792474" y="45787"/>
                </a:lnTo>
                <a:lnTo>
                  <a:pt x="792592" y="45764"/>
                </a:lnTo>
                <a:lnTo>
                  <a:pt x="792711" y="45741"/>
                </a:lnTo>
                <a:lnTo>
                  <a:pt x="792828" y="45717"/>
                </a:lnTo>
                <a:lnTo>
                  <a:pt x="792945" y="45693"/>
                </a:lnTo>
                <a:lnTo>
                  <a:pt x="793062" y="45668"/>
                </a:lnTo>
                <a:lnTo>
                  <a:pt x="793177" y="45643"/>
                </a:lnTo>
                <a:lnTo>
                  <a:pt x="793292" y="45618"/>
                </a:lnTo>
                <a:lnTo>
                  <a:pt x="793407" y="45592"/>
                </a:lnTo>
                <a:lnTo>
                  <a:pt x="793521" y="45565"/>
                </a:lnTo>
                <a:lnTo>
                  <a:pt x="793634" y="45538"/>
                </a:lnTo>
                <a:lnTo>
                  <a:pt x="793747" y="45510"/>
                </a:lnTo>
                <a:lnTo>
                  <a:pt x="793858" y="45482"/>
                </a:lnTo>
                <a:lnTo>
                  <a:pt x="793970" y="45454"/>
                </a:lnTo>
                <a:lnTo>
                  <a:pt x="794080" y="45425"/>
                </a:lnTo>
                <a:lnTo>
                  <a:pt x="794190" y="45396"/>
                </a:lnTo>
                <a:lnTo>
                  <a:pt x="794300" y="45366"/>
                </a:lnTo>
                <a:lnTo>
                  <a:pt x="794408" y="45335"/>
                </a:lnTo>
                <a:lnTo>
                  <a:pt x="794517" y="45304"/>
                </a:lnTo>
                <a:lnTo>
                  <a:pt x="794624" y="45273"/>
                </a:lnTo>
                <a:lnTo>
                  <a:pt x="794731" y="45241"/>
                </a:lnTo>
                <a:lnTo>
                  <a:pt x="794837" y="45209"/>
                </a:lnTo>
                <a:lnTo>
                  <a:pt x="794943" y="45176"/>
                </a:lnTo>
                <a:lnTo>
                  <a:pt x="795048" y="45143"/>
                </a:lnTo>
                <a:lnTo>
                  <a:pt x="795152" y="45109"/>
                </a:lnTo>
                <a:lnTo>
                  <a:pt x="795255" y="45075"/>
                </a:lnTo>
                <a:lnTo>
                  <a:pt x="795358" y="45040"/>
                </a:lnTo>
                <a:lnTo>
                  <a:pt x="795459" y="45004"/>
                </a:lnTo>
                <a:lnTo>
                  <a:pt x="795559" y="44967"/>
                </a:lnTo>
                <a:lnTo>
                  <a:pt x="795657" y="44928"/>
                </a:lnTo>
                <a:lnTo>
                  <a:pt x="795754" y="44889"/>
                </a:lnTo>
                <a:lnTo>
                  <a:pt x="795849" y="44848"/>
                </a:lnTo>
                <a:lnTo>
                  <a:pt x="795943" y="44806"/>
                </a:lnTo>
                <a:lnTo>
                  <a:pt x="796036" y="44764"/>
                </a:lnTo>
                <a:lnTo>
                  <a:pt x="796127" y="44720"/>
                </a:lnTo>
                <a:lnTo>
                  <a:pt x="796217" y="44675"/>
                </a:lnTo>
                <a:lnTo>
                  <a:pt x="796305" y="44628"/>
                </a:lnTo>
                <a:lnTo>
                  <a:pt x="796392" y="44581"/>
                </a:lnTo>
                <a:lnTo>
                  <a:pt x="796477" y="44533"/>
                </a:lnTo>
                <a:lnTo>
                  <a:pt x="796561" y="44483"/>
                </a:lnTo>
                <a:lnTo>
                  <a:pt x="796644" y="44433"/>
                </a:lnTo>
                <a:lnTo>
                  <a:pt x="796725" y="44381"/>
                </a:lnTo>
                <a:lnTo>
                  <a:pt x="796804" y="44328"/>
                </a:lnTo>
                <a:lnTo>
                  <a:pt x="796883" y="44274"/>
                </a:lnTo>
                <a:lnTo>
                  <a:pt x="796959" y="44219"/>
                </a:lnTo>
                <a:lnTo>
                  <a:pt x="797035" y="44162"/>
                </a:lnTo>
                <a:lnTo>
                  <a:pt x="797109" y="44105"/>
                </a:lnTo>
                <a:lnTo>
                  <a:pt x="797181" y="44047"/>
                </a:lnTo>
                <a:lnTo>
                  <a:pt x="797252" y="43987"/>
                </a:lnTo>
                <a:lnTo>
                  <a:pt x="797322" y="43926"/>
                </a:lnTo>
                <a:lnTo>
                  <a:pt x="797322" y="48793"/>
                </a:lnTo>
                <a:lnTo>
                  <a:pt x="797321" y="48886"/>
                </a:lnTo>
                <a:lnTo>
                  <a:pt x="797320" y="48982"/>
                </a:lnTo>
                <a:lnTo>
                  <a:pt x="797318" y="49080"/>
                </a:lnTo>
                <a:close/>
                <a:moveTo>
                  <a:pt x="649735" y="34904"/>
                </a:moveTo>
                <a:lnTo>
                  <a:pt x="649686" y="34540"/>
                </a:lnTo>
                <a:lnTo>
                  <a:pt x="649631" y="34181"/>
                </a:lnTo>
                <a:lnTo>
                  <a:pt x="649571" y="33825"/>
                </a:lnTo>
                <a:lnTo>
                  <a:pt x="649505" y="33475"/>
                </a:lnTo>
                <a:lnTo>
                  <a:pt x="649434" y="33128"/>
                </a:lnTo>
                <a:lnTo>
                  <a:pt x="649356" y="32786"/>
                </a:lnTo>
                <a:lnTo>
                  <a:pt x="649273" y="32448"/>
                </a:lnTo>
                <a:lnTo>
                  <a:pt x="649184" y="32115"/>
                </a:lnTo>
                <a:lnTo>
                  <a:pt x="649089" y="31785"/>
                </a:lnTo>
                <a:lnTo>
                  <a:pt x="648989" y="31460"/>
                </a:lnTo>
                <a:lnTo>
                  <a:pt x="648883" y="31140"/>
                </a:lnTo>
                <a:lnTo>
                  <a:pt x="648771" y="30824"/>
                </a:lnTo>
                <a:lnTo>
                  <a:pt x="648653" y="30512"/>
                </a:lnTo>
                <a:lnTo>
                  <a:pt x="648530" y="30204"/>
                </a:lnTo>
                <a:lnTo>
                  <a:pt x="648400" y="29901"/>
                </a:lnTo>
                <a:lnTo>
                  <a:pt x="648266" y="29602"/>
                </a:lnTo>
                <a:lnTo>
                  <a:pt x="648125" y="29307"/>
                </a:lnTo>
                <a:lnTo>
                  <a:pt x="647979" y="29017"/>
                </a:lnTo>
                <a:lnTo>
                  <a:pt x="647826" y="28730"/>
                </a:lnTo>
                <a:lnTo>
                  <a:pt x="647669" y="28449"/>
                </a:lnTo>
                <a:lnTo>
                  <a:pt x="647506" y="28171"/>
                </a:lnTo>
                <a:lnTo>
                  <a:pt x="647339" y="27897"/>
                </a:lnTo>
                <a:lnTo>
                  <a:pt x="647169" y="27627"/>
                </a:lnTo>
                <a:lnTo>
                  <a:pt x="646994" y="27361"/>
                </a:lnTo>
                <a:lnTo>
                  <a:pt x="646815" y="27098"/>
                </a:lnTo>
                <a:lnTo>
                  <a:pt x="646633" y="26839"/>
                </a:lnTo>
                <a:lnTo>
                  <a:pt x="646446" y="26585"/>
                </a:lnTo>
                <a:lnTo>
                  <a:pt x="646256" y="26334"/>
                </a:lnTo>
                <a:lnTo>
                  <a:pt x="646061" y="26086"/>
                </a:lnTo>
                <a:lnTo>
                  <a:pt x="645863" y="25843"/>
                </a:lnTo>
                <a:lnTo>
                  <a:pt x="645660" y="25604"/>
                </a:lnTo>
                <a:lnTo>
                  <a:pt x="645454" y="25368"/>
                </a:lnTo>
                <a:lnTo>
                  <a:pt x="645243" y="25136"/>
                </a:lnTo>
                <a:lnTo>
                  <a:pt x="645029" y="24908"/>
                </a:lnTo>
                <a:lnTo>
                  <a:pt x="644810" y="24684"/>
                </a:lnTo>
                <a:lnTo>
                  <a:pt x="644588" y="24464"/>
                </a:lnTo>
                <a:lnTo>
                  <a:pt x="644361" y="24247"/>
                </a:lnTo>
                <a:lnTo>
                  <a:pt x="644131" y="24035"/>
                </a:lnTo>
                <a:lnTo>
                  <a:pt x="643896" y="23826"/>
                </a:lnTo>
                <a:lnTo>
                  <a:pt x="643658" y="23621"/>
                </a:lnTo>
                <a:lnTo>
                  <a:pt x="643416" y="23420"/>
                </a:lnTo>
                <a:lnTo>
                  <a:pt x="643169" y="23223"/>
                </a:lnTo>
                <a:lnTo>
                  <a:pt x="642919" y="23029"/>
                </a:lnTo>
                <a:lnTo>
                  <a:pt x="642664" y="22839"/>
                </a:lnTo>
                <a:lnTo>
                  <a:pt x="642407" y="22654"/>
                </a:lnTo>
                <a:lnTo>
                  <a:pt x="642146" y="22472"/>
                </a:lnTo>
                <a:lnTo>
                  <a:pt x="641883" y="22294"/>
                </a:lnTo>
                <a:lnTo>
                  <a:pt x="641616" y="22120"/>
                </a:lnTo>
                <a:lnTo>
                  <a:pt x="641347" y="21951"/>
                </a:lnTo>
                <a:lnTo>
                  <a:pt x="641075" y="21785"/>
                </a:lnTo>
                <a:lnTo>
                  <a:pt x="640800" y="21623"/>
                </a:lnTo>
                <a:lnTo>
                  <a:pt x="640523" y="21465"/>
                </a:lnTo>
                <a:lnTo>
                  <a:pt x="640242" y="21312"/>
                </a:lnTo>
                <a:lnTo>
                  <a:pt x="639958" y="21162"/>
                </a:lnTo>
                <a:lnTo>
                  <a:pt x="639672" y="21016"/>
                </a:lnTo>
                <a:lnTo>
                  <a:pt x="639383" y="20874"/>
                </a:lnTo>
                <a:lnTo>
                  <a:pt x="639091" y="20736"/>
                </a:lnTo>
                <a:lnTo>
                  <a:pt x="638796" y="20603"/>
                </a:lnTo>
                <a:lnTo>
                  <a:pt x="638498" y="20473"/>
                </a:lnTo>
                <a:lnTo>
                  <a:pt x="638197" y="20347"/>
                </a:lnTo>
                <a:lnTo>
                  <a:pt x="637893" y="20225"/>
                </a:lnTo>
                <a:lnTo>
                  <a:pt x="637587" y="20107"/>
                </a:lnTo>
                <a:lnTo>
                  <a:pt x="637278" y="19993"/>
                </a:lnTo>
                <a:lnTo>
                  <a:pt x="636965" y="19884"/>
                </a:lnTo>
                <a:lnTo>
                  <a:pt x="636650" y="19778"/>
                </a:lnTo>
                <a:lnTo>
                  <a:pt x="636332" y="19676"/>
                </a:lnTo>
                <a:lnTo>
                  <a:pt x="636011" y="19578"/>
                </a:lnTo>
                <a:lnTo>
                  <a:pt x="635688" y="19484"/>
                </a:lnTo>
                <a:lnTo>
                  <a:pt x="635362" y="19394"/>
                </a:lnTo>
                <a:lnTo>
                  <a:pt x="635035" y="19308"/>
                </a:lnTo>
                <a:lnTo>
                  <a:pt x="634707" y="19225"/>
                </a:lnTo>
                <a:lnTo>
                  <a:pt x="634378" y="19147"/>
                </a:lnTo>
                <a:lnTo>
                  <a:pt x="634048" y="19072"/>
                </a:lnTo>
                <a:lnTo>
                  <a:pt x="633717" y="19001"/>
                </a:lnTo>
                <a:lnTo>
                  <a:pt x="633384" y="18934"/>
                </a:lnTo>
                <a:lnTo>
                  <a:pt x="633051" y="18871"/>
                </a:lnTo>
                <a:lnTo>
                  <a:pt x="632716" y="18811"/>
                </a:lnTo>
                <a:lnTo>
                  <a:pt x="632380" y="18756"/>
                </a:lnTo>
                <a:lnTo>
                  <a:pt x="632044" y="18704"/>
                </a:lnTo>
                <a:lnTo>
                  <a:pt x="631706" y="18656"/>
                </a:lnTo>
                <a:lnTo>
                  <a:pt x="631366" y="18612"/>
                </a:lnTo>
                <a:lnTo>
                  <a:pt x="631026" y="18572"/>
                </a:lnTo>
                <a:lnTo>
                  <a:pt x="630685" y="18535"/>
                </a:lnTo>
                <a:lnTo>
                  <a:pt x="630342" y="18503"/>
                </a:lnTo>
                <a:lnTo>
                  <a:pt x="629999" y="18474"/>
                </a:lnTo>
                <a:lnTo>
                  <a:pt x="629654" y="18449"/>
                </a:lnTo>
                <a:lnTo>
                  <a:pt x="629308" y="18428"/>
                </a:lnTo>
                <a:lnTo>
                  <a:pt x="628961" y="18411"/>
                </a:lnTo>
                <a:lnTo>
                  <a:pt x="628613" y="18397"/>
                </a:lnTo>
                <a:lnTo>
                  <a:pt x="628264" y="18388"/>
                </a:lnTo>
                <a:lnTo>
                  <a:pt x="627914" y="18382"/>
                </a:lnTo>
                <a:lnTo>
                  <a:pt x="627562" y="18380"/>
                </a:lnTo>
                <a:lnTo>
                  <a:pt x="627083" y="18384"/>
                </a:lnTo>
                <a:lnTo>
                  <a:pt x="626607" y="18394"/>
                </a:lnTo>
                <a:lnTo>
                  <a:pt x="626136" y="18410"/>
                </a:lnTo>
                <a:lnTo>
                  <a:pt x="625670" y="18434"/>
                </a:lnTo>
                <a:lnTo>
                  <a:pt x="625208" y="18464"/>
                </a:lnTo>
                <a:lnTo>
                  <a:pt x="624750" y="18501"/>
                </a:lnTo>
                <a:lnTo>
                  <a:pt x="624297" y="18545"/>
                </a:lnTo>
                <a:lnTo>
                  <a:pt x="623849" y="18595"/>
                </a:lnTo>
                <a:lnTo>
                  <a:pt x="623405" y="18652"/>
                </a:lnTo>
                <a:lnTo>
                  <a:pt x="622965" y="18716"/>
                </a:lnTo>
                <a:lnTo>
                  <a:pt x="622530" y="18786"/>
                </a:lnTo>
                <a:lnTo>
                  <a:pt x="622099" y="18863"/>
                </a:lnTo>
                <a:lnTo>
                  <a:pt x="621673" y="18947"/>
                </a:lnTo>
                <a:lnTo>
                  <a:pt x="621251" y="19038"/>
                </a:lnTo>
                <a:lnTo>
                  <a:pt x="620834" y="19135"/>
                </a:lnTo>
                <a:lnTo>
                  <a:pt x="620421" y="19239"/>
                </a:lnTo>
                <a:lnTo>
                  <a:pt x="620012" y="19350"/>
                </a:lnTo>
                <a:lnTo>
                  <a:pt x="619608" y="19467"/>
                </a:lnTo>
                <a:lnTo>
                  <a:pt x="619209" y="19591"/>
                </a:lnTo>
                <a:lnTo>
                  <a:pt x="618814" y="19722"/>
                </a:lnTo>
                <a:lnTo>
                  <a:pt x="618423" y="19859"/>
                </a:lnTo>
                <a:lnTo>
                  <a:pt x="618037" y="20004"/>
                </a:lnTo>
                <a:lnTo>
                  <a:pt x="617655" y="20154"/>
                </a:lnTo>
                <a:lnTo>
                  <a:pt x="617278" y="20312"/>
                </a:lnTo>
                <a:lnTo>
                  <a:pt x="616906" y="20476"/>
                </a:lnTo>
                <a:lnTo>
                  <a:pt x="616538" y="20644"/>
                </a:lnTo>
                <a:lnTo>
                  <a:pt x="616175" y="20818"/>
                </a:lnTo>
                <a:lnTo>
                  <a:pt x="615817" y="20998"/>
                </a:lnTo>
                <a:lnTo>
                  <a:pt x="615464" y="21182"/>
                </a:lnTo>
                <a:lnTo>
                  <a:pt x="615115" y="21372"/>
                </a:lnTo>
                <a:lnTo>
                  <a:pt x="614771" y="21567"/>
                </a:lnTo>
                <a:lnTo>
                  <a:pt x="614432" y="21768"/>
                </a:lnTo>
                <a:lnTo>
                  <a:pt x="614098" y="21974"/>
                </a:lnTo>
                <a:lnTo>
                  <a:pt x="613769" y="22184"/>
                </a:lnTo>
                <a:lnTo>
                  <a:pt x="613444" y="22401"/>
                </a:lnTo>
                <a:lnTo>
                  <a:pt x="613124" y="22622"/>
                </a:lnTo>
                <a:lnTo>
                  <a:pt x="612809" y="22849"/>
                </a:lnTo>
                <a:lnTo>
                  <a:pt x="612499" y="23081"/>
                </a:lnTo>
                <a:lnTo>
                  <a:pt x="612193" y="23318"/>
                </a:lnTo>
                <a:lnTo>
                  <a:pt x="611892" y="23561"/>
                </a:lnTo>
                <a:lnTo>
                  <a:pt x="611596" y="23809"/>
                </a:lnTo>
                <a:lnTo>
                  <a:pt x="611305" y="24062"/>
                </a:lnTo>
                <a:lnTo>
                  <a:pt x="611019" y="24320"/>
                </a:lnTo>
                <a:lnTo>
                  <a:pt x="610737" y="24584"/>
                </a:lnTo>
                <a:lnTo>
                  <a:pt x="610460" y="24853"/>
                </a:lnTo>
                <a:lnTo>
                  <a:pt x="610188" y="25127"/>
                </a:lnTo>
                <a:lnTo>
                  <a:pt x="609921" y="25407"/>
                </a:lnTo>
                <a:lnTo>
                  <a:pt x="609658" y="25692"/>
                </a:lnTo>
                <a:lnTo>
                  <a:pt x="609401" y="25981"/>
                </a:lnTo>
                <a:lnTo>
                  <a:pt x="609149" y="26275"/>
                </a:lnTo>
                <a:lnTo>
                  <a:pt x="608902" y="26574"/>
                </a:lnTo>
                <a:lnTo>
                  <a:pt x="608660" y="26877"/>
                </a:lnTo>
                <a:lnTo>
                  <a:pt x="608424" y="27185"/>
                </a:lnTo>
                <a:lnTo>
                  <a:pt x="608192" y="27497"/>
                </a:lnTo>
                <a:lnTo>
                  <a:pt x="607967" y="27813"/>
                </a:lnTo>
                <a:lnTo>
                  <a:pt x="607746" y="28134"/>
                </a:lnTo>
                <a:lnTo>
                  <a:pt x="607530" y="28460"/>
                </a:lnTo>
                <a:lnTo>
                  <a:pt x="607320" y="28789"/>
                </a:lnTo>
                <a:lnTo>
                  <a:pt x="607115" y="29124"/>
                </a:lnTo>
                <a:lnTo>
                  <a:pt x="606916" y="29463"/>
                </a:lnTo>
                <a:lnTo>
                  <a:pt x="606721" y="29806"/>
                </a:lnTo>
                <a:lnTo>
                  <a:pt x="606532" y="30154"/>
                </a:lnTo>
                <a:lnTo>
                  <a:pt x="606348" y="30506"/>
                </a:lnTo>
                <a:lnTo>
                  <a:pt x="606170" y="30863"/>
                </a:lnTo>
                <a:lnTo>
                  <a:pt x="605996" y="31224"/>
                </a:lnTo>
                <a:lnTo>
                  <a:pt x="605828" y="31590"/>
                </a:lnTo>
                <a:lnTo>
                  <a:pt x="605666" y="31960"/>
                </a:lnTo>
                <a:lnTo>
                  <a:pt x="605508" y="32334"/>
                </a:lnTo>
                <a:lnTo>
                  <a:pt x="605356" y="32713"/>
                </a:lnTo>
                <a:lnTo>
                  <a:pt x="605209" y="33097"/>
                </a:lnTo>
                <a:lnTo>
                  <a:pt x="605067" y="33485"/>
                </a:lnTo>
                <a:lnTo>
                  <a:pt x="604930" y="33877"/>
                </a:lnTo>
                <a:lnTo>
                  <a:pt x="604799" y="34273"/>
                </a:lnTo>
                <a:lnTo>
                  <a:pt x="604674" y="34672"/>
                </a:lnTo>
                <a:lnTo>
                  <a:pt x="604554" y="35073"/>
                </a:lnTo>
                <a:lnTo>
                  <a:pt x="604439" y="35477"/>
                </a:lnTo>
                <a:lnTo>
                  <a:pt x="604330" y="35884"/>
                </a:lnTo>
                <a:lnTo>
                  <a:pt x="604227" y="36294"/>
                </a:lnTo>
                <a:lnTo>
                  <a:pt x="604130" y="36706"/>
                </a:lnTo>
                <a:lnTo>
                  <a:pt x="604038" y="37121"/>
                </a:lnTo>
                <a:lnTo>
                  <a:pt x="603951" y="37539"/>
                </a:lnTo>
                <a:lnTo>
                  <a:pt x="603870" y="37959"/>
                </a:lnTo>
                <a:lnTo>
                  <a:pt x="603795" y="38382"/>
                </a:lnTo>
                <a:lnTo>
                  <a:pt x="603725" y="38808"/>
                </a:lnTo>
                <a:lnTo>
                  <a:pt x="603661" y="39237"/>
                </a:lnTo>
                <a:lnTo>
                  <a:pt x="603602" y="39668"/>
                </a:lnTo>
                <a:lnTo>
                  <a:pt x="603549" y="40102"/>
                </a:lnTo>
                <a:lnTo>
                  <a:pt x="603502" y="40539"/>
                </a:lnTo>
                <a:lnTo>
                  <a:pt x="603460" y="40978"/>
                </a:lnTo>
                <a:lnTo>
                  <a:pt x="603424" y="41421"/>
                </a:lnTo>
                <a:lnTo>
                  <a:pt x="603393" y="41865"/>
                </a:lnTo>
                <a:lnTo>
                  <a:pt x="603368" y="42313"/>
                </a:lnTo>
                <a:lnTo>
                  <a:pt x="603349" y="42763"/>
                </a:lnTo>
                <a:lnTo>
                  <a:pt x="603335" y="43216"/>
                </a:lnTo>
                <a:lnTo>
                  <a:pt x="603326" y="43672"/>
                </a:lnTo>
                <a:lnTo>
                  <a:pt x="603323" y="44131"/>
                </a:lnTo>
                <a:lnTo>
                  <a:pt x="603326" y="44574"/>
                </a:lnTo>
                <a:lnTo>
                  <a:pt x="603336" y="45014"/>
                </a:lnTo>
                <a:lnTo>
                  <a:pt x="603351" y="45451"/>
                </a:lnTo>
                <a:lnTo>
                  <a:pt x="603372" y="45885"/>
                </a:lnTo>
                <a:lnTo>
                  <a:pt x="603399" y="46316"/>
                </a:lnTo>
                <a:lnTo>
                  <a:pt x="603432" y="46743"/>
                </a:lnTo>
                <a:lnTo>
                  <a:pt x="603472" y="47168"/>
                </a:lnTo>
                <a:lnTo>
                  <a:pt x="603517" y="47590"/>
                </a:lnTo>
                <a:lnTo>
                  <a:pt x="603569" y="48009"/>
                </a:lnTo>
                <a:lnTo>
                  <a:pt x="603626" y="48425"/>
                </a:lnTo>
                <a:lnTo>
                  <a:pt x="603690" y="48837"/>
                </a:lnTo>
                <a:lnTo>
                  <a:pt x="603759" y="49247"/>
                </a:lnTo>
                <a:lnTo>
                  <a:pt x="603835" y="49654"/>
                </a:lnTo>
                <a:lnTo>
                  <a:pt x="603917" y="50057"/>
                </a:lnTo>
                <a:lnTo>
                  <a:pt x="604005" y="50458"/>
                </a:lnTo>
                <a:lnTo>
                  <a:pt x="604099" y="50855"/>
                </a:lnTo>
                <a:lnTo>
                  <a:pt x="604199" y="51250"/>
                </a:lnTo>
                <a:lnTo>
                  <a:pt x="604304" y="51641"/>
                </a:lnTo>
                <a:lnTo>
                  <a:pt x="604417" y="52030"/>
                </a:lnTo>
                <a:lnTo>
                  <a:pt x="604535" y="52415"/>
                </a:lnTo>
                <a:lnTo>
                  <a:pt x="604659" y="52797"/>
                </a:lnTo>
                <a:lnTo>
                  <a:pt x="604789" y="53177"/>
                </a:lnTo>
                <a:lnTo>
                  <a:pt x="604925" y="53553"/>
                </a:lnTo>
                <a:lnTo>
                  <a:pt x="605068" y="53926"/>
                </a:lnTo>
                <a:lnTo>
                  <a:pt x="605215" y="54296"/>
                </a:lnTo>
                <a:lnTo>
                  <a:pt x="605368" y="54661"/>
                </a:lnTo>
                <a:lnTo>
                  <a:pt x="605525" y="55021"/>
                </a:lnTo>
                <a:lnTo>
                  <a:pt x="605687" y="55378"/>
                </a:lnTo>
                <a:lnTo>
                  <a:pt x="605854" y="55730"/>
                </a:lnTo>
                <a:lnTo>
                  <a:pt x="606026" y="56078"/>
                </a:lnTo>
                <a:lnTo>
                  <a:pt x="606202" y="56422"/>
                </a:lnTo>
                <a:lnTo>
                  <a:pt x="606383" y="56761"/>
                </a:lnTo>
                <a:lnTo>
                  <a:pt x="606569" y="57096"/>
                </a:lnTo>
                <a:lnTo>
                  <a:pt x="606760" y="57427"/>
                </a:lnTo>
                <a:lnTo>
                  <a:pt x="606956" y="57753"/>
                </a:lnTo>
                <a:lnTo>
                  <a:pt x="607156" y="58075"/>
                </a:lnTo>
                <a:lnTo>
                  <a:pt x="607361" y="58393"/>
                </a:lnTo>
                <a:lnTo>
                  <a:pt x="607571" y="58707"/>
                </a:lnTo>
                <a:lnTo>
                  <a:pt x="607786" y="59016"/>
                </a:lnTo>
                <a:lnTo>
                  <a:pt x="608005" y="59321"/>
                </a:lnTo>
                <a:lnTo>
                  <a:pt x="608229" y="59621"/>
                </a:lnTo>
                <a:lnTo>
                  <a:pt x="608458" y="59917"/>
                </a:lnTo>
                <a:lnTo>
                  <a:pt x="608692" y="60209"/>
                </a:lnTo>
                <a:lnTo>
                  <a:pt x="608931" y="60497"/>
                </a:lnTo>
                <a:lnTo>
                  <a:pt x="609174" y="60780"/>
                </a:lnTo>
                <a:lnTo>
                  <a:pt x="609422" y="61059"/>
                </a:lnTo>
                <a:lnTo>
                  <a:pt x="609675" y="61334"/>
                </a:lnTo>
                <a:lnTo>
                  <a:pt x="609933" y="61605"/>
                </a:lnTo>
                <a:lnTo>
                  <a:pt x="610196" y="61870"/>
                </a:lnTo>
                <a:lnTo>
                  <a:pt x="610463" y="62131"/>
                </a:lnTo>
                <a:lnTo>
                  <a:pt x="610734" y="62387"/>
                </a:lnTo>
                <a:lnTo>
                  <a:pt x="611011" y="62638"/>
                </a:lnTo>
                <a:lnTo>
                  <a:pt x="611292" y="62884"/>
                </a:lnTo>
                <a:lnTo>
                  <a:pt x="611577" y="63125"/>
                </a:lnTo>
                <a:lnTo>
                  <a:pt x="611868" y="63361"/>
                </a:lnTo>
                <a:lnTo>
                  <a:pt x="612163" y="63592"/>
                </a:lnTo>
                <a:lnTo>
                  <a:pt x="612462" y="63819"/>
                </a:lnTo>
                <a:lnTo>
                  <a:pt x="612766" y="64040"/>
                </a:lnTo>
                <a:lnTo>
                  <a:pt x="613075" y="64256"/>
                </a:lnTo>
                <a:lnTo>
                  <a:pt x="613388" y="64467"/>
                </a:lnTo>
                <a:lnTo>
                  <a:pt x="613706" y="64674"/>
                </a:lnTo>
                <a:lnTo>
                  <a:pt x="614029" y="64875"/>
                </a:lnTo>
                <a:lnTo>
                  <a:pt x="614356" y="65072"/>
                </a:lnTo>
                <a:lnTo>
                  <a:pt x="614687" y="65263"/>
                </a:lnTo>
                <a:lnTo>
                  <a:pt x="615024" y="65450"/>
                </a:lnTo>
                <a:lnTo>
                  <a:pt x="615365" y="65631"/>
                </a:lnTo>
                <a:lnTo>
                  <a:pt x="615710" y="65808"/>
                </a:lnTo>
                <a:lnTo>
                  <a:pt x="616061" y="65980"/>
                </a:lnTo>
                <a:lnTo>
                  <a:pt x="616416" y="66147"/>
                </a:lnTo>
                <a:lnTo>
                  <a:pt x="616775" y="66308"/>
                </a:lnTo>
                <a:lnTo>
                  <a:pt x="617139" y="66465"/>
                </a:lnTo>
                <a:lnTo>
                  <a:pt x="617508" y="66617"/>
                </a:lnTo>
                <a:lnTo>
                  <a:pt x="617880" y="66763"/>
                </a:lnTo>
                <a:lnTo>
                  <a:pt x="618256" y="66904"/>
                </a:lnTo>
                <a:lnTo>
                  <a:pt x="618635" y="67037"/>
                </a:lnTo>
                <a:lnTo>
                  <a:pt x="619017" y="67165"/>
                </a:lnTo>
                <a:lnTo>
                  <a:pt x="619401" y="67286"/>
                </a:lnTo>
                <a:lnTo>
                  <a:pt x="619789" y="67402"/>
                </a:lnTo>
                <a:lnTo>
                  <a:pt x="620180" y="67511"/>
                </a:lnTo>
                <a:lnTo>
                  <a:pt x="620574" y="67613"/>
                </a:lnTo>
                <a:lnTo>
                  <a:pt x="620971" y="67710"/>
                </a:lnTo>
                <a:lnTo>
                  <a:pt x="621370" y="67800"/>
                </a:lnTo>
                <a:lnTo>
                  <a:pt x="621773" y="67884"/>
                </a:lnTo>
                <a:lnTo>
                  <a:pt x="622179" y="67962"/>
                </a:lnTo>
                <a:lnTo>
                  <a:pt x="622588" y="68034"/>
                </a:lnTo>
                <a:lnTo>
                  <a:pt x="623000" y="68099"/>
                </a:lnTo>
                <a:lnTo>
                  <a:pt x="623415" y="68158"/>
                </a:lnTo>
                <a:lnTo>
                  <a:pt x="623833" y="68211"/>
                </a:lnTo>
                <a:lnTo>
                  <a:pt x="624254" y="68258"/>
                </a:lnTo>
                <a:lnTo>
                  <a:pt x="624678" y="68298"/>
                </a:lnTo>
                <a:lnTo>
                  <a:pt x="625105" y="68332"/>
                </a:lnTo>
                <a:lnTo>
                  <a:pt x="625536" y="68360"/>
                </a:lnTo>
                <a:lnTo>
                  <a:pt x="625969" y="68382"/>
                </a:lnTo>
                <a:lnTo>
                  <a:pt x="626405" y="68398"/>
                </a:lnTo>
                <a:lnTo>
                  <a:pt x="626844" y="68407"/>
                </a:lnTo>
                <a:lnTo>
                  <a:pt x="627286" y="68410"/>
                </a:lnTo>
                <a:lnTo>
                  <a:pt x="628068" y="68402"/>
                </a:lnTo>
                <a:lnTo>
                  <a:pt x="628839" y="68376"/>
                </a:lnTo>
                <a:lnTo>
                  <a:pt x="629597" y="68333"/>
                </a:lnTo>
                <a:lnTo>
                  <a:pt x="630344" y="68272"/>
                </a:lnTo>
                <a:lnTo>
                  <a:pt x="631079" y="68194"/>
                </a:lnTo>
                <a:lnTo>
                  <a:pt x="631802" y="68099"/>
                </a:lnTo>
                <a:lnTo>
                  <a:pt x="632514" y="67987"/>
                </a:lnTo>
                <a:lnTo>
                  <a:pt x="633213" y="67857"/>
                </a:lnTo>
                <a:lnTo>
                  <a:pt x="633901" y="67710"/>
                </a:lnTo>
                <a:lnTo>
                  <a:pt x="634577" y="67546"/>
                </a:lnTo>
                <a:lnTo>
                  <a:pt x="635241" y="67365"/>
                </a:lnTo>
                <a:lnTo>
                  <a:pt x="635893" y="67166"/>
                </a:lnTo>
                <a:lnTo>
                  <a:pt x="636534" y="66950"/>
                </a:lnTo>
                <a:lnTo>
                  <a:pt x="637163" y="66717"/>
                </a:lnTo>
                <a:lnTo>
                  <a:pt x="637780" y="66466"/>
                </a:lnTo>
                <a:lnTo>
                  <a:pt x="638385" y="66198"/>
                </a:lnTo>
                <a:lnTo>
                  <a:pt x="638978" y="65913"/>
                </a:lnTo>
                <a:lnTo>
                  <a:pt x="639560" y="65610"/>
                </a:lnTo>
                <a:lnTo>
                  <a:pt x="640130" y="65291"/>
                </a:lnTo>
                <a:lnTo>
                  <a:pt x="640688" y="64954"/>
                </a:lnTo>
                <a:lnTo>
                  <a:pt x="641234" y="64599"/>
                </a:lnTo>
                <a:lnTo>
                  <a:pt x="641768" y="64228"/>
                </a:lnTo>
                <a:lnTo>
                  <a:pt x="642291" y="63839"/>
                </a:lnTo>
                <a:lnTo>
                  <a:pt x="642802" y="63433"/>
                </a:lnTo>
                <a:lnTo>
                  <a:pt x="643298" y="63010"/>
                </a:lnTo>
                <a:lnTo>
                  <a:pt x="643779" y="62572"/>
                </a:lnTo>
                <a:lnTo>
                  <a:pt x="644242" y="62118"/>
                </a:lnTo>
                <a:lnTo>
                  <a:pt x="644689" y="61649"/>
                </a:lnTo>
                <a:lnTo>
                  <a:pt x="645120" y="61164"/>
                </a:lnTo>
                <a:lnTo>
                  <a:pt x="645533" y="60664"/>
                </a:lnTo>
                <a:lnTo>
                  <a:pt x="645931" y="60148"/>
                </a:lnTo>
                <a:lnTo>
                  <a:pt x="646311" y="59616"/>
                </a:lnTo>
                <a:lnTo>
                  <a:pt x="646676" y="59069"/>
                </a:lnTo>
                <a:lnTo>
                  <a:pt x="647023" y="58506"/>
                </a:lnTo>
                <a:lnTo>
                  <a:pt x="647354" y="57928"/>
                </a:lnTo>
                <a:lnTo>
                  <a:pt x="647669" y="57335"/>
                </a:lnTo>
                <a:lnTo>
                  <a:pt x="647966" y="56725"/>
                </a:lnTo>
                <a:lnTo>
                  <a:pt x="648248" y="56101"/>
                </a:lnTo>
                <a:lnTo>
                  <a:pt x="648512" y="55460"/>
                </a:lnTo>
                <a:lnTo>
                  <a:pt x="648760" y="54804"/>
                </a:lnTo>
                <a:lnTo>
                  <a:pt x="648992" y="54133"/>
                </a:lnTo>
                <a:lnTo>
                  <a:pt x="649207" y="53446"/>
                </a:lnTo>
                <a:lnTo>
                  <a:pt x="649405" y="52743"/>
                </a:lnTo>
                <a:lnTo>
                  <a:pt x="649587" y="52025"/>
                </a:lnTo>
                <a:lnTo>
                  <a:pt x="649752" y="51292"/>
                </a:lnTo>
                <a:lnTo>
                  <a:pt x="649901" y="50543"/>
                </a:lnTo>
                <a:lnTo>
                  <a:pt x="650033" y="49778"/>
                </a:lnTo>
                <a:lnTo>
                  <a:pt x="650148" y="48998"/>
                </a:lnTo>
                <a:lnTo>
                  <a:pt x="637569" y="48998"/>
                </a:lnTo>
                <a:lnTo>
                  <a:pt x="637512" y="49362"/>
                </a:lnTo>
                <a:lnTo>
                  <a:pt x="637449" y="49720"/>
                </a:lnTo>
                <a:lnTo>
                  <a:pt x="637379" y="50071"/>
                </a:lnTo>
                <a:lnTo>
                  <a:pt x="637303" y="50417"/>
                </a:lnTo>
                <a:lnTo>
                  <a:pt x="637220" y="50756"/>
                </a:lnTo>
                <a:lnTo>
                  <a:pt x="637131" y="51089"/>
                </a:lnTo>
                <a:lnTo>
                  <a:pt x="637035" y="51416"/>
                </a:lnTo>
                <a:lnTo>
                  <a:pt x="636932" y="51737"/>
                </a:lnTo>
                <a:lnTo>
                  <a:pt x="636823" y="52051"/>
                </a:lnTo>
                <a:lnTo>
                  <a:pt x="636707" y="52360"/>
                </a:lnTo>
                <a:lnTo>
                  <a:pt x="636585" y="52662"/>
                </a:lnTo>
                <a:lnTo>
                  <a:pt x="636456" y="52957"/>
                </a:lnTo>
                <a:lnTo>
                  <a:pt x="636321" y="53247"/>
                </a:lnTo>
                <a:lnTo>
                  <a:pt x="636179" y="53530"/>
                </a:lnTo>
                <a:lnTo>
                  <a:pt x="636031" y="53807"/>
                </a:lnTo>
                <a:lnTo>
                  <a:pt x="635876" y="54078"/>
                </a:lnTo>
                <a:lnTo>
                  <a:pt x="635715" y="54343"/>
                </a:lnTo>
                <a:lnTo>
                  <a:pt x="635547" y="54601"/>
                </a:lnTo>
                <a:lnTo>
                  <a:pt x="635372" y="54854"/>
                </a:lnTo>
                <a:lnTo>
                  <a:pt x="635191" y="55100"/>
                </a:lnTo>
                <a:lnTo>
                  <a:pt x="635004" y="55340"/>
                </a:lnTo>
                <a:lnTo>
                  <a:pt x="634810" y="55573"/>
                </a:lnTo>
                <a:lnTo>
                  <a:pt x="634609" y="55801"/>
                </a:lnTo>
                <a:lnTo>
                  <a:pt x="634402" y="56022"/>
                </a:lnTo>
                <a:lnTo>
                  <a:pt x="634188" y="56235"/>
                </a:lnTo>
                <a:lnTo>
                  <a:pt x="633966" y="56440"/>
                </a:lnTo>
                <a:lnTo>
                  <a:pt x="633737" y="56635"/>
                </a:lnTo>
                <a:lnTo>
                  <a:pt x="633500" y="56821"/>
                </a:lnTo>
                <a:lnTo>
                  <a:pt x="633256" y="56998"/>
                </a:lnTo>
                <a:lnTo>
                  <a:pt x="633005" y="57166"/>
                </a:lnTo>
                <a:lnTo>
                  <a:pt x="632746" y="57325"/>
                </a:lnTo>
                <a:lnTo>
                  <a:pt x="632479" y="57475"/>
                </a:lnTo>
                <a:lnTo>
                  <a:pt x="632205" y="57616"/>
                </a:lnTo>
                <a:lnTo>
                  <a:pt x="631923" y="57747"/>
                </a:lnTo>
                <a:lnTo>
                  <a:pt x="631634" y="57870"/>
                </a:lnTo>
                <a:lnTo>
                  <a:pt x="631338" y="57984"/>
                </a:lnTo>
                <a:lnTo>
                  <a:pt x="631034" y="58088"/>
                </a:lnTo>
                <a:lnTo>
                  <a:pt x="630722" y="58183"/>
                </a:lnTo>
                <a:lnTo>
                  <a:pt x="630403" y="58270"/>
                </a:lnTo>
                <a:lnTo>
                  <a:pt x="630077" y="58347"/>
                </a:lnTo>
                <a:lnTo>
                  <a:pt x="629743" y="58415"/>
                </a:lnTo>
                <a:lnTo>
                  <a:pt x="629401" y="58474"/>
                </a:lnTo>
                <a:lnTo>
                  <a:pt x="629052" y="58524"/>
                </a:lnTo>
                <a:lnTo>
                  <a:pt x="628696" y="58565"/>
                </a:lnTo>
                <a:lnTo>
                  <a:pt x="628332" y="58597"/>
                </a:lnTo>
                <a:lnTo>
                  <a:pt x="627961" y="58619"/>
                </a:lnTo>
                <a:lnTo>
                  <a:pt x="627582" y="58633"/>
                </a:lnTo>
                <a:lnTo>
                  <a:pt x="627195" y="58637"/>
                </a:lnTo>
                <a:lnTo>
                  <a:pt x="626944" y="58635"/>
                </a:lnTo>
                <a:lnTo>
                  <a:pt x="626697" y="58628"/>
                </a:lnTo>
                <a:lnTo>
                  <a:pt x="626452" y="58616"/>
                </a:lnTo>
                <a:lnTo>
                  <a:pt x="626211" y="58599"/>
                </a:lnTo>
                <a:lnTo>
                  <a:pt x="625973" y="58578"/>
                </a:lnTo>
                <a:lnTo>
                  <a:pt x="625738" y="58551"/>
                </a:lnTo>
                <a:lnTo>
                  <a:pt x="625506" y="58520"/>
                </a:lnTo>
                <a:lnTo>
                  <a:pt x="625277" y="58484"/>
                </a:lnTo>
                <a:lnTo>
                  <a:pt x="625052" y="58444"/>
                </a:lnTo>
                <a:lnTo>
                  <a:pt x="624829" y="58398"/>
                </a:lnTo>
                <a:lnTo>
                  <a:pt x="624610" y="58348"/>
                </a:lnTo>
                <a:lnTo>
                  <a:pt x="624394" y="58293"/>
                </a:lnTo>
                <a:lnTo>
                  <a:pt x="624182" y="58233"/>
                </a:lnTo>
                <a:lnTo>
                  <a:pt x="623972" y="58169"/>
                </a:lnTo>
                <a:lnTo>
                  <a:pt x="623766" y="58099"/>
                </a:lnTo>
                <a:lnTo>
                  <a:pt x="623563" y="58025"/>
                </a:lnTo>
                <a:lnTo>
                  <a:pt x="623363" y="57946"/>
                </a:lnTo>
                <a:lnTo>
                  <a:pt x="623166" y="57863"/>
                </a:lnTo>
                <a:lnTo>
                  <a:pt x="622973" y="57774"/>
                </a:lnTo>
                <a:lnTo>
                  <a:pt x="622782" y="57681"/>
                </a:lnTo>
                <a:lnTo>
                  <a:pt x="622595" y="57583"/>
                </a:lnTo>
                <a:lnTo>
                  <a:pt x="622411" y="57480"/>
                </a:lnTo>
                <a:lnTo>
                  <a:pt x="622230" y="57373"/>
                </a:lnTo>
                <a:lnTo>
                  <a:pt x="622052" y="57260"/>
                </a:lnTo>
                <a:lnTo>
                  <a:pt x="621878" y="57144"/>
                </a:lnTo>
                <a:lnTo>
                  <a:pt x="621707" y="57025"/>
                </a:lnTo>
                <a:lnTo>
                  <a:pt x="621538" y="56904"/>
                </a:lnTo>
                <a:lnTo>
                  <a:pt x="621373" y="56780"/>
                </a:lnTo>
                <a:lnTo>
                  <a:pt x="621211" y="56653"/>
                </a:lnTo>
                <a:lnTo>
                  <a:pt x="621051" y="56523"/>
                </a:lnTo>
                <a:lnTo>
                  <a:pt x="620895" y="56391"/>
                </a:lnTo>
                <a:lnTo>
                  <a:pt x="620742" y="56256"/>
                </a:lnTo>
                <a:lnTo>
                  <a:pt x="620592" y="56118"/>
                </a:lnTo>
                <a:lnTo>
                  <a:pt x="620444" y="55977"/>
                </a:lnTo>
                <a:lnTo>
                  <a:pt x="620300" y="55834"/>
                </a:lnTo>
                <a:lnTo>
                  <a:pt x="620159" y="55688"/>
                </a:lnTo>
                <a:lnTo>
                  <a:pt x="620021" y="55539"/>
                </a:lnTo>
                <a:lnTo>
                  <a:pt x="619886" y="55388"/>
                </a:lnTo>
                <a:lnTo>
                  <a:pt x="619754" y="55234"/>
                </a:lnTo>
                <a:lnTo>
                  <a:pt x="619625" y="55077"/>
                </a:lnTo>
                <a:lnTo>
                  <a:pt x="619499" y="54918"/>
                </a:lnTo>
                <a:lnTo>
                  <a:pt x="619376" y="54756"/>
                </a:lnTo>
                <a:lnTo>
                  <a:pt x="619256" y="54591"/>
                </a:lnTo>
                <a:lnTo>
                  <a:pt x="619139" y="54423"/>
                </a:lnTo>
                <a:lnTo>
                  <a:pt x="619025" y="54253"/>
                </a:lnTo>
                <a:lnTo>
                  <a:pt x="618914" y="54080"/>
                </a:lnTo>
                <a:lnTo>
                  <a:pt x="618806" y="53904"/>
                </a:lnTo>
                <a:lnTo>
                  <a:pt x="618701" y="53726"/>
                </a:lnTo>
                <a:lnTo>
                  <a:pt x="618599" y="53545"/>
                </a:lnTo>
                <a:lnTo>
                  <a:pt x="618500" y="53362"/>
                </a:lnTo>
                <a:lnTo>
                  <a:pt x="618403" y="53178"/>
                </a:lnTo>
                <a:lnTo>
                  <a:pt x="618308" y="52992"/>
                </a:lnTo>
                <a:lnTo>
                  <a:pt x="618215" y="52804"/>
                </a:lnTo>
                <a:lnTo>
                  <a:pt x="618125" y="52615"/>
                </a:lnTo>
                <a:lnTo>
                  <a:pt x="618037" y="52424"/>
                </a:lnTo>
                <a:lnTo>
                  <a:pt x="617952" y="52230"/>
                </a:lnTo>
                <a:lnTo>
                  <a:pt x="617869" y="52036"/>
                </a:lnTo>
                <a:lnTo>
                  <a:pt x="617789" y="51839"/>
                </a:lnTo>
                <a:lnTo>
                  <a:pt x="617710" y="51641"/>
                </a:lnTo>
                <a:lnTo>
                  <a:pt x="617635" y="51441"/>
                </a:lnTo>
                <a:lnTo>
                  <a:pt x="617561" y="51239"/>
                </a:lnTo>
                <a:lnTo>
                  <a:pt x="617490" y="51035"/>
                </a:lnTo>
                <a:lnTo>
                  <a:pt x="617422" y="50830"/>
                </a:lnTo>
                <a:lnTo>
                  <a:pt x="617355" y="50623"/>
                </a:lnTo>
                <a:lnTo>
                  <a:pt x="617291" y="50414"/>
                </a:lnTo>
                <a:lnTo>
                  <a:pt x="617230" y="50204"/>
                </a:lnTo>
                <a:lnTo>
                  <a:pt x="617171" y="49991"/>
                </a:lnTo>
                <a:lnTo>
                  <a:pt x="617114" y="49777"/>
                </a:lnTo>
                <a:lnTo>
                  <a:pt x="617060" y="49562"/>
                </a:lnTo>
                <a:lnTo>
                  <a:pt x="617008" y="49344"/>
                </a:lnTo>
                <a:lnTo>
                  <a:pt x="616958" y="49125"/>
                </a:lnTo>
                <a:lnTo>
                  <a:pt x="616911" y="48904"/>
                </a:lnTo>
                <a:lnTo>
                  <a:pt x="616866" y="48682"/>
                </a:lnTo>
                <a:lnTo>
                  <a:pt x="616823" y="48461"/>
                </a:lnTo>
                <a:lnTo>
                  <a:pt x="616782" y="48239"/>
                </a:lnTo>
                <a:lnTo>
                  <a:pt x="616743" y="48019"/>
                </a:lnTo>
                <a:lnTo>
                  <a:pt x="616706" y="47798"/>
                </a:lnTo>
                <a:lnTo>
                  <a:pt x="616670" y="47578"/>
                </a:lnTo>
                <a:lnTo>
                  <a:pt x="616637" y="47358"/>
                </a:lnTo>
                <a:lnTo>
                  <a:pt x="616605" y="47139"/>
                </a:lnTo>
                <a:lnTo>
                  <a:pt x="616576" y="46919"/>
                </a:lnTo>
                <a:lnTo>
                  <a:pt x="616548" y="46700"/>
                </a:lnTo>
                <a:lnTo>
                  <a:pt x="616522" y="46482"/>
                </a:lnTo>
                <a:lnTo>
                  <a:pt x="616498" y="46264"/>
                </a:lnTo>
                <a:lnTo>
                  <a:pt x="616476" y="46046"/>
                </a:lnTo>
                <a:lnTo>
                  <a:pt x="616456" y="45828"/>
                </a:lnTo>
                <a:lnTo>
                  <a:pt x="616438" y="45611"/>
                </a:lnTo>
                <a:lnTo>
                  <a:pt x="616422" y="45394"/>
                </a:lnTo>
                <a:lnTo>
                  <a:pt x="616407" y="45177"/>
                </a:lnTo>
                <a:lnTo>
                  <a:pt x="616395" y="44961"/>
                </a:lnTo>
                <a:lnTo>
                  <a:pt x="616384" y="44745"/>
                </a:lnTo>
                <a:lnTo>
                  <a:pt x="616376" y="44529"/>
                </a:lnTo>
                <a:lnTo>
                  <a:pt x="616369" y="44314"/>
                </a:lnTo>
                <a:lnTo>
                  <a:pt x="616364" y="44099"/>
                </a:lnTo>
                <a:lnTo>
                  <a:pt x="616361" y="43884"/>
                </a:lnTo>
                <a:lnTo>
                  <a:pt x="616360" y="43670"/>
                </a:lnTo>
                <a:lnTo>
                  <a:pt x="616361" y="43448"/>
                </a:lnTo>
                <a:lnTo>
                  <a:pt x="616364" y="43226"/>
                </a:lnTo>
                <a:lnTo>
                  <a:pt x="616369" y="43003"/>
                </a:lnTo>
                <a:lnTo>
                  <a:pt x="616376" y="42781"/>
                </a:lnTo>
                <a:lnTo>
                  <a:pt x="616384" y="42558"/>
                </a:lnTo>
                <a:lnTo>
                  <a:pt x="616395" y="42335"/>
                </a:lnTo>
                <a:lnTo>
                  <a:pt x="616407" y="42113"/>
                </a:lnTo>
                <a:lnTo>
                  <a:pt x="616422" y="41889"/>
                </a:lnTo>
                <a:lnTo>
                  <a:pt x="616438" y="41666"/>
                </a:lnTo>
                <a:lnTo>
                  <a:pt x="616456" y="41443"/>
                </a:lnTo>
                <a:lnTo>
                  <a:pt x="616476" y="41219"/>
                </a:lnTo>
                <a:lnTo>
                  <a:pt x="616498" y="40995"/>
                </a:lnTo>
                <a:lnTo>
                  <a:pt x="616522" y="40772"/>
                </a:lnTo>
                <a:lnTo>
                  <a:pt x="616548" y="40548"/>
                </a:lnTo>
                <a:lnTo>
                  <a:pt x="616576" y="40323"/>
                </a:lnTo>
                <a:lnTo>
                  <a:pt x="616605" y="40099"/>
                </a:lnTo>
                <a:lnTo>
                  <a:pt x="616637" y="39875"/>
                </a:lnTo>
                <a:lnTo>
                  <a:pt x="616670" y="39650"/>
                </a:lnTo>
                <a:lnTo>
                  <a:pt x="616706" y="39425"/>
                </a:lnTo>
                <a:lnTo>
                  <a:pt x="616743" y="39200"/>
                </a:lnTo>
                <a:lnTo>
                  <a:pt x="616782" y="38975"/>
                </a:lnTo>
                <a:lnTo>
                  <a:pt x="616823" y="38750"/>
                </a:lnTo>
                <a:lnTo>
                  <a:pt x="616866" y="38524"/>
                </a:lnTo>
                <a:lnTo>
                  <a:pt x="616911" y="38299"/>
                </a:lnTo>
                <a:lnTo>
                  <a:pt x="616958" y="38074"/>
                </a:lnTo>
                <a:lnTo>
                  <a:pt x="617008" y="37850"/>
                </a:lnTo>
                <a:lnTo>
                  <a:pt x="617061" y="37629"/>
                </a:lnTo>
                <a:lnTo>
                  <a:pt x="617117" y="37408"/>
                </a:lnTo>
                <a:lnTo>
                  <a:pt x="617175" y="37190"/>
                </a:lnTo>
                <a:lnTo>
                  <a:pt x="617236" y="36973"/>
                </a:lnTo>
                <a:lnTo>
                  <a:pt x="617299" y="36757"/>
                </a:lnTo>
                <a:lnTo>
                  <a:pt x="617366" y="36543"/>
                </a:lnTo>
                <a:lnTo>
                  <a:pt x="617435" y="36331"/>
                </a:lnTo>
                <a:lnTo>
                  <a:pt x="617506" y="36121"/>
                </a:lnTo>
                <a:lnTo>
                  <a:pt x="617581" y="35912"/>
                </a:lnTo>
                <a:lnTo>
                  <a:pt x="617658" y="35704"/>
                </a:lnTo>
                <a:lnTo>
                  <a:pt x="617738" y="35498"/>
                </a:lnTo>
                <a:lnTo>
                  <a:pt x="617820" y="35294"/>
                </a:lnTo>
                <a:lnTo>
                  <a:pt x="617905" y="35091"/>
                </a:lnTo>
                <a:lnTo>
                  <a:pt x="617993" y="34890"/>
                </a:lnTo>
                <a:lnTo>
                  <a:pt x="618084" y="34691"/>
                </a:lnTo>
                <a:lnTo>
                  <a:pt x="618177" y="34493"/>
                </a:lnTo>
                <a:lnTo>
                  <a:pt x="618273" y="34297"/>
                </a:lnTo>
                <a:lnTo>
                  <a:pt x="618372" y="34102"/>
                </a:lnTo>
                <a:lnTo>
                  <a:pt x="618473" y="33909"/>
                </a:lnTo>
                <a:lnTo>
                  <a:pt x="618577" y="33718"/>
                </a:lnTo>
                <a:lnTo>
                  <a:pt x="618684" y="33528"/>
                </a:lnTo>
                <a:lnTo>
                  <a:pt x="618794" y="33339"/>
                </a:lnTo>
                <a:lnTo>
                  <a:pt x="618906" y="33153"/>
                </a:lnTo>
                <a:lnTo>
                  <a:pt x="619021" y="32970"/>
                </a:lnTo>
                <a:lnTo>
                  <a:pt x="619139" y="32790"/>
                </a:lnTo>
                <a:lnTo>
                  <a:pt x="619259" y="32612"/>
                </a:lnTo>
                <a:lnTo>
                  <a:pt x="619382" y="32438"/>
                </a:lnTo>
                <a:lnTo>
                  <a:pt x="619508" y="32266"/>
                </a:lnTo>
                <a:lnTo>
                  <a:pt x="619637" y="32097"/>
                </a:lnTo>
                <a:lnTo>
                  <a:pt x="619768" y="31931"/>
                </a:lnTo>
                <a:lnTo>
                  <a:pt x="619902" y="31768"/>
                </a:lnTo>
                <a:lnTo>
                  <a:pt x="620038" y="31608"/>
                </a:lnTo>
                <a:lnTo>
                  <a:pt x="620178" y="31451"/>
                </a:lnTo>
                <a:lnTo>
                  <a:pt x="620320" y="31296"/>
                </a:lnTo>
                <a:lnTo>
                  <a:pt x="620465" y="31145"/>
                </a:lnTo>
                <a:lnTo>
                  <a:pt x="620612" y="30996"/>
                </a:lnTo>
                <a:lnTo>
                  <a:pt x="620762" y="30850"/>
                </a:lnTo>
                <a:lnTo>
                  <a:pt x="620915" y="30707"/>
                </a:lnTo>
                <a:lnTo>
                  <a:pt x="621071" y="30567"/>
                </a:lnTo>
                <a:lnTo>
                  <a:pt x="621229" y="30429"/>
                </a:lnTo>
                <a:lnTo>
                  <a:pt x="621390" y="30295"/>
                </a:lnTo>
                <a:lnTo>
                  <a:pt x="621554" y="30164"/>
                </a:lnTo>
                <a:lnTo>
                  <a:pt x="621720" y="30035"/>
                </a:lnTo>
                <a:lnTo>
                  <a:pt x="621890" y="29909"/>
                </a:lnTo>
                <a:lnTo>
                  <a:pt x="622061" y="29786"/>
                </a:lnTo>
                <a:lnTo>
                  <a:pt x="622236" y="29666"/>
                </a:lnTo>
                <a:lnTo>
                  <a:pt x="622414" y="29550"/>
                </a:lnTo>
                <a:lnTo>
                  <a:pt x="622595" y="29439"/>
                </a:lnTo>
                <a:lnTo>
                  <a:pt x="622780" y="29333"/>
                </a:lnTo>
                <a:lnTo>
                  <a:pt x="622968" y="29231"/>
                </a:lnTo>
                <a:lnTo>
                  <a:pt x="623160" y="29135"/>
                </a:lnTo>
                <a:lnTo>
                  <a:pt x="623355" y="29043"/>
                </a:lnTo>
                <a:lnTo>
                  <a:pt x="623554" y="28957"/>
                </a:lnTo>
                <a:lnTo>
                  <a:pt x="623756" y="28875"/>
                </a:lnTo>
                <a:lnTo>
                  <a:pt x="623962" y="28799"/>
                </a:lnTo>
                <a:lnTo>
                  <a:pt x="624172" y="28727"/>
                </a:lnTo>
                <a:lnTo>
                  <a:pt x="624384" y="28660"/>
                </a:lnTo>
                <a:lnTo>
                  <a:pt x="624601" y="28599"/>
                </a:lnTo>
                <a:lnTo>
                  <a:pt x="624821" y="28542"/>
                </a:lnTo>
                <a:lnTo>
                  <a:pt x="625044" y="28490"/>
                </a:lnTo>
                <a:lnTo>
                  <a:pt x="625271" y="28443"/>
                </a:lnTo>
                <a:lnTo>
                  <a:pt x="625501" y="28401"/>
                </a:lnTo>
                <a:lnTo>
                  <a:pt x="625735" y="28364"/>
                </a:lnTo>
                <a:lnTo>
                  <a:pt x="625972" y="28332"/>
                </a:lnTo>
                <a:lnTo>
                  <a:pt x="626213" y="28305"/>
                </a:lnTo>
                <a:lnTo>
                  <a:pt x="626457" y="28282"/>
                </a:lnTo>
                <a:lnTo>
                  <a:pt x="626705" y="28265"/>
                </a:lnTo>
                <a:lnTo>
                  <a:pt x="626957" y="28253"/>
                </a:lnTo>
                <a:lnTo>
                  <a:pt x="627212" y="28245"/>
                </a:lnTo>
                <a:lnTo>
                  <a:pt x="627470" y="28243"/>
                </a:lnTo>
                <a:lnTo>
                  <a:pt x="628154" y="28257"/>
                </a:lnTo>
                <a:lnTo>
                  <a:pt x="628813" y="28299"/>
                </a:lnTo>
                <a:lnTo>
                  <a:pt x="629448" y="28370"/>
                </a:lnTo>
                <a:lnTo>
                  <a:pt x="630059" y="28469"/>
                </a:lnTo>
                <a:lnTo>
                  <a:pt x="630644" y="28597"/>
                </a:lnTo>
                <a:lnTo>
                  <a:pt x="631206" y="28753"/>
                </a:lnTo>
                <a:lnTo>
                  <a:pt x="631742" y="28937"/>
                </a:lnTo>
                <a:lnTo>
                  <a:pt x="632255" y="29149"/>
                </a:lnTo>
                <a:lnTo>
                  <a:pt x="632742" y="29390"/>
                </a:lnTo>
                <a:lnTo>
                  <a:pt x="633205" y="29659"/>
                </a:lnTo>
                <a:lnTo>
                  <a:pt x="633644" y="29957"/>
                </a:lnTo>
                <a:lnTo>
                  <a:pt x="634058" y="30283"/>
                </a:lnTo>
                <a:lnTo>
                  <a:pt x="634447" y="30637"/>
                </a:lnTo>
                <a:lnTo>
                  <a:pt x="634812" y="31019"/>
                </a:lnTo>
                <a:lnTo>
                  <a:pt x="635152" y="31430"/>
                </a:lnTo>
                <a:lnTo>
                  <a:pt x="635468" y="31869"/>
                </a:lnTo>
                <a:lnTo>
                  <a:pt x="635760" y="32336"/>
                </a:lnTo>
                <a:lnTo>
                  <a:pt x="636026" y="32832"/>
                </a:lnTo>
                <a:lnTo>
                  <a:pt x="636268" y="33356"/>
                </a:lnTo>
                <a:lnTo>
                  <a:pt x="636486" y="33909"/>
                </a:lnTo>
                <a:lnTo>
                  <a:pt x="636679" y="34490"/>
                </a:lnTo>
                <a:lnTo>
                  <a:pt x="636848" y="35099"/>
                </a:lnTo>
                <a:lnTo>
                  <a:pt x="636992" y="35736"/>
                </a:lnTo>
                <a:lnTo>
                  <a:pt x="637111" y="36402"/>
                </a:lnTo>
                <a:lnTo>
                  <a:pt x="649872" y="36402"/>
                </a:lnTo>
                <a:lnTo>
                  <a:pt x="649846" y="36021"/>
                </a:lnTo>
                <a:lnTo>
                  <a:pt x="649815" y="35644"/>
                </a:lnTo>
                <a:lnTo>
                  <a:pt x="649778" y="35272"/>
                </a:lnTo>
                <a:lnTo>
                  <a:pt x="649735" y="34904"/>
                </a:lnTo>
                <a:close/>
                <a:moveTo>
                  <a:pt x="689059" y="45723"/>
                </a:moveTo>
                <a:lnTo>
                  <a:pt x="689039" y="46290"/>
                </a:lnTo>
                <a:lnTo>
                  <a:pt x="689010" y="46844"/>
                </a:lnTo>
                <a:lnTo>
                  <a:pt x="688972" y="47383"/>
                </a:lnTo>
                <a:lnTo>
                  <a:pt x="688927" y="47908"/>
                </a:lnTo>
                <a:lnTo>
                  <a:pt x="688873" y="48419"/>
                </a:lnTo>
                <a:lnTo>
                  <a:pt x="688811" y="48916"/>
                </a:lnTo>
                <a:lnTo>
                  <a:pt x="688740" y="49398"/>
                </a:lnTo>
                <a:lnTo>
                  <a:pt x="688662" y="49867"/>
                </a:lnTo>
                <a:lnTo>
                  <a:pt x="688575" y="50321"/>
                </a:lnTo>
                <a:lnTo>
                  <a:pt x="688479" y="50761"/>
                </a:lnTo>
                <a:lnTo>
                  <a:pt x="688376" y="51187"/>
                </a:lnTo>
                <a:lnTo>
                  <a:pt x="688264" y="51599"/>
                </a:lnTo>
                <a:lnTo>
                  <a:pt x="688143" y="51997"/>
                </a:lnTo>
                <a:lnTo>
                  <a:pt x="688015" y="52381"/>
                </a:lnTo>
                <a:lnTo>
                  <a:pt x="687878" y="52750"/>
                </a:lnTo>
                <a:lnTo>
                  <a:pt x="687733" y="53105"/>
                </a:lnTo>
                <a:lnTo>
                  <a:pt x="687580" y="53447"/>
                </a:lnTo>
                <a:lnTo>
                  <a:pt x="687418" y="53774"/>
                </a:lnTo>
                <a:lnTo>
                  <a:pt x="687248" y="54087"/>
                </a:lnTo>
                <a:lnTo>
                  <a:pt x="687070" y="54385"/>
                </a:lnTo>
                <a:lnTo>
                  <a:pt x="686884" y="54670"/>
                </a:lnTo>
                <a:lnTo>
                  <a:pt x="686689" y="54940"/>
                </a:lnTo>
                <a:lnTo>
                  <a:pt x="686485" y="55198"/>
                </a:lnTo>
                <a:lnTo>
                  <a:pt x="686271" y="55445"/>
                </a:lnTo>
                <a:lnTo>
                  <a:pt x="686046" y="55681"/>
                </a:lnTo>
                <a:lnTo>
                  <a:pt x="685811" y="55906"/>
                </a:lnTo>
                <a:lnTo>
                  <a:pt x="685567" y="56120"/>
                </a:lnTo>
                <a:lnTo>
                  <a:pt x="685312" y="56322"/>
                </a:lnTo>
                <a:lnTo>
                  <a:pt x="685046" y="56514"/>
                </a:lnTo>
                <a:lnTo>
                  <a:pt x="684771" y="56695"/>
                </a:lnTo>
                <a:lnTo>
                  <a:pt x="684485" y="56865"/>
                </a:lnTo>
                <a:lnTo>
                  <a:pt x="684189" y="57024"/>
                </a:lnTo>
                <a:lnTo>
                  <a:pt x="683883" y="57173"/>
                </a:lnTo>
                <a:lnTo>
                  <a:pt x="683567" y="57310"/>
                </a:lnTo>
                <a:lnTo>
                  <a:pt x="683241" y="57436"/>
                </a:lnTo>
                <a:lnTo>
                  <a:pt x="682904" y="57551"/>
                </a:lnTo>
                <a:lnTo>
                  <a:pt x="682557" y="57655"/>
                </a:lnTo>
                <a:lnTo>
                  <a:pt x="682200" y="57748"/>
                </a:lnTo>
                <a:lnTo>
                  <a:pt x="681833" y="57831"/>
                </a:lnTo>
                <a:lnTo>
                  <a:pt x="681456" y="57902"/>
                </a:lnTo>
                <a:lnTo>
                  <a:pt x="681068" y="57962"/>
                </a:lnTo>
                <a:lnTo>
                  <a:pt x="680670" y="58012"/>
                </a:lnTo>
                <a:lnTo>
                  <a:pt x="680262" y="58050"/>
                </a:lnTo>
                <a:lnTo>
                  <a:pt x="679844" y="58078"/>
                </a:lnTo>
                <a:lnTo>
                  <a:pt x="679415" y="58094"/>
                </a:lnTo>
                <a:lnTo>
                  <a:pt x="678977" y="58099"/>
                </a:lnTo>
                <a:lnTo>
                  <a:pt x="678591" y="58094"/>
                </a:lnTo>
                <a:lnTo>
                  <a:pt x="678216" y="58079"/>
                </a:lnTo>
                <a:lnTo>
                  <a:pt x="677850" y="58054"/>
                </a:lnTo>
                <a:lnTo>
                  <a:pt x="677495" y="58019"/>
                </a:lnTo>
                <a:lnTo>
                  <a:pt x="677149" y="57974"/>
                </a:lnTo>
                <a:lnTo>
                  <a:pt x="676813" y="57919"/>
                </a:lnTo>
                <a:lnTo>
                  <a:pt x="676487" y="57854"/>
                </a:lnTo>
                <a:lnTo>
                  <a:pt x="676171" y="57779"/>
                </a:lnTo>
                <a:lnTo>
                  <a:pt x="675864" y="57694"/>
                </a:lnTo>
                <a:lnTo>
                  <a:pt x="675568" y="57599"/>
                </a:lnTo>
                <a:lnTo>
                  <a:pt x="675282" y="57493"/>
                </a:lnTo>
                <a:lnTo>
                  <a:pt x="675005" y="57378"/>
                </a:lnTo>
                <a:lnTo>
                  <a:pt x="674738" y="57253"/>
                </a:lnTo>
                <a:lnTo>
                  <a:pt x="674481" y="57118"/>
                </a:lnTo>
                <a:lnTo>
                  <a:pt x="674235" y="56973"/>
                </a:lnTo>
                <a:lnTo>
                  <a:pt x="673997" y="56817"/>
                </a:lnTo>
                <a:lnTo>
                  <a:pt x="673770" y="56652"/>
                </a:lnTo>
                <a:lnTo>
                  <a:pt x="673553" y="56477"/>
                </a:lnTo>
                <a:lnTo>
                  <a:pt x="673346" y="56292"/>
                </a:lnTo>
                <a:lnTo>
                  <a:pt x="673148" y="56096"/>
                </a:lnTo>
                <a:lnTo>
                  <a:pt x="672960" y="55891"/>
                </a:lnTo>
                <a:lnTo>
                  <a:pt x="672783" y="55676"/>
                </a:lnTo>
                <a:lnTo>
                  <a:pt x="672615" y="55450"/>
                </a:lnTo>
                <a:lnTo>
                  <a:pt x="672457" y="55215"/>
                </a:lnTo>
                <a:lnTo>
                  <a:pt x="672307" y="54969"/>
                </a:lnTo>
                <a:lnTo>
                  <a:pt x="672164" y="54713"/>
                </a:lnTo>
                <a:lnTo>
                  <a:pt x="672027" y="54447"/>
                </a:lnTo>
                <a:lnTo>
                  <a:pt x="671896" y="54170"/>
                </a:lnTo>
                <a:lnTo>
                  <a:pt x="671772" y="53883"/>
                </a:lnTo>
                <a:lnTo>
                  <a:pt x="671654" y="53586"/>
                </a:lnTo>
                <a:lnTo>
                  <a:pt x="671542" y="53278"/>
                </a:lnTo>
                <a:lnTo>
                  <a:pt x="671437" y="52960"/>
                </a:lnTo>
                <a:lnTo>
                  <a:pt x="671338" y="52632"/>
                </a:lnTo>
                <a:lnTo>
                  <a:pt x="671246" y="52293"/>
                </a:lnTo>
                <a:lnTo>
                  <a:pt x="671160" y="51944"/>
                </a:lnTo>
                <a:lnTo>
                  <a:pt x="671080" y="51585"/>
                </a:lnTo>
                <a:lnTo>
                  <a:pt x="671007" y="51215"/>
                </a:lnTo>
                <a:lnTo>
                  <a:pt x="670940" y="50835"/>
                </a:lnTo>
                <a:lnTo>
                  <a:pt x="670880" y="50445"/>
                </a:lnTo>
                <a:lnTo>
                  <a:pt x="670825" y="50045"/>
                </a:lnTo>
                <a:lnTo>
                  <a:pt x="670778" y="49634"/>
                </a:lnTo>
                <a:lnTo>
                  <a:pt x="670736" y="49212"/>
                </a:lnTo>
                <a:lnTo>
                  <a:pt x="670701" y="48781"/>
                </a:lnTo>
                <a:lnTo>
                  <a:pt x="670672" y="48339"/>
                </a:lnTo>
                <a:lnTo>
                  <a:pt x="670650" y="47886"/>
                </a:lnTo>
                <a:lnTo>
                  <a:pt x="670634" y="47424"/>
                </a:lnTo>
                <a:lnTo>
                  <a:pt x="670625" y="46951"/>
                </a:lnTo>
                <a:lnTo>
                  <a:pt x="670622" y="46468"/>
                </a:lnTo>
                <a:lnTo>
                  <a:pt x="670622" y="19725"/>
                </a:lnTo>
                <a:lnTo>
                  <a:pt x="657584" y="19725"/>
                </a:lnTo>
                <a:lnTo>
                  <a:pt x="657584" y="48883"/>
                </a:lnTo>
                <a:lnTo>
                  <a:pt x="657586" y="49248"/>
                </a:lnTo>
                <a:lnTo>
                  <a:pt x="657590" y="49611"/>
                </a:lnTo>
                <a:lnTo>
                  <a:pt x="657597" y="49971"/>
                </a:lnTo>
                <a:lnTo>
                  <a:pt x="657606" y="50328"/>
                </a:lnTo>
                <a:lnTo>
                  <a:pt x="657618" y="50682"/>
                </a:lnTo>
                <a:lnTo>
                  <a:pt x="657633" y="51034"/>
                </a:lnTo>
                <a:lnTo>
                  <a:pt x="657651" y="51383"/>
                </a:lnTo>
                <a:lnTo>
                  <a:pt x="657671" y="51730"/>
                </a:lnTo>
                <a:lnTo>
                  <a:pt x="657694" y="52074"/>
                </a:lnTo>
                <a:lnTo>
                  <a:pt x="657720" y="52415"/>
                </a:lnTo>
                <a:lnTo>
                  <a:pt x="657748" y="52753"/>
                </a:lnTo>
                <a:lnTo>
                  <a:pt x="657780" y="53089"/>
                </a:lnTo>
                <a:lnTo>
                  <a:pt x="657813" y="53422"/>
                </a:lnTo>
                <a:lnTo>
                  <a:pt x="657850" y="53752"/>
                </a:lnTo>
                <a:lnTo>
                  <a:pt x="657889" y="54079"/>
                </a:lnTo>
                <a:lnTo>
                  <a:pt x="657931" y="54404"/>
                </a:lnTo>
                <a:lnTo>
                  <a:pt x="657976" y="54726"/>
                </a:lnTo>
                <a:lnTo>
                  <a:pt x="658023" y="55046"/>
                </a:lnTo>
                <a:lnTo>
                  <a:pt x="658073" y="55363"/>
                </a:lnTo>
                <a:lnTo>
                  <a:pt x="658126" y="55677"/>
                </a:lnTo>
                <a:lnTo>
                  <a:pt x="658182" y="55988"/>
                </a:lnTo>
                <a:lnTo>
                  <a:pt x="658240" y="56297"/>
                </a:lnTo>
                <a:lnTo>
                  <a:pt x="658301" y="56603"/>
                </a:lnTo>
                <a:lnTo>
                  <a:pt x="658365" y="56906"/>
                </a:lnTo>
                <a:lnTo>
                  <a:pt x="658432" y="57206"/>
                </a:lnTo>
                <a:lnTo>
                  <a:pt x="658503" y="57502"/>
                </a:lnTo>
                <a:lnTo>
                  <a:pt x="658578" y="57794"/>
                </a:lnTo>
                <a:lnTo>
                  <a:pt x="658657" y="58082"/>
                </a:lnTo>
                <a:lnTo>
                  <a:pt x="658740" y="58367"/>
                </a:lnTo>
                <a:lnTo>
                  <a:pt x="658827" y="58648"/>
                </a:lnTo>
                <a:lnTo>
                  <a:pt x="658918" y="58925"/>
                </a:lnTo>
                <a:lnTo>
                  <a:pt x="659012" y="59198"/>
                </a:lnTo>
                <a:lnTo>
                  <a:pt x="659111" y="59467"/>
                </a:lnTo>
                <a:lnTo>
                  <a:pt x="659214" y="59733"/>
                </a:lnTo>
                <a:lnTo>
                  <a:pt x="659321" y="59994"/>
                </a:lnTo>
                <a:lnTo>
                  <a:pt x="659432" y="60252"/>
                </a:lnTo>
                <a:lnTo>
                  <a:pt x="659547" y="60506"/>
                </a:lnTo>
                <a:lnTo>
                  <a:pt x="659666" y="60757"/>
                </a:lnTo>
                <a:lnTo>
                  <a:pt x="659788" y="61003"/>
                </a:lnTo>
                <a:lnTo>
                  <a:pt x="659915" y="61246"/>
                </a:lnTo>
                <a:lnTo>
                  <a:pt x="660046" y="61484"/>
                </a:lnTo>
                <a:lnTo>
                  <a:pt x="660181" y="61719"/>
                </a:lnTo>
                <a:lnTo>
                  <a:pt x="660319" y="61951"/>
                </a:lnTo>
                <a:lnTo>
                  <a:pt x="660462" y="62178"/>
                </a:lnTo>
                <a:lnTo>
                  <a:pt x="660609" y="62401"/>
                </a:lnTo>
                <a:lnTo>
                  <a:pt x="660759" y="62621"/>
                </a:lnTo>
                <a:lnTo>
                  <a:pt x="660914" y="62837"/>
                </a:lnTo>
                <a:lnTo>
                  <a:pt x="661073" y="63049"/>
                </a:lnTo>
                <a:lnTo>
                  <a:pt x="661236" y="63257"/>
                </a:lnTo>
                <a:lnTo>
                  <a:pt x="661404" y="63461"/>
                </a:lnTo>
                <a:lnTo>
                  <a:pt x="661577" y="63661"/>
                </a:lnTo>
                <a:lnTo>
                  <a:pt x="661755" y="63858"/>
                </a:lnTo>
                <a:lnTo>
                  <a:pt x="661938" y="64050"/>
                </a:lnTo>
                <a:lnTo>
                  <a:pt x="662126" y="64238"/>
                </a:lnTo>
                <a:lnTo>
                  <a:pt x="662319" y="64422"/>
                </a:lnTo>
                <a:lnTo>
                  <a:pt x="662517" y="64603"/>
                </a:lnTo>
                <a:lnTo>
                  <a:pt x="662720" y="64779"/>
                </a:lnTo>
                <a:lnTo>
                  <a:pt x="662927" y="64951"/>
                </a:lnTo>
                <a:lnTo>
                  <a:pt x="663140" y="65120"/>
                </a:lnTo>
                <a:lnTo>
                  <a:pt x="663357" y="65284"/>
                </a:lnTo>
                <a:lnTo>
                  <a:pt x="663580" y="65445"/>
                </a:lnTo>
                <a:lnTo>
                  <a:pt x="663807" y="65601"/>
                </a:lnTo>
                <a:lnTo>
                  <a:pt x="664040" y="65753"/>
                </a:lnTo>
                <a:lnTo>
                  <a:pt x="664277" y="65902"/>
                </a:lnTo>
                <a:lnTo>
                  <a:pt x="664519" y="66046"/>
                </a:lnTo>
                <a:lnTo>
                  <a:pt x="664766" y="66187"/>
                </a:lnTo>
                <a:lnTo>
                  <a:pt x="665018" y="66323"/>
                </a:lnTo>
                <a:lnTo>
                  <a:pt x="665275" y="66456"/>
                </a:lnTo>
                <a:lnTo>
                  <a:pt x="665537" y="66584"/>
                </a:lnTo>
                <a:lnTo>
                  <a:pt x="665804" y="66709"/>
                </a:lnTo>
                <a:lnTo>
                  <a:pt x="666076" y="66830"/>
                </a:lnTo>
                <a:lnTo>
                  <a:pt x="666353" y="66946"/>
                </a:lnTo>
                <a:lnTo>
                  <a:pt x="666635" y="67058"/>
                </a:lnTo>
                <a:lnTo>
                  <a:pt x="666924" y="67166"/>
                </a:lnTo>
                <a:lnTo>
                  <a:pt x="667220" y="67268"/>
                </a:lnTo>
                <a:lnTo>
                  <a:pt x="667522" y="67366"/>
                </a:lnTo>
                <a:lnTo>
                  <a:pt x="667831" y="67459"/>
                </a:lnTo>
                <a:lnTo>
                  <a:pt x="668146" y="67548"/>
                </a:lnTo>
                <a:lnTo>
                  <a:pt x="668468" y="67631"/>
                </a:lnTo>
                <a:lnTo>
                  <a:pt x="668796" y="67710"/>
                </a:lnTo>
                <a:lnTo>
                  <a:pt x="669131" y="67784"/>
                </a:lnTo>
                <a:lnTo>
                  <a:pt x="669472" y="67853"/>
                </a:lnTo>
                <a:lnTo>
                  <a:pt x="669820" y="67917"/>
                </a:lnTo>
                <a:lnTo>
                  <a:pt x="670175" y="67977"/>
                </a:lnTo>
                <a:lnTo>
                  <a:pt x="670536" y="68032"/>
                </a:lnTo>
                <a:lnTo>
                  <a:pt x="670903" y="68082"/>
                </a:lnTo>
                <a:lnTo>
                  <a:pt x="671277" y="68127"/>
                </a:lnTo>
                <a:lnTo>
                  <a:pt x="671658" y="68168"/>
                </a:lnTo>
                <a:lnTo>
                  <a:pt x="672045" y="68204"/>
                </a:lnTo>
                <a:lnTo>
                  <a:pt x="672439" y="68235"/>
                </a:lnTo>
                <a:lnTo>
                  <a:pt x="672839" y="68261"/>
                </a:lnTo>
                <a:lnTo>
                  <a:pt x="673245" y="68282"/>
                </a:lnTo>
                <a:lnTo>
                  <a:pt x="673659" y="68299"/>
                </a:lnTo>
                <a:lnTo>
                  <a:pt x="674079" y="68311"/>
                </a:lnTo>
                <a:lnTo>
                  <a:pt x="674505" y="68318"/>
                </a:lnTo>
                <a:lnTo>
                  <a:pt x="674938" y="68321"/>
                </a:lnTo>
                <a:lnTo>
                  <a:pt x="675282" y="68317"/>
                </a:lnTo>
                <a:lnTo>
                  <a:pt x="675625" y="68308"/>
                </a:lnTo>
                <a:lnTo>
                  <a:pt x="675968" y="68292"/>
                </a:lnTo>
                <a:lnTo>
                  <a:pt x="676310" y="68270"/>
                </a:lnTo>
                <a:lnTo>
                  <a:pt x="676651" y="68241"/>
                </a:lnTo>
                <a:lnTo>
                  <a:pt x="676992" y="68206"/>
                </a:lnTo>
                <a:lnTo>
                  <a:pt x="677332" y="68164"/>
                </a:lnTo>
                <a:lnTo>
                  <a:pt x="677672" y="68116"/>
                </a:lnTo>
                <a:lnTo>
                  <a:pt x="678010" y="68062"/>
                </a:lnTo>
                <a:lnTo>
                  <a:pt x="678349" y="68001"/>
                </a:lnTo>
                <a:lnTo>
                  <a:pt x="678686" y="67934"/>
                </a:lnTo>
                <a:lnTo>
                  <a:pt x="679023" y="67860"/>
                </a:lnTo>
                <a:lnTo>
                  <a:pt x="679360" y="67781"/>
                </a:lnTo>
                <a:lnTo>
                  <a:pt x="679695" y="67694"/>
                </a:lnTo>
                <a:lnTo>
                  <a:pt x="680030" y="67602"/>
                </a:lnTo>
                <a:lnTo>
                  <a:pt x="680365" y="67503"/>
                </a:lnTo>
                <a:lnTo>
                  <a:pt x="680698" y="67397"/>
                </a:lnTo>
                <a:lnTo>
                  <a:pt x="681032" y="67285"/>
                </a:lnTo>
                <a:lnTo>
                  <a:pt x="681364" y="67167"/>
                </a:lnTo>
                <a:lnTo>
                  <a:pt x="681696" y="67042"/>
                </a:lnTo>
                <a:lnTo>
                  <a:pt x="682027" y="66911"/>
                </a:lnTo>
                <a:lnTo>
                  <a:pt x="682358" y="66774"/>
                </a:lnTo>
                <a:lnTo>
                  <a:pt x="682688" y="66630"/>
                </a:lnTo>
                <a:lnTo>
                  <a:pt x="683017" y="66480"/>
                </a:lnTo>
                <a:lnTo>
                  <a:pt x="683343" y="66322"/>
                </a:lnTo>
                <a:lnTo>
                  <a:pt x="683665" y="66157"/>
                </a:lnTo>
                <a:lnTo>
                  <a:pt x="683981" y="65983"/>
                </a:lnTo>
                <a:lnTo>
                  <a:pt x="684292" y="65802"/>
                </a:lnTo>
                <a:lnTo>
                  <a:pt x="684598" y="65612"/>
                </a:lnTo>
                <a:lnTo>
                  <a:pt x="684899" y="65415"/>
                </a:lnTo>
                <a:lnTo>
                  <a:pt x="685195" y="65209"/>
                </a:lnTo>
                <a:lnTo>
                  <a:pt x="685486" y="64996"/>
                </a:lnTo>
                <a:lnTo>
                  <a:pt x="685771" y="64774"/>
                </a:lnTo>
                <a:lnTo>
                  <a:pt x="686052" y="64545"/>
                </a:lnTo>
                <a:lnTo>
                  <a:pt x="686327" y="64308"/>
                </a:lnTo>
                <a:lnTo>
                  <a:pt x="686597" y="64062"/>
                </a:lnTo>
                <a:lnTo>
                  <a:pt x="686863" y="63809"/>
                </a:lnTo>
                <a:lnTo>
                  <a:pt x="687123" y="63547"/>
                </a:lnTo>
                <a:lnTo>
                  <a:pt x="687378" y="63278"/>
                </a:lnTo>
                <a:lnTo>
                  <a:pt x="687628" y="63001"/>
                </a:lnTo>
                <a:lnTo>
                  <a:pt x="687872" y="62715"/>
                </a:lnTo>
                <a:lnTo>
                  <a:pt x="688112" y="62422"/>
                </a:lnTo>
                <a:lnTo>
                  <a:pt x="688347" y="62120"/>
                </a:lnTo>
                <a:lnTo>
                  <a:pt x="688576" y="61811"/>
                </a:lnTo>
                <a:lnTo>
                  <a:pt x="688801" y="61494"/>
                </a:lnTo>
                <a:lnTo>
                  <a:pt x="689020" y="61168"/>
                </a:lnTo>
                <a:lnTo>
                  <a:pt x="689234" y="60835"/>
                </a:lnTo>
                <a:lnTo>
                  <a:pt x="689443" y="60494"/>
                </a:lnTo>
                <a:lnTo>
                  <a:pt x="689719" y="60494"/>
                </a:lnTo>
                <a:lnTo>
                  <a:pt x="689719" y="67105"/>
                </a:lnTo>
                <a:lnTo>
                  <a:pt x="702113" y="67105"/>
                </a:lnTo>
                <a:lnTo>
                  <a:pt x="702113" y="19725"/>
                </a:lnTo>
                <a:lnTo>
                  <a:pt x="689076" y="19725"/>
                </a:lnTo>
                <a:lnTo>
                  <a:pt x="689076" y="44545"/>
                </a:lnTo>
                <a:lnTo>
                  <a:pt x="689072" y="45141"/>
                </a:lnTo>
                <a:lnTo>
                  <a:pt x="689059" y="45723"/>
                </a:lnTo>
                <a:close/>
                <a:moveTo>
                  <a:pt x="580095" y="52989"/>
                </a:moveTo>
                <a:lnTo>
                  <a:pt x="580095" y="67155"/>
                </a:lnTo>
                <a:lnTo>
                  <a:pt x="594509" y="67155"/>
                </a:lnTo>
                <a:lnTo>
                  <a:pt x="594509" y="52989"/>
                </a:lnTo>
                <a:lnTo>
                  <a:pt x="580095" y="529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y1=torch.sin(x1)">
            <a:extLst xmlns:a="http://schemas.openxmlformats.org/drawingml/2006/main">
              <a:ext uri="{FF2B5EF4-FFF2-40B4-BE49-F238E27FC236}">
                <a16:creationId xmlns:a16="http://schemas.microsoft.com/office/drawing/2014/main" id="{85B2F328-D5A5-4020-90B6-F2C43010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49" y="6633558"/>
            <a:ext cx="738226" cy="83742"/>
          </a:xfrm>
          <a:custGeom xmlns:a="http://schemas.openxmlformats.org/drawingml/2006/main">
            <a:pathLst>
              <a:path w="738226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3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2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26223" y="19725"/>
                </a:moveTo>
                <a:lnTo>
                  <a:pt x="226223" y="5469"/>
                </a:lnTo>
                <a:lnTo>
                  <a:pt x="213186" y="5469"/>
                </a:lnTo>
                <a:lnTo>
                  <a:pt x="213186" y="19725"/>
                </a:lnTo>
                <a:lnTo>
                  <a:pt x="205291" y="19725"/>
                </a:lnTo>
                <a:lnTo>
                  <a:pt x="205291" y="28422"/>
                </a:lnTo>
                <a:lnTo>
                  <a:pt x="213186" y="28422"/>
                </a:lnTo>
                <a:lnTo>
                  <a:pt x="213186" y="56409"/>
                </a:lnTo>
                <a:cubicBezTo>
                  <a:pt x="213186" y="58795"/>
                  <a:pt x="213584" y="60722"/>
                  <a:pt x="214380" y="62190"/>
                </a:cubicBezTo>
                <a:cubicBezTo>
                  <a:pt x="215175" y="63658"/>
                  <a:pt x="216262" y="64790"/>
                  <a:pt x="217638" y="65586"/>
                </a:cubicBezTo>
                <a:cubicBezTo>
                  <a:pt x="219016" y="66381"/>
                  <a:pt x="220607" y="66916"/>
                  <a:pt x="222413" y="67190"/>
                </a:cubicBezTo>
                <a:cubicBezTo>
                  <a:pt x="224219" y="67466"/>
                  <a:pt x="226132" y="67603"/>
                  <a:pt x="228152" y="67603"/>
                </a:cubicBezTo>
                <a:cubicBezTo>
                  <a:pt x="229437" y="67603"/>
                  <a:pt x="230753" y="67573"/>
                  <a:pt x="232100" y="67514"/>
                </a:cubicBezTo>
                <a:cubicBezTo>
                  <a:pt x="233447" y="67454"/>
                  <a:pt x="234671" y="67334"/>
                  <a:pt x="235772" y="67155"/>
                </a:cubicBezTo>
                <a:lnTo>
                  <a:pt x="235772" y="57015"/>
                </a:lnTo>
                <a:cubicBezTo>
                  <a:pt x="235160" y="57137"/>
                  <a:pt x="234518" y="57229"/>
                  <a:pt x="233844" y="57291"/>
                </a:cubicBezTo>
                <a:cubicBezTo>
                  <a:pt x="233171" y="57352"/>
                  <a:pt x="232467" y="57382"/>
                  <a:pt x="231733" y="57382"/>
                </a:cubicBezTo>
                <a:cubicBezTo>
                  <a:pt x="229529" y="57382"/>
                  <a:pt x="228059" y="57016"/>
                  <a:pt x="227324" y="56282"/>
                </a:cubicBezTo>
                <a:cubicBezTo>
                  <a:pt x="226590" y="55549"/>
                  <a:pt x="226223" y="54083"/>
                  <a:pt x="226223" y="51884"/>
                </a:cubicBezTo>
                <a:lnTo>
                  <a:pt x="226223" y="28422"/>
                </a:lnTo>
                <a:lnTo>
                  <a:pt x="235772" y="28422"/>
                </a:lnTo>
                <a:lnTo>
                  <a:pt x="235772" y="19725"/>
                </a:lnTo>
                <a:lnTo>
                  <a:pt x="226223" y="19725"/>
                </a:lnTo>
                <a:close/>
                <a:moveTo>
                  <a:pt x="253399" y="43486"/>
                </a:moveTo>
                <a:cubicBezTo>
                  <a:pt x="253399" y="41589"/>
                  <a:pt x="253583" y="39722"/>
                  <a:pt x="253950" y="37885"/>
                </a:cubicBezTo>
                <a:cubicBezTo>
                  <a:pt x="254317" y="36048"/>
                  <a:pt x="254944" y="34426"/>
                  <a:pt x="255831" y="33019"/>
                </a:cubicBezTo>
                <a:cubicBezTo>
                  <a:pt x="256720" y="31610"/>
                  <a:pt x="257898" y="30462"/>
                  <a:pt x="259367" y="29575"/>
                </a:cubicBezTo>
                <a:cubicBezTo>
                  <a:pt x="260836" y="28687"/>
                  <a:pt x="262673" y="28243"/>
                  <a:pt x="264876" y="28243"/>
                </a:cubicBezTo>
                <a:cubicBezTo>
                  <a:pt x="267080" y="28243"/>
                  <a:pt x="268931" y="28687"/>
                  <a:pt x="270430" y="29575"/>
                </a:cubicBezTo>
                <a:cubicBezTo>
                  <a:pt x="271930" y="30462"/>
                  <a:pt x="273124" y="31610"/>
                  <a:pt x="274011" y="33019"/>
                </a:cubicBezTo>
                <a:cubicBezTo>
                  <a:pt x="274899" y="34426"/>
                  <a:pt x="275527" y="36048"/>
                  <a:pt x="275894" y="37885"/>
                </a:cubicBezTo>
                <a:cubicBezTo>
                  <a:pt x="276261" y="39722"/>
                  <a:pt x="276445" y="41589"/>
                  <a:pt x="276445" y="43486"/>
                </a:cubicBezTo>
                <a:cubicBezTo>
                  <a:pt x="276445" y="45384"/>
                  <a:pt x="276261" y="47236"/>
                  <a:pt x="275894" y="49042"/>
                </a:cubicBezTo>
                <a:cubicBezTo>
                  <a:pt x="275527" y="50848"/>
                  <a:pt x="274899" y="52470"/>
                  <a:pt x="274011" y="53909"/>
                </a:cubicBezTo>
                <a:cubicBezTo>
                  <a:pt x="273124" y="55348"/>
                  <a:pt x="271930" y="56495"/>
                  <a:pt x="270430" y="57353"/>
                </a:cubicBezTo>
                <a:cubicBezTo>
                  <a:pt x="268931" y="58209"/>
                  <a:pt x="267080" y="58637"/>
                  <a:pt x="264876" y="58637"/>
                </a:cubicBezTo>
                <a:cubicBezTo>
                  <a:pt x="262673" y="58637"/>
                  <a:pt x="260836" y="58209"/>
                  <a:pt x="259367" y="57353"/>
                </a:cubicBezTo>
                <a:cubicBezTo>
                  <a:pt x="257898" y="56495"/>
                  <a:pt x="256720" y="55348"/>
                  <a:pt x="255831" y="53909"/>
                </a:cubicBezTo>
                <a:cubicBezTo>
                  <a:pt x="254944" y="52470"/>
                  <a:pt x="254317" y="50848"/>
                  <a:pt x="253950" y="49042"/>
                </a:cubicBezTo>
                <a:cubicBezTo>
                  <a:pt x="253583" y="47236"/>
                  <a:pt x="253399" y="45384"/>
                  <a:pt x="253399" y="43486"/>
                </a:cubicBezTo>
                <a:moveTo>
                  <a:pt x="240362" y="43488"/>
                </a:moveTo>
                <a:cubicBezTo>
                  <a:pt x="240362" y="47289"/>
                  <a:pt x="240944" y="50722"/>
                  <a:pt x="242106" y="53787"/>
                </a:cubicBezTo>
                <a:cubicBezTo>
                  <a:pt x="243269" y="56853"/>
                  <a:pt x="244922" y="59474"/>
                  <a:pt x="247064" y="61651"/>
                </a:cubicBezTo>
                <a:cubicBezTo>
                  <a:pt x="249207" y="63827"/>
                  <a:pt x="251778" y="65498"/>
                  <a:pt x="254776" y="66663"/>
                </a:cubicBezTo>
                <a:cubicBezTo>
                  <a:pt x="257776" y="67828"/>
                  <a:pt x="261143" y="68410"/>
                  <a:pt x="264876" y="68410"/>
                </a:cubicBezTo>
                <a:cubicBezTo>
                  <a:pt x="268610" y="68410"/>
                  <a:pt x="271992" y="67828"/>
                  <a:pt x="275021" y="66663"/>
                </a:cubicBezTo>
                <a:cubicBezTo>
                  <a:pt x="278051" y="65498"/>
                  <a:pt x="280637" y="63827"/>
                  <a:pt x="282780" y="61651"/>
                </a:cubicBezTo>
                <a:cubicBezTo>
                  <a:pt x="284922" y="59474"/>
                  <a:pt x="286575" y="56853"/>
                  <a:pt x="287738" y="53787"/>
                </a:cubicBezTo>
                <a:cubicBezTo>
                  <a:pt x="288900" y="50722"/>
                  <a:pt x="289482" y="47289"/>
                  <a:pt x="289482" y="43488"/>
                </a:cubicBezTo>
                <a:cubicBezTo>
                  <a:pt x="289482" y="39687"/>
                  <a:pt x="288900" y="36238"/>
                  <a:pt x="287738" y="33142"/>
                </a:cubicBezTo>
                <a:cubicBezTo>
                  <a:pt x="286575" y="30045"/>
                  <a:pt x="284922" y="27408"/>
                  <a:pt x="282780" y="25232"/>
                </a:cubicBezTo>
                <a:cubicBezTo>
                  <a:pt x="280637" y="23055"/>
                  <a:pt x="278051" y="21369"/>
                  <a:pt x="275021" y="20173"/>
                </a:cubicBezTo>
                <a:cubicBezTo>
                  <a:pt x="271992" y="18978"/>
                  <a:pt x="268610" y="18380"/>
                  <a:pt x="264876" y="18380"/>
                </a:cubicBezTo>
                <a:cubicBezTo>
                  <a:pt x="261143" y="18380"/>
                  <a:pt x="257776" y="18978"/>
                  <a:pt x="254776" y="20173"/>
                </a:cubicBezTo>
                <a:cubicBezTo>
                  <a:pt x="251778" y="21369"/>
                  <a:pt x="249207" y="23055"/>
                  <a:pt x="247064" y="25232"/>
                </a:cubicBezTo>
                <a:cubicBezTo>
                  <a:pt x="244922" y="27408"/>
                  <a:pt x="243269" y="30045"/>
                  <a:pt x="242106" y="33142"/>
                </a:cubicBezTo>
                <a:cubicBezTo>
                  <a:pt x="240944" y="36238"/>
                  <a:pt x="240362" y="39687"/>
                  <a:pt x="240362" y="43488"/>
                </a:cubicBezTo>
                <a:close/>
                <a:moveTo>
                  <a:pt x="297684" y="19654"/>
                </a:moveTo>
                <a:lnTo>
                  <a:pt x="297684" y="67155"/>
                </a:lnTo>
                <a:lnTo>
                  <a:pt x="310721" y="67155"/>
                </a:lnTo>
                <a:lnTo>
                  <a:pt x="310721" y="45740"/>
                </a:lnTo>
                <a:cubicBezTo>
                  <a:pt x="310721" y="43596"/>
                  <a:pt x="310935" y="41605"/>
                  <a:pt x="311364" y="39767"/>
                </a:cubicBezTo>
                <a:cubicBezTo>
                  <a:pt x="311793" y="37929"/>
                  <a:pt x="312512" y="36321"/>
                  <a:pt x="313521" y="34942"/>
                </a:cubicBezTo>
                <a:cubicBezTo>
                  <a:pt x="314531" y="33564"/>
                  <a:pt x="315862" y="32476"/>
                  <a:pt x="317514" y="31679"/>
                </a:cubicBezTo>
                <a:cubicBezTo>
                  <a:pt x="319167" y="30883"/>
                  <a:pt x="321187" y="30484"/>
                  <a:pt x="323574" y="30484"/>
                </a:cubicBezTo>
                <a:cubicBezTo>
                  <a:pt x="324370" y="30484"/>
                  <a:pt x="325196" y="30531"/>
                  <a:pt x="326053" y="30623"/>
                </a:cubicBezTo>
                <a:cubicBezTo>
                  <a:pt x="326910" y="30714"/>
                  <a:pt x="327645" y="30821"/>
                  <a:pt x="328256" y="30944"/>
                </a:cubicBezTo>
                <a:lnTo>
                  <a:pt x="328256" y="18838"/>
                </a:lnTo>
                <a:cubicBezTo>
                  <a:pt x="327216" y="18533"/>
                  <a:pt x="326267" y="18380"/>
                  <a:pt x="325411" y="18380"/>
                </a:cubicBezTo>
                <a:cubicBezTo>
                  <a:pt x="323758" y="18380"/>
                  <a:pt x="322166" y="18625"/>
                  <a:pt x="320637" y="19114"/>
                </a:cubicBezTo>
                <a:cubicBezTo>
                  <a:pt x="319107" y="19603"/>
                  <a:pt x="317669" y="20290"/>
                  <a:pt x="316322" y="21176"/>
                </a:cubicBezTo>
                <a:cubicBezTo>
                  <a:pt x="314975" y="22063"/>
                  <a:pt x="313781" y="23133"/>
                  <a:pt x="312741" y="24386"/>
                </a:cubicBezTo>
                <a:cubicBezTo>
                  <a:pt x="311701" y="25639"/>
                  <a:pt x="310874" y="27000"/>
                  <a:pt x="310261" y="28467"/>
                </a:cubicBezTo>
                <a:lnTo>
                  <a:pt x="310078" y="28467"/>
                </a:lnTo>
                <a:lnTo>
                  <a:pt x="310078" y="19654"/>
                </a:lnTo>
                <a:lnTo>
                  <a:pt x="297684" y="19654"/>
                </a:lnTo>
                <a:close/>
                <a:moveTo>
                  <a:pt x="365961" y="36402"/>
                </a:moveTo>
                <a:lnTo>
                  <a:pt x="378723" y="36402"/>
                </a:lnTo>
                <a:cubicBezTo>
                  <a:pt x="378540" y="33337"/>
                  <a:pt x="377805" y="30686"/>
                  <a:pt x="376519" y="28449"/>
                </a:cubicBezTo>
                <a:cubicBezTo>
                  <a:pt x="375234" y="26211"/>
                  <a:pt x="373566" y="24341"/>
                  <a:pt x="371515" y="22839"/>
                </a:cubicBezTo>
                <a:cubicBezTo>
                  <a:pt x="369465" y="21338"/>
                  <a:pt x="367139" y="20219"/>
                  <a:pt x="364538" y="19484"/>
                </a:cubicBezTo>
                <a:cubicBezTo>
                  <a:pt x="361937" y="18748"/>
                  <a:pt x="359229" y="18380"/>
                  <a:pt x="356413" y="18380"/>
                </a:cubicBezTo>
                <a:cubicBezTo>
                  <a:pt x="352556" y="18380"/>
                  <a:pt x="349128" y="19024"/>
                  <a:pt x="346128" y="20312"/>
                </a:cubicBezTo>
                <a:cubicBezTo>
                  <a:pt x="343130" y="21599"/>
                  <a:pt x="340590" y="23392"/>
                  <a:pt x="338509" y="25692"/>
                </a:cubicBezTo>
                <a:cubicBezTo>
                  <a:pt x="336428" y="27991"/>
                  <a:pt x="334852" y="30720"/>
                  <a:pt x="333781" y="33877"/>
                </a:cubicBezTo>
                <a:cubicBezTo>
                  <a:pt x="332709" y="37034"/>
                  <a:pt x="332174" y="40452"/>
                  <a:pt x="332174" y="44131"/>
                </a:cubicBezTo>
                <a:cubicBezTo>
                  <a:pt x="332174" y="47687"/>
                  <a:pt x="332755" y="50952"/>
                  <a:pt x="333918" y="53926"/>
                </a:cubicBezTo>
                <a:cubicBezTo>
                  <a:pt x="335081" y="56899"/>
                  <a:pt x="336703" y="59458"/>
                  <a:pt x="338783" y="61605"/>
                </a:cubicBezTo>
                <a:cubicBezTo>
                  <a:pt x="340865" y="63751"/>
                  <a:pt x="343390" y="65422"/>
                  <a:pt x="346358" y="66617"/>
                </a:cubicBezTo>
                <a:cubicBezTo>
                  <a:pt x="349327" y="67813"/>
                  <a:pt x="352587" y="68410"/>
                  <a:pt x="356137" y="68410"/>
                </a:cubicBezTo>
                <a:cubicBezTo>
                  <a:pt x="362441" y="68410"/>
                  <a:pt x="367613" y="66751"/>
                  <a:pt x="371652" y="63433"/>
                </a:cubicBezTo>
                <a:cubicBezTo>
                  <a:pt x="375692" y="60114"/>
                  <a:pt x="378141" y="55302"/>
                  <a:pt x="378999" y="48998"/>
                </a:cubicBezTo>
                <a:lnTo>
                  <a:pt x="366420" y="48998"/>
                </a:lnTo>
                <a:cubicBezTo>
                  <a:pt x="365992" y="51936"/>
                  <a:pt x="364936" y="54277"/>
                  <a:pt x="363252" y="56022"/>
                </a:cubicBezTo>
                <a:cubicBezTo>
                  <a:pt x="361569" y="57766"/>
                  <a:pt x="359167" y="58637"/>
                  <a:pt x="356046" y="58637"/>
                </a:cubicBezTo>
                <a:cubicBezTo>
                  <a:pt x="354026" y="58637"/>
                  <a:pt x="352311" y="58178"/>
                  <a:pt x="350903" y="57260"/>
                </a:cubicBezTo>
                <a:cubicBezTo>
                  <a:pt x="349495" y="56342"/>
                  <a:pt x="348378" y="55164"/>
                  <a:pt x="347552" y="53726"/>
                </a:cubicBezTo>
                <a:cubicBezTo>
                  <a:pt x="346726" y="52287"/>
                  <a:pt x="346129" y="50679"/>
                  <a:pt x="345761" y="48904"/>
                </a:cubicBezTo>
                <a:cubicBezTo>
                  <a:pt x="345394" y="47128"/>
                  <a:pt x="345211" y="45384"/>
                  <a:pt x="345211" y="43670"/>
                </a:cubicBezTo>
                <a:cubicBezTo>
                  <a:pt x="345211" y="41894"/>
                  <a:pt x="345394" y="40104"/>
                  <a:pt x="345761" y="38299"/>
                </a:cubicBezTo>
                <a:cubicBezTo>
                  <a:pt x="346129" y="36492"/>
                  <a:pt x="346757" y="34839"/>
                  <a:pt x="347644" y="33339"/>
                </a:cubicBezTo>
                <a:cubicBezTo>
                  <a:pt x="348532" y="31839"/>
                  <a:pt x="349679" y="30615"/>
                  <a:pt x="351086" y="29666"/>
                </a:cubicBezTo>
                <a:cubicBezTo>
                  <a:pt x="352495" y="28717"/>
                  <a:pt x="354239" y="28243"/>
                  <a:pt x="356320" y="28243"/>
                </a:cubicBezTo>
                <a:cubicBezTo>
                  <a:pt x="361890" y="28243"/>
                  <a:pt x="365104" y="30962"/>
                  <a:pt x="365961" y="36402"/>
                </a:cubicBezTo>
                <a:close/>
                <a:moveTo>
                  <a:pt x="386435" y="1614"/>
                </a:moveTo>
                <a:lnTo>
                  <a:pt x="386435" y="67155"/>
                </a:lnTo>
                <a:lnTo>
                  <a:pt x="399472" y="67155"/>
                </a:lnTo>
                <a:lnTo>
                  <a:pt x="399472" y="42277"/>
                </a:lnTo>
                <a:cubicBezTo>
                  <a:pt x="399472" y="37442"/>
                  <a:pt x="400268" y="33969"/>
                  <a:pt x="401859" y="31859"/>
                </a:cubicBezTo>
                <a:cubicBezTo>
                  <a:pt x="403451" y="29747"/>
                  <a:pt x="406022" y="28691"/>
                  <a:pt x="409571" y="28691"/>
                </a:cubicBezTo>
                <a:cubicBezTo>
                  <a:pt x="412694" y="28691"/>
                  <a:pt x="414867" y="29655"/>
                  <a:pt x="416090" y="31583"/>
                </a:cubicBezTo>
                <a:cubicBezTo>
                  <a:pt x="417314" y="33510"/>
                  <a:pt x="417927" y="36433"/>
                  <a:pt x="417927" y="40350"/>
                </a:cubicBezTo>
                <a:lnTo>
                  <a:pt x="417927" y="67155"/>
                </a:lnTo>
                <a:lnTo>
                  <a:pt x="430964" y="67155"/>
                </a:lnTo>
                <a:lnTo>
                  <a:pt x="430964" y="37946"/>
                </a:lnTo>
                <a:cubicBezTo>
                  <a:pt x="430964" y="35006"/>
                  <a:pt x="430704" y="32327"/>
                  <a:pt x="430183" y="29908"/>
                </a:cubicBezTo>
                <a:cubicBezTo>
                  <a:pt x="429663" y="27490"/>
                  <a:pt x="428760" y="25438"/>
                  <a:pt x="427474" y="23754"/>
                </a:cubicBezTo>
                <a:cubicBezTo>
                  <a:pt x="426189" y="22070"/>
                  <a:pt x="424429" y="20754"/>
                  <a:pt x="422195" y="19805"/>
                </a:cubicBezTo>
                <a:cubicBezTo>
                  <a:pt x="419961" y="18855"/>
                  <a:pt x="417100" y="18380"/>
                  <a:pt x="413612" y="18380"/>
                </a:cubicBezTo>
                <a:cubicBezTo>
                  <a:pt x="411163" y="18380"/>
                  <a:pt x="408653" y="19009"/>
                  <a:pt x="406082" y="20267"/>
                </a:cubicBezTo>
                <a:cubicBezTo>
                  <a:pt x="403512" y="21525"/>
                  <a:pt x="401400" y="23535"/>
                  <a:pt x="399748" y="26297"/>
                </a:cubicBezTo>
                <a:lnTo>
                  <a:pt x="399472" y="26297"/>
                </a:lnTo>
                <a:lnTo>
                  <a:pt x="399472" y="1614"/>
                </a:lnTo>
                <a:lnTo>
                  <a:pt x="386435" y="1614"/>
                </a:lnTo>
                <a:close/>
                <a:moveTo>
                  <a:pt x="441307" y="52989"/>
                </a:moveTo>
                <a:lnTo>
                  <a:pt x="441307" y="67155"/>
                </a:lnTo>
                <a:lnTo>
                  <a:pt x="455721" y="67155"/>
                </a:lnTo>
                <a:lnTo>
                  <a:pt x="455721" y="52989"/>
                </a:lnTo>
                <a:lnTo>
                  <a:pt x="441307" y="52989"/>
                </a:lnTo>
                <a:close/>
                <a:moveTo>
                  <a:pt x="476104" y="51734"/>
                </a:moveTo>
                <a:lnTo>
                  <a:pt x="463710" y="51734"/>
                </a:lnTo>
                <a:cubicBezTo>
                  <a:pt x="463832" y="54911"/>
                  <a:pt x="464552" y="57554"/>
                  <a:pt x="465868" y="59661"/>
                </a:cubicBezTo>
                <a:cubicBezTo>
                  <a:pt x="467183" y="61768"/>
                  <a:pt x="468866" y="63464"/>
                  <a:pt x="470916" y="64747"/>
                </a:cubicBezTo>
                <a:cubicBezTo>
                  <a:pt x="472967" y="66030"/>
                  <a:pt x="475309" y="66946"/>
                  <a:pt x="477941" y="67495"/>
                </a:cubicBezTo>
                <a:cubicBezTo>
                  <a:pt x="480573" y="68046"/>
                  <a:pt x="483266" y="68321"/>
                  <a:pt x="486020" y="68321"/>
                </a:cubicBezTo>
                <a:cubicBezTo>
                  <a:pt x="488713" y="68321"/>
                  <a:pt x="491359" y="68060"/>
                  <a:pt x="493960" y="67539"/>
                </a:cubicBezTo>
                <a:cubicBezTo>
                  <a:pt x="496562" y="67019"/>
                  <a:pt x="498873" y="66116"/>
                  <a:pt x="500892" y="64830"/>
                </a:cubicBezTo>
                <a:cubicBezTo>
                  <a:pt x="502912" y="63543"/>
                  <a:pt x="504550" y="61844"/>
                  <a:pt x="505804" y="59732"/>
                </a:cubicBezTo>
                <a:cubicBezTo>
                  <a:pt x="507059" y="57619"/>
                  <a:pt x="507687" y="55001"/>
                  <a:pt x="507687" y="51878"/>
                </a:cubicBezTo>
                <a:cubicBezTo>
                  <a:pt x="507687" y="49674"/>
                  <a:pt x="507258" y="47822"/>
                  <a:pt x="506401" y="46322"/>
                </a:cubicBezTo>
                <a:cubicBezTo>
                  <a:pt x="505544" y="44821"/>
                  <a:pt x="504412" y="43565"/>
                  <a:pt x="503003" y="42555"/>
                </a:cubicBezTo>
                <a:cubicBezTo>
                  <a:pt x="501596" y="41544"/>
                  <a:pt x="499990" y="40733"/>
                  <a:pt x="498184" y="40121"/>
                </a:cubicBezTo>
                <a:cubicBezTo>
                  <a:pt x="496379" y="39509"/>
                  <a:pt x="494527" y="38988"/>
                  <a:pt x="492630" y="38559"/>
                </a:cubicBezTo>
                <a:cubicBezTo>
                  <a:pt x="490793" y="38131"/>
                  <a:pt x="488988" y="37733"/>
                  <a:pt x="487212" y="37366"/>
                </a:cubicBezTo>
                <a:cubicBezTo>
                  <a:pt x="485438" y="36998"/>
                  <a:pt x="483862" y="36584"/>
                  <a:pt x="482484" y="36126"/>
                </a:cubicBezTo>
                <a:cubicBezTo>
                  <a:pt x="481107" y="35666"/>
                  <a:pt x="479990" y="35069"/>
                  <a:pt x="479133" y="34334"/>
                </a:cubicBezTo>
                <a:cubicBezTo>
                  <a:pt x="478276" y="33599"/>
                  <a:pt x="477848" y="32650"/>
                  <a:pt x="477848" y="31486"/>
                </a:cubicBezTo>
                <a:cubicBezTo>
                  <a:pt x="477848" y="30506"/>
                  <a:pt x="478093" y="29725"/>
                  <a:pt x="478582" y="29144"/>
                </a:cubicBezTo>
                <a:cubicBezTo>
                  <a:pt x="479073" y="28562"/>
                  <a:pt x="479669" y="28118"/>
                  <a:pt x="480373" y="27813"/>
                </a:cubicBezTo>
                <a:cubicBezTo>
                  <a:pt x="481077" y="27506"/>
                  <a:pt x="481857" y="27307"/>
                  <a:pt x="482714" y="27216"/>
                </a:cubicBezTo>
                <a:cubicBezTo>
                  <a:pt x="483571" y="27123"/>
                  <a:pt x="484367" y="27077"/>
                  <a:pt x="485101" y="27077"/>
                </a:cubicBezTo>
                <a:cubicBezTo>
                  <a:pt x="487426" y="27077"/>
                  <a:pt x="489446" y="27523"/>
                  <a:pt x="491160" y="28415"/>
                </a:cubicBezTo>
                <a:cubicBezTo>
                  <a:pt x="492874" y="29306"/>
                  <a:pt x="493823" y="31012"/>
                  <a:pt x="494007" y="33533"/>
                </a:cubicBezTo>
                <a:lnTo>
                  <a:pt x="506402" y="33533"/>
                </a:lnTo>
                <a:cubicBezTo>
                  <a:pt x="506157" y="30594"/>
                  <a:pt x="505407" y="28161"/>
                  <a:pt x="504152" y="26232"/>
                </a:cubicBezTo>
                <a:cubicBezTo>
                  <a:pt x="502898" y="24304"/>
                  <a:pt x="501322" y="22758"/>
                  <a:pt x="499424" y="21595"/>
                </a:cubicBezTo>
                <a:cubicBezTo>
                  <a:pt x="497527" y="20432"/>
                  <a:pt x="495370" y="19605"/>
                  <a:pt x="492952" y="19116"/>
                </a:cubicBezTo>
                <a:cubicBezTo>
                  <a:pt x="490534" y="18625"/>
                  <a:pt x="488040" y="18380"/>
                  <a:pt x="485469" y="18380"/>
                </a:cubicBezTo>
                <a:cubicBezTo>
                  <a:pt x="482898" y="18380"/>
                  <a:pt x="480388" y="18610"/>
                  <a:pt x="477939" y="19069"/>
                </a:cubicBezTo>
                <a:cubicBezTo>
                  <a:pt x="475491" y="19528"/>
                  <a:pt x="473288" y="20324"/>
                  <a:pt x="471330" y="21457"/>
                </a:cubicBezTo>
                <a:cubicBezTo>
                  <a:pt x="469371" y="22590"/>
                  <a:pt x="467795" y="24136"/>
                  <a:pt x="466602" y="26095"/>
                </a:cubicBezTo>
                <a:cubicBezTo>
                  <a:pt x="465408" y="28055"/>
                  <a:pt x="464811" y="30566"/>
                  <a:pt x="464811" y="33628"/>
                </a:cubicBezTo>
                <a:cubicBezTo>
                  <a:pt x="464811" y="35710"/>
                  <a:pt x="465239" y="37470"/>
                  <a:pt x="466096" y="38909"/>
                </a:cubicBezTo>
                <a:cubicBezTo>
                  <a:pt x="466953" y="40348"/>
                  <a:pt x="468086" y="41542"/>
                  <a:pt x="469493" y="42492"/>
                </a:cubicBezTo>
                <a:cubicBezTo>
                  <a:pt x="470902" y="43441"/>
                  <a:pt x="472508" y="44206"/>
                  <a:pt x="474314" y="44788"/>
                </a:cubicBezTo>
                <a:cubicBezTo>
                  <a:pt x="476119" y="45370"/>
                  <a:pt x="477971" y="45875"/>
                  <a:pt x="479868" y="46304"/>
                </a:cubicBezTo>
                <a:cubicBezTo>
                  <a:pt x="484520" y="47283"/>
                  <a:pt x="488146" y="48263"/>
                  <a:pt x="490747" y="49243"/>
                </a:cubicBezTo>
                <a:cubicBezTo>
                  <a:pt x="493349" y="50222"/>
                  <a:pt x="494650" y="51692"/>
                  <a:pt x="494650" y="53651"/>
                </a:cubicBezTo>
                <a:cubicBezTo>
                  <a:pt x="494650" y="54814"/>
                  <a:pt x="494374" y="55779"/>
                  <a:pt x="493823" y="56544"/>
                </a:cubicBezTo>
                <a:cubicBezTo>
                  <a:pt x="493272" y="57310"/>
                  <a:pt x="492583" y="57923"/>
                  <a:pt x="491757" y="58382"/>
                </a:cubicBezTo>
                <a:cubicBezTo>
                  <a:pt x="490931" y="58841"/>
                  <a:pt x="490013" y="59178"/>
                  <a:pt x="489002" y="59393"/>
                </a:cubicBezTo>
                <a:cubicBezTo>
                  <a:pt x="487993" y="59606"/>
                  <a:pt x="487029" y="59713"/>
                  <a:pt x="486111" y="59713"/>
                </a:cubicBezTo>
                <a:cubicBezTo>
                  <a:pt x="484826" y="59713"/>
                  <a:pt x="483586" y="59561"/>
                  <a:pt x="482393" y="59255"/>
                </a:cubicBezTo>
                <a:cubicBezTo>
                  <a:pt x="481199" y="58949"/>
                  <a:pt x="480143" y="58475"/>
                  <a:pt x="479225" y="57833"/>
                </a:cubicBezTo>
                <a:cubicBezTo>
                  <a:pt x="478307" y="57191"/>
                  <a:pt x="477557" y="56365"/>
                  <a:pt x="476975" y="55356"/>
                </a:cubicBezTo>
                <a:cubicBezTo>
                  <a:pt x="476395" y="54348"/>
                  <a:pt x="476104" y="53140"/>
                  <a:pt x="476104" y="51734"/>
                </a:cubicBezTo>
                <a:close/>
                <a:moveTo>
                  <a:pt x="528375" y="12373"/>
                </a:moveTo>
                <a:lnTo>
                  <a:pt x="528375" y="1614"/>
                </a:lnTo>
                <a:lnTo>
                  <a:pt x="515338" y="1614"/>
                </a:lnTo>
                <a:lnTo>
                  <a:pt x="515338" y="12373"/>
                </a:lnTo>
                <a:lnTo>
                  <a:pt x="528375" y="12373"/>
                </a:lnTo>
                <a:moveTo>
                  <a:pt x="515338" y="19689"/>
                </a:moveTo>
                <a:lnTo>
                  <a:pt x="515338" y="67155"/>
                </a:lnTo>
                <a:lnTo>
                  <a:pt x="528375" y="67155"/>
                </a:lnTo>
                <a:lnTo>
                  <a:pt x="528375" y="19689"/>
                </a:lnTo>
                <a:lnTo>
                  <a:pt x="515338" y="19689"/>
                </a:lnTo>
                <a:close/>
                <a:moveTo>
                  <a:pt x="538689" y="19687"/>
                </a:moveTo>
                <a:lnTo>
                  <a:pt x="538689" y="67155"/>
                </a:lnTo>
                <a:lnTo>
                  <a:pt x="551726" y="67155"/>
                </a:lnTo>
                <a:lnTo>
                  <a:pt x="551726" y="42277"/>
                </a:lnTo>
                <a:cubicBezTo>
                  <a:pt x="551726" y="37442"/>
                  <a:pt x="552522" y="33969"/>
                  <a:pt x="554113" y="31859"/>
                </a:cubicBezTo>
                <a:cubicBezTo>
                  <a:pt x="555704" y="29747"/>
                  <a:pt x="558275" y="28691"/>
                  <a:pt x="561825" y="28691"/>
                </a:cubicBezTo>
                <a:cubicBezTo>
                  <a:pt x="564947" y="28691"/>
                  <a:pt x="567120" y="29655"/>
                  <a:pt x="568344" y="31583"/>
                </a:cubicBezTo>
                <a:cubicBezTo>
                  <a:pt x="569568" y="33510"/>
                  <a:pt x="570180" y="36433"/>
                  <a:pt x="570180" y="40350"/>
                </a:cubicBezTo>
                <a:lnTo>
                  <a:pt x="570180" y="67155"/>
                </a:lnTo>
                <a:lnTo>
                  <a:pt x="583217" y="67155"/>
                </a:lnTo>
                <a:lnTo>
                  <a:pt x="583217" y="37946"/>
                </a:lnTo>
                <a:cubicBezTo>
                  <a:pt x="583217" y="35006"/>
                  <a:pt x="582957" y="32327"/>
                  <a:pt x="582437" y="29908"/>
                </a:cubicBezTo>
                <a:cubicBezTo>
                  <a:pt x="581917" y="27490"/>
                  <a:pt x="581014" y="25438"/>
                  <a:pt x="579728" y="23754"/>
                </a:cubicBezTo>
                <a:cubicBezTo>
                  <a:pt x="578443" y="22070"/>
                  <a:pt x="576683" y="20754"/>
                  <a:pt x="574449" y="19805"/>
                </a:cubicBezTo>
                <a:cubicBezTo>
                  <a:pt x="572215" y="18855"/>
                  <a:pt x="569353" y="18380"/>
                  <a:pt x="565864" y="18380"/>
                </a:cubicBezTo>
                <a:cubicBezTo>
                  <a:pt x="563110" y="18380"/>
                  <a:pt x="560417" y="19009"/>
                  <a:pt x="557785" y="20267"/>
                </a:cubicBezTo>
                <a:cubicBezTo>
                  <a:pt x="555153" y="21525"/>
                  <a:pt x="553011" y="23535"/>
                  <a:pt x="551359" y="26297"/>
                </a:cubicBezTo>
                <a:lnTo>
                  <a:pt x="551083" y="26297"/>
                </a:lnTo>
                <a:lnTo>
                  <a:pt x="551083" y="19687"/>
                </a:lnTo>
                <a:lnTo>
                  <a:pt x="538689" y="19687"/>
                </a:lnTo>
                <a:close/>
                <a:moveTo>
                  <a:pt x="615871" y="0"/>
                </a:moveTo>
                <a:lnTo>
                  <a:pt x="604947" y="0"/>
                </a:lnTo>
                <a:cubicBezTo>
                  <a:pt x="602926" y="2938"/>
                  <a:pt x="601166" y="6152"/>
                  <a:pt x="599666" y="9641"/>
                </a:cubicBezTo>
                <a:cubicBezTo>
                  <a:pt x="598168" y="13130"/>
                  <a:pt x="596913" y="16742"/>
                  <a:pt x="595902" y="20476"/>
                </a:cubicBezTo>
                <a:cubicBezTo>
                  <a:pt x="594893" y="24210"/>
                  <a:pt x="594128" y="27959"/>
                  <a:pt x="593607" y="31724"/>
                </a:cubicBezTo>
                <a:cubicBezTo>
                  <a:pt x="593087" y="35489"/>
                  <a:pt x="592827" y="39086"/>
                  <a:pt x="592827" y="42514"/>
                </a:cubicBezTo>
                <a:cubicBezTo>
                  <a:pt x="592827" y="49737"/>
                  <a:pt x="593883" y="56838"/>
                  <a:pt x="595995" y="63817"/>
                </a:cubicBezTo>
                <a:cubicBezTo>
                  <a:pt x="598106" y="70795"/>
                  <a:pt x="601090" y="77437"/>
                  <a:pt x="604947" y="83742"/>
                </a:cubicBezTo>
                <a:lnTo>
                  <a:pt x="615780" y="83742"/>
                </a:lnTo>
                <a:cubicBezTo>
                  <a:pt x="612291" y="77070"/>
                  <a:pt x="609766" y="70214"/>
                  <a:pt x="608205" y="63175"/>
                </a:cubicBezTo>
                <a:cubicBezTo>
                  <a:pt x="606645" y="56135"/>
                  <a:pt x="605864" y="48942"/>
                  <a:pt x="605864" y="41595"/>
                </a:cubicBezTo>
                <a:cubicBezTo>
                  <a:pt x="605864" y="34372"/>
                  <a:pt x="606660" y="27256"/>
                  <a:pt x="608251" y="20248"/>
                </a:cubicBezTo>
                <a:cubicBezTo>
                  <a:pt x="609843" y="13238"/>
                  <a:pt x="612383" y="6489"/>
                  <a:pt x="615871" y="0"/>
                </a:cubicBezTo>
                <a:close/>
                <a:moveTo>
                  <a:pt x="632674" y="42202"/>
                </a:moveTo>
                <a:lnTo>
                  <a:pt x="615596" y="67155"/>
                </a:lnTo>
                <a:lnTo>
                  <a:pt x="630194" y="67155"/>
                </a:lnTo>
                <a:lnTo>
                  <a:pt x="640110" y="52202"/>
                </a:lnTo>
                <a:lnTo>
                  <a:pt x="650026" y="67155"/>
                </a:lnTo>
                <a:lnTo>
                  <a:pt x="664899" y="67155"/>
                </a:lnTo>
                <a:lnTo>
                  <a:pt x="647362" y="41926"/>
                </a:lnTo>
                <a:lnTo>
                  <a:pt x="662972" y="19725"/>
                </a:lnTo>
                <a:lnTo>
                  <a:pt x="648556" y="19725"/>
                </a:lnTo>
                <a:lnTo>
                  <a:pt x="640293" y="32111"/>
                </a:lnTo>
                <a:lnTo>
                  <a:pt x="631938" y="19725"/>
                </a:lnTo>
                <a:lnTo>
                  <a:pt x="617066" y="19725"/>
                </a:lnTo>
                <a:lnTo>
                  <a:pt x="632674" y="42202"/>
                </a:lnTo>
                <a:close/>
                <a:moveTo>
                  <a:pt x="700553" y="67155"/>
                </a:moveTo>
                <a:lnTo>
                  <a:pt x="700553" y="2869"/>
                </a:lnTo>
                <a:lnTo>
                  <a:pt x="690179" y="2869"/>
                </a:lnTo>
                <a:cubicBezTo>
                  <a:pt x="689811" y="5311"/>
                  <a:pt x="689045" y="7357"/>
                  <a:pt x="687883" y="9007"/>
                </a:cubicBezTo>
                <a:cubicBezTo>
                  <a:pt x="686720" y="10655"/>
                  <a:pt x="685296" y="11983"/>
                  <a:pt x="683612" y="12991"/>
                </a:cubicBezTo>
                <a:cubicBezTo>
                  <a:pt x="681930" y="13998"/>
                  <a:pt x="680032" y="14700"/>
                  <a:pt x="677921" y="15098"/>
                </a:cubicBezTo>
                <a:cubicBezTo>
                  <a:pt x="675809" y="15495"/>
                  <a:pt x="673621" y="15662"/>
                  <a:pt x="671357" y="15601"/>
                </a:cubicBezTo>
                <a:lnTo>
                  <a:pt x="671357" y="25463"/>
                </a:lnTo>
                <a:lnTo>
                  <a:pt x="687515" y="25463"/>
                </a:lnTo>
                <a:lnTo>
                  <a:pt x="687515" y="67155"/>
                </a:lnTo>
                <a:lnTo>
                  <a:pt x="700553" y="67155"/>
                </a:lnTo>
                <a:close/>
                <a:moveTo>
                  <a:pt x="715274" y="83742"/>
                </a:moveTo>
                <a:lnTo>
                  <a:pt x="726107" y="83742"/>
                </a:lnTo>
                <a:cubicBezTo>
                  <a:pt x="728127" y="80865"/>
                  <a:pt x="729902" y="77681"/>
                  <a:pt x="731432" y="74192"/>
                </a:cubicBezTo>
                <a:cubicBezTo>
                  <a:pt x="732963" y="70703"/>
                  <a:pt x="734233" y="67107"/>
                  <a:pt x="735242" y="63403"/>
                </a:cubicBezTo>
                <a:cubicBezTo>
                  <a:pt x="736252" y="59700"/>
                  <a:pt x="737002" y="55966"/>
                  <a:pt x="737491" y="52202"/>
                </a:cubicBezTo>
                <a:cubicBezTo>
                  <a:pt x="737981" y="48437"/>
                  <a:pt x="738226" y="44840"/>
                  <a:pt x="738226" y="41412"/>
                </a:cubicBezTo>
                <a:cubicBezTo>
                  <a:pt x="738226" y="34188"/>
                  <a:pt x="737171" y="27057"/>
                  <a:pt x="735059" y="20018"/>
                </a:cubicBezTo>
                <a:cubicBezTo>
                  <a:pt x="732947" y="12978"/>
                  <a:pt x="729963" y="6305"/>
                  <a:pt x="726107" y="0"/>
                </a:cubicBezTo>
                <a:lnTo>
                  <a:pt x="715365" y="0"/>
                </a:lnTo>
                <a:cubicBezTo>
                  <a:pt x="718732" y="6672"/>
                  <a:pt x="721211" y="13559"/>
                  <a:pt x="722802" y="20660"/>
                </a:cubicBezTo>
                <a:cubicBezTo>
                  <a:pt x="724394" y="27760"/>
                  <a:pt x="725189" y="34984"/>
                  <a:pt x="725189" y="42331"/>
                </a:cubicBezTo>
                <a:cubicBezTo>
                  <a:pt x="725189" y="49554"/>
                  <a:pt x="724378" y="56639"/>
                  <a:pt x="722756" y="63587"/>
                </a:cubicBezTo>
                <a:cubicBezTo>
                  <a:pt x="721134" y="70535"/>
                  <a:pt x="718640" y="77253"/>
                  <a:pt x="715274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y1=torch.arcsin(y1)">
            <a:extLst xmlns:a="http://schemas.openxmlformats.org/drawingml/2006/main">
              <a:ext uri="{FF2B5EF4-FFF2-40B4-BE49-F238E27FC236}">
                <a16:creationId xmlns:a16="http://schemas.microsoft.com/office/drawing/2014/main" id="{F59C32E9-09A7-40A2-B137-E9076A5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49" y="6743732"/>
            <a:ext cx="878239" cy="83742"/>
          </a:xfrm>
          <a:custGeom xmlns:a="http://schemas.openxmlformats.org/drawingml/2006/main">
            <a:pathLst>
              <a:path w="878239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3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2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26223" y="19725"/>
                </a:moveTo>
                <a:lnTo>
                  <a:pt x="226223" y="5469"/>
                </a:lnTo>
                <a:lnTo>
                  <a:pt x="213186" y="5469"/>
                </a:lnTo>
                <a:lnTo>
                  <a:pt x="213186" y="19725"/>
                </a:lnTo>
                <a:lnTo>
                  <a:pt x="205291" y="19725"/>
                </a:lnTo>
                <a:lnTo>
                  <a:pt x="205291" y="28422"/>
                </a:lnTo>
                <a:lnTo>
                  <a:pt x="213186" y="28422"/>
                </a:lnTo>
                <a:lnTo>
                  <a:pt x="213186" y="56409"/>
                </a:lnTo>
                <a:cubicBezTo>
                  <a:pt x="213186" y="58795"/>
                  <a:pt x="213584" y="60722"/>
                  <a:pt x="214380" y="62190"/>
                </a:cubicBezTo>
                <a:cubicBezTo>
                  <a:pt x="215175" y="63658"/>
                  <a:pt x="216262" y="64790"/>
                  <a:pt x="217638" y="65586"/>
                </a:cubicBezTo>
                <a:cubicBezTo>
                  <a:pt x="219016" y="66381"/>
                  <a:pt x="220607" y="66916"/>
                  <a:pt x="222413" y="67190"/>
                </a:cubicBezTo>
                <a:cubicBezTo>
                  <a:pt x="224219" y="67466"/>
                  <a:pt x="226132" y="67603"/>
                  <a:pt x="228152" y="67603"/>
                </a:cubicBezTo>
                <a:cubicBezTo>
                  <a:pt x="229437" y="67603"/>
                  <a:pt x="230753" y="67573"/>
                  <a:pt x="232100" y="67514"/>
                </a:cubicBezTo>
                <a:cubicBezTo>
                  <a:pt x="233447" y="67454"/>
                  <a:pt x="234671" y="67334"/>
                  <a:pt x="235772" y="67155"/>
                </a:cubicBezTo>
                <a:lnTo>
                  <a:pt x="235772" y="57015"/>
                </a:lnTo>
                <a:cubicBezTo>
                  <a:pt x="235160" y="57137"/>
                  <a:pt x="234518" y="57229"/>
                  <a:pt x="233844" y="57291"/>
                </a:cubicBezTo>
                <a:cubicBezTo>
                  <a:pt x="233171" y="57352"/>
                  <a:pt x="232467" y="57382"/>
                  <a:pt x="231733" y="57382"/>
                </a:cubicBezTo>
                <a:cubicBezTo>
                  <a:pt x="229529" y="57382"/>
                  <a:pt x="228059" y="57016"/>
                  <a:pt x="227324" y="56282"/>
                </a:cubicBezTo>
                <a:cubicBezTo>
                  <a:pt x="226590" y="55549"/>
                  <a:pt x="226223" y="54083"/>
                  <a:pt x="226223" y="51884"/>
                </a:cubicBezTo>
                <a:lnTo>
                  <a:pt x="226223" y="28422"/>
                </a:lnTo>
                <a:lnTo>
                  <a:pt x="235772" y="28422"/>
                </a:lnTo>
                <a:lnTo>
                  <a:pt x="235772" y="19725"/>
                </a:lnTo>
                <a:lnTo>
                  <a:pt x="226223" y="19725"/>
                </a:lnTo>
                <a:close/>
                <a:moveTo>
                  <a:pt x="253399" y="43486"/>
                </a:moveTo>
                <a:cubicBezTo>
                  <a:pt x="253399" y="41589"/>
                  <a:pt x="253583" y="39722"/>
                  <a:pt x="253950" y="37885"/>
                </a:cubicBezTo>
                <a:cubicBezTo>
                  <a:pt x="254317" y="36048"/>
                  <a:pt x="254944" y="34426"/>
                  <a:pt x="255831" y="33019"/>
                </a:cubicBezTo>
                <a:cubicBezTo>
                  <a:pt x="256720" y="31610"/>
                  <a:pt x="257898" y="30462"/>
                  <a:pt x="259367" y="29575"/>
                </a:cubicBezTo>
                <a:cubicBezTo>
                  <a:pt x="260836" y="28687"/>
                  <a:pt x="262673" y="28243"/>
                  <a:pt x="264876" y="28243"/>
                </a:cubicBezTo>
                <a:cubicBezTo>
                  <a:pt x="267080" y="28243"/>
                  <a:pt x="268931" y="28687"/>
                  <a:pt x="270430" y="29575"/>
                </a:cubicBezTo>
                <a:cubicBezTo>
                  <a:pt x="271930" y="30462"/>
                  <a:pt x="273124" y="31610"/>
                  <a:pt x="274011" y="33019"/>
                </a:cubicBezTo>
                <a:cubicBezTo>
                  <a:pt x="274899" y="34426"/>
                  <a:pt x="275527" y="36048"/>
                  <a:pt x="275894" y="37885"/>
                </a:cubicBezTo>
                <a:cubicBezTo>
                  <a:pt x="276261" y="39722"/>
                  <a:pt x="276445" y="41589"/>
                  <a:pt x="276445" y="43486"/>
                </a:cubicBezTo>
                <a:cubicBezTo>
                  <a:pt x="276445" y="45384"/>
                  <a:pt x="276261" y="47236"/>
                  <a:pt x="275894" y="49042"/>
                </a:cubicBezTo>
                <a:cubicBezTo>
                  <a:pt x="275527" y="50848"/>
                  <a:pt x="274899" y="52470"/>
                  <a:pt x="274011" y="53909"/>
                </a:cubicBezTo>
                <a:cubicBezTo>
                  <a:pt x="273124" y="55348"/>
                  <a:pt x="271930" y="56495"/>
                  <a:pt x="270430" y="57353"/>
                </a:cubicBezTo>
                <a:cubicBezTo>
                  <a:pt x="268931" y="58209"/>
                  <a:pt x="267080" y="58637"/>
                  <a:pt x="264876" y="58637"/>
                </a:cubicBezTo>
                <a:cubicBezTo>
                  <a:pt x="262673" y="58637"/>
                  <a:pt x="260836" y="58209"/>
                  <a:pt x="259367" y="57353"/>
                </a:cubicBezTo>
                <a:cubicBezTo>
                  <a:pt x="257898" y="56495"/>
                  <a:pt x="256720" y="55348"/>
                  <a:pt x="255831" y="53909"/>
                </a:cubicBezTo>
                <a:cubicBezTo>
                  <a:pt x="254944" y="52470"/>
                  <a:pt x="254317" y="50848"/>
                  <a:pt x="253950" y="49042"/>
                </a:cubicBezTo>
                <a:cubicBezTo>
                  <a:pt x="253583" y="47236"/>
                  <a:pt x="253399" y="45384"/>
                  <a:pt x="253399" y="43486"/>
                </a:cubicBezTo>
                <a:moveTo>
                  <a:pt x="240362" y="43488"/>
                </a:moveTo>
                <a:cubicBezTo>
                  <a:pt x="240362" y="47289"/>
                  <a:pt x="240944" y="50722"/>
                  <a:pt x="242106" y="53787"/>
                </a:cubicBezTo>
                <a:cubicBezTo>
                  <a:pt x="243269" y="56853"/>
                  <a:pt x="244922" y="59474"/>
                  <a:pt x="247064" y="61651"/>
                </a:cubicBezTo>
                <a:cubicBezTo>
                  <a:pt x="249207" y="63827"/>
                  <a:pt x="251778" y="65498"/>
                  <a:pt x="254776" y="66663"/>
                </a:cubicBezTo>
                <a:cubicBezTo>
                  <a:pt x="257776" y="67828"/>
                  <a:pt x="261143" y="68410"/>
                  <a:pt x="264876" y="68410"/>
                </a:cubicBezTo>
                <a:cubicBezTo>
                  <a:pt x="268610" y="68410"/>
                  <a:pt x="271992" y="67828"/>
                  <a:pt x="275021" y="66663"/>
                </a:cubicBezTo>
                <a:cubicBezTo>
                  <a:pt x="278051" y="65498"/>
                  <a:pt x="280637" y="63827"/>
                  <a:pt x="282780" y="61651"/>
                </a:cubicBezTo>
                <a:cubicBezTo>
                  <a:pt x="284922" y="59474"/>
                  <a:pt x="286575" y="56853"/>
                  <a:pt x="287738" y="53787"/>
                </a:cubicBezTo>
                <a:cubicBezTo>
                  <a:pt x="288900" y="50722"/>
                  <a:pt x="289482" y="47289"/>
                  <a:pt x="289482" y="43488"/>
                </a:cubicBezTo>
                <a:cubicBezTo>
                  <a:pt x="289482" y="39687"/>
                  <a:pt x="288900" y="36238"/>
                  <a:pt x="287738" y="33142"/>
                </a:cubicBezTo>
                <a:cubicBezTo>
                  <a:pt x="286575" y="30045"/>
                  <a:pt x="284922" y="27408"/>
                  <a:pt x="282780" y="25232"/>
                </a:cubicBezTo>
                <a:cubicBezTo>
                  <a:pt x="280637" y="23055"/>
                  <a:pt x="278051" y="21369"/>
                  <a:pt x="275021" y="20173"/>
                </a:cubicBezTo>
                <a:cubicBezTo>
                  <a:pt x="271992" y="18978"/>
                  <a:pt x="268610" y="18380"/>
                  <a:pt x="264876" y="18380"/>
                </a:cubicBezTo>
                <a:cubicBezTo>
                  <a:pt x="261143" y="18380"/>
                  <a:pt x="257776" y="18978"/>
                  <a:pt x="254776" y="20173"/>
                </a:cubicBezTo>
                <a:cubicBezTo>
                  <a:pt x="251778" y="21369"/>
                  <a:pt x="249207" y="23055"/>
                  <a:pt x="247064" y="25232"/>
                </a:cubicBezTo>
                <a:cubicBezTo>
                  <a:pt x="244922" y="27408"/>
                  <a:pt x="243269" y="30045"/>
                  <a:pt x="242106" y="33142"/>
                </a:cubicBezTo>
                <a:cubicBezTo>
                  <a:pt x="240944" y="36238"/>
                  <a:pt x="240362" y="39687"/>
                  <a:pt x="240362" y="43488"/>
                </a:cubicBezTo>
                <a:close/>
                <a:moveTo>
                  <a:pt x="297684" y="19654"/>
                </a:moveTo>
                <a:lnTo>
                  <a:pt x="297684" y="67155"/>
                </a:lnTo>
                <a:lnTo>
                  <a:pt x="310721" y="67155"/>
                </a:lnTo>
                <a:lnTo>
                  <a:pt x="310721" y="45740"/>
                </a:lnTo>
                <a:cubicBezTo>
                  <a:pt x="310721" y="43596"/>
                  <a:pt x="310935" y="41605"/>
                  <a:pt x="311364" y="39767"/>
                </a:cubicBezTo>
                <a:cubicBezTo>
                  <a:pt x="311793" y="37929"/>
                  <a:pt x="312512" y="36321"/>
                  <a:pt x="313521" y="34942"/>
                </a:cubicBezTo>
                <a:cubicBezTo>
                  <a:pt x="314531" y="33564"/>
                  <a:pt x="315862" y="32476"/>
                  <a:pt x="317514" y="31679"/>
                </a:cubicBezTo>
                <a:cubicBezTo>
                  <a:pt x="319167" y="30883"/>
                  <a:pt x="321187" y="30484"/>
                  <a:pt x="323574" y="30484"/>
                </a:cubicBezTo>
                <a:cubicBezTo>
                  <a:pt x="324370" y="30484"/>
                  <a:pt x="325196" y="30531"/>
                  <a:pt x="326053" y="30623"/>
                </a:cubicBezTo>
                <a:cubicBezTo>
                  <a:pt x="326910" y="30714"/>
                  <a:pt x="327645" y="30821"/>
                  <a:pt x="328256" y="30944"/>
                </a:cubicBezTo>
                <a:lnTo>
                  <a:pt x="328256" y="18838"/>
                </a:lnTo>
                <a:cubicBezTo>
                  <a:pt x="327216" y="18533"/>
                  <a:pt x="326267" y="18380"/>
                  <a:pt x="325411" y="18380"/>
                </a:cubicBezTo>
                <a:cubicBezTo>
                  <a:pt x="323758" y="18380"/>
                  <a:pt x="322166" y="18625"/>
                  <a:pt x="320637" y="19114"/>
                </a:cubicBezTo>
                <a:cubicBezTo>
                  <a:pt x="319107" y="19603"/>
                  <a:pt x="317669" y="20290"/>
                  <a:pt x="316322" y="21176"/>
                </a:cubicBezTo>
                <a:cubicBezTo>
                  <a:pt x="314975" y="22063"/>
                  <a:pt x="313781" y="23133"/>
                  <a:pt x="312741" y="24386"/>
                </a:cubicBezTo>
                <a:cubicBezTo>
                  <a:pt x="311701" y="25639"/>
                  <a:pt x="310874" y="27000"/>
                  <a:pt x="310261" y="28467"/>
                </a:cubicBezTo>
                <a:lnTo>
                  <a:pt x="310078" y="28467"/>
                </a:lnTo>
                <a:lnTo>
                  <a:pt x="310078" y="19654"/>
                </a:lnTo>
                <a:lnTo>
                  <a:pt x="297684" y="19654"/>
                </a:lnTo>
                <a:close/>
                <a:moveTo>
                  <a:pt x="365961" y="36402"/>
                </a:moveTo>
                <a:lnTo>
                  <a:pt x="378723" y="36402"/>
                </a:lnTo>
                <a:cubicBezTo>
                  <a:pt x="378540" y="33337"/>
                  <a:pt x="377805" y="30686"/>
                  <a:pt x="376519" y="28449"/>
                </a:cubicBezTo>
                <a:cubicBezTo>
                  <a:pt x="375234" y="26211"/>
                  <a:pt x="373566" y="24341"/>
                  <a:pt x="371515" y="22839"/>
                </a:cubicBezTo>
                <a:cubicBezTo>
                  <a:pt x="369465" y="21338"/>
                  <a:pt x="367139" y="20219"/>
                  <a:pt x="364538" y="19484"/>
                </a:cubicBezTo>
                <a:cubicBezTo>
                  <a:pt x="361937" y="18748"/>
                  <a:pt x="359229" y="18380"/>
                  <a:pt x="356413" y="18380"/>
                </a:cubicBezTo>
                <a:cubicBezTo>
                  <a:pt x="352556" y="18380"/>
                  <a:pt x="349128" y="19024"/>
                  <a:pt x="346128" y="20312"/>
                </a:cubicBezTo>
                <a:cubicBezTo>
                  <a:pt x="343130" y="21599"/>
                  <a:pt x="340590" y="23392"/>
                  <a:pt x="338509" y="25692"/>
                </a:cubicBezTo>
                <a:cubicBezTo>
                  <a:pt x="336428" y="27991"/>
                  <a:pt x="334852" y="30720"/>
                  <a:pt x="333781" y="33877"/>
                </a:cubicBezTo>
                <a:cubicBezTo>
                  <a:pt x="332709" y="37034"/>
                  <a:pt x="332174" y="40452"/>
                  <a:pt x="332174" y="44131"/>
                </a:cubicBezTo>
                <a:cubicBezTo>
                  <a:pt x="332174" y="47687"/>
                  <a:pt x="332755" y="50952"/>
                  <a:pt x="333918" y="53926"/>
                </a:cubicBezTo>
                <a:cubicBezTo>
                  <a:pt x="335081" y="56899"/>
                  <a:pt x="336703" y="59458"/>
                  <a:pt x="338783" y="61605"/>
                </a:cubicBezTo>
                <a:cubicBezTo>
                  <a:pt x="340865" y="63751"/>
                  <a:pt x="343390" y="65422"/>
                  <a:pt x="346358" y="66617"/>
                </a:cubicBezTo>
                <a:cubicBezTo>
                  <a:pt x="349327" y="67813"/>
                  <a:pt x="352587" y="68410"/>
                  <a:pt x="356137" y="68410"/>
                </a:cubicBezTo>
                <a:cubicBezTo>
                  <a:pt x="362441" y="68410"/>
                  <a:pt x="367613" y="66751"/>
                  <a:pt x="371652" y="63433"/>
                </a:cubicBezTo>
                <a:cubicBezTo>
                  <a:pt x="375692" y="60114"/>
                  <a:pt x="378141" y="55302"/>
                  <a:pt x="378999" y="48998"/>
                </a:cubicBezTo>
                <a:lnTo>
                  <a:pt x="366420" y="48998"/>
                </a:lnTo>
                <a:cubicBezTo>
                  <a:pt x="365992" y="51936"/>
                  <a:pt x="364936" y="54277"/>
                  <a:pt x="363252" y="56022"/>
                </a:cubicBezTo>
                <a:cubicBezTo>
                  <a:pt x="361569" y="57766"/>
                  <a:pt x="359167" y="58637"/>
                  <a:pt x="356046" y="58637"/>
                </a:cubicBezTo>
                <a:cubicBezTo>
                  <a:pt x="354026" y="58637"/>
                  <a:pt x="352311" y="58178"/>
                  <a:pt x="350903" y="57260"/>
                </a:cubicBezTo>
                <a:cubicBezTo>
                  <a:pt x="349495" y="56342"/>
                  <a:pt x="348378" y="55164"/>
                  <a:pt x="347552" y="53726"/>
                </a:cubicBezTo>
                <a:cubicBezTo>
                  <a:pt x="346726" y="52287"/>
                  <a:pt x="346129" y="50679"/>
                  <a:pt x="345761" y="48904"/>
                </a:cubicBezTo>
                <a:cubicBezTo>
                  <a:pt x="345394" y="47128"/>
                  <a:pt x="345211" y="45384"/>
                  <a:pt x="345211" y="43670"/>
                </a:cubicBezTo>
                <a:cubicBezTo>
                  <a:pt x="345211" y="41894"/>
                  <a:pt x="345394" y="40104"/>
                  <a:pt x="345761" y="38299"/>
                </a:cubicBezTo>
                <a:cubicBezTo>
                  <a:pt x="346129" y="36492"/>
                  <a:pt x="346757" y="34839"/>
                  <a:pt x="347644" y="33339"/>
                </a:cubicBezTo>
                <a:cubicBezTo>
                  <a:pt x="348532" y="31839"/>
                  <a:pt x="349679" y="30615"/>
                  <a:pt x="351086" y="29666"/>
                </a:cubicBezTo>
                <a:cubicBezTo>
                  <a:pt x="352495" y="28717"/>
                  <a:pt x="354239" y="28243"/>
                  <a:pt x="356320" y="28243"/>
                </a:cubicBezTo>
                <a:cubicBezTo>
                  <a:pt x="361890" y="28243"/>
                  <a:pt x="365104" y="30962"/>
                  <a:pt x="365961" y="36402"/>
                </a:cubicBezTo>
                <a:close/>
                <a:moveTo>
                  <a:pt x="386435" y="1614"/>
                </a:moveTo>
                <a:lnTo>
                  <a:pt x="386435" y="67155"/>
                </a:lnTo>
                <a:lnTo>
                  <a:pt x="399472" y="67155"/>
                </a:lnTo>
                <a:lnTo>
                  <a:pt x="399472" y="42277"/>
                </a:lnTo>
                <a:cubicBezTo>
                  <a:pt x="399472" y="37442"/>
                  <a:pt x="400268" y="33969"/>
                  <a:pt x="401859" y="31859"/>
                </a:cubicBezTo>
                <a:cubicBezTo>
                  <a:pt x="403451" y="29747"/>
                  <a:pt x="406022" y="28691"/>
                  <a:pt x="409571" y="28691"/>
                </a:cubicBezTo>
                <a:cubicBezTo>
                  <a:pt x="412694" y="28691"/>
                  <a:pt x="414867" y="29655"/>
                  <a:pt x="416090" y="31583"/>
                </a:cubicBezTo>
                <a:cubicBezTo>
                  <a:pt x="417314" y="33510"/>
                  <a:pt x="417927" y="36433"/>
                  <a:pt x="417927" y="40350"/>
                </a:cubicBezTo>
                <a:lnTo>
                  <a:pt x="417927" y="67155"/>
                </a:lnTo>
                <a:lnTo>
                  <a:pt x="430964" y="67155"/>
                </a:lnTo>
                <a:lnTo>
                  <a:pt x="430964" y="37946"/>
                </a:lnTo>
                <a:cubicBezTo>
                  <a:pt x="430964" y="35006"/>
                  <a:pt x="430704" y="32327"/>
                  <a:pt x="430183" y="29908"/>
                </a:cubicBezTo>
                <a:cubicBezTo>
                  <a:pt x="429663" y="27490"/>
                  <a:pt x="428760" y="25438"/>
                  <a:pt x="427474" y="23754"/>
                </a:cubicBezTo>
                <a:cubicBezTo>
                  <a:pt x="426189" y="22070"/>
                  <a:pt x="424429" y="20754"/>
                  <a:pt x="422195" y="19805"/>
                </a:cubicBezTo>
                <a:cubicBezTo>
                  <a:pt x="419961" y="18855"/>
                  <a:pt x="417100" y="18380"/>
                  <a:pt x="413612" y="18380"/>
                </a:cubicBezTo>
                <a:cubicBezTo>
                  <a:pt x="411163" y="18380"/>
                  <a:pt x="408653" y="19009"/>
                  <a:pt x="406082" y="20267"/>
                </a:cubicBezTo>
                <a:cubicBezTo>
                  <a:pt x="403512" y="21525"/>
                  <a:pt x="401400" y="23535"/>
                  <a:pt x="399748" y="26297"/>
                </a:cubicBezTo>
                <a:lnTo>
                  <a:pt x="399472" y="26297"/>
                </a:lnTo>
                <a:lnTo>
                  <a:pt x="399472" y="1614"/>
                </a:lnTo>
                <a:lnTo>
                  <a:pt x="386435" y="1614"/>
                </a:lnTo>
                <a:close/>
                <a:moveTo>
                  <a:pt x="441307" y="52989"/>
                </a:moveTo>
                <a:lnTo>
                  <a:pt x="441307" y="67155"/>
                </a:lnTo>
                <a:lnTo>
                  <a:pt x="455721" y="67155"/>
                </a:lnTo>
                <a:lnTo>
                  <a:pt x="455721" y="52989"/>
                </a:lnTo>
                <a:lnTo>
                  <a:pt x="441307" y="52989"/>
                </a:lnTo>
                <a:close/>
                <a:moveTo>
                  <a:pt x="465454" y="34286"/>
                </a:moveTo>
                <a:cubicBezTo>
                  <a:pt x="465637" y="31226"/>
                  <a:pt x="466402" y="28686"/>
                  <a:pt x="467749" y="26667"/>
                </a:cubicBezTo>
                <a:cubicBezTo>
                  <a:pt x="469096" y="24647"/>
                  <a:pt x="470810" y="23024"/>
                  <a:pt x="472890" y="21800"/>
                </a:cubicBezTo>
                <a:cubicBezTo>
                  <a:pt x="474971" y="20575"/>
                  <a:pt x="477312" y="19703"/>
                  <a:pt x="479913" y="19183"/>
                </a:cubicBezTo>
                <a:cubicBezTo>
                  <a:pt x="482515" y="18663"/>
                  <a:pt x="485132" y="18403"/>
                  <a:pt x="487764" y="18403"/>
                </a:cubicBezTo>
                <a:cubicBezTo>
                  <a:pt x="490151" y="18403"/>
                  <a:pt x="492569" y="18571"/>
                  <a:pt x="495017" y="18908"/>
                </a:cubicBezTo>
                <a:cubicBezTo>
                  <a:pt x="497466" y="19245"/>
                  <a:pt x="499700" y="19903"/>
                  <a:pt x="501719" y="20882"/>
                </a:cubicBezTo>
                <a:cubicBezTo>
                  <a:pt x="503739" y="21861"/>
                  <a:pt x="505392" y="23223"/>
                  <a:pt x="506677" y="24967"/>
                </a:cubicBezTo>
                <a:cubicBezTo>
                  <a:pt x="507963" y="26712"/>
                  <a:pt x="508606" y="29023"/>
                  <a:pt x="508606" y="31899"/>
                </a:cubicBezTo>
                <a:lnTo>
                  <a:pt x="508606" y="56596"/>
                </a:lnTo>
                <a:cubicBezTo>
                  <a:pt x="508606" y="58739"/>
                  <a:pt x="508728" y="60789"/>
                  <a:pt x="508973" y="62748"/>
                </a:cubicBezTo>
                <a:cubicBezTo>
                  <a:pt x="509217" y="64706"/>
                  <a:pt x="509646" y="66175"/>
                  <a:pt x="510257" y="67155"/>
                </a:cubicBezTo>
                <a:lnTo>
                  <a:pt x="497037" y="67155"/>
                </a:lnTo>
                <a:cubicBezTo>
                  <a:pt x="496792" y="66421"/>
                  <a:pt x="496593" y="65671"/>
                  <a:pt x="496440" y="64907"/>
                </a:cubicBezTo>
                <a:cubicBezTo>
                  <a:pt x="496287" y="64141"/>
                  <a:pt x="496180" y="63360"/>
                  <a:pt x="496119" y="62564"/>
                </a:cubicBezTo>
                <a:cubicBezTo>
                  <a:pt x="494038" y="64707"/>
                  <a:pt x="491590" y="66207"/>
                  <a:pt x="488774" y="67064"/>
                </a:cubicBezTo>
                <a:cubicBezTo>
                  <a:pt x="485958" y="67920"/>
                  <a:pt x="483081" y="68349"/>
                  <a:pt x="480143" y="68349"/>
                </a:cubicBezTo>
                <a:cubicBezTo>
                  <a:pt x="477879" y="68349"/>
                  <a:pt x="475767" y="68073"/>
                  <a:pt x="473808" y="67522"/>
                </a:cubicBezTo>
                <a:cubicBezTo>
                  <a:pt x="471849" y="66971"/>
                  <a:pt x="470136" y="66114"/>
                  <a:pt x="468667" y="64951"/>
                </a:cubicBezTo>
                <a:cubicBezTo>
                  <a:pt x="467198" y="63789"/>
                  <a:pt x="466051" y="62320"/>
                  <a:pt x="465224" y="60545"/>
                </a:cubicBezTo>
                <a:cubicBezTo>
                  <a:pt x="464398" y="58770"/>
                  <a:pt x="463985" y="56658"/>
                  <a:pt x="463985" y="54209"/>
                </a:cubicBezTo>
                <a:cubicBezTo>
                  <a:pt x="463985" y="51516"/>
                  <a:pt x="464459" y="49298"/>
                  <a:pt x="465408" y="47553"/>
                </a:cubicBezTo>
                <a:cubicBezTo>
                  <a:pt x="466357" y="45809"/>
                  <a:pt x="467581" y="44416"/>
                  <a:pt x="469080" y="43376"/>
                </a:cubicBezTo>
                <a:cubicBezTo>
                  <a:pt x="470580" y="42335"/>
                  <a:pt x="472294" y="41555"/>
                  <a:pt x="474221" y="41035"/>
                </a:cubicBezTo>
                <a:cubicBezTo>
                  <a:pt x="476150" y="40514"/>
                  <a:pt x="478093" y="40102"/>
                  <a:pt x="480052" y="39796"/>
                </a:cubicBezTo>
                <a:cubicBezTo>
                  <a:pt x="482010" y="39490"/>
                  <a:pt x="483938" y="39245"/>
                  <a:pt x="485835" y="39061"/>
                </a:cubicBezTo>
                <a:cubicBezTo>
                  <a:pt x="487733" y="38877"/>
                  <a:pt x="489416" y="38601"/>
                  <a:pt x="490885" y="38234"/>
                </a:cubicBezTo>
                <a:cubicBezTo>
                  <a:pt x="492354" y="37867"/>
                  <a:pt x="493517" y="37332"/>
                  <a:pt x="494374" y="36629"/>
                </a:cubicBezTo>
                <a:cubicBezTo>
                  <a:pt x="495231" y="35925"/>
                  <a:pt x="495629" y="34899"/>
                  <a:pt x="495569" y="33552"/>
                </a:cubicBezTo>
                <a:cubicBezTo>
                  <a:pt x="495569" y="32144"/>
                  <a:pt x="495339" y="31027"/>
                  <a:pt x="494879" y="30201"/>
                </a:cubicBezTo>
                <a:cubicBezTo>
                  <a:pt x="494420" y="29375"/>
                  <a:pt x="493808" y="28732"/>
                  <a:pt x="493043" y="28274"/>
                </a:cubicBezTo>
                <a:cubicBezTo>
                  <a:pt x="492278" y="27814"/>
                  <a:pt x="491390" y="27508"/>
                  <a:pt x="490380" y="27355"/>
                </a:cubicBezTo>
                <a:cubicBezTo>
                  <a:pt x="489370" y="27201"/>
                  <a:pt x="488284" y="27125"/>
                  <a:pt x="487121" y="27125"/>
                </a:cubicBezTo>
                <a:cubicBezTo>
                  <a:pt x="484551" y="27125"/>
                  <a:pt x="482531" y="27676"/>
                  <a:pt x="481062" y="28778"/>
                </a:cubicBezTo>
                <a:cubicBezTo>
                  <a:pt x="479593" y="29880"/>
                  <a:pt x="478736" y="31716"/>
                  <a:pt x="478491" y="34286"/>
                </a:cubicBezTo>
                <a:lnTo>
                  <a:pt x="465454" y="34286"/>
                </a:lnTo>
                <a:moveTo>
                  <a:pt x="495569" y="43926"/>
                </a:moveTo>
                <a:cubicBezTo>
                  <a:pt x="495018" y="44417"/>
                  <a:pt x="494329" y="44799"/>
                  <a:pt x="493502" y="45075"/>
                </a:cubicBezTo>
                <a:cubicBezTo>
                  <a:pt x="492676" y="45350"/>
                  <a:pt x="491788" y="45580"/>
                  <a:pt x="490839" y="45764"/>
                </a:cubicBezTo>
                <a:cubicBezTo>
                  <a:pt x="489891" y="45947"/>
                  <a:pt x="488896" y="46100"/>
                  <a:pt x="487855" y="46222"/>
                </a:cubicBezTo>
                <a:cubicBezTo>
                  <a:pt x="486815" y="46345"/>
                  <a:pt x="485774" y="46497"/>
                  <a:pt x="484734" y="46680"/>
                </a:cubicBezTo>
                <a:cubicBezTo>
                  <a:pt x="483755" y="46864"/>
                  <a:pt x="482791" y="47110"/>
                  <a:pt x="481842" y="47416"/>
                </a:cubicBezTo>
                <a:cubicBezTo>
                  <a:pt x="480893" y="47721"/>
                  <a:pt x="480067" y="48135"/>
                  <a:pt x="479363" y="48656"/>
                </a:cubicBezTo>
                <a:cubicBezTo>
                  <a:pt x="478659" y="49176"/>
                  <a:pt x="478093" y="49834"/>
                  <a:pt x="477665" y="50630"/>
                </a:cubicBezTo>
                <a:cubicBezTo>
                  <a:pt x="477236" y="51424"/>
                  <a:pt x="477022" y="52434"/>
                  <a:pt x="477022" y="53658"/>
                </a:cubicBezTo>
                <a:cubicBezTo>
                  <a:pt x="477022" y="54821"/>
                  <a:pt x="477236" y="55801"/>
                  <a:pt x="477665" y="56596"/>
                </a:cubicBezTo>
                <a:cubicBezTo>
                  <a:pt x="478093" y="57392"/>
                  <a:pt x="478675" y="58020"/>
                  <a:pt x="479409" y="58479"/>
                </a:cubicBezTo>
                <a:cubicBezTo>
                  <a:pt x="480144" y="58938"/>
                  <a:pt x="481001" y="59259"/>
                  <a:pt x="481980" y="59443"/>
                </a:cubicBezTo>
                <a:cubicBezTo>
                  <a:pt x="482959" y="59627"/>
                  <a:pt x="483969" y="59719"/>
                  <a:pt x="485010" y="59719"/>
                </a:cubicBezTo>
                <a:cubicBezTo>
                  <a:pt x="487580" y="59719"/>
                  <a:pt x="489569" y="59291"/>
                  <a:pt x="490976" y="58434"/>
                </a:cubicBezTo>
                <a:cubicBezTo>
                  <a:pt x="492385" y="57577"/>
                  <a:pt x="493426" y="56551"/>
                  <a:pt x="494099" y="55358"/>
                </a:cubicBezTo>
                <a:cubicBezTo>
                  <a:pt x="494772" y="54164"/>
                  <a:pt x="495186" y="52955"/>
                  <a:pt x="495339" y="51731"/>
                </a:cubicBezTo>
                <a:cubicBezTo>
                  <a:pt x="495492" y="50506"/>
                  <a:pt x="495569" y="49527"/>
                  <a:pt x="495569" y="48793"/>
                </a:cubicBezTo>
                <a:lnTo>
                  <a:pt x="495569" y="43926"/>
                </a:lnTo>
                <a:close/>
                <a:moveTo>
                  <a:pt x="518796" y="19654"/>
                </a:moveTo>
                <a:lnTo>
                  <a:pt x="518796" y="67155"/>
                </a:lnTo>
                <a:lnTo>
                  <a:pt x="531833" y="67155"/>
                </a:lnTo>
                <a:lnTo>
                  <a:pt x="531833" y="45740"/>
                </a:lnTo>
                <a:cubicBezTo>
                  <a:pt x="531833" y="43596"/>
                  <a:pt x="532048" y="41605"/>
                  <a:pt x="532476" y="39767"/>
                </a:cubicBezTo>
                <a:cubicBezTo>
                  <a:pt x="532905" y="37929"/>
                  <a:pt x="533624" y="36321"/>
                  <a:pt x="534634" y="34942"/>
                </a:cubicBezTo>
                <a:cubicBezTo>
                  <a:pt x="535643" y="33564"/>
                  <a:pt x="536974" y="32476"/>
                  <a:pt x="538626" y="31679"/>
                </a:cubicBezTo>
                <a:cubicBezTo>
                  <a:pt x="540280" y="30883"/>
                  <a:pt x="542300" y="30484"/>
                  <a:pt x="544687" y="30484"/>
                </a:cubicBezTo>
                <a:cubicBezTo>
                  <a:pt x="545483" y="30484"/>
                  <a:pt x="546309" y="30531"/>
                  <a:pt x="547165" y="30623"/>
                </a:cubicBezTo>
                <a:cubicBezTo>
                  <a:pt x="548022" y="30714"/>
                  <a:pt x="548757" y="30821"/>
                  <a:pt x="549369" y="30944"/>
                </a:cubicBezTo>
                <a:lnTo>
                  <a:pt x="549369" y="18838"/>
                </a:lnTo>
                <a:cubicBezTo>
                  <a:pt x="548328" y="18533"/>
                  <a:pt x="547380" y="18380"/>
                  <a:pt x="546523" y="18380"/>
                </a:cubicBezTo>
                <a:cubicBezTo>
                  <a:pt x="544870" y="18380"/>
                  <a:pt x="543279" y="18625"/>
                  <a:pt x="541749" y="19114"/>
                </a:cubicBezTo>
                <a:cubicBezTo>
                  <a:pt x="540219" y="19603"/>
                  <a:pt x="538781" y="20290"/>
                  <a:pt x="537434" y="21176"/>
                </a:cubicBezTo>
                <a:cubicBezTo>
                  <a:pt x="536087" y="22063"/>
                  <a:pt x="534894" y="23133"/>
                  <a:pt x="533853" y="24386"/>
                </a:cubicBezTo>
                <a:cubicBezTo>
                  <a:pt x="532813" y="25639"/>
                  <a:pt x="531986" y="27000"/>
                  <a:pt x="531374" y="28467"/>
                </a:cubicBezTo>
                <a:lnTo>
                  <a:pt x="531190" y="28467"/>
                </a:lnTo>
                <a:lnTo>
                  <a:pt x="531190" y="19654"/>
                </a:lnTo>
                <a:lnTo>
                  <a:pt x="518796" y="19654"/>
                </a:lnTo>
                <a:close/>
                <a:moveTo>
                  <a:pt x="587074" y="36402"/>
                </a:moveTo>
                <a:lnTo>
                  <a:pt x="599835" y="36402"/>
                </a:lnTo>
                <a:cubicBezTo>
                  <a:pt x="599652" y="33337"/>
                  <a:pt x="598918" y="30686"/>
                  <a:pt x="597632" y="28449"/>
                </a:cubicBezTo>
                <a:cubicBezTo>
                  <a:pt x="596347" y="26211"/>
                  <a:pt x="594679" y="24341"/>
                  <a:pt x="592628" y="22839"/>
                </a:cubicBezTo>
                <a:cubicBezTo>
                  <a:pt x="590578" y="21338"/>
                  <a:pt x="588252" y="20219"/>
                  <a:pt x="585651" y="19484"/>
                </a:cubicBezTo>
                <a:cubicBezTo>
                  <a:pt x="583050" y="18748"/>
                  <a:pt x="580341" y="18380"/>
                  <a:pt x="577526" y="18380"/>
                </a:cubicBezTo>
                <a:cubicBezTo>
                  <a:pt x="573669" y="18380"/>
                  <a:pt x="570241" y="19024"/>
                  <a:pt x="567241" y="20312"/>
                </a:cubicBezTo>
                <a:cubicBezTo>
                  <a:pt x="564242" y="21599"/>
                  <a:pt x="561702" y="23392"/>
                  <a:pt x="559622" y="25692"/>
                </a:cubicBezTo>
                <a:cubicBezTo>
                  <a:pt x="557541" y="27991"/>
                  <a:pt x="555965" y="30720"/>
                  <a:pt x="554893" y="33877"/>
                </a:cubicBezTo>
                <a:cubicBezTo>
                  <a:pt x="553822" y="37034"/>
                  <a:pt x="553287" y="40452"/>
                  <a:pt x="553287" y="44131"/>
                </a:cubicBezTo>
                <a:cubicBezTo>
                  <a:pt x="553287" y="47687"/>
                  <a:pt x="553868" y="50952"/>
                  <a:pt x="555031" y="53926"/>
                </a:cubicBezTo>
                <a:cubicBezTo>
                  <a:pt x="556194" y="56899"/>
                  <a:pt x="557815" y="59458"/>
                  <a:pt x="559896" y="61605"/>
                </a:cubicBezTo>
                <a:cubicBezTo>
                  <a:pt x="561978" y="63751"/>
                  <a:pt x="564503" y="65422"/>
                  <a:pt x="567471" y="66617"/>
                </a:cubicBezTo>
                <a:cubicBezTo>
                  <a:pt x="570440" y="67813"/>
                  <a:pt x="573700" y="68410"/>
                  <a:pt x="577250" y="68410"/>
                </a:cubicBezTo>
                <a:cubicBezTo>
                  <a:pt x="583554" y="68410"/>
                  <a:pt x="588726" y="66751"/>
                  <a:pt x="592765" y="63433"/>
                </a:cubicBezTo>
                <a:cubicBezTo>
                  <a:pt x="596805" y="60114"/>
                  <a:pt x="599254" y="55302"/>
                  <a:pt x="600111" y="48998"/>
                </a:cubicBezTo>
                <a:lnTo>
                  <a:pt x="587532" y="48998"/>
                </a:lnTo>
                <a:cubicBezTo>
                  <a:pt x="587105" y="51936"/>
                  <a:pt x="586049" y="54277"/>
                  <a:pt x="584365" y="56022"/>
                </a:cubicBezTo>
                <a:cubicBezTo>
                  <a:pt x="582682" y="57766"/>
                  <a:pt x="580280" y="58637"/>
                  <a:pt x="577158" y="58637"/>
                </a:cubicBezTo>
                <a:cubicBezTo>
                  <a:pt x="575138" y="58637"/>
                  <a:pt x="573424" y="58178"/>
                  <a:pt x="572016" y="57260"/>
                </a:cubicBezTo>
                <a:cubicBezTo>
                  <a:pt x="570608" y="56342"/>
                  <a:pt x="569491" y="55164"/>
                  <a:pt x="568665" y="53726"/>
                </a:cubicBezTo>
                <a:cubicBezTo>
                  <a:pt x="567839" y="52287"/>
                  <a:pt x="567242" y="50679"/>
                  <a:pt x="566874" y="48904"/>
                </a:cubicBezTo>
                <a:cubicBezTo>
                  <a:pt x="566507" y="47128"/>
                  <a:pt x="566324" y="45384"/>
                  <a:pt x="566324" y="43670"/>
                </a:cubicBezTo>
                <a:cubicBezTo>
                  <a:pt x="566324" y="41894"/>
                  <a:pt x="566507" y="40104"/>
                  <a:pt x="566874" y="38299"/>
                </a:cubicBezTo>
                <a:cubicBezTo>
                  <a:pt x="567242" y="36492"/>
                  <a:pt x="567870" y="34839"/>
                  <a:pt x="568757" y="33339"/>
                </a:cubicBezTo>
                <a:cubicBezTo>
                  <a:pt x="569644" y="31839"/>
                  <a:pt x="570792" y="30615"/>
                  <a:pt x="572199" y="29666"/>
                </a:cubicBezTo>
                <a:cubicBezTo>
                  <a:pt x="573608" y="28717"/>
                  <a:pt x="575352" y="28243"/>
                  <a:pt x="577433" y="28243"/>
                </a:cubicBezTo>
                <a:cubicBezTo>
                  <a:pt x="583003" y="28243"/>
                  <a:pt x="586217" y="30962"/>
                  <a:pt x="587074" y="36402"/>
                </a:cubicBezTo>
                <a:close/>
                <a:moveTo>
                  <a:pt x="617647" y="51734"/>
                </a:moveTo>
                <a:lnTo>
                  <a:pt x="605253" y="51734"/>
                </a:lnTo>
                <a:cubicBezTo>
                  <a:pt x="605375" y="54911"/>
                  <a:pt x="606094" y="57554"/>
                  <a:pt x="607410" y="59661"/>
                </a:cubicBezTo>
                <a:cubicBezTo>
                  <a:pt x="608726" y="61768"/>
                  <a:pt x="610409" y="63464"/>
                  <a:pt x="612459" y="64747"/>
                </a:cubicBezTo>
                <a:cubicBezTo>
                  <a:pt x="614510" y="66030"/>
                  <a:pt x="616852" y="66946"/>
                  <a:pt x="619484" y="67495"/>
                </a:cubicBezTo>
                <a:cubicBezTo>
                  <a:pt x="622115" y="68046"/>
                  <a:pt x="624809" y="68321"/>
                  <a:pt x="627563" y="68321"/>
                </a:cubicBezTo>
                <a:cubicBezTo>
                  <a:pt x="630255" y="68321"/>
                  <a:pt x="632902" y="68060"/>
                  <a:pt x="635503" y="67539"/>
                </a:cubicBezTo>
                <a:cubicBezTo>
                  <a:pt x="638105" y="67019"/>
                  <a:pt x="640416" y="66116"/>
                  <a:pt x="642435" y="64830"/>
                </a:cubicBezTo>
                <a:cubicBezTo>
                  <a:pt x="644455" y="63543"/>
                  <a:pt x="646092" y="61844"/>
                  <a:pt x="647347" y="59732"/>
                </a:cubicBezTo>
                <a:cubicBezTo>
                  <a:pt x="648602" y="57619"/>
                  <a:pt x="649230" y="55001"/>
                  <a:pt x="649230" y="51878"/>
                </a:cubicBezTo>
                <a:cubicBezTo>
                  <a:pt x="649230" y="49674"/>
                  <a:pt x="648801" y="47822"/>
                  <a:pt x="647944" y="46322"/>
                </a:cubicBezTo>
                <a:cubicBezTo>
                  <a:pt x="647087" y="44821"/>
                  <a:pt x="645955" y="43565"/>
                  <a:pt x="644546" y="42555"/>
                </a:cubicBezTo>
                <a:cubicBezTo>
                  <a:pt x="643139" y="41544"/>
                  <a:pt x="641532" y="40733"/>
                  <a:pt x="639727" y="40121"/>
                </a:cubicBezTo>
                <a:cubicBezTo>
                  <a:pt x="637922" y="39509"/>
                  <a:pt x="636070" y="38988"/>
                  <a:pt x="634172" y="38559"/>
                </a:cubicBezTo>
                <a:cubicBezTo>
                  <a:pt x="632336" y="38131"/>
                  <a:pt x="630530" y="37733"/>
                  <a:pt x="628755" y="37366"/>
                </a:cubicBezTo>
                <a:cubicBezTo>
                  <a:pt x="626980" y="36998"/>
                  <a:pt x="625404" y="36584"/>
                  <a:pt x="624027" y="36126"/>
                </a:cubicBezTo>
                <a:cubicBezTo>
                  <a:pt x="622650" y="35666"/>
                  <a:pt x="621533" y="35069"/>
                  <a:pt x="620676" y="34334"/>
                </a:cubicBezTo>
                <a:cubicBezTo>
                  <a:pt x="619819" y="33599"/>
                  <a:pt x="619391" y="32650"/>
                  <a:pt x="619391" y="31486"/>
                </a:cubicBezTo>
                <a:cubicBezTo>
                  <a:pt x="619391" y="30506"/>
                  <a:pt x="619636" y="29725"/>
                  <a:pt x="620125" y="29144"/>
                </a:cubicBezTo>
                <a:cubicBezTo>
                  <a:pt x="620616" y="28562"/>
                  <a:pt x="621212" y="28118"/>
                  <a:pt x="621916" y="27813"/>
                </a:cubicBezTo>
                <a:cubicBezTo>
                  <a:pt x="622620" y="27506"/>
                  <a:pt x="623400" y="27307"/>
                  <a:pt x="624257" y="27216"/>
                </a:cubicBezTo>
                <a:cubicBezTo>
                  <a:pt x="625114" y="27123"/>
                  <a:pt x="625910" y="27077"/>
                  <a:pt x="626644" y="27077"/>
                </a:cubicBezTo>
                <a:cubicBezTo>
                  <a:pt x="628969" y="27077"/>
                  <a:pt x="630989" y="27523"/>
                  <a:pt x="632703" y="28415"/>
                </a:cubicBezTo>
                <a:cubicBezTo>
                  <a:pt x="634417" y="29306"/>
                  <a:pt x="635365" y="31012"/>
                  <a:pt x="635549" y="33533"/>
                </a:cubicBezTo>
                <a:lnTo>
                  <a:pt x="647945" y="33533"/>
                </a:lnTo>
                <a:cubicBezTo>
                  <a:pt x="647700" y="30594"/>
                  <a:pt x="646950" y="28161"/>
                  <a:pt x="645695" y="26232"/>
                </a:cubicBezTo>
                <a:cubicBezTo>
                  <a:pt x="644441" y="24304"/>
                  <a:pt x="642865" y="22758"/>
                  <a:pt x="640967" y="21595"/>
                </a:cubicBezTo>
                <a:cubicBezTo>
                  <a:pt x="639070" y="20432"/>
                  <a:pt x="636913" y="19605"/>
                  <a:pt x="634495" y="19116"/>
                </a:cubicBezTo>
                <a:cubicBezTo>
                  <a:pt x="632077" y="18625"/>
                  <a:pt x="629582" y="18380"/>
                  <a:pt x="627012" y="18380"/>
                </a:cubicBezTo>
                <a:cubicBezTo>
                  <a:pt x="624441" y="18380"/>
                  <a:pt x="621931" y="18610"/>
                  <a:pt x="619482" y="19069"/>
                </a:cubicBezTo>
                <a:cubicBezTo>
                  <a:pt x="617034" y="19528"/>
                  <a:pt x="614831" y="20324"/>
                  <a:pt x="612873" y="21457"/>
                </a:cubicBezTo>
                <a:cubicBezTo>
                  <a:pt x="610914" y="22590"/>
                  <a:pt x="609338" y="24136"/>
                  <a:pt x="608144" y="26095"/>
                </a:cubicBezTo>
                <a:cubicBezTo>
                  <a:pt x="606951" y="28055"/>
                  <a:pt x="606354" y="30566"/>
                  <a:pt x="606354" y="33628"/>
                </a:cubicBezTo>
                <a:cubicBezTo>
                  <a:pt x="606354" y="35710"/>
                  <a:pt x="606782" y="37470"/>
                  <a:pt x="607639" y="38909"/>
                </a:cubicBezTo>
                <a:cubicBezTo>
                  <a:pt x="608496" y="40348"/>
                  <a:pt x="609628" y="41542"/>
                  <a:pt x="611036" y="42492"/>
                </a:cubicBezTo>
                <a:cubicBezTo>
                  <a:pt x="612444" y="43441"/>
                  <a:pt x="614051" y="44206"/>
                  <a:pt x="615857" y="44788"/>
                </a:cubicBezTo>
                <a:cubicBezTo>
                  <a:pt x="617662" y="45370"/>
                  <a:pt x="619513" y="45875"/>
                  <a:pt x="621411" y="46304"/>
                </a:cubicBezTo>
                <a:cubicBezTo>
                  <a:pt x="626062" y="47283"/>
                  <a:pt x="629688" y="48263"/>
                  <a:pt x="632289" y="49243"/>
                </a:cubicBezTo>
                <a:cubicBezTo>
                  <a:pt x="634891" y="50222"/>
                  <a:pt x="636192" y="51692"/>
                  <a:pt x="636192" y="53651"/>
                </a:cubicBezTo>
                <a:cubicBezTo>
                  <a:pt x="636192" y="54814"/>
                  <a:pt x="635917" y="55779"/>
                  <a:pt x="635366" y="56544"/>
                </a:cubicBezTo>
                <a:cubicBezTo>
                  <a:pt x="634815" y="57310"/>
                  <a:pt x="634126" y="57923"/>
                  <a:pt x="633300" y="58382"/>
                </a:cubicBezTo>
                <a:cubicBezTo>
                  <a:pt x="632474" y="58841"/>
                  <a:pt x="631556" y="59178"/>
                  <a:pt x="630545" y="59393"/>
                </a:cubicBezTo>
                <a:cubicBezTo>
                  <a:pt x="629536" y="59606"/>
                  <a:pt x="628572" y="59713"/>
                  <a:pt x="627654" y="59713"/>
                </a:cubicBezTo>
                <a:cubicBezTo>
                  <a:pt x="626369" y="59713"/>
                  <a:pt x="625129" y="59561"/>
                  <a:pt x="623936" y="59255"/>
                </a:cubicBezTo>
                <a:cubicBezTo>
                  <a:pt x="622742" y="58949"/>
                  <a:pt x="621686" y="58475"/>
                  <a:pt x="620768" y="57833"/>
                </a:cubicBezTo>
                <a:cubicBezTo>
                  <a:pt x="619850" y="57191"/>
                  <a:pt x="619100" y="56365"/>
                  <a:pt x="618518" y="55356"/>
                </a:cubicBezTo>
                <a:cubicBezTo>
                  <a:pt x="617937" y="54348"/>
                  <a:pt x="617647" y="53140"/>
                  <a:pt x="617647" y="51734"/>
                </a:cubicBezTo>
                <a:close/>
                <a:moveTo>
                  <a:pt x="669918" y="12373"/>
                </a:moveTo>
                <a:lnTo>
                  <a:pt x="669918" y="1614"/>
                </a:lnTo>
                <a:lnTo>
                  <a:pt x="656881" y="1614"/>
                </a:lnTo>
                <a:lnTo>
                  <a:pt x="656881" y="12373"/>
                </a:lnTo>
                <a:lnTo>
                  <a:pt x="669918" y="12373"/>
                </a:lnTo>
                <a:moveTo>
                  <a:pt x="656881" y="19689"/>
                </a:moveTo>
                <a:lnTo>
                  <a:pt x="656881" y="67155"/>
                </a:lnTo>
                <a:lnTo>
                  <a:pt x="669918" y="67155"/>
                </a:lnTo>
                <a:lnTo>
                  <a:pt x="669918" y="19689"/>
                </a:lnTo>
                <a:lnTo>
                  <a:pt x="656881" y="19689"/>
                </a:lnTo>
                <a:close/>
                <a:moveTo>
                  <a:pt x="680232" y="19687"/>
                </a:moveTo>
                <a:lnTo>
                  <a:pt x="680232" y="67155"/>
                </a:lnTo>
                <a:lnTo>
                  <a:pt x="693269" y="67155"/>
                </a:lnTo>
                <a:lnTo>
                  <a:pt x="693269" y="42277"/>
                </a:lnTo>
                <a:cubicBezTo>
                  <a:pt x="693269" y="37442"/>
                  <a:pt x="694065" y="33969"/>
                  <a:pt x="695656" y="31859"/>
                </a:cubicBezTo>
                <a:cubicBezTo>
                  <a:pt x="697248" y="29747"/>
                  <a:pt x="699818" y="28691"/>
                  <a:pt x="703368" y="28691"/>
                </a:cubicBezTo>
                <a:cubicBezTo>
                  <a:pt x="706490" y="28691"/>
                  <a:pt x="708663" y="29655"/>
                  <a:pt x="709887" y="31583"/>
                </a:cubicBezTo>
                <a:cubicBezTo>
                  <a:pt x="711111" y="33510"/>
                  <a:pt x="711723" y="36433"/>
                  <a:pt x="711723" y="40350"/>
                </a:cubicBezTo>
                <a:lnTo>
                  <a:pt x="711723" y="67155"/>
                </a:lnTo>
                <a:lnTo>
                  <a:pt x="724760" y="67155"/>
                </a:lnTo>
                <a:lnTo>
                  <a:pt x="724760" y="37946"/>
                </a:lnTo>
                <a:cubicBezTo>
                  <a:pt x="724760" y="35006"/>
                  <a:pt x="724500" y="32327"/>
                  <a:pt x="723980" y="29908"/>
                </a:cubicBezTo>
                <a:cubicBezTo>
                  <a:pt x="723460" y="27490"/>
                  <a:pt x="722557" y="25438"/>
                  <a:pt x="721271" y="23754"/>
                </a:cubicBezTo>
                <a:cubicBezTo>
                  <a:pt x="719986" y="22070"/>
                  <a:pt x="718226" y="20754"/>
                  <a:pt x="715992" y="19805"/>
                </a:cubicBezTo>
                <a:cubicBezTo>
                  <a:pt x="713758" y="18855"/>
                  <a:pt x="710896" y="18380"/>
                  <a:pt x="707407" y="18380"/>
                </a:cubicBezTo>
                <a:cubicBezTo>
                  <a:pt x="704653" y="18380"/>
                  <a:pt x="701960" y="19009"/>
                  <a:pt x="699328" y="20267"/>
                </a:cubicBezTo>
                <a:cubicBezTo>
                  <a:pt x="696696" y="21525"/>
                  <a:pt x="694554" y="23535"/>
                  <a:pt x="692902" y="26297"/>
                </a:cubicBezTo>
                <a:lnTo>
                  <a:pt x="692626" y="26297"/>
                </a:lnTo>
                <a:lnTo>
                  <a:pt x="692626" y="19687"/>
                </a:lnTo>
                <a:lnTo>
                  <a:pt x="680232" y="19687"/>
                </a:lnTo>
                <a:close/>
                <a:moveTo>
                  <a:pt x="757414" y="0"/>
                </a:moveTo>
                <a:lnTo>
                  <a:pt x="746489" y="0"/>
                </a:lnTo>
                <a:cubicBezTo>
                  <a:pt x="744469" y="2938"/>
                  <a:pt x="742709" y="6152"/>
                  <a:pt x="741209" y="9641"/>
                </a:cubicBezTo>
                <a:cubicBezTo>
                  <a:pt x="739710" y="13130"/>
                  <a:pt x="738455" y="16742"/>
                  <a:pt x="737445" y="20476"/>
                </a:cubicBezTo>
                <a:cubicBezTo>
                  <a:pt x="736435" y="24210"/>
                  <a:pt x="735670" y="27959"/>
                  <a:pt x="735150" y="31724"/>
                </a:cubicBezTo>
                <a:cubicBezTo>
                  <a:pt x="734630" y="35489"/>
                  <a:pt x="734370" y="39086"/>
                  <a:pt x="734370" y="42514"/>
                </a:cubicBezTo>
                <a:cubicBezTo>
                  <a:pt x="734370" y="49737"/>
                  <a:pt x="735426" y="56838"/>
                  <a:pt x="737537" y="63817"/>
                </a:cubicBezTo>
                <a:cubicBezTo>
                  <a:pt x="739649" y="70795"/>
                  <a:pt x="742633" y="77437"/>
                  <a:pt x="746489" y="83742"/>
                </a:cubicBezTo>
                <a:lnTo>
                  <a:pt x="757323" y="83742"/>
                </a:lnTo>
                <a:cubicBezTo>
                  <a:pt x="753833" y="77070"/>
                  <a:pt x="751308" y="70214"/>
                  <a:pt x="749748" y="63175"/>
                </a:cubicBezTo>
                <a:cubicBezTo>
                  <a:pt x="748187" y="56135"/>
                  <a:pt x="747407" y="48942"/>
                  <a:pt x="747407" y="41595"/>
                </a:cubicBezTo>
                <a:cubicBezTo>
                  <a:pt x="747407" y="34372"/>
                  <a:pt x="748202" y="27256"/>
                  <a:pt x="749794" y="20248"/>
                </a:cubicBezTo>
                <a:cubicBezTo>
                  <a:pt x="751385" y="13238"/>
                  <a:pt x="753925" y="6489"/>
                  <a:pt x="757414" y="0"/>
                </a:cubicBezTo>
                <a:close/>
                <a:moveTo>
                  <a:pt x="785510" y="73011"/>
                </a:moveTo>
                <a:lnTo>
                  <a:pt x="805340" y="19725"/>
                </a:lnTo>
                <a:lnTo>
                  <a:pt x="791845" y="19725"/>
                </a:lnTo>
                <a:lnTo>
                  <a:pt x="781469" y="52192"/>
                </a:lnTo>
                <a:lnTo>
                  <a:pt x="781286" y="52192"/>
                </a:lnTo>
                <a:lnTo>
                  <a:pt x="770543" y="19725"/>
                </a:lnTo>
                <a:lnTo>
                  <a:pt x="756680" y="19725"/>
                </a:lnTo>
                <a:lnTo>
                  <a:pt x="773298" y="64215"/>
                </a:lnTo>
                <a:cubicBezTo>
                  <a:pt x="773666" y="65132"/>
                  <a:pt x="773850" y="66110"/>
                  <a:pt x="773850" y="67149"/>
                </a:cubicBezTo>
                <a:cubicBezTo>
                  <a:pt x="773850" y="68556"/>
                  <a:pt x="773436" y="69840"/>
                  <a:pt x="772610" y="71002"/>
                </a:cubicBezTo>
                <a:cubicBezTo>
                  <a:pt x="771783" y="72164"/>
                  <a:pt x="770513" y="72837"/>
                  <a:pt x="768799" y="73021"/>
                </a:cubicBezTo>
                <a:cubicBezTo>
                  <a:pt x="767514" y="73081"/>
                  <a:pt x="766229" y="73051"/>
                  <a:pt x="764942" y="72928"/>
                </a:cubicBezTo>
                <a:cubicBezTo>
                  <a:pt x="763657" y="72806"/>
                  <a:pt x="762403" y="72684"/>
                  <a:pt x="761180" y="72561"/>
                </a:cubicBezTo>
                <a:lnTo>
                  <a:pt x="761180" y="83294"/>
                </a:lnTo>
                <a:cubicBezTo>
                  <a:pt x="762525" y="83413"/>
                  <a:pt x="763856" y="83518"/>
                  <a:pt x="765172" y="83608"/>
                </a:cubicBezTo>
                <a:cubicBezTo>
                  <a:pt x="766488" y="83697"/>
                  <a:pt x="767820" y="83742"/>
                  <a:pt x="769166" y="83742"/>
                </a:cubicBezTo>
                <a:cubicBezTo>
                  <a:pt x="773634" y="83742"/>
                  <a:pt x="777123" y="82916"/>
                  <a:pt x="779633" y="81265"/>
                </a:cubicBezTo>
                <a:cubicBezTo>
                  <a:pt x="782142" y="79615"/>
                  <a:pt x="784101" y="76864"/>
                  <a:pt x="785510" y="73011"/>
                </a:cubicBezTo>
                <a:close/>
                <a:moveTo>
                  <a:pt x="840565" y="67155"/>
                </a:moveTo>
                <a:lnTo>
                  <a:pt x="840565" y="2869"/>
                </a:lnTo>
                <a:lnTo>
                  <a:pt x="830191" y="2869"/>
                </a:lnTo>
                <a:cubicBezTo>
                  <a:pt x="829823" y="5311"/>
                  <a:pt x="829058" y="7357"/>
                  <a:pt x="827895" y="9007"/>
                </a:cubicBezTo>
                <a:cubicBezTo>
                  <a:pt x="826732" y="10655"/>
                  <a:pt x="825309" y="11983"/>
                  <a:pt x="823625" y="12991"/>
                </a:cubicBezTo>
                <a:cubicBezTo>
                  <a:pt x="821942" y="13998"/>
                  <a:pt x="820045" y="14700"/>
                  <a:pt x="817933" y="15098"/>
                </a:cubicBezTo>
                <a:cubicBezTo>
                  <a:pt x="815821" y="15495"/>
                  <a:pt x="813634" y="15662"/>
                  <a:pt x="811370" y="15601"/>
                </a:cubicBezTo>
                <a:lnTo>
                  <a:pt x="811370" y="25463"/>
                </a:lnTo>
                <a:lnTo>
                  <a:pt x="827528" y="25463"/>
                </a:lnTo>
                <a:lnTo>
                  <a:pt x="827528" y="67155"/>
                </a:lnTo>
                <a:lnTo>
                  <a:pt x="840565" y="67155"/>
                </a:lnTo>
                <a:close/>
                <a:moveTo>
                  <a:pt x="855286" y="83742"/>
                </a:moveTo>
                <a:lnTo>
                  <a:pt x="866120" y="83742"/>
                </a:lnTo>
                <a:cubicBezTo>
                  <a:pt x="868140" y="80865"/>
                  <a:pt x="869915" y="77681"/>
                  <a:pt x="871445" y="74192"/>
                </a:cubicBezTo>
                <a:cubicBezTo>
                  <a:pt x="872975" y="70703"/>
                  <a:pt x="874245" y="67107"/>
                  <a:pt x="875255" y="63403"/>
                </a:cubicBezTo>
                <a:cubicBezTo>
                  <a:pt x="876265" y="59700"/>
                  <a:pt x="877014" y="55966"/>
                  <a:pt x="877504" y="52202"/>
                </a:cubicBezTo>
                <a:cubicBezTo>
                  <a:pt x="877994" y="48437"/>
                  <a:pt x="878239" y="44840"/>
                  <a:pt x="878239" y="41412"/>
                </a:cubicBezTo>
                <a:cubicBezTo>
                  <a:pt x="878239" y="34188"/>
                  <a:pt x="877183" y="27057"/>
                  <a:pt x="875072" y="20018"/>
                </a:cubicBezTo>
                <a:cubicBezTo>
                  <a:pt x="872960" y="12978"/>
                  <a:pt x="869976" y="6305"/>
                  <a:pt x="866120" y="0"/>
                </a:cubicBezTo>
                <a:lnTo>
                  <a:pt x="855377" y="0"/>
                </a:lnTo>
                <a:cubicBezTo>
                  <a:pt x="858744" y="6672"/>
                  <a:pt x="861223" y="13559"/>
                  <a:pt x="862815" y="20660"/>
                </a:cubicBezTo>
                <a:cubicBezTo>
                  <a:pt x="864406" y="27760"/>
                  <a:pt x="865202" y="34984"/>
                  <a:pt x="865202" y="42331"/>
                </a:cubicBezTo>
                <a:cubicBezTo>
                  <a:pt x="865202" y="49554"/>
                  <a:pt x="864391" y="56639"/>
                  <a:pt x="862769" y="63587"/>
                </a:cubicBezTo>
                <a:cubicBezTo>
                  <a:pt x="861146" y="70535"/>
                  <a:pt x="858652" y="77253"/>
                  <a:pt x="855286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#output:[1.0000,1.0000]">
            <a:extLst xmlns:a="http://schemas.openxmlformats.org/drawingml/2006/main">
              <a:ext uri="{FF2B5EF4-FFF2-40B4-BE49-F238E27FC236}">
                <a16:creationId xmlns:a16="http://schemas.microsoft.com/office/drawing/2014/main" id="{72C519C0-9095-4F83-AC3D-878EA9BD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707" y="6743732"/>
            <a:ext cx="1077133" cy="83742"/>
          </a:xfrm>
          <a:custGeom xmlns:a="http://schemas.openxmlformats.org/drawingml/2006/main">
            <a:pathLst>
              <a:path w="1077133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5" y="43486"/>
                </a:moveTo>
                <a:cubicBezTo>
                  <a:pt x="90005" y="41589"/>
                  <a:pt x="90189" y="39722"/>
                  <a:pt x="90556" y="37885"/>
                </a:cubicBezTo>
                <a:cubicBezTo>
                  <a:pt x="90923" y="36048"/>
                  <a:pt x="91550" y="34426"/>
                  <a:pt x="92437" y="33019"/>
                </a:cubicBezTo>
                <a:cubicBezTo>
                  <a:pt x="93325" y="31610"/>
                  <a:pt x="94504" y="30462"/>
                  <a:pt x="95973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6" y="28243"/>
                  <a:pt x="105537" y="28687"/>
                  <a:pt x="107036" y="29575"/>
                </a:cubicBezTo>
                <a:cubicBezTo>
                  <a:pt x="108536" y="30462"/>
                  <a:pt x="109730" y="31610"/>
                  <a:pt x="110617" y="33019"/>
                </a:cubicBezTo>
                <a:cubicBezTo>
                  <a:pt x="111505" y="34426"/>
                  <a:pt x="112133" y="36048"/>
                  <a:pt x="112500" y="37885"/>
                </a:cubicBezTo>
                <a:cubicBezTo>
                  <a:pt x="112867" y="39722"/>
                  <a:pt x="113050" y="41589"/>
                  <a:pt x="113050" y="43486"/>
                </a:cubicBezTo>
                <a:cubicBezTo>
                  <a:pt x="113050" y="45384"/>
                  <a:pt x="112867" y="47236"/>
                  <a:pt x="112500" y="49042"/>
                </a:cubicBezTo>
                <a:cubicBezTo>
                  <a:pt x="112133" y="50848"/>
                  <a:pt x="111505" y="52470"/>
                  <a:pt x="110617" y="53909"/>
                </a:cubicBezTo>
                <a:cubicBezTo>
                  <a:pt x="109730" y="55348"/>
                  <a:pt x="108536" y="56495"/>
                  <a:pt x="107036" y="57353"/>
                </a:cubicBezTo>
                <a:cubicBezTo>
                  <a:pt x="105537" y="58209"/>
                  <a:pt x="103686" y="58637"/>
                  <a:pt x="101481" y="58637"/>
                </a:cubicBezTo>
                <a:cubicBezTo>
                  <a:pt x="99278" y="58637"/>
                  <a:pt x="97442" y="58209"/>
                  <a:pt x="95973" y="57353"/>
                </a:cubicBezTo>
                <a:cubicBezTo>
                  <a:pt x="94504" y="56495"/>
                  <a:pt x="93325" y="55348"/>
                  <a:pt x="92437" y="53909"/>
                </a:cubicBezTo>
                <a:cubicBezTo>
                  <a:pt x="91550" y="52470"/>
                  <a:pt x="90923" y="50848"/>
                  <a:pt x="90556" y="49042"/>
                </a:cubicBezTo>
                <a:cubicBezTo>
                  <a:pt x="90189" y="47236"/>
                  <a:pt x="90005" y="45384"/>
                  <a:pt x="90005" y="43486"/>
                </a:cubicBezTo>
                <a:moveTo>
                  <a:pt x="76968" y="43488"/>
                </a:moveTo>
                <a:cubicBezTo>
                  <a:pt x="76968" y="47289"/>
                  <a:pt x="77549" y="50722"/>
                  <a:pt x="78712" y="53787"/>
                </a:cubicBezTo>
                <a:cubicBezTo>
                  <a:pt x="79875" y="56853"/>
                  <a:pt x="81528" y="59474"/>
                  <a:pt x="83670" y="61651"/>
                </a:cubicBezTo>
                <a:cubicBezTo>
                  <a:pt x="85813" y="63827"/>
                  <a:pt x="88383" y="65498"/>
                  <a:pt x="91382" y="66663"/>
                </a:cubicBezTo>
                <a:cubicBezTo>
                  <a:pt x="94382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7" y="66663"/>
                </a:cubicBezTo>
                <a:cubicBezTo>
                  <a:pt x="114657" y="65498"/>
                  <a:pt x="117243" y="63827"/>
                  <a:pt x="119385" y="61651"/>
                </a:cubicBezTo>
                <a:cubicBezTo>
                  <a:pt x="121528" y="59474"/>
                  <a:pt x="123180" y="56853"/>
                  <a:pt x="124343" y="53787"/>
                </a:cubicBezTo>
                <a:cubicBezTo>
                  <a:pt x="125506" y="50722"/>
                  <a:pt x="126087" y="47289"/>
                  <a:pt x="126087" y="43488"/>
                </a:cubicBezTo>
                <a:cubicBezTo>
                  <a:pt x="126087" y="39687"/>
                  <a:pt x="125506" y="36238"/>
                  <a:pt x="124343" y="33142"/>
                </a:cubicBezTo>
                <a:cubicBezTo>
                  <a:pt x="123180" y="30045"/>
                  <a:pt x="121528" y="27408"/>
                  <a:pt x="119385" y="25232"/>
                </a:cubicBezTo>
                <a:cubicBezTo>
                  <a:pt x="117243" y="23055"/>
                  <a:pt x="114657" y="21369"/>
                  <a:pt x="111627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2" y="18978"/>
                  <a:pt x="91382" y="20173"/>
                </a:cubicBezTo>
                <a:cubicBezTo>
                  <a:pt x="88383" y="21369"/>
                  <a:pt x="85813" y="23055"/>
                  <a:pt x="83670" y="25232"/>
                </a:cubicBezTo>
                <a:cubicBezTo>
                  <a:pt x="81528" y="27408"/>
                  <a:pt x="79875" y="30045"/>
                  <a:pt x="78712" y="33142"/>
                </a:cubicBezTo>
                <a:cubicBezTo>
                  <a:pt x="77549" y="36238"/>
                  <a:pt x="76968" y="39687"/>
                  <a:pt x="76968" y="43488"/>
                </a:cubicBezTo>
                <a:close/>
                <a:moveTo>
                  <a:pt x="178818" y="67105"/>
                </a:moveTo>
                <a:lnTo>
                  <a:pt x="178818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5" y="52833"/>
                  <a:pt x="163394" y="54940"/>
                </a:cubicBezTo>
                <a:cubicBezTo>
                  <a:pt x="161802" y="57046"/>
                  <a:pt x="159232" y="58099"/>
                  <a:pt x="155682" y="58099"/>
                </a:cubicBezTo>
                <a:cubicBezTo>
                  <a:pt x="152559" y="58099"/>
                  <a:pt x="150386" y="57138"/>
                  <a:pt x="149162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70" y="56906"/>
                </a:cubicBezTo>
                <a:cubicBezTo>
                  <a:pt x="135590" y="59320"/>
                  <a:pt x="136493" y="61368"/>
                  <a:pt x="137778" y="63049"/>
                </a:cubicBezTo>
                <a:cubicBezTo>
                  <a:pt x="139064" y="64730"/>
                  <a:pt x="140824" y="66029"/>
                  <a:pt x="143058" y="66946"/>
                </a:cubicBezTo>
                <a:cubicBezTo>
                  <a:pt x="145292" y="67863"/>
                  <a:pt x="148153" y="68321"/>
                  <a:pt x="151643" y="68321"/>
                </a:cubicBezTo>
                <a:cubicBezTo>
                  <a:pt x="154397" y="68321"/>
                  <a:pt x="157090" y="67707"/>
                  <a:pt x="159722" y="66480"/>
                </a:cubicBezTo>
                <a:cubicBezTo>
                  <a:pt x="162354" y="65252"/>
                  <a:pt x="164496" y="63256"/>
                  <a:pt x="166148" y="60494"/>
                </a:cubicBezTo>
                <a:lnTo>
                  <a:pt x="166424" y="60494"/>
                </a:lnTo>
                <a:lnTo>
                  <a:pt x="166424" y="67105"/>
                </a:lnTo>
                <a:lnTo>
                  <a:pt x="178818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4" y="19725"/>
                </a:lnTo>
                <a:lnTo>
                  <a:pt x="184204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3" y="62190"/>
                </a:cubicBezTo>
                <a:cubicBezTo>
                  <a:pt x="194089" y="63658"/>
                  <a:pt x="195175" y="64790"/>
                  <a:pt x="196551" y="65586"/>
                </a:cubicBezTo>
                <a:cubicBezTo>
                  <a:pt x="197929" y="66381"/>
                  <a:pt x="199521" y="66916"/>
                  <a:pt x="201326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1" y="67603"/>
                  <a:pt x="209667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1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3" y="57016"/>
                  <a:pt x="206238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8" y="58637"/>
                </a:moveTo>
                <a:cubicBezTo>
                  <a:pt x="242626" y="58637"/>
                  <a:pt x="240851" y="58209"/>
                  <a:pt x="239382" y="57353"/>
                </a:cubicBezTo>
                <a:cubicBezTo>
                  <a:pt x="237914" y="56495"/>
                  <a:pt x="236736" y="55378"/>
                  <a:pt x="235847" y="54000"/>
                </a:cubicBezTo>
                <a:cubicBezTo>
                  <a:pt x="234960" y="52623"/>
                  <a:pt x="234318" y="51016"/>
                  <a:pt x="233920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6" y="39722"/>
                  <a:pt x="233873" y="37885"/>
                </a:cubicBezTo>
                <a:cubicBezTo>
                  <a:pt x="234240" y="36048"/>
                  <a:pt x="234868" y="34426"/>
                  <a:pt x="235755" y="33019"/>
                </a:cubicBezTo>
                <a:cubicBezTo>
                  <a:pt x="236643" y="31610"/>
                  <a:pt x="237806" y="30462"/>
                  <a:pt x="239245" y="29575"/>
                </a:cubicBezTo>
                <a:cubicBezTo>
                  <a:pt x="240683" y="28687"/>
                  <a:pt x="242473" y="28243"/>
                  <a:pt x="244616" y="28243"/>
                </a:cubicBezTo>
                <a:cubicBezTo>
                  <a:pt x="246698" y="28243"/>
                  <a:pt x="248458" y="28687"/>
                  <a:pt x="249896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9" y="34503"/>
                  <a:pt x="255006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8" y="47343"/>
                  <a:pt x="255451" y="49180"/>
                </a:cubicBezTo>
                <a:cubicBezTo>
                  <a:pt x="255084" y="51016"/>
                  <a:pt x="254456" y="52623"/>
                  <a:pt x="253568" y="54000"/>
                </a:cubicBezTo>
                <a:cubicBezTo>
                  <a:pt x="252680" y="55378"/>
                  <a:pt x="251518" y="56495"/>
                  <a:pt x="250079" y="57353"/>
                </a:cubicBezTo>
                <a:cubicBezTo>
                  <a:pt x="248641" y="58209"/>
                  <a:pt x="246851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6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50" y="67811"/>
                  <a:pt x="245258" y="68410"/>
                  <a:pt x="248197" y="68410"/>
                </a:cubicBezTo>
                <a:cubicBezTo>
                  <a:pt x="251686" y="68410"/>
                  <a:pt x="254731" y="67736"/>
                  <a:pt x="257332" y="66387"/>
                </a:cubicBezTo>
                <a:cubicBezTo>
                  <a:pt x="259933" y="65039"/>
                  <a:pt x="262106" y="63230"/>
                  <a:pt x="263851" y="60962"/>
                </a:cubicBezTo>
                <a:cubicBezTo>
                  <a:pt x="265595" y="58693"/>
                  <a:pt x="266896" y="56087"/>
                  <a:pt x="267752" y="53144"/>
                </a:cubicBezTo>
                <a:cubicBezTo>
                  <a:pt x="268610" y="50201"/>
                  <a:pt x="269038" y="47136"/>
                  <a:pt x="269038" y="43947"/>
                </a:cubicBezTo>
                <a:cubicBezTo>
                  <a:pt x="269038" y="40575"/>
                  <a:pt x="268610" y="37340"/>
                  <a:pt x="267752" y="34244"/>
                </a:cubicBezTo>
                <a:cubicBezTo>
                  <a:pt x="266896" y="31148"/>
                  <a:pt x="265580" y="28436"/>
                  <a:pt x="263804" y="26106"/>
                </a:cubicBezTo>
                <a:cubicBezTo>
                  <a:pt x="262030" y="23776"/>
                  <a:pt x="259796" y="21906"/>
                  <a:pt x="257102" y="20496"/>
                </a:cubicBezTo>
                <a:cubicBezTo>
                  <a:pt x="254410" y="19085"/>
                  <a:pt x="251196" y="18380"/>
                  <a:pt x="247462" y="18380"/>
                </a:cubicBezTo>
                <a:cubicBezTo>
                  <a:pt x="244524" y="18380"/>
                  <a:pt x="241831" y="18964"/>
                  <a:pt x="239382" y="20131"/>
                </a:cubicBezTo>
                <a:cubicBezTo>
                  <a:pt x="236934" y="21299"/>
                  <a:pt x="234914" y="23173"/>
                  <a:pt x="233323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6" y="67105"/>
                </a:moveTo>
                <a:lnTo>
                  <a:pt x="321126" y="19725"/>
                </a:lnTo>
                <a:lnTo>
                  <a:pt x="308089" y="19725"/>
                </a:lnTo>
                <a:lnTo>
                  <a:pt x="308089" y="44545"/>
                </a:lnTo>
                <a:cubicBezTo>
                  <a:pt x="308089" y="49368"/>
                  <a:pt x="307293" y="52833"/>
                  <a:pt x="305702" y="54940"/>
                </a:cubicBezTo>
                <a:cubicBezTo>
                  <a:pt x="304110" y="57046"/>
                  <a:pt x="301539" y="58099"/>
                  <a:pt x="297989" y="58099"/>
                </a:cubicBezTo>
                <a:cubicBezTo>
                  <a:pt x="294867" y="58099"/>
                  <a:pt x="292694" y="57138"/>
                  <a:pt x="291469" y="55215"/>
                </a:cubicBezTo>
                <a:cubicBezTo>
                  <a:pt x="290246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8" y="59320"/>
                  <a:pt x="278800" y="61368"/>
                  <a:pt x="280085" y="63049"/>
                </a:cubicBezTo>
                <a:cubicBezTo>
                  <a:pt x="281372" y="64730"/>
                  <a:pt x="283132" y="66029"/>
                  <a:pt x="285366" y="66946"/>
                </a:cubicBezTo>
                <a:cubicBezTo>
                  <a:pt x="287600" y="67863"/>
                  <a:pt x="290461" y="68321"/>
                  <a:pt x="293950" y="68321"/>
                </a:cubicBezTo>
                <a:cubicBezTo>
                  <a:pt x="296705" y="68321"/>
                  <a:pt x="299398" y="67707"/>
                  <a:pt x="302030" y="66480"/>
                </a:cubicBezTo>
                <a:cubicBezTo>
                  <a:pt x="304662" y="65252"/>
                  <a:pt x="306804" y="63256"/>
                  <a:pt x="308456" y="60494"/>
                </a:cubicBezTo>
                <a:lnTo>
                  <a:pt x="308732" y="60494"/>
                </a:lnTo>
                <a:lnTo>
                  <a:pt x="308732" y="67105"/>
                </a:lnTo>
                <a:lnTo>
                  <a:pt x="321126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2" y="19725"/>
                </a:lnTo>
                <a:lnTo>
                  <a:pt x="326512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1" y="62190"/>
                </a:cubicBezTo>
                <a:cubicBezTo>
                  <a:pt x="336397" y="63658"/>
                  <a:pt x="337483" y="64790"/>
                  <a:pt x="338860" y="65586"/>
                </a:cubicBezTo>
                <a:cubicBezTo>
                  <a:pt x="340237" y="66381"/>
                  <a:pt x="341829" y="66916"/>
                  <a:pt x="343634" y="67190"/>
                </a:cubicBezTo>
                <a:cubicBezTo>
                  <a:pt x="345440" y="67466"/>
                  <a:pt x="347353" y="67603"/>
                  <a:pt x="349374" y="67603"/>
                </a:cubicBezTo>
                <a:cubicBezTo>
                  <a:pt x="350659" y="67603"/>
                  <a:pt x="351975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9" y="57229"/>
                  <a:pt x="355066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1" y="57016"/>
                  <a:pt x="348546" y="56282"/>
                </a:cubicBezTo>
                <a:cubicBezTo>
                  <a:pt x="347812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4" y="0"/>
                </a:moveTo>
                <a:lnTo>
                  <a:pt x="414834" y="83742"/>
                </a:lnTo>
                <a:lnTo>
                  <a:pt x="439073" y="83742"/>
                </a:lnTo>
                <a:lnTo>
                  <a:pt x="439073" y="73431"/>
                </a:lnTo>
                <a:lnTo>
                  <a:pt x="427873" y="73431"/>
                </a:lnTo>
                <a:lnTo>
                  <a:pt x="427873" y="10311"/>
                </a:lnTo>
                <a:lnTo>
                  <a:pt x="439073" y="10311"/>
                </a:lnTo>
                <a:lnTo>
                  <a:pt x="439073" y="0"/>
                </a:lnTo>
                <a:lnTo>
                  <a:pt x="414834" y="0"/>
                </a:lnTo>
                <a:close/>
                <a:moveTo>
                  <a:pt x="475185" y="67155"/>
                </a:moveTo>
                <a:lnTo>
                  <a:pt x="475185" y="2869"/>
                </a:lnTo>
                <a:lnTo>
                  <a:pt x="464811" y="2869"/>
                </a:lnTo>
                <a:cubicBezTo>
                  <a:pt x="464443" y="5311"/>
                  <a:pt x="463678" y="7357"/>
                  <a:pt x="462515" y="9007"/>
                </a:cubicBezTo>
                <a:cubicBezTo>
                  <a:pt x="461352" y="10655"/>
                  <a:pt x="459929" y="11983"/>
                  <a:pt x="458245" y="12991"/>
                </a:cubicBezTo>
                <a:cubicBezTo>
                  <a:pt x="456562" y="13998"/>
                  <a:pt x="454665" y="14700"/>
                  <a:pt x="452553" y="15098"/>
                </a:cubicBezTo>
                <a:cubicBezTo>
                  <a:pt x="450441" y="15495"/>
                  <a:pt x="448254" y="15662"/>
                  <a:pt x="445990" y="15601"/>
                </a:cubicBezTo>
                <a:lnTo>
                  <a:pt x="445990" y="25463"/>
                </a:lnTo>
                <a:lnTo>
                  <a:pt x="462148" y="25463"/>
                </a:lnTo>
                <a:lnTo>
                  <a:pt x="462148" y="67155"/>
                </a:lnTo>
                <a:lnTo>
                  <a:pt x="475185" y="67155"/>
                </a:lnTo>
                <a:close/>
                <a:moveTo>
                  <a:pt x="495965" y="52989"/>
                </a:moveTo>
                <a:lnTo>
                  <a:pt x="495965" y="67155"/>
                </a:lnTo>
                <a:lnTo>
                  <a:pt x="510379" y="67155"/>
                </a:lnTo>
                <a:lnTo>
                  <a:pt x="510379" y="52989"/>
                </a:lnTo>
                <a:lnTo>
                  <a:pt x="495965" y="52989"/>
                </a:lnTo>
                <a:close/>
                <a:moveTo>
                  <a:pt x="530670" y="34738"/>
                </a:moveTo>
                <a:cubicBezTo>
                  <a:pt x="530670" y="33637"/>
                  <a:pt x="530685" y="32308"/>
                  <a:pt x="530716" y="30750"/>
                </a:cubicBezTo>
                <a:cubicBezTo>
                  <a:pt x="530747" y="29192"/>
                  <a:pt x="530854" y="27588"/>
                  <a:pt x="531037" y="25938"/>
                </a:cubicBezTo>
                <a:cubicBezTo>
                  <a:pt x="531221" y="24288"/>
                  <a:pt x="531527" y="22654"/>
                  <a:pt x="531954" y="21035"/>
                </a:cubicBezTo>
                <a:cubicBezTo>
                  <a:pt x="532383" y="19416"/>
                  <a:pt x="532980" y="17964"/>
                  <a:pt x="533745" y="16681"/>
                </a:cubicBezTo>
                <a:cubicBezTo>
                  <a:pt x="534511" y="15398"/>
                  <a:pt x="535490" y="14359"/>
                  <a:pt x="536684" y="13565"/>
                </a:cubicBezTo>
                <a:cubicBezTo>
                  <a:pt x="537877" y="12770"/>
                  <a:pt x="539362" y="12373"/>
                  <a:pt x="541136" y="12373"/>
                </a:cubicBezTo>
                <a:cubicBezTo>
                  <a:pt x="542911" y="12373"/>
                  <a:pt x="544411" y="12770"/>
                  <a:pt x="545636" y="13565"/>
                </a:cubicBezTo>
                <a:cubicBezTo>
                  <a:pt x="546860" y="14359"/>
                  <a:pt x="547870" y="15398"/>
                  <a:pt x="548666" y="16681"/>
                </a:cubicBezTo>
                <a:cubicBezTo>
                  <a:pt x="549462" y="17964"/>
                  <a:pt x="550059" y="19416"/>
                  <a:pt x="550456" y="21035"/>
                </a:cubicBezTo>
                <a:cubicBezTo>
                  <a:pt x="550854" y="22654"/>
                  <a:pt x="551160" y="24288"/>
                  <a:pt x="551374" y="25938"/>
                </a:cubicBezTo>
                <a:cubicBezTo>
                  <a:pt x="551588" y="27588"/>
                  <a:pt x="551710" y="29192"/>
                  <a:pt x="551741" y="30750"/>
                </a:cubicBezTo>
                <a:cubicBezTo>
                  <a:pt x="551772" y="32308"/>
                  <a:pt x="551787" y="33637"/>
                  <a:pt x="551787" y="34738"/>
                </a:cubicBezTo>
                <a:cubicBezTo>
                  <a:pt x="551787" y="36570"/>
                  <a:pt x="551726" y="38785"/>
                  <a:pt x="551604" y="41382"/>
                </a:cubicBezTo>
                <a:cubicBezTo>
                  <a:pt x="551481" y="43979"/>
                  <a:pt x="551099" y="46485"/>
                  <a:pt x="550456" y="48898"/>
                </a:cubicBezTo>
                <a:cubicBezTo>
                  <a:pt x="549814" y="51311"/>
                  <a:pt x="548773" y="53374"/>
                  <a:pt x="547334" y="55085"/>
                </a:cubicBezTo>
                <a:cubicBezTo>
                  <a:pt x="545895" y="56796"/>
                  <a:pt x="543830" y="57651"/>
                  <a:pt x="541136" y="57651"/>
                </a:cubicBezTo>
                <a:cubicBezTo>
                  <a:pt x="538504" y="57651"/>
                  <a:pt x="536484" y="56796"/>
                  <a:pt x="535076" y="55085"/>
                </a:cubicBezTo>
                <a:cubicBezTo>
                  <a:pt x="533668" y="53374"/>
                  <a:pt x="532643" y="51311"/>
                  <a:pt x="532001" y="48898"/>
                </a:cubicBezTo>
                <a:cubicBezTo>
                  <a:pt x="531358" y="46485"/>
                  <a:pt x="530976" y="43979"/>
                  <a:pt x="530853" y="41382"/>
                </a:cubicBezTo>
                <a:cubicBezTo>
                  <a:pt x="530731" y="38785"/>
                  <a:pt x="530670" y="36570"/>
                  <a:pt x="530670" y="34738"/>
                </a:cubicBezTo>
                <a:moveTo>
                  <a:pt x="517633" y="34738"/>
                </a:moveTo>
                <a:cubicBezTo>
                  <a:pt x="517633" y="41160"/>
                  <a:pt x="518260" y="46528"/>
                  <a:pt x="519514" y="50841"/>
                </a:cubicBezTo>
                <a:cubicBezTo>
                  <a:pt x="520769" y="55153"/>
                  <a:pt x="522468" y="58594"/>
                  <a:pt x="524611" y="61163"/>
                </a:cubicBezTo>
                <a:cubicBezTo>
                  <a:pt x="526753" y="63733"/>
                  <a:pt x="529247" y="65568"/>
                  <a:pt x="532093" y="66669"/>
                </a:cubicBezTo>
                <a:cubicBezTo>
                  <a:pt x="534940" y="67770"/>
                  <a:pt x="537954" y="68321"/>
                  <a:pt x="541136" y="68321"/>
                </a:cubicBezTo>
                <a:cubicBezTo>
                  <a:pt x="544381" y="68321"/>
                  <a:pt x="547426" y="67770"/>
                  <a:pt x="550271" y="66669"/>
                </a:cubicBezTo>
                <a:cubicBezTo>
                  <a:pt x="553118" y="65568"/>
                  <a:pt x="555628" y="63733"/>
                  <a:pt x="557800" y="61163"/>
                </a:cubicBezTo>
                <a:cubicBezTo>
                  <a:pt x="559973" y="58594"/>
                  <a:pt x="561687" y="55153"/>
                  <a:pt x="562942" y="50841"/>
                </a:cubicBezTo>
                <a:cubicBezTo>
                  <a:pt x="564197" y="46528"/>
                  <a:pt x="564824" y="41160"/>
                  <a:pt x="564824" y="34738"/>
                </a:cubicBezTo>
                <a:cubicBezTo>
                  <a:pt x="564824" y="28499"/>
                  <a:pt x="564197" y="23254"/>
                  <a:pt x="562942" y="19002"/>
                </a:cubicBezTo>
                <a:cubicBezTo>
                  <a:pt x="561687" y="14751"/>
                  <a:pt x="559973" y="11341"/>
                  <a:pt x="557800" y="8771"/>
                </a:cubicBezTo>
                <a:cubicBezTo>
                  <a:pt x="555628" y="6202"/>
                  <a:pt x="553118" y="4367"/>
                  <a:pt x="550271" y="3266"/>
                </a:cubicBezTo>
                <a:cubicBezTo>
                  <a:pt x="547426" y="2164"/>
                  <a:pt x="544381" y="1614"/>
                  <a:pt x="541136" y="1614"/>
                </a:cubicBezTo>
                <a:cubicBezTo>
                  <a:pt x="537954" y="1614"/>
                  <a:pt x="534940" y="2164"/>
                  <a:pt x="532093" y="3266"/>
                </a:cubicBezTo>
                <a:cubicBezTo>
                  <a:pt x="529247" y="4367"/>
                  <a:pt x="526753" y="6202"/>
                  <a:pt x="524611" y="8771"/>
                </a:cubicBezTo>
                <a:cubicBezTo>
                  <a:pt x="522468" y="11341"/>
                  <a:pt x="520769" y="14751"/>
                  <a:pt x="519514" y="19002"/>
                </a:cubicBezTo>
                <a:cubicBezTo>
                  <a:pt x="518260" y="23254"/>
                  <a:pt x="517633" y="28499"/>
                  <a:pt x="517633" y="34738"/>
                </a:cubicBezTo>
                <a:close/>
                <a:moveTo>
                  <a:pt x="581931" y="34738"/>
                </a:moveTo>
                <a:cubicBezTo>
                  <a:pt x="581931" y="33637"/>
                  <a:pt x="581946" y="32308"/>
                  <a:pt x="581977" y="30750"/>
                </a:cubicBezTo>
                <a:cubicBezTo>
                  <a:pt x="582008" y="29192"/>
                  <a:pt x="582115" y="27588"/>
                  <a:pt x="582298" y="25938"/>
                </a:cubicBezTo>
                <a:cubicBezTo>
                  <a:pt x="582482" y="24288"/>
                  <a:pt x="582788" y="22654"/>
                  <a:pt x="583216" y="21035"/>
                </a:cubicBezTo>
                <a:cubicBezTo>
                  <a:pt x="583644" y="19416"/>
                  <a:pt x="584241" y="17964"/>
                  <a:pt x="585006" y="16681"/>
                </a:cubicBezTo>
                <a:cubicBezTo>
                  <a:pt x="585772" y="15398"/>
                  <a:pt x="586751" y="14359"/>
                  <a:pt x="587945" y="13565"/>
                </a:cubicBezTo>
                <a:cubicBezTo>
                  <a:pt x="589139" y="12770"/>
                  <a:pt x="590623" y="12373"/>
                  <a:pt x="592397" y="12373"/>
                </a:cubicBezTo>
                <a:cubicBezTo>
                  <a:pt x="594173" y="12373"/>
                  <a:pt x="595673" y="12770"/>
                  <a:pt x="596897" y="13565"/>
                </a:cubicBezTo>
                <a:cubicBezTo>
                  <a:pt x="598121" y="14359"/>
                  <a:pt x="599132" y="15398"/>
                  <a:pt x="599927" y="16681"/>
                </a:cubicBezTo>
                <a:cubicBezTo>
                  <a:pt x="600723" y="17964"/>
                  <a:pt x="601320" y="19416"/>
                  <a:pt x="601718" y="21035"/>
                </a:cubicBezTo>
                <a:cubicBezTo>
                  <a:pt x="602115" y="22654"/>
                  <a:pt x="602421" y="24288"/>
                  <a:pt x="602635" y="25938"/>
                </a:cubicBezTo>
                <a:cubicBezTo>
                  <a:pt x="602849" y="27588"/>
                  <a:pt x="602971" y="29192"/>
                  <a:pt x="603002" y="30750"/>
                </a:cubicBezTo>
                <a:cubicBezTo>
                  <a:pt x="603033" y="32308"/>
                  <a:pt x="603049" y="33637"/>
                  <a:pt x="603049" y="34738"/>
                </a:cubicBezTo>
                <a:cubicBezTo>
                  <a:pt x="603049" y="36570"/>
                  <a:pt x="602987" y="38785"/>
                  <a:pt x="602865" y="41382"/>
                </a:cubicBezTo>
                <a:cubicBezTo>
                  <a:pt x="602743" y="43979"/>
                  <a:pt x="602360" y="46485"/>
                  <a:pt x="601718" y="48898"/>
                </a:cubicBezTo>
                <a:cubicBezTo>
                  <a:pt x="601075" y="51311"/>
                  <a:pt x="600034" y="53374"/>
                  <a:pt x="598595" y="55085"/>
                </a:cubicBezTo>
                <a:cubicBezTo>
                  <a:pt x="597157" y="56796"/>
                  <a:pt x="595091" y="57651"/>
                  <a:pt x="592397" y="57651"/>
                </a:cubicBezTo>
                <a:cubicBezTo>
                  <a:pt x="589765" y="57651"/>
                  <a:pt x="587745" y="56796"/>
                  <a:pt x="586337" y="55085"/>
                </a:cubicBezTo>
                <a:cubicBezTo>
                  <a:pt x="584929" y="53374"/>
                  <a:pt x="583904" y="51311"/>
                  <a:pt x="583262" y="48898"/>
                </a:cubicBezTo>
                <a:cubicBezTo>
                  <a:pt x="582619" y="46485"/>
                  <a:pt x="582237" y="43979"/>
                  <a:pt x="582114" y="41382"/>
                </a:cubicBezTo>
                <a:cubicBezTo>
                  <a:pt x="581992" y="38785"/>
                  <a:pt x="581931" y="36570"/>
                  <a:pt x="581931" y="34738"/>
                </a:cubicBezTo>
                <a:moveTo>
                  <a:pt x="568894" y="34738"/>
                </a:moveTo>
                <a:cubicBezTo>
                  <a:pt x="568894" y="41160"/>
                  <a:pt x="569521" y="46528"/>
                  <a:pt x="570775" y="50841"/>
                </a:cubicBezTo>
                <a:cubicBezTo>
                  <a:pt x="572030" y="55153"/>
                  <a:pt x="573729" y="58594"/>
                  <a:pt x="575872" y="61163"/>
                </a:cubicBezTo>
                <a:cubicBezTo>
                  <a:pt x="578014" y="63733"/>
                  <a:pt x="580508" y="65568"/>
                  <a:pt x="583354" y="66669"/>
                </a:cubicBezTo>
                <a:cubicBezTo>
                  <a:pt x="586201" y="67770"/>
                  <a:pt x="589215" y="68321"/>
                  <a:pt x="592397" y="68321"/>
                </a:cubicBezTo>
                <a:cubicBezTo>
                  <a:pt x="595642" y="68321"/>
                  <a:pt x="598687" y="67770"/>
                  <a:pt x="601533" y="66669"/>
                </a:cubicBezTo>
                <a:cubicBezTo>
                  <a:pt x="604379" y="65568"/>
                  <a:pt x="606889" y="63733"/>
                  <a:pt x="609061" y="61163"/>
                </a:cubicBezTo>
                <a:cubicBezTo>
                  <a:pt x="611235" y="58594"/>
                  <a:pt x="612948" y="55153"/>
                  <a:pt x="614203" y="50841"/>
                </a:cubicBezTo>
                <a:cubicBezTo>
                  <a:pt x="615458" y="46528"/>
                  <a:pt x="616086" y="41160"/>
                  <a:pt x="616086" y="34738"/>
                </a:cubicBezTo>
                <a:cubicBezTo>
                  <a:pt x="616086" y="28499"/>
                  <a:pt x="615458" y="23254"/>
                  <a:pt x="614203" y="19002"/>
                </a:cubicBezTo>
                <a:cubicBezTo>
                  <a:pt x="612948" y="14751"/>
                  <a:pt x="611235" y="11341"/>
                  <a:pt x="609061" y="8771"/>
                </a:cubicBezTo>
                <a:cubicBezTo>
                  <a:pt x="606889" y="6202"/>
                  <a:pt x="604379" y="4367"/>
                  <a:pt x="601533" y="3266"/>
                </a:cubicBezTo>
                <a:cubicBezTo>
                  <a:pt x="598687" y="2164"/>
                  <a:pt x="595642" y="1614"/>
                  <a:pt x="592397" y="1614"/>
                </a:cubicBezTo>
                <a:cubicBezTo>
                  <a:pt x="589215" y="1614"/>
                  <a:pt x="586201" y="2164"/>
                  <a:pt x="583354" y="3266"/>
                </a:cubicBezTo>
                <a:cubicBezTo>
                  <a:pt x="580508" y="4367"/>
                  <a:pt x="578014" y="6202"/>
                  <a:pt x="575872" y="8771"/>
                </a:cubicBezTo>
                <a:cubicBezTo>
                  <a:pt x="573729" y="11341"/>
                  <a:pt x="572030" y="14751"/>
                  <a:pt x="570775" y="19002"/>
                </a:cubicBezTo>
                <a:cubicBezTo>
                  <a:pt x="569521" y="23254"/>
                  <a:pt x="568894" y="28499"/>
                  <a:pt x="568894" y="34738"/>
                </a:cubicBezTo>
                <a:close/>
                <a:moveTo>
                  <a:pt x="633192" y="34738"/>
                </a:moveTo>
                <a:cubicBezTo>
                  <a:pt x="633192" y="33637"/>
                  <a:pt x="633208" y="32308"/>
                  <a:pt x="633239" y="30750"/>
                </a:cubicBezTo>
                <a:cubicBezTo>
                  <a:pt x="633269" y="29192"/>
                  <a:pt x="633376" y="27588"/>
                  <a:pt x="633559" y="25938"/>
                </a:cubicBezTo>
                <a:cubicBezTo>
                  <a:pt x="633743" y="24288"/>
                  <a:pt x="634049" y="22654"/>
                  <a:pt x="634477" y="21035"/>
                </a:cubicBezTo>
                <a:cubicBezTo>
                  <a:pt x="634906" y="19416"/>
                  <a:pt x="635503" y="17964"/>
                  <a:pt x="636267" y="16681"/>
                </a:cubicBezTo>
                <a:cubicBezTo>
                  <a:pt x="637033" y="15398"/>
                  <a:pt x="638013" y="14359"/>
                  <a:pt x="639207" y="13565"/>
                </a:cubicBezTo>
                <a:cubicBezTo>
                  <a:pt x="640400" y="12770"/>
                  <a:pt x="641884" y="12373"/>
                  <a:pt x="643659" y="12373"/>
                </a:cubicBezTo>
                <a:cubicBezTo>
                  <a:pt x="645434" y="12373"/>
                  <a:pt x="646934" y="12770"/>
                  <a:pt x="648159" y="13565"/>
                </a:cubicBezTo>
                <a:cubicBezTo>
                  <a:pt x="649383" y="14359"/>
                  <a:pt x="650393" y="15398"/>
                  <a:pt x="651189" y="16681"/>
                </a:cubicBezTo>
                <a:cubicBezTo>
                  <a:pt x="651985" y="17964"/>
                  <a:pt x="652581" y="19416"/>
                  <a:pt x="652979" y="21035"/>
                </a:cubicBezTo>
                <a:cubicBezTo>
                  <a:pt x="653377" y="22654"/>
                  <a:pt x="653683" y="24288"/>
                  <a:pt x="653897" y="25938"/>
                </a:cubicBezTo>
                <a:cubicBezTo>
                  <a:pt x="654111" y="27588"/>
                  <a:pt x="654233" y="29192"/>
                  <a:pt x="654264" y="30750"/>
                </a:cubicBezTo>
                <a:cubicBezTo>
                  <a:pt x="654295" y="32308"/>
                  <a:pt x="654310" y="33637"/>
                  <a:pt x="654310" y="34738"/>
                </a:cubicBezTo>
                <a:cubicBezTo>
                  <a:pt x="654310" y="36570"/>
                  <a:pt x="654249" y="38785"/>
                  <a:pt x="654127" y="41382"/>
                </a:cubicBezTo>
                <a:cubicBezTo>
                  <a:pt x="654004" y="43979"/>
                  <a:pt x="653622" y="46485"/>
                  <a:pt x="652979" y="48898"/>
                </a:cubicBezTo>
                <a:cubicBezTo>
                  <a:pt x="652337" y="51311"/>
                  <a:pt x="651296" y="53374"/>
                  <a:pt x="649857" y="55085"/>
                </a:cubicBezTo>
                <a:cubicBezTo>
                  <a:pt x="648418" y="56796"/>
                  <a:pt x="646352" y="57651"/>
                  <a:pt x="643659" y="57651"/>
                </a:cubicBezTo>
                <a:cubicBezTo>
                  <a:pt x="641027" y="57651"/>
                  <a:pt x="639007" y="56796"/>
                  <a:pt x="637598" y="55085"/>
                </a:cubicBezTo>
                <a:cubicBezTo>
                  <a:pt x="636191" y="53374"/>
                  <a:pt x="635166" y="51311"/>
                  <a:pt x="634523" y="48898"/>
                </a:cubicBezTo>
                <a:cubicBezTo>
                  <a:pt x="633881" y="46485"/>
                  <a:pt x="633498" y="43979"/>
                  <a:pt x="633376" y="41382"/>
                </a:cubicBezTo>
                <a:cubicBezTo>
                  <a:pt x="633254" y="38785"/>
                  <a:pt x="633192" y="36570"/>
                  <a:pt x="633192" y="34738"/>
                </a:cubicBezTo>
                <a:moveTo>
                  <a:pt x="620155" y="34738"/>
                </a:moveTo>
                <a:cubicBezTo>
                  <a:pt x="620155" y="41160"/>
                  <a:pt x="620782" y="46528"/>
                  <a:pt x="622037" y="50841"/>
                </a:cubicBezTo>
                <a:cubicBezTo>
                  <a:pt x="623292" y="55153"/>
                  <a:pt x="624991" y="58594"/>
                  <a:pt x="627133" y="61163"/>
                </a:cubicBezTo>
                <a:cubicBezTo>
                  <a:pt x="629276" y="63733"/>
                  <a:pt x="631770" y="65568"/>
                  <a:pt x="634616" y="66669"/>
                </a:cubicBezTo>
                <a:cubicBezTo>
                  <a:pt x="637462" y="67770"/>
                  <a:pt x="640477" y="68321"/>
                  <a:pt x="643659" y="68321"/>
                </a:cubicBezTo>
                <a:cubicBezTo>
                  <a:pt x="646903" y="68321"/>
                  <a:pt x="649948" y="67770"/>
                  <a:pt x="652794" y="66669"/>
                </a:cubicBezTo>
                <a:cubicBezTo>
                  <a:pt x="655641" y="65568"/>
                  <a:pt x="658150" y="63733"/>
                  <a:pt x="660323" y="61163"/>
                </a:cubicBezTo>
                <a:cubicBezTo>
                  <a:pt x="662496" y="58594"/>
                  <a:pt x="664210" y="55153"/>
                  <a:pt x="665464" y="50841"/>
                </a:cubicBezTo>
                <a:cubicBezTo>
                  <a:pt x="666720" y="46528"/>
                  <a:pt x="667347" y="41160"/>
                  <a:pt x="667347" y="34738"/>
                </a:cubicBezTo>
                <a:cubicBezTo>
                  <a:pt x="667347" y="28499"/>
                  <a:pt x="666720" y="23254"/>
                  <a:pt x="665464" y="19002"/>
                </a:cubicBezTo>
                <a:cubicBezTo>
                  <a:pt x="664210" y="14751"/>
                  <a:pt x="662496" y="11341"/>
                  <a:pt x="660323" y="8771"/>
                </a:cubicBezTo>
                <a:cubicBezTo>
                  <a:pt x="658150" y="6202"/>
                  <a:pt x="655641" y="4367"/>
                  <a:pt x="652794" y="3266"/>
                </a:cubicBezTo>
                <a:cubicBezTo>
                  <a:pt x="649948" y="2164"/>
                  <a:pt x="646903" y="1614"/>
                  <a:pt x="643659" y="1614"/>
                </a:cubicBezTo>
                <a:cubicBezTo>
                  <a:pt x="640477" y="1614"/>
                  <a:pt x="637462" y="2164"/>
                  <a:pt x="634616" y="3266"/>
                </a:cubicBezTo>
                <a:cubicBezTo>
                  <a:pt x="631770" y="4367"/>
                  <a:pt x="629276" y="6202"/>
                  <a:pt x="627133" y="8771"/>
                </a:cubicBezTo>
                <a:cubicBezTo>
                  <a:pt x="624991" y="11341"/>
                  <a:pt x="623292" y="14751"/>
                  <a:pt x="622037" y="19002"/>
                </a:cubicBezTo>
                <a:cubicBezTo>
                  <a:pt x="620782" y="23254"/>
                  <a:pt x="620155" y="28499"/>
                  <a:pt x="620155" y="34738"/>
                </a:cubicBezTo>
                <a:close/>
                <a:moveTo>
                  <a:pt x="684454" y="34738"/>
                </a:moveTo>
                <a:cubicBezTo>
                  <a:pt x="684454" y="33637"/>
                  <a:pt x="684469" y="32308"/>
                  <a:pt x="684500" y="30750"/>
                </a:cubicBezTo>
                <a:cubicBezTo>
                  <a:pt x="684531" y="29192"/>
                  <a:pt x="684638" y="27588"/>
                  <a:pt x="684821" y="25938"/>
                </a:cubicBezTo>
                <a:cubicBezTo>
                  <a:pt x="685005" y="24288"/>
                  <a:pt x="685311" y="22654"/>
                  <a:pt x="685739" y="21035"/>
                </a:cubicBezTo>
                <a:cubicBezTo>
                  <a:pt x="686167" y="19416"/>
                  <a:pt x="686764" y="17964"/>
                  <a:pt x="687529" y="16681"/>
                </a:cubicBezTo>
                <a:cubicBezTo>
                  <a:pt x="688295" y="15398"/>
                  <a:pt x="689275" y="14359"/>
                  <a:pt x="690468" y="13565"/>
                </a:cubicBezTo>
                <a:cubicBezTo>
                  <a:pt x="691662" y="12770"/>
                  <a:pt x="693146" y="12373"/>
                  <a:pt x="694920" y="12373"/>
                </a:cubicBezTo>
                <a:cubicBezTo>
                  <a:pt x="696696" y="12373"/>
                  <a:pt x="698196" y="12770"/>
                  <a:pt x="699420" y="13565"/>
                </a:cubicBezTo>
                <a:cubicBezTo>
                  <a:pt x="700645" y="14359"/>
                  <a:pt x="701655" y="15398"/>
                  <a:pt x="702450" y="16681"/>
                </a:cubicBezTo>
                <a:cubicBezTo>
                  <a:pt x="703246" y="17964"/>
                  <a:pt x="703843" y="19416"/>
                  <a:pt x="704241" y="21035"/>
                </a:cubicBezTo>
                <a:cubicBezTo>
                  <a:pt x="704639" y="22654"/>
                  <a:pt x="704944" y="24288"/>
                  <a:pt x="705158" y="25938"/>
                </a:cubicBezTo>
                <a:cubicBezTo>
                  <a:pt x="705372" y="27588"/>
                  <a:pt x="705495" y="29192"/>
                  <a:pt x="705525" y="30750"/>
                </a:cubicBezTo>
                <a:cubicBezTo>
                  <a:pt x="705556" y="32308"/>
                  <a:pt x="705572" y="33637"/>
                  <a:pt x="705572" y="34738"/>
                </a:cubicBezTo>
                <a:cubicBezTo>
                  <a:pt x="705572" y="36570"/>
                  <a:pt x="705510" y="38785"/>
                  <a:pt x="705388" y="41382"/>
                </a:cubicBezTo>
                <a:cubicBezTo>
                  <a:pt x="705266" y="43979"/>
                  <a:pt x="704883" y="46485"/>
                  <a:pt x="704241" y="48898"/>
                </a:cubicBezTo>
                <a:cubicBezTo>
                  <a:pt x="703598" y="51311"/>
                  <a:pt x="702557" y="53374"/>
                  <a:pt x="701118" y="55085"/>
                </a:cubicBezTo>
                <a:cubicBezTo>
                  <a:pt x="699680" y="56796"/>
                  <a:pt x="697614" y="57651"/>
                  <a:pt x="694920" y="57651"/>
                </a:cubicBezTo>
                <a:cubicBezTo>
                  <a:pt x="692288" y="57651"/>
                  <a:pt x="690268" y="56796"/>
                  <a:pt x="688860" y="55085"/>
                </a:cubicBezTo>
                <a:cubicBezTo>
                  <a:pt x="687452" y="53374"/>
                  <a:pt x="686427" y="51311"/>
                  <a:pt x="685785" y="48898"/>
                </a:cubicBezTo>
                <a:cubicBezTo>
                  <a:pt x="685142" y="46485"/>
                  <a:pt x="684760" y="43979"/>
                  <a:pt x="684637" y="41382"/>
                </a:cubicBezTo>
                <a:cubicBezTo>
                  <a:pt x="684515" y="38785"/>
                  <a:pt x="684454" y="36570"/>
                  <a:pt x="684454" y="34738"/>
                </a:cubicBezTo>
                <a:moveTo>
                  <a:pt x="671417" y="34738"/>
                </a:moveTo>
                <a:cubicBezTo>
                  <a:pt x="671417" y="41160"/>
                  <a:pt x="672044" y="46528"/>
                  <a:pt x="673298" y="50841"/>
                </a:cubicBezTo>
                <a:cubicBezTo>
                  <a:pt x="674554" y="55153"/>
                  <a:pt x="676252" y="58594"/>
                  <a:pt x="678395" y="61163"/>
                </a:cubicBezTo>
                <a:cubicBezTo>
                  <a:pt x="680537" y="63733"/>
                  <a:pt x="683032" y="65568"/>
                  <a:pt x="685877" y="66669"/>
                </a:cubicBezTo>
                <a:cubicBezTo>
                  <a:pt x="688724" y="67770"/>
                  <a:pt x="691738" y="68321"/>
                  <a:pt x="694920" y="68321"/>
                </a:cubicBezTo>
                <a:cubicBezTo>
                  <a:pt x="698165" y="68321"/>
                  <a:pt x="701210" y="67770"/>
                  <a:pt x="704056" y="66669"/>
                </a:cubicBezTo>
                <a:cubicBezTo>
                  <a:pt x="706902" y="65568"/>
                  <a:pt x="709412" y="63733"/>
                  <a:pt x="711584" y="61163"/>
                </a:cubicBezTo>
                <a:cubicBezTo>
                  <a:pt x="713758" y="58594"/>
                  <a:pt x="715472" y="55153"/>
                  <a:pt x="716726" y="50841"/>
                </a:cubicBezTo>
                <a:cubicBezTo>
                  <a:pt x="717981" y="46528"/>
                  <a:pt x="718609" y="41160"/>
                  <a:pt x="718609" y="34738"/>
                </a:cubicBezTo>
                <a:cubicBezTo>
                  <a:pt x="718609" y="28499"/>
                  <a:pt x="717981" y="23254"/>
                  <a:pt x="716726" y="19002"/>
                </a:cubicBezTo>
                <a:cubicBezTo>
                  <a:pt x="715472" y="14751"/>
                  <a:pt x="713758" y="11341"/>
                  <a:pt x="711584" y="8771"/>
                </a:cubicBezTo>
                <a:cubicBezTo>
                  <a:pt x="709412" y="6202"/>
                  <a:pt x="706902" y="4367"/>
                  <a:pt x="704056" y="3266"/>
                </a:cubicBezTo>
                <a:cubicBezTo>
                  <a:pt x="701210" y="2164"/>
                  <a:pt x="698165" y="1614"/>
                  <a:pt x="694920" y="1614"/>
                </a:cubicBezTo>
                <a:cubicBezTo>
                  <a:pt x="691738" y="1614"/>
                  <a:pt x="688724" y="2164"/>
                  <a:pt x="685877" y="3266"/>
                </a:cubicBezTo>
                <a:cubicBezTo>
                  <a:pt x="683032" y="4367"/>
                  <a:pt x="680537" y="6202"/>
                  <a:pt x="678395" y="8771"/>
                </a:cubicBezTo>
                <a:cubicBezTo>
                  <a:pt x="676252" y="11341"/>
                  <a:pt x="674554" y="14751"/>
                  <a:pt x="673298" y="19002"/>
                </a:cubicBezTo>
                <a:cubicBezTo>
                  <a:pt x="672044" y="23254"/>
                  <a:pt x="671417" y="28499"/>
                  <a:pt x="671417" y="34738"/>
                </a:cubicBezTo>
                <a:close/>
                <a:moveTo>
                  <a:pt x="726352" y="52989"/>
                </a:moveTo>
                <a:lnTo>
                  <a:pt x="726352" y="67155"/>
                </a:lnTo>
                <a:lnTo>
                  <a:pt x="732961" y="67155"/>
                </a:lnTo>
                <a:cubicBezTo>
                  <a:pt x="733023" y="68135"/>
                  <a:pt x="732901" y="69099"/>
                  <a:pt x="732594" y="70048"/>
                </a:cubicBezTo>
                <a:cubicBezTo>
                  <a:pt x="732288" y="70997"/>
                  <a:pt x="731829" y="71854"/>
                  <a:pt x="731217" y="72619"/>
                </a:cubicBezTo>
                <a:cubicBezTo>
                  <a:pt x="730605" y="73385"/>
                  <a:pt x="729886" y="74043"/>
                  <a:pt x="729060" y="74594"/>
                </a:cubicBezTo>
                <a:cubicBezTo>
                  <a:pt x="728233" y="75145"/>
                  <a:pt x="727361" y="75512"/>
                  <a:pt x="726443" y="75695"/>
                </a:cubicBezTo>
                <a:lnTo>
                  <a:pt x="726443" y="82308"/>
                </a:lnTo>
                <a:cubicBezTo>
                  <a:pt x="728401" y="82001"/>
                  <a:pt x="730253" y="81434"/>
                  <a:pt x="731997" y="80607"/>
                </a:cubicBezTo>
                <a:cubicBezTo>
                  <a:pt x="733742" y="79780"/>
                  <a:pt x="735257" y="78723"/>
                  <a:pt x="736542" y="77437"/>
                </a:cubicBezTo>
                <a:cubicBezTo>
                  <a:pt x="737828" y="76150"/>
                  <a:pt x="738854" y="74633"/>
                  <a:pt x="739619" y="72886"/>
                </a:cubicBezTo>
                <a:cubicBezTo>
                  <a:pt x="740383" y="71141"/>
                  <a:pt x="740766" y="69226"/>
                  <a:pt x="740766" y="67142"/>
                </a:cubicBezTo>
                <a:lnTo>
                  <a:pt x="740766" y="52989"/>
                </a:lnTo>
                <a:lnTo>
                  <a:pt x="726352" y="52989"/>
                </a:lnTo>
                <a:close/>
                <a:moveTo>
                  <a:pt x="807237" y="67155"/>
                </a:moveTo>
                <a:lnTo>
                  <a:pt x="807237" y="2869"/>
                </a:lnTo>
                <a:lnTo>
                  <a:pt x="796863" y="2869"/>
                </a:lnTo>
                <a:cubicBezTo>
                  <a:pt x="796495" y="5311"/>
                  <a:pt x="795730" y="7357"/>
                  <a:pt x="794567" y="9007"/>
                </a:cubicBezTo>
                <a:cubicBezTo>
                  <a:pt x="793404" y="10655"/>
                  <a:pt x="791981" y="11983"/>
                  <a:pt x="790297" y="12991"/>
                </a:cubicBezTo>
                <a:cubicBezTo>
                  <a:pt x="788614" y="13998"/>
                  <a:pt x="786717" y="14700"/>
                  <a:pt x="784605" y="15098"/>
                </a:cubicBezTo>
                <a:cubicBezTo>
                  <a:pt x="782493" y="15495"/>
                  <a:pt x="780306" y="15662"/>
                  <a:pt x="778042" y="15601"/>
                </a:cubicBezTo>
                <a:lnTo>
                  <a:pt x="778042" y="25463"/>
                </a:lnTo>
                <a:lnTo>
                  <a:pt x="794200" y="25463"/>
                </a:lnTo>
                <a:lnTo>
                  <a:pt x="794200" y="67155"/>
                </a:lnTo>
                <a:lnTo>
                  <a:pt x="807237" y="67155"/>
                </a:lnTo>
                <a:close/>
                <a:moveTo>
                  <a:pt x="828017" y="52989"/>
                </a:moveTo>
                <a:lnTo>
                  <a:pt x="828017" y="67155"/>
                </a:lnTo>
                <a:lnTo>
                  <a:pt x="842431" y="67155"/>
                </a:lnTo>
                <a:lnTo>
                  <a:pt x="842431" y="52989"/>
                </a:lnTo>
                <a:lnTo>
                  <a:pt x="828017" y="52989"/>
                </a:lnTo>
                <a:close/>
                <a:moveTo>
                  <a:pt x="862721" y="34738"/>
                </a:moveTo>
                <a:cubicBezTo>
                  <a:pt x="862721" y="33637"/>
                  <a:pt x="862737" y="32308"/>
                  <a:pt x="862767" y="30750"/>
                </a:cubicBezTo>
                <a:cubicBezTo>
                  <a:pt x="862798" y="29192"/>
                  <a:pt x="862905" y="27588"/>
                  <a:pt x="863088" y="25938"/>
                </a:cubicBezTo>
                <a:cubicBezTo>
                  <a:pt x="863272" y="24288"/>
                  <a:pt x="863578" y="22654"/>
                  <a:pt x="864006" y="21035"/>
                </a:cubicBezTo>
                <a:cubicBezTo>
                  <a:pt x="864434" y="19416"/>
                  <a:pt x="865031" y="17964"/>
                  <a:pt x="865796" y="16681"/>
                </a:cubicBezTo>
                <a:cubicBezTo>
                  <a:pt x="866562" y="15398"/>
                  <a:pt x="867542" y="14359"/>
                  <a:pt x="868735" y="13565"/>
                </a:cubicBezTo>
                <a:cubicBezTo>
                  <a:pt x="869929" y="12770"/>
                  <a:pt x="871413" y="12373"/>
                  <a:pt x="873187" y="12373"/>
                </a:cubicBezTo>
                <a:cubicBezTo>
                  <a:pt x="874963" y="12373"/>
                  <a:pt x="876463" y="12770"/>
                  <a:pt x="877687" y="13565"/>
                </a:cubicBezTo>
                <a:cubicBezTo>
                  <a:pt x="878912" y="14359"/>
                  <a:pt x="879922" y="15398"/>
                  <a:pt x="880718" y="16681"/>
                </a:cubicBezTo>
                <a:cubicBezTo>
                  <a:pt x="881513" y="17964"/>
                  <a:pt x="882110" y="19416"/>
                  <a:pt x="882508" y="21035"/>
                </a:cubicBezTo>
                <a:cubicBezTo>
                  <a:pt x="882906" y="22654"/>
                  <a:pt x="883212" y="24288"/>
                  <a:pt x="883426" y="25938"/>
                </a:cubicBezTo>
                <a:cubicBezTo>
                  <a:pt x="883639" y="27588"/>
                  <a:pt x="883762" y="29192"/>
                  <a:pt x="883793" y="30750"/>
                </a:cubicBezTo>
                <a:cubicBezTo>
                  <a:pt x="883823" y="32308"/>
                  <a:pt x="883839" y="33637"/>
                  <a:pt x="883839" y="34738"/>
                </a:cubicBezTo>
                <a:cubicBezTo>
                  <a:pt x="883839" y="36570"/>
                  <a:pt x="883778" y="38785"/>
                  <a:pt x="883655" y="41382"/>
                </a:cubicBezTo>
                <a:cubicBezTo>
                  <a:pt x="883533" y="43979"/>
                  <a:pt x="883150" y="46485"/>
                  <a:pt x="882508" y="48898"/>
                </a:cubicBezTo>
                <a:cubicBezTo>
                  <a:pt x="881865" y="51311"/>
                  <a:pt x="880824" y="53374"/>
                  <a:pt x="879385" y="55085"/>
                </a:cubicBezTo>
                <a:cubicBezTo>
                  <a:pt x="877947" y="56796"/>
                  <a:pt x="875881" y="57651"/>
                  <a:pt x="873187" y="57651"/>
                </a:cubicBezTo>
                <a:cubicBezTo>
                  <a:pt x="870556" y="57651"/>
                  <a:pt x="868535" y="56796"/>
                  <a:pt x="867127" y="55085"/>
                </a:cubicBezTo>
                <a:cubicBezTo>
                  <a:pt x="865720" y="53374"/>
                  <a:pt x="864695" y="51311"/>
                  <a:pt x="864052" y="48898"/>
                </a:cubicBezTo>
                <a:cubicBezTo>
                  <a:pt x="863409" y="46485"/>
                  <a:pt x="863027" y="43979"/>
                  <a:pt x="862905" y="41382"/>
                </a:cubicBezTo>
                <a:cubicBezTo>
                  <a:pt x="862782" y="38785"/>
                  <a:pt x="862721" y="36570"/>
                  <a:pt x="862721" y="34738"/>
                </a:cubicBezTo>
                <a:moveTo>
                  <a:pt x="849684" y="34738"/>
                </a:moveTo>
                <a:cubicBezTo>
                  <a:pt x="849684" y="41160"/>
                  <a:pt x="850311" y="46528"/>
                  <a:pt x="851566" y="50841"/>
                </a:cubicBezTo>
                <a:cubicBezTo>
                  <a:pt x="852821" y="55153"/>
                  <a:pt x="854520" y="58594"/>
                  <a:pt x="856662" y="61163"/>
                </a:cubicBezTo>
                <a:cubicBezTo>
                  <a:pt x="858805" y="63733"/>
                  <a:pt x="861299" y="65568"/>
                  <a:pt x="864144" y="66669"/>
                </a:cubicBezTo>
                <a:cubicBezTo>
                  <a:pt x="866991" y="67770"/>
                  <a:pt x="870006" y="68321"/>
                  <a:pt x="873187" y="68321"/>
                </a:cubicBezTo>
                <a:cubicBezTo>
                  <a:pt x="876432" y="68321"/>
                  <a:pt x="879477" y="67770"/>
                  <a:pt x="882323" y="66669"/>
                </a:cubicBezTo>
                <a:cubicBezTo>
                  <a:pt x="885170" y="65568"/>
                  <a:pt x="887679" y="63733"/>
                  <a:pt x="889852" y="61163"/>
                </a:cubicBezTo>
                <a:cubicBezTo>
                  <a:pt x="892025" y="58594"/>
                  <a:pt x="893739" y="55153"/>
                  <a:pt x="894993" y="50841"/>
                </a:cubicBezTo>
                <a:cubicBezTo>
                  <a:pt x="896248" y="46528"/>
                  <a:pt x="896876" y="41160"/>
                  <a:pt x="896876" y="34738"/>
                </a:cubicBezTo>
                <a:cubicBezTo>
                  <a:pt x="896876" y="28499"/>
                  <a:pt x="896248" y="23254"/>
                  <a:pt x="894993" y="19002"/>
                </a:cubicBezTo>
                <a:cubicBezTo>
                  <a:pt x="893739" y="14751"/>
                  <a:pt x="892025" y="11341"/>
                  <a:pt x="889852" y="8771"/>
                </a:cubicBezTo>
                <a:cubicBezTo>
                  <a:pt x="887679" y="6202"/>
                  <a:pt x="885170" y="4367"/>
                  <a:pt x="882323" y="3266"/>
                </a:cubicBezTo>
                <a:cubicBezTo>
                  <a:pt x="879477" y="2164"/>
                  <a:pt x="876432" y="1614"/>
                  <a:pt x="873187" y="1614"/>
                </a:cubicBezTo>
                <a:cubicBezTo>
                  <a:pt x="870006" y="1614"/>
                  <a:pt x="866991" y="2164"/>
                  <a:pt x="864144" y="3266"/>
                </a:cubicBezTo>
                <a:cubicBezTo>
                  <a:pt x="861299" y="4367"/>
                  <a:pt x="858805" y="6202"/>
                  <a:pt x="856662" y="8771"/>
                </a:cubicBezTo>
                <a:cubicBezTo>
                  <a:pt x="854520" y="11341"/>
                  <a:pt x="852821" y="14751"/>
                  <a:pt x="851566" y="19002"/>
                </a:cubicBezTo>
                <a:cubicBezTo>
                  <a:pt x="850311" y="23254"/>
                  <a:pt x="849684" y="28499"/>
                  <a:pt x="849684" y="34738"/>
                </a:cubicBezTo>
                <a:close/>
                <a:moveTo>
                  <a:pt x="913983" y="34738"/>
                </a:moveTo>
                <a:cubicBezTo>
                  <a:pt x="913983" y="33637"/>
                  <a:pt x="913998" y="32308"/>
                  <a:pt x="914029" y="30750"/>
                </a:cubicBezTo>
                <a:cubicBezTo>
                  <a:pt x="914060" y="29192"/>
                  <a:pt x="914167" y="27588"/>
                  <a:pt x="914350" y="25938"/>
                </a:cubicBezTo>
                <a:cubicBezTo>
                  <a:pt x="914534" y="24288"/>
                  <a:pt x="914840" y="22654"/>
                  <a:pt x="915267" y="21035"/>
                </a:cubicBezTo>
                <a:cubicBezTo>
                  <a:pt x="915696" y="19416"/>
                  <a:pt x="916293" y="17964"/>
                  <a:pt x="917058" y="16681"/>
                </a:cubicBezTo>
                <a:cubicBezTo>
                  <a:pt x="917824" y="15398"/>
                  <a:pt x="918803" y="14359"/>
                  <a:pt x="919997" y="13565"/>
                </a:cubicBezTo>
                <a:cubicBezTo>
                  <a:pt x="921190" y="12770"/>
                  <a:pt x="922675" y="12373"/>
                  <a:pt x="924449" y="12373"/>
                </a:cubicBezTo>
                <a:cubicBezTo>
                  <a:pt x="926224" y="12373"/>
                  <a:pt x="927724" y="12770"/>
                  <a:pt x="928949" y="13565"/>
                </a:cubicBezTo>
                <a:cubicBezTo>
                  <a:pt x="930173" y="14359"/>
                  <a:pt x="931183" y="15398"/>
                  <a:pt x="931979" y="16681"/>
                </a:cubicBezTo>
                <a:cubicBezTo>
                  <a:pt x="932775" y="17964"/>
                  <a:pt x="933372" y="19416"/>
                  <a:pt x="933769" y="21035"/>
                </a:cubicBezTo>
                <a:cubicBezTo>
                  <a:pt x="934167" y="22654"/>
                  <a:pt x="934473" y="24288"/>
                  <a:pt x="934687" y="25938"/>
                </a:cubicBezTo>
                <a:cubicBezTo>
                  <a:pt x="934901" y="27588"/>
                  <a:pt x="935023" y="29192"/>
                  <a:pt x="935054" y="30750"/>
                </a:cubicBezTo>
                <a:cubicBezTo>
                  <a:pt x="935085" y="32308"/>
                  <a:pt x="935100" y="33637"/>
                  <a:pt x="935100" y="34738"/>
                </a:cubicBezTo>
                <a:cubicBezTo>
                  <a:pt x="935100" y="36570"/>
                  <a:pt x="935039" y="38785"/>
                  <a:pt x="934917" y="41382"/>
                </a:cubicBezTo>
                <a:cubicBezTo>
                  <a:pt x="934794" y="43979"/>
                  <a:pt x="934412" y="46485"/>
                  <a:pt x="933769" y="48898"/>
                </a:cubicBezTo>
                <a:cubicBezTo>
                  <a:pt x="933127" y="51311"/>
                  <a:pt x="932086" y="53374"/>
                  <a:pt x="930647" y="55085"/>
                </a:cubicBezTo>
                <a:cubicBezTo>
                  <a:pt x="929208" y="56796"/>
                  <a:pt x="927143" y="57651"/>
                  <a:pt x="924449" y="57651"/>
                </a:cubicBezTo>
                <a:cubicBezTo>
                  <a:pt x="921817" y="57651"/>
                  <a:pt x="919797" y="56796"/>
                  <a:pt x="918389" y="55085"/>
                </a:cubicBezTo>
                <a:cubicBezTo>
                  <a:pt x="916981" y="53374"/>
                  <a:pt x="915956" y="51311"/>
                  <a:pt x="915314" y="48898"/>
                </a:cubicBezTo>
                <a:cubicBezTo>
                  <a:pt x="914671" y="46485"/>
                  <a:pt x="914289" y="43979"/>
                  <a:pt x="914166" y="41382"/>
                </a:cubicBezTo>
                <a:cubicBezTo>
                  <a:pt x="914044" y="38785"/>
                  <a:pt x="913983" y="36570"/>
                  <a:pt x="913983" y="34738"/>
                </a:cubicBezTo>
                <a:moveTo>
                  <a:pt x="900946" y="34738"/>
                </a:moveTo>
                <a:cubicBezTo>
                  <a:pt x="900946" y="41160"/>
                  <a:pt x="901573" y="46528"/>
                  <a:pt x="902827" y="50841"/>
                </a:cubicBezTo>
                <a:cubicBezTo>
                  <a:pt x="904082" y="55153"/>
                  <a:pt x="905781" y="58594"/>
                  <a:pt x="907924" y="61163"/>
                </a:cubicBezTo>
                <a:cubicBezTo>
                  <a:pt x="910066" y="63733"/>
                  <a:pt x="912560" y="65568"/>
                  <a:pt x="915406" y="66669"/>
                </a:cubicBezTo>
                <a:cubicBezTo>
                  <a:pt x="918253" y="67770"/>
                  <a:pt x="921267" y="68321"/>
                  <a:pt x="924449" y="68321"/>
                </a:cubicBezTo>
                <a:cubicBezTo>
                  <a:pt x="927694" y="68321"/>
                  <a:pt x="930739" y="67770"/>
                  <a:pt x="933585" y="66669"/>
                </a:cubicBezTo>
                <a:cubicBezTo>
                  <a:pt x="936431" y="65568"/>
                  <a:pt x="938941" y="63733"/>
                  <a:pt x="941113" y="61163"/>
                </a:cubicBezTo>
                <a:cubicBezTo>
                  <a:pt x="943286" y="58594"/>
                  <a:pt x="945000" y="55153"/>
                  <a:pt x="946255" y="50841"/>
                </a:cubicBezTo>
                <a:cubicBezTo>
                  <a:pt x="947510" y="46528"/>
                  <a:pt x="948137" y="41160"/>
                  <a:pt x="948137" y="34738"/>
                </a:cubicBezTo>
                <a:cubicBezTo>
                  <a:pt x="948137" y="28499"/>
                  <a:pt x="947510" y="23254"/>
                  <a:pt x="946255" y="19002"/>
                </a:cubicBezTo>
                <a:cubicBezTo>
                  <a:pt x="945000" y="14751"/>
                  <a:pt x="943286" y="11341"/>
                  <a:pt x="941113" y="8771"/>
                </a:cubicBezTo>
                <a:cubicBezTo>
                  <a:pt x="938941" y="6202"/>
                  <a:pt x="936431" y="4367"/>
                  <a:pt x="933585" y="3266"/>
                </a:cubicBezTo>
                <a:cubicBezTo>
                  <a:pt x="930739" y="2164"/>
                  <a:pt x="927694" y="1614"/>
                  <a:pt x="924449" y="1614"/>
                </a:cubicBezTo>
                <a:cubicBezTo>
                  <a:pt x="921267" y="1614"/>
                  <a:pt x="918253" y="2164"/>
                  <a:pt x="915406" y="3266"/>
                </a:cubicBezTo>
                <a:cubicBezTo>
                  <a:pt x="912560" y="4367"/>
                  <a:pt x="910066" y="6202"/>
                  <a:pt x="907924" y="8771"/>
                </a:cubicBezTo>
                <a:cubicBezTo>
                  <a:pt x="905781" y="11341"/>
                  <a:pt x="904082" y="14751"/>
                  <a:pt x="902827" y="19002"/>
                </a:cubicBezTo>
                <a:cubicBezTo>
                  <a:pt x="901573" y="23254"/>
                  <a:pt x="900946" y="28499"/>
                  <a:pt x="900946" y="34738"/>
                </a:cubicBezTo>
                <a:close/>
                <a:moveTo>
                  <a:pt x="965244" y="34738"/>
                </a:moveTo>
                <a:cubicBezTo>
                  <a:pt x="965244" y="33637"/>
                  <a:pt x="965260" y="32308"/>
                  <a:pt x="965290" y="30750"/>
                </a:cubicBezTo>
                <a:cubicBezTo>
                  <a:pt x="965321" y="29192"/>
                  <a:pt x="965428" y="27588"/>
                  <a:pt x="965611" y="25938"/>
                </a:cubicBezTo>
                <a:cubicBezTo>
                  <a:pt x="965795" y="24288"/>
                  <a:pt x="966101" y="22654"/>
                  <a:pt x="966529" y="21035"/>
                </a:cubicBezTo>
                <a:cubicBezTo>
                  <a:pt x="966958" y="19416"/>
                  <a:pt x="967554" y="17964"/>
                  <a:pt x="968319" y="16681"/>
                </a:cubicBezTo>
                <a:cubicBezTo>
                  <a:pt x="969085" y="15398"/>
                  <a:pt x="970065" y="14359"/>
                  <a:pt x="971258" y="13565"/>
                </a:cubicBezTo>
                <a:cubicBezTo>
                  <a:pt x="972452" y="12770"/>
                  <a:pt x="973936" y="12373"/>
                  <a:pt x="975711" y="12373"/>
                </a:cubicBezTo>
                <a:cubicBezTo>
                  <a:pt x="977486" y="12373"/>
                  <a:pt x="978986" y="12770"/>
                  <a:pt x="980210" y="13565"/>
                </a:cubicBezTo>
                <a:cubicBezTo>
                  <a:pt x="981435" y="14359"/>
                  <a:pt x="982445" y="15398"/>
                  <a:pt x="983241" y="16681"/>
                </a:cubicBezTo>
                <a:cubicBezTo>
                  <a:pt x="984036" y="17964"/>
                  <a:pt x="984633" y="19416"/>
                  <a:pt x="985031" y="21035"/>
                </a:cubicBezTo>
                <a:cubicBezTo>
                  <a:pt x="985429" y="22654"/>
                  <a:pt x="985735" y="24288"/>
                  <a:pt x="985949" y="25938"/>
                </a:cubicBezTo>
                <a:cubicBezTo>
                  <a:pt x="986162" y="27588"/>
                  <a:pt x="986285" y="29192"/>
                  <a:pt x="986316" y="30750"/>
                </a:cubicBezTo>
                <a:cubicBezTo>
                  <a:pt x="986346" y="32308"/>
                  <a:pt x="986362" y="33637"/>
                  <a:pt x="986362" y="34738"/>
                </a:cubicBezTo>
                <a:cubicBezTo>
                  <a:pt x="986362" y="36570"/>
                  <a:pt x="986301" y="38785"/>
                  <a:pt x="986178" y="41382"/>
                </a:cubicBezTo>
                <a:cubicBezTo>
                  <a:pt x="986056" y="43979"/>
                  <a:pt x="985674" y="46485"/>
                  <a:pt x="985031" y="48898"/>
                </a:cubicBezTo>
                <a:cubicBezTo>
                  <a:pt x="984388" y="51311"/>
                  <a:pt x="983348" y="53374"/>
                  <a:pt x="981908" y="55085"/>
                </a:cubicBezTo>
                <a:cubicBezTo>
                  <a:pt x="980470" y="56796"/>
                  <a:pt x="978404" y="57651"/>
                  <a:pt x="975711" y="57651"/>
                </a:cubicBezTo>
                <a:cubicBezTo>
                  <a:pt x="973079" y="57651"/>
                  <a:pt x="971059" y="56796"/>
                  <a:pt x="969650" y="55085"/>
                </a:cubicBezTo>
                <a:cubicBezTo>
                  <a:pt x="968243" y="53374"/>
                  <a:pt x="967218" y="51311"/>
                  <a:pt x="966575" y="48898"/>
                </a:cubicBezTo>
                <a:cubicBezTo>
                  <a:pt x="965933" y="46485"/>
                  <a:pt x="965550" y="43979"/>
                  <a:pt x="965428" y="41382"/>
                </a:cubicBezTo>
                <a:cubicBezTo>
                  <a:pt x="965305" y="38785"/>
                  <a:pt x="965244" y="36570"/>
                  <a:pt x="965244" y="34738"/>
                </a:cubicBezTo>
                <a:moveTo>
                  <a:pt x="952207" y="34738"/>
                </a:moveTo>
                <a:cubicBezTo>
                  <a:pt x="952207" y="41160"/>
                  <a:pt x="952834" y="46528"/>
                  <a:pt x="954089" y="50841"/>
                </a:cubicBezTo>
                <a:cubicBezTo>
                  <a:pt x="955344" y="55153"/>
                  <a:pt x="957043" y="58594"/>
                  <a:pt x="959185" y="61163"/>
                </a:cubicBezTo>
                <a:cubicBezTo>
                  <a:pt x="961328" y="63733"/>
                  <a:pt x="963822" y="65568"/>
                  <a:pt x="966668" y="66669"/>
                </a:cubicBezTo>
                <a:cubicBezTo>
                  <a:pt x="969514" y="67770"/>
                  <a:pt x="972529" y="68321"/>
                  <a:pt x="975711" y="68321"/>
                </a:cubicBezTo>
                <a:cubicBezTo>
                  <a:pt x="978955" y="68321"/>
                  <a:pt x="982000" y="67770"/>
                  <a:pt x="984846" y="66669"/>
                </a:cubicBezTo>
                <a:cubicBezTo>
                  <a:pt x="987693" y="65568"/>
                  <a:pt x="990202" y="63733"/>
                  <a:pt x="992375" y="61163"/>
                </a:cubicBezTo>
                <a:cubicBezTo>
                  <a:pt x="994548" y="58594"/>
                  <a:pt x="996262" y="55153"/>
                  <a:pt x="997516" y="50841"/>
                </a:cubicBezTo>
                <a:cubicBezTo>
                  <a:pt x="998771" y="46528"/>
                  <a:pt x="999399" y="41160"/>
                  <a:pt x="999399" y="34738"/>
                </a:cubicBezTo>
                <a:cubicBezTo>
                  <a:pt x="999399" y="28499"/>
                  <a:pt x="998771" y="23254"/>
                  <a:pt x="997516" y="19002"/>
                </a:cubicBezTo>
                <a:cubicBezTo>
                  <a:pt x="996262" y="14751"/>
                  <a:pt x="994548" y="11341"/>
                  <a:pt x="992375" y="8771"/>
                </a:cubicBezTo>
                <a:cubicBezTo>
                  <a:pt x="990202" y="6202"/>
                  <a:pt x="987693" y="4367"/>
                  <a:pt x="984846" y="3266"/>
                </a:cubicBezTo>
                <a:cubicBezTo>
                  <a:pt x="982000" y="2164"/>
                  <a:pt x="978955" y="1614"/>
                  <a:pt x="975711" y="1614"/>
                </a:cubicBezTo>
                <a:cubicBezTo>
                  <a:pt x="972529" y="1614"/>
                  <a:pt x="969514" y="2164"/>
                  <a:pt x="966668" y="3266"/>
                </a:cubicBezTo>
                <a:cubicBezTo>
                  <a:pt x="963822" y="4367"/>
                  <a:pt x="961328" y="6202"/>
                  <a:pt x="959185" y="8771"/>
                </a:cubicBezTo>
                <a:cubicBezTo>
                  <a:pt x="957043" y="11341"/>
                  <a:pt x="955344" y="14751"/>
                  <a:pt x="954089" y="19002"/>
                </a:cubicBezTo>
                <a:cubicBezTo>
                  <a:pt x="952834" y="23254"/>
                  <a:pt x="952207" y="28499"/>
                  <a:pt x="952207" y="34738"/>
                </a:cubicBezTo>
                <a:close/>
                <a:moveTo>
                  <a:pt x="1016506" y="34738"/>
                </a:moveTo>
                <a:cubicBezTo>
                  <a:pt x="1016506" y="33637"/>
                  <a:pt x="1016521" y="32308"/>
                  <a:pt x="1016552" y="30750"/>
                </a:cubicBezTo>
                <a:cubicBezTo>
                  <a:pt x="1016583" y="29192"/>
                  <a:pt x="1016690" y="27588"/>
                  <a:pt x="1016873" y="25938"/>
                </a:cubicBezTo>
                <a:cubicBezTo>
                  <a:pt x="1017057" y="24288"/>
                  <a:pt x="1017363" y="22654"/>
                  <a:pt x="1017790" y="21035"/>
                </a:cubicBezTo>
                <a:cubicBezTo>
                  <a:pt x="1018219" y="19416"/>
                  <a:pt x="1018816" y="17964"/>
                  <a:pt x="1019581" y="16681"/>
                </a:cubicBezTo>
                <a:cubicBezTo>
                  <a:pt x="1020347" y="15398"/>
                  <a:pt x="1021326" y="14359"/>
                  <a:pt x="1022520" y="13565"/>
                </a:cubicBezTo>
                <a:cubicBezTo>
                  <a:pt x="1023714" y="12770"/>
                  <a:pt x="1025198" y="12373"/>
                  <a:pt x="1026972" y="12373"/>
                </a:cubicBezTo>
                <a:cubicBezTo>
                  <a:pt x="1028748" y="12373"/>
                  <a:pt x="1030248" y="12770"/>
                  <a:pt x="1031472" y="13565"/>
                </a:cubicBezTo>
                <a:cubicBezTo>
                  <a:pt x="1032696" y="14359"/>
                  <a:pt x="1033706" y="15398"/>
                  <a:pt x="1034502" y="16681"/>
                </a:cubicBezTo>
                <a:cubicBezTo>
                  <a:pt x="1035298" y="17964"/>
                  <a:pt x="1035895" y="19416"/>
                  <a:pt x="1036293" y="21035"/>
                </a:cubicBezTo>
                <a:cubicBezTo>
                  <a:pt x="1036690" y="22654"/>
                  <a:pt x="1036996" y="24288"/>
                  <a:pt x="1037210" y="25938"/>
                </a:cubicBezTo>
                <a:cubicBezTo>
                  <a:pt x="1037424" y="27588"/>
                  <a:pt x="1037546" y="29192"/>
                  <a:pt x="1037577" y="30750"/>
                </a:cubicBezTo>
                <a:cubicBezTo>
                  <a:pt x="1037608" y="32308"/>
                  <a:pt x="1037623" y="33637"/>
                  <a:pt x="1037623" y="34738"/>
                </a:cubicBezTo>
                <a:cubicBezTo>
                  <a:pt x="1037623" y="36570"/>
                  <a:pt x="1037562" y="38785"/>
                  <a:pt x="1037440" y="41382"/>
                </a:cubicBezTo>
                <a:cubicBezTo>
                  <a:pt x="1037318" y="43979"/>
                  <a:pt x="1036935" y="46485"/>
                  <a:pt x="1036293" y="48898"/>
                </a:cubicBezTo>
                <a:cubicBezTo>
                  <a:pt x="1035650" y="51311"/>
                  <a:pt x="1034609" y="53374"/>
                  <a:pt x="1033170" y="55085"/>
                </a:cubicBezTo>
                <a:cubicBezTo>
                  <a:pt x="1031732" y="56796"/>
                  <a:pt x="1029666" y="57651"/>
                  <a:pt x="1026972" y="57651"/>
                </a:cubicBezTo>
                <a:cubicBezTo>
                  <a:pt x="1024340" y="57651"/>
                  <a:pt x="1022320" y="56796"/>
                  <a:pt x="1020912" y="55085"/>
                </a:cubicBezTo>
                <a:cubicBezTo>
                  <a:pt x="1019504" y="53374"/>
                  <a:pt x="1018479" y="51311"/>
                  <a:pt x="1017837" y="48898"/>
                </a:cubicBezTo>
                <a:cubicBezTo>
                  <a:pt x="1017194" y="46485"/>
                  <a:pt x="1016812" y="43979"/>
                  <a:pt x="1016689" y="41382"/>
                </a:cubicBezTo>
                <a:cubicBezTo>
                  <a:pt x="1016567" y="38785"/>
                  <a:pt x="1016506" y="36570"/>
                  <a:pt x="1016506" y="34738"/>
                </a:cubicBezTo>
                <a:moveTo>
                  <a:pt x="1003469" y="34738"/>
                </a:moveTo>
                <a:cubicBezTo>
                  <a:pt x="1003469" y="41160"/>
                  <a:pt x="1004096" y="46528"/>
                  <a:pt x="1005350" y="50841"/>
                </a:cubicBezTo>
                <a:cubicBezTo>
                  <a:pt x="1006605" y="55153"/>
                  <a:pt x="1008304" y="58594"/>
                  <a:pt x="1010447" y="61163"/>
                </a:cubicBezTo>
                <a:cubicBezTo>
                  <a:pt x="1012589" y="63733"/>
                  <a:pt x="1015083" y="65568"/>
                  <a:pt x="1017929" y="66669"/>
                </a:cubicBezTo>
                <a:cubicBezTo>
                  <a:pt x="1020776" y="67770"/>
                  <a:pt x="1023790" y="68321"/>
                  <a:pt x="1026972" y="68321"/>
                </a:cubicBezTo>
                <a:cubicBezTo>
                  <a:pt x="1030217" y="68321"/>
                  <a:pt x="1033262" y="67770"/>
                  <a:pt x="1036108" y="66669"/>
                </a:cubicBezTo>
                <a:cubicBezTo>
                  <a:pt x="1038954" y="65568"/>
                  <a:pt x="1041464" y="63733"/>
                  <a:pt x="1043636" y="61163"/>
                </a:cubicBezTo>
                <a:cubicBezTo>
                  <a:pt x="1045810" y="58594"/>
                  <a:pt x="1047523" y="55153"/>
                  <a:pt x="1048778" y="50841"/>
                </a:cubicBezTo>
                <a:cubicBezTo>
                  <a:pt x="1050033" y="46528"/>
                  <a:pt x="1050661" y="41160"/>
                  <a:pt x="1050661" y="34738"/>
                </a:cubicBezTo>
                <a:cubicBezTo>
                  <a:pt x="1050661" y="28499"/>
                  <a:pt x="1050033" y="23254"/>
                  <a:pt x="1048778" y="19002"/>
                </a:cubicBezTo>
                <a:cubicBezTo>
                  <a:pt x="1047523" y="14751"/>
                  <a:pt x="1045810" y="11341"/>
                  <a:pt x="1043636" y="8771"/>
                </a:cubicBezTo>
                <a:cubicBezTo>
                  <a:pt x="1041464" y="6202"/>
                  <a:pt x="1038954" y="4367"/>
                  <a:pt x="1036108" y="3266"/>
                </a:cubicBezTo>
                <a:cubicBezTo>
                  <a:pt x="1033262" y="2164"/>
                  <a:pt x="1030217" y="1614"/>
                  <a:pt x="1026972" y="1614"/>
                </a:cubicBezTo>
                <a:cubicBezTo>
                  <a:pt x="1023790" y="1614"/>
                  <a:pt x="1020776" y="2164"/>
                  <a:pt x="1017929" y="3266"/>
                </a:cubicBezTo>
                <a:cubicBezTo>
                  <a:pt x="1015083" y="4367"/>
                  <a:pt x="1012589" y="6202"/>
                  <a:pt x="1010447" y="8771"/>
                </a:cubicBezTo>
                <a:cubicBezTo>
                  <a:pt x="1008304" y="11341"/>
                  <a:pt x="1006605" y="14751"/>
                  <a:pt x="1005350" y="19002"/>
                </a:cubicBezTo>
                <a:cubicBezTo>
                  <a:pt x="1004096" y="23254"/>
                  <a:pt x="1003469" y="28499"/>
                  <a:pt x="1003469" y="34738"/>
                </a:cubicBezTo>
                <a:close/>
                <a:moveTo>
                  <a:pt x="1077133" y="83742"/>
                </a:moveTo>
                <a:lnTo>
                  <a:pt x="1077133" y="0"/>
                </a:lnTo>
                <a:lnTo>
                  <a:pt x="1052895" y="0"/>
                </a:lnTo>
                <a:lnTo>
                  <a:pt x="1052895" y="10311"/>
                </a:lnTo>
                <a:lnTo>
                  <a:pt x="1064096" y="10311"/>
                </a:lnTo>
                <a:lnTo>
                  <a:pt x="1064096" y="73431"/>
                </a:lnTo>
                <a:lnTo>
                  <a:pt x="1052895" y="73431"/>
                </a:lnTo>
                <a:lnTo>
                  <a:pt x="1052895" y="83742"/>
                </a:lnTo>
                <a:lnTo>
                  <a:pt x="1077133" y="8374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y1=torch.arccos(y1)">
            <a:extLst xmlns:a="http://schemas.openxmlformats.org/drawingml/2006/main">
              <a:ext uri="{FF2B5EF4-FFF2-40B4-BE49-F238E27FC236}">
                <a16:creationId xmlns:a16="http://schemas.microsoft.com/office/drawing/2014/main" id="{4313108B-9C2D-4722-8FD8-E752850F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49" y="6853905"/>
            <a:ext cx="908842" cy="83742"/>
          </a:xfrm>
          <a:custGeom xmlns:a="http://schemas.openxmlformats.org/drawingml/2006/main">
            <a:pathLst>
              <a:path w="908842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3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2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26223" y="19725"/>
                </a:moveTo>
                <a:lnTo>
                  <a:pt x="226223" y="5469"/>
                </a:lnTo>
                <a:lnTo>
                  <a:pt x="213186" y="5469"/>
                </a:lnTo>
                <a:lnTo>
                  <a:pt x="213186" y="19725"/>
                </a:lnTo>
                <a:lnTo>
                  <a:pt x="205291" y="19725"/>
                </a:lnTo>
                <a:lnTo>
                  <a:pt x="205291" y="28422"/>
                </a:lnTo>
                <a:lnTo>
                  <a:pt x="213186" y="28422"/>
                </a:lnTo>
                <a:lnTo>
                  <a:pt x="213186" y="56409"/>
                </a:lnTo>
                <a:cubicBezTo>
                  <a:pt x="213186" y="58795"/>
                  <a:pt x="213584" y="60722"/>
                  <a:pt x="214380" y="62190"/>
                </a:cubicBezTo>
                <a:cubicBezTo>
                  <a:pt x="215175" y="63658"/>
                  <a:pt x="216262" y="64790"/>
                  <a:pt x="217638" y="65586"/>
                </a:cubicBezTo>
                <a:cubicBezTo>
                  <a:pt x="219016" y="66381"/>
                  <a:pt x="220607" y="66916"/>
                  <a:pt x="222413" y="67190"/>
                </a:cubicBezTo>
                <a:cubicBezTo>
                  <a:pt x="224219" y="67466"/>
                  <a:pt x="226132" y="67603"/>
                  <a:pt x="228152" y="67603"/>
                </a:cubicBezTo>
                <a:cubicBezTo>
                  <a:pt x="229437" y="67603"/>
                  <a:pt x="230753" y="67573"/>
                  <a:pt x="232100" y="67514"/>
                </a:cubicBezTo>
                <a:cubicBezTo>
                  <a:pt x="233447" y="67454"/>
                  <a:pt x="234671" y="67334"/>
                  <a:pt x="235772" y="67155"/>
                </a:cubicBezTo>
                <a:lnTo>
                  <a:pt x="235772" y="57015"/>
                </a:lnTo>
                <a:cubicBezTo>
                  <a:pt x="235160" y="57137"/>
                  <a:pt x="234518" y="57229"/>
                  <a:pt x="233844" y="57291"/>
                </a:cubicBezTo>
                <a:cubicBezTo>
                  <a:pt x="233171" y="57352"/>
                  <a:pt x="232467" y="57382"/>
                  <a:pt x="231733" y="57382"/>
                </a:cubicBezTo>
                <a:cubicBezTo>
                  <a:pt x="229529" y="57382"/>
                  <a:pt x="228059" y="57016"/>
                  <a:pt x="227324" y="56282"/>
                </a:cubicBezTo>
                <a:cubicBezTo>
                  <a:pt x="226590" y="55549"/>
                  <a:pt x="226223" y="54083"/>
                  <a:pt x="226223" y="51884"/>
                </a:cubicBezTo>
                <a:lnTo>
                  <a:pt x="226223" y="28422"/>
                </a:lnTo>
                <a:lnTo>
                  <a:pt x="235772" y="28422"/>
                </a:lnTo>
                <a:lnTo>
                  <a:pt x="235772" y="19725"/>
                </a:lnTo>
                <a:lnTo>
                  <a:pt x="226223" y="19725"/>
                </a:lnTo>
                <a:close/>
                <a:moveTo>
                  <a:pt x="253399" y="43486"/>
                </a:moveTo>
                <a:cubicBezTo>
                  <a:pt x="253399" y="41589"/>
                  <a:pt x="253583" y="39722"/>
                  <a:pt x="253950" y="37885"/>
                </a:cubicBezTo>
                <a:cubicBezTo>
                  <a:pt x="254317" y="36048"/>
                  <a:pt x="254944" y="34426"/>
                  <a:pt x="255831" y="33019"/>
                </a:cubicBezTo>
                <a:cubicBezTo>
                  <a:pt x="256720" y="31610"/>
                  <a:pt x="257898" y="30462"/>
                  <a:pt x="259367" y="29575"/>
                </a:cubicBezTo>
                <a:cubicBezTo>
                  <a:pt x="260836" y="28687"/>
                  <a:pt x="262673" y="28243"/>
                  <a:pt x="264876" y="28243"/>
                </a:cubicBezTo>
                <a:cubicBezTo>
                  <a:pt x="267080" y="28243"/>
                  <a:pt x="268931" y="28687"/>
                  <a:pt x="270430" y="29575"/>
                </a:cubicBezTo>
                <a:cubicBezTo>
                  <a:pt x="271930" y="30462"/>
                  <a:pt x="273124" y="31610"/>
                  <a:pt x="274011" y="33019"/>
                </a:cubicBezTo>
                <a:cubicBezTo>
                  <a:pt x="274899" y="34426"/>
                  <a:pt x="275527" y="36048"/>
                  <a:pt x="275894" y="37885"/>
                </a:cubicBezTo>
                <a:cubicBezTo>
                  <a:pt x="276261" y="39722"/>
                  <a:pt x="276445" y="41589"/>
                  <a:pt x="276445" y="43486"/>
                </a:cubicBezTo>
                <a:cubicBezTo>
                  <a:pt x="276445" y="45384"/>
                  <a:pt x="276261" y="47236"/>
                  <a:pt x="275894" y="49042"/>
                </a:cubicBezTo>
                <a:cubicBezTo>
                  <a:pt x="275527" y="50848"/>
                  <a:pt x="274899" y="52470"/>
                  <a:pt x="274011" y="53909"/>
                </a:cubicBezTo>
                <a:cubicBezTo>
                  <a:pt x="273124" y="55348"/>
                  <a:pt x="271930" y="56495"/>
                  <a:pt x="270430" y="57353"/>
                </a:cubicBezTo>
                <a:cubicBezTo>
                  <a:pt x="268931" y="58209"/>
                  <a:pt x="267080" y="58637"/>
                  <a:pt x="264876" y="58637"/>
                </a:cubicBezTo>
                <a:cubicBezTo>
                  <a:pt x="262673" y="58637"/>
                  <a:pt x="260836" y="58209"/>
                  <a:pt x="259367" y="57353"/>
                </a:cubicBezTo>
                <a:cubicBezTo>
                  <a:pt x="257898" y="56495"/>
                  <a:pt x="256720" y="55348"/>
                  <a:pt x="255831" y="53909"/>
                </a:cubicBezTo>
                <a:cubicBezTo>
                  <a:pt x="254944" y="52470"/>
                  <a:pt x="254317" y="50848"/>
                  <a:pt x="253950" y="49042"/>
                </a:cubicBezTo>
                <a:cubicBezTo>
                  <a:pt x="253583" y="47236"/>
                  <a:pt x="253399" y="45384"/>
                  <a:pt x="253399" y="43486"/>
                </a:cubicBezTo>
                <a:moveTo>
                  <a:pt x="240362" y="43488"/>
                </a:moveTo>
                <a:cubicBezTo>
                  <a:pt x="240362" y="47289"/>
                  <a:pt x="240944" y="50722"/>
                  <a:pt x="242106" y="53787"/>
                </a:cubicBezTo>
                <a:cubicBezTo>
                  <a:pt x="243269" y="56853"/>
                  <a:pt x="244922" y="59474"/>
                  <a:pt x="247064" y="61651"/>
                </a:cubicBezTo>
                <a:cubicBezTo>
                  <a:pt x="249207" y="63827"/>
                  <a:pt x="251778" y="65498"/>
                  <a:pt x="254776" y="66663"/>
                </a:cubicBezTo>
                <a:cubicBezTo>
                  <a:pt x="257776" y="67828"/>
                  <a:pt x="261143" y="68410"/>
                  <a:pt x="264876" y="68410"/>
                </a:cubicBezTo>
                <a:cubicBezTo>
                  <a:pt x="268610" y="68410"/>
                  <a:pt x="271992" y="67828"/>
                  <a:pt x="275021" y="66663"/>
                </a:cubicBezTo>
                <a:cubicBezTo>
                  <a:pt x="278051" y="65498"/>
                  <a:pt x="280637" y="63827"/>
                  <a:pt x="282780" y="61651"/>
                </a:cubicBezTo>
                <a:cubicBezTo>
                  <a:pt x="284922" y="59474"/>
                  <a:pt x="286575" y="56853"/>
                  <a:pt x="287738" y="53787"/>
                </a:cubicBezTo>
                <a:cubicBezTo>
                  <a:pt x="288900" y="50722"/>
                  <a:pt x="289482" y="47289"/>
                  <a:pt x="289482" y="43488"/>
                </a:cubicBezTo>
                <a:cubicBezTo>
                  <a:pt x="289482" y="39687"/>
                  <a:pt x="288900" y="36238"/>
                  <a:pt x="287738" y="33142"/>
                </a:cubicBezTo>
                <a:cubicBezTo>
                  <a:pt x="286575" y="30045"/>
                  <a:pt x="284922" y="27408"/>
                  <a:pt x="282780" y="25232"/>
                </a:cubicBezTo>
                <a:cubicBezTo>
                  <a:pt x="280637" y="23055"/>
                  <a:pt x="278051" y="21369"/>
                  <a:pt x="275021" y="20173"/>
                </a:cubicBezTo>
                <a:cubicBezTo>
                  <a:pt x="271992" y="18978"/>
                  <a:pt x="268610" y="18380"/>
                  <a:pt x="264876" y="18380"/>
                </a:cubicBezTo>
                <a:cubicBezTo>
                  <a:pt x="261143" y="18380"/>
                  <a:pt x="257776" y="18978"/>
                  <a:pt x="254776" y="20173"/>
                </a:cubicBezTo>
                <a:cubicBezTo>
                  <a:pt x="251778" y="21369"/>
                  <a:pt x="249207" y="23055"/>
                  <a:pt x="247064" y="25232"/>
                </a:cubicBezTo>
                <a:cubicBezTo>
                  <a:pt x="244922" y="27408"/>
                  <a:pt x="243269" y="30045"/>
                  <a:pt x="242106" y="33142"/>
                </a:cubicBezTo>
                <a:cubicBezTo>
                  <a:pt x="240944" y="36238"/>
                  <a:pt x="240362" y="39687"/>
                  <a:pt x="240362" y="43488"/>
                </a:cubicBezTo>
                <a:close/>
                <a:moveTo>
                  <a:pt x="297684" y="19654"/>
                </a:moveTo>
                <a:lnTo>
                  <a:pt x="297684" y="67155"/>
                </a:lnTo>
                <a:lnTo>
                  <a:pt x="310721" y="67155"/>
                </a:lnTo>
                <a:lnTo>
                  <a:pt x="310721" y="45740"/>
                </a:lnTo>
                <a:cubicBezTo>
                  <a:pt x="310721" y="43596"/>
                  <a:pt x="310935" y="41605"/>
                  <a:pt x="311364" y="39767"/>
                </a:cubicBezTo>
                <a:cubicBezTo>
                  <a:pt x="311793" y="37929"/>
                  <a:pt x="312512" y="36321"/>
                  <a:pt x="313521" y="34942"/>
                </a:cubicBezTo>
                <a:cubicBezTo>
                  <a:pt x="314531" y="33564"/>
                  <a:pt x="315862" y="32476"/>
                  <a:pt x="317514" y="31679"/>
                </a:cubicBezTo>
                <a:cubicBezTo>
                  <a:pt x="319167" y="30883"/>
                  <a:pt x="321187" y="30484"/>
                  <a:pt x="323574" y="30484"/>
                </a:cubicBezTo>
                <a:cubicBezTo>
                  <a:pt x="324370" y="30484"/>
                  <a:pt x="325196" y="30531"/>
                  <a:pt x="326053" y="30623"/>
                </a:cubicBezTo>
                <a:cubicBezTo>
                  <a:pt x="326910" y="30714"/>
                  <a:pt x="327645" y="30821"/>
                  <a:pt x="328256" y="30944"/>
                </a:cubicBezTo>
                <a:lnTo>
                  <a:pt x="328256" y="18838"/>
                </a:lnTo>
                <a:cubicBezTo>
                  <a:pt x="327216" y="18533"/>
                  <a:pt x="326267" y="18380"/>
                  <a:pt x="325411" y="18380"/>
                </a:cubicBezTo>
                <a:cubicBezTo>
                  <a:pt x="323758" y="18380"/>
                  <a:pt x="322166" y="18625"/>
                  <a:pt x="320637" y="19114"/>
                </a:cubicBezTo>
                <a:cubicBezTo>
                  <a:pt x="319107" y="19603"/>
                  <a:pt x="317669" y="20290"/>
                  <a:pt x="316322" y="21176"/>
                </a:cubicBezTo>
                <a:cubicBezTo>
                  <a:pt x="314975" y="22063"/>
                  <a:pt x="313781" y="23133"/>
                  <a:pt x="312741" y="24386"/>
                </a:cubicBezTo>
                <a:cubicBezTo>
                  <a:pt x="311701" y="25639"/>
                  <a:pt x="310874" y="27000"/>
                  <a:pt x="310261" y="28467"/>
                </a:cubicBezTo>
                <a:lnTo>
                  <a:pt x="310078" y="28467"/>
                </a:lnTo>
                <a:lnTo>
                  <a:pt x="310078" y="19654"/>
                </a:lnTo>
                <a:lnTo>
                  <a:pt x="297684" y="19654"/>
                </a:lnTo>
                <a:close/>
                <a:moveTo>
                  <a:pt x="365961" y="36402"/>
                </a:moveTo>
                <a:lnTo>
                  <a:pt x="378723" y="36402"/>
                </a:lnTo>
                <a:cubicBezTo>
                  <a:pt x="378540" y="33337"/>
                  <a:pt x="377805" y="30686"/>
                  <a:pt x="376519" y="28449"/>
                </a:cubicBezTo>
                <a:cubicBezTo>
                  <a:pt x="375234" y="26211"/>
                  <a:pt x="373566" y="24341"/>
                  <a:pt x="371515" y="22839"/>
                </a:cubicBezTo>
                <a:cubicBezTo>
                  <a:pt x="369465" y="21338"/>
                  <a:pt x="367139" y="20219"/>
                  <a:pt x="364538" y="19484"/>
                </a:cubicBezTo>
                <a:cubicBezTo>
                  <a:pt x="361937" y="18748"/>
                  <a:pt x="359229" y="18380"/>
                  <a:pt x="356413" y="18380"/>
                </a:cubicBezTo>
                <a:cubicBezTo>
                  <a:pt x="352556" y="18380"/>
                  <a:pt x="349128" y="19024"/>
                  <a:pt x="346128" y="20312"/>
                </a:cubicBezTo>
                <a:cubicBezTo>
                  <a:pt x="343130" y="21599"/>
                  <a:pt x="340590" y="23392"/>
                  <a:pt x="338509" y="25692"/>
                </a:cubicBezTo>
                <a:cubicBezTo>
                  <a:pt x="336428" y="27991"/>
                  <a:pt x="334852" y="30720"/>
                  <a:pt x="333781" y="33877"/>
                </a:cubicBezTo>
                <a:cubicBezTo>
                  <a:pt x="332709" y="37034"/>
                  <a:pt x="332174" y="40452"/>
                  <a:pt x="332174" y="44131"/>
                </a:cubicBezTo>
                <a:cubicBezTo>
                  <a:pt x="332174" y="47687"/>
                  <a:pt x="332755" y="50952"/>
                  <a:pt x="333918" y="53926"/>
                </a:cubicBezTo>
                <a:cubicBezTo>
                  <a:pt x="335081" y="56899"/>
                  <a:pt x="336703" y="59458"/>
                  <a:pt x="338783" y="61605"/>
                </a:cubicBezTo>
                <a:cubicBezTo>
                  <a:pt x="340865" y="63751"/>
                  <a:pt x="343390" y="65422"/>
                  <a:pt x="346358" y="66617"/>
                </a:cubicBezTo>
                <a:cubicBezTo>
                  <a:pt x="349327" y="67813"/>
                  <a:pt x="352587" y="68410"/>
                  <a:pt x="356137" y="68410"/>
                </a:cubicBezTo>
                <a:cubicBezTo>
                  <a:pt x="362441" y="68410"/>
                  <a:pt x="367613" y="66751"/>
                  <a:pt x="371652" y="63433"/>
                </a:cubicBezTo>
                <a:cubicBezTo>
                  <a:pt x="375692" y="60114"/>
                  <a:pt x="378141" y="55302"/>
                  <a:pt x="378999" y="48998"/>
                </a:cubicBezTo>
                <a:lnTo>
                  <a:pt x="366420" y="48998"/>
                </a:lnTo>
                <a:cubicBezTo>
                  <a:pt x="365992" y="51936"/>
                  <a:pt x="364936" y="54277"/>
                  <a:pt x="363252" y="56022"/>
                </a:cubicBezTo>
                <a:cubicBezTo>
                  <a:pt x="361569" y="57766"/>
                  <a:pt x="359167" y="58637"/>
                  <a:pt x="356046" y="58637"/>
                </a:cubicBezTo>
                <a:cubicBezTo>
                  <a:pt x="354026" y="58637"/>
                  <a:pt x="352311" y="58178"/>
                  <a:pt x="350903" y="57260"/>
                </a:cubicBezTo>
                <a:cubicBezTo>
                  <a:pt x="349495" y="56342"/>
                  <a:pt x="348378" y="55164"/>
                  <a:pt x="347552" y="53726"/>
                </a:cubicBezTo>
                <a:cubicBezTo>
                  <a:pt x="346726" y="52287"/>
                  <a:pt x="346129" y="50679"/>
                  <a:pt x="345761" y="48904"/>
                </a:cubicBezTo>
                <a:cubicBezTo>
                  <a:pt x="345394" y="47128"/>
                  <a:pt x="345211" y="45384"/>
                  <a:pt x="345211" y="43670"/>
                </a:cubicBezTo>
                <a:cubicBezTo>
                  <a:pt x="345211" y="41894"/>
                  <a:pt x="345394" y="40104"/>
                  <a:pt x="345761" y="38299"/>
                </a:cubicBezTo>
                <a:cubicBezTo>
                  <a:pt x="346129" y="36492"/>
                  <a:pt x="346757" y="34839"/>
                  <a:pt x="347644" y="33339"/>
                </a:cubicBezTo>
                <a:cubicBezTo>
                  <a:pt x="348532" y="31839"/>
                  <a:pt x="349679" y="30615"/>
                  <a:pt x="351086" y="29666"/>
                </a:cubicBezTo>
                <a:cubicBezTo>
                  <a:pt x="352495" y="28717"/>
                  <a:pt x="354239" y="28243"/>
                  <a:pt x="356320" y="28243"/>
                </a:cubicBezTo>
                <a:cubicBezTo>
                  <a:pt x="361890" y="28243"/>
                  <a:pt x="365104" y="30962"/>
                  <a:pt x="365961" y="36402"/>
                </a:cubicBezTo>
                <a:close/>
                <a:moveTo>
                  <a:pt x="386435" y="1614"/>
                </a:moveTo>
                <a:lnTo>
                  <a:pt x="386435" y="67155"/>
                </a:lnTo>
                <a:lnTo>
                  <a:pt x="399472" y="67155"/>
                </a:lnTo>
                <a:lnTo>
                  <a:pt x="399472" y="42277"/>
                </a:lnTo>
                <a:cubicBezTo>
                  <a:pt x="399472" y="37442"/>
                  <a:pt x="400268" y="33969"/>
                  <a:pt x="401859" y="31859"/>
                </a:cubicBezTo>
                <a:cubicBezTo>
                  <a:pt x="403451" y="29747"/>
                  <a:pt x="406022" y="28691"/>
                  <a:pt x="409571" y="28691"/>
                </a:cubicBezTo>
                <a:cubicBezTo>
                  <a:pt x="412694" y="28691"/>
                  <a:pt x="414867" y="29655"/>
                  <a:pt x="416090" y="31583"/>
                </a:cubicBezTo>
                <a:cubicBezTo>
                  <a:pt x="417314" y="33510"/>
                  <a:pt x="417927" y="36433"/>
                  <a:pt x="417927" y="40350"/>
                </a:cubicBezTo>
                <a:lnTo>
                  <a:pt x="417927" y="67155"/>
                </a:lnTo>
                <a:lnTo>
                  <a:pt x="430964" y="67155"/>
                </a:lnTo>
                <a:lnTo>
                  <a:pt x="430964" y="37946"/>
                </a:lnTo>
                <a:cubicBezTo>
                  <a:pt x="430964" y="35006"/>
                  <a:pt x="430704" y="32327"/>
                  <a:pt x="430183" y="29908"/>
                </a:cubicBezTo>
                <a:cubicBezTo>
                  <a:pt x="429663" y="27490"/>
                  <a:pt x="428760" y="25438"/>
                  <a:pt x="427474" y="23754"/>
                </a:cubicBezTo>
                <a:cubicBezTo>
                  <a:pt x="426189" y="22070"/>
                  <a:pt x="424429" y="20754"/>
                  <a:pt x="422195" y="19805"/>
                </a:cubicBezTo>
                <a:cubicBezTo>
                  <a:pt x="419961" y="18855"/>
                  <a:pt x="417100" y="18380"/>
                  <a:pt x="413612" y="18380"/>
                </a:cubicBezTo>
                <a:cubicBezTo>
                  <a:pt x="411163" y="18380"/>
                  <a:pt x="408653" y="19009"/>
                  <a:pt x="406082" y="20267"/>
                </a:cubicBezTo>
                <a:cubicBezTo>
                  <a:pt x="403512" y="21525"/>
                  <a:pt x="401400" y="23535"/>
                  <a:pt x="399748" y="26297"/>
                </a:cubicBezTo>
                <a:lnTo>
                  <a:pt x="399472" y="26297"/>
                </a:lnTo>
                <a:lnTo>
                  <a:pt x="399472" y="1614"/>
                </a:lnTo>
                <a:lnTo>
                  <a:pt x="386435" y="1614"/>
                </a:lnTo>
                <a:close/>
                <a:moveTo>
                  <a:pt x="441307" y="52989"/>
                </a:moveTo>
                <a:lnTo>
                  <a:pt x="441307" y="67155"/>
                </a:lnTo>
                <a:lnTo>
                  <a:pt x="455721" y="67155"/>
                </a:lnTo>
                <a:lnTo>
                  <a:pt x="455721" y="52989"/>
                </a:lnTo>
                <a:lnTo>
                  <a:pt x="441307" y="52989"/>
                </a:lnTo>
                <a:close/>
                <a:moveTo>
                  <a:pt x="465454" y="34286"/>
                </a:moveTo>
                <a:cubicBezTo>
                  <a:pt x="465637" y="31226"/>
                  <a:pt x="466402" y="28686"/>
                  <a:pt x="467749" y="26667"/>
                </a:cubicBezTo>
                <a:cubicBezTo>
                  <a:pt x="469096" y="24647"/>
                  <a:pt x="470810" y="23024"/>
                  <a:pt x="472890" y="21800"/>
                </a:cubicBezTo>
                <a:cubicBezTo>
                  <a:pt x="474971" y="20575"/>
                  <a:pt x="477312" y="19703"/>
                  <a:pt x="479913" y="19183"/>
                </a:cubicBezTo>
                <a:cubicBezTo>
                  <a:pt x="482515" y="18663"/>
                  <a:pt x="485132" y="18403"/>
                  <a:pt x="487764" y="18403"/>
                </a:cubicBezTo>
                <a:cubicBezTo>
                  <a:pt x="490151" y="18403"/>
                  <a:pt x="492569" y="18571"/>
                  <a:pt x="495017" y="18908"/>
                </a:cubicBezTo>
                <a:cubicBezTo>
                  <a:pt x="497466" y="19245"/>
                  <a:pt x="499700" y="19903"/>
                  <a:pt x="501719" y="20882"/>
                </a:cubicBezTo>
                <a:cubicBezTo>
                  <a:pt x="503739" y="21861"/>
                  <a:pt x="505392" y="23223"/>
                  <a:pt x="506677" y="24967"/>
                </a:cubicBezTo>
                <a:cubicBezTo>
                  <a:pt x="507963" y="26712"/>
                  <a:pt x="508606" y="29023"/>
                  <a:pt x="508606" y="31899"/>
                </a:cubicBezTo>
                <a:lnTo>
                  <a:pt x="508606" y="56596"/>
                </a:lnTo>
                <a:cubicBezTo>
                  <a:pt x="508606" y="58739"/>
                  <a:pt x="508728" y="60789"/>
                  <a:pt x="508973" y="62748"/>
                </a:cubicBezTo>
                <a:cubicBezTo>
                  <a:pt x="509217" y="64706"/>
                  <a:pt x="509646" y="66175"/>
                  <a:pt x="510257" y="67155"/>
                </a:cubicBezTo>
                <a:lnTo>
                  <a:pt x="497037" y="67155"/>
                </a:lnTo>
                <a:cubicBezTo>
                  <a:pt x="496792" y="66421"/>
                  <a:pt x="496593" y="65671"/>
                  <a:pt x="496440" y="64907"/>
                </a:cubicBezTo>
                <a:cubicBezTo>
                  <a:pt x="496287" y="64141"/>
                  <a:pt x="496180" y="63360"/>
                  <a:pt x="496119" y="62564"/>
                </a:cubicBezTo>
                <a:cubicBezTo>
                  <a:pt x="494038" y="64707"/>
                  <a:pt x="491590" y="66207"/>
                  <a:pt x="488774" y="67064"/>
                </a:cubicBezTo>
                <a:cubicBezTo>
                  <a:pt x="485958" y="67920"/>
                  <a:pt x="483081" y="68349"/>
                  <a:pt x="480143" y="68349"/>
                </a:cubicBezTo>
                <a:cubicBezTo>
                  <a:pt x="477879" y="68349"/>
                  <a:pt x="475767" y="68073"/>
                  <a:pt x="473808" y="67522"/>
                </a:cubicBezTo>
                <a:cubicBezTo>
                  <a:pt x="471849" y="66971"/>
                  <a:pt x="470136" y="66114"/>
                  <a:pt x="468667" y="64951"/>
                </a:cubicBezTo>
                <a:cubicBezTo>
                  <a:pt x="467198" y="63789"/>
                  <a:pt x="466051" y="62320"/>
                  <a:pt x="465224" y="60545"/>
                </a:cubicBezTo>
                <a:cubicBezTo>
                  <a:pt x="464398" y="58770"/>
                  <a:pt x="463985" y="56658"/>
                  <a:pt x="463985" y="54209"/>
                </a:cubicBezTo>
                <a:cubicBezTo>
                  <a:pt x="463985" y="51516"/>
                  <a:pt x="464459" y="49298"/>
                  <a:pt x="465408" y="47553"/>
                </a:cubicBezTo>
                <a:cubicBezTo>
                  <a:pt x="466357" y="45809"/>
                  <a:pt x="467581" y="44416"/>
                  <a:pt x="469080" y="43376"/>
                </a:cubicBezTo>
                <a:cubicBezTo>
                  <a:pt x="470580" y="42335"/>
                  <a:pt x="472294" y="41555"/>
                  <a:pt x="474221" y="41035"/>
                </a:cubicBezTo>
                <a:cubicBezTo>
                  <a:pt x="476150" y="40514"/>
                  <a:pt x="478093" y="40102"/>
                  <a:pt x="480052" y="39796"/>
                </a:cubicBezTo>
                <a:cubicBezTo>
                  <a:pt x="482010" y="39490"/>
                  <a:pt x="483938" y="39245"/>
                  <a:pt x="485835" y="39061"/>
                </a:cubicBezTo>
                <a:cubicBezTo>
                  <a:pt x="487733" y="38877"/>
                  <a:pt x="489416" y="38601"/>
                  <a:pt x="490885" y="38234"/>
                </a:cubicBezTo>
                <a:cubicBezTo>
                  <a:pt x="492354" y="37867"/>
                  <a:pt x="493517" y="37332"/>
                  <a:pt x="494374" y="36629"/>
                </a:cubicBezTo>
                <a:cubicBezTo>
                  <a:pt x="495231" y="35925"/>
                  <a:pt x="495629" y="34899"/>
                  <a:pt x="495569" y="33552"/>
                </a:cubicBezTo>
                <a:cubicBezTo>
                  <a:pt x="495569" y="32144"/>
                  <a:pt x="495339" y="31027"/>
                  <a:pt x="494879" y="30201"/>
                </a:cubicBezTo>
                <a:cubicBezTo>
                  <a:pt x="494420" y="29375"/>
                  <a:pt x="493808" y="28732"/>
                  <a:pt x="493043" y="28274"/>
                </a:cubicBezTo>
                <a:cubicBezTo>
                  <a:pt x="492278" y="27814"/>
                  <a:pt x="491390" y="27508"/>
                  <a:pt x="490380" y="27355"/>
                </a:cubicBezTo>
                <a:cubicBezTo>
                  <a:pt x="489370" y="27201"/>
                  <a:pt x="488284" y="27125"/>
                  <a:pt x="487121" y="27125"/>
                </a:cubicBezTo>
                <a:cubicBezTo>
                  <a:pt x="484551" y="27125"/>
                  <a:pt x="482531" y="27676"/>
                  <a:pt x="481062" y="28778"/>
                </a:cubicBezTo>
                <a:cubicBezTo>
                  <a:pt x="479593" y="29880"/>
                  <a:pt x="478736" y="31716"/>
                  <a:pt x="478491" y="34286"/>
                </a:cubicBezTo>
                <a:lnTo>
                  <a:pt x="465454" y="34286"/>
                </a:lnTo>
                <a:moveTo>
                  <a:pt x="495569" y="43926"/>
                </a:moveTo>
                <a:cubicBezTo>
                  <a:pt x="495018" y="44417"/>
                  <a:pt x="494329" y="44799"/>
                  <a:pt x="493502" y="45075"/>
                </a:cubicBezTo>
                <a:cubicBezTo>
                  <a:pt x="492676" y="45350"/>
                  <a:pt x="491788" y="45580"/>
                  <a:pt x="490839" y="45764"/>
                </a:cubicBezTo>
                <a:cubicBezTo>
                  <a:pt x="489891" y="45947"/>
                  <a:pt x="488896" y="46100"/>
                  <a:pt x="487855" y="46222"/>
                </a:cubicBezTo>
                <a:cubicBezTo>
                  <a:pt x="486815" y="46345"/>
                  <a:pt x="485774" y="46497"/>
                  <a:pt x="484734" y="46680"/>
                </a:cubicBezTo>
                <a:cubicBezTo>
                  <a:pt x="483755" y="46864"/>
                  <a:pt x="482791" y="47110"/>
                  <a:pt x="481842" y="47416"/>
                </a:cubicBezTo>
                <a:cubicBezTo>
                  <a:pt x="480893" y="47721"/>
                  <a:pt x="480067" y="48135"/>
                  <a:pt x="479363" y="48656"/>
                </a:cubicBezTo>
                <a:cubicBezTo>
                  <a:pt x="478659" y="49176"/>
                  <a:pt x="478093" y="49834"/>
                  <a:pt x="477665" y="50630"/>
                </a:cubicBezTo>
                <a:cubicBezTo>
                  <a:pt x="477236" y="51424"/>
                  <a:pt x="477022" y="52434"/>
                  <a:pt x="477022" y="53658"/>
                </a:cubicBezTo>
                <a:cubicBezTo>
                  <a:pt x="477022" y="54821"/>
                  <a:pt x="477236" y="55801"/>
                  <a:pt x="477665" y="56596"/>
                </a:cubicBezTo>
                <a:cubicBezTo>
                  <a:pt x="478093" y="57392"/>
                  <a:pt x="478675" y="58020"/>
                  <a:pt x="479409" y="58479"/>
                </a:cubicBezTo>
                <a:cubicBezTo>
                  <a:pt x="480144" y="58938"/>
                  <a:pt x="481001" y="59259"/>
                  <a:pt x="481980" y="59443"/>
                </a:cubicBezTo>
                <a:cubicBezTo>
                  <a:pt x="482959" y="59627"/>
                  <a:pt x="483969" y="59719"/>
                  <a:pt x="485010" y="59719"/>
                </a:cubicBezTo>
                <a:cubicBezTo>
                  <a:pt x="487580" y="59719"/>
                  <a:pt x="489569" y="59291"/>
                  <a:pt x="490976" y="58434"/>
                </a:cubicBezTo>
                <a:cubicBezTo>
                  <a:pt x="492385" y="57577"/>
                  <a:pt x="493426" y="56551"/>
                  <a:pt x="494099" y="55358"/>
                </a:cubicBezTo>
                <a:cubicBezTo>
                  <a:pt x="494772" y="54164"/>
                  <a:pt x="495186" y="52955"/>
                  <a:pt x="495339" y="51731"/>
                </a:cubicBezTo>
                <a:cubicBezTo>
                  <a:pt x="495492" y="50506"/>
                  <a:pt x="495569" y="49527"/>
                  <a:pt x="495569" y="48793"/>
                </a:cubicBezTo>
                <a:lnTo>
                  <a:pt x="495569" y="43926"/>
                </a:lnTo>
                <a:close/>
                <a:moveTo>
                  <a:pt x="518796" y="19654"/>
                </a:moveTo>
                <a:lnTo>
                  <a:pt x="518796" y="67155"/>
                </a:lnTo>
                <a:lnTo>
                  <a:pt x="531833" y="67155"/>
                </a:lnTo>
                <a:lnTo>
                  <a:pt x="531833" y="45740"/>
                </a:lnTo>
                <a:cubicBezTo>
                  <a:pt x="531833" y="43596"/>
                  <a:pt x="532048" y="41605"/>
                  <a:pt x="532476" y="39767"/>
                </a:cubicBezTo>
                <a:cubicBezTo>
                  <a:pt x="532905" y="37929"/>
                  <a:pt x="533624" y="36321"/>
                  <a:pt x="534634" y="34942"/>
                </a:cubicBezTo>
                <a:cubicBezTo>
                  <a:pt x="535643" y="33564"/>
                  <a:pt x="536974" y="32476"/>
                  <a:pt x="538626" y="31679"/>
                </a:cubicBezTo>
                <a:cubicBezTo>
                  <a:pt x="540280" y="30883"/>
                  <a:pt x="542300" y="30484"/>
                  <a:pt x="544687" y="30484"/>
                </a:cubicBezTo>
                <a:cubicBezTo>
                  <a:pt x="545483" y="30484"/>
                  <a:pt x="546309" y="30531"/>
                  <a:pt x="547165" y="30623"/>
                </a:cubicBezTo>
                <a:cubicBezTo>
                  <a:pt x="548022" y="30714"/>
                  <a:pt x="548757" y="30821"/>
                  <a:pt x="549369" y="30944"/>
                </a:cubicBezTo>
                <a:lnTo>
                  <a:pt x="549369" y="18838"/>
                </a:lnTo>
                <a:cubicBezTo>
                  <a:pt x="548328" y="18533"/>
                  <a:pt x="547380" y="18380"/>
                  <a:pt x="546523" y="18380"/>
                </a:cubicBezTo>
                <a:cubicBezTo>
                  <a:pt x="544870" y="18380"/>
                  <a:pt x="543279" y="18625"/>
                  <a:pt x="541749" y="19114"/>
                </a:cubicBezTo>
                <a:cubicBezTo>
                  <a:pt x="540219" y="19603"/>
                  <a:pt x="538781" y="20290"/>
                  <a:pt x="537434" y="21176"/>
                </a:cubicBezTo>
                <a:cubicBezTo>
                  <a:pt x="536087" y="22063"/>
                  <a:pt x="534894" y="23133"/>
                  <a:pt x="533853" y="24386"/>
                </a:cubicBezTo>
                <a:cubicBezTo>
                  <a:pt x="532813" y="25639"/>
                  <a:pt x="531986" y="27000"/>
                  <a:pt x="531374" y="28467"/>
                </a:cubicBezTo>
                <a:lnTo>
                  <a:pt x="531190" y="28467"/>
                </a:lnTo>
                <a:lnTo>
                  <a:pt x="531190" y="19654"/>
                </a:lnTo>
                <a:lnTo>
                  <a:pt x="518796" y="19654"/>
                </a:lnTo>
                <a:close/>
                <a:moveTo>
                  <a:pt x="587074" y="36402"/>
                </a:moveTo>
                <a:lnTo>
                  <a:pt x="599835" y="36402"/>
                </a:lnTo>
                <a:cubicBezTo>
                  <a:pt x="599652" y="33337"/>
                  <a:pt x="598918" y="30686"/>
                  <a:pt x="597632" y="28449"/>
                </a:cubicBezTo>
                <a:cubicBezTo>
                  <a:pt x="596347" y="26211"/>
                  <a:pt x="594679" y="24341"/>
                  <a:pt x="592628" y="22839"/>
                </a:cubicBezTo>
                <a:cubicBezTo>
                  <a:pt x="590578" y="21338"/>
                  <a:pt x="588252" y="20219"/>
                  <a:pt x="585651" y="19484"/>
                </a:cubicBezTo>
                <a:cubicBezTo>
                  <a:pt x="583050" y="18748"/>
                  <a:pt x="580341" y="18380"/>
                  <a:pt x="577526" y="18380"/>
                </a:cubicBezTo>
                <a:cubicBezTo>
                  <a:pt x="573669" y="18380"/>
                  <a:pt x="570241" y="19024"/>
                  <a:pt x="567241" y="20312"/>
                </a:cubicBezTo>
                <a:cubicBezTo>
                  <a:pt x="564242" y="21599"/>
                  <a:pt x="561702" y="23392"/>
                  <a:pt x="559622" y="25692"/>
                </a:cubicBezTo>
                <a:cubicBezTo>
                  <a:pt x="557541" y="27991"/>
                  <a:pt x="555965" y="30720"/>
                  <a:pt x="554893" y="33877"/>
                </a:cubicBezTo>
                <a:cubicBezTo>
                  <a:pt x="553822" y="37034"/>
                  <a:pt x="553287" y="40452"/>
                  <a:pt x="553287" y="44131"/>
                </a:cubicBezTo>
                <a:cubicBezTo>
                  <a:pt x="553287" y="47687"/>
                  <a:pt x="553868" y="50952"/>
                  <a:pt x="555031" y="53926"/>
                </a:cubicBezTo>
                <a:cubicBezTo>
                  <a:pt x="556194" y="56899"/>
                  <a:pt x="557815" y="59458"/>
                  <a:pt x="559896" y="61605"/>
                </a:cubicBezTo>
                <a:cubicBezTo>
                  <a:pt x="561978" y="63751"/>
                  <a:pt x="564503" y="65422"/>
                  <a:pt x="567471" y="66617"/>
                </a:cubicBezTo>
                <a:cubicBezTo>
                  <a:pt x="570440" y="67813"/>
                  <a:pt x="573700" y="68410"/>
                  <a:pt x="577250" y="68410"/>
                </a:cubicBezTo>
                <a:cubicBezTo>
                  <a:pt x="583554" y="68410"/>
                  <a:pt x="588726" y="66751"/>
                  <a:pt x="592765" y="63433"/>
                </a:cubicBezTo>
                <a:cubicBezTo>
                  <a:pt x="596805" y="60114"/>
                  <a:pt x="599254" y="55302"/>
                  <a:pt x="600111" y="48998"/>
                </a:cubicBezTo>
                <a:lnTo>
                  <a:pt x="587532" y="48998"/>
                </a:lnTo>
                <a:cubicBezTo>
                  <a:pt x="587105" y="51936"/>
                  <a:pt x="586049" y="54277"/>
                  <a:pt x="584365" y="56022"/>
                </a:cubicBezTo>
                <a:cubicBezTo>
                  <a:pt x="582682" y="57766"/>
                  <a:pt x="580280" y="58637"/>
                  <a:pt x="577158" y="58637"/>
                </a:cubicBezTo>
                <a:cubicBezTo>
                  <a:pt x="575138" y="58637"/>
                  <a:pt x="573424" y="58178"/>
                  <a:pt x="572016" y="57260"/>
                </a:cubicBezTo>
                <a:cubicBezTo>
                  <a:pt x="570608" y="56342"/>
                  <a:pt x="569491" y="55164"/>
                  <a:pt x="568665" y="53726"/>
                </a:cubicBezTo>
                <a:cubicBezTo>
                  <a:pt x="567839" y="52287"/>
                  <a:pt x="567242" y="50679"/>
                  <a:pt x="566874" y="48904"/>
                </a:cubicBezTo>
                <a:cubicBezTo>
                  <a:pt x="566507" y="47128"/>
                  <a:pt x="566324" y="45384"/>
                  <a:pt x="566324" y="43670"/>
                </a:cubicBezTo>
                <a:cubicBezTo>
                  <a:pt x="566324" y="41894"/>
                  <a:pt x="566507" y="40104"/>
                  <a:pt x="566874" y="38299"/>
                </a:cubicBezTo>
                <a:cubicBezTo>
                  <a:pt x="567242" y="36492"/>
                  <a:pt x="567870" y="34839"/>
                  <a:pt x="568757" y="33339"/>
                </a:cubicBezTo>
                <a:cubicBezTo>
                  <a:pt x="569644" y="31839"/>
                  <a:pt x="570792" y="30615"/>
                  <a:pt x="572199" y="29666"/>
                </a:cubicBezTo>
                <a:cubicBezTo>
                  <a:pt x="573608" y="28717"/>
                  <a:pt x="575352" y="28243"/>
                  <a:pt x="577433" y="28243"/>
                </a:cubicBezTo>
                <a:cubicBezTo>
                  <a:pt x="583003" y="28243"/>
                  <a:pt x="586217" y="30962"/>
                  <a:pt x="587074" y="36402"/>
                </a:cubicBezTo>
                <a:close/>
                <a:moveTo>
                  <a:pt x="639866" y="36402"/>
                </a:moveTo>
                <a:lnTo>
                  <a:pt x="652627" y="36402"/>
                </a:lnTo>
                <a:cubicBezTo>
                  <a:pt x="652444" y="33337"/>
                  <a:pt x="651709" y="30686"/>
                  <a:pt x="650423" y="28449"/>
                </a:cubicBezTo>
                <a:cubicBezTo>
                  <a:pt x="649138" y="26211"/>
                  <a:pt x="647470" y="24341"/>
                  <a:pt x="645419" y="22839"/>
                </a:cubicBezTo>
                <a:cubicBezTo>
                  <a:pt x="643369" y="21338"/>
                  <a:pt x="641043" y="20219"/>
                  <a:pt x="638442" y="19484"/>
                </a:cubicBezTo>
                <a:cubicBezTo>
                  <a:pt x="635841" y="18748"/>
                  <a:pt x="633133" y="18380"/>
                  <a:pt x="630317" y="18380"/>
                </a:cubicBezTo>
                <a:cubicBezTo>
                  <a:pt x="626461" y="18380"/>
                  <a:pt x="623033" y="19024"/>
                  <a:pt x="620033" y="20312"/>
                </a:cubicBezTo>
                <a:cubicBezTo>
                  <a:pt x="617034" y="21599"/>
                  <a:pt x="614494" y="23392"/>
                  <a:pt x="612413" y="25692"/>
                </a:cubicBezTo>
                <a:cubicBezTo>
                  <a:pt x="610332" y="27991"/>
                  <a:pt x="608756" y="30720"/>
                  <a:pt x="607685" y="33877"/>
                </a:cubicBezTo>
                <a:cubicBezTo>
                  <a:pt x="606614" y="37034"/>
                  <a:pt x="606078" y="40452"/>
                  <a:pt x="606078" y="44131"/>
                </a:cubicBezTo>
                <a:cubicBezTo>
                  <a:pt x="606078" y="47687"/>
                  <a:pt x="606659" y="50952"/>
                  <a:pt x="607822" y="53926"/>
                </a:cubicBezTo>
                <a:cubicBezTo>
                  <a:pt x="608985" y="56899"/>
                  <a:pt x="610607" y="59458"/>
                  <a:pt x="612688" y="61605"/>
                </a:cubicBezTo>
                <a:cubicBezTo>
                  <a:pt x="614769" y="63751"/>
                  <a:pt x="617294" y="65422"/>
                  <a:pt x="620262" y="66617"/>
                </a:cubicBezTo>
                <a:cubicBezTo>
                  <a:pt x="623232" y="67813"/>
                  <a:pt x="626491" y="68410"/>
                  <a:pt x="630041" y="68410"/>
                </a:cubicBezTo>
                <a:cubicBezTo>
                  <a:pt x="636345" y="68410"/>
                  <a:pt x="641517" y="66751"/>
                  <a:pt x="645556" y="63433"/>
                </a:cubicBezTo>
                <a:cubicBezTo>
                  <a:pt x="649597" y="60114"/>
                  <a:pt x="652045" y="55302"/>
                  <a:pt x="652903" y="48998"/>
                </a:cubicBezTo>
                <a:lnTo>
                  <a:pt x="640324" y="48998"/>
                </a:lnTo>
                <a:cubicBezTo>
                  <a:pt x="639896" y="51936"/>
                  <a:pt x="638840" y="54277"/>
                  <a:pt x="637156" y="56022"/>
                </a:cubicBezTo>
                <a:cubicBezTo>
                  <a:pt x="635473" y="57766"/>
                  <a:pt x="633071" y="58637"/>
                  <a:pt x="629950" y="58637"/>
                </a:cubicBezTo>
                <a:cubicBezTo>
                  <a:pt x="627930" y="58637"/>
                  <a:pt x="626216" y="58178"/>
                  <a:pt x="624807" y="57260"/>
                </a:cubicBezTo>
                <a:cubicBezTo>
                  <a:pt x="623400" y="56342"/>
                  <a:pt x="622283" y="55164"/>
                  <a:pt x="621456" y="53726"/>
                </a:cubicBezTo>
                <a:cubicBezTo>
                  <a:pt x="620630" y="52287"/>
                  <a:pt x="620034" y="50679"/>
                  <a:pt x="619666" y="48904"/>
                </a:cubicBezTo>
                <a:cubicBezTo>
                  <a:pt x="619299" y="47128"/>
                  <a:pt x="619115" y="45384"/>
                  <a:pt x="619115" y="43670"/>
                </a:cubicBezTo>
                <a:cubicBezTo>
                  <a:pt x="619115" y="41894"/>
                  <a:pt x="619299" y="40104"/>
                  <a:pt x="619666" y="38299"/>
                </a:cubicBezTo>
                <a:cubicBezTo>
                  <a:pt x="620034" y="36492"/>
                  <a:pt x="620661" y="34839"/>
                  <a:pt x="621549" y="33339"/>
                </a:cubicBezTo>
                <a:cubicBezTo>
                  <a:pt x="622436" y="31839"/>
                  <a:pt x="623583" y="30615"/>
                  <a:pt x="624991" y="29666"/>
                </a:cubicBezTo>
                <a:cubicBezTo>
                  <a:pt x="626399" y="28717"/>
                  <a:pt x="628144" y="28243"/>
                  <a:pt x="630225" y="28243"/>
                </a:cubicBezTo>
                <a:cubicBezTo>
                  <a:pt x="635795" y="28243"/>
                  <a:pt x="639008" y="30962"/>
                  <a:pt x="639866" y="36402"/>
                </a:cubicBezTo>
                <a:close/>
                <a:moveTo>
                  <a:pt x="671907" y="43486"/>
                </a:moveTo>
                <a:cubicBezTo>
                  <a:pt x="671907" y="41589"/>
                  <a:pt x="672090" y="39722"/>
                  <a:pt x="672457" y="37885"/>
                </a:cubicBezTo>
                <a:cubicBezTo>
                  <a:pt x="672824" y="36048"/>
                  <a:pt x="673452" y="34426"/>
                  <a:pt x="674339" y="33019"/>
                </a:cubicBezTo>
                <a:cubicBezTo>
                  <a:pt x="675227" y="31610"/>
                  <a:pt x="676406" y="30462"/>
                  <a:pt x="677875" y="29575"/>
                </a:cubicBezTo>
                <a:cubicBezTo>
                  <a:pt x="679344" y="28687"/>
                  <a:pt x="681180" y="28243"/>
                  <a:pt x="683383" y="28243"/>
                </a:cubicBezTo>
                <a:cubicBezTo>
                  <a:pt x="685587" y="28243"/>
                  <a:pt x="687439" y="28687"/>
                  <a:pt x="688938" y="29575"/>
                </a:cubicBezTo>
                <a:cubicBezTo>
                  <a:pt x="690438" y="30462"/>
                  <a:pt x="691631" y="31610"/>
                  <a:pt x="692519" y="33019"/>
                </a:cubicBezTo>
                <a:cubicBezTo>
                  <a:pt x="693407" y="34426"/>
                  <a:pt x="694035" y="36048"/>
                  <a:pt x="694402" y="37885"/>
                </a:cubicBezTo>
                <a:cubicBezTo>
                  <a:pt x="694769" y="39722"/>
                  <a:pt x="694952" y="41589"/>
                  <a:pt x="694952" y="43486"/>
                </a:cubicBezTo>
                <a:cubicBezTo>
                  <a:pt x="694952" y="45384"/>
                  <a:pt x="694769" y="47236"/>
                  <a:pt x="694402" y="49042"/>
                </a:cubicBezTo>
                <a:cubicBezTo>
                  <a:pt x="694035" y="50848"/>
                  <a:pt x="693407" y="52470"/>
                  <a:pt x="692519" y="53909"/>
                </a:cubicBezTo>
                <a:cubicBezTo>
                  <a:pt x="691631" y="55348"/>
                  <a:pt x="690438" y="56495"/>
                  <a:pt x="688938" y="57353"/>
                </a:cubicBezTo>
                <a:cubicBezTo>
                  <a:pt x="687439" y="58209"/>
                  <a:pt x="685587" y="58637"/>
                  <a:pt x="683383" y="58637"/>
                </a:cubicBezTo>
                <a:cubicBezTo>
                  <a:pt x="681180" y="58637"/>
                  <a:pt x="679344" y="58209"/>
                  <a:pt x="677875" y="57353"/>
                </a:cubicBezTo>
                <a:cubicBezTo>
                  <a:pt x="676406" y="56495"/>
                  <a:pt x="675227" y="55348"/>
                  <a:pt x="674339" y="53909"/>
                </a:cubicBezTo>
                <a:cubicBezTo>
                  <a:pt x="673452" y="52470"/>
                  <a:pt x="672824" y="50848"/>
                  <a:pt x="672457" y="49042"/>
                </a:cubicBezTo>
                <a:cubicBezTo>
                  <a:pt x="672090" y="47236"/>
                  <a:pt x="671907" y="45384"/>
                  <a:pt x="671907" y="43486"/>
                </a:cubicBezTo>
                <a:moveTo>
                  <a:pt x="658870" y="43488"/>
                </a:moveTo>
                <a:cubicBezTo>
                  <a:pt x="658870" y="47289"/>
                  <a:pt x="659451" y="50722"/>
                  <a:pt x="660614" y="53787"/>
                </a:cubicBezTo>
                <a:cubicBezTo>
                  <a:pt x="661777" y="56853"/>
                  <a:pt x="663429" y="59474"/>
                  <a:pt x="665572" y="61651"/>
                </a:cubicBezTo>
                <a:cubicBezTo>
                  <a:pt x="667714" y="63827"/>
                  <a:pt x="670285" y="65498"/>
                  <a:pt x="673284" y="66663"/>
                </a:cubicBezTo>
                <a:cubicBezTo>
                  <a:pt x="676284" y="67828"/>
                  <a:pt x="679650" y="68410"/>
                  <a:pt x="683383" y="68410"/>
                </a:cubicBezTo>
                <a:cubicBezTo>
                  <a:pt x="687117" y="68410"/>
                  <a:pt x="690499" y="67828"/>
                  <a:pt x="693529" y="66663"/>
                </a:cubicBezTo>
                <a:cubicBezTo>
                  <a:pt x="696559" y="65498"/>
                  <a:pt x="699145" y="63827"/>
                  <a:pt x="701287" y="61651"/>
                </a:cubicBezTo>
                <a:cubicBezTo>
                  <a:pt x="703430" y="59474"/>
                  <a:pt x="705082" y="56853"/>
                  <a:pt x="706245" y="53787"/>
                </a:cubicBezTo>
                <a:cubicBezTo>
                  <a:pt x="707408" y="50722"/>
                  <a:pt x="707989" y="47289"/>
                  <a:pt x="707989" y="43488"/>
                </a:cubicBezTo>
                <a:cubicBezTo>
                  <a:pt x="707989" y="39687"/>
                  <a:pt x="707408" y="36238"/>
                  <a:pt x="706245" y="33142"/>
                </a:cubicBezTo>
                <a:cubicBezTo>
                  <a:pt x="705082" y="30045"/>
                  <a:pt x="703430" y="27408"/>
                  <a:pt x="701287" y="25232"/>
                </a:cubicBezTo>
                <a:cubicBezTo>
                  <a:pt x="699145" y="23055"/>
                  <a:pt x="696559" y="21369"/>
                  <a:pt x="693529" y="20173"/>
                </a:cubicBezTo>
                <a:cubicBezTo>
                  <a:pt x="690499" y="18978"/>
                  <a:pt x="687117" y="18380"/>
                  <a:pt x="683383" y="18380"/>
                </a:cubicBezTo>
                <a:cubicBezTo>
                  <a:pt x="679650" y="18380"/>
                  <a:pt x="676284" y="18978"/>
                  <a:pt x="673284" y="20173"/>
                </a:cubicBezTo>
                <a:cubicBezTo>
                  <a:pt x="670285" y="21369"/>
                  <a:pt x="667714" y="23055"/>
                  <a:pt x="665572" y="25232"/>
                </a:cubicBezTo>
                <a:cubicBezTo>
                  <a:pt x="663429" y="27408"/>
                  <a:pt x="661777" y="30045"/>
                  <a:pt x="660614" y="33142"/>
                </a:cubicBezTo>
                <a:cubicBezTo>
                  <a:pt x="659451" y="36238"/>
                  <a:pt x="658870" y="39687"/>
                  <a:pt x="658870" y="43488"/>
                </a:cubicBezTo>
                <a:close/>
                <a:moveTo>
                  <a:pt x="726291" y="51734"/>
                </a:moveTo>
                <a:lnTo>
                  <a:pt x="713896" y="51734"/>
                </a:lnTo>
                <a:cubicBezTo>
                  <a:pt x="714019" y="54911"/>
                  <a:pt x="714738" y="57554"/>
                  <a:pt x="716054" y="59661"/>
                </a:cubicBezTo>
                <a:cubicBezTo>
                  <a:pt x="717370" y="61768"/>
                  <a:pt x="719053" y="63464"/>
                  <a:pt x="721103" y="64747"/>
                </a:cubicBezTo>
                <a:cubicBezTo>
                  <a:pt x="723154" y="66030"/>
                  <a:pt x="725495" y="66946"/>
                  <a:pt x="728127" y="67495"/>
                </a:cubicBezTo>
                <a:cubicBezTo>
                  <a:pt x="730759" y="68046"/>
                  <a:pt x="733452" y="68321"/>
                  <a:pt x="736206" y="68321"/>
                </a:cubicBezTo>
                <a:cubicBezTo>
                  <a:pt x="738899" y="68321"/>
                  <a:pt x="741546" y="68060"/>
                  <a:pt x="744147" y="67539"/>
                </a:cubicBezTo>
                <a:cubicBezTo>
                  <a:pt x="746749" y="67019"/>
                  <a:pt x="749059" y="66116"/>
                  <a:pt x="751079" y="64830"/>
                </a:cubicBezTo>
                <a:cubicBezTo>
                  <a:pt x="753099" y="63543"/>
                  <a:pt x="754736" y="61844"/>
                  <a:pt x="755990" y="59732"/>
                </a:cubicBezTo>
                <a:cubicBezTo>
                  <a:pt x="757246" y="57619"/>
                  <a:pt x="757873" y="55001"/>
                  <a:pt x="757873" y="51878"/>
                </a:cubicBezTo>
                <a:cubicBezTo>
                  <a:pt x="757873" y="49674"/>
                  <a:pt x="757444" y="47822"/>
                  <a:pt x="756587" y="46322"/>
                </a:cubicBezTo>
                <a:cubicBezTo>
                  <a:pt x="755731" y="44821"/>
                  <a:pt x="754598" y="43565"/>
                  <a:pt x="753190" y="42555"/>
                </a:cubicBezTo>
                <a:cubicBezTo>
                  <a:pt x="751782" y="41544"/>
                  <a:pt x="750176" y="40733"/>
                  <a:pt x="748371" y="40121"/>
                </a:cubicBezTo>
                <a:cubicBezTo>
                  <a:pt x="746565" y="39509"/>
                  <a:pt x="744714" y="38988"/>
                  <a:pt x="742816" y="38559"/>
                </a:cubicBezTo>
                <a:cubicBezTo>
                  <a:pt x="740980" y="38131"/>
                  <a:pt x="739174" y="37733"/>
                  <a:pt x="737399" y="37366"/>
                </a:cubicBezTo>
                <a:cubicBezTo>
                  <a:pt x="735624" y="36998"/>
                  <a:pt x="734048" y="36584"/>
                  <a:pt x="732670" y="36126"/>
                </a:cubicBezTo>
                <a:cubicBezTo>
                  <a:pt x="731294" y="35666"/>
                  <a:pt x="730177" y="35069"/>
                  <a:pt x="729319" y="34334"/>
                </a:cubicBezTo>
                <a:cubicBezTo>
                  <a:pt x="728463" y="33599"/>
                  <a:pt x="728035" y="32650"/>
                  <a:pt x="728035" y="31486"/>
                </a:cubicBezTo>
                <a:cubicBezTo>
                  <a:pt x="728035" y="30506"/>
                  <a:pt x="728279" y="29725"/>
                  <a:pt x="728769" y="29144"/>
                </a:cubicBezTo>
                <a:cubicBezTo>
                  <a:pt x="729259" y="28562"/>
                  <a:pt x="729856" y="28118"/>
                  <a:pt x="730559" y="27813"/>
                </a:cubicBezTo>
                <a:cubicBezTo>
                  <a:pt x="731263" y="27506"/>
                  <a:pt x="732044" y="27307"/>
                  <a:pt x="732900" y="27216"/>
                </a:cubicBezTo>
                <a:cubicBezTo>
                  <a:pt x="733757" y="27123"/>
                  <a:pt x="734553" y="27077"/>
                  <a:pt x="735287" y="27077"/>
                </a:cubicBezTo>
                <a:cubicBezTo>
                  <a:pt x="737613" y="27077"/>
                  <a:pt x="739633" y="27523"/>
                  <a:pt x="741346" y="28415"/>
                </a:cubicBezTo>
                <a:cubicBezTo>
                  <a:pt x="743060" y="29306"/>
                  <a:pt x="744009" y="31012"/>
                  <a:pt x="744193" y="33533"/>
                </a:cubicBezTo>
                <a:lnTo>
                  <a:pt x="756588" y="33533"/>
                </a:lnTo>
                <a:cubicBezTo>
                  <a:pt x="756344" y="30594"/>
                  <a:pt x="755594" y="28161"/>
                  <a:pt x="754339" y="26232"/>
                </a:cubicBezTo>
                <a:cubicBezTo>
                  <a:pt x="753084" y="24304"/>
                  <a:pt x="751508" y="22758"/>
                  <a:pt x="749610" y="21595"/>
                </a:cubicBezTo>
                <a:cubicBezTo>
                  <a:pt x="747714" y="20432"/>
                  <a:pt x="745556" y="19605"/>
                  <a:pt x="743138" y="19116"/>
                </a:cubicBezTo>
                <a:cubicBezTo>
                  <a:pt x="740720" y="18625"/>
                  <a:pt x="738226" y="18380"/>
                  <a:pt x="735656" y="18380"/>
                </a:cubicBezTo>
                <a:cubicBezTo>
                  <a:pt x="733085" y="18380"/>
                  <a:pt x="730575" y="18610"/>
                  <a:pt x="728126" y="19069"/>
                </a:cubicBezTo>
                <a:cubicBezTo>
                  <a:pt x="725678" y="19528"/>
                  <a:pt x="723475" y="20324"/>
                  <a:pt x="721516" y="21457"/>
                </a:cubicBezTo>
                <a:cubicBezTo>
                  <a:pt x="719558" y="22590"/>
                  <a:pt x="717982" y="24136"/>
                  <a:pt x="716788" y="26095"/>
                </a:cubicBezTo>
                <a:cubicBezTo>
                  <a:pt x="715594" y="28055"/>
                  <a:pt x="714998" y="30566"/>
                  <a:pt x="714998" y="33628"/>
                </a:cubicBezTo>
                <a:cubicBezTo>
                  <a:pt x="714998" y="35710"/>
                  <a:pt x="715426" y="37470"/>
                  <a:pt x="716282" y="38909"/>
                </a:cubicBezTo>
                <a:cubicBezTo>
                  <a:pt x="717140" y="40348"/>
                  <a:pt x="718272" y="41542"/>
                  <a:pt x="719680" y="42492"/>
                </a:cubicBezTo>
                <a:cubicBezTo>
                  <a:pt x="721088" y="43441"/>
                  <a:pt x="722695" y="44206"/>
                  <a:pt x="724500" y="44788"/>
                </a:cubicBezTo>
                <a:cubicBezTo>
                  <a:pt x="726305" y="45370"/>
                  <a:pt x="728157" y="45875"/>
                  <a:pt x="730055" y="46304"/>
                </a:cubicBezTo>
                <a:cubicBezTo>
                  <a:pt x="734706" y="47283"/>
                  <a:pt x="738332" y="48263"/>
                  <a:pt x="740933" y="49243"/>
                </a:cubicBezTo>
                <a:cubicBezTo>
                  <a:pt x="743535" y="50222"/>
                  <a:pt x="744836" y="51692"/>
                  <a:pt x="744836" y="53651"/>
                </a:cubicBezTo>
                <a:cubicBezTo>
                  <a:pt x="744836" y="54814"/>
                  <a:pt x="744561" y="55779"/>
                  <a:pt x="744010" y="56544"/>
                </a:cubicBezTo>
                <a:cubicBezTo>
                  <a:pt x="743458" y="57310"/>
                  <a:pt x="742770" y="57923"/>
                  <a:pt x="741943" y="58382"/>
                </a:cubicBezTo>
                <a:cubicBezTo>
                  <a:pt x="741118" y="58841"/>
                  <a:pt x="740199" y="59178"/>
                  <a:pt x="739189" y="59393"/>
                </a:cubicBezTo>
                <a:cubicBezTo>
                  <a:pt x="738179" y="59606"/>
                  <a:pt x="737215" y="59713"/>
                  <a:pt x="736297" y="59713"/>
                </a:cubicBezTo>
                <a:cubicBezTo>
                  <a:pt x="735012" y="59713"/>
                  <a:pt x="733773" y="59561"/>
                  <a:pt x="732579" y="59255"/>
                </a:cubicBezTo>
                <a:cubicBezTo>
                  <a:pt x="731386" y="58949"/>
                  <a:pt x="730330" y="58475"/>
                  <a:pt x="729412" y="57833"/>
                </a:cubicBezTo>
                <a:cubicBezTo>
                  <a:pt x="728494" y="57191"/>
                  <a:pt x="727744" y="56365"/>
                  <a:pt x="727162" y="55356"/>
                </a:cubicBezTo>
                <a:cubicBezTo>
                  <a:pt x="726581" y="54348"/>
                  <a:pt x="726291" y="53140"/>
                  <a:pt x="726291" y="51734"/>
                </a:cubicBezTo>
                <a:close/>
                <a:moveTo>
                  <a:pt x="788017" y="0"/>
                </a:moveTo>
                <a:lnTo>
                  <a:pt x="777093" y="0"/>
                </a:lnTo>
                <a:cubicBezTo>
                  <a:pt x="775073" y="2938"/>
                  <a:pt x="773313" y="6152"/>
                  <a:pt x="771813" y="9641"/>
                </a:cubicBezTo>
                <a:cubicBezTo>
                  <a:pt x="770314" y="13130"/>
                  <a:pt x="769059" y="16742"/>
                  <a:pt x="768049" y="20476"/>
                </a:cubicBezTo>
                <a:cubicBezTo>
                  <a:pt x="767039" y="24210"/>
                  <a:pt x="766274" y="27959"/>
                  <a:pt x="765754" y="31724"/>
                </a:cubicBezTo>
                <a:cubicBezTo>
                  <a:pt x="765234" y="35489"/>
                  <a:pt x="764974" y="39086"/>
                  <a:pt x="764974" y="42514"/>
                </a:cubicBezTo>
                <a:cubicBezTo>
                  <a:pt x="764974" y="49737"/>
                  <a:pt x="766029" y="56838"/>
                  <a:pt x="768141" y="63817"/>
                </a:cubicBezTo>
                <a:cubicBezTo>
                  <a:pt x="770253" y="70795"/>
                  <a:pt x="773237" y="77437"/>
                  <a:pt x="777093" y="83742"/>
                </a:cubicBezTo>
                <a:lnTo>
                  <a:pt x="787926" y="83742"/>
                </a:lnTo>
                <a:cubicBezTo>
                  <a:pt x="784437" y="77070"/>
                  <a:pt x="781912" y="70214"/>
                  <a:pt x="780352" y="63175"/>
                </a:cubicBezTo>
                <a:cubicBezTo>
                  <a:pt x="778791" y="56135"/>
                  <a:pt x="778011" y="48942"/>
                  <a:pt x="778011" y="41595"/>
                </a:cubicBezTo>
                <a:cubicBezTo>
                  <a:pt x="778011" y="34372"/>
                  <a:pt x="778806" y="27256"/>
                  <a:pt x="780398" y="20248"/>
                </a:cubicBezTo>
                <a:cubicBezTo>
                  <a:pt x="781989" y="13238"/>
                  <a:pt x="784529" y="6489"/>
                  <a:pt x="788017" y="0"/>
                </a:cubicBezTo>
                <a:close/>
                <a:moveTo>
                  <a:pt x="816113" y="73011"/>
                </a:moveTo>
                <a:lnTo>
                  <a:pt x="835943" y="19725"/>
                </a:lnTo>
                <a:lnTo>
                  <a:pt x="822448" y="19725"/>
                </a:lnTo>
                <a:lnTo>
                  <a:pt x="812073" y="52192"/>
                </a:lnTo>
                <a:lnTo>
                  <a:pt x="811889" y="52192"/>
                </a:lnTo>
                <a:lnTo>
                  <a:pt x="801147" y="19725"/>
                </a:lnTo>
                <a:lnTo>
                  <a:pt x="787283" y="19725"/>
                </a:lnTo>
                <a:lnTo>
                  <a:pt x="803901" y="64215"/>
                </a:lnTo>
                <a:cubicBezTo>
                  <a:pt x="804269" y="65132"/>
                  <a:pt x="804453" y="66110"/>
                  <a:pt x="804453" y="67149"/>
                </a:cubicBezTo>
                <a:cubicBezTo>
                  <a:pt x="804453" y="68556"/>
                  <a:pt x="804040" y="69840"/>
                  <a:pt x="803213" y="71002"/>
                </a:cubicBezTo>
                <a:cubicBezTo>
                  <a:pt x="802387" y="72164"/>
                  <a:pt x="801116" y="72837"/>
                  <a:pt x="799403" y="73021"/>
                </a:cubicBezTo>
                <a:cubicBezTo>
                  <a:pt x="798117" y="73081"/>
                  <a:pt x="796832" y="73051"/>
                  <a:pt x="795546" y="72928"/>
                </a:cubicBezTo>
                <a:cubicBezTo>
                  <a:pt x="794261" y="72806"/>
                  <a:pt x="793006" y="72684"/>
                  <a:pt x="791783" y="72561"/>
                </a:cubicBezTo>
                <a:lnTo>
                  <a:pt x="791783" y="83294"/>
                </a:lnTo>
                <a:cubicBezTo>
                  <a:pt x="793129" y="83413"/>
                  <a:pt x="794460" y="83518"/>
                  <a:pt x="795776" y="83608"/>
                </a:cubicBezTo>
                <a:cubicBezTo>
                  <a:pt x="797091" y="83697"/>
                  <a:pt x="798423" y="83742"/>
                  <a:pt x="799770" y="83742"/>
                </a:cubicBezTo>
                <a:cubicBezTo>
                  <a:pt x="804238" y="83742"/>
                  <a:pt x="807726" y="82916"/>
                  <a:pt x="810236" y="81265"/>
                </a:cubicBezTo>
                <a:cubicBezTo>
                  <a:pt x="812745" y="79615"/>
                  <a:pt x="814704" y="76864"/>
                  <a:pt x="816113" y="73011"/>
                </a:cubicBezTo>
                <a:close/>
                <a:moveTo>
                  <a:pt x="871168" y="67155"/>
                </a:moveTo>
                <a:lnTo>
                  <a:pt x="871168" y="2869"/>
                </a:lnTo>
                <a:lnTo>
                  <a:pt x="860795" y="2869"/>
                </a:lnTo>
                <a:cubicBezTo>
                  <a:pt x="860427" y="5311"/>
                  <a:pt x="859661" y="7357"/>
                  <a:pt x="858498" y="9007"/>
                </a:cubicBezTo>
                <a:cubicBezTo>
                  <a:pt x="857336" y="10655"/>
                  <a:pt x="855912" y="11983"/>
                  <a:pt x="854228" y="12991"/>
                </a:cubicBezTo>
                <a:cubicBezTo>
                  <a:pt x="852545" y="13998"/>
                  <a:pt x="850648" y="14700"/>
                  <a:pt x="848536" y="15098"/>
                </a:cubicBezTo>
                <a:cubicBezTo>
                  <a:pt x="846425" y="15495"/>
                  <a:pt x="844237" y="15662"/>
                  <a:pt x="841973" y="15601"/>
                </a:cubicBezTo>
                <a:lnTo>
                  <a:pt x="841973" y="25463"/>
                </a:lnTo>
                <a:lnTo>
                  <a:pt x="858131" y="25463"/>
                </a:lnTo>
                <a:lnTo>
                  <a:pt x="858131" y="67155"/>
                </a:lnTo>
                <a:lnTo>
                  <a:pt x="871168" y="67155"/>
                </a:lnTo>
                <a:close/>
                <a:moveTo>
                  <a:pt x="885890" y="83742"/>
                </a:moveTo>
                <a:lnTo>
                  <a:pt x="896723" y="83742"/>
                </a:lnTo>
                <a:cubicBezTo>
                  <a:pt x="898743" y="80865"/>
                  <a:pt x="900518" y="77681"/>
                  <a:pt x="902048" y="74192"/>
                </a:cubicBezTo>
                <a:cubicBezTo>
                  <a:pt x="903579" y="70703"/>
                  <a:pt x="904849" y="67107"/>
                  <a:pt x="905858" y="63403"/>
                </a:cubicBezTo>
                <a:cubicBezTo>
                  <a:pt x="906868" y="59700"/>
                  <a:pt x="907617" y="55966"/>
                  <a:pt x="908107" y="52202"/>
                </a:cubicBezTo>
                <a:cubicBezTo>
                  <a:pt x="908597" y="48437"/>
                  <a:pt x="908842" y="44840"/>
                  <a:pt x="908842" y="41412"/>
                </a:cubicBezTo>
                <a:cubicBezTo>
                  <a:pt x="908842" y="34188"/>
                  <a:pt x="907787" y="27057"/>
                  <a:pt x="905675" y="20018"/>
                </a:cubicBezTo>
                <a:cubicBezTo>
                  <a:pt x="903563" y="12978"/>
                  <a:pt x="900579" y="6305"/>
                  <a:pt x="896723" y="0"/>
                </a:cubicBezTo>
                <a:lnTo>
                  <a:pt x="885981" y="0"/>
                </a:lnTo>
                <a:cubicBezTo>
                  <a:pt x="889347" y="6672"/>
                  <a:pt x="891827" y="13559"/>
                  <a:pt x="893418" y="20660"/>
                </a:cubicBezTo>
                <a:cubicBezTo>
                  <a:pt x="895010" y="27760"/>
                  <a:pt x="895805" y="34984"/>
                  <a:pt x="895805" y="42331"/>
                </a:cubicBezTo>
                <a:cubicBezTo>
                  <a:pt x="895805" y="49554"/>
                  <a:pt x="894994" y="56639"/>
                  <a:pt x="893372" y="63587"/>
                </a:cubicBezTo>
                <a:cubicBezTo>
                  <a:pt x="891750" y="70535"/>
                  <a:pt x="889255" y="77253"/>
                  <a:pt x="885890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print(y1)">
            <a:extLst xmlns:a="http://schemas.openxmlformats.org/drawingml/2006/main">
              <a:ext uri="{FF2B5EF4-FFF2-40B4-BE49-F238E27FC236}">
                <a16:creationId xmlns:a16="http://schemas.microsoft.com/office/drawing/2014/main" id="{E9962997-A7C6-4098-8528-FD302C2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467" y="6964079"/>
            <a:ext cx="345670" cy="83742"/>
          </a:xfrm>
          <a:custGeom xmlns:a="http://schemas.openxmlformats.org/drawingml/2006/main">
            <a:pathLst>
              <a:path w="345670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3" y="41605"/>
                  <a:pt x="69532" y="39767"/>
                </a:cubicBezTo>
                <a:cubicBezTo>
                  <a:pt x="69961" y="37929"/>
                  <a:pt x="70680" y="36321"/>
                  <a:pt x="71689" y="34942"/>
                </a:cubicBezTo>
                <a:cubicBezTo>
                  <a:pt x="72699" y="33564"/>
                  <a:pt x="74030" y="32476"/>
                  <a:pt x="75682" y="31679"/>
                </a:cubicBezTo>
                <a:cubicBezTo>
                  <a:pt x="77335" y="30883"/>
                  <a:pt x="79355" y="30484"/>
                  <a:pt x="81743" y="30484"/>
                </a:cubicBezTo>
                <a:cubicBezTo>
                  <a:pt x="82538" y="30484"/>
                  <a:pt x="83364" y="30531"/>
                  <a:pt x="84221" y="30623"/>
                </a:cubicBezTo>
                <a:cubicBezTo>
                  <a:pt x="85078" y="30714"/>
                  <a:pt x="85813" y="30821"/>
                  <a:pt x="86424" y="30944"/>
                </a:cubicBezTo>
                <a:lnTo>
                  <a:pt x="86424" y="18838"/>
                </a:lnTo>
                <a:cubicBezTo>
                  <a:pt x="85384" y="18533"/>
                  <a:pt x="84436" y="18380"/>
                  <a:pt x="83579" y="18380"/>
                </a:cubicBezTo>
                <a:cubicBezTo>
                  <a:pt x="81926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3" y="22063"/>
                  <a:pt x="71950" y="23133"/>
                  <a:pt x="70909" y="24386"/>
                </a:cubicBezTo>
                <a:cubicBezTo>
                  <a:pt x="69869" y="25639"/>
                  <a:pt x="69042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8" y="1614"/>
                </a:lnTo>
                <a:lnTo>
                  <a:pt x="92178" y="12373"/>
                </a:lnTo>
                <a:lnTo>
                  <a:pt x="105216" y="12373"/>
                </a:lnTo>
                <a:moveTo>
                  <a:pt x="92178" y="19689"/>
                </a:moveTo>
                <a:lnTo>
                  <a:pt x="92178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8" y="19689"/>
                </a:lnTo>
                <a:close/>
                <a:moveTo>
                  <a:pt x="115529" y="19687"/>
                </a:moveTo>
                <a:lnTo>
                  <a:pt x="115529" y="67155"/>
                </a:lnTo>
                <a:lnTo>
                  <a:pt x="128566" y="67155"/>
                </a:lnTo>
                <a:lnTo>
                  <a:pt x="128566" y="42277"/>
                </a:lnTo>
                <a:cubicBezTo>
                  <a:pt x="128566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4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4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0" y="18380"/>
                  <a:pt x="137257" y="19009"/>
                  <a:pt x="134626" y="20267"/>
                </a:cubicBezTo>
                <a:cubicBezTo>
                  <a:pt x="131994" y="21525"/>
                  <a:pt x="129852" y="23535"/>
                  <a:pt x="128199" y="26297"/>
                </a:cubicBezTo>
                <a:lnTo>
                  <a:pt x="127923" y="26297"/>
                </a:lnTo>
                <a:lnTo>
                  <a:pt x="127923" y="19687"/>
                </a:lnTo>
                <a:lnTo>
                  <a:pt x="115529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7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2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5" y="67155"/>
                </a:cubicBezTo>
                <a:lnTo>
                  <a:pt x="195925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6" y="57382"/>
                </a:cubicBezTo>
                <a:cubicBezTo>
                  <a:pt x="189682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5" y="28422"/>
                </a:lnTo>
                <a:lnTo>
                  <a:pt x="195925" y="19725"/>
                </a:lnTo>
                <a:lnTo>
                  <a:pt x="186377" y="19725"/>
                </a:lnTo>
                <a:close/>
                <a:moveTo>
                  <a:pt x="224846" y="0"/>
                </a:moveTo>
                <a:lnTo>
                  <a:pt x="213921" y="0"/>
                </a:lnTo>
                <a:cubicBezTo>
                  <a:pt x="211901" y="2938"/>
                  <a:pt x="210141" y="6152"/>
                  <a:pt x="208641" y="9641"/>
                </a:cubicBezTo>
                <a:cubicBezTo>
                  <a:pt x="207142" y="13130"/>
                  <a:pt x="205887" y="16742"/>
                  <a:pt x="204877" y="20476"/>
                </a:cubicBezTo>
                <a:cubicBezTo>
                  <a:pt x="203867" y="24210"/>
                  <a:pt x="203102" y="27959"/>
                  <a:pt x="202582" y="31724"/>
                </a:cubicBezTo>
                <a:cubicBezTo>
                  <a:pt x="202062" y="35489"/>
                  <a:pt x="201802" y="39086"/>
                  <a:pt x="201802" y="42514"/>
                </a:cubicBezTo>
                <a:cubicBezTo>
                  <a:pt x="201802" y="49737"/>
                  <a:pt x="202858" y="56838"/>
                  <a:pt x="204969" y="63817"/>
                </a:cubicBezTo>
                <a:cubicBezTo>
                  <a:pt x="207081" y="70795"/>
                  <a:pt x="210065" y="77437"/>
                  <a:pt x="213921" y="83742"/>
                </a:cubicBezTo>
                <a:lnTo>
                  <a:pt x="224755" y="83742"/>
                </a:lnTo>
                <a:cubicBezTo>
                  <a:pt x="221265" y="77070"/>
                  <a:pt x="218740" y="70214"/>
                  <a:pt x="217180" y="63175"/>
                </a:cubicBezTo>
                <a:cubicBezTo>
                  <a:pt x="215619" y="56135"/>
                  <a:pt x="214839" y="48942"/>
                  <a:pt x="214839" y="41595"/>
                </a:cubicBezTo>
                <a:cubicBezTo>
                  <a:pt x="214839" y="34372"/>
                  <a:pt x="215635" y="27256"/>
                  <a:pt x="217226" y="20248"/>
                </a:cubicBezTo>
                <a:cubicBezTo>
                  <a:pt x="218817" y="13238"/>
                  <a:pt x="221357" y="6489"/>
                  <a:pt x="224846" y="0"/>
                </a:cubicBezTo>
                <a:close/>
                <a:moveTo>
                  <a:pt x="252941" y="73011"/>
                </a:moveTo>
                <a:lnTo>
                  <a:pt x="272771" y="19725"/>
                </a:lnTo>
                <a:lnTo>
                  <a:pt x="259276" y="19725"/>
                </a:lnTo>
                <a:lnTo>
                  <a:pt x="248901" y="52192"/>
                </a:lnTo>
                <a:lnTo>
                  <a:pt x="248717" y="52192"/>
                </a:lnTo>
                <a:lnTo>
                  <a:pt x="237975" y="19725"/>
                </a:lnTo>
                <a:lnTo>
                  <a:pt x="224111" y="19725"/>
                </a:lnTo>
                <a:lnTo>
                  <a:pt x="240729" y="64215"/>
                </a:lnTo>
                <a:cubicBezTo>
                  <a:pt x="241097" y="65132"/>
                  <a:pt x="241281" y="66110"/>
                  <a:pt x="241281" y="67149"/>
                </a:cubicBezTo>
                <a:cubicBezTo>
                  <a:pt x="241281" y="68556"/>
                  <a:pt x="240868" y="69840"/>
                  <a:pt x="240041" y="71002"/>
                </a:cubicBezTo>
                <a:cubicBezTo>
                  <a:pt x="239215" y="72164"/>
                  <a:pt x="237945" y="72837"/>
                  <a:pt x="236231" y="73021"/>
                </a:cubicBezTo>
                <a:cubicBezTo>
                  <a:pt x="234946" y="73081"/>
                  <a:pt x="233660" y="73051"/>
                  <a:pt x="232374" y="72928"/>
                </a:cubicBezTo>
                <a:cubicBezTo>
                  <a:pt x="231089" y="72806"/>
                  <a:pt x="229835" y="72684"/>
                  <a:pt x="228611" y="72561"/>
                </a:cubicBezTo>
                <a:lnTo>
                  <a:pt x="228611" y="83294"/>
                </a:lnTo>
                <a:cubicBezTo>
                  <a:pt x="229957" y="83413"/>
                  <a:pt x="231288" y="83518"/>
                  <a:pt x="232604" y="83608"/>
                </a:cubicBezTo>
                <a:cubicBezTo>
                  <a:pt x="233920" y="83697"/>
                  <a:pt x="235251" y="83742"/>
                  <a:pt x="236598" y="83742"/>
                </a:cubicBezTo>
                <a:cubicBezTo>
                  <a:pt x="241066" y="83742"/>
                  <a:pt x="244555" y="82916"/>
                  <a:pt x="247064" y="81265"/>
                </a:cubicBezTo>
                <a:cubicBezTo>
                  <a:pt x="249574" y="79615"/>
                  <a:pt x="251533" y="76864"/>
                  <a:pt x="252941" y="73011"/>
                </a:cubicBezTo>
                <a:close/>
                <a:moveTo>
                  <a:pt x="307997" y="67155"/>
                </a:moveTo>
                <a:lnTo>
                  <a:pt x="307997" y="2869"/>
                </a:lnTo>
                <a:lnTo>
                  <a:pt x="297623" y="2869"/>
                </a:lnTo>
                <a:cubicBezTo>
                  <a:pt x="297255" y="5311"/>
                  <a:pt x="296489" y="7357"/>
                  <a:pt x="295327" y="9007"/>
                </a:cubicBezTo>
                <a:cubicBezTo>
                  <a:pt x="294164" y="10655"/>
                  <a:pt x="292741" y="11983"/>
                  <a:pt x="291057" y="12991"/>
                </a:cubicBezTo>
                <a:cubicBezTo>
                  <a:pt x="289374" y="13998"/>
                  <a:pt x="287476" y="14700"/>
                  <a:pt x="285365" y="15098"/>
                </a:cubicBezTo>
                <a:cubicBezTo>
                  <a:pt x="283253" y="15495"/>
                  <a:pt x="281065" y="15662"/>
                  <a:pt x="278801" y="15601"/>
                </a:cubicBezTo>
                <a:lnTo>
                  <a:pt x="278801" y="25463"/>
                </a:lnTo>
                <a:lnTo>
                  <a:pt x="294960" y="25463"/>
                </a:lnTo>
                <a:lnTo>
                  <a:pt x="294960" y="67155"/>
                </a:lnTo>
                <a:lnTo>
                  <a:pt x="307997" y="67155"/>
                </a:lnTo>
                <a:close/>
                <a:moveTo>
                  <a:pt x="322718" y="83742"/>
                </a:moveTo>
                <a:lnTo>
                  <a:pt x="333551" y="83742"/>
                </a:lnTo>
                <a:cubicBezTo>
                  <a:pt x="335571" y="80865"/>
                  <a:pt x="337346" y="77681"/>
                  <a:pt x="338876" y="74192"/>
                </a:cubicBezTo>
                <a:cubicBezTo>
                  <a:pt x="340407" y="70703"/>
                  <a:pt x="341677" y="67107"/>
                  <a:pt x="342686" y="63403"/>
                </a:cubicBezTo>
                <a:cubicBezTo>
                  <a:pt x="343696" y="59700"/>
                  <a:pt x="344446" y="55966"/>
                  <a:pt x="344935" y="52202"/>
                </a:cubicBezTo>
                <a:cubicBezTo>
                  <a:pt x="345425" y="48437"/>
                  <a:pt x="345670" y="44840"/>
                  <a:pt x="345670" y="41412"/>
                </a:cubicBezTo>
                <a:cubicBezTo>
                  <a:pt x="345670" y="34188"/>
                  <a:pt x="344615" y="27057"/>
                  <a:pt x="342503" y="20018"/>
                </a:cubicBezTo>
                <a:cubicBezTo>
                  <a:pt x="340391" y="12978"/>
                  <a:pt x="337407" y="6305"/>
                  <a:pt x="333551" y="0"/>
                </a:cubicBezTo>
                <a:lnTo>
                  <a:pt x="322809" y="0"/>
                </a:lnTo>
                <a:cubicBezTo>
                  <a:pt x="326175" y="6672"/>
                  <a:pt x="328655" y="13559"/>
                  <a:pt x="330246" y="20660"/>
                </a:cubicBezTo>
                <a:cubicBezTo>
                  <a:pt x="331838" y="27760"/>
                  <a:pt x="332633" y="34984"/>
                  <a:pt x="332633" y="42331"/>
                </a:cubicBezTo>
                <a:cubicBezTo>
                  <a:pt x="332633" y="49554"/>
                  <a:pt x="331822" y="56639"/>
                  <a:pt x="330200" y="63587"/>
                </a:cubicBezTo>
                <a:cubicBezTo>
                  <a:pt x="328578" y="70535"/>
                  <a:pt x="326084" y="77253"/>
                  <a:pt x="322718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#output:[nan,nan]">
            <a:extLst xmlns:a="http://schemas.openxmlformats.org/drawingml/2006/main">
              <a:ext uri="{FF2B5EF4-FFF2-40B4-BE49-F238E27FC236}">
                <a16:creationId xmlns:a16="http://schemas.microsoft.com/office/drawing/2014/main" id="{225ABB30-D76F-421A-8364-FA10C377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57" y="6964079"/>
            <a:ext cx="836891" cy="83742"/>
          </a:xfrm>
          <a:custGeom xmlns:a="http://schemas.openxmlformats.org/drawingml/2006/main">
            <a:pathLst>
              <a:path w="836891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5" y="43486"/>
                </a:moveTo>
                <a:cubicBezTo>
                  <a:pt x="90005" y="41589"/>
                  <a:pt x="90188" y="39722"/>
                  <a:pt x="90555" y="37885"/>
                </a:cubicBezTo>
                <a:cubicBezTo>
                  <a:pt x="90922" y="36048"/>
                  <a:pt x="91550" y="34426"/>
                  <a:pt x="92437" y="33019"/>
                </a:cubicBezTo>
                <a:cubicBezTo>
                  <a:pt x="93325" y="31610"/>
                  <a:pt x="94504" y="30462"/>
                  <a:pt x="95973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7" y="33019"/>
                </a:cubicBezTo>
                <a:cubicBezTo>
                  <a:pt x="111505" y="34426"/>
                  <a:pt x="112133" y="36048"/>
                  <a:pt x="112500" y="37885"/>
                </a:cubicBezTo>
                <a:cubicBezTo>
                  <a:pt x="112867" y="39722"/>
                  <a:pt x="113050" y="41589"/>
                  <a:pt x="113050" y="43486"/>
                </a:cubicBezTo>
                <a:cubicBezTo>
                  <a:pt x="113050" y="45384"/>
                  <a:pt x="112867" y="47236"/>
                  <a:pt x="112500" y="49042"/>
                </a:cubicBezTo>
                <a:cubicBezTo>
                  <a:pt x="112133" y="50848"/>
                  <a:pt x="111505" y="52470"/>
                  <a:pt x="110617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3" y="57353"/>
                </a:cubicBezTo>
                <a:cubicBezTo>
                  <a:pt x="94504" y="56495"/>
                  <a:pt x="93325" y="55348"/>
                  <a:pt x="92437" y="53909"/>
                </a:cubicBezTo>
                <a:cubicBezTo>
                  <a:pt x="91550" y="52470"/>
                  <a:pt x="90922" y="50848"/>
                  <a:pt x="90555" y="49042"/>
                </a:cubicBezTo>
                <a:cubicBezTo>
                  <a:pt x="90188" y="47236"/>
                  <a:pt x="90005" y="45384"/>
                  <a:pt x="90005" y="43486"/>
                </a:cubicBezTo>
                <a:moveTo>
                  <a:pt x="76968" y="43488"/>
                </a:moveTo>
                <a:cubicBezTo>
                  <a:pt x="76968" y="47289"/>
                  <a:pt x="77549" y="50722"/>
                  <a:pt x="78712" y="53787"/>
                </a:cubicBezTo>
                <a:cubicBezTo>
                  <a:pt x="79875" y="56853"/>
                  <a:pt x="81527" y="59474"/>
                  <a:pt x="83670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2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7" y="66663"/>
                </a:cubicBezTo>
                <a:cubicBezTo>
                  <a:pt x="114657" y="65498"/>
                  <a:pt x="117243" y="63827"/>
                  <a:pt x="119385" y="61651"/>
                </a:cubicBezTo>
                <a:cubicBezTo>
                  <a:pt x="121528" y="59474"/>
                  <a:pt x="123180" y="56853"/>
                  <a:pt x="124343" y="53787"/>
                </a:cubicBezTo>
                <a:cubicBezTo>
                  <a:pt x="125506" y="50722"/>
                  <a:pt x="126087" y="47289"/>
                  <a:pt x="126087" y="43488"/>
                </a:cubicBezTo>
                <a:cubicBezTo>
                  <a:pt x="126087" y="39687"/>
                  <a:pt x="125506" y="36238"/>
                  <a:pt x="124343" y="33142"/>
                </a:cubicBezTo>
                <a:cubicBezTo>
                  <a:pt x="123180" y="30045"/>
                  <a:pt x="121528" y="27408"/>
                  <a:pt x="119385" y="25232"/>
                </a:cubicBezTo>
                <a:cubicBezTo>
                  <a:pt x="117243" y="23055"/>
                  <a:pt x="114657" y="21369"/>
                  <a:pt x="111627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2" y="18978"/>
                  <a:pt x="91382" y="20173"/>
                </a:cubicBezTo>
                <a:cubicBezTo>
                  <a:pt x="88383" y="21369"/>
                  <a:pt x="85812" y="23055"/>
                  <a:pt x="83670" y="25232"/>
                </a:cubicBezTo>
                <a:cubicBezTo>
                  <a:pt x="81527" y="27408"/>
                  <a:pt x="79875" y="30045"/>
                  <a:pt x="78712" y="33142"/>
                </a:cubicBezTo>
                <a:cubicBezTo>
                  <a:pt x="77549" y="36238"/>
                  <a:pt x="76968" y="39687"/>
                  <a:pt x="76968" y="43488"/>
                </a:cubicBezTo>
                <a:close/>
                <a:moveTo>
                  <a:pt x="178817" y="67105"/>
                </a:moveTo>
                <a:lnTo>
                  <a:pt x="178817" y="19725"/>
                </a:lnTo>
                <a:lnTo>
                  <a:pt x="165780" y="19725"/>
                </a:lnTo>
                <a:lnTo>
                  <a:pt x="165780" y="44545"/>
                </a:lnTo>
                <a:cubicBezTo>
                  <a:pt x="165780" y="49368"/>
                  <a:pt x="164985" y="52833"/>
                  <a:pt x="163393" y="54940"/>
                </a:cubicBezTo>
                <a:cubicBezTo>
                  <a:pt x="161802" y="57046"/>
                  <a:pt x="159231" y="58099"/>
                  <a:pt x="155681" y="58099"/>
                </a:cubicBezTo>
                <a:cubicBezTo>
                  <a:pt x="152559" y="58099"/>
                  <a:pt x="150386" y="57138"/>
                  <a:pt x="149161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69" y="56906"/>
                </a:cubicBezTo>
                <a:cubicBezTo>
                  <a:pt x="135589" y="59320"/>
                  <a:pt x="136492" y="61368"/>
                  <a:pt x="137777" y="63049"/>
                </a:cubicBezTo>
                <a:cubicBezTo>
                  <a:pt x="139063" y="64730"/>
                  <a:pt x="140823" y="66029"/>
                  <a:pt x="143057" y="66946"/>
                </a:cubicBezTo>
                <a:cubicBezTo>
                  <a:pt x="145291" y="67863"/>
                  <a:pt x="148153" y="68321"/>
                  <a:pt x="151642" y="68321"/>
                </a:cubicBezTo>
                <a:cubicBezTo>
                  <a:pt x="154396" y="68321"/>
                  <a:pt x="157089" y="67707"/>
                  <a:pt x="159721" y="66480"/>
                </a:cubicBezTo>
                <a:cubicBezTo>
                  <a:pt x="162353" y="65252"/>
                  <a:pt x="164495" y="63256"/>
                  <a:pt x="166147" y="60494"/>
                </a:cubicBezTo>
                <a:lnTo>
                  <a:pt x="166423" y="60494"/>
                </a:lnTo>
                <a:lnTo>
                  <a:pt x="166423" y="67105"/>
                </a:lnTo>
                <a:lnTo>
                  <a:pt x="178817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3" y="19725"/>
                </a:lnTo>
                <a:lnTo>
                  <a:pt x="184203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3" y="62190"/>
                </a:cubicBezTo>
                <a:cubicBezTo>
                  <a:pt x="194088" y="63658"/>
                  <a:pt x="195175" y="64790"/>
                  <a:pt x="196551" y="65586"/>
                </a:cubicBezTo>
                <a:cubicBezTo>
                  <a:pt x="197929" y="66381"/>
                  <a:pt x="199520" y="66916"/>
                  <a:pt x="201326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0" y="67603"/>
                  <a:pt x="209666" y="67573"/>
                  <a:pt x="211013" y="67514"/>
                </a:cubicBezTo>
                <a:cubicBezTo>
                  <a:pt x="212360" y="67454"/>
                  <a:pt x="213584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1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2" y="57016"/>
                  <a:pt x="206237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8" y="58637"/>
                </a:moveTo>
                <a:cubicBezTo>
                  <a:pt x="242626" y="58637"/>
                  <a:pt x="240851" y="58209"/>
                  <a:pt x="239382" y="57353"/>
                </a:cubicBezTo>
                <a:cubicBezTo>
                  <a:pt x="237914" y="56495"/>
                  <a:pt x="236735" y="55378"/>
                  <a:pt x="235847" y="54000"/>
                </a:cubicBezTo>
                <a:cubicBezTo>
                  <a:pt x="234960" y="52623"/>
                  <a:pt x="234317" y="51016"/>
                  <a:pt x="233919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6" y="39722"/>
                  <a:pt x="233873" y="37885"/>
                </a:cubicBezTo>
                <a:cubicBezTo>
                  <a:pt x="234240" y="36048"/>
                  <a:pt x="234867" y="34426"/>
                  <a:pt x="235755" y="33019"/>
                </a:cubicBezTo>
                <a:cubicBezTo>
                  <a:pt x="236643" y="31610"/>
                  <a:pt x="237806" y="30462"/>
                  <a:pt x="239244" y="29575"/>
                </a:cubicBezTo>
                <a:cubicBezTo>
                  <a:pt x="240683" y="28687"/>
                  <a:pt x="242473" y="28243"/>
                  <a:pt x="244616" y="28243"/>
                </a:cubicBezTo>
                <a:cubicBezTo>
                  <a:pt x="246697" y="28243"/>
                  <a:pt x="248457" y="28687"/>
                  <a:pt x="249896" y="29575"/>
                </a:cubicBezTo>
                <a:cubicBezTo>
                  <a:pt x="251334" y="30462"/>
                  <a:pt x="252512" y="31626"/>
                  <a:pt x="253430" y="33065"/>
                </a:cubicBezTo>
                <a:cubicBezTo>
                  <a:pt x="254348" y="34503"/>
                  <a:pt x="255006" y="36140"/>
                  <a:pt x="255404" y="37976"/>
                </a:cubicBezTo>
                <a:cubicBezTo>
                  <a:pt x="255802" y="39813"/>
                  <a:pt x="256001" y="41680"/>
                  <a:pt x="256001" y="43577"/>
                </a:cubicBezTo>
                <a:cubicBezTo>
                  <a:pt x="256001" y="45475"/>
                  <a:pt x="255817" y="47343"/>
                  <a:pt x="255450" y="49180"/>
                </a:cubicBezTo>
                <a:cubicBezTo>
                  <a:pt x="255083" y="51016"/>
                  <a:pt x="254456" y="52623"/>
                  <a:pt x="253568" y="54000"/>
                </a:cubicBezTo>
                <a:cubicBezTo>
                  <a:pt x="252680" y="55378"/>
                  <a:pt x="251517" y="56495"/>
                  <a:pt x="250079" y="57353"/>
                </a:cubicBezTo>
                <a:cubicBezTo>
                  <a:pt x="248641" y="58209"/>
                  <a:pt x="246851" y="58637"/>
                  <a:pt x="244708" y="58637"/>
                </a:cubicBezTo>
                <a:moveTo>
                  <a:pt x="220745" y="19696"/>
                </a:moveTo>
                <a:lnTo>
                  <a:pt x="220745" y="83742"/>
                </a:lnTo>
                <a:lnTo>
                  <a:pt x="233782" y="83742"/>
                </a:lnTo>
                <a:lnTo>
                  <a:pt x="233782" y="61312"/>
                </a:lnTo>
                <a:lnTo>
                  <a:pt x="233966" y="61312"/>
                </a:lnTo>
                <a:cubicBezTo>
                  <a:pt x="235557" y="63648"/>
                  <a:pt x="237592" y="65415"/>
                  <a:pt x="240071" y="66613"/>
                </a:cubicBezTo>
                <a:cubicBezTo>
                  <a:pt x="242550" y="67811"/>
                  <a:pt x="245258" y="68410"/>
                  <a:pt x="248196" y="68410"/>
                </a:cubicBezTo>
                <a:cubicBezTo>
                  <a:pt x="251686" y="68410"/>
                  <a:pt x="254731" y="67736"/>
                  <a:pt x="257332" y="66387"/>
                </a:cubicBezTo>
                <a:cubicBezTo>
                  <a:pt x="259933" y="65039"/>
                  <a:pt x="262106" y="63230"/>
                  <a:pt x="263850" y="60962"/>
                </a:cubicBezTo>
                <a:cubicBezTo>
                  <a:pt x="265595" y="58693"/>
                  <a:pt x="266896" y="56087"/>
                  <a:pt x="267752" y="53144"/>
                </a:cubicBezTo>
                <a:cubicBezTo>
                  <a:pt x="268609" y="50201"/>
                  <a:pt x="269038" y="47136"/>
                  <a:pt x="269038" y="43947"/>
                </a:cubicBezTo>
                <a:cubicBezTo>
                  <a:pt x="269038" y="40575"/>
                  <a:pt x="268609" y="37340"/>
                  <a:pt x="267752" y="34244"/>
                </a:cubicBezTo>
                <a:cubicBezTo>
                  <a:pt x="266896" y="31148"/>
                  <a:pt x="265580" y="28436"/>
                  <a:pt x="263804" y="26106"/>
                </a:cubicBezTo>
                <a:cubicBezTo>
                  <a:pt x="262030" y="23776"/>
                  <a:pt x="259796" y="21906"/>
                  <a:pt x="257102" y="20496"/>
                </a:cubicBezTo>
                <a:cubicBezTo>
                  <a:pt x="254409" y="19085"/>
                  <a:pt x="251196" y="18380"/>
                  <a:pt x="247462" y="18380"/>
                </a:cubicBezTo>
                <a:cubicBezTo>
                  <a:pt x="244524" y="18380"/>
                  <a:pt x="241831" y="18964"/>
                  <a:pt x="239382" y="20131"/>
                </a:cubicBezTo>
                <a:cubicBezTo>
                  <a:pt x="236934" y="21299"/>
                  <a:pt x="234914" y="23173"/>
                  <a:pt x="233323" y="25755"/>
                </a:cubicBezTo>
                <a:lnTo>
                  <a:pt x="233139" y="25755"/>
                </a:lnTo>
                <a:lnTo>
                  <a:pt x="233139" y="19696"/>
                </a:lnTo>
                <a:lnTo>
                  <a:pt x="220745" y="19696"/>
                </a:lnTo>
                <a:close/>
                <a:moveTo>
                  <a:pt x="321126" y="67105"/>
                </a:moveTo>
                <a:lnTo>
                  <a:pt x="321126" y="19725"/>
                </a:lnTo>
                <a:lnTo>
                  <a:pt x="308088" y="19725"/>
                </a:lnTo>
                <a:lnTo>
                  <a:pt x="308088" y="44545"/>
                </a:lnTo>
                <a:cubicBezTo>
                  <a:pt x="308088" y="49368"/>
                  <a:pt x="307293" y="52833"/>
                  <a:pt x="305701" y="54940"/>
                </a:cubicBezTo>
                <a:cubicBezTo>
                  <a:pt x="304110" y="57046"/>
                  <a:pt x="301539" y="58099"/>
                  <a:pt x="297989" y="58099"/>
                </a:cubicBezTo>
                <a:cubicBezTo>
                  <a:pt x="294867" y="58099"/>
                  <a:pt x="292694" y="57138"/>
                  <a:pt x="291469" y="55215"/>
                </a:cubicBezTo>
                <a:cubicBezTo>
                  <a:pt x="290246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7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5" y="68321"/>
                  <a:pt x="299398" y="67707"/>
                  <a:pt x="302029" y="66480"/>
                </a:cubicBezTo>
                <a:cubicBezTo>
                  <a:pt x="304661" y="65252"/>
                  <a:pt x="306803" y="63256"/>
                  <a:pt x="308456" y="60494"/>
                </a:cubicBezTo>
                <a:lnTo>
                  <a:pt x="308732" y="60494"/>
                </a:lnTo>
                <a:lnTo>
                  <a:pt x="308732" y="67105"/>
                </a:lnTo>
                <a:lnTo>
                  <a:pt x="321126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0" y="62190"/>
                </a:cubicBezTo>
                <a:cubicBezTo>
                  <a:pt x="336396" y="63658"/>
                  <a:pt x="337482" y="64790"/>
                  <a:pt x="338859" y="65586"/>
                </a:cubicBezTo>
                <a:cubicBezTo>
                  <a:pt x="340237" y="66381"/>
                  <a:pt x="341828" y="66916"/>
                  <a:pt x="343633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8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4" y="0"/>
                </a:moveTo>
                <a:lnTo>
                  <a:pt x="414834" y="83742"/>
                </a:lnTo>
                <a:lnTo>
                  <a:pt x="439073" y="83742"/>
                </a:lnTo>
                <a:lnTo>
                  <a:pt x="439073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3" y="10311"/>
                </a:lnTo>
                <a:lnTo>
                  <a:pt x="439073" y="0"/>
                </a:lnTo>
                <a:lnTo>
                  <a:pt x="414834" y="0"/>
                </a:lnTo>
                <a:close/>
                <a:moveTo>
                  <a:pt x="444153" y="19687"/>
                </a:moveTo>
                <a:lnTo>
                  <a:pt x="444153" y="67155"/>
                </a:lnTo>
                <a:lnTo>
                  <a:pt x="457190" y="67155"/>
                </a:lnTo>
                <a:lnTo>
                  <a:pt x="457190" y="42277"/>
                </a:lnTo>
                <a:cubicBezTo>
                  <a:pt x="457190" y="37442"/>
                  <a:pt x="457986" y="33969"/>
                  <a:pt x="459577" y="31859"/>
                </a:cubicBezTo>
                <a:cubicBezTo>
                  <a:pt x="461169" y="29747"/>
                  <a:pt x="463739" y="28691"/>
                  <a:pt x="467289" y="28691"/>
                </a:cubicBezTo>
                <a:cubicBezTo>
                  <a:pt x="470412" y="28691"/>
                  <a:pt x="472584" y="29655"/>
                  <a:pt x="473808" y="31583"/>
                </a:cubicBezTo>
                <a:cubicBezTo>
                  <a:pt x="475032" y="33510"/>
                  <a:pt x="475645" y="36433"/>
                  <a:pt x="475645" y="40350"/>
                </a:cubicBezTo>
                <a:lnTo>
                  <a:pt x="475645" y="67155"/>
                </a:lnTo>
                <a:lnTo>
                  <a:pt x="488682" y="67155"/>
                </a:lnTo>
                <a:lnTo>
                  <a:pt x="488682" y="37946"/>
                </a:lnTo>
                <a:cubicBezTo>
                  <a:pt x="488682" y="35006"/>
                  <a:pt x="488422" y="32327"/>
                  <a:pt x="487901" y="29908"/>
                </a:cubicBezTo>
                <a:cubicBezTo>
                  <a:pt x="487381" y="27490"/>
                  <a:pt x="486478" y="25438"/>
                  <a:pt x="485192" y="23754"/>
                </a:cubicBezTo>
                <a:cubicBezTo>
                  <a:pt x="483907" y="22070"/>
                  <a:pt x="482147" y="20754"/>
                  <a:pt x="479913" y="19805"/>
                </a:cubicBezTo>
                <a:cubicBezTo>
                  <a:pt x="477679" y="18855"/>
                  <a:pt x="474818" y="18380"/>
                  <a:pt x="471328" y="18380"/>
                </a:cubicBezTo>
                <a:cubicBezTo>
                  <a:pt x="468574" y="18380"/>
                  <a:pt x="465881" y="19009"/>
                  <a:pt x="463249" y="20267"/>
                </a:cubicBezTo>
                <a:cubicBezTo>
                  <a:pt x="460617" y="21525"/>
                  <a:pt x="458475" y="23535"/>
                  <a:pt x="456823" y="26297"/>
                </a:cubicBezTo>
                <a:lnTo>
                  <a:pt x="456547" y="26297"/>
                </a:lnTo>
                <a:lnTo>
                  <a:pt x="456547" y="19687"/>
                </a:lnTo>
                <a:lnTo>
                  <a:pt x="444153" y="19687"/>
                </a:lnTo>
                <a:close/>
                <a:moveTo>
                  <a:pt x="497924" y="34286"/>
                </a:moveTo>
                <a:cubicBezTo>
                  <a:pt x="498107" y="31226"/>
                  <a:pt x="498872" y="28686"/>
                  <a:pt x="500219" y="26667"/>
                </a:cubicBezTo>
                <a:cubicBezTo>
                  <a:pt x="501565" y="24647"/>
                  <a:pt x="503279" y="23024"/>
                  <a:pt x="505360" y="21800"/>
                </a:cubicBezTo>
                <a:cubicBezTo>
                  <a:pt x="507441" y="20575"/>
                  <a:pt x="509782" y="19703"/>
                  <a:pt x="512383" y="19183"/>
                </a:cubicBezTo>
                <a:cubicBezTo>
                  <a:pt x="514985" y="18663"/>
                  <a:pt x="517602" y="18403"/>
                  <a:pt x="520234" y="18403"/>
                </a:cubicBezTo>
                <a:cubicBezTo>
                  <a:pt x="522621" y="18403"/>
                  <a:pt x="525038" y="18571"/>
                  <a:pt x="527486" y="18908"/>
                </a:cubicBezTo>
                <a:cubicBezTo>
                  <a:pt x="529935" y="19245"/>
                  <a:pt x="532169" y="19903"/>
                  <a:pt x="534188" y="20882"/>
                </a:cubicBezTo>
                <a:cubicBezTo>
                  <a:pt x="536208" y="21861"/>
                  <a:pt x="537861" y="23223"/>
                  <a:pt x="539146" y="24967"/>
                </a:cubicBezTo>
                <a:cubicBezTo>
                  <a:pt x="540432" y="26712"/>
                  <a:pt x="541075" y="29023"/>
                  <a:pt x="541075" y="31899"/>
                </a:cubicBezTo>
                <a:lnTo>
                  <a:pt x="541075" y="56596"/>
                </a:lnTo>
                <a:cubicBezTo>
                  <a:pt x="541075" y="58739"/>
                  <a:pt x="541198" y="60789"/>
                  <a:pt x="541442" y="62748"/>
                </a:cubicBezTo>
                <a:cubicBezTo>
                  <a:pt x="541687" y="64706"/>
                  <a:pt x="542115" y="66175"/>
                  <a:pt x="542727" y="67155"/>
                </a:cubicBezTo>
                <a:lnTo>
                  <a:pt x="529506" y="67155"/>
                </a:lnTo>
                <a:cubicBezTo>
                  <a:pt x="529262" y="66421"/>
                  <a:pt x="529063" y="65671"/>
                  <a:pt x="528910" y="64907"/>
                </a:cubicBezTo>
                <a:cubicBezTo>
                  <a:pt x="528756" y="64141"/>
                  <a:pt x="528650" y="63360"/>
                  <a:pt x="528589" y="62564"/>
                </a:cubicBezTo>
                <a:cubicBezTo>
                  <a:pt x="526508" y="64707"/>
                  <a:pt x="524060" y="66207"/>
                  <a:pt x="521244" y="67064"/>
                </a:cubicBezTo>
                <a:cubicBezTo>
                  <a:pt x="518428" y="67920"/>
                  <a:pt x="515551" y="68349"/>
                  <a:pt x="512613" y="68349"/>
                </a:cubicBezTo>
                <a:cubicBezTo>
                  <a:pt x="510349" y="68349"/>
                  <a:pt x="508237" y="68073"/>
                  <a:pt x="506278" y="67522"/>
                </a:cubicBezTo>
                <a:cubicBezTo>
                  <a:pt x="504319" y="66971"/>
                  <a:pt x="502605" y="66114"/>
                  <a:pt x="501136" y="64951"/>
                </a:cubicBezTo>
                <a:cubicBezTo>
                  <a:pt x="499668" y="63789"/>
                  <a:pt x="498521" y="62320"/>
                  <a:pt x="497694" y="60545"/>
                </a:cubicBezTo>
                <a:cubicBezTo>
                  <a:pt x="496868" y="58770"/>
                  <a:pt x="496454" y="56658"/>
                  <a:pt x="496454" y="54209"/>
                </a:cubicBezTo>
                <a:cubicBezTo>
                  <a:pt x="496454" y="51516"/>
                  <a:pt x="496929" y="49298"/>
                  <a:pt x="497878" y="47553"/>
                </a:cubicBezTo>
                <a:cubicBezTo>
                  <a:pt x="498826" y="45809"/>
                  <a:pt x="500050" y="44416"/>
                  <a:pt x="501549" y="43376"/>
                </a:cubicBezTo>
                <a:cubicBezTo>
                  <a:pt x="503049" y="42335"/>
                  <a:pt x="504763" y="41555"/>
                  <a:pt x="506691" y="41035"/>
                </a:cubicBezTo>
                <a:cubicBezTo>
                  <a:pt x="508619" y="40514"/>
                  <a:pt x="510563" y="40102"/>
                  <a:pt x="512522" y="39796"/>
                </a:cubicBezTo>
                <a:cubicBezTo>
                  <a:pt x="514480" y="39490"/>
                  <a:pt x="516408" y="39245"/>
                  <a:pt x="518305" y="39061"/>
                </a:cubicBezTo>
                <a:cubicBezTo>
                  <a:pt x="520202" y="38877"/>
                  <a:pt x="521886" y="38601"/>
                  <a:pt x="523355" y="38234"/>
                </a:cubicBezTo>
                <a:cubicBezTo>
                  <a:pt x="524824" y="37867"/>
                  <a:pt x="525987" y="37332"/>
                  <a:pt x="526843" y="36629"/>
                </a:cubicBezTo>
                <a:cubicBezTo>
                  <a:pt x="527701" y="35925"/>
                  <a:pt x="528099" y="34899"/>
                  <a:pt x="528038" y="33552"/>
                </a:cubicBezTo>
                <a:cubicBezTo>
                  <a:pt x="528038" y="32144"/>
                  <a:pt x="527808" y="31027"/>
                  <a:pt x="527349" y="30201"/>
                </a:cubicBezTo>
                <a:cubicBezTo>
                  <a:pt x="526889" y="29375"/>
                  <a:pt x="526277" y="28732"/>
                  <a:pt x="525512" y="28274"/>
                </a:cubicBezTo>
                <a:cubicBezTo>
                  <a:pt x="524747" y="27814"/>
                  <a:pt x="523860" y="27508"/>
                  <a:pt x="522849" y="27355"/>
                </a:cubicBezTo>
                <a:cubicBezTo>
                  <a:pt x="521840" y="27201"/>
                  <a:pt x="520753" y="27125"/>
                  <a:pt x="519591" y="27125"/>
                </a:cubicBezTo>
                <a:cubicBezTo>
                  <a:pt x="517020" y="27125"/>
                  <a:pt x="515001" y="27676"/>
                  <a:pt x="513532" y="28778"/>
                </a:cubicBezTo>
                <a:cubicBezTo>
                  <a:pt x="512062" y="29880"/>
                  <a:pt x="511206" y="31716"/>
                  <a:pt x="510961" y="34286"/>
                </a:cubicBezTo>
                <a:lnTo>
                  <a:pt x="497924" y="34286"/>
                </a:lnTo>
                <a:moveTo>
                  <a:pt x="528038" y="43926"/>
                </a:moveTo>
                <a:cubicBezTo>
                  <a:pt x="527487" y="44417"/>
                  <a:pt x="526798" y="44799"/>
                  <a:pt x="525972" y="45075"/>
                </a:cubicBezTo>
                <a:cubicBezTo>
                  <a:pt x="525145" y="45350"/>
                  <a:pt x="524258" y="45580"/>
                  <a:pt x="523309" y="45764"/>
                </a:cubicBezTo>
                <a:cubicBezTo>
                  <a:pt x="522361" y="45947"/>
                  <a:pt x="521366" y="46100"/>
                  <a:pt x="520325" y="46222"/>
                </a:cubicBezTo>
                <a:cubicBezTo>
                  <a:pt x="519284" y="46345"/>
                  <a:pt x="518244" y="46497"/>
                  <a:pt x="517203" y="46680"/>
                </a:cubicBezTo>
                <a:cubicBezTo>
                  <a:pt x="516225" y="46864"/>
                  <a:pt x="515261" y="47110"/>
                  <a:pt x="514312" y="47416"/>
                </a:cubicBezTo>
                <a:cubicBezTo>
                  <a:pt x="513363" y="47721"/>
                  <a:pt x="512536" y="48135"/>
                  <a:pt x="511832" y="48656"/>
                </a:cubicBezTo>
                <a:cubicBezTo>
                  <a:pt x="511129" y="49176"/>
                  <a:pt x="510563" y="49834"/>
                  <a:pt x="510134" y="50630"/>
                </a:cubicBezTo>
                <a:cubicBezTo>
                  <a:pt x="509706" y="51424"/>
                  <a:pt x="509491" y="52434"/>
                  <a:pt x="509491" y="53658"/>
                </a:cubicBezTo>
                <a:cubicBezTo>
                  <a:pt x="509491" y="54821"/>
                  <a:pt x="509706" y="55801"/>
                  <a:pt x="510134" y="56596"/>
                </a:cubicBezTo>
                <a:cubicBezTo>
                  <a:pt x="510563" y="57392"/>
                  <a:pt x="511144" y="58020"/>
                  <a:pt x="511878" y="58479"/>
                </a:cubicBezTo>
                <a:cubicBezTo>
                  <a:pt x="512614" y="58938"/>
                  <a:pt x="513470" y="59259"/>
                  <a:pt x="514449" y="59443"/>
                </a:cubicBezTo>
                <a:cubicBezTo>
                  <a:pt x="515429" y="59627"/>
                  <a:pt x="516439" y="59719"/>
                  <a:pt x="517479" y="59719"/>
                </a:cubicBezTo>
                <a:cubicBezTo>
                  <a:pt x="520050" y="59719"/>
                  <a:pt x="522039" y="59291"/>
                  <a:pt x="523446" y="58434"/>
                </a:cubicBezTo>
                <a:cubicBezTo>
                  <a:pt x="524854" y="57577"/>
                  <a:pt x="525895" y="56551"/>
                  <a:pt x="526569" y="55358"/>
                </a:cubicBezTo>
                <a:cubicBezTo>
                  <a:pt x="527242" y="54164"/>
                  <a:pt x="527655" y="52955"/>
                  <a:pt x="527808" y="51731"/>
                </a:cubicBezTo>
                <a:cubicBezTo>
                  <a:pt x="527962" y="50506"/>
                  <a:pt x="528038" y="49527"/>
                  <a:pt x="528038" y="48793"/>
                </a:cubicBezTo>
                <a:lnTo>
                  <a:pt x="528038" y="43926"/>
                </a:lnTo>
                <a:close/>
                <a:moveTo>
                  <a:pt x="551266" y="19687"/>
                </a:moveTo>
                <a:lnTo>
                  <a:pt x="551266" y="67155"/>
                </a:lnTo>
                <a:lnTo>
                  <a:pt x="564303" y="67155"/>
                </a:lnTo>
                <a:lnTo>
                  <a:pt x="564303" y="42277"/>
                </a:lnTo>
                <a:cubicBezTo>
                  <a:pt x="564303" y="37442"/>
                  <a:pt x="565099" y="33969"/>
                  <a:pt x="566690" y="31859"/>
                </a:cubicBezTo>
                <a:cubicBezTo>
                  <a:pt x="568282" y="29747"/>
                  <a:pt x="570853" y="28691"/>
                  <a:pt x="574403" y="28691"/>
                </a:cubicBezTo>
                <a:cubicBezTo>
                  <a:pt x="577525" y="28691"/>
                  <a:pt x="579698" y="29655"/>
                  <a:pt x="580921" y="31583"/>
                </a:cubicBezTo>
                <a:cubicBezTo>
                  <a:pt x="582145" y="33510"/>
                  <a:pt x="582758" y="36433"/>
                  <a:pt x="582758" y="40350"/>
                </a:cubicBezTo>
                <a:lnTo>
                  <a:pt x="582758" y="67155"/>
                </a:lnTo>
                <a:lnTo>
                  <a:pt x="595795" y="67155"/>
                </a:lnTo>
                <a:lnTo>
                  <a:pt x="595795" y="37946"/>
                </a:lnTo>
                <a:cubicBezTo>
                  <a:pt x="595795" y="35006"/>
                  <a:pt x="595535" y="32327"/>
                  <a:pt x="595014" y="29908"/>
                </a:cubicBezTo>
                <a:cubicBezTo>
                  <a:pt x="594494" y="27490"/>
                  <a:pt x="593591" y="25438"/>
                  <a:pt x="592305" y="23754"/>
                </a:cubicBezTo>
                <a:cubicBezTo>
                  <a:pt x="591020" y="22070"/>
                  <a:pt x="589260" y="20754"/>
                  <a:pt x="587026" y="19805"/>
                </a:cubicBezTo>
                <a:cubicBezTo>
                  <a:pt x="584792" y="18855"/>
                  <a:pt x="581931" y="18380"/>
                  <a:pt x="578441" y="18380"/>
                </a:cubicBezTo>
                <a:cubicBezTo>
                  <a:pt x="575687" y="18380"/>
                  <a:pt x="572994" y="19009"/>
                  <a:pt x="570362" y="20267"/>
                </a:cubicBezTo>
                <a:cubicBezTo>
                  <a:pt x="567730" y="21525"/>
                  <a:pt x="565588" y="23535"/>
                  <a:pt x="563936" y="26297"/>
                </a:cubicBezTo>
                <a:lnTo>
                  <a:pt x="563660" y="26297"/>
                </a:lnTo>
                <a:lnTo>
                  <a:pt x="563660" y="19687"/>
                </a:lnTo>
                <a:lnTo>
                  <a:pt x="551266" y="19687"/>
                </a:lnTo>
                <a:close/>
                <a:moveTo>
                  <a:pt x="606231" y="52989"/>
                </a:moveTo>
                <a:lnTo>
                  <a:pt x="606231" y="67155"/>
                </a:lnTo>
                <a:lnTo>
                  <a:pt x="612841" y="67155"/>
                </a:lnTo>
                <a:cubicBezTo>
                  <a:pt x="612902" y="68135"/>
                  <a:pt x="612780" y="69099"/>
                  <a:pt x="612474" y="70048"/>
                </a:cubicBezTo>
                <a:cubicBezTo>
                  <a:pt x="612167" y="70997"/>
                  <a:pt x="611708" y="71854"/>
                  <a:pt x="611097" y="72619"/>
                </a:cubicBezTo>
                <a:cubicBezTo>
                  <a:pt x="610485" y="73385"/>
                  <a:pt x="609766" y="74043"/>
                  <a:pt x="608939" y="74594"/>
                </a:cubicBezTo>
                <a:cubicBezTo>
                  <a:pt x="608113" y="75145"/>
                  <a:pt x="607240" y="75512"/>
                  <a:pt x="606322" y="75695"/>
                </a:cubicBezTo>
                <a:lnTo>
                  <a:pt x="606322" y="82308"/>
                </a:lnTo>
                <a:cubicBezTo>
                  <a:pt x="608281" y="82001"/>
                  <a:pt x="610132" y="81434"/>
                  <a:pt x="611877" y="80607"/>
                </a:cubicBezTo>
                <a:cubicBezTo>
                  <a:pt x="613621" y="79780"/>
                  <a:pt x="615136" y="78723"/>
                  <a:pt x="616421" y="77437"/>
                </a:cubicBezTo>
                <a:cubicBezTo>
                  <a:pt x="617708" y="76150"/>
                  <a:pt x="618733" y="74633"/>
                  <a:pt x="619498" y="72886"/>
                </a:cubicBezTo>
                <a:cubicBezTo>
                  <a:pt x="620263" y="71141"/>
                  <a:pt x="620645" y="69226"/>
                  <a:pt x="620645" y="67142"/>
                </a:cubicBezTo>
                <a:lnTo>
                  <a:pt x="620645" y="52989"/>
                </a:lnTo>
                <a:lnTo>
                  <a:pt x="606231" y="52989"/>
                </a:lnTo>
                <a:close/>
                <a:moveTo>
                  <a:pt x="656084" y="19687"/>
                </a:moveTo>
                <a:lnTo>
                  <a:pt x="656084" y="67155"/>
                </a:lnTo>
                <a:lnTo>
                  <a:pt x="669121" y="67155"/>
                </a:lnTo>
                <a:lnTo>
                  <a:pt x="669121" y="42277"/>
                </a:lnTo>
                <a:cubicBezTo>
                  <a:pt x="669121" y="37442"/>
                  <a:pt x="669917" y="33969"/>
                  <a:pt x="671508" y="31859"/>
                </a:cubicBezTo>
                <a:cubicBezTo>
                  <a:pt x="673100" y="29747"/>
                  <a:pt x="675670" y="28691"/>
                  <a:pt x="679220" y="28691"/>
                </a:cubicBezTo>
                <a:cubicBezTo>
                  <a:pt x="682342" y="28691"/>
                  <a:pt x="684515" y="29655"/>
                  <a:pt x="685739" y="31583"/>
                </a:cubicBezTo>
                <a:cubicBezTo>
                  <a:pt x="686963" y="33510"/>
                  <a:pt x="687575" y="36433"/>
                  <a:pt x="687575" y="40350"/>
                </a:cubicBezTo>
                <a:lnTo>
                  <a:pt x="687575" y="67155"/>
                </a:lnTo>
                <a:lnTo>
                  <a:pt x="700612" y="67155"/>
                </a:lnTo>
                <a:lnTo>
                  <a:pt x="700612" y="37946"/>
                </a:lnTo>
                <a:cubicBezTo>
                  <a:pt x="700612" y="35006"/>
                  <a:pt x="700352" y="32327"/>
                  <a:pt x="699832" y="29908"/>
                </a:cubicBezTo>
                <a:cubicBezTo>
                  <a:pt x="699312" y="27490"/>
                  <a:pt x="698409" y="25438"/>
                  <a:pt x="697123" y="23754"/>
                </a:cubicBezTo>
                <a:cubicBezTo>
                  <a:pt x="695838" y="22070"/>
                  <a:pt x="694078" y="20754"/>
                  <a:pt x="691844" y="19805"/>
                </a:cubicBezTo>
                <a:cubicBezTo>
                  <a:pt x="689610" y="18855"/>
                  <a:pt x="686748" y="18380"/>
                  <a:pt x="683259" y="18380"/>
                </a:cubicBezTo>
                <a:cubicBezTo>
                  <a:pt x="680505" y="18380"/>
                  <a:pt x="677812" y="19009"/>
                  <a:pt x="675180" y="20267"/>
                </a:cubicBezTo>
                <a:cubicBezTo>
                  <a:pt x="672548" y="21525"/>
                  <a:pt x="670406" y="23535"/>
                  <a:pt x="668754" y="26297"/>
                </a:cubicBezTo>
                <a:lnTo>
                  <a:pt x="668478" y="26297"/>
                </a:lnTo>
                <a:lnTo>
                  <a:pt x="668478" y="19687"/>
                </a:lnTo>
                <a:lnTo>
                  <a:pt x="656084" y="19687"/>
                </a:lnTo>
                <a:close/>
                <a:moveTo>
                  <a:pt x="709855" y="34286"/>
                </a:moveTo>
                <a:cubicBezTo>
                  <a:pt x="710038" y="31226"/>
                  <a:pt x="710803" y="28686"/>
                  <a:pt x="712150" y="26667"/>
                </a:cubicBezTo>
                <a:cubicBezTo>
                  <a:pt x="713497" y="24647"/>
                  <a:pt x="715211" y="23024"/>
                  <a:pt x="717292" y="21800"/>
                </a:cubicBezTo>
                <a:cubicBezTo>
                  <a:pt x="719372" y="20575"/>
                  <a:pt x="721713" y="19703"/>
                  <a:pt x="724314" y="19183"/>
                </a:cubicBezTo>
                <a:cubicBezTo>
                  <a:pt x="726916" y="18663"/>
                  <a:pt x="729533" y="18403"/>
                  <a:pt x="732165" y="18403"/>
                </a:cubicBezTo>
                <a:cubicBezTo>
                  <a:pt x="734552" y="18403"/>
                  <a:pt x="736970" y="18571"/>
                  <a:pt x="739418" y="18908"/>
                </a:cubicBezTo>
                <a:cubicBezTo>
                  <a:pt x="741867" y="19245"/>
                  <a:pt x="744101" y="19903"/>
                  <a:pt x="746120" y="20882"/>
                </a:cubicBezTo>
                <a:cubicBezTo>
                  <a:pt x="748140" y="21861"/>
                  <a:pt x="749793" y="23223"/>
                  <a:pt x="751078" y="24967"/>
                </a:cubicBezTo>
                <a:cubicBezTo>
                  <a:pt x="752364" y="26712"/>
                  <a:pt x="753007" y="29023"/>
                  <a:pt x="753007" y="31899"/>
                </a:cubicBezTo>
                <a:lnTo>
                  <a:pt x="753007" y="56596"/>
                </a:lnTo>
                <a:cubicBezTo>
                  <a:pt x="753007" y="58739"/>
                  <a:pt x="753129" y="60789"/>
                  <a:pt x="753374" y="62748"/>
                </a:cubicBezTo>
                <a:cubicBezTo>
                  <a:pt x="753619" y="64706"/>
                  <a:pt x="754047" y="66175"/>
                  <a:pt x="754659" y="67155"/>
                </a:cubicBezTo>
                <a:lnTo>
                  <a:pt x="741438" y="67155"/>
                </a:lnTo>
                <a:cubicBezTo>
                  <a:pt x="741193" y="66421"/>
                  <a:pt x="740994" y="65671"/>
                  <a:pt x="740841" y="64907"/>
                </a:cubicBezTo>
                <a:cubicBezTo>
                  <a:pt x="740688" y="64141"/>
                  <a:pt x="740581" y="63360"/>
                  <a:pt x="740520" y="62564"/>
                </a:cubicBezTo>
                <a:cubicBezTo>
                  <a:pt x="738440" y="64707"/>
                  <a:pt x="735991" y="66207"/>
                  <a:pt x="733175" y="67064"/>
                </a:cubicBezTo>
                <a:cubicBezTo>
                  <a:pt x="730359" y="67920"/>
                  <a:pt x="727482" y="68349"/>
                  <a:pt x="724544" y="68349"/>
                </a:cubicBezTo>
                <a:cubicBezTo>
                  <a:pt x="722280" y="68349"/>
                  <a:pt x="720169" y="68073"/>
                  <a:pt x="718209" y="67522"/>
                </a:cubicBezTo>
                <a:cubicBezTo>
                  <a:pt x="716251" y="66971"/>
                  <a:pt x="714537" y="66114"/>
                  <a:pt x="713068" y="64951"/>
                </a:cubicBezTo>
                <a:cubicBezTo>
                  <a:pt x="711600" y="63789"/>
                  <a:pt x="710452" y="62320"/>
                  <a:pt x="709626" y="60545"/>
                </a:cubicBezTo>
                <a:cubicBezTo>
                  <a:pt x="708799" y="58770"/>
                  <a:pt x="708386" y="56658"/>
                  <a:pt x="708386" y="54209"/>
                </a:cubicBezTo>
                <a:cubicBezTo>
                  <a:pt x="708386" y="51516"/>
                  <a:pt x="708860" y="49298"/>
                  <a:pt x="709809" y="47553"/>
                </a:cubicBezTo>
                <a:cubicBezTo>
                  <a:pt x="710758" y="45809"/>
                  <a:pt x="711982" y="44416"/>
                  <a:pt x="713481" y="43376"/>
                </a:cubicBezTo>
                <a:cubicBezTo>
                  <a:pt x="714981" y="42335"/>
                  <a:pt x="716695" y="41555"/>
                  <a:pt x="718622" y="41035"/>
                </a:cubicBezTo>
                <a:cubicBezTo>
                  <a:pt x="720551" y="40514"/>
                  <a:pt x="722495" y="40102"/>
                  <a:pt x="724453" y="39796"/>
                </a:cubicBezTo>
                <a:cubicBezTo>
                  <a:pt x="726412" y="39490"/>
                  <a:pt x="728339" y="39245"/>
                  <a:pt x="730236" y="39061"/>
                </a:cubicBezTo>
                <a:cubicBezTo>
                  <a:pt x="732134" y="38877"/>
                  <a:pt x="733817" y="38601"/>
                  <a:pt x="735286" y="38234"/>
                </a:cubicBezTo>
                <a:cubicBezTo>
                  <a:pt x="736756" y="37867"/>
                  <a:pt x="737918" y="37332"/>
                  <a:pt x="738775" y="36629"/>
                </a:cubicBezTo>
                <a:cubicBezTo>
                  <a:pt x="739632" y="35925"/>
                  <a:pt x="740031" y="34899"/>
                  <a:pt x="739970" y="33552"/>
                </a:cubicBezTo>
                <a:cubicBezTo>
                  <a:pt x="739970" y="32144"/>
                  <a:pt x="739740" y="31027"/>
                  <a:pt x="739281" y="30201"/>
                </a:cubicBezTo>
                <a:cubicBezTo>
                  <a:pt x="738821" y="29375"/>
                  <a:pt x="738209" y="28732"/>
                  <a:pt x="737444" y="28274"/>
                </a:cubicBezTo>
                <a:cubicBezTo>
                  <a:pt x="736679" y="27814"/>
                  <a:pt x="735791" y="27508"/>
                  <a:pt x="734781" y="27355"/>
                </a:cubicBezTo>
                <a:cubicBezTo>
                  <a:pt x="733771" y="27201"/>
                  <a:pt x="732685" y="27125"/>
                  <a:pt x="731522" y="27125"/>
                </a:cubicBezTo>
                <a:cubicBezTo>
                  <a:pt x="728952" y="27125"/>
                  <a:pt x="726932" y="27676"/>
                  <a:pt x="725463" y="28778"/>
                </a:cubicBezTo>
                <a:cubicBezTo>
                  <a:pt x="723994" y="29880"/>
                  <a:pt x="723137" y="31716"/>
                  <a:pt x="722892" y="34286"/>
                </a:cubicBezTo>
                <a:lnTo>
                  <a:pt x="709855" y="34286"/>
                </a:lnTo>
                <a:moveTo>
                  <a:pt x="739970" y="43926"/>
                </a:moveTo>
                <a:cubicBezTo>
                  <a:pt x="739419" y="44417"/>
                  <a:pt x="738730" y="44799"/>
                  <a:pt x="737903" y="45075"/>
                </a:cubicBezTo>
                <a:cubicBezTo>
                  <a:pt x="737077" y="45350"/>
                  <a:pt x="736189" y="45580"/>
                  <a:pt x="735240" y="45764"/>
                </a:cubicBezTo>
                <a:cubicBezTo>
                  <a:pt x="734292" y="45947"/>
                  <a:pt x="733298" y="46100"/>
                  <a:pt x="732256" y="46222"/>
                </a:cubicBezTo>
                <a:cubicBezTo>
                  <a:pt x="731216" y="46345"/>
                  <a:pt x="730175" y="46497"/>
                  <a:pt x="729135" y="46680"/>
                </a:cubicBezTo>
                <a:cubicBezTo>
                  <a:pt x="728156" y="46864"/>
                  <a:pt x="727192" y="47110"/>
                  <a:pt x="726243" y="47416"/>
                </a:cubicBezTo>
                <a:cubicBezTo>
                  <a:pt x="725295" y="47721"/>
                  <a:pt x="724468" y="48135"/>
                  <a:pt x="723764" y="48656"/>
                </a:cubicBezTo>
                <a:cubicBezTo>
                  <a:pt x="723061" y="49176"/>
                  <a:pt x="722495" y="49834"/>
                  <a:pt x="722066" y="50630"/>
                </a:cubicBezTo>
                <a:cubicBezTo>
                  <a:pt x="721637" y="51424"/>
                  <a:pt x="721423" y="52434"/>
                  <a:pt x="721423" y="53658"/>
                </a:cubicBezTo>
                <a:cubicBezTo>
                  <a:pt x="721423" y="54821"/>
                  <a:pt x="721637" y="55801"/>
                  <a:pt x="722066" y="56596"/>
                </a:cubicBezTo>
                <a:cubicBezTo>
                  <a:pt x="722495" y="57392"/>
                  <a:pt x="723076" y="58020"/>
                  <a:pt x="723810" y="58479"/>
                </a:cubicBezTo>
                <a:cubicBezTo>
                  <a:pt x="724545" y="58938"/>
                  <a:pt x="725402" y="59259"/>
                  <a:pt x="726381" y="59443"/>
                </a:cubicBezTo>
                <a:cubicBezTo>
                  <a:pt x="727360" y="59627"/>
                  <a:pt x="728371" y="59719"/>
                  <a:pt x="729411" y="59719"/>
                </a:cubicBezTo>
                <a:cubicBezTo>
                  <a:pt x="731981" y="59719"/>
                  <a:pt x="733970" y="59291"/>
                  <a:pt x="735378" y="58434"/>
                </a:cubicBezTo>
                <a:cubicBezTo>
                  <a:pt x="736786" y="57577"/>
                  <a:pt x="737827" y="56551"/>
                  <a:pt x="738500" y="55358"/>
                </a:cubicBezTo>
                <a:cubicBezTo>
                  <a:pt x="739174" y="54164"/>
                  <a:pt x="739587" y="52955"/>
                  <a:pt x="739740" y="51731"/>
                </a:cubicBezTo>
                <a:cubicBezTo>
                  <a:pt x="739893" y="50506"/>
                  <a:pt x="739970" y="49527"/>
                  <a:pt x="739970" y="48793"/>
                </a:cubicBezTo>
                <a:lnTo>
                  <a:pt x="739970" y="43926"/>
                </a:lnTo>
                <a:close/>
                <a:moveTo>
                  <a:pt x="763197" y="19687"/>
                </a:moveTo>
                <a:lnTo>
                  <a:pt x="763197" y="67155"/>
                </a:lnTo>
                <a:lnTo>
                  <a:pt x="776235" y="67155"/>
                </a:lnTo>
                <a:lnTo>
                  <a:pt x="776235" y="42277"/>
                </a:lnTo>
                <a:cubicBezTo>
                  <a:pt x="776235" y="37442"/>
                  <a:pt x="777030" y="33969"/>
                  <a:pt x="778622" y="31859"/>
                </a:cubicBezTo>
                <a:cubicBezTo>
                  <a:pt x="780213" y="29747"/>
                  <a:pt x="782784" y="28691"/>
                  <a:pt x="786334" y="28691"/>
                </a:cubicBezTo>
                <a:cubicBezTo>
                  <a:pt x="789456" y="28691"/>
                  <a:pt x="791629" y="29655"/>
                  <a:pt x="792852" y="31583"/>
                </a:cubicBezTo>
                <a:cubicBezTo>
                  <a:pt x="794077" y="33510"/>
                  <a:pt x="794689" y="36433"/>
                  <a:pt x="794689" y="40350"/>
                </a:cubicBezTo>
                <a:lnTo>
                  <a:pt x="794689" y="67155"/>
                </a:lnTo>
                <a:lnTo>
                  <a:pt x="807726" y="67155"/>
                </a:lnTo>
                <a:lnTo>
                  <a:pt x="807726" y="37946"/>
                </a:lnTo>
                <a:cubicBezTo>
                  <a:pt x="807726" y="35006"/>
                  <a:pt x="807466" y="32327"/>
                  <a:pt x="806946" y="29908"/>
                </a:cubicBezTo>
                <a:cubicBezTo>
                  <a:pt x="806426" y="27490"/>
                  <a:pt x="805522" y="25438"/>
                  <a:pt x="804236" y="23754"/>
                </a:cubicBezTo>
                <a:cubicBezTo>
                  <a:pt x="802951" y="22070"/>
                  <a:pt x="801192" y="20754"/>
                  <a:pt x="798958" y="19805"/>
                </a:cubicBezTo>
                <a:cubicBezTo>
                  <a:pt x="796724" y="18855"/>
                  <a:pt x="793862" y="18380"/>
                  <a:pt x="790373" y="18380"/>
                </a:cubicBezTo>
                <a:cubicBezTo>
                  <a:pt x="787619" y="18380"/>
                  <a:pt x="784925" y="19009"/>
                  <a:pt x="782294" y="20267"/>
                </a:cubicBezTo>
                <a:cubicBezTo>
                  <a:pt x="779662" y="21525"/>
                  <a:pt x="777520" y="23535"/>
                  <a:pt x="775867" y="26297"/>
                </a:cubicBezTo>
                <a:lnTo>
                  <a:pt x="775592" y="26297"/>
                </a:lnTo>
                <a:lnTo>
                  <a:pt x="775592" y="19687"/>
                </a:lnTo>
                <a:lnTo>
                  <a:pt x="763197" y="19687"/>
                </a:lnTo>
                <a:close/>
                <a:moveTo>
                  <a:pt x="836891" y="83742"/>
                </a:moveTo>
                <a:lnTo>
                  <a:pt x="836891" y="0"/>
                </a:lnTo>
                <a:lnTo>
                  <a:pt x="812654" y="0"/>
                </a:lnTo>
                <a:lnTo>
                  <a:pt x="812654" y="10311"/>
                </a:lnTo>
                <a:lnTo>
                  <a:pt x="823854" y="10311"/>
                </a:lnTo>
                <a:lnTo>
                  <a:pt x="823854" y="73431"/>
                </a:lnTo>
                <a:lnTo>
                  <a:pt x="812654" y="73431"/>
                </a:lnTo>
                <a:lnTo>
                  <a:pt x="812654" y="83742"/>
                </a:lnTo>
                <a:lnTo>
                  <a:pt x="836891" y="837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extractinf">
            <a:extLst xmlns:a="http://schemas.openxmlformats.org/drawingml/2006/main">
              <a:ext uri="{FF2B5EF4-FFF2-40B4-BE49-F238E27FC236}">
                <a16:creationId xmlns:a16="http://schemas.microsoft.com/office/drawing/2014/main" id="{4E2F7512-C404-4AEC-BE9E-7D9A46C7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21" y="1188862"/>
            <a:ext cx="668898" cy="102078"/>
          </a:xfrm>
          <a:custGeom xmlns:a="http://schemas.openxmlformats.org/drawingml/2006/main">
            <a:pathLst>
              <a:path w="668898" h="102078">
                <a:moveTo>
                  <a:pt x="67043" y="70607"/>
                </a:moveTo>
                <a:lnTo>
                  <a:pt x="18627" y="70607"/>
                </a:lnTo>
                <a:cubicBezTo>
                  <a:pt x="18582" y="71369"/>
                  <a:pt x="18560" y="71952"/>
                  <a:pt x="18560" y="72355"/>
                </a:cubicBezTo>
                <a:cubicBezTo>
                  <a:pt x="18560" y="77107"/>
                  <a:pt x="19916" y="80940"/>
                  <a:pt x="22628" y="83854"/>
                </a:cubicBezTo>
                <a:cubicBezTo>
                  <a:pt x="25340" y="86768"/>
                  <a:pt x="28646" y="88225"/>
                  <a:pt x="32546" y="88225"/>
                </a:cubicBezTo>
                <a:cubicBezTo>
                  <a:pt x="38957" y="88225"/>
                  <a:pt x="43956" y="84908"/>
                  <a:pt x="47542" y="78273"/>
                </a:cubicBezTo>
                <a:lnTo>
                  <a:pt x="64824" y="81232"/>
                </a:lnTo>
                <a:cubicBezTo>
                  <a:pt x="61462" y="88180"/>
                  <a:pt x="56967" y="93392"/>
                  <a:pt x="51341" y="96866"/>
                </a:cubicBezTo>
                <a:cubicBezTo>
                  <a:pt x="45715" y="100340"/>
                  <a:pt x="39405" y="102078"/>
                  <a:pt x="32412" y="102078"/>
                </a:cubicBezTo>
                <a:cubicBezTo>
                  <a:pt x="22818" y="102078"/>
                  <a:pt x="15018" y="99035"/>
                  <a:pt x="9011" y="92949"/>
                </a:cubicBezTo>
                <a:cubicBezTo>
                  <a:pt x="3004" y="86863"/>
                  <a:pt x="0" y="78814"/>
                  <a:pt x="0" y="68800"/>
                </a:cubicBezTo>
                <a:cubicBezTo>
                  <a:pt x="0" y="59009"/>
                  <a:pt x="2712" y="50296"/>
                  <a:pt x="8137" y="42660"/>
                </a:cubicBezTo>
                <a:cubicBezTo>
                  <a:pt x="15534" y="32331"/>
                  <a:pt x="26091" y="27167"/>
                  <a:pt x="39809" y="27167"/>
                </a:cubicBezTo>
                <a:cubicBezTo>
                  <a:pt x="48551" y="27167"/>
                  <a:pt x="55499" y="29872"/>
                  <a:pt x="60655" y="35282"/>
                </a:cubicBezTo>
                <a:cubicBezTo>
                  <a:pt x="65810" y="40693"/>
                  <a:pt x="68388" y="48270"/>
                  <a:pt x="68388" y="58013"/>
                </a:cubicBezTo>
                <a:cubicBezTo>
                  <a:pt x="68388" y="62683"/>
                  <a:pt x="67940" y="66880"/>
                  <a:pt x="67043" y="70607"/>
                </a:cubicBezTo>
                <a:moveTo>
                  <a:pt x="50770" y="58772"/>
                </a:moveTo>
                <a:cubicBezTo>
                  <a:pt x="50815" y="57923"/>
                  <a:pt x="50837" y="57276"/>
                  <a:pt x="50837" y="56830"/>
                </a:cubicBezTo>
                <a:cubicBezTo>
                  <a:pt x="50837" y="51560"/>
                  <a:pt x="49649" y="47607"/>
                  <a:pt x="47273" y="44972"/>
                </a:cubicBezTo>
                <a:cubicBezTo>
                  <a:pt x="44897" y="42337"/>
                  <a:pt x="41714" y="41019"/>
                  <a:pt x="37724" y="41019"/>
                </a:cubicBezTo>
                <a:cubicBezTo>
                  <a:pt x="33734" y="41019"/>
                  <a:pt x="30159" y="42515"/>
                  <a:pt x="26999" y="45508"/>
                </a:cubicBezTo>
                <a:cubicBezTo>
                  <a:pt x="23838" y="48500"/>
                  <a:pt x="21698" y="52922"/>
                  <a:pt x="20577" y="58772"/>
                </a:cubicBezTo>
                <a:lnTo>
                  <a:pt x="50770" y="58772"/>
                </a:lnTo>
                <a:close/>
                <a:moveTo>
                  <a:pt x="106904" y="80378"/>
                </a:moveTo>
                <a:lnTo>
                  <a:pt x="89151" y="100329"/>
                </a:lnTo>
                <a:lnTo>
                  <a:pt x="65481" y="100329"/>
                </a:lnTo>
                <a:lnTo>
                  <a:pt x="98498" y="63656"/>
                </a:lnTo>
                <a:lnTo>
                  <a:pt x="80342" y="28915"/>
                </a:lnTo>
                <a:lnTo>
                  <a:pt x="100852" y="28915"/>
                </a:lnTo>
                <a:lnTo>
                  <a:pt x="111275" y="49169"/>
                </a:lnTo>
                <a:lnTo>
                  <a:pt x="129364" y="28915"/>
                </a:lnTo>
                <a:lnTo>
                  <a:pt x="152832" y="28915"/>
                </a:lnTo>
                <a:lnTo>
                  <a:pt x="119680" y="66026"/>
                </a:lnTo>
                <a:lnTo>
                  <a:pt x="137702" y="100329"/>
                </a:lnTo>
                <a:lnTo>
                  <a:pt x="117192" y="100329"/>
                </a:lnTo>
                <a:lnTo>
                  <a:pt x="106904" y="80378"/>
                </a:lnTo>
                <a:close/>
                <a:moveTo>
                  <a:pt x="155373" y="43306"/>
                </a:moveTo>
                <a:lnTo>
                  <a:pt x="158332" y="28915"/>
                </a:lnTo>
                <a:lnTo>
                  <a:pt x="167826" y="28915"/>
                </a:lnTo>
                <a:lnTo>
                  <a:pt x="170171" y="17484"/>
                </a:lnTo>
                <a:lnTo>
                  <a:pt x="192223" y="4169"/>
                </a:lnTo>
                <a:lnTo>
                  <a:pt x="187125" y="28915"/>
                </a:lnTo>
                <a:lnTo>
                  <a:pt x="198813" y="28915"/>
                </a:lnTo>
                <a:lnTo>
                  <a:pt x="195854" y="43306"/>
                </a:lnTo>
                <a:lnTo>
                  <a:pt x="184160" y="43306"/>
                </a:lnTo>
                <a:lnTo>
                  <a:pt x="177765" y="73238"/>
                </a:lnTo>
                <a:cubicBezTo>
                  <a:pt x="176645" y="78655"/>
                  <a:pt x="176084" y="81744"/>
                  <a:pt x="176084" y="82505"/>
                </a:cubicBezTo>
                <a:cubicBezTo>
                  <a:pt x="176084" y="83986"/>
                  <a:pt x="176555" y="85142"/>
                  <a:pt x="177496" y="85972"/>
                </a:cubicBezTo>
                <a:cubicBezTo>
                  <a:pt x="178438" y="86802"/>
                  <a:pt x="180141" y="87216"/>
                  <a:pt x="182607" y="87216"/>
                </a:cubicBezTo>
                <a:cubicBezTo>
                  <a:pt x="183459" y="87216"/>
                  <a:pt x="185588" y="87060"/>
                  <a:pt x="188995" y="86746"/>
                </a:cubicBezTo>
                <a:lnTo>
                  <a:pt x="185969" y="101069"/>
                </a:lnTo>
                <a:cubicBezTo>
                  <a:pt x="182652" y="101741"/>
                  <a:pt x="179245" y="102078"/>
                  <a:pt x="175748" y="102078"/>
                </a:cubicBezTo>
                <a:cubicBezTo>
                  <a:pt x="168934" y="102078"/>
                  <a:pt x="163980" y="100761"/>
                  <a:pt x="160887" y="98127"/>
                </a:cubicBezTo>
                <a:cubicBezTo>
                  <a:pt x="157794" y="95492"/>
                  <a:pt x="156247" y="91832"/>
                  <a:pt x="156247" y="87149"/>
                </a:cubicBezTo>
                <a:cubicBezTo>
                  <a:pt x="156247" y="84953"/>
                  <a:pt x="157077" y="79886"/>
                  <a:pt x="158735" y="71950"/>
                </a:cubicBezTo>
                <a:lnTo>
                  <a:pt x="164966" y="43306"/>
                </a:lnTo>
                <a:lnTo>
                  <a:pt x="155373" y="43306"/>
                </a:lnTo>
                <a:close/>
                <a:moveTo>
                  <a:pt x="210289" y="28915"/>
                </a:moveTo>
                <a:lnTo>
                  <a:pt x="228311" y="28915"/>
                </a:lnTo>
                <a:lnTo>
                  <a:pt x="225419" y="42738"/>
                </a:lnTo>
                <a:cubicBezTo>
                  <a:pt x="232143" y="32357"/>
                  <a:pt x="239428" y="27167"/>
                  <a:pt x="247274" y="27167"/>
                </a:cubicBezTo>
                <a:cubicBezTo>
                  <a:pt x="250053" y="27167"/>
                  <a:pt x="253034" y="27862"/>
                  <a:pt x="256217" y="29251"/>
                </a:cubicBezTo>
                <a:lnTo>
                  <a:pt x="248820" y="45054"/>
                </a:lnTo>
                <a:cubicBezTo>
                  <a:pt x="247072" y="44426"/>
                  <a:pt x="245211" y="44113"/>
                  <a:pt x="243239" y="44113"/>
                </a:cubicBezTo>
                <a:cubicBezTo>
                  <a:pt x="239921" y="44113"/>
                  <a:pt x="236548" y="45371"/>
                  <a:pt x="233119" y="47887"/>
                </a:cubicBezTo>
                <a:cubicBezTo>
                  <a:pt x="229689" y="50401"/>
                  <a:pt x="227010" y="53759"/>
                  <a:pt x="225083" y="57959"/>
                </a:cubicBezTo>
                <a:cubicBezTo>
                  <a:pt x="223155" y="62157"/>
                  <a:pt x="221250" y="68816"/>
                  <a:pt x="219367" y="77935"/>
                </a:cubicBezTo>
                <a:lnTo>
                  <a:pt x="214660" y="100329"/>
                </a:lnTo>
                <a:lnTo>
                  <a:pt x="195361" y="100329"/>
                </a:lnTo>
                <a:lnTo>
                  <a:pt x="210289" y="28915"/>
                </a:lnTo>
                <a:close/>
                <a:moveTo>
                  <a:pt x="277228" y="49089"/>
                </a:moveTo>
                <a:lnTo>
                  <a:pt x="258399" y="47487"/>
                </a:lnTo>
                <a:cubicBezTo>
                  <a:pt x="260551" y="41117"/>
                  <a:pt x="264306" y="36138"/>
                  <a:pt x="269663" y="32551"/>
                </a:cubicBezTo>
                <a:cubicBezTo>
                  <a:pt x="275020" y="28961"/>
                  <a:pt x="282114" y="27167"/>
                  <a:pt x="290946" y="27167"/>
                </a:cubicBezTo>
                <a:cubicBezTo>
                  <a:pt x="300136" y="27167"/>
                  <a:pt x="306928" y="29018"/>
                  <a:pt x="311321" y="32721"/>
                </a:cubicBezTo>
                <a:cubicBezTo>
                  <a:pt x="315714" y="36422"/>
                  <a:pt x="317911" y="40942"/>
                  <a:pt x="317911" y="46281"/>
                </a:cubicBezTo>
                <a:cubicBezTo>
                  <a:pt x="317911" y="48436"/>
                  <a:pt x="317720" y="50725"/>
                  <a:pt x="317339" y="53149"/>
                </a:cubicBezTo>
                <a:cubicBezTo>
                  <a:pt x="316958" y="55571"/>
                  <a:pt x="315625" y="61942"/>
                  <a:pt x="313338" y="72263"/>
                </a:cubicBezTo>
                <a:cubicBezTo>
                  <a:pt x="311455" y="80788"/>
                  <a:pt x="310514" y="86756"/>
                  <a:pt x="310514" y="90167"/>
                </a:cubicBezTo>
                <a:cubicBezTo>
                  <a:pt x="310514" y="93218"/>
                  <a:pt x="311052" y="96605"/>
                  <a:pt x="312128" y="100329"/>
                </a:cubicBezTo>
                <a:lnTo>
                  <a:pt x="293367" y="100329"/>
                </a:lnTo>
                <a:cubicBezTo>
                  <a:pt x="292605" y="97729"/>
                  <a:pt x="292134" y="95039"/>
                  <a:pt x="291955" y="92260"/>
                </a:cubicBezTo>
                <a:cubicBezTo>
                  <a:pt x="289130" y="95398"/>
                  <a:pt x="285880" y="97819"/>
                  <a:pt x="282204" y="99522"/>
                </a:cubicBezTo>
                <a:cubicBezTo>
                  <a:pt x="278528" y="101226"/>
                  <a:pt x="274830" y="102078"/>
                  <a:pt x="271109" y="102078"/>
                </a:cubicBezTo>
                <a:cubicBezTo>
                  <a:pt x="265191" y="102078"/>
                  <a:pt x="260305" y="100136"/>
                  <a:pt x="256449" y="96252"/>
                </a:cubicBezTo>
                <a:cubicBezTo>
                  <a:pt x="252594" y="92369"/>
                  <a:pt x="250666" y="87375"/>
                  <a:pt x="250666" y="81269"/>
                </a:cubicBezTo>
                <a:cubicBezTo>
                  <a:pt x="250666" y="74446"/>
                  <a:pt x="252784" y="68991"/>
                  <a:pt x="257021" y="64906"/>
                </a:cubicBezTo>
                <a:cubicBezTo>
                  <a:pt x="261257" y="60821"/>
                  <a:pt x="268822" y="58352"/>
                  <a:pt x="279716" y="57498"/>
                </a:cubicBezTo>
                <a:cubicBezTo>
                  <a:pt x="288906" y="56735"/>
                  <a:pt x="295048" y="55815"/>
                  <a:pt x="298141" y="54737"/>
                </a:cubicBezTo>
                <a:cubicBezTo>
                  <a:pt x="298948" y="52047"/>
                  <a:pt x="299351" y="49896"/>
                  <a:pt x="299351" y="48282"/>
                </a:cubicBezTo>
                <a:cubicBezTo>
                  <a:pt x="299351" y="46220"/>
                  <a:pt x="298522" y="44494"/>
                  <a:pt x="296863" y="43104"/>
                </a:cubicBezTo>
                <a:cubicBezTo>
                  <a:pt x="295205" y="41714"/>
                  <a:pt x="292739" y="41019"/>
                  <a:pt x="289466" y="41019"/>
                </a:cubicBezTo>
                <a:cubicBezTo>
                  <a:pt x="286015" y="41019"/>
                  <a:pt x="283291" y="41720"/>
                  <a:pt x="281296" y="43121"/>
                </a:cubicBezTo>
                <a:cubicBezTo>
                  <a:pt x="279301" y="44520"/>
                  <a:pt x="277945" y="46510"/>
                  <a:pt x="277228" y="49089"/>
                </a:cubicBezTo>
                <a:moveTo>
                  <a:pt x="295586" y="66976"/>
                </a:moveTo>
                <a:cubicBezTo>
                  <a:pt x="294420" y="67291"/>
                  <a:pt x="292874" y="67583"/>
                  <a:pt x="290946" y="67852"/>
                </a:cubicBezTo>
                <a:cubicBezTo>
                  <a:pt x="281263" y="69022"/>
                  <a:pt x="274942" y="70731"/>
                  <a:pt x="271983" y="72979"/>
                </a:cubicBezTo>
                <a:cubicBezTo>
                  <a:pt x="269876" y="74599"/>
                  <a:pt x="268822" y="76781"/>
                  <a:pt x="268822" y="79525"/>
                </a:cubicBezTo>
                <a:cubicBezTo>
                  <a:pt x="268822" y="81774"/>
                  <a:pt x="269629" y="83674"/>
                  <a:pt x="271243" y="85226"/>
                </a:cubicBezTo>
                <a:cubicBezTo>
                  <a:pt x="272857" y="86777"/>
                  <a:pt x="274986" y="87553"/>
                  <a:pt x="277631" y="87553"/>
                </a:cubicBezTo>
                <a:cubicBezTo>
                  <a:pt x="280545" y="87553"/>
                  <a:pt x="283291" y="86844"/>
                  <a:pt x="285869" y="85428"/>
                </a:cubicBezTo>
                <a:cubicBezTo>
                  <a:pt x="288447" y="84010"/>
                  <a:pt x="290374" y="82188"/>
                  <a:pt x="291652" y="79962"/>
                </a:cubicBezTo>
                <a:cubicBezTo>
                  <a:pt x="292930" y="77736"/>
                  <a:pt x="294062" y="74262"/>
                  <a:pt x="295048" y="69539"/>
                </a:cubicBezTo>
                <a:lnTo>
                  <a:pt x="295586" y="66976"/>
                </a:lnTo>
                <a:close/>
                <a:moveTo>
                  <a:pt x="374919" y="73431"/>
                </a:moveTo>
                <a:lnTo>
                  <a:pt x="393680" y="76457"/>
                </a:lnTo>
                <a:cubicBezTo>
                  <a:pt x="390587" y="84818"/>
                  <a:pt x="386014" y="91178"/>
                  <a:pt x="379962" y="95538"/>
                </a:cubicBezTo>
                <a:cubicBezTo>
                  <a:pt x="373910" y="99898"/>
                  <a:pt x="366894" y="102078"/>
                  <a:pt x="358914" y="102078"/>
                </a:cubicBezTo>
                <a:cubicBezTo>
                  <a:pt x="349814" y="102078"/>
                  <a:pt x="342596" y="99360"/>
                  <a:pt x="337262" y="93926"/>
                </a:cubicBezTo>
                <a:cubicBezTo>
                  <a:pt x="331927" y="88492"/>
                  <a:pt x="329260" y="81014"/>
                  <a:pt x="329260" y="71494"/>
                </a:cubicBezTo>
                <a:cubicBezTo>
                  <a:pt x="329260" y="63724"/>
                  <a:pt x="330873" y="56381"/>
                  <a:pt x="334101" y="49465"/>
                </a:cubicBezTo>
                <a:cubicBezTo>
                  <a:pt x="337329" y="42548"/>
                  <a:pt x="342193" y="37103"/>
                  <a:pt x="348693" y="33129"/>
                </a:cubicBezTo>
                <a:cubicBezTo>
                  <a:pt x="355194" y="29154"/>
                  <a:pt x="362322" y="27167"/>
                  <a:pt x="370077" y="27167"/>
                </a:cubicBezTo>
                <a:cubicBezTo>
                  <a:pt x="378505" y="27167"/>
                  <a:pt x="385230" y="29379"/>
                  <a:pt x="390251" y="33803"/>
                </a:cubicBezTo>
                <a:cubicBezTo>
                  <a:pt x="395271" y="38227"/>
                  <a:pt x="398096" y="44051"/>
                  <a:pt x="398723" y="51274"/>
                </a:cubicBezTo>
                <a:lnTo>
                  <a:pt x="380366" y="53258"/>
                </a:lnTo>
                <a:cubicBezTo>
                  <a:pt x="379917" y="49199"/>
                  <a:pt x="378696" y="46213"/>
                  <a:pt x="376701" y="44297"/>
                </a:cubicBezTo>
                <a:cubicBezTo>
                  <a:pt x="374706" y="42381"/>
                  <a:pt x="372094" y="41423"/>
                  <a:pt x="368867" y="41423"/>
                </a:cubicBezTo>
                <a:cubicBezTo>
                  <a:pt x="365146" y="41423"/>
                  <a:pt x="361671" y="42815"/>
                  <a:pt x="358444" y="45598"/>
                </a:cubicBezTo>
                <a:cubicBezTo>
                  <a:pt x="355216" y="48382"/>
                  <a:pt x="352739" y="52546"/>
                  <a:pt x="351013" y="58091"/>
                </a:cubicBezTo>
                <a:cubicBezTo>
                  <a:pt x="349287" y="63636"/>
                  <a:pt x="348424" y="68833"/>
                  <a:pt x="348424" y="73681"/>
                </a:cubicBezTo>
                <a:cubicBezTo>
                  <a:pt x="348424" y="77901"/>
                  <a:pt x="349455" y="81156"/>
                  <a:pt x="351518" y="83447"/>
                </a:cubicBezTo>
                <a:cubicBezTo>
                  <a:pt x="353580" y="85736"/>
                  <a:pt x="356157" y="86880"/>
                  <a:pt x="359251" y="86880"/>
                </a:cubicBezTo>
                <a:cubicBezTo>
                  <a:pt x="362344" y="86880"/>
                  <a:pt x="365325" y="85759"/>
                  <a:pt x="368194" y="83518"/>
                </a:cubicBezTo>
                <a:cubicBezTo>
                  <a:pt x="371063" y="81276"/>
                  <a:pt x="373305" y="77914"/>
                  <a:pt x="374919" y="73431"/>
                </a:cubicBezTo>
                <a:close/>
                <a:moveTo>
                  <a:pt x="407854" y="43306"/>
                </a:moveTo>
                <a:lnTo>
                  <a:pt x="410812" y="28915"/>
                </a:lnTo>
                <a:lnTo>
                  <a:pt x="420307" y="28915"/>
                </a:lnTo>
                <a:lnTo>
                  <a:pt x="422652" y="17484"/>
                </a:lnTo>
                <a:lnTo>
                  <a:pt x="444704" y="4169"/>
                </a:lnTo>
                <a:lnTo>
                  <a:pt x="439606" y="28915"/>
                </a:lnTo>
                <a:lnTo>
                  <a:pt x="451294" y="28915"/>
                </a:lnTo>
                <a:lnTo>
                  <a:pt x="448335" y="43306"/>
                </a:lnTo>
                <a:lnTo>
                  <a:pt x="436641" y="43306"/>
                </a:lnTo>
                <a:lnTo>
                  <a:pt x="430246" y="73238"/>
                </a:lnTo>
                <a:cubicBezTo>
                  <a:pt x="429125" y="78655"/>
                  <a:pt x="428565" y="81744"/>
                  <a:pt x="428565" y="82505"/>
                </a:cubicBezTo>
                <a:cubicBezTo>
                  <a:pt x="428565" y="83986"/>
                  <a:pt x="429036" y="85142"/>
                  <a:pt x="429977" y="85972"/>
                </a:cubicBezTo>
                <a:cubicBezTo>
                  <a:pt x="430919" y="86802"/>
                  <a:pt x="432622" y="87216"/>
                  <a:pt x="435088" y="87216"/>
                </a:cubicBezTo>
                <a:cubicBezTo>
                  <a:pt x="435940" y="87216"/>
                  <a:pt x="438069" y="87060"/>
                  <a:pt x="441476" y="86746"/>
                </a:cubicBezTo>
                <a:lnTo>
                  <a:pt x="438450" y="101069"/>
                </a:lnTo>
                <a:cubicBezTo>
                  <a:pt x="435133" y="101741"/>
                  <a:pt x="431726" y="102078"/>
                  <a:pt x="428229" y="102078"/>
                </a:cubicBezTo>
                <a:cubicBezTo>
                  <a:pt x="421415" y="102078"/>
                  <a:pt x="416461" y="100761"/>
                  <a:pt x="413368" y="98127"/>
                </a:cubicBezTo>
                <a:cubicBezTo>
                  <a:pt x="410274" y="95492"/>
                  <a:pt x="408728" y="91832"/>
                  <a:pt x="408728" y="87149"/>
                </a:cubicBezTo>
                <a:cubicBezTo>
                  <a:pt x="408728" y="84953"/>
                  <a:pt x="409557" y="79886"/>
                  <a:pt x="411216" y="71950"/>
                </a:cubicBezTo>
                <a:lnTo>
                  <a:pt x="417447" y="43306"/>
                </a:lnTo>
                <a:lnTo>
                  <a:pt x="407854" y="43306"/>
                </a:lnTo>
                <a:close/>
                <a:moveTo>
                  <a:pt x="507750" y="1748"/>
                </a:moveTo>
                <a:lnTo>
                  <a:pt x="527049" y="1748"/>
                </a:lnTo>
                <a:lnTo>
                  <a:pt x="523418" y="19232"/>
                </a:lnTo>
                <a:lnTo>
                  <a:pt x="504119" y="19232"/>
                </a:lnTo>
                <a:lnTo>
                  <a:pt x="507750" y="1748"/>
                </a:lnTo>
                <a:moveTo>
                  <a:pt x="502101" y="28915"/>
                </a:moveTo>
                <a:lnTo>
                  <a:pt x="521400" y="28915"/>
                </a:lnTo>
                <a:lnTo>
                  <a:pt x="506472" y="100329"/>
                </a:lnTo>
                <a:lnTo>
                  <a:pt x="487173" y="100329"/>
                </a:lnTo>
                <a:lnTo>
                  <a:pt x="502101" y="28915"/>
                </a:lnTo>
                <a:close/>
                <a:moveTo>
                  <a:pt x="540625" y="28915"/>
                </a:moveTo>
                <a:lnTo>
                  <a:pt x="558915" y="28915"/>
                </a:lnTo>
                <a:lnTo>
                  <a:pt x="557032" y="38210"/>
                </a:lnTo>
                <a:cubicBezTo>
                  <a:pt x="561605" y="34235"/>
                  <a:pt x="565875" y="31401"/>
                  <a:pt x="569843" y="29707"/>
                </a:cubicBezTo>
                <a:cubicBezTo>
                  <a:pt x="573810" y="28014"/>
                  <a:pt x="577990" y="27167"/>
                  <a:pt x="582384" y="27167"/>
                </a:cubicBezTo>
                <a:cubicBezTo>
                  <a:pt x="588256" y="27167"/>
                  <a:pt x="592885" y="28854"/>
                  <a:pt x="596270" y="32227"/>
                </a:cubicBezTo>
                <a:cubicBezTo>
                  <a:pt x="599654" y="35600"/>
                  <a:pt x="601347" y="40076"/>
                  <a:pt x="601347" y="45655"/>
                </a:cubicBezTo>
                <a:cubicBezTo>
                  <a:pt x="601347" y="48163"/>
                  <a:pt x="600607" y="52916"/>
                  <a:pt x="599128" y="59915"/>
                </a:cubicBezTo>
                <a:lnTo>
                  <a:pt x="590722" y="100329"/>
                </a:lnTo>
                <a:lnTo>
                  <a:pt x="571423" y="100329"/>
                </a:lnTo>
                <a:lnTo>
                  <a:pt x="579896" y="59776"/>
                </a:lnTo>
                <a:cubicBezTo>
                  <a:pt x="581151" y="53717"/>
                  <a:pt x="581778" y="50106"/>
                  <a:pt x="581778" y="48942"/>
                </a:cubicBezTo>
                <a:cubicBezTo>
                  <a:pt x="581778" y="46480"/>
                  <a:pt x="581050" y="44545"/>
                  <a:pt x="579593" y="43135"/>
                </a:cubicBezTo>
                <a:cubicBezTo>
                  <a:pt x="578136" y="41725"/>
                  <a:pt x="576107" y="41019"/>
                  <a:pt x="573507" y="41019"/>
                </a:cubicBezTo>
                <a:cubicBezTo>
                  <a:pt x="570683" y="41019"/>
                  <a:pt x="567545" y="42207"/>
                  <a:pt x="564093" y="44583"/>
                </a:cubicBezTo>
                <a:cubicBezTo>
                  <a:pt x="560641" y="46959"/>
                  <a:pt x="557929" y="50097"/>
                  <a:pt x="555956" y="53998"/>
                </a:cubicBezTo>
                <a:cubicBezTo>
                  <a:pt x="554522" y="56778"/>
                  <a:pt x="552908" y="62450"/>
                  <a:pt x="551115" y="71013"/>
                </a:cubicBezTo>
                <a:lnTo>
                  <a:pt x="544996" y="100329"/>
                </a:lnTo>
                <a:lnTo>
                  <a:pt x="525696" y="100329"/>
                </a:lnTo>
                <a:lnTo>
                  <a:pt x="540625" y="28915"/>
                </a:lnTo>
                <a:close/>
                <a:moveTo>
                  <a:pt x="659349" y="28915"/>
                </a:moveTo>
                <a:lnTo>
                  <a:pt x="656390" y="43037"/>
                </a:lnTo>
                <a:lnTo>
                  <a:pt x="642740" y="43037"/>
                </a:lnTo>
                <a:lnTo>
                  <a:pt x="630770" y="100329"/>
                </a:lnTo>
                <a:lnTo>
                  <a:pt x="611471" y="100329"/>
                </a:lnTo>
                <a:lnTo>
                  <a:pt x="623441" y="43037"/>
                </a:lnTo>
                <a:lnTo>
                  <a:pt x="612681" y="43037"/>
                </a:lnTo>
                <a:lnTo>
                  <a:pt x="615640" y="28915"/>
                </a:lnTo>
                <a:lnTo>
                  <a:pt x="626399" y="28915"/>
                </a:lnTo>
                <a:lnTo>
                  <a:pt x="627946" y="21569"/>
                </a:lnTo>
                <a:cubicBezTo>
                  <a:pt x="629201" y="15548"/>
                  <a:pt x="630389" y="11481"/>
                  <a:pt x="631510" y="9368"/>
                </a:cubicBezTo>
                <a:cubicBezTo>
                  <a:pt x="633034" y="6493"/>
                  <a:pt x="635309" y="4213"/>
                  <a:pt x="638335" y="2528"/>
                </a:cubicBezTo>
                <a:cubicBezTo>
                  <a:pt x="641361" y="843"/>
                  <a:pt x="645318" y="0"/>
                  <a:pt x="650204" y="0"/>
                </a:cubicBezTo>
                <a:cubicBezTo>
                  <a:pt x="656122" y="0"/>
                  <a:pt x="662353" y="1066"/>
                  <a:pt x="668898" y="3198"/>
                </a:cubicBezTo>
                <a:lnTo>
                  <a:pt x="665132" y="16878"/>
                </a:lnTo>
                <a:cubicBezTo>
                  <a:pt x="660515" y="15309"/>
                  <a:pt x="656772" y="14525"/>
                  <a:pt x="653902" y="14525"/>
                </a:cubicBezTo>
                <a:cubicBezTo>
                  <a:pt x="651706" y="14525"/>
                  <a:pt x="650069" y="15235"/>
                  <a:pt x="648994" y="16656"/>
                </a:cubicBezTo>
                <a:cubicBezTo>
                  <a:pt x="648276" y="17572"/>
                  <a:pt x="647537" y="19977"/>
                  <a:pt x="646774" y="23870"/>
                </a:cubicBezTo>
                <a:lnTo>
                  <a:pt x="645699" y="28915"/>
                </a:lnTo>
                <a:lnTo>
                  <a:pt x="659349" y="28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or">
            <a:extLst xmlns:a="http://schemas.openxmlformats.org/drawingml/2006/main">
              <a:ext uri="{FF2B5EF4-FFF2-40B4-BE49-F238E27FC236}">
                <a16:creationId xmlns:a16="http://schemas.microsoft.com/office/drawing/2014/main" id="{D5076FDD-8EDC-484E-B35E-1687EC7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839" y="1216029"/>
            <a:ext cx="141117" cy="74911"/>
          </a:xfrm>
          <a:custGeom xmlns:a="http://schemas.openxmlformats.org/drawingml/2006/main">
            <a:pathLst>
              <a:path w="141117" h="74911">
                <a:moveTo>
                  <a:pt x="0" y="43518"/>
                </a:moveTo>
                <a:cubicBezTo>
                  <a:pt x="0" y="30269"/>
                  <a:pt x="3732" y="19704"/>
                  <a:pt x="11196" y="11822"/>
                </a:cubicBezTo>
                <a:cubicBezTo>
                  <a:pt x="18660" y="3941"/>
                  <a:pt x="28467" y="0"/>
                  <a:pt x="40616" y="0"/>
                </a:cubicBezTo>
                <a:cubicBezTo>
                  <a:pt x="51151" y="0"/>
                  <a:pt x="59377" y="2908"/>
                  <a:pt x="65295" y="8725"/>
                </a:cubicBezTo>
                <a:cubicBezTo>
                  <a:pt x="71212" y="14540"/>
                  <a:pt x="74171" y="22366"/>
                  <a:pt x="74171" y="32202"/>
                </a:cubicBezTo>
                <a:cubicBezTo>
                  <a:pt x="74171" y="43788"/>
                  <a:pt x="70472" y="53802"/>
                  <a:pt x="63076" y="62246"/>
                </a:cubicBezTo>
                <a:cubicBezTo>
                  <a:pt x="55679" y="70689"/>
                  <a:pt x="45771" y="74911"/>
                  <a:pt x="33353" y="74911"/>
                </a:cubicBezTo>
                <a:cubicBezTo>
                  <a:pt x="26629" y="74911"/>
                  <a:pt x="20667" y="73564"/>
                  <a:pt x="15466" y="70870"/>
                </a:cubicBezTo>
                <a:cubicBezTo>
                  <a:pt x="10266" y="68174"/>
                  <a:pt x="6388" y="64357"/>
                  <a:pt x="3833" y="59417"/>
                </a:cubicBezTo>
                <a:cubicBezTo>
                  <a:pt x="1278" y="54476"/>
                  <a:pt x="0" y="49176"/>
                  <a:pt x="0" y="43518"/>
                </a:cubicBezTo>
                <a:moveTo>
                  <a:pt x="55006" y="29699"/>
                </a:moveTo>
                <a:cubicBezTo>
                  <a:pt x="55006" y="25114"/>
                  <a:pt x="53673" y="21438"/>
                  <a:pt x="51005" y="18673"/>
                </a:cubicBezTo>
                <a:cubicBezTo>
                  <a:pt x="48338" y="15908"/>
                  <a:pt x="44897" y="14525"/>
                  <a:pt x="40683" y="14525"/>
                </a:cubicBezTo>
                <a:cubicBezTo>
                  <a:pt x="36514" y="14525"/>
                  <a:pt x="32815" y="15818"/>
                  <a:pt x="29588" y="18404"/>
                </a:cubicBezTo>
                <a:cubicBezTo>
                  <a:pt x="26360" y="20989"/>
                  <a:pt x="23849" y="24743"/>
                  <a:pt x="22056" y="29668"/>
                </a:cubicBezTo>
                <a:cubicBezTo>
                  <a:pt x="20263" y="34590"/>
                  <a:pt x="19366" y="39120"/>
                  <a:pt x="19366" y="43255"/>
                </a:cubicBezTo>
                <a:cubicBezTo>
                  <a:pt x="19366" y="48381"/>
                  <a:pt x="20756" y="52451"/>
                  <a:pt x="23536" y="55464"/>
                </a:cubicBezTo>
                <a:cubicBezTo>
                  <a:pt x="26315" y="58476"/>
                  <a:pt x="29812" y="59982"/>
                  <a:pt x="34026" y="59982"/>
                </a:cubicBezTo>
                <a:cubicBezTo>
                  <a:pt x="39316" y="59982"/>
                  <a:pt x="43754" y="57711"/>
                  <a:pt x="47340" y="53170"/>
                </a:cubicBezTo>
                <a:cubicBezTo>
                  <a:pt x="52451" y="46741"/>
                  <a:pt x="55006" y="38917"/>
                  <a:pt x="55006" y="29699"/>
                </a:cubicBezTo>
                <a:close/>
                <a:moveTo>
                  <a:pt x="95188" y="1748"/>
                </a:moveTo>
                <a:lnTo>
                  <a:pt x="113210" y="1748"/>
                </a:lnTo>
                <a:lnTo>
                  <a:pt x="110318" y="15571"/>
                </a:lnTo>
                <a:cubicBezTo>
                  <a:pt x="117043" y="5190"/>
                  <a:pt x="124328" y="0"/>
                  <a:pt x="132173" y="0"/>
                </a:cubicBezTo>
                <a:cubicBezTo>
                  <a:pt x="134952" y="0"/>
                  <a:pt x="137934" y="695"/>
                  <a:pt x="141117" y="2085"/>
                </a:cubicBezTo>
                <a:lnTo>
                  <a:pt x="133720" y="17887"/>
                </a:lnTo>
                <a:cubicBezTo>
                  <a:pt x="131971" y="17259"/>
                  <a:pt x="130111" y="16946"/>
                  <a:pt x="128138" y="16946"/>
                </a:cubicBezTo>
                <a:cubicBezTo>
                  <a:pt x="124821" y="16946"/>
                  <a:pt x="121447" y="18204"/>
                  <a:pt x="118018" y="20720"/>
                </a:cubicBezTo>
                <a:cubicBezTo>
                  <a:pt x="114588" y="23234"/>
                  <a:pt x="111910" y="26592"/>
                  <a:pt x="109982" y="30792"/>
                </a:cubicBezTo>
                <a:cubicBezTo>
                  <a:pt x="108055" y="34990"/>
                  <a:pt x="106149" y="41649"/>
                  <a:pt x="104266" y="50768"/>
                </a:cubicBezTo>
                <a:lnTo>
                  <a:pt x="99559" y="73162"/>
                </a:lnTo>
                <a:lnTo>
                  <a:pt x="80260" y="73162"/>
                </a:lnTo>
                <a:lnTo>
                  <a:pt x="95188" y="1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mation">
            <a:extLst xmlns:a="http://schemas.openxmlformats.org/drawingml/2006/main">
              <a:ext uri="{FF2B5EF4-FFF2-40B4-BE49-F238E27FC236}">
                <a16:creationId xmlns:a16="http://schemas.microsoft.com/office/drawing/2014/main" id="{21EF1EEE-3FBA-4E7C-9A3D-A823D0F9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26" y="1190611"/>
            <a:ext cx="443771" cy="100329"/>
          </a:xfrm>
          <a:custGeom xmlns:a="http://schemas.openxmlformats.org/drawingml/2006/main">
            <a:pathLst>
              <a:path w="443771" h="100329">
                <a:moveTo>
                  <a:pt x="14928" y="27167"/>
                </a:moveTo>
                <a:lnTo>
                  <a:pt x="33084" y="27167"/>
                </a:lnTo>
                <a:lnTo>
                  <a:pt x="31269" y="35839"/>
                </a:lnTo>
                <a:cubicBezTo>
                  <a:pt x="38352" y="28892"/>
                  <a:pt x="45794" y="25419"/>
                  <a:pt x="53594" y="25419"/>
                </a:cubicBezTo>
                <a:cubicBezTo>
                  <a:pt x="58974" y="25419"/>
                  <a:pt x="63120" y="26546"/>
                  <a:pt x="66034" y="28800"/>
                </a:cubicBezTo>
                <a:cubicBezTo>
                  <a:pt x="68948" y="31052"/>
                  <a:pt x="70809" y="34162"/>
                  <a:pt x="71616" y="38128"/>
                </a:cubicBezTo>
                <a:cubicBezTo>
                  <a:pt x="74081" y="34522"/>
                  <a:pt x="77623" y="31502"/>
                  <a:pt x="82240" y="29069"/>
                </a:cubicBezTo>
                <a:cubicBezTo>
                  <a:pt x="86858" y="26635"/>
                  <a:pt x="91655" y="25419"/>
                  <a:pt x="96631" y="25419"/>
                </a:cubicBezTo>
                <a:cubicBezTo>
                  <a:pt x="102324" y="25419"/>
                  <a:pt x="106762" y="26950"/>
                  <a:pt x="109945" y="30014"/>
                </a:cubicBezTo>
                <a:cubicBezTo>
                  <a:pt x="113128" y="33078"/>
                  <a:pt x="114720" y="37134"/>
                  <a:pt x="114720" y="42181"/>
                </a:cubicBezTo>
                <a:cubicBezTo>
                  <a:pt x="114720" y="44630"/>
                  <a:pt x="114092" y="48879"/>
                  <a:pt x="112837" y="54926"/>
                </a:cubicBezTo>
                <a:lnTo>
                  <a:pt x="103691" y="98581"/>
                </a:lnTo>
                <a:lnTo>
                  <a:pt x="84392" y="98581"/>
                </a:lnTo>
                <a:lnTo>
                  <a:pt x="93537" y="54922"/>
                </a:lnTo>
                <a:cubicBezTo>
                  <a:pt x="94658" y="49453"/>
                  <a:pt x="95219" y="46360"/>
                  <a:pt x="95219" y="45644"/>
                </a:cubicBezTo>
                <a:cubicBezTo>
                  <a:pt x="95219" y="43676"/>
                  <a:pt x="94625" y="42122"/>
                  <a:pt x="93437" y="40981"/>
                </a:cubicBezTo>
                <a:cubicBezTo>
                  <a:pt x="92249" y="39841"/>
                  <a:pt x="90467" y="39271"/>
                  <a:pt x="88091" y="39271"/>
                </a:cubicBezTo>
                <a:cubicBezTo>
                  <a:pt x="83294" y="39271"/>
                  <a:pt x="79013" y="41803"/>
                  <a:pt x="75247" y="46867"/>
                </a:cubicBezTo>
                <a:cubicBezTo>
                  <a:pt x="72512" y="50499"/>
                  <a:pt x="70181" y="56930"/>
                  <a:pt x="68253" y="66163"/>
                </a:cubicBezTo>
                <a:lnTo>
                  <a:pt x="61462" y="98581"/>
                </a:lnTo>
                <a:lnTo>
                  <a:pt x="42162" y="98581"/>
                </a:lnTo>
                <a:lnTo>
                  <a:pt x="51173" y="55410"/>
                </a:lnTo>
                <a:cubicBezTo>
                  <a:pt x="52204" y="50434"/>
                  <a:pt x="52720" y="47206"/>
                  <a:pt x="52720" y="45726"/>
                </a:cubicBezTo>
                <a:cubicBezTo>
                  <a:pt x="52720" y="43844"/>
                  <a:pt x="52081" y="42297"/>
                  <a:pt x="50803" y="41087"/>
                </a:cubicBezTo>
                <a:cubicBezTo>
                  <a:pt x="49526" y="39876"/>
                  <a:pt x="47766" y="39271"/>
                  <a:pt x="45525" y="39271"/>
                </a:cubicBezTo>
                <a:cubicBezTo>
                  <a:pt x="43418" y="39271"/>
                  <a:pt x="41243" y="39899"/>
                  <a:pt x="39002" y="41154"/>
                </a:cubicBezTo>
                <a:cubicBezTo>
                  <a:pt x="36760" y="42409"/>
                  <a:pt x="34799" y="44136"/>
                  <a:pt x="33118" y="46334"/>
                </a:cubicBezTo>
                <a:cubicBezTo>
                  <a:pt x="31437" y="48530"/>
                  <a:pt x="29991" y="51355"/>
                  <a:pt x="28781" y="54807"/>
                </a:cubicBezTo>
                <a:cubicBezTo>
                  <a:pt x="28243" y="56420"/>
                  <a:pt x="27369" y="60075"/>
                  <a:pt x="26158" y="65770"/>
                </a:cubicBez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150255" y="47340"/>
                </a:moveTo>
                <a:lnTo>
                  <a:pt x="131426" y="45739"/>
                </a:lnTo>
                <a:cubicBezTo>
                  <a:pt x="133578" y="39369"/>
                  <a:pt x="137332" y="34390"/>
                  <a:pt x="142690" y="30802"/>
                </a:cubicBezTo>
                <a:cubicBezTo>
                  <a:pt x="148047" y="27213"/>
                  <a:pt x="155141" y="25419"/>
                  <a:pt x="163973" y="25419"/>
                </a:cubicBezTo>
                <a:cubicBezTo>
                  <a:pt x="173163" y="25419"/>
                  <a:pt x="179954" y="27270"/>
                  <a:pt x="184348" y="30973"/>
                </a:cubicBezTo>
                <a:cubicBezTo>
                  <a:pt x="188741" y="34674"/>
                  <a:pt x="190938" y="39194"/>
                  <a:pt x="190938" y="44533"/>
                </a:cubicBezTo>
                <a:cubicBezTo>
                  <a:pt x="190938" y="46687"/>
                  <a:pt x="190747" y="48977"/>
                  <a:pt x="190366" y="51400"/>
                </a:cubicBezTo>
                <a:cubicBezTo>
                  <a:pt x="189985" y="53822"/>
                  <a:pt x="188651" y="60194"/>
                  <a:pt x="186365" y="70515"/>
                </a:cubicBezTo>
                <a:cubicBezTo>
                  <a:pt x="184482" y="79039"/>
                  <a:pt x="183541" y="85007"/>
                  <a:pt x="183541" y="88418"/>
                </a:cubicBezTo>
                <a:cubicBezTo>
                  <a:pt x="183541" y="91470"/>
                  <a:pt x="184079" y="94857"/>
                  <a:pt x="185155" y="98581"/>
                </a:cubicBezTo>
                <a:lnTo>
                  <a:pt x="166393" y="98581"/>
                </a:lnTo>
                <a:cubicBezTo>
                  <a:pt x="165631" y="95981"/>
                  <a:pt x="165161" y="93291"/>
                  <a:pt x="164981" y="90511"/>
                </a:cubicBezTo>
                <a:cubicBezTo>
                  <a:pt x="162157" y="93649"/>
                  <a:pt x="158907" y="96070"/>
                  <a:pt x="155231" y="97774"/>
                </a:cubicBezTo>
                <a:cubicBezTo>
                  <a:pt x="151555" y="99477"/>
                  <a:pt x="147856" y="100329"/>
                  <a:pt x="144135" y="100329"/>
                </a:cubicBezTo>
                <a:cubicBezTo>
                  <a:pt x="138218" y="100329"/>
                  <a:pt x="133331" y="98387"/>
                  <a:pt x="129476" y="94504"/>
                </a:cubicBezTo>
                <a:cubicBezTo>
                  <a:pt x="125621" y="90621"/>
                  <a:pt x="123693" y="85626"/>
                  <a:pt x="123693" y="79521"/>
                </a:cubicBezTo>
                <a:cubicBezTo>
                  <a:pt x="123693" y="72697"/>
                  <a:pt x="125811" y="67243"/>
                  <a:pt x="130048" y="63158"/>
                </a:cubicBezTo>
                <a:cubicBezTo>
                  <a:pt x="134284" y="59072"/>
                  <a:pt x="141849" y="56603"/>
                  <a:pt x="152743" y="55750"/>
                </a:cubicBezTo>
                <a:cubicBezTo>
                  <a:pt x="161933" y="54987"/>
                  <a:pt x="168074" y="54066"/>
                  <a:pt x="171168" y="52989"/>
                </a:cubicBezTo>
                <a:cubicBezTo>
                  <a:pt x="171975" y="50299"/>
                  <a:pt x="172378" y="48147"/>
                  <a:pt x="172378" y="46533"/>
                </a:cubicBezTo>
                <a:cubicBezTo>
                  <a:pt x="172378" y="44471"/>
                  <a:pt x="171549" y="42745"/>
                  <a:pt x="169890" y="41356"/>
                </a:cubicBezTo>
                <a:cubicBezTo>
                  <a:pt x="168231" y="39966"/>
                  <a:pt x="165766" y="39271"/>
                  <a:pt x="162493" y="39271"/>
                </a:cubicBezTo>
                <a:cubicBezTo>
                  <a:pt x="159041" y="39271"/>
                  <a:pt x="156318" y="39971"/>
                  <a:pt x="154323" y="41372"/>
                </a:cubicBezTo>
                <a:cubicBezTo>
                  <a:pt x="152328" y="42772"/>
                  <a:pt x="150972" y="44761"/>
                  <a:pt x="150255" y="47340"/>
                </a:cubicBezTo>
                <a:moveTo>
                  <a:pt x="168612" y="65227"/>
                </a:moveTo>
                <a:cubicBezTo>
                  <a:pt x="167447" y="65543"/>
                  <a:pt x="165900" y="65835"/>
                  <a:pt x="163973" y="66104"/>
                </a:cubicBezTo>
                <a:cubicBezTo>
                  <a:pt x="154289" y="67273"/>
                  <a:pt x="147968" y="68983"/>
                  <a:pt x="145010" y="71231"/>
                </a:cubicBezTo>
                <a:cubicBezTo>
                  <a:pt x="142903" y="72851"/>
                  <a:pt x="141849" y="75033"/>
                  <a:pt x="141849" y="77777"/>
                </a:cubicBezTo>
                <a:cubicBezTo>
                  <a:pt x="141849" y="80025"/>
                  <a:pt x="142656" y="81926"/>
                  <a:pt x="144270" y="83478"/>
                </a:cubicBezTo>
                <a:cubicBezTo>
                  <a:pt x="145884" y="85029"/>
                  <a:pt x="148013" y="85804"/>
                  <a:pt x="150658" y="85804"/>
                </a:cubicBezTo>
                <a:cubicBezTo>
                  <a:pt x="153572" y="85804"/>
                  <a:pt x="156318" y="85096"/>
                  <a:pt x="158896" y="83680"/>
                </a:cubicBezTo>
                <a:cubicBezTo>
                  <a:pt x="161473" y="82262"/>
                  <a:pt x="163401" y="80440"/>
                  <a:pt x="164679" y="78214"/>
                </a:cubicBezTo>
                <a:cubicBezTo>
                  <a:pt x="165956" y="75988"/>
                  <a:pt x="167088" y="72514"/>
                  <a:pt x="168074" y="67791"/>
                </a:cubicBezTo>
                <a:lnTo>
                  <a:pt x="168612" y="65227"/>
                </a:lnTo>
                <a:close/>
                <a:moveTo>
                  <a:pt x="204372" y="41557"/>
                </a:moveTo>
                <a:lnTo>
                  <a:pt x="207331" y="27167"/>
                </a:lnTo>
                <a:lnTo>
                  <a:pt x="216825" y="27167"/>
                </a:lnTo>
                <a:lnTo>
                  <a:pt x="219170" y="15735"/>
                </a:lnTo>
                <a:lnTo>
                  <a:pt x="241222" y="2421"/>
                </a:lnTo>
                <a:lnTo>
                  <a:pt x="236124" y="27167"/>
                </a:lnTo>
                <a:lnTo>
                  <a:pt x="247812" y="27167"/>
                </a:lnTo>
                <a:lnTo>
                  <a:pt x="244854" y="41557"/>
                </a:lnTo>
                <a:lnTo>
                  <a:pt x="233159" y="41557"/>
                </a:lnTo>
                <a:lnTo>
                  <a:pt x="226765" y="71490"/>
                </a:lnTo>
                <a:cubicBezTo>
                  <a:pt x="225644" y="76907"/>
                  <a:pt x="225084" y="79996"/>
                  <a:pt x="225084" y="80757"/>
                </a:cubicBezTo>
                <a:cubicBezTo>
                  <a:pt x="225084" y="82238"/>
                  <a:pt x="225554" y="83393"/>
                  <a:pt x="226496" y="84224"/>
                </a:cubicBezTo>
                <a:cubicBezTo>
                  <a:pt x="227437" y="85053"/>
                  <a:pt x="229141" y="85468"/>
                  <a:pt x="231606" y="85468"/>
                </a:cubicBezTo>
                <a:cubicBezTo>
                  <a:pt x="232458" y="85468"/>
                  <a:pt x="234588" y="85311"/>
                  <a:pt x="237995" y="84997"/>
                </a:cubicBezTo>
                <a:lnTo>
                  <a:pt x="234969" y="99320"/>
                </a:lnTo>
                <a:cubicBezTo>
                  <a:pt x="231651" y="99993"/>
                  <a:pt x="228244" y="100329"/>
                  <a:pt x="224747" y="100329"/>
                </a:cubicBezTo>
                <a:cubicBezTo>
                  <a:pt x="217933" y="100329"/>
                  <a:pt x="212980" y="99012"/>
                  <a:pt x="209886" y="96379"/>
                </a:cubicBezTo>
                <a:cubicBezTo>
                  <a:pt x="206793" y="93743"/>
                  <a:pt x="205246" y="90084"/>
                  <a:pt x="205246" y="85401"/>
                </a:cubicBezTo>
                <a:cubicBezTo>
                  <a:pt x="205246" y="83204"/>
                  <a:pt x="206076" y="78138"/>
                  <a:pt x="207734" y="70201"/>
                </a:cubicBezTo>
                <a:lnTo>
                  <a:pt x="213965" y="41557"/>
                </a:lnTo>
                <a:lnTo>
                  <a:pt x="204372" y="41557"/>
                </a:lnTo>
                <a:close/>
                <a:moveTo>
                  <a:pt x="266012" y="0"/>
                </a:moveTo>
                <a:lnTo>
                  <a:pt x="285312" y="0"/>
                </a:lnTo>
                <a:lnTo>
                  <a:pt x="281680" y="17484"/>
                </a:lnTo>
                <a:lnTo>
                  <a:pt x="262381" y="17484"/>
                </a:lnTo>
                <a:lnTo>
                  <a:pt x="266012" y="0"/>
                </a:lnTo>
                <a:moveTo>
                  <a:pt x="260364" y="27167"/>
                </a:moveTo>
                <a:lnTo>
                  <a:pt x="279663" y="27167"/>
                </a:lnTo>
                <a:lnTo>
                  <a:pt x="264735" y="98581"/>
                </a:lnTo>
                <a:lnTo>
                  <a:pt x="245436" y="98581"/>
                </a:lnTo>
                <a:lnTo>
                  <a:pt x="260364" y="27167"/>
                </a:lnTo>
                <a:close/>
                <a:moveTo>
                  <a:pt x="286515" y="68936"/>
                </a:moveTo>
                <a:cubicBezTo>
                  <a:pt x="286515" y="55688"/>
                  <a:pt x="290247" y="45123"/>
                  <a:pt x="297711" y="37241"/>
                </a:cubicBezTo>
                <a:cubicBezTo>
                  <a:pt x="305175" y="29359"/>
                  <a:pt x="314982" y="25419"/>
                  <a:pt x="327131" y="25419"/>
                </a:cubicBezTo>
                <a:cubicBezTo>
                  <a:pt x="337666" y="25419"/>
                  <a:pt x="345892" y="28327"/>
                  <a:pt x="351810" y="34144"/>
                </a:cubicBezTo>
                <a:cubicBezTo>
                  <a:pt x="357727" y="39959"/>
                  <a:pt x="360686" y="47784"/>
                  <a:pt x="360686" y="57620"/>
                </a:cubicBezTo>
                <a:cubicBezTo>
                  <a:pt x="360686" y="69206"/>
                  <a:pt x="356987" y="79221"/>
                  <a:pt x="349590" y="87664"/>
                </a:cubicBezTo>
                <a:cubicBezTo>
                  <a:pt x="342194" y="96107"/>
                  <a:pt x="332286" y="100329"/>
                  <a:pt x="319868" y="100329"/>
                </a:cubicBezTo>
                <a:cubicBezTo>
                  <a:pt x="313144" y="100329"/>
                  <a:pt x="307181" y="98982"/>
                  <a:pt x="301981" y="96288"/>
                </a:cubicBezTo>
                <a:cubicBezTo>
                  <a:pt x="296781" y="93593"/>
                  <a:pt x="292903" y="89775"/>
                  <a:pt x="290348" y="84836"/>
                </a:cubicBezTo>
                <a:cubicBezTo>
                  <a:pt x="287793" y="79894"/>
                  <a:pt x="286515" y="74595"/>
                  <a:pt x="286515" y="68936"/>
                </a:cubicBezTo>
                <a:moveTo>
                  <a:pt x="341521" y="55118"/>
                </a:moveTo>
                <a:cubicBezTo>
                  <a:pt x="341521" y="50532"/>
                  <a:pt x="340187" y="46857"/>
                  <a:pt x="337520" y="44092"/>
                </a:cubicBezTo>
                <a:cubicBezTo>
                  <a:pt x="334853" y="41326"/>
                  <a:pt x="331412" y="39943"/>
                  <a:pt x="327198" y="39943"/>
                </a:cubicBezTo>
                <a:cubicBezTo>
                  <a:pt x="323029" y="39943"/>
                  <a:pt x="319330" y="41236"/>
                  <a:pt x="316103" y="43823"/>
                </a:cubicBezTo>
                <a:cubicBezTo>
                  <a:pt x="312875" y="46407"/>
                  <a:pt x="310364" y="50162"/>
                  <a:pt x="308571" y="55086"/>
                </a:cubicBezTo>
                <a:cubicBezTo>
                  <a:pt x="306778" y="60009"/>
                  <a:pt x="305881" y="64538"/>
                  <a:pt x="305881" y="68674"/>
                </a:cubicBezTo>
                <a:cubicBezTo>
                  <a:pt x="305881" y="73800"/>
                  <a:pt x="307271" y="77869"/>
                  <a:pt x="310051" y="80883"/>
                </a:cubicBezTo>
                <a:cubicBezTo>
                  <a:pt x="312830" y="83895"/>
                  <a:pt x="316327" y="85401"/>
                  <a:pt x="320541" y="85401"/>
                </a:cubicBezTo>
                <a:cubicBezTo>
                  <a:pt x="325831" y="85401"/>
                  <a:pt x="330269" y="83130"/>
                  <a:pt x="333855" y="78588"/>
                </a:cubicBezTo>
                <a:cubicBezTo>
                  <a:pt x="338966" y="72159"/>
                  <a:pt x="341521" y="64336"/>
                  <a:pt x="341521" y="55118"/>
                </a:cubicBezTo>
                <a:close/>
                <a:moveTo>
                  <a:pt x="383049" y="27167"/>
                </a:moveTo>
                <a:lnTo>
                  <a:pt x="401340" y="27167"/>
                </a:lnTo>
                <a:lnTo>
                  <a:pt x="399457" y="36461"/>
                </a:lnTo>
                <a:cubicBezTo>
                  <a:pt x="404029" y="32487"/>
                  <a:pt x="408299" y="29653"/>
                  <a:pt x="412267" y="27959"/>
                </a:cubicBezTo>
                <a:cubicBezTo>
                  <a:pt x="416234" y="26265"/>
                  <a:pt x="420415" y="25419"/>
                  <a:pt x="424808" y="25419"/>
                </a:cubicBezTo>
                <a:cubicBezTo>
                  <a:pt x="430681" y="25419"/>
                  <a:pt x="435309" y="27105"/>
                  <a:pt x="438694" y="30479"/>
                </a:cubicBezTo>
                <a:cubicBezTo>
                  <a:pt x="442079" y="33852"/>
                  <a:pt x="443771" y="38328"/>
                  <a:pt x="443771" y="43907"/>
                </a:cubicBezTo>
                <a:cubicBezTo>
                  <a:pt x="443771" y="46414"/>
                  <a:pt x="443031" y="51168"/>
                  <a:pt x="441552" y="58167"/>
                </a:cubicBezTo>
                <a:lnTo>
                  <a:pt x="433146" y="98581"/>
                </a:lnTo>
                <a:lnTo>
                  <a:pt x="413847" y="98581"/>
                </a:lnTo>
                <a:lnTo>
                  <a:pt x="422320" y="58028"/>
                </a:lnTo>
                <a:cubicBezTo>
                  <a:pt x="423575" y="51969"/>
                  <a:pt x="424203" y="48357"/>
                  <a:pt x="424203" y="47193"/>
                </a:cubicBezTo>
                <a:cubicBezTo>
                  <a:pt x="424203" y="44732"/>
                  <a:pt x="423474" y="42796"/>
                  <a:pt x="422017" y="41387"/>
                </a:cubicBezTo>
                <a:cubicBezTo>
                  <a:pt x="420560" y="39976"/>
                  <a:pt x="418532" y="39271"/>
                  <a:pt x="415932" y="39271"/>
                </a:cubicBezTo>
                <a:cubicBezTo>
                  <a:pt x="413107" y="39271"/>
                  <a:pt x="409969" y="40459"/>
                  <a:pt x="406517" y="42835"/>
                </a:cubicBezTo>
                <a:cubicBezTo>
                  <a:pt x="403066" y="45211"/>
                  <a:pt x="400353" y="48349"/>
                  <a:pt x="398381" y="52249"/>
                </a:cubicBezTo>
                <a:cubicBezTo>
                  <a:pt x="396946" y="55030"/>
                  <a:pt x="395332" y="60702"/>
                  <a:pt x="393539" y="69264"/>
                </a:cubicBezTo>
                <a:lnTo>
                  <a:pt x="387420" y="98581"/>
                </a:lnTo>
                <a:lnTo>
                  <a:pt x="368121" y="98581"/>
                </a:lnTo>
                <a:lnTo>
                  <a:pt x="383049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generatecodepair">
            <a:extLst xmlns:a="http://schemas.openxmlformats.org/drawingml/2006/main">
              <a:ext uri="{FF2B5EF4-FFF2-40B4-BE49-F238E27FC236}">
                <a16:creationId xmlns:a16="http://schemas.microsoft.com/office/drawing/2014/main" id="{5BBC9555-D101-4B95-A179-69665A81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166" y="2739929"/>
            <a:ext cx="1231587" cy="127631"/>
          </a:xfrm>
          <a:custGeom xmlns:a="http://schemas.openxmlformats.org/drawingml/2006/main">
            <a:pathLst>
              <a:path w="1231587" h="127631">
                <a:moveTo>
                  <a:pt x="202" y="102346"/>
                </a:moveTo>
                <a:lnTo>
                  <a:pt x="20577" y="105305"/>
                </a:lnTo>
                <a:cubicBezTo>
                  <a:pt x="20577" y="107367"/>
                  <a:pt x="20913" y="108925"/>
                  <a:pt x="21586" y="109979"/>
                </a:cubicBezTo>
                <a:cubicBezTo>
                  <a:pt x="22258" y="111032"/>
                  <a:pt x="23345" y="111929"/>
                  <a:pt x="24847" y="112669"/>
                </a:cubicBezTo>
                <a:cubicBezTo>
                  <a:pt x="26349" y="113408"/>
                  <a:pt x="28400" y="113778"/>
                  <a:pt x="31000" y="113778"/>
                </a:cubicBezTo>
                <a:cubicBezTo>
                  <a:pt x="35079" y="113778"/>
                  <a:pt x="38352" y="112970"/>
                  <a:pt x="40818" y="111355"/>
                </a:cubicBezTo>
                <a:cubicBezTo>
                  <a:pt x="42656" y="110099"/>
                  <a:pt x="44157" y="108078"/>
                  <a:pt x="45323" y="105295"/>
                </a:cubicBezTo>
                <a:cubicBezTo>
                  <a:pt x="46040" y="103545"/>
                  <a:pt x="46959" y="99730"/>
                  <a:pt x="48080" y="93851"/>
                </a:cubicBezTo>
                <a:lnTo>
                  <a:pt x="48752" y="90511"/>
                </a:lnTo>
                <a:cubicBezTo>
                  <a:pt x="42073" y="96070"/>
                  <a:pt x="35169" y="98850"/>
                  <a:pt x="28041" y="98850"/>
                </a:cubicBezTo>
                <a:cubicBezTo>
                  <a:pt x="21048" y="98850"/>
                  <a:pt x="15309" y="96382"/>
                  <a:pt x="10826" y="91447"/>
                </a:cubicBezTo>
                <a:cubicBezTo>
                  <a:pt x="6343" y="86511"/>
                  <a:pt x="4102" y="79286"/>
                  <a:pt x="4102" y="69773"/>
                </a:cubicBezTo>
                <a:cubicBezTo>
                  <a:pt x="4102" y="61383"/>
                  <a:pt x="5626" y="53688"/>
                  <a:pt x="8675" y="46689"/>
                </a:cubicBezTo>
                <a:cubicBezTo>
                  <a:pt x="11723" y="39688"/>
                  <a:pt x="16004" y="34394"/>
                  <a:pt x="21518" y="30804"/>
                </a:cubicBezTo>
                <a:cubicBezTo>
                  <a:pt x="27032" y="27214"/>
                  <a:pt x="32659" y="25419"/>
                  <a:pt x="38397" y="25419"/>
                </a:cubicBezTo>
                <a:cubicBezTo>
                  <a:pt x="43149" y="25419"/>
                  <a:pt x="47497" y="26678"/>
                  <a:pt x="51442" y="29197"/>
                </a:cubicBezTo>
                <a:cubicBezTo>
                  <a:pt x="55387" y="31716"/>
                  <a:pt x="58458" y="35247"/>
                  <a:pt x="60655" y="39790"/>
                </a:cubicBezTo>
                <a:lnTo>
                  <a:pt x="63345" y="27167"/>
                </a:lnTo>
                <a:lnTo>
                  <a:pt x="81433" y="27167"/>
                </a:lnTo>
                <a:lnTo>
                  <a:pt x="69060" y="86618"/>
                </a:lnTo>
                <a:cubicBezTo>
                  <a:pt x="67043" y="96196"/>
                  <a:pt x="65339" y="103031"/>
                  <a:pt x="63950" y="107123"/>
                </a:cubicBezTo>
                <a:cubicBezTo>
                  <a:pt x="62560" y="111216"/>
                  <a:pt x="60969" y="114477"/>
                  <a:pt x="59175" y="116905"/>
                </a:cubicBezTo>
                <a:cubicBezTo>
                  <a:pt x="57382" y="119333"/>
                  <a:pt x="55118" y="121368"/>
                  <a:pt x="52384" y="123010"/>
                </a:cubicBezTo>
                <a:cubicBezTo>
                  <a:pt x="49649" y="124651"/>
                  <a:pt x="46421" y="125832"/>
                  <a:pt x="42700" y="126550"/>
                </a:cubicBezTo>
                <a:cubicBezTo>
                  <a:pt x="38980" y="127270"/>
                  <a:pt x="34945" y="127631"/>
                  <a:pt x="30596" y="127631"/>
                </a:cubicBezTo>
                <a:cubicBezTo>
                  <a:pt x="20510" y="127631"/>
                  <a:pt x="12889" y="125900"/>
                  <a:pt x="7733" y="122438"/>
                </a:cubicBezTo>
                <a:cubicBezTo>
                  <a:pt x="2578" y="118978"/>
                  <a:pt x="0" y="113225"/>
                  <a:pt x="0" y="105179"/>
                </a:cubicBezTo>
                <a:cubicBezTo>
                  <a:pt x="0" y="104325"/>
                  <a:pt x="67" y="103380"/>
                  <a:pt x="202" y="102346"/>
                </a:cubicBezTo>
                <a:moveTo>
                  <a:pt x="22930" y="67808"/>
                </a:moveTo>
                <a:cubicBezTo>
                  <a:pt x="22930" y="73224"/>
                  <a:pt x="24152" y="77353"/>
                  <a:pt x="26595" y="80196"/>
                </a:cubicBezTo>
                <a:cubicBezTo>
                  <a:pt x="29039" y="83038"/>
                  <a:pt x="32098" y="84459"/>
                  <a:pt x="35774" y="84459"/>
                </a:cubicBezTo>
                <a:cubicBezTo>
                  <a:pt x="39136" y="84459"/>
                  <a:pt x="42398" y="83184"/>
                  <a:pt x="45558" y="80633"/>
                </a:cubicBezTo>
                <a:cubicBezTo>
                  <a:pt x="48719" y="78080"/>
                  <a:pt x="51140" y="74454"/>
                  <a:pt x="52821" y="69754"/>
                </a:cubicBezTo>
                <a:cubicBezTo>
                  <a:pt x="54502" y="65054"/>
                  <a:pt x="55342" y="60510"/>
                  <a:pt x="55342" y="56124"/>
                </a:cubicBezTo>
                <a:cubicBezTo>
                  <a:pt x="55342" y="51065"/>
                  <a:pt x="53975" y="46992"/>
                  <a:pt x="51240" y="43905"/>
                </a:cubicBezTo>
                <a:cubicBezTo>
                  <a:pt x="48506" y="40815"/>
                  <a:pt x="45345" y="39271"/>
                  <a:pt x="41759" y="39271"/>
                </a:cubicBezTo>
                <a:cubicBezTo>
                  <a:pt x="38307" y="39271"/>
                  <a:pt x="35135" y="40636"/>
                  <a:pt x="32244" y="43367"/>
                </a:cubicBezTo>
                <a:cubicBezTo>
                  <a:pt x="29352" y="46097"/>
                  <a:pt x="26965" y="50305"/>
                  <a:pt x="25082" y="55990"/>
                </a:cubicBezTo>
                <a:cubicBezTo>
                  <a:pt x="23648" y="60377"/>
                  <a:pt x="22930" y="64317"/>
                  <a:pt x="22930" y="67808"/>
                </a:cubicBezTo>
                <a:close/>
                <a:moveTo>
                  <a:pt x="154902" y="68859"/>
                </a:moveTo>
                <a:lnTo>
                  <a:pt x="106486" y="68859"/>
                </a:lnTo>
                <a:cubicBezTo>
                  <a:pt x="106441" y="69621"/>
                  <a:pt x="106419" y="70203"/>
                  <a:pt x="106419" y="70607"/>
                </a:cubicBezTo>
                <a:cubicBezTo>
                  <a:pt x="106419" y="75359"/>
                  <a:pt x="107775" y="79192"/>
                  <a:pt x="110487" y="82106"/>
                </a:cubicBezTo>
                <a:cubicBezTo>
                  <a:pt x="113199" y="85020"/>
                  <a:pt x="116505" y="86477"/>
                  <a:pt x="120405" y="86477"/>
                </a:cubicBezTo>
                <a:cubicBezTo>
                  <a:pt x="126816" y="86477"/>
                  <a:pt x="131815" y="83159"/>
                  <a:pt x="135401" y="76525"/>
                </a:cubicBezTo>
                <a:lnTo>
                  <a:pt x="152683" y="79483"/>
                </a:lnTo>
                <a:cubicBezTo>
                  <a:pt x="149321" y="86432"/>
                  <a:pt x="144826" y="91643"/>
                  <a:pt x="139200" y="95118"/>
                </a:cubicBezTo>
                <a:cubicBezTo>
                  <a:pt x="133574" y="98592"/>
                  <a:pt x="127264" y="100329"/>
                  <a:pt x="120271" y="100329"/>
                </a:cubicBezTo>
                <a:cubicBezTo>
                  <a:pt x="110677" y="100329"/>
                  <a:pt x="102877" y="97286"/>
                  <a:pt x="96870" y="91201"/>
                </a:cubicBezTo>
                <a:cubicBezTo>
                  <a:pt x="90863" y="85115"/>
                  <a:pt x="87859" y="77065"/>
                  <a:pt x="87859" y="67051"/>
                </a:cubicBezTo>
                <a:cubicBezTo>
                  <a:pt x="87859" y="57260"/>
                  <a:pt x="90571" y="48547"/>
                  <a:pt x="95996" y="40912"/>
                </a:cubicBezTo>
                <a:cubicBezTo>
                  <a:pt x="103393" y="30583"/>
                  <a:pt x="113950" y="25419"/>
                  <a:pt x="127668" y="25419"/>
                </a:cubicBezTo>
                <a:cubicBezTo>
                  <a:pt x="136410" y="25419"/>
                  <a:pt x="143358" y="28124"/>
                  <a:pt x="148514" y="33534"/>
                </a:cubicBezTo>
                <a:cubicBezTo>
                  <a:pt x="153669" y="38945"/>
                  <a:pt x="156247" y="46521"/>
                  <a:pt x="156247" y="56265"/>
                </a:cubicBezTo>
                <a:cubicBezTo>
                  <a:pt x="156247" y="60934"/>
                  <a:pt x="155799" y="65132"/>
                  <a:pt x="154902" y="68859"/>
                </a:cubicBezTo>
                <a:moveTo>
                  <a:pt x="138629" y="57024"/>
                </a:moveTo>
                <a:cubicBezTo>
                  <a:pt x="138674" y="56175"/>
                  <a:pt x="138696" y="55527"/>
                  <a:pt x="138696" y="55082"/>
                </a:cubicBezTo>
                <a:cubicBezTo>
                  <a:pt x="138696" y="49812"/>
                  <a:pt x="137508" y="45859"/>
                  <a:pt x="135132" y="43224"/>
                </a:cubicBezTo>
                <a:cubicBezTo>
                  <a:pt x="132756" y="40588"/>
                  <a:pt x="129573" y="39271"/>
                  <a:pt x="125583" y="39271"/>
                </a:cubicBezTo>
                <a:cubicBezTo>
                  <a:pt x="121593" y="39271"/>
                  <a:pt x="118018" y="40767"/>
                  <a:pt x="114858" y="43760"/>
                </a:cubicBezTo>
                <a:cubicBezTo>
                  <a:pt x="111697" y="46752"/>
                  <a:pt x="109557" y="51173"/>
                  <a:pt x="108436" y="57024"/>
                </a:cubicBezTo>
                <a:lnTo>
                  <a:pt x="138629" y="57024"/>
                </a:lnTo>
                <a:close/>
                <a:moveTo>
                  <a:pt x="177078" y="27167"/>
                </a:moveTo>
                <a:lnTo>
                  <a:pt x="195368" y="27167"/>
                </a:lnTo>
                <a:lnTo>
                  <a:pt x="193486" y="36461"/>
                </a:lnTo>
                <a:cubicBezTo>
                  <a:pt x="198058" y="32487"/>
                  <a:pt x="202328" y="29653"/>
                  <a:pt x="206296" y="27959"/>
                </a:cubicBezTo>
                <a:cubicBezTo>
                  <a:pt x="210263" y="26265"/>
                  <a:pt x="214443" y="25419"/>
                  <a:pt x="218837" y="25419"/>
                </a:cubicBezTo>
                <a:cubicBezTo>
                  <a:pt x="224709" y="25419"/>
                  <a:pt x="229338" y="27105"/>
                  <a:pt x="232723" y="30479"/>
                </a:cubicBezTo>
                <a:cubicBezTo>
                  <a:pt x="236107" y="33852"/>
                  <a:pt x="237800" y="38328"/>
                  <a:pt x="237800" y="43907"/>
                </a:cubicBezTo>
                <a:cubicBezTo>
                  <a:pt x="237800" y="46414"/>
                  <a:pt x="237060" y="51168"/>
                  <a:pt x="235581" y="58167"/>
                </a:cubicBezTo>
                <a:lnTo>
                  <a:pt x="227175" y="98581"/>
                </a:lnTo>
                <a:lnTo>
                  <a:pt x="207876" y="98581"/>
                </a:lnTo>
                <a:lnTo>
                  <a:pt x="216349" y="58028"/>
                </a:lnTo>
                <a:cubicBezTo>
                  <a:pt x="217604" y="51969"/>
                  <a:pt x="218232" y="48357"/>
                  <a:pt x="218232" y="47193"/>
                </a:cubicBezTo>
                <a:cubicBezTo>
                  <a:pt x="218232" y="44732"/>
                  <a:pt x="217503" y="42796"/>
                  <a:pt x="216046" y="41387"/>
                </a:cubicBezTo>
                <a:cubicBezTo>
                  <a:pt x="214589" y="39976"/>
                  <a:pt x="212561" y="39271"/>
                  <a:pt x="209960" y="39271"/>
                </a:cubicBezTo>
                <a:cubicBezTo>
                  <a:pt x="207136" y="39271"/>
                  <a:pt x="203998" y="40459"/>
                  <a:pt x="200546" y="42835"/>
                </a:cubicBezTo>
                <a:cubicBezTo>
                  <a:pt x="197094" y="45211"/>
                  <a:pt x="194382" y="48349"/>
                  <a:pt x="192410" y="52249"/>
                </a:cubicBezTo>
                <a:cubicBezTo>
                  <a:pt x="190975" y="55030"/>
                  <a:pt x="189361" y="60702"/>
                  <a:pt x="187568" y="69264"/>
                </a:cubicBezTo>
                <a:lnTo>
                  <a:pt x="181449" y="98581"/>
                </a:lnTo>
                <a:lnTo>
                  <a:pt x="162149" y="98581"/>
                </a:lnTo>
                <a:lnTo>
                  <a:pt x="177078" y="27167"/>
                </a:lnTo>
                <a:close/>
                <a:moveTo>
                  <a:pt x="315572" y="68859"/>
                </a:moveTo>
                <a:lnTo>
                  <a:pt x="267156" y="68859"/>
                </a:lnTo>
                <a:cubicBezTo>
                  <a:pt x="267111" y="69621"/>
                  <a:pt x="267089" y="70203"/>
                  <a:pt x="267089" y="70607"/>
                </a:cubicBezTo>
                <a:cubicBezTo>
                  <a:pt x="267089" y="75359"/>
                  <a:pt x="268445" y="79192"/>
                  <a:pt x="271157" y="82106"/>
                </a:cubicBezTo>
                <a:cubicBezTo>
                  <a:pt x="273869" y="85020"/>
                  <a:pt x="277175" y="86477"/>
                  <a:pt x="281076" y="86477"/>
                </a:cubicBezTo>
                <a:cubicBezTo>
                  <a:pt x="287486" y="86477"/>
                  <a:pt x="292485" y="83159"/>
                  <a:pt x="296071" y="76525"/>
                </a:cubicBezTo>
                <a:lnTo>
                  <a:pt x="313353" y="79483"/>
                </a:lnTo>
                <a:cubicBezTo>
                  <a:pt x="309991" y="86432"/>
                  <a:pt x="305497" y="91643"/>
                  <a:pt x="299870" y="95118"/>
                </a:cubicBezTo>
                <a:cubicBezTo>
                  <a:pt x="294244" y="98592"/>
                  <a:pt x="287934" y="100329"/>
                  <a:pt x="280941" y="100329"/>
                </a:cubicBezTo>
                <a:cubicBezTo>
                  <a:pt x="271347" y="100329"/>
                  <a:pt x="263547" y="97286"/>
                  <a:pt x="257540" y="91201"/>
                </a:cubicBezTo>
                <a:cubicBezTo>
                  <a:pt x="251533" y="85115"/>
                  <a:pt x="248529" y="77065"/>
                  <a:pt x="248529" y="67051"/>
                </a:cubicBezTo>
                <a:cubicBezTo>
                  <a:pt x="248529" y="57260"/>
                  <a:pt x="251241" y="48547"/>
                  <a:pt x="256666" y="40912"/>
                </a:cubicBezTo>
                <a:cubicBezTo>
                  <a:pt x="264063" y="30583"/>
                  <a:pt x="274620" y="25419"/>
                  <a:pt x="288338" y="25419"/>
                </a:cubicBezTo>
                <a:cubicBezTo>
                  <a:pt x="297080" y="25419"/>
                  <a:pt x="304028" y="28124"/>
                  <a:pt x="309184" y="33534"/>
                </a:cubicBezTo>
                <a:cubicBezTo>
                  <a:pt x="314339" y="38945"/>
                  <a:pt x="316917" y="46521"/>
                  <a:pt x="316917" y="56265"/>
                </a:cubicBezTo>
                <a:cubicBezTo>
                  <a:pt x="316917" y="60934"/>
                  <a:pt x="316469" y="65132"/>
                  <a:pt x="315572" y="68859"/>
                </a:cubicBezTo>
                <a:moveTo>
                  <a:pt x="299299" y="57024"/>
                </a:moveTo>
                <a:cubicBezTo>
                  <a:pt x="299344" y="56175"/>
                  <a:pt x="299366" y="55527"/>
                  <a:pt x="299366" y="55082"/>
                </a:cubicBezTo>
                <a:cubicBezTo>
                  <a:pt x="299366" y="49812"/>
                  <a:pt x="298178" y="45859"/>
                  <a:pt x="295802" y="43224"/>
                </a:cubicBezTo>
                <a:cubicBezTo>
                  <a:pt x="293426" y="40588"/>
                  <a:pt x="290243" y="39271"/>
                  <a:pt x="286253" y="39271"/>
                </a:cubicBezTo>
                <a:cubicBezTo>
                  <a:pt x="282264" y="39271"/>
                  <a:pt x="278688" y="40767"/>
                  <a:pt x="275528" y="43760"/>
                </a:cubicBezTo>
                <a:cubicBezTo>
                  <a:pt x="272367" y="46752"/>
                  <a:pt x="270227" y="51173"/>
                  <a:pt x="269106" y="57024"/>
                </a:cubicBezTo>
                <a:lnTo>
                  <a:pt x="299299" y="57024"/>
                </a:lnTo>
                <a:close/>
                <a:moveTo>
                  <a:pt x="336403" y="27167"/>
                </a:moveTo>
                <a:lnTo>
                  <a:pt x="354425" y="27167"/>
                </a:lnTo>
                <a:lnTo>
                  <a:pt x="351533" y="40990"/>
                </a:lnTo>
                <a:cubicBezTo>
                  <a:pt x="358258" y="30609"/>
                  <a:pt x="365542" y="25419"/>
                  <a:pt x="373388" y="25419"/>
                </a:cubicBezTo>
                <a:cubicBezTo>
                  <a:pt x="376167" y="25419"/>
                  <a:pt x="379148" y="26113"/>
                  <a:pt x="382331" y="27503"/>
                </a:cubicBezTo>
                <a:lnTo>
                  <a:pt x="374934" y="43306"/>
                </a:lnTo>
                <a:cubicBezTo>
                  <a:pt x="373186" y="42678"/>
                  <a:pt x="371325" y="42364"/>
                  <a:pt x="369353" y="42364"/>
                </a:cubicBezTo>
                <a:cubicBezTo>
                  <a:pt x="366035" y="42364"/>
                  <a:pt x="362662" y="43622"/>
                  <a:pt x="359233" y="46138"/>
                </a:cubicBezTo>
                <a:cubicBezTo>
                  <a:pt x="355803" y="48653"/>
                  <a:pt x="353125" y="52010"/>
                  <a:pt x="351197" y="56210"/>
                </a:cubicBezTo>
                <a:cubicBezTo>
                  <a:pt x="349269" y="60409"/>
                  <a:pt x="347364" y="67068"/>
                  <a:pt x="345481" y="76186"/>
                </a:cubicBezTo>
                <a:lnTo>
                  <a:pt x="340774" y="98581"/>
                </a:lnTo>
                <a:lnTo>
                  <a:pt x="321475" y="98581"/>
                </a:lnTo>
                <a:lnTo>
                  <a:pt x="336403" y="27167"/>
                </a:lnTo>
                <a:close/>
                <a:moveTo>
                  <a:pt x="403341" y="47340"/>
                </a:moveTo>
                <a:lnTo>
                  <a:pt x="384513" y="45739"/>
                </a:lnTo>
                <a:cubicBezTo>
                  <a:pt x="386665" y="39369"/>
                  <a:pt x="390419" y="34390"/>
                  <a:pt x="395776" y="30802"/>
                </a:cubicBezTo>
                <a:cubicBezTo>
                  <a:pt x="401134" y="27213"/>
                  <a:pt x="408228" y="25419"/>
                  <a:pt x="417059" y="25419"/>
                </a:cubicBezTo>
                <a:cubicBezTo>
                  <a:pt x="426249" y="25419"/>
                  <a:pt x="433041" y="27270"/>
                  <a:pt x="437434" y="30973"/>
                </a:cubicBezTo>
                <a:cubicBezTo>
                  <a:pt x="441828" y="34674"/>
                  <a:pt x="444024" y="39194"/>
                  <a:pt x="444024" y="44533"/>
                </a:cubicBezTo>
                <a:cubicBezTo>
                  <a:pt x="444024" y="46687"/>
                  <a:pt x="443834" y="48977"/>
                  <a:pt x="443453" y="51400"/>
                </a:cubicBezTo>
                <a:cubicBezTo>
                  <a:pt x="443072" y="53822"/>
                  <a:pt x="441738" y="60194"/>
                  <a:pt x="439452" y="70515"/>
                </a:cubicBezTo>
                <a:cubicBezTo>
                  <a:pt x="437569" y="79039"/>
                  <a:pt x="436628" y="85007"/>
                  <a:pt x="436628" y="88418"/>
                </a:cubicBezTo>
                <a:cubicBezTo>
                  <a:pt x="436628" y="91470"/>
                  <a:pt x="437165" y="94857"/>
                  <a:pt x="438241" y="98581"/>
                </a:cubicBezTo>
                <a:lnTo>
                  <a:pt x="419480" y="98581"/>
                </a:lnTo>
                <a:cubicBezTo>
                  <a:pt x="418718" y="95981"/>
                  <a:pt x="418247" y="93291"/>
                  <a:pt x="418068" y="90511"/>
                </a:cubicBezTo>
                <a:cubicBezTo>
                  <a:pt x="415244" y="93649"/>
                  <a:pt x="411994" y="96070"/>
                  <a:pt x="408317" y="97774"/>
                </a:cubicBezTo>
                <a:cubicBezTo>
                  <a:pt x="404641" y="99477"/>
                  <a:pt x="400943" y="100329"/>
                  <a:pt x="397222" y="100329"/>
                </a:cubicBezTo>
                <a:cubicBezTo>
                  <a:pt x="391305" y="100329"/>
                  <a:pt x="386418" y="98387"/>
                  <a:pt x="382563" y="94504"/>
                </a:cubicBezTo>
                <a:cubicBezTo>
                  <a:pt x="378707" y="90621"/>
                  <a:pt x="376780" y="85626"/>
                  <a:pt x="376780" y="79521"/>
                </a:cubicBezTo>
                <a:cubicBezTo>
                  <a:pt x="376780" y="72697"/>
                  <a:pt x="378898" y="67243"/>
                  <a:pt x="383134" y="63158"/>
                </a:cubicBezTo>
                <a:cubicBezTo>
                  <a:pt x="387371" y="59072"/>
                  <a:pt x="394936" y="56603"/>
                  <a:pt x="405829" y="55750"/>
                </a:cubicBezTo>
                <a:cubicBezTo>
                  <a:pt x="415020" y="54987"/>
                  <a:pt x="421161" y="54066"/>
                  <a:pt x="424254" y="52989"/>
                </a:cubicBezTo>
                <a:cubicBezTo>
                  <a:pt x="425061" y="50299"/>
                  <a:pt x="425465" y="48147"/>
                  <a:pt x="425465" y="46533"/>
                </a:cubicBezTo>
                <a:cubicBezTo>
                  <a:pt x="425465" y="44471"/>
                  <a:pt x="424636" y="42745"/>
                  <a:pt x="422977" y="41356"/>
                </a:cubicBezTo>
                <a:cubicBezTo>
                  <a:pt x="421318" y="39966"/>
                  <a:pt x="418852" y="39271"/>
                  <a:pt x="415580" y="39271"/>
                </a:cubicBezTo>
                <a:cubicBezTo>
                  <a:pt x="412128" y="39271"/>
                  <a:pt x="409405" y="39971"/>
                  <a:pt x="407410" y="41372"/>
                </a:cubicBezTo>
                <a:cubicBezTo>
                  <a:pt x="405415" y="42772"/>
                  <a:pt x="404059" y="44761"/>
                  <a:pt x="403341" y="47340"/>
                </a:cubicBezTo>
                <a:moveTo>
                  <a:pt x="421699" y="65227"/>
                </a:moveTo>
                <a:cubicBezTo>
                  <a:pt x="420534" y="65543"/>
                  <a:pt x="418987" y="65835"/>
                  <a:pt x="417059" y="66104"/>
                </a:cubicBezTo>
                <a:cubicBezTo>
                  <a:pt x="407376" y="67273"/>
                  <a:pt x="401055" y="68983"/>
                  <a:pt x="398096" y="71231"/>
                </a:cubicBezTo>
                <a:cubicBezTo>
                  <a:pt x="395989" y="72851"/>
                  <a:pt x="394936" y="75033"/>
                  <a:pt x="394936" y="77777"/>
                </a:cubicBezTo>
                <a:cubicBezTo>
                  <a:pt x="394936" y="80025"/>
                  <a:pt x="395743" y="81926"/>
                  <a:pt x="397357" y="83478"/>
                </a:cubicBezTo>
                <a:cubicBezTo>
                  <a:pt x="398970" y="85029"/>
                  <a:pt x="401100" y="85804"/>
                  <a:pt x="403745" y="85804"/>
                </a:cubicBezTo>
                <a:cubicBezTo>
                  <a:pt x="406659" y="85804"/>
                  <a:pt x="409405" y="85096"/>
                  <a:pt x="411982" y="83680"/>
                </a:cubicBezTo>
                <a:cubicBezTo>
                  <a:pt x="414560" y="82262"/>
                  <a:pt x="416488" y="80440"/>
                  <a:pt x="417765" y="78214"/>
                </a:cubicBezTo>
                <a:cubicBezTo>
                  <a:pt x="419043" y="75988"/>
                  <a:pt x="420175" y="72514"/>
                  <a:pt x="421161" y="67791"/>
                </a:cubicBezTo>
                <a:lnTo>
                  <a:pt x="421699" y="65227"/>
                </a:lnTo>
                <a:close/>
                <a:moveTo>
                  <a:pt x="457458" y="41557"/>
                </a:moveTo>
                <a:lnTo>
                  <a:pt x="460417" y="27167"/>
                </a:lnTo>
                <a:lnTo>
                  <a:pt x="469911" y="27167"/>
                </a:lnTo>
                <a:lnTo>
                  <a:pt x="472256" y="15735"/>
                </a:lnTo>
                <a:lnTo>
                  <a:pt x="494309" y="2421"/>
                </a:lnTo>
                <a:lnTo>
                  <a:pt x="489211" y="27167"/>
                </a:lnTo>
                <a:lnTo>
                  <a:pt x="500899" y="27167"/>
                </a:lnTo>
                <a:lnTo>
                  <a:pt x="497940" y="41557"/>
                </a:lnTo>
                <a:lnTo>
                  <a:pt x="486245" y="41557"/>
                </a:lnTo>
                <a:lnTo>
                  <a:pt x="479851" y="71490"/>
                </a:lnTo>
                <a:cubicBezTo>
                  <a:pt x="478730" y="76907"/>
                  <a:pt x="478170" y="79996"/>
                  <a:pt x="478170" y="80757"/>
                </a:cubicBezTo>
                <a:cubicBezTo>
                  <a:pt x="478170" y="82238"/>
                  <a:pt x="478641" y="83393"/>
                  <a:pt x="479582" y="84224"/>
                </a:cubicBezTo>
                <a:cubicBezTo>
                  <a:pt x="480523" y="85053"/>
                  <a:pt x="482227" y="85468"/>
                  <a:pt x="484693" y="85468"/>
                </a:cubicBezTo>
                <a:cubicBezTo>
                  <a:pt x="485544" y="85468"/>
                  <a:pt x="487674" y="85311"/>
                  <a:pt x="491081" y="84997"/>
                </a:cubicBezTo>
                <a:lnTo>
                  <a:pt x="488055" y="99320"/>
                </a:lnTo>
                <a:cubicBezTo>
                  <a:pt x="484737" y="99993"/>
                  <a:pt x="481330" y="100329"/>
                  <a:pt x="477834" y="100329"/>
                </a:cubicBezTo>
                <a:cubicBezTo>
                  <a:pt x="471019" y="100329"/>
                  <a:pt x="466066" y="99012"/>
                  <a:pt x="462973" y="96379"/>
                </a:cubicBezTo>
                <a:cubicBezTo>
                  <a:pt x="459879" y="93743"/>
                  <a:pt x="458333" y="90084"/>
                  <a:pt x="458333" y="85401"/>
                </a:cubicBezTo>
                <a:cubicBezTo>
                  <a:pt x="458333" y="83204"/>
                  <a:pt x="459162" y="78138"/>
                  <a:pt x="460821" y="70201"/>
                </a:cubicBezTo>
                <a:lnTo>
                  <a:pt x="467051" y="41557"/>
                </a:lnTo>
                <a:lnTo>
                  <a:pt x="457458" y="41557"/>
                </a:lnTo>
                <a:close/>
                <a:moveTo>
                  <a:pt x="568053" y="68859"/>
                </a:moveTo>
                <a:lnTo>
                  <a:pt x="519637" y="68859"/>
                </a:lnTo>
                <a:cubicBezTo>
                  <a:pt x="519592" y="69621"/>
                  <a:pt x="519570" y="70203"/>
                  <a:pt x="519570" y="70607"/>
                </a:cubicBezTo>
                <a:cubicBezTo>
                  <a:pt x="519570" y="75359"/>
                  <a:pt x="520926" y="79192"/>
                  <a:pt x="523638" y="82106"/>
                </a:cubicBezTo>
                <a:cubicBezTo>
                  <a:pt x="526350" y="85020"/>
                  <a:pt x="529657" y="86477"/>
                  <a:pt x="533557" y="86477"/>
                </a:cubicBezTo>
                <a:cubicBezTo>
                  <a:pt x="539967" y="86477"/>
                  <a:pt x="544966" y="83159"/>
                  <a:pt x="548552" y="76525"/>
                </a:cubicBezTo>
                <a:lnTo>
                  <a:pt x="565834" y="79483"/>
                </a:lnTo>
                <a:cubicBezTo>
                  <a:pt x="562472" y="86432"/>
                  <a:pt x="557978" y="91643"/>
                  <a:pt x="552352" y="95118"/>
                </a:cubicBezTo>
                <a:cubicBezTo>
                  <a:pt x="546726" y="98592"/>
                  <a:pt x="540416" y="100329"/>
                  <a:pt x="533422" y="100329"/>
                </a:cubicBezTo>
                <a:cubicBezTo>
                  <a:pt x="523829" y="100329"/>
                  <a:pt x="516028" y="97286"/>
                  <a:pt x="510021" y="91201"/>
                </a:cubicBezTo>
                <a:cubicBezTo>
                  <a:pt x="504014" y="85115"/>
                  <a:pt x="501010" y="77065"/>
                  <a:pt x="501010" y="67051"/>
                </a:cubicBezTo>
                <a:cubicBezTo>
                  <a:pt x="501010" y="57260"/>
                  <a:pt x="503723" y="48547"/>
                  <a:pt x="509147" y="40912"/>
                </a:cubicBezTo>
                <a:cubicBezTo>
                  <a:pt x="516544" y="30583"/>
                  <a:pt x="527101" y="25419"/>
                  <a:pt x="540819" y="25419"/>
                </a:cubicBezTo>
                <a:cubicBezTo>
                  <a:pt x="549561" y="25419"/>
                  <a:pt x="556510" y="28124"/>
                  <a:pt x="561665" y="33534"/>
                </a:cubicBezTo>
                <a:cubicBezTo>
                  <a:pt x="566821" y="38945"/>
                  <a:pt x="569398" y="46521"/>
                  <a:pt x="569398" y="56265"/>
                </a:cubicBezTo>
                <a:cubicBezTo>
                  <a:pt x="569398" y="60934"/>
                  <a:pt x="568950" y="65132"/>
                  <a:pt x="568053" y="68859"/>
                </a:cubicBezTo>
                <a:moveTo>
                  <a:pt x="551780" y="57024"/>
                </a:moveTo>
                <a:cubicBezTo>
                  <a:pt x="551825" y="56175"/>
                  <a:pt x="551847" y="55527"/>
                  <a:pt x="551847" y="55082"/>
                </a:cubicBezTo>
                <a:cubicBezTo>
                  <a:pt x="551847" y="49812"/>
                  <a:pt x="550659" y="45859"/>
                  <a:pt x="548283" y="43224"/>
                </a:cubicBezTo>
                <a:cubicBezTo>
                  <a:pt x="545907" y="40588"/>
                  <a:pt x="542724" y="39271"/>
                  <a:pt x="538735" y="39271"/>
                </a:cubicBezTo>
                <a:cubicBezTo>
                  <a:pt x="534745" y="39271"/>
                  <a:pt x="531170" y="40767"/>
                  <a:pt x="528009" y="43760"/>
                </a:cubicBezTo>
                <a:cubicBezTo>
                  <a:pt x="524849" y="46752"/>
                  <a:pt x="522708" y="51173"/>
                  <a:pt x="521587" y="57024"/>
                </a:cubicBezTo>
                <a:lnTo>
                  <a:pt x="551780" y="57024"/>
                </a:lnTo>
                <a:close/>
                <a:moveTo>
                  <a:pt x="661703" y="71683"/>
                </a:moveTo>
                <a:lnTo>
                  <a:pt x="680464" y="74709"/>
                </a:lnTo>
                <a:cubicBezTo>
                  <a:pt x="677371" y="83070"/>
                  <a:pt x="672798" y="89430"/>
                  <a:pt x="666746" y="93790"/>
                </a:cubicBezTo>
                <a:cubicBezTo>
                  <a:pt x="660694" y="98149"/>
                  <a:pt x="653678" y="100329"/>
                  <a:pt x="645699" y="100329"/>
                </a:cubicBezTo>
                <a:cubicBezTo>
                  <a:pt x="636598" y="100329"/>
                  <a:pt x="629381" y="97612"/>
                  <a:pt x="624046" y="92178"/>
                </a:cubicBezTo>
                <a:cubicBezTo>
                  <a:pt x="618711" y="86744"/>
                  <a:pt x="616044" y="79266"/>
                  <a:pt x="616044" y="69745"/>
                </a:cubicBezTo>
                <a:cubicBezTo>
                  <a:pt x="616044" y="61976"/>
                  <a:pt x="617658" y="54633"/>
                  <a:pt x="620885" y="47716"/>
                </a:cubicBezTo>
                <a:cubicBezTo>
                  <a:pt x="624113" y="40800"/>
                  <a:pt x="628977" y="35355"/>
                  <a:pt x="635477" y="31380"/>
                </a:cubicBezTo>
                <a:cubicBezTo>
                  <a:pt x="641978" y="27406"/>
                  <a:pt x="649106" y="25419"/>
                  <a:pt x="656861" y="25419"/>
                </a:cubicBezTo>
                <a:cubicBezTo>
                  <a:pt x="665289" y="25419"/>
                  <a:pt x="672014" y="27631"/>
                  <a:pt x="677035" y="32055"/>
                </a:cubicBezTo>
                <a:cubicBezTo>
                  <a:pt x="682056" y="36479"/>
                  <a:pt x="684880" y="42303"/>
                  <a:pt x="685507" y="49526"/>
                </a:cubicBezTo>
                <a:lnTo>
                  <a:pt x="667150" y="51509"/>
                </a:lnTo>
                <a:cubicBezTo>
                  <a:pt x="666701" y="47451"/>
                  <a:pt x="665480" y="44464"/>
                  <a:pt x="663485" y="42549"/>
                </a:cubicBezTo>
                <a:cubicBezTo>
                  <a:pt x="661490" y="40633"/>
                  <a:pt x="658879" y="39674"/>
                  <a:pt x="655651" y="39674"/>
                </a:cubicBezTo>
                <a:cubicBezTo>
                  <a:pt x="651930" y="39674"/>
                  <a:pt x="648456" y="41066"/>
                  <a:pt x="645228" y="43850"/>
                </a:cubicBezTo>
                <a:cubicBezTo>
                  <a:pt x="642000" y="46634"/>
                  <a:pt x="639523" y="50798"/>
                  <a:pt x="637797" y="56343"/>
                </a:cubicBezTo>
                <a:cubicBezTo>
                  <a:pt x="636071" y="61888"/>
                  <a:pt x="635208" y="67084"/>
                  <a:pt x="635208" y="71933"/>
                </a:cubicBezTo>
                <a:cubicBezTo>
                  <a:pt x="635208" y="76153"/>
                  <a:pt x="636239" y="79408"/>
                  <a:pt x="638302" y="81698"/>
                </a:cubicBezTo>
                <a:cubicBezTo>
                  <a:pt x="640364" y="83987"/>
                  <a:pt x="642942" y="85132"/>
                  <a:pt x="646035" y="85132"/>
                </a:cubicBezTo>
                <a:cubicBezTo>
                  <a:pt x="649128" y="85132"/>
                  <a:pt x="652109" y="84011"/>
                  <a:pt x="654978" y="81770"/>
                </a:cubicBezTo>
                <a:cubicBezTo>
                  <a:pt x="657847" y="79528"/>
                  <a:pt x="660089" y="76166"/>
                  <a:pt x="661703" y="71683"/>
                </a:cubicBezTo>
                <a:close/>
                <a:moveTo>
                  <a:pt x="692621" y="68936"/>
                </a:moveTo>
                <a:cubicBezTo>
                  <a:pt x="692621" y="55688"/>
                  <a:pt x="696353" y="45123"/>
                  <a:pt x="703817" y="37241"/>
                </a:cubicBezTo>
                <a:cubicBezTo>
                  <a:pt x="711281" y="29359"/>
                  <a:pt x="721088" y="25419"/>
                  <a:pt x="733237" y="25419"/>
                </a:cubicBezTo>
                <a:cubicBezTo>
                  <a:pt x="743772" y="25419"/>
                  <a:pt x="751998" y="28327"/>
                  <a:pt x="757915" y="34144"/>
                </a:cubicBezTo>
                <a:cubicBezTo>
                  <a:pt x="763833" y="39959"/>
                  <a:pt x="766792" y="47784"/>
                  <a:pt x="766792" y="57620"/>
                </a:cubicBezTo>
                <a:cubicBezTo>
                  <a:pt x="766792" y="69206"/>
                  <a:pt x="763093" y="79221"/>
                  <a:pt x="755696" y="87664"/>
                </a:cubicBezTo>
                <a:cubicBezTo>
                  <a:pt x="748299" y="96107"/>
                  <a:pt x="738392" y="100329"/>
                  <a:pt x="725974" y="100329"/>
                </a:cubicBezTo>
                <a:cubicBezTo>
                  <a:pt x="719250" y="100329"/>
                  <a:pt x="713287" y="98982"/>
                  <a:pt x="708087" y="96288"/>
                </a:cubicBezTo>
                <a:cubicBezTo>
                  <a:pt x="702887" y="93593"/>
                  <a:pt x="699009" y="89775"/>
                  <a:pt x="696454" y="84836"/>
                </a:cubicBezTo>
                <a:cubicBezTo>
                  <a:pt x="693898" y="79894"/>
                  <a:pt x="692621" y="74595"/>
                  <a:pt x="692621" y="68936"/>
                </a:cubicBezTo>
                <a:moveTo>
                  <a:pt x="747627" y="55118"/>
                </a:moveTo>
                <a:cubicBezTo>
                  <a:pt x="747627" y="50532"/>
                  <a:pt x="746293" y="46857"/>
                  <a:pt x="743626" y="44092"/>
                </a:cubicBezTo>
                <a:cubicBezTo>
                  <a:pt x="740958" y="41326"/>
                  <a:pt x="737518" y="39943"/>
                  <a:pt x="733304" y="39943"/>
                </a:cubicBezTo>
                <a:cubicBezTo>
                  <a:pt x="729135" y="39943"/>
                  <a:pt x="725436" y="41236"/>
                  <a:pt x="722208" y="43823"/>
                </a:cubicBezTo>
                <a:cubicBezTo>
                  <a:pt x="718981" y="46407"/>
                  <a:pt x="716470" y="50162"/>
                  <a:pt x="714677" y="55086"/>
                </a:cubicBezTo>
                <a:cubicBezTo>
                  <a:pt x="712884" y="60009"/>
                  <a:pt x="711987" y="64538"/>
                  <a:pt x="711987" y="68674"/>
                </a:cubicBezTo>
                <a:cubicBezTo>
                  <a:pt x="711987" y="73800"/>
                  <a:pt x="713377" y="77869"/>
                  <a:pt x="716156" y="80883"/>
                </a:cubicBezTo>
                <a:cubicBezTo>
                  <a:pt x="718936" y="83895"/>
                  <a:pt x="722433" y="85401"/>
                  <a:pt x="726647" y="85401"/>
                </a:cubicBezTo>
                <a:cubicBezTo>
                  <a:pt x="731937" y="85401"/>
                  <a:pt x="736375" y="83130"/>
                  <a:pt x="739961" y="78588"/>
                </a:cubicBezTo>
                <a:cubicBezTo>
                  <a:pt x="745072" y="72159"/>
                  <a:pt x="747627" y="64336"/>
                  <a:pt x="747627" y="55118"/>
                </a:cubicBezTo>
                <a:close/>
                <a:moveTo>
                  <a:pt x="839924" y="98581"/>
                </a:moveTo>
                <a:lnTo>
                  <a:pt x="821634" y="98581"/>
                </a:lnTo>
                <a:lnTo>
                  <a:pt x="823247" y="90854"/>
                </a:lnTo>
                <a:cubicBezTo>
                  <a:pt x="819751" y="94239"/>
                  <a:pt x="816310" y="96664"/>
                  <a:pt x="812925" y="98131"/>
                </a:cubicBezTo>
                <a:cubicBezTo>
                  <a:pt x="809541" y="99596"/>
                  <a:pt x="805719" y="100329"/>
                  <a:pt x="801460" y="100329"/>
                </a:cubicBezTo>
                <a:cubicBezTo>
                  <a:pt x="794063" y="100329"/>
                  <a:pt x="788067" y="97803"/>
                  <a:pt x="783472" y="92751"/>
                </a:cubicBezTo>
                <a:cubicBezTo>
                  <a:pt x="778877" y="87698"/>
                  <a:pt x="776580" y="80231"/>
                  <a:pt x="776580" y="70351"/>
                </a:cubicBezTo>
                <a:cubicBezTo>
                  <a:pt x="776580" y="58899"/>
                  <a:pt x="779807" y="48548"/>
                  <a:pt x="786263" y="39296"/>
                </a:cubicBezTo>
                <a:cubicBezTo>
                  <a:pt x="792718" y="30044"/>
                  <a:pt x="801258" y="25419"/>
                  <a:pt x="811883" y="25419"/>
                </a:cubicBezTo>
                <a:cubicBezTo>
                  <a:pt x="821477" y="25419"/>
                  <a:pt x="828672" y="29229"/>
                  <a:pt x="833469" y="36850"/>
                </a:cubicBezTo>
                <a:lnTo>
                  <a:pt x="841202" y="0"/>
                </a:lnTo>
                <a:lnTo>
                  <a:pt x="860501" y="0"/>
                </a:lnTo>
                <a:lnTo>
                  <a:pt x="839924" y="98581"/>
                </a:lnTo>
                <a:moveTo>
                  <a:pt x="795341" y="69508"/>
                </a:moveTo>
                <a:cubicBezTo>
                  <a:pt x="795341" y="74626"/>
                  <a:pt x="796630" y="78621"/>
                  <a:pt x="799207" y="81494"/>
                </a:cubicBezTo>
                <a:cubicBezTo>
                  <a:pt x="801785" y="84368"/>
                  <a:pt x="804957" y="85804"/>
                  <a:pt x="808723" y="85804"/>
                </a:cubicBezTo>
                <a:cubicBezTo>
                  <a:pt x="812219" y="85804"/>
                  <a:pt x="815481" y="84604"/>
                  <a:pt x="818507" y="82202"/>
                </a:cubicBezTo>
                <a:cubicBezTo>
                  <a:pt x="821533" y="79800"/>
                  <a:pt x="823953" y="76129"/>
                  <a:pt x="825769" y="71191"/>
                </a:cubicBezTo>
                <a:cubicBezTo>
                  <a:pt x="827585" y="66253"/>
                  <a:pt x="828492" y="61516"/>
                  <a:pt x="828492" y="56982"/>
                </a:cubicBezTo>
                <a:cubicBezTo>
                  <a:pt x="828492" y="51819"/>
                  <a:pt x="827103" y="47644"/>
                  <a:pt x="824323" y="44457"/>
                </a:cubicBezTo>
                <a:cubicBezTo>
                  <a:pt x="821544" y="41269"/>
                  <a:pt x="818339" y="39674"/>
                  <a:pt x="814707" y="39674"/>
                </a:cubicBezTo>
                <a:cubicBezTo>
                  <a:pt x="809059" y="39674"/>
                  <a:pt x="804419" y="42817"/>
                  <a:pt x="800788" y="49103"/>
                </a:cubicBezTo>
                <a:cubicBezTo>
                  <a:pt x="797156" y="55388"/>
                  <a:pt x="795341" y="62189"/>
                  <a:pt x="795341" y="69508"/>
                </a:cubicBezTo>
                <a:close/>
                <a:moveTo>
                  <a:pt x="927649" y="68859"/>
                </a:moveTo>
                <a:lnTo>
                  <a:pt x="879232" y="68859"/>
                </a:lnTo>
                <a:cubicBezTo>
                  <a:pt x="879188" y="69621"/>
                  <a:pt x="879165" y="70203"/>
                  <a:pt x="879165" y="70607"/>
                </a:cubicBezTo>
                <a:cubicBezTo>
                  <a:pt x="879165" y="75359"/>
                  <a:pt x="880521" y="79192"/>
                  <a:pt x="883233" y="82106"/>
                </a:cubicBezTo>
                <a:cubicBezTo>
                  <a:pt x="885946" y="85020"/>
                  <a:pt x="889252" y="86477"/>
                  <a:pt x="893152" y="86477"/>
                </a:cubicBezTo>
                <a:cubicBezTo>
                  <a:pt x="899563" y="86477"/>
                  <a:pt x="904561" y="83159"/>
                  <a:pt x="908148" y="76525"/>
                </a:cubicBezTo>
                <a:lnTo>
                  <a:pt x="925429" y="79483"/>
                </a:lnTo>
                <a:cubicBezTo>
                  <a:pt x="922067" y="86432"/>
                  <a:pt x="917573" y="91643"/>
                  <a:pt x="911947" y="95118"/>
                </a:cubicBezTo>
                <a:cubicBezTo>
                  <a:pt x="906321" y="98592"/>
                  <a:pt x="900011" y="100329"/>
                  <a:pt x="893018" y="100329"/>
                </a:cubicBezTo>
                <a:cubicBezTo>
                  <a:pt x="883424" y="100329"/>
                  <a:pt x="875624" y="97286"/>
                  <a:pt x="869616" y="91201"/>
                </a:cubicBezTo>
                <a:cubicBezTo>
                  <a:pt x="863609" y="85115"/>
                  <a:pt x="860606" y="77065"/>
                  <a:pt x="860606" y="67051"/>
                </a:cubicBezTo>
                <a:cubicBezTo>
                  <a:pt x="860606" y="57260"/>
                  <a:pt x="863318" y="48547"/>
                  <a:pt x="868742" y="40912"/>
                </a:cubicBezTo>
                <a:cubicBezTo>
                  <a:pt x="876139" y="30583"/>
                  <a:pt x="886697" y="25419"/>
                  <a:pt x="900414" y="25419"/>
                </a:cubicBezTo>
                <a:cubicBezTo>
                  <a:pt x="909156" y="25419"/>
                  <a:pt x="916105" y="28124"/>
                  <a:pt x="921260" y="33534"/>
                </a:cubicBezTo>
                <a:cubicBezTo>
                  <a:pt x="926416" y="38945"/>
                  <a:pt x="928993" y="46521"/>
                  <a:pt x="928993" y="56265"/>
                </a:cubicBezTo>
                <a:cubicBezTo>
                  <a:pt x="928993" y="60934"/>
                  <a:pt x="928545" y="65132"/>
                  <a:pt x="927649" y="68859"/>
                </a:cubicBezTo>
                <a:moveTo>
                  <a:pt x="911375" y="57024"/>
                </a:moveTo>
                <a:cubicBezTo>
                  <a:pt x="911420" y="56175"/>
                  <a:pt x="911443" y="55527"/>
                  <a:pt x="911443" y="55082"/>
                </a:cubicBezTo>
                <a:cubicBezTo>
                  <a:pt x="911443" y="49812"/>
                  <a:pt x="910255" y="45859"/>
                  <a:pt x="907879" y="43224"/>
                </a:cubicBezTo>
                <a:cubicBezTo>
                  <a:pt x="905503" y="40588"/>
                  <a:pt x="902320" y="39271"/>
                  <a:pt x="898330" y="39271"/>
                </a:cubicBezTo>
                <a:cubicBezTo>
                  <a:pt x="894340" y="39271"/>
                  <a:pt x="890765" y="40767"/>
                  <a:pt x="887604" y="43760"/>
                </a:cubicBezTo>
                <a:cubicBezTo>
                  <a:pt x="884444" y="46752"/>
                  <a:pt x="882303" y="51173"/>
                  <a:pt x="881182" y="57024"/>
                </a:cubicBezTo>
                <a:lnTo>
                  <a:pt x="911375" y="57024"/>
                </a:lnTo>
                <a:close/>
                <a:moveTo>
                  <a:pt x="987205" y="27167"/>
                </a:moveTo>
                <a:lnTo>
                  <a:pt x="1005496" y="27167"/>
                </a:lnTo>
                <a:lnTo>
                  <a:pt x="1003949" y="34513"/>
                </a:lnTo>
                <a:cubicBezTo>
                  <a:pt x="1007849" y="31256"/>
                  <a:pt x="1011503" y="28926"/>
                  <a:pt x="1014910" y="27524"/>
                </a:cubicBezTo>
                <a:cubicBezTo>
                  <a:pt x="1018317" y="26120"/>
                  <a:pt x="1021971" y="25419"/>
                  <a:pt x="1025871" y="25419"/>
                </a:cubicBezTo>
                <a:cubicBezTo>
                  <a:pt x="1033357" y="25419"/>
                  <a:pt x="1039376" y="28001"/>
                  <a:pt x="1043926" y="33166"/>
                </a:cubicBezTo>
                <a:cubicBezTo>
                  <a:pt x="1048476" y="38330"/>
                  <a:pt x="1050751" y="46032"/>
                  <a:pt x="1050751" y="56271"/>
                </a:cubicBezTo>
                <a:cubicBezTo>
                  <a:pt x="1050751" y="69161"/>
                  <a:pt x="1046829" y="80052"/>
                  <a:pt x="1038983" y="88944"/>
                </a:cubicBezTo>
                <a:cubicBezTo>
                  <a:pt x="1032259" y="96534"/>
                  <a:pt x="1024302" y="100329"/>
                  <a:pt x="1015112" y="100329"/>
                </a:cubicBezTo>
                <a:cubicBezTo>
                  <a:pt x="1005652" y="100329"/>
                  <a:pt x="998502" y="96514"/>
                  <a:pt x="993660" y="88885"/>
                </a:cubicBezTo>
                <a:lnTo>
                  <a:pt x="985927" y="125882"/>
                </a:lnTo>
                <a:lnTo>
                  <a:pt x="966628" y="125882"/>
                </a:lnTo>
                <a:lnTo>
                  <a:pt x="987205" y="27167"/>
                </a:lnTo>
                <a:moveTo>
                  <a:pt x="998838" y="68102"/>
                </a:moveTo>
                <a:cubicBezTo>
                  <a:pt x="998838" y="73709"/>
                  <a:pt x="1000194" y="78061"/>
                  <a:pt x="1002907" y="81158"/>
                </a:cubicBezTo>
                <a:cubicBezTo>
                  <a:pt x="1005619" y="84256"/>
                  <a:pt x="1008813" y="85804"/>
                  <a:pt x="1012489" y="85804"/>
                </a:cubicBezTo>
                <a:cubicBezTo>
                  <a:pt x="1015672" y="85804"/>
                  <a:pt x="1018743" y="84646"/>
                  <a:pt x="1021702" y="82331"/>
                </a:cubicBezTo>
                <a:cubicBezTo>
                  <a:pt x="1024660" y="80015"/>
                  <a:pt x="1027115" y="76171"/>
                  <a:pt x="1029065" y="70798"/>
                </a:cubicBezTo>
                <a:cubicBezTo>
                  <a:pt x="1031015" y="65426"/>
                  <a:pt x="1031990" y="60447"/>
                  <a:pt x="1031990" y="55861"/>
                </a:cubicBezTo>
                <a:cubicBezTo>
                  <a:pt x="1031990" y="50511"/>
                  <a:pt x="1030712" y="46409"/>
                  <a:pt x="1028157" y="43554"/>
                </a:cubicBezTo>
                <a:cubicBezTo>
                  <a:pt x="1025602" y="40698"/>
                  <a:pt x="1022352" y="39271"/>
                  <a:pt x="1018407" y="39271"/>
                </a:cubicBezTo>
                <a:cubicBezTo>
                  <a:pt x="1014730" y="39271"/>
                  <a:pt x="1011379" y="40581"/>
                  <a:pt x="1008353" y="43203"/>
                </a:cubicBezTo>
                <a:cubicBezTo>
                  <a:pt x="1005327" y="45824"/>
                  <a:pt x="1002985" y="49677"/>
                  <a:pt x="1001326" y="54762"/>
                </a:cubicBezTo>
                <a:cubicBezTo>
                  <a:pt x="999668" y="59848"/>
                  <a:pt x="998838" y="64294"/>
                  <a:pt x="998838" y="68102"/>
                </a:cubicBezTo>
                <a:close/>
                <a:moveTo>
                  <a:pt x="1084277" y="47340"/>
                </a:moveTo>
                <a:lnTo>
                  <a:pt x="1065448" y="45739"/>
                </a:lnTo>
                <a:cubicBezTo>
                  <a:pt x="1067600" y="39369"/>
                  <a:pt x="1071355" y="34390"/>
                  <a:pt x="1076712" y="30802"/>
                </a:cubicBezTo>
                <a:cubicBezTo>
                  <a:pt x="1082069" y="27213"/>
                  <a:pt x="1089163" y="25419"/>
                  <a:pt x="1097995" y="25419"/>
                </a:cubicBezTo>
                <a:cubicBezTo>
                  <a:pt x="1107185" y="25419"/>
                  <a:pt x="1113977" y="27270"/>
                  <a:pt x="1118370" y="30973"/>
                </a:cubicBezTo>
                <a:cubicBezTo>
                  <a:pt x="1122763" y="34674"/>
                  <a:pt x="1124960" y="39194"/>
                  <a:pt x="1124960" y="44533"/>
                </a:cubicBezTo>
                <a:cubicBezTo>
                  <a:pt x="1124960" y="46687"/>
                  <a:pt x="1124769" y="48977"/>
                  <a:pt x="1124388" y="51400"/>
                </a:cubicBezTo>
                <a:cubicBezTo>
                  <a:pt x="1124007" y="53822"/>
                  <a:pt x="1122674" y="60194"/>
                  <a:pt x="1120387" y="70515"/>
                </a:cubicBezTo>
                <a:cubicBezTo>
                  <a:pt x="1118504" y="79039"/>
                  <a:pt x="1117563" y="85007"/>
                  <a:pt x="1117563" y="88418"/>
                </a:cubicBezTo>
                <a:cubicBezTo>
                  <a:pt x="1117563" y="91470"/>
                  <a:pt x="1118101" y="94857"/>
                  <a:pt x="1119177" y="98581"/>
                </a:cubicBezTo>
                <a:lnTo>
                  <a:pt x="1100416" y="98581"/>
                </a:lnTo>
                <a:cubicBezTo>
                  <a:pt x="1099653" y="95981"/>
                  <a:pt x="1099183" y="93291"/>
                  <a:pt x="1099003" y="90511"/>
                </a:cubicBezTo>
                <a:cubicBezTo>
                  <a:pt x="1096179" y="93649"/>
                  <a:pt x="1092929" y="96070"/>
                  <a:pt x="1089253" y="97774"/>
                </a:cubicBezTo>
                <a:cubicBezTo>
                  <a:pt x="1085577" y="99477"/>
                  <a:pt x="1081878" y="100329"/>
                  <a:pt x="1078158" y="100329"/>
                </a:cubicBezTo>
                <a:cubicBezTo>
                  <a:pt x="1072240" y="100329"/>
                  <a:pt x="1067354" y="98387"/>
                  <a:pt x="1063498" y="94504"/>
                </a:cubicBezTo>
                <a:cubicBezTo>
                  <a:pt x="1059643" y="90621"/>
                  <a:pt x="1057715" y="85626"/>
                  <a:pt x="1057715" y="79521"/>
                </a:cubicBezTo>
                <a:cubicBezTo>
                  <a:pt x="1057715" y="72697"/>
                  <a:pt x="1059833" y="67243"/>
                  <a:pt x="1064070" y="63158"/>
                </a:cubicBezTo>
                <a:cubicBezTo>
                  <a:pt x="1068306" y="59072"/>
                  <a:pt x="1075871" y="56603"/>
                  <a:pt x="1086765" y="55750"/>
                </a:cubicBezTo>
                <a:cubicBezTo>
                  <a:pt x="1095955" y="54987"/>
                  <a:pt x="1102097" y="54066"/>
                  <a:pt x="1105190" y="52989"/>
                </a:cubicBezTo>
                <a:cubicBezTo>
                  <a:pt x="1105997" y="50299"/>
                  <a:pt x="1106400" y="48147"/>
                  <a:pt x="1106400" y="46533"/>
                </a:cubicBezTo>
                <a:cubicBezTo>
                  <a:pt x="1106400" y="44471"/>
                  <a:pt x="1105571" y="42745"/>
                  <a:pt x="1103912" y="41356"/>
                </a:cubicBezTo>
                <a:cubicBezTo>
                  <a:pt x="1102254" y="39966"/>
                  <a:pt x="1099788" y="39271"/>
                  <a:pt x="1096515" y="39271"/>
                </a:cubicBezTo>
                <a:cubicBezTo>
                  <a:pt x="1093063" y="39271"/>
                  <a:pt x="1090340" y="39971"/>
                  <a:pt x="1088345" y="41372"/>
                </a:cubicBezTo>
                <a:cubicBezTo>
                  <a:pt x="1086350" y="42772"/>
                  <a:pt x="1084994" y="44761"/>
                  <a:pt x="1084277" y="47340"/>
                </a:cubicBezTo>
                <a:moveTo>
                  <a:pt x="1102635" y="65227"/>
                </a:moveTo>
                <a:cubicBezTo>
                  <a:pt x="1101469" y="65543"/>
                  <a:pt x="1099922" y="65835"/>
                  <a:pt x="1097995" y="66104"/>
                </a:cubicBezTo>
                <a:cubicBezTo>
                  <a:pt x="1088311" y="67273"/>
                  <a:pt x="1081990" y="68983"/>
                  <a:pt x="1079032" y="71231"/>
                </a:cubicBezTo>
                <a:cubicBezTo>
                  <a:pt x="1076925" y="72851"/>
                  <a:pt x="1075871" y="75033"/>
                  <a:pt x="1075871" y="77777"/>
                </a:cubicBezTo>
                <a:cubicBezTo>
                  <a:pt x="1075871" y="80025"/>
                  <a:pt x="1076678" y="81926"/>
                  <a:pt x="1078292" y="83478"/>
                </a:cubicBezTo>
                <a:cubicBezTo>
                  <a:pt x="1079906" y="85029"/>
                  <a:pt x="1082035" y="85804"/>
                  <a:pt x="1084680" y="85804"/>
                </a:cubicBezTo>
                <a:cubicBezTo>
                  <a:pt x="1087594" y="85804"/>
                  <a:pt x="1090340" y="85096"/>
                  <a:pt x="1092918" y="83680"/>
                </a:cubicBezTo>
                <a:cubicBezTo>
                  <a:pt x="1095495" y="82262"/>
                  <a:pt x="1097423" y="80440"/>
                  <a:pt x="1098701" y="78214"/>
                </a:cubicBezTo>
                <a:cubicBezTo>
                  <a:pt x="1099978" y="75988"/>
                  <a:pt x="1101110" y="72514"/>
                  <a:pt x="1102097" y="67791"/>
                </a:cubicBezTo>
                <a:lnTo>
                  <a:pt x="1102635" y="65227"/>
                </a:lnTo>
                <a:close/>
                <a:moveTo>
                  <a:pt x="1154129" y="0"/>
                </a:moveTo>
                <a:lnTo>
                  <a:pt x="1173428" y="0"/>
                </a:lnTo>
                <a:lnTo>
                  <a:pt x="1169797" y="17484"/>
                </a:lnTo>
                <a:lnTo>
                  <a:pt x="1150498" y="17484"/>
                </a:lnTo>
                <a:lnTo>
                  <a:pt x="1154129" y="0"/>
                </a:lnTo>
                <a:moveTo>
                  <a:pt x="1148480" y="27167"/>
                </a:moveTo>
                <a:lnTo>
                  <a:pt x="1167780" y="27167"/>
                </a:lnTo>
                <a:lnTo>
                  <a:pt x="1152851" y="98581"/>
                </a:lnTo>
                <a:lnTo>
                  <a:pt x="1133552" y="98581"/>
                </a:lnTo>
                <a:lnTo>
                  <a:pt x="1148480" y="27167"/>
                </a:lnTo>
                <a:close/>
                <a:moveTo>
                  <a:pt x="1185659" y="27167"/>
                </a:moveTo>
                <a:lnTo>
                  <a:pt x="1203680" y="27167"/>
                </a:lnTo>
                <a:lnTo>
                  <a:pt x="1200789" y="40990"/>
                </a:lnTo>
                <a:cubicBezTo>
                  <a:pt x="1207513" y="30609"/>
                  <a:pt x="1214798" y="25419"/>
                  <a:pt x="1222643" y="25419"/>
                </a:cubicBezTo>
                <a:cubicBezTo>
                  <a:pt x="1225423" y="25419"/>
                  <a:pt x="1228404" y="26113"/>
                  <a:pt x="1231587" y="27503"/>
                </a:cubicBezTo>
                <a:lnTo>
                  <a:pt x="1224190" y="43306"/>
                </a:lnTo>
                <a:cubicBezTo>
                  <a:pt x="1222442" y="42678"/>
                  <a:pt x="1220581" y="42364"/>
                  <a:pt x="1218609" y="42364"/>
                </a:cubicBezTo>
                <a:cubicBezTo>
                  <a:pt x="1215291" y="42364"/>
                  <a:pt x="1211918" y="43622"/>
                  <a:pt x="1208488" y="46138"/>
                </a:cubicBezTo>
                <a:cubicBezTo>
                  <a:pt x="1205059" y="48653"/>
                  <a:pt x="1202380" y="52010"/>
                  <a:pt x="1200453" y="56210"/>
                </a:cubicBezTo>
                <a:cubicBezTo>
                  <a:pt x="1198525" y="60409"/>
                  <a:pt x="1196620" y="67068"/>
                  <a:pt x="1194737" y="76186"/>
                </a:cubicBezTo>
                <a:lnTo>
                  <a:pt x="1190030" y="98581"/>
                </a:lnTo>
                <a:lnTo>
                  <a:pt x="1170731" y="98581"/>
                </a:lnTo>
                <a:lnTo>
                  <a:pt x="1185659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susing">
            <a:extLst xmlns:a="http://schemas.openxmlformats.org/drawingml/2006/main">
              <a:ext uri="{FF2B5EF4-FFF2-40B4-BE49-F238E27FC236}">
                <a16:creationId xmlns:a16="http://schemas.microsoft.com/office/drawing/2014/main" id="{BE9F9578-0EAB-4E40-9D9B-EA16FF8E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041" y="2739929"/>
            <a:ext cx="480561" cy="127631"/>
          </a:xfrm>
          <a:custGeom xmlns:a="http://schemas.openxmlformats.org/drawingml/2006/main">
            <a:pathLst>
              <a:path w="480561" h="127631">
                <a:moveTo>
                  <a:pt x="0" y="78561"/>
                </a:moveTo>
                <a:lnTo>
                  <a:pt x="18694" y="75583"/>
                </a:lnTo>
                <a:cubicBezTo>
                  <a:pt x="20353" y="79552"/>
                  <a:pt x="22415" y="82360"/>
                  <a:pt x="24881" y="84008"/>
                </a:cubicBezTo>
                <a:cubicBezTo>
                  <a:pt x="27346" y="85654"/>
                  <a:pt x="30708" y="86477"/>
                  <a:pt x="34967" y="86477"/>
                </a:cubicBezTo>
                <a:cubicBezTo>
                  <a:pt x="39361" y="86477"/>
                  <a:pt x="42880" y="85493"/>
                  <a:pt x="45525" y="83526"/>
                </a:cubicBezTo>
                <a:cubicBezTo>
                  <a:pt x="47363" y="82184"/>
                  <a:pt x="48282" y="80552"/>
                  <a:pt x="48282" y="78630"/>
                </a:cubicBezTo>
                <a:cubicBezTo>
                  <a:pt x="48282" y="77333"/>
                  <a:pt x="47811" y="76167"/>
                  <a:pt x="46870" y="75133"/>
                </a:cubicBezTo>
                <a:cubicBezTo>
                  <a:pt x="45883" y="74146"/>
                  <a:pt x="43216" y="72933"/>
                  <a:pt x="38867" y="71496"/>
                </a:cubicBezTo>
                <a:cubicBezTo>
                  <a:pt x="27212" y="67633"/>
                  <a:pt x="19994" y="64580"/>
                  <a:pt x="17215" y="62336"/>
                </a:cubicBezTo>
                <a:cubicBezTo>
                  <a:pt x="12866" y="58832"/>
                  <a:pt x="10692" y="54251"/>
                  <a:pt x="10692" y="48593"/>
                </a:cubicBezTo>
                <a:cubicBezTo>
                  <a:pt x="10692" y="42934"/>
                  <a:pt x="12799" y="38061"/>
                  <a:pt x="17013" y="33973"/>
                </a:cubicBezTo>
                <a:cubicBezTo>
                  <a:pt x="22886" y="28270"/>
                  <a:pt x="31605" y="25419"/>
                  <a:pt x="43171" y="25419"/>
                </a:cubicBezTo>
                <a:cubicBezTo>
                  <a:pt x="52361" y="25419"/>
                  <a:pt x="59310" y="27100"/>
                  <a:pt x="64017" y="30462"/>
                </a:cubicBezTo>
                <a:cubicBezTo>
                  <a:pt x="68724" y="33824"/>
                  <a:pt x="71705" y="38374"/>
                  <a:pt x="72961" y="44113"/>
                </a:cubicBezTo>
                <a:lnTo>
                  <a:pt x="55141" y="47206"/>
                </a:lnTo>
                <a:cubicBezTo>
                  <a:pt x="54199" y="44606"/>
                  <a:pt x="52675" y="42656"/>
                  <a:pt x="50568" y="41356"/>
                </a:cubicBezTo>
                <a:cubicBezTo>
                  <a:pt x="47699" y="39607"/>
                  <a:pt x="44247" y="38733"/>
                  <a:pt x="40212" y="38733"/>
                </a:cubicBezTo>
                <a:cubicBezTo>
                  <a:pt x="36178" y="38733"/>
                  <a:pt x="33275" y="39408"/>
                  <a:pt x="31504" y="40759"/>
                </a:cubicBezTo>
                <a:cubicBezTo>
                  <a:pt x="29733" y="42109"/>
                  <a:pt x="28848" y="43663"/>
                  <a:pt x="28848" y="45420"/>
                </a:cubicBezTo>
                <a:cubicBezTo>
                  <a:pt x="28848" y="47220"/>
                  <a:pt x="29745" y="48704"/>
                  <a:pt x="31538" y="49872"/>
                </a:cubicBezTo>
                <a:cubicBezTo>
                  <a:pt x="32659" y="50591"/>
                  <a:pt x="36267" y="51848"/>
                  <a:pt x="42364" y="53644"/>
                </a:cubicBezTo>
                <a:cubicBezTo>
                  <a:pt x="51778" y="56385"/>
                  <a:pt x="58077" y="59079"/>
                  <a:pt x="61260" y="61729"/>
                </a:cubicBezTo>
                <a:cubicBezTo>
                  <a:pt x="65743" y="65456"/>
                  <a:pt x="67984" y="69948"/>
                  <a:pt x="67984" y="75203"/>
                </a:cubicBezTo>
                <a:cubicBezTo>
                  <a:pt x="67984" y="81983"/>
                  <a:pt x="65138" y="87866"/>
                  <a:pt x="59444" y="92852"/>
                </a:cubicBezTo>
                <a:cubicBezTo>
                  <a:pt x="53751" y="97837"/>
                  <a:pt x="45726" y="100329"/>
                  <a:pt x="35371" y="100329"/>
                </a:cubicBezTo>
                <a:cubicBezTo>
                  <a:pt x="25060" y="100329"/>
                  <a:pt x="17091" y="98425"/>
                  <a:pt x="11465" y="94618"/>
                </a:cubicBezTo>
                <a:cubicBezTo>
                  <a:pt x="5839" y="90808"/>
                  <a:pt x="2017" y="85456"/>
                  <a:pt x="0" y="78561"/>
                </a:cubicBezTo>
                <a:close/>
                <a:moveTo>
                  <a:pt x="132046" y="27167"/>
                </a:moveTo>
                <a:lnTo>
                  <a:pt x="151345" y="27167"/>
                </a:lnTo>
                <a:lnTo>
                  <a:pt x="142536" y="69464"/>
                </a:lnTo>
                <a:cubicBezTo>
                  <a:pt x="141461" y="74530"/>
                  <a:pt x="140923" y="77690"/>
                  <a:pt x="140923" y="78945"/>
                </a:cubicBezTo>
                <a:cubicBezTo>
                  <a:pt x="140923" y="81007"/>
                  <a:pt x="141685" y="82778"/>
                  <a:pt x="143209" y="84258"/>
                </a:cubicBezTo>
                <a:cubicBezTo>
                  <a:pt x="144733" y="85737"/>
                  <a:pt x="146683" y="86477"/>
                  <a:pt x="149059" y="86477"/>
                </a:cubicBezTo>
                <a:cubicBezTo>
                  <a:pt x="150763" y="86477"/>
                  <a:pt x="152444" y="86152"/>
                  <a:pt x="154103" y="85504"/>
                </a:cubicBezTo>
                <a:cubicBezTo>
                  <a:pt x="155761" y="84854"/>
                  <a:pt x="157465" y="83868"/>
                  <a:pt x="159213" y="82547"/>
                </a:cubicBezTo>
                <a:cubicBezTo>
                  <a:pt x="160961" y="81225"/>
                  <a:pt x="162531" y="79712"/>
                  <a:pt x="163920" y="78010"/>
                </a:cubicBezTo>
                <a:cubicBezTo>
                  <a:pt x="165310" y="76308"/>
                  <a:pt x="166610" y="74069"/>
                  <a:pt x="167820" y="71292"/>
                </a:cubicBezTo>
                <a:cubicBezTo>
                  <a:pt x="168672" y="69231"/>
                  <a:pt x="169591" y="65870"/>
                  <a:pt x="170577" y="61207"/>
                </a:cubicBezTo>
                <a:lnTo>
                  <a:pt x="177705" y="27167"/>
                </a:lnTo>
                <a:lnTo>
                  <a:pt x="197005" y="27167"/>
                </a:lnTo>
                <a:lnTo>
                  <a:pt x="182076" y="98581"/>
                </a:lnTo>
                <a:lnTo>
                  <a:pt x="164055" y="98581"/>
                </a:lnTo>
                <a:lnTo>
                  <a:pt x="166072" y="88948"/>
                </a:lnTo>
                <a:cubicBezTo>
                  <a:pt x="158182" y="96535"/>
                  <a:pt x="149597" y="100329"/>
                  <a:pt x="140317" y="100329"/>
                </a:cubicBezTo>
                <a:cubicBezTo>
                  <a:pt x="134445" y="100329"/>
                  <a:pt x="129827" y="98642"/>
                  <a:pt x="126465" y="95269"/>
                </a:cubicBezTo>
                <a:cubicBezTo>
                  <a:pt x="123103" y="91894"/>
                  <a:pt x="121422" y="87372"/>
                  <a:pt x="121422" y="81702"/>
                </a:cubicBezTo>
                <a:cubicBezTo>
                  <a:pt x="121422" y="79237"/>
                  <a:pt x="122184" y="74328"/>
                  <a:pt x="123708" y="66976"/>
                </a:cubicBezTo>
                <a:lnTo>
                  <a:pt x="132046" y="27167"/>
                </a:lnTo>
                <a:close/>
                <a:moveTo>
                  <a:pt x="198925" y="78561"/>
                </a:moveTo>
                <a:lnTo>
                  <a:pt x="217619" y="75583"/>
                </a:lnTo>
                <a:cubicBezTo>
                  <a:pt x="219278" y="79552"/>
                  <a:pt x="221340" y="82360"/>
                  <a:pt x="223805" y="84008"/>
                </a:cubicBezTo>
                <a:cubicBezTo>
                  <a:pt x="226271" y="85654"/>
                  <a:pt x="229633" y="86477"/>
                  <a:pt x="233892" y="86477"/>
                </a:cubicBezTo>
                <a:cubicBezTo>
                  <a:pt x="238285" y="86477"/>
                  <a:pt x="241805" y="85493"/>
                  <a:pt x="244450" y="83526"/>
                </a:cubicBezTo>
                <a:cubicBezTo>
                  <a:pt x="246288" y="82184"/>
                  <a:pt x="247207" y="80552"/>
                  <a:pt x="247207" y="78630"/>
                </a:cubicBezTo>
                <a:cubicBezTo>
                  <a:pt x="247207" y="77333"/>
                  <a:pt x="246736" y="76167"/>
                  <a:pt x="245794" y="75133"/>
                </a:cubicBezTo>
                <a:cubicBezTo>
                  <a:pt x="244808" y="74146"/>
                  <a:pt x="242141" y="72933"/>
                  <a:pt x="237792" y="71496"/>
                </a:cubicBezTo>
                <a:cubicBezTo>
                  <a:pt x="226137" y="67633"/>
                  <a:pt x="218919" y="64580"/>
                  <a:pt x="216140" y="62336"/>
                </a:cubicBezTo>
                <a:cubicBezTo>
                  <a:pt x="211791" y="58832"/>
                  <a:pt x="209617" y="54251"/>
                  <a:pt x="209617" y="48593"/>
                </a:cubicBezTo>
                <a:cubicBezTo>
                  <a:pt x="209617" y="42934"/>
                  <a:pt x="211724" y="38061"/>
                  <a:pt x="215938" y="33973"/>
                </a:cubicBezTo>
                <a:cubicBezTo>
                  <a:pt x="221810" y="28270"/>
                  <a:pt x="230530" y="25419"/>
                  <a:pt x="242096" y="25419"/>
                </a:cubicBezTo>
                <a:cubicBezTo>
                  <a:pt x="251286" y="25419"/>
                  <a:pt x="258235" y="27100"/>
                  <a:pt x="262942" y="30462"/>
                </a:cubicBezTo>
                <a:cubicBezTo>
                  <a:pt x="267649" y="33824"/>
                  <a:pt x="270630" y="38374"/>
                  <a:pt x="271885" y="44113"/>
                </a:cubicBezTo>
                <a:lnTo>
                  <a:pt x="254066" y="47206"/>
                </a:lnTo>
                <a:cubicBezTo>
                  <a:pt x="253124" y="44606"/>
                  <a:pt x="251600" y="42656"/>
                  <a:pt x="249493" y="41356"/>
                </a:cubicBezTo>
                <a:cubicBezTo>
                  <a:pt x="246624" y="39607"/>
                  <a:pt x="243172" y="38733"/>
                  <a:pt x="239137" y="38733"/>
                </a:cubicBezTo>
                <a:cubicBezTo>
                  <a:pt x="235103" y="38733"/>
                  <a:pt x="232200" y="39408"/>
                  <a:pt x="230429" y="40759"/>
                </a:cubicBezTo>
                <a:cubicBezTo>
                  <a:pt x="228658" y="42109"/>
                  <a:pt x="227773" y="43663"/>
                  <a:pt x="227773" y="45420"/>
                </a:cubicBezTo>
                <a:cubicBezTo>
                  <a:pt x="227773" y="47220"/>
                  <a:pt x="228669" y="48704"/>
                  <a:pt x="230463" y="49872"/>
                </a:cubicBezTo>
                <a:cubicBezTo>
                  <a:pt x="231583" y="50591"/>
                  <a:pt x="235192" y="51848"/>
                  <a:pt x="241289" y="53644"/>
                </a:cubicBezTo>
                <a:cubicBezTo>
                  <a:pt x="250703" y="56385"/>
                  <a:pt x="257002" y="59079"/>
                  <a:pt x="260185" y="61729"/>
                </a:cubicBezTo>
                <a:cubicBezTo>
                  <a:pt x="264668" y="65456"/>
                  <a:pt x="266909" y="69948"/>
                  <a:pt x="266909" y="75203"/>
                </a:cubicBezTo>
                <a:cubicBezTo>
                  <a:pt x="266909" y="81983"/>
                  <a:pt x="264063" y="87866"/>
                  <a:pt x="258369" y="92852"/>
                </a:cubicBezTo>
                <a:cubicBezTo>
                  <a:pt x="252676" y="97837"/>
                  <a:pt x="244651" y="100329"/>
                  <a:pt x="234296" y="100329"/>
                </a:cubicBezTo>
                <a:cubicBezTo>
                  <a:pt x="223985" y="100329"/>
                  <a:pt x="216016" y="98425"/>
                  <a:pt x="210390" y="94618"/>
                </a:cubicBezTo>
                <a:cubicBezTo>
                  <a:pt x="204764" y="90808"/>
                  <a:pt x="200942" y="85456"/>
                  <a:pt x="198925" y="78561"/>
                </a:cubicBezTo>
                <a:close/>
                <a:moveTo>
                  <a:pt x="298500" y="0"/>
                </a:moveTo>
                <a:lnTo>
                  <a:pt x="317799" y="0"/>
                </a:lnTo>
                <a:lnTo>
                  <a:pt x="314168" y="17484"/>
                </a:lnTo>
                <a:lnTo>
                  <a:pt x="294868" y="17484"/>
                </a:lnTo>
                <a:lnTo>
                  <a:pt x="298500" y="0"/>
                </a:lnTo>
                <a:moveTo>
                  <a:pt x="292851" y="27167"/>
                </a:moveTo>
                <a:lnTo>
                  <a:pt x="312150" y="27167"/>
                </a:lnTo>
                <a:lnTo>
                  <a:pt x="297222" y="98581"/>
                </a:lnTo>
                <a:lnTo>
                  <a:pt x="277923" y="98581"/>
                </a:lnTo>
                <a:lnTo>
                  <a:pt x="292851" y="27167"/>
                </a:lnTo>
                <a:close/>
                <a:moveTo>
                  <a:pt x="331375" y="27167"/>
                </a:moveTo>
                <a:lnTo>
                  <a:pt x="349665" y="27167"/>
                </a:lnTo>
                <a:lnTo>
                  <a:pt x="347783" y="36461"/>
                </a:lnTo>
                <a:cubicBezTo>
                  <a:pt x="352355" y="32487"/>
                  <a:pt x="356625" y="29653"/>
                  <a:pt x="360593" y="27959"/>
                </a:cubicBezTo>
                <a:cubicBezTo>
                  <a:pt x="364560" y="26265"/>
                  <a:pt x="368741" y="25419"/>
                  <a:pt x="373134" y="25419"/>
                </a:cubicBezTo>
                <a:cubicBezTo>
                  <a:pt x="379007" y="25419"/>
                  <a:pt x="383635" y="27105"/>
                  <a:pt x="387020" y="30479"/>
                </a:cubicBezTo>
                <a:cubicBezTo>
                  <a:pt x="390405" y="33852"/>
                  <a:pt x="392097" y="38328"/>
                  <a:pt x="392097" y="43907"/>
                </a:cubicBezTo>
                <a:cubicBezTo>
                  <a:pt x="392097" y="46414"/>
                  <a:pt x="391357" y="51168"/>
                  <a:pt x="389878" y="58167"/>
                </a:cubicBezTo>
                <a:lnTo>
                  <a:pt x="381472" y="98581"/>
                </a:lnTo>
                <a:lnTo>
                  <a:pt x="362173" y="98581"/>
                </a:lnTo>
                <a:lnTo>
                  <a:pt x="370646" y="58028"/>
                </a:lnTo>
                <a:cubicBezTo>
                  <a:pt x="371901" y="51969"/>
                  <a:pt x="372529" y="48357"/>
                  <a:pt x="372529" y="47193"/>
                </a:cubicBezTo>
                <a:cubicBezTo>
                  <a:pt x="372529" y="44732"/>
                  <a:pt x="371800" y="42796"/>
                  <a:pt x="370343" y="41387"/>
                </a:cubicBezTo>
                <a:cubicBezTo>
                  <a:pt x="368886" y="39976"/>
                  <a:pt x="366858" y="39271"/>
                  <a:pt x="364258" y="39271"/>
                </a:cubicBezTo>
                <a:cubicBezTo>
                  <a:pt x="361433" y="39271"/>
                  <a:pt x="358295" y="40459"/>
                  <a:pt x="354843" y="42835"/>
                </a:cubicBezTo>
                <a:cubicBezTo>
                  <a:pt x="351391" y="45211"/>
                  <a:pt x="348679" y="48349"/>
                  <a:pt x="346707" y="52249"/>
                </a:cubicBezTo>
                <a:cubicBezTo>
                  <a:pt x="345272" y="55030"/>
                  <a:pt x="343658" y="60702"/>
                  <a:pt x="341865" y="69264"/>
                </a:cubicBezTo>
                <a:lnTo>
                  <a:pt x="335746" y="98581"/>
                </a:lnTo>
                <a:lnTo>
                  <a:pt x="316447" y="98581"/>
                </a:lnTo>
                <a:lnTo>
                  <a:pt x="331375" y="27167"/>
                </a:lnTo>
                <a:close/>
                <a:moveTo>
                  <a:pt x="399329" y="102346"/>
                </a:moveTo>
                <a:lnTo>
                  <a:pt x="419705" y="105305"/>
                </a:lnTo>
                <a:cubicBezTo>
                  <a:pt x="419705" y="107367"/>
                  <a:pt x="420041" y="108925"/>
                  <a:pt x="420713" y="109979"/>
                </a:cubicBezTo>
                <a:cubicBezTo>
                  <a:pt x="421386" y="111032"/>
                  <a:pt x="422473" y="111929"/>
                  <a:pt x="423975" y="112669"/>
                </a:cubicBezTo>
                <a:cubicBezTo>
                  <a:pt x="425476" y="113408"/>
                  <a:pt x="427527" y="113778"/>
                  <a:pt x="430127" y="113778"/>
                </a:cubicBezTo>
                <a:cubicBezTo>
                  <a:pt x="434207" y="113778"/>
                  <a:pt x="437480" y="112970"/>
                  <a:pt x="439945" y="111355"/>
                </a:cubicBezTo>
                <a:cubicBezTo>
                  <a:pt x="441783" y="110099"/>
                  <a:pt x="443285" y="108078"/>
                  <a:pt x="444451" y="105295"/>
                </a:cubicBezTo>
                <a:cubicBezTo>
                  <a:pt x="445168" y="103545"/>
                  <a:pt x="446087" y="99730"/>
                  <a:pt x="447208" y="93851"/>
                </a:cubicBezTo>
                <a:lnTo>
                  <a:pt x="447880" y="90511"/>
                </a:lnTo>
                <a:cubicBezTo>
                  <a:pt x="441200" y="96070"/>
                  <a:pt x="434297" y="98850"/>
                  <a:pt x="427169" y="98850"/>
                </a:cubicBezTo>
                <a:cubicBezTo>
                  <a:pt x="420175" y="98850"/>
                  <a:pt x="414437" y="96382"/>
                  <a:pt x="409954" y="91447"/>
                </a:cubicBezTo>
                <a:cubicBezTo>
                  <a:pt x="405471" y="86511"/>
                  <a:pt x="403230" y="79286"/>
                  <a:pt x="403230" y="69773"/>
                </a:cubicBezTo>
                <a:cubicBezTo>
                  <a:pt x="403230" y="61383"/>
                  <a:pt x="404754" y="53688"/>
                  <a:pt x="407802" y="46689"/>
                </a:cubicBezTo>
                <a:cubicBezTo>
                  <a:pt x="410851" y="39688"/>
                  <a:pt x="415132" y="34394"/>
                  <a:pt x="420646" y="30804"/>
                </a:cubicBezTo>
                <a:cubicBezTo>
                  <a:pt x="426160" y="27214"/>
                  <a:pt x="431786" y="25419"/>
                  <a:pt x="437524" y="25419"/>
                </a:cubicBezTo>
                <a:cubicBezTo>
                  <a:pt x="442276" y="25419"/>
                  <a:pt x="446625" y="26678"/>
                  <a:pt x="450570" y="29197"/>
                </a:cubicBezTo>
                <a:cubicBezTo>
                  <a:pt x="454515" y="31716"/>
                  <a:pt x="457586" y="35247"/>
                  <a:pt x="459782" y="39790"/>
                </a:cubicBezTo>
                <a:lnTo>
                  <a:pt x="462472" y="27167"/>
                </a:lnTo>
                <a:lnTo>
                  <a:pt x="480561" y="27167"/>
                </a:lnTo>
                <a:lnTo>
                  <a:pt x="468188" y="86618"/>
                </a:lnTo>
                <a:cubicBezTo>
                  <a:pt x="466171" y="96196"/>
                  <a:pt x="464467" y="103031"/>
                  <a:pt x="463077" y="107123"/>
                </a:cubicBezTo>
                <a:cubicBezTo>
                  <a:pt x="461688" y="111216"/>
                  <a:pt x="460096" y="114477"/>
                  <a:pt x="458303" y="116905"/>
                </a:cubicBezTo>
                <a:cubicBezTo>
                  <a:pt x="456510" y="119333"/>
                  <a:pt x="454246" y="121368"/>
                  <a:pt x="451511" y="123010"/>
                </a:cubicBezTo>
                <a:cubicBezTo>
                  <a:pt x="448777" y="124651"/>
                  <a:pt x="445549" y="125832"/>
                  <a:pt x="441828" y="126550"/>
                </a:cubicBezTo>
                <a:cubicBezTo>
                  <a:pt x="438107" y="127270"/>
                  <a:pt x="434073" y="127631"/>
                  <a:pt x="429724" y="127631"/>
                </a:cubicBezTo>
                <a:cubicBezTo>
                  <a:pt x="419637" y="127631"/>
                  <a:pt x="412016" y="125900"/>
                  <a:pt x="406861" y="122438"/>
                </a:cubicBezTo>
                <a:cubicBezTo>
                  <a:pt x="401705" y="118978"/>
                  <a:pt x="399128" y="113225"/>
                  <a:pt x="399128" y="105179"/>
                </a:cubicBezTo>
                <a:cubicBezTo>
                  <a:pt x="399128" y="104325"/>
                  <a:pt x="399195" y="103380"/>
                  <a:pt x="399329" y="102346"/>
                </a:cubicBezTo>
                <a:moveTo>
                  <a:pt x="422058" y="67808"/>
                </a:moveTo>
                <a:cubicBezTo>
                  <a:pt x="422058" y="73224"/>
                  <a:pt x="423280" y="77353"/>
                  <a:pt x="425723" y="80196"/>
                </a:cubicBezTo>
                <a:cubicBezTo>
                  <a:pt x="428166" y="83038"/>
                  <a:pt x="431226" y="84459"/>
                  <a:pt x="434902" y="84459"/>
                </a:cubicBezTo>
                <a:cubicBezTo>
                  <a:pt x="438264" y="84459"/>
                  <a:pt x="441525" y="83184"/>
                  <a:pt x="444686" y="80633"/>
                </a:cubicBezTo>
                <a:cubicBezTo>
                  <a:pt x="447846" y="78080"/>
                  <a:pt x="450267" y="74454"/>
                  <a:pt x="451948" y="69754"/>
                </a:cubicBezTo>
                <a:cubicBezTo>
                  <a:pt x="453630" y="65054"/>
                  <a:pt x="454470" y="60510"/>
                  <a:pt x="454470" y="56124"/>
                </a:cubicBezTo>
                <a:cubicBezTo>
                  <a:pt x="454470" y="51065"/>
                  <a:pt x="453103" y="46992"/>
                  <a:pt x="450368" y="43905"/>
                </a:cubicBezTo>
                <a:cubicBezTo>
                  <a:pt x="447634" y="40815"/>
                  <a:pt x="444473" y="39271"/>
                  <a:pt x="440887" y="39271"/>
                </a:cubicBezTo>
                <a:cubicBezTo>
                  <a:pt x="437435" y="39271"/>
                  <a:pt x="434263" y="40636"/>
                  <a:pt x="431372" y="43367"/>
                </a:cubicBezTo>
                <a:cubicBezTo>
                  <a:pt x="428480" y="46097"/>
                  <a:pt x="426093" y="50305"/>
                  <a:pt x="424210" y="55990"/>
                </a:cubicBezTo>
                <a:cubicBezTo>
                  <a:pt x="422775" y="60377"/>
                  <a:pt x="422058" y="64317"/>
                  <a:pt x="422058" y="67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LLMandmutateAPIinputs">
            <a:extLst xmlns:a="http://schemas.openxmlformats.org/drawingml/2006/main">
              <a:ext uri="{FF2B5EF4-FFF2-40B4-BE49-F238E27FC236}">
                <a16:creationId xmlns:a16="http://schemas.microsoft.com/office/drawing/2014/main" id="{31E7672B-3BB9-471B-B14C-E1C15AB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49" y="2905190"/>
            <a:ext cx="1768312" cy="125882"/>
          </a:xfrm>
          <a:custGeom xmlns:a="http://schemas.openxmlformats.org/drawingml/2006/main">
            <a:pathLst>
              <a:path w="1768312" h="125882">
                <a:moveTo>
                  <a:pt x="0" y="98581"/>
                </a:moveTo>
                <a:lnTo>
                  <a:pt x="20644" y="0"/>
                </a:lnTo>
                <a:lnTo>
                  <a:pt x="40885" y="0"/>
                </a:lnTo>
                <a:lnTo>
                  <a:pt x="23737" y="82039"/>
                </a:lnTo>
                <a:lnTo>
                  <a:pt x="73902" y="82039"/>
                </a:lnTo>
                <a:lnTo>
                  <a:pt x="70472" y="98581"/>
                </a:lnTo>
                <a:lnTo>
                  <a:pt x="0" y="98581"/>
                </a:lnTo>
                <a:close/>
                <a:moveTo>
                  <a:pt x="84161" y="98581"/>
                </a:moveTo>
                <a:lnTo>
                  <a:pt x="104805" y="0"/>
                </a:lnTo>
                <a:lnTo>
                  <a:pt x="125045" y="0"/>
                </a:lnTo>
                <a:lnTo>
                  <a:pt x="107898" y="82039"/>
                </a:lnTo>
                <a:lnTo>
                  <a:pt x="158062" y="82039"/>
                </a:lnTo>
                <a:lnTo>
                  <a:pt x="154633" y="98581"/>
                </a:lnTo>
                <a:lnTo>
                  <a:pt x="84161" y="98581"/>
                </a:lnTo>
                <a:close/>
                <a:moveTo>
                  <a:pt x="224470" y="98581"/>
                </a:moveTo>
                <a:lnTo>
                  <a:pt x="205238" y="98581"/>
                </a:lnTo>
                <a:lnTo>
                  <a:pt x="201674" y="16206"/>
                </a:lnTo>
                <a:lnTo>
                  <a:pt x="186006" y="98581"/>
                </a:lnTo>
                <a:lnTo>
                  <a:pt x="167716" y="98581"/>
                </a:lnTo>
                <a:lnTo>
                  <a:pt x="188293" y="0"/>
                </a:lnTo>
                <a:lnTo>
                  <a:pt x="217208" y="0"/>
                </a:lnTo>
                <a:lnTo>
                  <a:pt x="220234" y="69031"/>
                </a:lnTo>
                <a:lnTo>
                  <a:pt x="253856" y="0"/>
                </a:lnTo>
                <a:lnTo>
                  <a:pt x="283108" y="0"/>
                </a:lnTo>
                <a:lnTo>
                  <a:pt x="262464" y="98581"/>
                </a:lnTo>
                <a:lnTo>
                  <a:pt x="243971" y="98581"/>
                </a:lnTo>
                <a:lnTo>
                  <a:pt x="263405" y="16811"/>
                </a:lnTo>
                <a:lnTo>
                  <a:pt x="224470" y="98581"/>
                </a:lnTo>
                <a:close/>
                <a:moveTo>
                  <a:pt x="347902" y="47340"/>
                </a:moveTo>
                <a:lnTo>
                  <a:pt x="329073" y="45739"/>
                </a:lnTo>
                <a:cubicBezTo>
                  <a:pt x="331225" y="39369"/>
                  <a:pt x="334980" y="34390"/>
                  <a:pt x="340337" y="30802"/>
                </a:cubicBezTo>
                <a:cubicBezTo>
                  <a:pt x="345694" y="27213"/>
                  <a:pt x="352788" y="25419"/>
                  <a:pt x="361620" y="25419"/>
                </a:cubicBezTo>
                <a:cubicBezTo>
                  <a:pt x="370810" y="25419"/>
                  <a:pt x="377602" y="27270"/>
                  <a:pt x="381995" y="30973"/>
                </a:cubicBezTo>
                <a:cubicBezTo>
                  <a:pt x="386388" y="34674"/>
                  <a:pt x="388585" y="39194"/>
                  <a:pt x="388585" y="44533"/>
                </a:cubicBezTo>
                <a:cubicBezTo>
                  <a:pt x="388585" y="46687"/>
                  <a:pt x="388394" y="48977"/>
                  <a:pt x="388013" y="51400"/>
                </a:cubicBezTo>
                <a:cubicBezTo>
                  <a:pt x="387632" y="53822"/>
                  <a:pt x="386299" y="60194"/>
                  <a:pt x="384012" y="70515"/>
                </a:cubicBezTo>
                <a:cubicBezTo>
                  <a:pt x="382129" y="79039"/>
                  <a:pt x="381188" y="85007"/>
                  <a:pt x="381188" y="88418"/>
                </a:cubicBezTo>
                <a:cubicBezTo>
                  <a:pt x="381188" y="91470"/>
                  <a:pt x="381726" y="94857"/>
                  <a:pt x="382802" y="98581"/>
                </a:cubicBezTo>
                <a:lnTo>
                  <a:pt x="364041" y="98581"/>
                </a:lnTo>
                <a:cubicBezTo>
                  <a:pt x="363278" y="95981"/>
                  <a:pt x="362808" y="93291"/>
                  <a:pt x="362628" y="90511"/>
                </a:cubicBezTo>
                <a:cubicBezTo>
                  <a:pt x="359804" y="93649"/>
                  <a:pt x="356554" y="96070"/>
                  <a:pt x="352878" y="97774"/>
                </a:cubicBezTo>
                <a:cubicBezTo>
                  <a:pt x="349202" y="99477"/>
                  <a:pt x="345503" y="100329"/>
                  <a:pt x="341783" y="100329"/>
                </a:cubicBezTo>
                <a:cubicBezTo>
                  <a:pt x="335865" y="100329"/>
                  <a:pt x="330979" y="98387"/>
                  <a:pt x="327123" y="94504"/>
                </a:cubicBezTo>
                <a:cubicBezTo>
                  <a:pt x="323268" y="90621"/>
                  <a:pt x="321340" y="85626"/>
                  <a:pt x="321340" y="79521"/>
                </a:cubicBezTo>
                <a:cubicBezTo>
                  <a:pt x="321340" y="72697"/>
                  <a:pt x="323458" y="67243"/>
                  <a:pt x="327695" y="63158"/>
                </a:cubicBezTo>
                <a:cubicBezTo>
                  <a:pt x="331931" y="59072"/>
                  <a:pt x="339496" y="56603"/>
                  <a:pt x="350390" y="55750"/>
                </a:cubicBezTo>
                <a:cubicBezTo>
                  <a:pt x="359580" y="54987"/>
                  <a:pt x="365722" y="54066"/>
                  <a:pt x="368815" y="52989"/>
                </a:cubicBezTo>
                <a:cubicBezTo>
                  <a:pt x="369622" y="50299"/>
                  <a:pt x="370025" y="48147"/>
                  <a:pt x="370025" y="46533"/>
                </a:cubicBezTo>
                <a:cubicBezTo>
                  <a:pt x="370025" y="44471"/>
                  <a:pt x="369196" y="42745"/>
                  <a:pt x="367537" y="41356"/>
                </a:cubicBezTo>
                <a:cubicBezTo>
                  <a:pt x="365879" y="39966"/>
                  <a:pt x="363413" y="39271"/>
                  <a:pt x="360140" y="39271"/>
                </a:cubicBezTo>
                <a:cubicBezTo>
                  <a:pt x="356688" y="39271"/>
                  <a:pt x="353965" y="39971"/>
                  <a:pt x="351970" y="41372"/>
                </a:cubicBezTo>
                <a:cubicBezTo>
                  <a:pt x="349975" y="42772"/>
                  <a:pt x="348619" y="44761"/>
                  <a:pt x="347902" y="47340"/>
                </a:cubicBezTo>
                <a:moveTo>
                  <a:pt x="366260" y="65227"/>
                </a:moveTo>
                <a:cubicBezTo>
                  <a:pt x="365094" y="65543"/>
                  <a:pt x="363547" y="65835"/>
                  <a:pt x="361620" y="66104"/>
                </a:cubicBezTo>
                <a:cubicBezTo>
                  <a:pt x="351937" y="67273"/>
                  <a:pt x="345616" y="68983"/>
                  <a:pt x="342657" y="71231"/>
                </a:cubicBezTo>
                <a:cubicBezTo>
                  <a:pt x="340550" y="72851"/>
                  <a:pt x="339496" y="75033"/>
                  <a:pt x="339496" y="77777"/>
                </a:cubicBezTo>
                <a:cubicBezTo>
                  <a:pt x="339496" y="80025"/>
                  <a:pt x="340303" y="81926"/>
                  <a:pt x="341917" y="83478"/>
                </a:cubicBezTo>
                <a:cubicBezTo>
                  <a:pt x="343531" y="85029"/>
                  <a:pt x="345660" y="85804"/>
                  <a:pt x="348305" y="85804"/>
                </a:cubicBezTo>
                <a:cubicBezTo>
                  <a:pt x="351219" y="85804"/>
                  <a:pt x="353965" y="85096"/>
                  <a:pt x="356543" y="83680"/>
                </a:cubicBezTo>
                <a:cubicBezTo>
                  <a:pt x="359120" y="82262"/>
                  <a:pt x="361048" y="80440"/>
                  <a:pt x="362326" y="78214"/>
                </a:cubicBezTo>
                <a:cubicBezTo>
                  <a:pt x="363603" y="75988"/>
                  <a:pt x="364735" y="72514"/>
                  <a:pt x="365722" y="67791"/>
                </a:cubicBezTo>
                <a:lnTo>
                  <a:pt x="366260" y="65227"/>
                </a:lnTo>
                <a:close/>
                <a:moveTo>
                  <a:pt x="412375" y="27167"/>
                </a:moveTo>
                <a:lnTo>
                  <a:pt x="430665" y="27167"/>
                </a:lnTo>
                <a:lnTo>
                  <a:pt x="428782" y="36461"/>
                </a:lnTo>
                <a:cubicBezTo>
                  <a:pt x="433355" y="32487"/>
                  <a:pt x="437625" y="29653"/>
                  <a:pt x="441592" y="27959"/>
                </a:cubicBezTo>
                <a:cubicBezTo>
                  <a:pt x="445560" y="26265"/>
                  <a:pt x="449740" y="25419"/>
                  <a:pt x="454134" y="25419"/>
                </a:cubicBezTo>
                <a:cubicBezTo>
                  <a:pt x="460006" y="25419"/>
                  <a:pt x="464635" y="27105"/>
                  <a:pt x="468020" y="30479"/>
                </a:cubicBezTo>
                <a:cubicBezTo>
                  <a:pt x="471404" y="33852"/>
                  <a:pt x="473097" y="38328"/>
                  <a:pt x="473097" y="43907"/>
                </a:cubicBezTo>
                <a:cubicBezTo>
                  <a:pt x="473097" y="46414"/>
                  <a:pt x="472357" y="51168"/>
                  <a:pt x="470878" y="58167"/>
                </a:cubicBezTo>
                <a:lnTo>
                  <a:pt x="462472" y="98581"/>
                </a:lnTo>
                <a:lnTo>
                  <a:pt x="443173" y="98581"/>
                </a:lnTo>
                <a:lnTo>
                  <a:pt x="451646" y="58028"/>
                </a:lnTo>
                <a:cubicBezTo>
                  <a:pt x="452901" y="51969"/>
                  <a:pt x="453528" y="48357"/>
                  <a:pt x="453528" y="47193"/>
                </a:cubicBezTo>
                <a:cubicBezTo>
                  <a:pt x="453528" y="44732"/>
                  <a:pt x="452800" y="42796"/>
                  <a:pt x="451343" y="41387"/>
                </a:cubicBezTo>
                <a:cubicBezTo>
                  <a:pt x="449886" y="39976"/>
                  <a:pt x="447857" y="39271"/>
                  <a:pt x="445257" y="39271"/>
                </a:cubicBezTo>
                <a:cubicBezTo>
                  <a:pt x="442433" y="39271"/>
                  <a:pt x="439295" y="40459"/>
                  <a:pt x="435843" y="42835"/>
                </a:cubicBezTo>
                <a:cubicBezTo>
                  <a:pt x="432391" y="45211"/>
                  <a:pt x="429679" y="48349"/>
                  <a:pt x="427706" y="52249"/>
                </a:cubicBezTo>
                <a:cubicBezTo>
                  <a:pt x="426272" y="55030"/>
                  <a:pt x="424658" y="60702"/>
                  <a:pt x="422865" y="69264"/>
                </a:cubicBezTo>
                <a:lnTo>
                  <a:pt x="416745" y="98581"/>
                </a:lnTo>
                <a:lnTo>
                  <a:pt x="397446" y="98581"/>
                </a:lnTo>
                <a:lnTo>
                  <a:pt x="412375" y="27167"/>
                </a:lnTo>
                <a:close/>
                <a:moveTo>
                  <a:pt x="547305" y="98581"/>
                </a:moveTo>
                <a:lnTo>
                  <a:pt x="529014" y="98581"/>
                </a:lnTo>
                <a:lnTo>
                  <a:pt x="530628" y="90854"/>
                </a:lnTo>
                <a:cubicBezTo>
                  <a:pt x="527131" y="94239"/>
                  <a:pt x="523691" y="96664"/>
                  <a:pt x="520306" y="98131"/>
                </a:cubicBezTo>
                <a:cubicBezTo>
                  <a:pt x="516921" y="99596"/>
                  <a:pt x="513100" y="100329"/>
                  <a:pt x="508841" y="100329"/>
                </a:cubicBezTo>
                <a:cubicBezTo>
                  <a:pt x="501444" y="100329"/>
                  <a:pt x="495448" y="97803"/>
                  <a:pt x="490853" y="92751"/>
                </a:cubicBezTo>
                <a:cubicBezTo>
                  <a:pt x="486258" y="87698"/>
                  <a:pt x="483960" y="80231"/>
                  <a:pt x="483960" y="70351"/>
                </a:cubicBezTo>
                <a:cubicBezTo>
                  <a:pt x="483960" y="58899"/>
                  <a:pt x="487188" y="48548"/>
                  <a:pt x="493644" y="39296"/>
                </a:cubicBezTo>
                <a:cubicBezTo>
                  <a:pt x="500099" y="30044"/>
                  <a:pt x="508639" y="25419"/>
                  <a:pt x="519264" y="25419"/>
                </a:cubicBezTo>
                <a:cubicBezTo>
                  <a:pt x="528857" y="25419"/>
                  <a:pt x="536053" y="29229"/>
                  <a:pt x="540849" y="36850"/>
                </a:cubicBezTo>
                <a:lnTo>
                  <a:pt x="548583" y="0"/>
                </a:lnTo>
                <a:lnTo>
                  <a:pt x="567882" y="0"/>
                </a:lnTo>
                <a:lnTo>
                  <a:pt x="547305" y="98581"/>
                </a:lnTo>
                <a:moveTo>
                  <a:pt x="502722" y="69508"/>
                </a:moveTo>
                <a:cubicBezTo>
                  <a:pt x="502722" y="74626"/>
                  <a:pt x="504010" y="78621"/>
                  <a:pt x="506588" y="81494"/>
                </a:cubicBezTo>
                <a:cubicBezTo>
                  <a:pt x="509166" y="84368"/>
                  <a:pt x="512338" y="85804"/>
                  <a:pt x="516103" y="85804"/>
                </a:cubicBezTo>
                <a:cubicBezTo>
                  <a:pt x="519600" y="85804"/>
                  <a:pt x="522861" y="84604"/>
                  <a:pt x="525887" y="82202"/>
                </a:cubicBezTo>
                <a:cubicBezTo>
                  <a:pt x="528913" y="79800"/>
                  <a:pt x="531334" y="76129"/>
                  <a:pt x="533150" y="71191"/>
                </a:cubicBezTo>
                <a:cubicBezTo>
                  <a:pt x="534965" y="66253"/>
                  <a:pt x="535873" y="61516"/>
                  <a:pt x="535873" y="56982"/>
                </a:cubicBezTo>
                <a:cubicBezTo>
                  <a:pt x="535873" y="51819"/>
                  <a:pt x="534484" y="47644"/>
                  <a:pt x="531704" y="44457"/>
                </a:cubicBezTo>
                <a:cubicBezTo>
                  <a:pt x="528925" y="41269"/>
                  <a:pt x="525719" y="39674"/>
                  <a:pt x="522088" y="39674"/>
                </a:cubicBezTo>
                <a:cubicBezTo>
                  <a:pt x="516440" y="39674"/>
                  <a:pt x="511800" y="42817"/>
                  <a:pt x="508168" y="49103"/>
                </a:cubicBezTo>
                <a:cubicBezTo>
                  <a:pt x="504537" y="55388"/>
                  <a:pt x="502722" y="62189"/>
                  <a:pt x="502722" y="69508"/>
                </a:cubicBezTo>
                <a:close/>
                <a:moveTo>
                  <a:pt x="618076" y="27167"/>
                </a:moveTo>
                <a:lnTo>
                  <a:pt x="636232" y="27167"/>
                </a:lnTo>
                <a:lnTo>
                  <a:pt x="634417" y="35839"/>
                </a:lnTo>
                <a:cubicBezTo>
                  <a:pt x="641500" y="28892"/>
                  <a:pt x="648942" y="25419"/>
                  <a:pt x="656742" y="25419"/>
                </a:cubicBezTo>
                <a:cubicBezTo>
                  <a:pt x="662122" y="25419"/>
                  <a:pt x="666268" y="26546"/>
                  <a:pt x="669182" y="28800"/>
                </a:cubicBezTo>
                <a:cubicBezTo>
                  <a:pt x="672096" y="31052"/>
                  <a:pt x="673957" y="34162"/>
                  <a:pt x="674764" y="38128"/>
                </a:cubicBezTo>
                <a:cubicBezTo>
                  <a:pt x="677229" y="34522"/>
                  <a:pt x="680771" y="31502"/>
                  <a:pt x="685388" y="29069"/>
                </a:cubicBezTo>
                <a:cubicBezTo>
                  <a:pt x="690006" y="26635"/>
                  <a:pt x="694802" y="25419"/>
                  <a:pt x="699779" y="25419"/>
                </a:cubicBezTo>
                <a:cubicBezTo>
                  <a:pt x="705472" y="25419"/>
                  <a:pt x="709910" y="26950"/>
                  <a:pt x="713093" y="30014"/>
                </a:cubicBezTo>
                <a:cubicBezTo>
                  <a:pt x="716276" y="33078"/>
                  <a:pt x="717867" y="37134"/>
                  <a:pt x="717867" y="42181"/>
                </a:cubicBezTo>
                <a:cubicBezTo>
                  <a:pt x="717867" y="44630"/>
                  <a:pt x="717240" y="48879"/>
                  <a:pt x="715985" y="54926"/>
                </a:cubicBezTo>
                <a:lnTo>
                  <a:pt x="706839" y="98581"/>
                </a:lnTo>
                <a:lnTo>
                  <a:pt x="687540" y="98581"/>
                </a:lnTo>
                <a:lnTo>
                  <a:pt x="696685" y="54922"/>
                </a:lnTo>
                <a:cubicBezTo>
                  <a:pt x="697806" y="49453"/>
                  <a:pt x="698366" y="46360"/>
                  <a:pt x="698366" y="45644"/>
                </a:cubicBezTo>
                <a:cubicBezTo>
                  <a:pt x="698366" y="43676"/>
                  <a:pt x="697772" y="42122"/>
                  <a:pt x="696584" y="40981"/>
                </a:cubicBezTo>
                <a:cubicBezTo>
                  <a:pt x="695396" y="39841"/>
                  <a:pt x="693614" y="39271"/>
                  <a:pt x="691238" y="39271"/>
                </a:cubicBezTo>
                <a:cubicBezTo>
                  <a:pt x="686442" y="39271"/>
                  <a:pt x="682160" y="41803"/>
                  <a:pt x="678395" y="46867"/>
                </a:cubicBezTo>
                <a:cubicBezTo>
                  <a:pt x="675660" y="50499"/>
                  <a:pt x="673329" y="56930"/>
                  <a:pt x="671401" y="66163"/>
                </a:cubicBezTo>
                <a:lnTo>
                  <a:pt x="664610" y="98581"/>
                </a:lnTo>
                <a:lnTo>
                  <a:pt x="645310" y="98581"/>
                </a:lnTo>
                <a:lnTo>
                  <a:pt x="654321" y="55410"/>
                </a:lnTo>
                <a:cubicBezTo>
                  <a:pt x="655352" y="50434"/>
                  <a:pt x="655868" y="47206"/>
                  <a:pt x="655868" y="45726"/>
                </a:cubicBezTo>
                <a:cubicBezTo>
                  <a:pt x="655868" y="43844"/>
                  <a:pt x="655229" y="42297"/>
                  <a:pt x="653951" y="41087"/>
                </a:cubicBezTo>
                <a:cubicBezTo>
                  <a:pt x="652674" y="39876"/>
                  <a:pt x="650914" y="39271"/>
                  <a:pt x="648673" y="39271"/>
                </a:cubicBezTo>
                <a:cubicBezTo>
                  <a:pt x="646566" y="39271"/>
                  <a:pt x="644391" y="39899"/>
                  <a:pt x="642150" y="41154"/>
                </a:cubicBezTo>
                <a:cubicBezTo>
                  <a:pt x="639908" y="42409"/>
                  <a:pt x="637947" y="44136"/>
                  <a:pt x="636266" y="46334"/>
                </a:cubicBezTo>
                <a:cubicBezTo>
                  <a:pt x="634585" y="48530"/>
                  <a:pt x="633139" y="51355"/>
                  <a:pt x="631929" y="54807"/>
                </a:cubicBezTo>
                <a:cubicBezTo>
                  <a:pt x="631391" y="56420"/>
                  <a:pt x="630516" y="60075"/>
                  <a:pt x="629306" y="65770"/>
                </a:cubicBezTo>
                <a:lnTo>
                  <a:pt x="622447" y="98581"/>
                </a:lnTo>
                <a:lnTo>
                  <a:pt x="603148" y="98581"/>
                </a:lnTo>
                <a:lnTo>
                  <a:pt x="618076" y="27167"/>
                </a:lnTo>
                <a:close/>
                <a:moveTo>
                  <a:pt x="740962" y="27167"/>
                </a:moveTo>
                <a:lnTo>
                  <a:pt x="760261" y="27167"/>
                </a:lnTo>
                <a:lnTo>
                  <a:pt x="751452" y="69464"/>
                </a:lnTo>
                <a:cubicBezTo>
                  <a:pt x="750376" y="74530"/>
                  <a:pt x="749839" y="77690"/>
                  <a:pt x="749839" y="78945"/>
                </a:cubicBezTo>
                <a:cubicBezTo>
                  <a:pt x="749839" y="81007"/>
                  <a:pt x="750601" y="82778"/>
                  <a:pt x="752125" y="84258"/>
                </a:cubicBezTo>
                <a:cubicBezTo>
                  <a:pt x="753649" y="85737"/>
                  <a:pt x="755599" y="86477"/>
                  <a:pt x="757975" y="86477"/>
                </a:cubicBezTo>
                <a:cubicBezTo>
                  <a:pt x="759679" y="86477"/>
                  <a:pt x="761360" y="86152"/>
                  <a:pt x="763019" y="85504"/>
                </a:cubicBezTo>
                <a:cubicBezTo>
                  <a:pt x="764677" y="84854"/>
                  <a:pt x="766381" y="83868"/>
                  <a:pt x="768129" y="82547"/>
                </a:cubicBezTo>
                <a:cubicBezTo>
                  <a:pt x="769877" y="81225"/>
                  <a:pt x="771447" y="79712"/>
                  <a:pt x="772836" y="78010"/>
                </a:cubicBezTo>
                <a:cubicBezTo>
                  <a:pt x="774226" y="76308"/>
                  <a:pt x="775526" y="74069"/>
                  <a:pt x="776736" y="71292"/>
                </a:cubicBezTo>
                <a:cubicBezTo>
                  <a:pt x="777588" y="69231"/>
                  <a:pt x="778507" y="65870"/>
                  <a:pt x="779493" y="61207"/>
                </a:cubicBezTo>
                <a:lnTo>
                  <a:pt x="786621" y="27167"/>
                </a:lnTo>
                <a:lnTo>
                  <a:pt x="805921" y="27167"/>
                </a:lnTo>
                <a:lnTo>
                  <a:pt x="790992" y="98581"/>
                </a:lnTo>
                <a:lnTo>
                  <a:pt x="772971" y="98581"/>
                </a:lnTo>
                <a:lnTo>
                  <a:pt x="774988" y="88948"/>
                </a:lnTo>
                <a:cubicBezTo>
                  <a:pt x="767098" y="96535"/>
                  <a:pt x="758513" y="100329"/>
                  <a:pt x="749233" y="100329"/>
                </a:cubicBezTo>
                <a:cubicBezTo>
                  <a:pt x="743361" y="100329"/>
                  <a:pt x="738743" y="98642"/>
                  <a:pt x="735381" y="95269"/>
                </a:cubicBezTo>
                <a:cubicBezTo>
                  <a:pt x="732019" y="91894"/>
                  <a:pt x="730338" y="87372"/>
                  <a:pt x="730338" y="81702"/>
                </a:cubicBezTo>
                <a:cubicBezTo>
                  <a:pt x="730338" y="79237"/>
                  <a:pt x="731100" y="74328"/>
                  <a:pt x="732624" y="66976"/>
                </a:cubicBezTo>
                <a:lnTo>
                  <a:pt x="740962" y="27167"/>
                </a:lnTo>
                <a:close/>
                <a:moveTo>
                  <a:pt x="815171" y="41557"/>
                </a:moveTo>
                <a:lnTo>
                  <a:pt x="818129" y="27167"/>
                </a:lnTo>
                <a:lnTo>
                  <a:pt x="827623" y="27167"/>
                </a:lnTo>
                <a:lnTo>
                  <a:pt x="829969" y="15735"/>
                </a:lnTo>
                <a:lnTo>
                  <a:pt x="852021" y="2421"/>
                </a:lnTo>
                <a:lnTo>
                  <a:pt x="846923" y="27167"/>
                </a:lnTo>
                <a:lnTo>
                  <a:pt x="858611" y="27167"/>
                </a:lnTo>
                <a:lnTo>
                  <a:pt x="855652" y="41557"/>
                </a:lnTo>
                <a:lnTo>
                  <a:pt x="843958" y="41557"/>
                </a:lnTo>
                <a:lnTo>
                  <a:pt x="837563" y="71490"/>
                </a:lnTo>
                <a:cubicBezTo>
                  <a:pt x="836442" y="76907"/>
                  <a:pt x="835882" y="79996"/>
                  <a:pt x="835882" y="80757"/>
                </a:cubicBezTo>
                <a:cubicBezTo>
                  <a:pt x="835882" y="82238"/>
                  <a:pt x="836353" y="83393"/>
                  <a:pt x="837294" y="84224"/>
                </a:cubicBezTo>
                <a:cubicBezTo>
                  <a:pt x="838235" y="85053"/>
                  <a:pt x="839939" y="85468"/>
                  <a:pt x="842405" y="85468"/>
                </a:cubicBezTo>
                <a:cubicBezTo>
                  <a:pt x="843256" y="85468"/>
                  <a:pt x="845386" y="85311"/>
                  <a:pt x="848793" y="84997"/>
                </a:cubicBezTo>
                <a:lnTo>
                  <a:pt x="845767" y="99320"/>
                </a:lnTo>
                <a:cubicBezTo>
                  <a:pt x="842449" y="99993"/>
                  <a:pt x="839042" y="100329"/>
                  <a:pt x="835546" y="100329"/>
                </a:cubicBezTo>
                <a:cubicBezTo>
                  <a:pt x="828732" y="100329"/>
                  <a:pt x="823778" y="99012"/>
                  <a:pt x="820685" y="96379"/>
                </a:cubicBezTo>
                <a:cubicBezTo>
                  <a:pt x="817591" y="93743"/>
                  <a:pt x="816045" y="90084"/>
                  <a:pt x="816045" y="85401"/>
                </a:cubicBezTo>
                <a:cubicBezTo>
                  <a:pt x="816045" y="83204"/>
                  <a:pt x="816874" y="78138"/>
                  <a:pt x="818533" y="70201"/>
                </a:cubicBezTo>
                <a:lnTo>
                  <a:pt x="824763" y="41557"/>
                </a:lnTo>
                <a:lnTo>
                  <a:pt x="815171" y="41557"/>
                </a:lnTo>
                <a:close/>
                <a:moveTo>
                  <a:pt x="883469" y="47340"/>
                </a:moveTo>
                <a:lnTo>
                  <a:pt x="864640" y="45739"/>
                </a:lnTo>
                <a:cubicBezTo>
                  <a:pt x="866792" y="39369"/>
                  <a:pt x="870547" y="34390"/>
                  <a:pt x="875904" y="30802"/>
                </a:cubicBezTo>
                <a:cubicBezTo>
                  <a:pt x="881261" y="27213"/>
                  <a:pt x="888355" y="25419"/>
                  <a:pt x="897187" y="25419"/>
                </a:cubicBezTo>
                <a:cubicBezTo>
                  <a:pt x="906377" y="25419"/>
                  <a:pt x="913169" y="27270"/>
                  <a:pt x="917562" y="30973"/>
                </a:cubicBezTo>
                <a:cubicBezTo>
                  <a:pt x="921955" y="34674"/>
                  <a:pt x="924152" y="39194"/>
                  <a:pt x="924152" y="44533"/>
                </a:cubicBezTo>
                <a:cubicBezTo>
                  <a:pt x="924152" y="46687"/>
                  <a:pt x="923961" y="48977"/>
                  <a:pt x="923580" y="51400"/>
                </a:cubicBezTo>
                <a:cubicBezTo>
                  <a:pt x="923199" y="53822"/>
                  <a:pt x="921866" y="60194"/>
                  <a:pt x="919579" y="70515"/>
                </a:cubicBezTo>
                <a:cubicBezTo>
                  <a:pt x="917696" y="79039"/>
                  <a:pt x="916755" y="85007"/>
                  <a:pt x="916755" y="88418"/>
                </a:cubicBezTo>
                <a:cubicBezTo>
                  <a:pt x="916755" y="91470"/>
                  <a:pt x="917293" y="94857"/>
                  <a:pt x="918369" y="98581"/>
                </a:cubicBezTo>
                <a:lnTo>
                  <a:pt x="899608" y="98581"/>
                </a:lnTo>
                <a:cubicBezTo>
                  <a:pt x="898845" y="95981"/>
                  <a:pt x="898375" y="93291"/>
                  <a:pt x="898195" y="90511"/>
                </a:cubicBezTo>
                <a:cubicBezTo>
                  <a:pt x="895371" y="93649"/>
                  <a:pt x="892121" y="96070"/>
                  <a:pt x="888445" y="97774"/>
                </a:cubicBezTo>
                <a:cubicBezTo>
                  <a:pt x="884769" y="99477"/>
                  <a:pt x="881070" y="100329"/>
                  <a:pt x="877349" y="100329"/>
                </a:cubicBezTo>
                <a:cubicBezTo>
                  <a:pt x="871432" y="100329"/>
                  <a:pt x="866546" y="98387"/>
                  <a:pt x="862690" y="94504"/>
                </a:cubicBezTo>
                <a:cubicBezTo>
                  <a:pt x="858835" y="90621"/>
                  <a:pt x="856907" y="85626"/>
                  <a:pt x="856907" y="79521"/>
                </a:cubicBezTo>
                <a:cubicBezTo>
                  <a:pt x="856907" y="72697"/>
                  <a:pt x="859025" y="67243"/>
                  <a:pt x="863262" y="63158"/>
                </a:cubicBezTo>
                <a:cubicBezTo>
                  <a:pt x="867498" y="59072"/>
                  <a:pt x="875063" y="56603"/>
                  <a:pt x="885957" y="55750"/>
                </a:cubicBezTo>
                <a:cubicBezTo>
                  <a:pt x="895147" y="54987"/>
                  <a:pt x="901289" y="54066"/>
                  <a:pt x="904382" y="52989"/>
                </a:cubicBezTo>
                <a:cubicBezTo>
                  <a:pt x="905189" y="50299"/>
                  <a:pt x="905592" y="48147"/>
                  <a:pt x="905592" y="46533"/>
                </a:cubicBezTo>
                <a:cubicBezTo>
                  <a:pt x="905592" y="44471"/>
                  <a:pt x="904763" y="42745"/>
                  <a:pt x="903104" y="41356"/>
                </a:cubicBezTo>
                <a:cubicBezTo>
                  <a:pt x="901446" y="39966"/>
                  <a:pt x="898980" y="39271"/>
                  <a:pt x="895707" y="39271"/>
                </a:cubicBezTo>
                <a:cubicBezTo>
                  <a:pt x="892255" y="39271"/>
                  <a:pt x="889532" y="39971"/>
                  <a:pt x="887537" y="41372"/>
                </a:cubicBezTo>
                <a:cubicBezTo>
                  <a:pt x="885542" y="42772"/>
                  <a:pt x="884186" y="44761"/>
                  <a:pt x="883469" y="47340"/>
                </a:cubicBezTo>
                <a:moveTo>
                  <a:pt x="901827" y="65227"/>
                </a:moveTo>
                <a:cubicBezTo>
                  <a:pt x="900661" y="65543"/>
                  <a:pt x="899114" y="65835"/>
                  <a:pt x="897187" y="66104"/>
                </a:cubicBezTo>
                <a:cubicBezTo>
                  <a:pt x="887503" y="67273"/>
                  <a:pt x="881182" y="68983"/>
                  <a:pt x="878224" y="71231"/>
                </a:cubicBezTo>
                <a:cubicBezTo>
                  <a:pt x="876117" y="72851"/>
                  <a:pt x="875063" y="75033"/>
                  <a:pt x="875063" y="77777"/>
                </a:cubicBezTo>
                <a:cubicBezTo>
                  <a:pt x="875063" y="80025"/>
                  <a:pt x="875870" y="81926"/>
                  <a:pt x="877484" y="83478"/>
                </a:cubicBezTo>
                <a:cubicBezTo>
                  <a:pt x="879098" y="85029"/>
                  <a:pt x="881227" y="85804"/>
                  <a:pt x="883872" y="85804"/>
                </a:cubicBezTo>
                <a:cubicBezTo>
                  <a:pt x="886786" y="85804"/>
                  <a:pt x="889532" y="85096"/>
                  <a:pt x="892110" y="83680"/>
                </a:cubicBezTo>
                <a:cubicBezTo>
                  <a:pt x="894687" y="82262"/>
                  <a:pt x="896615" y="80440"/>
                  <a:pt x="897893" y="78214"/>
                </a:cubicBezTo>
                <a:cubicBezTo>
                  <a:pt x="899170" y="75988"/>
                  <a:pt x="900302" y="72514"/>
                  <a:pt x="901289" y="67791"/>
                </a:cubicBezTo>
                <a:lnTo>
                  <a:pt x="901827" y="65227"/>
                </a:lnTo>
                <a:close/>
                <a:moveTo>
                  <a:pt x="937586" y="41557"/>
                </a:moveTo>
                <a:lnTo>
                  <a:pt x="940544" y="27167"/>
                </a:lnTo>
                <a:lnTo>
                  <a:pt x="950038" y="27167"/>
                </a:lnTo>
                <a:lnTo>
                  <a:pt x="952384" y="15735"/>
                </a:lnTo>
                <a:lnTo>
                  <a:pt x="974436" y="2421"/>
                </a:lnTo>
                <a:lnTo>
                  <a:pt x="969338" y="27167"/>
                </a:lnTo>
                <a:lnTo>
                  <a:pt x="981026" y="27167"/>
                </a:lnTo>
                <a:lnTo>
                  <a:pt x="978067" y="41557"/>
                </a:lnTo>
                <a:lnTo>
                  <a:pt x="966373" y="41557"/>
                </a:lnTo>
                <a:lnTo>
                  <a:pt x="959978" y="71490"/>
                </a:lnTo>
                <a:cubicBezTo>
                  <a:pt x="958857" y="76907"/>
                  <a:pt x="958297" y="79996"/>
                  <a:pt x="958297" y="80757"/>
                </a:cubicBezTo>
                <a:cubicBezTo>
                  <a:pt x="958297" y="82238"/>
                  <a:pt x="958768" y="83393"/>
                  <a:pt x="959709" y="84224"/>
                </a:cubicBezTo>
                <a:cubicBezTo>
                  <a:pt x="960650" y="85053"/>
                  <a:pt x="962354" y="85468"/>
                  <a:pt x="964820" y="85468"/>
                </a:cubicBezTo>
                <a:cubicBezTo>
                  <a:pt x="965671" y="85468"/>
                  <a:pt x="967801" y="85311"/>
                  <a:pt x="971208" y="84997"/>
                </a:cubicBezTo>
                <a:lnTo>
                  <a:pt x="968182" y="99320"/>
                </a:lnTo>
                <a:cubicBezTo>
                  <a:pt x="964864" y="99993"/>
                  <a:pt x="961457" y="100329"/>
                  <a:pt x="957961" y="100329"/>
                </a:cubicBezTo>
                <a:cubicBezTo>
                  <a:pt x="951147" y="100329"/>
                  <a:pt x="946193" y="99012"/>
                  <a:pt x="943100" y="96379"/>
                </a:cubicBezTo>
                <a:cubicBezTo>
                  <a:pt x="940006" y="93743"/>
                  <a:pt x="938460" y="90084"/>
                  <a:pt x="938460" y="85401"/>
                </a:cubicBezTo>
                <a:cubicBezTo>
                  <a:pt x="938460" y="83204"/>
                  <a:pt x="939289" y="78138"/>
                  <a:pt x="940948" y="70201"/>
                </a:cubicBezTo>
                <a:lnTo>
                  <a:pt x="947178" y="41557"/>
                </a:lnTo>
                <a:lnTo>
                  <a:pt x="937586" y="41557"/>
                </a:lnTo>
                <a:close/>
                <a:moveTo>
                  <a:pt x="1048181" y="68859"/>
                </a:moveTo>
                <a:lnTo>
                  <a:pt x="999765" y="68859"/>
                </a:lnTo>
                <a:cubicBezTo>
                  <a:pt x="999720" y="69621"/>
                  <a:pt x="999698" y="70203"/>
                  <a:pt x="999698" y="70607"/>
                </a:cubicBezTo>
                <a:cubicBezTo>
                  <a:pt x="999698" y="75359"/>
                  <a:pt x="1001054" y="79192"/>
                  <a:pt x="1003766" y="82106"/>
                </a:cubicBezTo>
                <a:cubicBezTo>
                  <a:pt x="1006478" y="85020"/>
                  <a:pt x="1009784" y="86477"/>
                  <a:pt x="1013684" y="86477"/>
                </a:cubicBezTo>
                <a:cubicBezTo>
                  <a:pt x="1020095" y="86477"/>
                  <a:pt x="1025094" y="83159"/>
                  <a:pt x="1028680" y="76525"/>
                </a:cubicBezTo>
                <a:lnTo>
                  <a:pt x="1045962" y="79483"/>
                </a:lnTo>
                <a:cubicBezTo>
                  <a:pt x="1042600" y="86432"/>
                  <a:pt x="1038106" y="91643"/>
                  <a:pt x="1032479" y="95118"/>
                </a:cubicBezTo>
                <a:cubicBezTo>
                  <a:pt x="1026853" y="98592"/>
                  <a:pt x="1020543" y="100329"/>
                  <a:pt x="1013550" y="100329"/>
                </a:cubicBezTo>
                <a:cubicBezTo>
                  <a:pt x="1003956" y="100329"/>
                  <a:pt x="996156" y="97286"/>
                  <a:pt x="990149" y="91201"/>
                </a:cubicBezTo>
                <a:cubicBezTo>
                  <a:pt x="984142" y="85115"/>
                  <a:pt x="981138" y="77065"/>
                  <a:pt x="981138" y="67051"/>
                </a:cubicBezTo>
                <a:cubicBezTo>
                  <a:pt x="981138" y="57260"/>
                  <a:pt x="983850" y="48547"/>
                  <a:pt x="989275" y="40912"/>
                </a:cubicBezTo>
                <a:cubicBezTo>
                  <a:pt x="996672" y="30583"/>
                  <a:pt x="1007229" y="25419"/>
                  <a:pt x="1020947" y="25419"/>
                </a:cubicBezTo>
                <a:cubicBezTo>
                  <a:pt x="1029689" y="25419"/>
                  <a:pt x="1036637" y="28124"/>
                  <a:pt x="1041793" y="33534"/>
                </a:cubicBezTo>
                <a:cubicBezTo>
                  <a:pt x="1046948" y="38945"/>
                  <a:pt x="1049526" y="46521"/>
                  <a:pt x="1049526" y="56265"/>
                </a:cubicBezTo>
                <a:cubicBezTo>
                  <a:pt x="1049526" y="60934"/>
                  <a:pt x="1049078" y="65132"/>
                  <a:pt x="1048181" y="68859"/>
                </a:cubicBezTo>
                <a:moveTo>
                  <a:pt x="1031908" y="57024"/>
                </a:moveTo>
                <a:cubicBezTo>
                  <a:pt x="1031953" y="56175"/>
                  <a:pt x="1031975" y="55527"/>
                  <a:pt x="1031975" y="55082"/>
                </a:cubicBezTo>
                <a:cubicBezTo>
                  <a:pt x="1031975" y="49812"/>
                  <a:pt x="1030787" y="45859"/>
                  <a:pt x="1028411" y="43224"/>
                </a:cubicBezTo>
                <a:cubicBezTo>
                  <a:pt x="1026035" y="40588"/>
                  <a:pt x="1022852" y="39271"/>
                  <a:pt x="1018862" y="39271"/>
                </a:cubicBezTo>
                <a:cubicBezTo>
                  <a:pt x="1014872" y="39271"/>
                  <a:pt x="1011297" y="40767"/>
                  <a:pt x="1008137" y="43760"/>
                </a:cubicBezTo>
                <a:cubicBezTo>
                  <a:pt x="1004976" y="46752"/>
                  <a:pt x="1002836" y="51173"/>
                  <a:pt x="1001715" y="57024"/>
                </a:cubicBezTo>
                <a:lnTo>
                  <a:pt x="1031908" y="57024"/>
                </a:lnTo>
                <a:close/>
                <a:moveTo>
                  <a:pt x="1158104" y="76793"/>
                </a:moveTo>
                <a:lnTo>
                  <a:pt x="1119035" y="76793"/>
                </a:lnTo>
                <a:lnTo>
                  <a:pt x="1107199" y="98581"/>
                </a:lnTo>
                <a:lnTo>
                  <a:pt x="1086354" y="98581"/>
                </a:lnTo>
                <a:lnTo>
                  <a:pt x="1142099" y="0"/>
                </a:lnTo>
                <a:lnTo>
                  <a:pt x="1164626" y="0"/>
                </a:lnTo>
                <a:lnTo>
                  <a:pt x="1180631" y="98581"/>
                </a:lnTo>
                <a:lnTo>
                  <a:pt x="1161399" y="98581"/>
                </a:lnTo>
                <a:lnTo>
                  <a:pt x="1158104" y="76793"/>
                </a:lnTo>
                <a:moveTo>
                  <a:pt x="1155616" y="60251"/>
                </a:moveTo>
                <a:lnTo>
                  <a:pt x="1149900" y="20711"/>
                </a:lnTo>
                <a:lnTo>
                  <a:pt x="1126095" y="60251"/>
                </a:lnTo>
                <a:lnTo>
                  <a:pt x="1155616" y="60251"/>
                </a:lnTo>
                <a:close/>
                <a:moveTo>
                  <a:pt x="1213252" y="98581"/>
                </a:moveTo>
                <a:lnTo>
                  <a:pt x="1192944" y="98581"/>
                </a:lnTo>
                <a:lnTo>
                  <a:pt x="1213588" y="0"/>
                </a:lnTo>
                <a:lnTo>
                  <a:pt x="1253666" y="0"/>
                </a:lnTo>
                <a:cubicBezTo>
                  <a:pt x="1260794" y="0"/>
                  <a:pt x="1266431" y="842"/>
                  <a:pt x="1270578" y="2526"/>
                </a:cubicBezTo>
                <a:cubicBezTo>
                  <a:pt x="1274724" y="4208"/>
                  <a:pt x="1278008" y="6991"/>
                  <a:pt x="1280429" y="10873"/>
                </a:cubicBezTo>
                <a:cubicBezTo>
                  <a:pt x="1282850" y="14755"/>
                  <a:pt x="1284060" y="19388"/>
                  <a:pt x="1284060" y="24773"/>
                </a:cubicBezTo>
                <a:cubicBezTo>
                  <a:pt x="1284060" y="29755"/>
                  <a:pt x="1283096" y="34602"/>
                  <a:pt x="1281169" y="39315"/>
                </a:cubicBezTo>
                <a:cubicBezTo>
                  <a:pt x="1279241" y="44026"/>
                  <a:pt x="1276876" y="47796"/>
                  <a:pt x="1274074" y="50625"/>
                </a:cubicBezTo>
                <a:cubicBezTo>
                  <a:pt x="1271273" y="53452"/>
                  <a:pt x="1268258" y="55595"/>
                  <a:pt x="1265030" y="57053"/>
                </a:cubicBezTo>
                <a:cubicBezTo>
                  <a:pt x="1261802" y="58511"/>
                  <a:pt x="1257454" y="59622"/>
                  <a:pt x="1251985" y="60386"/>
                </a:cubicBezTo>
                <a:cubicBezTo>
                  <a:pt x="1248802" y="60834"/>
                  <a:pt x="1242839" y="61058"/>
                  <a:pt x="1234097" y="61058"/>
                </a:cubicBezTo>
                <a:lnTo>
                  <a:pt x="1221119" y="61058"/>
                </a:lnTo>
                <a:lnTo>
                  <a:pt x="1213252" y="98581"/>
                </a:lnTo>
                <a:moveTo>
                  <a:pt x="1224481" y="44516"/>
                </a:moveTo>
                <a:lnTo>
                  <a:pt x="1230735" y="44516"/>
                </a:lnTo>
                <a:cubicBezTo>
                  <a:pt x="1241450" y="44516"/>
                  <a:pt x="1248600" y="43848"/>
                  <a:pt x="1252186" y="42513"/>
                </a:cubicBezTo>
                <a:cubicBezTo>
                  <a:pt x="1255773" y="41178"/>
                  <a:pt x="1258597" y="39042"/>
                  <a:pt x="1260659" y="36104"/>
                </a:cubicBezTo>
                <a:cubicBezTo>
                  <a:pt x="1262721" y="33166"/>
                  <a:pt x="1263752" y="29939"/>
                  <a:pt x="1263752" y="26423"/>
                </a:cubicBezTo>
                <a:cubicBezTo>
                  <a:pt x="1263752" y="24064"/>
                  <a:pt x="1263226" y="22128"/>
                  <a:pt x="1262172" y="20615"/>
                </a:cubicBezTo>
                <a:cubicBezTo>
                  <a:pt x="1261119" y="19100"/>
                  <a:pt x="1259639" y="17998"/>
                  <a:pt x="1257734" y="17309"/>
                </a:cubicBezTo>
                <a:cubicBezTo>
                  <a:pt x="1255829" y="16619"/>
                  <a:pt x="1251581" y="16273"/>
                  <a:pt x="1244991" y="16273"/>
                </a:cubicBezTo>
                <a:lnTo>
                  <a:pt x="1230466" y="16273"/>
                </a:lnTo>
                <a:lnTo>
                  <a:pt x="1224481" y="44516"/>
                </a:lnTo>
                <a:close/>
                <a:moveTo>
                  <a:pt x="1283948" y="98581"/>
                </a:moveTo>
                <a:lnTo>
                  <a:pt x="1304592" y="0"/>
                </a:lnTo>
                <a:lnTo>
                  <a:pt x="1324833" y="0"/>
                </a:lnTo>
                <a:lnTo>
                  <a:pt x="1304256" y="98581"/>
                </a:lnTo>
                <a:lnTo>
                  <a:pt x="1283948" y="98581"/>
                </a:lnTo>
                <a:close/>
                <a:moveTo>
                  <a:pt x="1381775" y="0"/>
                </a:moveTo>
                <a:lnTo>
                  <a:pt x="1401074" y="0"/>
                </a:lnTo>
                <a:lnTo>
                  <a:pt x="1397443" y="17484"/>
                </a:lnTo>
                <a:lnTo>
                  <a:pt x="1378143" y="17484"/>
                </a:lnTo>
                <a:lnTo>
                  <a:pt x="1381775" y="0"/>
                </a:lnTo>
                <a:moveTo>
                  <a:pt x="1376126" y="27167"/>
                </a:moveTo>
                <a:lnTo>
                  <a:pt x="1395425" y="27167"/>
                </a:lnTo>
                <a:lnTo>
                  <a:pt x="1380497" y="98581"/>
                </a:lnTo>
                <a:lnTo>
                  <a:pt x="1361198" y="98581"/>
                </a:lnTo>
                <a:lnTo>
                  <a:pt x="1376126" y="27167"/>
                </a:lnTo>
                <a:close/>
                <a:moveTo>
                  <a:pt x="1414650" y="27167"/>
                </a:moveTo>
                <a:lnTo>
                  <a:pt x="1432940" y="27167"/>
                </a:lnTo>
                <a:lnTo>
                  <a:pt x="1431057" y="36461"/>
                </a:lnTo>
                <a:cubicBezTo>
                  <a:pt x="1435630" y="32487"/>
                  <a:pt x="1439900" y="29653"/>
                  <a:pt x="1443867" y="27959"/>
                </a:cubicBezTo>
                <a:cubicBezTo>
                  <a:pt x="1447835" y="26265"/>
                  <a:pt x="1452015" y="25419"/>
                  <a:pt x="1456409" y="25419"/>
                </a:cubicBezTo>
                <a:cubicBezTo>
                  <a:pt x="1462281" y="25419"/>
                  <a:pt x="1466910" y="27105"/>
                  <a:pt x="1470295" y="30479"/>
                </a:cubicBezTo>
                <a:cubicBezTo>
                  <a:pt x="1473679" y="33852"/>
                  <a:pt x="1475372" y="38328"/>
                  <a:pt x="1475372" y="43907"/>
                </a:cubicBezTo>
                <a:cubicBezTo>
                  <a:pt x="1475372" y="46414"/>
                  <a:pt x="1474632" y="51168"/>
                  <a:pt x="1473152" y="58167"/>
                </a:cubicBezTo>
                <a:lnTo>
                  <a:pt x="1464747" y="98581"/>
                </a:lnTo>
                <a:lnTo>
                  <a:pt x="1445448" y="98581"/>
                </a:lnTo>
                <a:lnTo>
                  <a:pt x="1453920" y="58028"/>
                </a:lnTo>
                <a:cubicBezTo>
                  <a:pt x="1455176" y="51969"/>
                  <a:pt x="1455803" y="48357"/>
                  <a:pt x="1455803" y="47193"/>
                </a:cubicBezTo>
                <a:cubicBezTo>
                  <a:pt x="1455803" y="44732"/>
                  <a:pt x="1455075" y="42796"/>
                  <a:pt x="1453618" y="41387"/>
                </a:cubicBezTo>
                <a:cubicBezTo>
                  <a:pt x="1452161" y="39976"/>
                  <a:pt x="1450132" y="39271"/>
                  <a:pt x="1447532" y="39271"/>
                </a:cubicBezTo>
                <a:cubicBezTo>
                  <a:pt x="1444708" y="39271"/>
                  <a:pt x="1441570" y="40459"/>
                  <a:pt x="1438118" y="42835"/>
                </a:cubicBezTo>
                <a:cubicBezTo>
                  <a:pt x="1434666" y="45211"/>
                  <a:pt x="1431954" y="48349"/>
                  <a:pt x="1429981" y="52249"/>
                </a:cubicBezTo>
                <a:cubicBezTo>
                  <a:pt x="1428547" y="55030"/>
                  <a:pt x="1426933" y="60702"/>
                  <a:pt x="1425140" y="69264"/>
                </a:cubicBezTo>
                <a:lnTo>
                  <a:pt x="1419020" y="98581"/>
                </a:lnTo>
                <a:lnTo>
                  <a:pt x="1399721" y="98581"/>
                </a:lnTo>
                <a:lnTo>
                  <a:pt x="1414650" y="27167"/>
                </a:lnTo>
                <a:close/>
                <a:moveTo>
                  <a:pt x="1497936" y="27167"/>
                </a:moveTo>
                <a:lnTo>
                  <a:pt x="1516226" y="27167"/>
                </a:lnTo>
                <a:lnTo>
                  <a:pt x="1514680" y="34513"/>
                </a:lnTo>
                <a:cubicBezTo>
                  <a:pt x="1518580" y="31256"/>
                  <a:pt x="1522234" y="28926"/>
                  <a:pt x="1525641" y="27524"/>
                </a:cubicBezTo>
                <a:cubicBezTo>
                  <a:pt x="1529048" y="26120"/>
                  <a:pt x="1532701" y="25419"/>
                  <a:pt x="1536602" y="25419"/>
                </a:cubicBezTo>
                <a:cubicBezTo>
                  <a:pt x="1544088" y="25419"/>
                  <a:pt x="1550107" y="28001"/>
                  <a:pt x="1554657" y="33166"/>
                </a:cubicBezTo>
                <a:cubicBezTo>
                  <a:pt x="1559207" y="38330"/>
                  <a:pt x="1561482" y="46032"/>
                  <a:pt x="1561482" y="56271"/>
                </a:cubicBezTo>
                <a:cubicBezTo>
                  <a:pt x="1561482" y="69161"/>
                  <a:pt x="1557560" y="80052"/>
                  <a:pt x="1549714" y="88944"/>
                </a:cubicBezTo>
                <a:cubicBezTo>
                  <a:pt x="1542990" y="96534"/>
                  <a:pt x="1535033" y="100329"/>
                  <a:pt x="1525842" y="100329"/>
                </a:cubicBezTo>
                <a:cubicBezTo>
                  <a:pt x="1516383" y="100329"/>
                  <a:pt x="1509233" y="96514"/>
                  <a:pt x="1504391" y="88885"/>
                </a:cubicBezTo>
                <a:lnTo>
                  <a:pt x="1496658" y="125882"/>
                </a:lnTo>
                <a:lnTo>
                  <a:pt x="1477359" y="125882"/>
                </a:lnTo>
                <a:lnTo>
                  <a:pt x="1497936" y="27167"/>
                </a:lnTo>
                <a:moveTo>
                  <a:pt x="1509569" y="68102"/>
                </a:moveTo>
                <a:cubicBezTo>
                  <a:pt x="1509569" y="73709"/>
                  <a:pt x="1510925" y="78061"/>
                  <a:pt x="1513638" y="81158"/>
                </a:cubicBezTo>
                <a:cubicBezTo>
                  <a:pt x="1516350" y="84256"/>
                  <a:pt x="1519544" y="85804"/>
                  <a:pt x="1523220" y="85804"/>
                </a:cubicBezTo>
                <a:cubicBezTo>
                  <a:pt x="1526403" y="85804"/>
                  <a:pt x="1529474" y="84646"/>
                  <a:pt x="1532432" y="82331"/>
                </a:cubicBezTo>
                <a:cubicBezTo>
                  <a:pt x="1535391" y="80015"/>
                  <a:pt x="1537846" y="76171"/>
                  <a:pt x="1539796" y="70798"/>
                </a:cubicBezTo>
                <a:cubicBezTo>
                  <a:pt x="1541746" y="65426"/>
                  <a:pt x="1542721" y="60447"/>
                  <a:pt x="1542721" y="55861"/>
                </a:cubicBezTo>
                <a:cubicBezTo>
                  <a:pt x="1542721" y="50511"/>
                  <a:pt x="1541443" y="46409"/>
                  <a:pt x="1538888" y="43554"/>
                </a:cubicBezTo>
                <a:cubicBezTo>
                  <a:pt x="1536333" y="40698"/>
                  <a:pt x="1533082" y="39271"/>
                  <a:pt x="1529137" y="39271"/>
                </a:cubicBezTo>
                <a:cubicBezTo>
                  <a:pt x="1525461" y="39271"/>
                  <a:pt x="1522110" y="40581"/>
                  <a:pt x="1519084" y="43203"/>
                </a:cubicBezTo>
                <a:cubicBezTo>
                  <a:pt x="1516058" y="45824"/>
                  <a:pt x="1513716" y="49677"/>
                  <a:pt x="1512057" y="54762"/>
                </a:cubicBezTo>
                <a:cubicBezTo>
                  <a:pt x="1510399" y="59848"/>
                  <a:pt x="1509569" y="64294"/>
                  <a:pt x="1509569" y="68102"/>
                </a:cubicBezTo>
                <a:close/>
                <a:moveTo>
                  <a:pt x="1582567" y="27167"/>
                </a:moveTo>
                <a:lnTo>
                  <a:pt x="1601866" y="27167"/>
                </a:lnTo>
                <a:lnTo>
                  <a:pt x="1593057" y="69464"/>
                </a:lnTo>
                <a:cubicBezTo>
                  <a:pt x="1591981" y="74530"/>
                  <a:pt x="1591443" y="77690"/>
                  <a:pt x="1591443" y="78945"/>
                </a:cubicBezTo>
                <a:cubicBezTo>
                  <a:pt x="1591443" y="81007"/>
                  <a:pt x="1592206" y="82778"/>
                  <a:pt x="1593730" y="84258"/>
                </a:cubicBezTo>
                <a:cubicBezTo>
                  <a:pt x="1595254" y="85737"/>
                  <a:pt x="1597204" y="86477"/>
                  <a:pt x="1599580" y="86477"/>
                </a:cubicBezTo>
                <a:cubicBezTo>
                  <a:pt x="1601284" y="86477"/>
                  <a:pt x="1602965" y="86152"/>
                  <a:pt x="1604623" y="85504"/>
                </a:cubicBezTo>
                <a:cubicBezTo>
                  <a:pt x="1606282" y="84854"/>
                  <a:pt x="1607986" y="83868"/>
                  <a:pt x="1609734" y="82547"/>
                </a:cubicBezTo>
                <a:cubicBezTo>
                  <a:pt x="1611482" y="81225"/>
                  <a:pt x="1613051" y="79712"/>
                  <a:pt x="1614441" y="78010"/>
                </a:cubicBezTo>
                <a:cubicBezTo>
                  <a:pt x="1615831" y="76308"/>
                  <a:pt x="1617131" y="74069"/>
                  <a:pt x="1618341" y="71292"/>
                </a:cubicBezTo>
                <a:cubicBezTo>
                  <a:pt x="1619193" y="69231"/>
                  <a:pt x="1620112" y="65870"/>
                  <a:pt x="1621098" y="61207"/>
                </a:cubicBezTo>
                <a:lnTo>
                  <a:pt x="1628226" y="27167"/>
                </a:lnTo>
                <a:lnTo>
                  <a:pt x="1647526" y="27167"/>
                </a:lnTo>
                <a:lnTo>
                  <a:pt x="1632597" y="98581"/>
                </a:lnTo>
                <a:lnTo>
                  <a:pt x="1614576" y="98581"/>
                </a:lnTo>
                <a:lnTo>
                  <a:pt x="1616593" y="88948"/>
                </a:lnTo>
                <a:cubicBezTo>
                  <a:pt x="1608703" y="96535"/>
                  <a:pt x="1600118" y="100329"/>
                  <a:pt x="1590838" y="100329"/>
                </a:cubicBezTo>
                <a:cubicBezTo>
                  <a:pt x="1584966" y="100329"/>
                  <a:pt x="1580348" y="98642"/>
                  <a:pt x="1576986" y="95269"/>
                </a:cubicBezTo>
                <a:cubicBezTo>
                  <a:pt x="1573624" y="91894"/>
                  <a:pt x="1571942" y="87372"/>
                  <a:pt x="1571942" y="81702"/>
                </a:cubicBezTo>
                <a:cubicBezTo>
                  <a:pt x="1571942" y="79237"/>
                  <a:pt x="1572705" y="74328"/>
                  <a:pt x="1574229" y="66976"/>
                </a:cubicBezTo>
                <a:lnTo>
                  <a:pt x="1582567" y="27167"/>
                </a:lnTo>
                <a:close/>
                <a:moveTo>
                  <a:pt x="1656776" y="41557"/>
                </a:moveTo>
                <a:lnTo>
                  <a:pt x="1659734" y="27167"/>
                </a:lnTo>
                <a:lnTo>
                  <a:pt x="1669229" y="27167"/>
                </a:lnTo>
                <a:lnTo>
                  <a:pt x="1671574" y="15735"/>
                </a:lnTo>
                <a:lnTo>
                  <a:pt x="1693626" y="2421"/>
                </a:lnTo>
                <a:lnTo>
                  <a:pt x="1688528" y="27167"/>
                </a:lnTo>
                <a:lnTo>
                  <a:pt x="1700216" y="27167"/>
                </a:lnTo>
                <a:lnTo>
                  <a:pt x="1697257" y="41557"/>
                </a:lnTo>
                <a:lnTo>
                  <a:pt x="1685563" y="41557"/>
                </a:lnTo>
                <a:lnTo>
                  <a:pt x="1679168" y="71490"/>
                </a:lnTo>
                <a:cubicBezTo>
                  <a:pt x="1678047" y="76907"/>
                  <a:pt x="1677487" y="79996"/>
                  <a:pt x="1677487" y="80757"/>
                </a:cubicBezTo>
                <a:cubicBezTo>
                  <a:pt x="1677487" y="82238"/>
                  <a:pt x="1677958" y="83393"/>
                  <a:pt x="1678899" y="84224"/>
                </a:cubicBezTo>
                <a:cubicBezTo>
                  <a:pt x="1679841" y="85053"/>
                  <a:pt x="1681544" y="85468"/>
                  <a:pt x="1684010" y="85468"/>
                </a:cubicBezTo>
                <a:cubicBezTo>
                  <a:pt x="1684862" y="85468"/>
                  <a:pt x="1686991" y="85311"/>
                  <a:pt x="1690398" y="84997"/>
                </a:cubicBezTo>
                <a:lnTo>
                  <a:pt x="1687372" y="99320"/>
                </a:lnTo>
                <a:cubicBezTo>
                  <a:pt x="1684055" y="99993"/>
                  <a:pt x="1680648" y="100329"/>
                  <a:pt x="1677151" y="100329"/>
                </a:cubicBezTo>
                <a:cubicBezTo>
                  <a:pt x="1670337" y="100329"/>
                  <a:pt x="1665383" y="99012"/>
                  <a:pt x="1662290" y="96379"/>
                </a:cubicBezTo>
                <a:cubicBezTo>
                  <a:pt x="1659197" y="93743"/>
                  <a:pt x="1657650" y="90084"/>
                  <a:pt x="1657650" y="85401"/>
                </a:cubicBezTo>
                <a:cubicBezTo>
                  <a:pt x="1657650" y="83204"/>
                  <a:pt x="1658479" y="78138"/>
                  <a:pt x="1660138" y="70201"/>
                </a:cubicBezTo>
                <a:lnTo>
                  <a:pt x="1666369" y="41557"/>
                </a:lnTo>
                <a:lnTo>
                  <a:pt x="1656776" y="41557"/>
                </a:lnTo>
                <a:close/>
                <a:moveTo>
                  <a:pt x="1695352" y="78561"/>
                </a:moveTo>
                <a:lnTo>
                  <a:pt x="1714046" y="75583"/>
                </a:lnTo>
                <a:cubicBezTo>
                  <a:pt x="1715705" y="79552"/>
                  <a:pt x="1717767" y="82360"/>
                  <a:pt x="1720232" y="84008"/>
                </a:cubicBezTo>
                <a:cubicBezTo>
                  <a:pt x="1722698" y="85654"/>
                  <a:pt x="1726060" y="86477"/>
                  <a:pt x="1730319" y="86477"/>
                </a:cubicBezTo>
                <a:cubicBezTo>
                  <a:pt x="1734712" y="86477"/>
                  <a:pt x="1738232" y="85493"/>
                  <a:pt x="1740876" y="83526"/>
                </a:cubicBezTo>
                <a:cubicBezTo>
                  <a:pt x="1742714" y="82184"/>
                  <a:pt x="1743634" y="80552"/>
                  <a:pt x="1743634" y="78630"/>
                </a:cubicBezTo>
                <a:cubicBezTo>
                  <a:pt x="1743634" y="77333"/>
                  <a:pt x="1743163" y="76167"/>
                  <a:pt x="1742221" y="75133"/>
                </a:cubicBezTo>
                <a:cubicBezTo>
                  <a:pt x="1741235" y="74146"/>
                  <a:pt x="1738568" y="72933"/>
                  <a:pt x="1734219" y="71496"/>
                </a:cubicBezTo>
                <a:cubicBezTo>
                  <a:pt x="1722563" y="67633"/>
                  <a:pt x="1715346" y="64580"/>
                  <a:pt x="1712566" y="62336"/>
                </a:cubicBezTo>
                <a:cubicBezTo>
                  <a:pt x="1708218" y="58832"/>
                  <a:pt x="1706044" y="54251"/>
                  <a:pt x="1706044" y="48593"/>
                </a:cubicBezTo>
                <a:cubicBezTo>
                  <a:pt x="1706044" y="42934"/>
                  <a:pt x="1708151" y="38061"/>
                  <a:pt x="1712365" y="33973"/>
                </a:cubicBezTo>
                <a:cubicBezTo>
                  <a:pt x="1718237" y="28270"/>
                  <a:pt x="1726957" y="25419"/>
                  <a:pt x="1738523" y="25419"/>
                </a:cubicBezTo>
                <a:cubicBezTo>
                  <a:pt x="1747713" y="25419"/>
                  <a:pt x="1754662" y="27100"/>
                  <a:pt x="1759369" y="30462"/>
                </a:cubicBezTo>
                <a:cubicBezTo>
                  <a:pt x="1764076" y="33824"/>
                  <a:pt x="1767057" y="38374"/>
                  <a:pt x="1768312" y="44113"/>
                </a:cubicBezTo>
                <a:lnTo>
                  <a:pt x="1750492" y="47206"/>
                </a:lnTo>
                <a:cubicBezTo>
                  <a:pt x="1749551" y="44606"/>
                  <a:pt x="1748027" y="42656"/>
                  <a:pt x="1745920" y="41356"/>
                </a:cubicBezTo>
                <a:cubicBezTo>
                  <a:pt x="1743051" y="39607"/>
                  <a:pt x="1739599" y="38733"/>
                  <a:pt x="1735564" y="38733"/>
                </a:cubicBezTo>
                <a:cubicBezTo>
                  <a:pt x="1731529" y="38733"/>
                  <a:pt x="1728627" y="39408"/>
                  <a:pt x="1726856" y="40759"/>
                </a:cubicBezTo>
                <a:cubicBezTo>
                  <a:pt x="1725085" y="42109"/>
                  <a:pt x="1724200" y="43663"/>
                  <a:pt x="1724200" y="45420"/>
                </a:cubicBezTo>
                <a:cubicBezTo>
                  <a:pt x="1724200" y="47220"/>
                  <a:pt x="1725096" y="48704"/>
                  <a:pt x="1726890" y="49872"/>
                </a:cubicBezTo>
                <a:cubicBezTo>
                  <a:pt x="1728010" y="50591"/>
                  <a:pt x="1731619" y="51848"/>
                  <a:pt x="1737716" y="53644"/>
                </a:cubicBezTo>
                <a:cubicBezTo>
                  <a:pt x="1747130" y="56385"/>
                  <a:pt x="1753429" y="59079"/>
                  <a:pt x="1756612" y="61729"/>
                </a:cubicBezTo>
                <a:cubicBezTo>
                  <a:pt x="1761095" y="65456"/>
                  <a:pt x="1763336" y="69948"/>
                  <a:pt x="1763336" y="75203"/>
                </a:cubicBezTo>
                <a:cubicBezTo>
                  <a:pt x="1763336" y="81983"/>
                  <a:pt x="1760490" y="87866"/>
                  <a:pt x="1754796" y="92852"/>
                </a:cubicBezTo>
                <a:cubicBezTo>
                  <a:pt x="1749103" y="97837"/>
                  <a:pt x="1741078" y="100329"/>
                  <a:pt x="1730723" y="100329"/>
                </a:cubicBezTo>
                <a:cubicBezTo>
                  <a:pt x="1720412" y="100329"/>
                  <a:pt x="1712443" y="98425"/>
                  <a:pt x="1706817" y="94618"/>
                </a:cubicBezTo>
                <a:cubicBezTo>
                  <a:pt x="1701191" y="90808"/>
                  <a:pt x="1697369" y="85456"/>
                  <a:pt x="1695352" y="78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TargetLibraries">
            <a:extLst xmlns:a="http://schemas.openxmlformats.org/drawingml/2006/main">
              <a:ext uri="{FF2B5EF4-FFF2-40B4-BE49-F238E27FC236}">
                <a16:creationId xmlns:a16="http://schemas.microsoft.com/office/drawing/2014/main" id="{F71A226B-1AA0-44AE-81AA-5CCCF80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11" y="949875"/>
            <a:ext cx="1035249" cy="125210"/>
          </a:xfrm>
          <a:custGeom xmlns:a="http://schemas.openxmlformats.org/drawingml/2006/main">
            <a:pathLst>
              <a:path w="1035249" h="125210">
                <a:moveTo>
                  <a:pt x="29472" y="18156"/>
                </a:moveTo>
                <a:lnTo>
                  <a:pt x="29472" y="98312"/>
                </a:lnTo>
                <a:lnTo>
                  <a:pt x="51093" y="98312"/>
                </a:lnTo>
                <a:lnTo>
                  <a:pt x="51093" y="18156"/>
                </a:lnTo>
                <a:lnTo>
                  <a:pt x="80565" y="18156"/>
                </a:lnTo>
                <a:lnTo>
                  <a:pt x="80565" y="0"/>
                </a:lnTo>
                <a:lnTo>
                  <a:pt x="0" y="0"/>
                </a:lnTo>
                <a:lnTo>
                  <a:pt x="0" y="18156"/>
                </a:lnTo>
                <a:lnTo>
                  <a:pt x="29472" y="18156"/>
                </a:lnTo>
                <a:close/>
                <a:moveTo>
                  <a:pt x="88981" y="49009"/>
                </a:moveTo>
                <a:cubicBezTo>
                  <a:pt x="89256" y="44418"/>
                  <a:pt x="90403" y="40608"/>
                  <a:pt x="92423" y="37579"/>
                </a:cubicBezTo>
                <a:cubicBezTo>
                  <a:pt x="94443" y="34549"/>
                  <a:pt x="97014" y="32116"/>
                  <a:pt x="100135" y="30279"/>
                </a:cubicBezTo>
                <a:cubicBezTo>
                  <a:pt x="103257" y="28442"/>
                  <a:pt x="106768" y="27134"/>
                  <a:pt x="110670" y="26354"/>
                </a:cubicBezTo>
                <a:cubicBezTo>
                  <a:pt x="114573" y="25573"/>
                  <a:pt x="118498" y="25183"/>
                  <a:pt x="122446" y="25183"/>
                </a:cubicBezTo>
                <a:cubicBezTo>
                  <a:pt x="126027" y="25183"/>
                  <a:pt x="129653" y="25436"/>
                  <a:pt x="133325" y="25942"/>
                </a:cubicBezTo>
                <a:cubicBezTo>
                  <a:pt x="136998" y="26446"/>
                  <a:pt x="140349" y="27433"/>
                  <a:pt x="143378" y="28903"/>
                </a:cubicBezTo>
                <a:cubicBezTo>
                  <a:pt x="146408" y="30371"/>
                  <a:pt x="148887" y="32413"/>
                  <a:pt x="150815" y="35030"/>
                </a:cubicBezTo>
                <a:cubicBezTo>
                  <a:pt x="152744" y="37647"/>
                  <a:pt x="153708" y="41113"/>
                  <a:pt x="153708" y="45428"/>
                </a:cubicBezTo>
                <a:lnTo>
                  <a:pt x="153708" y="82474"/>
                </a:lnTo>
                <a:cubicBezTo>
                  <a:pt x="153708" y="85687"/>
                  <a:pt x="153892" y="88763"/>
                  <a:pt x="154259" y="91701"/>
                </a:cubicBezTo>
                <a:cubicBezTo>
                  <a:pt x="154626" y="94639"/>
                  <a:pt x="155268" y="96842"/>
                  <a:pt x="156186" y="98312"/>
                </a:cubicBezTo>
                <a:lnTo>
                  <a:pt x="136355" y="98312"/>
                </a:lnTo>
                <a:cubicBezTo>
                  <a:pt x="135988" y="97211"/>
                  <a:pt x="135690" y="96086"/>
                  <a:pt x="135460" y="94939"/>
                </a:cubicBezTo>
                <a:cubicBezTo>
                  <a:pt x="135230" y="93790"/>
                  <a:pt x="135070" y="92619"/>
                  <a:pt x="134979" y="91426"/>
                </a:cubicBezTo>
                <a:cubicBezTo>
                  <a:pt x="131857" y="94639"/>
                  <a:pt x="128185" y="96889"/>
                  <a:pt x="123961" y="98175"/>
                </a:cubicBezTo>
                <a:cubicBezTo>
                  <a:pt x="119737" y="99460"/>
                  <a:pt x="115422" y="100102"/>
                  <a:pt x="111014" y="100102"/>
                </a:cubicBezTo>
                <a:cubicBezTo>
                  <a:pt x="107618" y="100102"/>
                  <a:pt x="104451" y="99689"/>
                  <a:pt x="101512" y="98862"/>
                </a:cubicBezTo>
                <a:cubicBezTo>
                  <a:pt x="98574" y="98036"/>
                  <a:pt x="96003" y="96750"/>
                  <a:pt x="93800" y="95006"/>
                </a:cubicBezTo>
                <a:cubicBezTo>
                  <a:pt x="91597" y="93262"/>
                  <a:pt x="89876" y="91059"/>
                  <a:pt x="88636" y="88397"/>
                </a:cubicBezTo>
                <a:cubicBezTo>
                  <a:pt x="87397" y="85734"/>
                  <a:pt x="86777" y="82566"/>
                  <a:pt x="86777" y="78893"/>
                </a:cubicBezTo>
                <a:cubicBezTo>
                  <a:pt x="86777" y="74854"/>
                  <a:pt x="87488" y="71526"/>
                  <a:pt x="88912" y="68909"/>
                </a:cubicBezTo>
                <a:cubicBezTo>
                  <a:pt x="90335" y="66292"/>
                  <a:pt x="92171" y="64203"/>
                  <a:pt x="94420" y="62643"/>
                </a:cubicBezTo>
                <a:cubicBezTo>
                  <a:pt x="96669" y="61082"/>
                  <a:pt x="99240" y="59912"/>
                  <a:pt x="102132" y="59131"/>
                </a:cubicBezTo>
                <a:cubicBezTo>
                  <a:pt x="105025" y="58351"/>
                  <a:pt x="107940" y="57732"/>
                  <a:pt x="110878" y="57274"/>
                </a:cubicBezTo>
                <a:cubicBezTo>
                  <a:pt x="113815" y="56814"/>
                  <a:pt x="116707" y="56446"/>
                  <a:pt x="119552" y="56170"/>
                </a:cubicBezTo>
                <a:cubicBezTo>
                  <a:pt x="122399" y="55894"/>
                  <a:pt x="124924" y="55481"/>
                  <a:pt x="127128" y="54931"/>
                </a:cubicBezTo>
                <a:cubicBezTo>
                  <a:pt x="129331" y="54380"/>
                  <a:pt x="131076" y="53577"/>
                  <a:pt x="132360" y="52522"/>
                </a:cubicBezTo>
                <a:cubicBezTo>
                  <a:pt x="133646" y="51466"/>
                  <a:pt x="134244" y="49928"/>
                  <a:pt x="134153" y="47908"/>
                </a:cubicBezTo>
                <a:cubicBezTo>
                  <a:pt x="134153" y="45795"/>
                  <a:pt x="133808" y="44120"/>
                  <a:pt x="133119" y="42881"/>
                </a:cubicBezTo>
                <a:cubicBezTo>
                  <a:pt x="132430" y="41641"/>
                  <a:pt x="131511" y="40677"/>
                  <a:pt x="130364" y="39990"/>
                </a:cubicBezTo>
                <a:cubicBezTo>
                  <a:pt x="129217" y="39300"/>
                  <a:pt x="127885" y="38841"/>
                  <a:pt x="126369" y="38611"/>
                </a:cubicBezTo>
                <a:cubicBezTo>
                  <a:pt x="124855" y="38381"/>
                  <a:pt x="123226" y="38266"/>
                  <a:pt x="121481" y="38266"/>
                </a:cubicBezTo>
                <a:cubicBezTo>
                  <a:pt x="117626" y="38266"/>
                  <a:pt x="114596" y="39093"/>
                  <a:pt x="112393" y="40746"/>
                </a:cubicBezTo>
                <a:cubicBezTo>
                  <a:pt x="110189" y="42399"/>
                  <a:pt x="108904" y="45153"/>
                  <a:pt x="108537" y="49009"/>
                </a:cubicBezTo>
                <a:lnTo>
                  <a:pt x="88981" y="49009"/>
                </a:lnTo>
                <a:moveTo>
                  <a:pt x="134153" y="63469"/>
                </a:moveTo>
                <a:cubicBezTo>
                  <a:pt x="133326" y="64204"/>
                  <a:pt x="132293" y="64778"/>
                  <a:pt x="131053" y="65192"/>
                </a:cubicBezTo>
                <a:cubicBezTo>
                  <a:pt x="129813" y="65605"/>
                  <a:pt x="128482" y="65950"/>
                  <a:pt x="127058" y="66226"/>
                </a:cubicBezTo>
                <a:cubicBezTo>
                  <a:pt x="125637" y="66500"/>
                  <a:pt x="124145" y="66729"/>
                  <a:pt x="122582" y="66913"/>
                </a:cubicBezTo>
                <a:cubicBezTo>
                  <a:pt x="121022" y="67096"/>
                  <a:pt x="119461" y="67325"/>
                  <a:pt x="117901" y="67600"/>
                </a:cubicBezTo>
                <a:cubicBezTo>
                  <a:pt x="116432" y="67876"/>
                  <a:pt x="114987" y="68244"/>
                  <a:pt x="113563" y="68703"/>
                </a:cubicBezTo>
                <a:cubicBezTo>
                  <a:pt x="112140" y="69161"/>
                  <a:pt x="110900" y="69781"/>
                  <a:pt x="109844" y="70563"/>
                </a:cubicBezTo>
                <a:cubicBezTo>
                  <a:pt x="108789" y="71343"/>
                  <a:pt x="107940" y="72330"/>
                  <a:pt x="107297" y="73524"/>
                </a:cubicBezTo>
                <a:cubicBezTo>
                  <a:pt x="106654" y="74716"/>
                  <a:pt x="106332" y="76230"/>
                  <a:pt x="106332" y="78067"/>
                </a:cubicBezTo>
                <a:cubicBezTo>
                  <a:pt x="106332" y="79811"/>
                  <a:pt x="106654" y="81280"/>
                  <a:pt x="107297" y="82474"/>
                </a:cubicBezTo>
                <a:cubicBezTo>
                  <a:pt x="107940" y="83667"/>
                  <a:pt x="108812" y="84609"/>
                  <a:pt x="109913" y="85298"/>
                </a:cubicBezTo>
                <a:cubicBezTo>
                  <a:pt x="111016" y="85986"/>
                  <a:pt x="112301" y="86468"/>
                  <a:pt x="113769" y="86744"/>
                </a:cubicBezTo>
                <a:cubicBezTo>
                  <a:pt x="115239" y="87020"/>
                  <a:pt x="116754" y="87158"/>
                  <a:pt x="118315" y="87158"/>
                </a:cubicBezTo>
                <a:cubicBezTo>
                  <a:pt x="122170" y="87158"/>
                  <a:pt x="125153" y="86515"/>
                  <a:pt x="127264" y="85231"/>
                </a:cubicBezTo>
                <a:cubicBezTo>
                  <a:pt x="129377" y="83945"/>
                  <a:pt x="130938" y="82406"/>
                  <a:pt x="131948" y="80616"/>
                </a:cubicBezTo>
                <a:cubicBezTo>
                  <a:pt x="132958" y="78826"/>
                  <a:pt x="133578" y="77012"/>
                  <a:pt x="133808" y="75175"/>
                </a:cubicBezTo>
                <a:cubicBezTo>
                  <a:pt x="134038" y="73339"/>
                  <a:pt x="134153" y="71870"/>
                  <a:pt x="134153" y="70769"/>
                </a:cubicBezTo>
                <a:lnTo>
                  <a:pt x="134153" y="63469"/>
                </a:lnTo>
                <a:close/>
                <a:moveTo>
                  <a:pt x="168612" y="27060"/>
                </a:moveTo>
                <a:lnTo>
                  <a:pt x="168612" y="98312"/>
                </a:lnTo>
                <a:lnTo>
                  <a:pt x="188168" y="98312"/>
                </a:lnTo>
                <a:lnTo>
                  <a:pt x="188168" y="66190"/>
                </a:lnTo>
                <a:cubicBezTo>
                  <a:pt x="188168" y="62973"/>
                  <a:pt x="188489" y="59987"/>
                  <a:pt x="189132" y="57229"/>
                </a:cubicBezTo>
                <a:cubicBezTo>
                  <a:pt x="189775" y="54472"/>
                  <a:pt x="190854" y="52060"/>
                  <a:pt x="192368" y="49992"/>
                </a:cubicBezTo>
                <a:cubicBezTo>
                  <a:pt x="193883" y="47924"/>
                  <a:pt x="195879" y="46293"/>
                  <a:pt x="198357" y="45098"/>
                </a:cubicBezTo>
                <a:cubicBezTo>
                  <a:pt x="200837" y="43903"/>
                  <a:pt x="203867" y="43306"/>
                  <a:pt x="207448" y="43306"/>
                </a:cubicBezTo>
                <a:cubicBezTo>
                  <a:pt x="208641" y="43306"/>
                  <a:pt x="209881" y="43375"/>
                  <a:pt x="211165" y="43514"/>
                </a:cubicBezTo>
                <a:cubicBezTo>
                  <a:pt x="212451" y="43651"/>
                  <a:pt x="213553" y="43811"/>
                  <a:pt x="214471" y="43995"/>
                </a:cubicBezTo>
                <a:lnTo>
                  <a:pt x="214471" y="25837"/>
                </a:lnTo>
                <a:cubicBezTo>
                  <a:pt x="212910" y="25379"/>
                  <a:pt x="211487" y="25150"/>
                  <a:pt x="210203" y="25150"/>
                </a:cubicBezTo>
                <a:cubicBezTo>
                  <a:pt x="207723" y="25150"/>
                  <a:pt x="205336" y="25517"/>
                  <a:pt x="203041" y="26251"/>
                </a:cubicBezTo>
                <a:cubicBezTo>
                  <a:pt x="200747" y="26983"/>
                  <a:pt x="198589" y="28014"/>
                  <a:pt x="196569" y="29344"/>
                </a:cubicBezTo>
                <a:cubicBezTo>
                  <a:pt x="194549" y="30673"/>
                  <a:pt x="192758" y="32278"/>
                  <a:pt x="191198" y="34158"/>
                </a:cubicBezTo>
                <a:cubicBezTo>
                  <a:pt x="189637" y="36038"/>
                  <a:pt x="188397" y="38079"/>
                  <a:pt x="187478" y="40280"/>
                </a:cubicBezTo>
                <a:lnTo>
                  <a:pt x="187203" y="40280"/>
                </a:lnTo>
                <a:lnTo>
                  <a:pt x="187203" y="27060"/>
                </a:lnTo>
                <a:lnTo>
                  <a:pt x="168612" y="27060"/>
                </a:lnTo>
                <a:close/>
                <a:moveTo>
                  <a:pt x="255358" y="81501"/>
                </a:moveTo>
                <a:cubicBezTo>
                  <a:pt x="252328" y="81501"/>
                  <a:pt x="249802" y="80858"/>
                  <a:pt x="247782" y="79574"/>
                </a:cubicBezTo>
                <a:cubicBezTo>
                  <a:pt x="245762" y="78289"/>
                  <a:pt x="244132" y="76638"/>
                  <a:pt x="242892" y="74621"/>
                </a:cubicBezTo>
                <a:cubicBezTo>
                  <a:pt x="241654" y="72602"/>
                  <a:pt x="240782" y="70332"/>
                  <a:pt x="240276" y="67810"/>
                </a:cubicBezTo>
                <a:cubicBezTo>
                  <a:pt x="239772" y="65287"/>
                  <a:pt x="239520" y="62741"/>
                  <a:pt x="239520" y="60171"/>
                </a:cubicBezTo>
                <a:cubicBezTo>
                  <a:pt x="239520" y="57511"/>
                  <a:pt x="239818" y="54966"/>
                  <a:pt x="240415" y="52535"/>
                </a:cubicBezTo>
                <a:cubicBezTo>
                  <a:pt x="241012" y="50103"/>
                  <a:pt x="241975" y="47947"/>
                  <a:pt x="243306" y="46067"/>
                </a:cubicBezTo>
                <a:cubicBezTo>
                  <a:pt x="244639" y="44187"/>
                  <a:pt x="246292" y="42696"/>
                  <a:pt x="248266" y="41595"/>
                </a:cubicBezTo>
                <a:cubicBezTo>
                  <a:pt x="250240" y="40494"/>
                  <a:pt x="252604" y="39943"/>
                  <a:pt x="255358" y="39943"/>
                </a:cubicBezTo>
                <a:cubicBezTo>
                  <a:pt x="258572" y="39943"/>
                  <a:pt x="261234" y="40540"/>
                  <a:pt x="263345" y="41734"/>
                </a:cubicBezTo>
                <a:cubicBezTo>
                  <a:pt x="265456" y="42926"/>
                  <a:pt x="267155" y="44531"/>
                  <a:pt x="268441" y="46550"/>
                </a:cubicBezTo>
                <a:cubicBezTo>
                  <a:pt x="269727" y="48568"/>
                  <a:pt x="270646" y="50883"/>
                  <a:pt x="271196" y="53497"/>
                </a:cubicBezTo>
                <a:cubicBezTo>
                  <a:pt x="271747" y="56112"/>
                  <a:pt x="272022" y="58887"/>
                  <a:pt x="272022" y="61823"/>
                </a:cubicBezTo>
                <a:cubicBezTo>
                  <a:pt x="272022" y="64391"/>
                  <a:pt x="271677" y="66845"/>
                  <a:pt x="270988" y="69184"/>
                </a:cubicBezTo>
                <a:cubicBezTo>
                  <a:pt x="270300" y="71524"/>
                  <a:pt x="269268" y="73611"/>
                  <a:pt x="267891" y="75446"/>
                </a:cubicBezTo>
                <a:cubicBezTo>
                  <a:pt x="266513" y="77280"/>
                  <a:pt x="264769" y="78748"/>
                  <a:pt x="262656" y="79849"/>
                </a:cubicBezTo>
                <a:cubicBezTo>
                  <a:pt x="260545" y="80950"/>
                  <a:pt x="258112" y="81501"/>
                  <a:pt x="255358" y="81501"/>
                </a:cubicBezTo>
                <a:moveTo>
                  <a:pt x="290613" y="93798"/>
                </a:moveTo>
                <a:lnTo>
                  <a:pt x="290613" y="27123"/>
                </a:lnTo>
                <a:lnTo>
                  <a:pt x="272022" y="27123"/>
                </a:lnTo>
                <a:lnTo>
                  <a:pt x="272022" y="36625"/>
                </a:lnTo>
                <a:lnTo>
                  <a:pt x="271747" y="36625"/>
                </a:lnTo>
                <a:cubicBezTo>
                  <a:pt x="269359" y="32477"/>
                  <a:pt x="266399" y="29527"/>
                  <a:pt x="262864" y="27776"/>
                </a:cubicBezTo>
                <a:cubicBezTo>
                  <a:pt x="259329" y="26025"/>
                  <a:pt x="255221" y="25150"/>
                  <a:pt x="250537" y="25150"/>
                </a:cubicBezTo>
                <a:cubicBezTo>
                  <a:pt x="245579" y="25150"/>
                  <a:pt x="241195" y="26115"/>
                  <a:pt x="237385" y="28045"/>
                </a:cubicBezTo>
                <a:cubicBezTo>
                  <a:pt x="233575" y="29976"/>
                  <a:pt x="230386" y="32572"/>
                  <a:pt x="227815" y="35835"/>
                </a:cubicBezTo>
                <a:cubicBezTo>
                  <a:pt x="225244" y="39098"/>
                  <a:pt x="223293" y="42866"/>
                  <a:pt x="221960" y="47141"/>
                </a:cubicBezTo>
                <a:cubicBezTo>
                  <a:pt x="220629" y="51415"/>
                  <a:pt x="219964" y="55850"/>
                  <a:pt x="219964" y="60447"/>
                </a:cubicBezTo>
                <a:cubicBezTo>
                  <a:pt x="219964" y="65318"/>
                  <a:pt x="220538" y="69937"/>
                  <a:pt x="221685" y="74303"/>
                </a:cubicBezTo>
                <a:cubicBezTo>
                  <a:pt x="222832" y="78669"/>
                  <a:pt x="224645" y="82483"/>
                  <a:pt x="227123" y="85748"/>
                </a:cubicBezTo>
                <a:cubicBezTo>
                  <a:pt x="229603" y="89010"/>
                  <a:pt x="232771" y="91584"/>
                  <a:pt x="236628" y="93468"/>
                </a:cubicBezTo>
                <a:cubicBezTo>
                  <a:pt x="240485" y="95352"/>
                  <a:pt x="245076" y="96294"/>
                  <a:pt x="250401" y="96294"/>
                </a:cubicBezTo>
                <a:cubicBezTo>
                  <a:pt x="254716" y="96294"/>
                  <a:pt x="258824" y="95396"/>
                  <a:pt x="262725" y="93598"/>
                </a:cubicBezTo>
                <a:cubicBezTo>
                  <a:pt x="266628" y="91801"/>
                  <a:pt x="269635" y="89012"/>
                  <a:pt x="271747" y="85233"/>
                </a:cubicBezTo>
                <a:lnTo>
                  <a:pt x="272022" y="85233"/>
                </a:lnTo>
                <a:lnTo>
                  <a:pt x="272022" y="94624"/>
                </a:lnTo>
                <a:cubicBezTo>
                  <a:pt x="272114" y="99688"/>
                  <a:pt x="270898" y="103878"/>
                  <a:pt x="268372" y="107192"/>
                </a:cubicBezTo>
                <a:cubicBezTo>
                  <a:pt x="265847" y="110507"/>
                  <a:pt x="261831" y="112164"/>
                  <a:pt x="256322" y="112164"/>
                </a:cubicBezTo>
                <a:cubicBezTo>
                  <a:pt x="252834" y="112164"/>
                  <a:pt x="249758" y="111450"/>
                  <a:pt x="247095" y="110021"/>
                </a:cubicBezTo>
                <a:cubicBezTo>
                  <a:pt x="244432" y="108592"/>
                  <a:pt x="242642" y="106034"/>
                  <a:pt x="241724" y="102346"/>
                </a:cubicBezTo>
                <a:lnTo>
                  <a:pt x="222305" y="102346"/>
                </a:lnTo>
                <a:cubicBezTo>
                  <a:pt x="222581" y="106387"/>
                  <a:pt x="223706" y="109853"/>
                  <a:pt x="225680" y="112744"/>
                </a:cubicBezTo>
                <a:cubicBezTo>
                  <a:pt x="227654" y="115637"/>
                  <a:pt x="230133" y="118002"/>
                  <a:pt x="233117" y="119839"/>
                </a:cubicBezTo>
                <a:cubicBezTo>
                  <a:pt x="236101" y="121675"/>
                  <a:pt x="239405" y="123029"/>
                  <a:pt x="243031" y="123901"/>
                </a:cubicBezTo>
                <a:cubicBezTo>
                  <a:pt x="246658" y="124773"/>
                  <a:pt x="250216" y="125210"/>
                  <a:pt x="253706" y="125210"/>
                </a:cubicBezTo>
                <a:cubicBezTo>
                  <a:pt x="261876" y="125210"/>
                  <a:pt x="268394" y="124107"/>
                  <a:pt x="273260" y="121902"/>
                </a:cubicBezTo>
                <a:cubicBezTo>
                  <a:pt x="278127" y="119698"/>
                  <a:pt x="281845" y="117012"/>
                  <a:pt x="284416" y="113843"/>
                </a:cubicBezTo>
                <a:cubicBezTo>
                  <a:pt x="286987" y="110674"/>
                  <a:pt x="288662" y="107253"/>
                  <a:pt x="289443" y="103580"/>
                </a:cubicBezTo>
                <a:cubicBezTo>
                  <a:pt x="290223" y="99907"/>
                  <a:pt x="290613" y="96646"/>
                  <a:pt x="290613" y="93798"/>
                </a:cubicBezTo>
                <a:close/>
                <a:moveTo>
                  <a:pt x="354253" y="55141"/>
                </a:moveTo>
                <a:lnTo>
                  <a:pt x="322442" y="55141"/>
                </a:lnTo>
                <a:cubicBezTo>
                  <a:pt x="322533" y="53759"/>
                  <a:pt x="322831" y="52194"/>
                  <a:pt x="323336" y="50444"/>
                </a:cubicBezTo>
                <a:cubicBezTo>
                  <a:pt x="323841" y="48693"/>
                  <a:pt x="324714" y="47035"/>
                  <a:pt x="325954" y="45470"/>
                </a:cubicBezTo>
                <a:cubicBezTo>
                  <a:pt x="327194" y="43904"/>
                  <a:pt x="328846" y="42591"/>
                  <a:pt x="330911" y="41532"/>
                </a:cubicBezTo>
                <a:cubicBezTo>
                  <a:pt x="332977" y="40473"/>
                  <a:pt x="335571" y="39943"/>
                  <a:pt x="338693" y="39943"/>
                </a:cubicBezTo>
                <a:cubicBezTo>
                  <a:pt x="343467" y="39943"/>
                  <a:pt x="347025" y="41233"/>
                  <a:pt x="349366" y="43812"/>
                </a:cubicBezTo>
                <a:cubicBezTo>
                  <a:pt x="351706" y="46391"/>
                  <a:pt x="353336" y="50167"/>
                  <a:pt x="354253" y="55141"/>
                </a:cubicBezTo>
                <a:moveTo>
                  <a:pt x="322442" y="67514"/>
                </a:moveTo>
                <a:lnTo>
                  <a:pt x="373811" y="67514"/>
                </a:lnTo>
                <a:cubicBezTo>
                  <a:pt x="374178" y="61994"/>
                  <a:pt x="373719" y="56704"/>
                  <a:pt x="372433" y="51644"/>
                </a:cubicBezTo>
                <a:cubicBezTo>
                  <a:pt x="371148" y="46584"/>
                  <a:pt x="369059" y="42076"/>
                  <a:pt x="366166" y="38121"/>
                </a:cubicBezTo>
                <a:cubicBezTo>
                  <a:pt x="363275" y="34165"/>
                  <a:pt x="359579" y="31015"/>
                  <a:pt x="355079" y="28669"/>
                </a:cubicBezTo>
                <a:cubicBezTo>
                  <a:pt x="350581" y="26323"/>
                  <a:pt x="345302" y="25150"/>
                  <a:pt x="339243" y="25150"/>
                </a:cubicBezTo>
                <a:cubicBezTo>
                  <a:pt x="333826" y="25150"/>
                  <a:pt x="328891" y="26115"/>
                  <a:pt x="324439" y="28047"/>
                </a:cubicBezTo>
                <a:cubicBezTo>
                  <a:pt x="319987" y="29978"/>
                  <a:pt x="316154" y="32621"/>
                  <a:pt x="312940" y="35978"/>
                </a:cubicBezTo>
                <a:cubicBezTo>
                  <a:pt x="309726" y="39335"/>
                  <a:pt x="307247" y="43313"/>
                  <a:pt x="305503" y="47912"/>
                </a:cubicBezTo>
                <a:cubicBezTo>
                  <a:pt x="303759" y="52510"/>
                  <a:pt x="302887" y="57476"/>
                  <a:pt x="302887" y="62811"/>
                </a:cubicBezTo>
                <a:cubicBezTo>
                  <a:pt x="302887" y="68328"/>
                  <a:pt x="303736" y="73386"/>
                  <a:pt x="305434" y="77985"/>
                </a:cubicBezTo>
                <a:cubicBezTo>
                  <a:pt x="307133" y="82583"/>
                  <a:pt x="309543" y="86538"/>
                  <a:pt x="312665" y="89849"/>
                </a:cubicBezTo>
                <a:cubicBezTo>
                  <a:pt x="315786" y="93160"/>
                  <a:pt x="319596" y="95712"/>
                  <a:pt x="324094" y="97505"/>
                </a:cubicBezTo>
                <a:cubicBezTo>
                  <a:pt x="328593" y="99298"/>
                  <a:pt x="333642" y="100195"/>
                  <a:pt x="339243" y="100195"/>
                </a:cubicBezTo>
                <a:cubicBezTo>
                  <a:pt x="347322" y="100195"/>
                  <a:pt x="354208" y="98360"/>
                  <a:pt x="359900" y="94691"/>
                </a:cubicBezTo>
                <a:cubicBezTo>
                  <a:pt x="365593" y="91022"/>
                  <a:pt x="369817" y="84922"/>
                  <a:pt x="372571" y="76390"/>
                </a:cubicBezTo>
                <a:lnTo>
                  <a:pt x="355357" y="76390"/>
                </a:lnTo>
                <a:cubicBezTo>
                  <a:pt x="354714" y="78574"/>
                  <a:pt x="352969" y="80645"/>
                  <a:pt x="350122" y="82602"/>
                </a:cubicBezTo>
                <a:cubicBezTo>
                  <a:pt x="347277" y="84557"/>
                  <a:pt x="343880" y="85535"/>
                  <a:pt x="339932" y="85535"/>
                </a:cubicBezTo>
                <a:cubicBezTo>
                  <a:pt x="334424" y="85535"/>
                  <a:pt x="330200" y="84114"/>
                  <a:pt x="327261" y="81272"/>
                </a:cubicBezTo>
                <a:cubicBezTo>
                  <a:pt x="324323" y="78428"/>
                  <a:pt x="322717" y="73842"/>
                  <a:pt x="322442" y="67514"/>
                </a:cubicBezTo>
                <a:close/>
                <a:moveTo>
                  <a:pt x="409922" y="27167"/>
                </a:moveTo>
                <a:lnTo>
                  <a:pt x="409922" y="5783"/>
                </a:lnTo>
                <a:lnTo>
                  <a:pt x="390366" y="5783"/>
                </a:lnTo>
                <a:lnTo>
                  <a:pt x="390366" y="27167"/>
                </a:lnTo>
                <a:lnTo>
                  <a:pt x="378523" y="27167"/>
                </a:lnTo>
                <a:lnTo>
                  <a:pt x="378523" y="40212"/>
                </a:lnTo>
                <a:lnTo>
                  <a:pt x="390366" y="40212"/>
                </a:lnTo>
                <a:lnTo>
                  <a:pt x="390366" y="82192"/>
                </a:lnTo>
                <a:cubicBezTo>
                  <a:pt x="390366" y="85771"/>
                  <a:pt x="390963" y="88662"/>
                  <a:pt x="392157" y="90864"/>
                </a:cubicBezTo>
                <a:cubicBezTo>
                  <a:pt x="393350" y="93067"/>
                  <a:pt x="394980" y="94765"/>
                  <a:pt x="397045" y="95958"/>
                </a:cubicBezTo>
                <a:cubicBezTo>
                  <a:pt x="399111" y="97150"/>
                  <a:pt x="401498" y="97952"/>
                  <a:pt x="404206" y="98364"/>
                </a:cubicBezTo>
                <a:cubicBezTo>
                  <a:pt x="406916" y="98778"/>
                  <a:pt x="409785" y="98984"/>
                  <a:pt x="412816" y="98984"/>
                </a:cubicBezTo>
                <a:cubicBezTo>
                  <a:pt x="414743" y="98984"/>
                  <a:pt x="416717" y="98939"/>
                  <a:pt x="418737" y="98850"/>
                </a:cubicBezTo>
                <a:cubicBezTo>
                  <a:pt x="420757" y="98760"/>
                  <a:pt x="422593" y="98581"/>
                  <a:pt x="424245" y="98312"/>
                </a:cubicBezTo>
                <a:lnTo>
                  <a:pt x="424245" y="83102"/>
                </a:lnTo>
                <a:cubicBezTo>
                  <a:pt x="423327" y="83285"/>
                  <a:pt x="422364" y="83423"/>
                  <a:pt x="421354" y="83516"/>
                </a:cubicBezTo>
                <a:cubicBezTo>
                  <a:pt x="420344" y="83607"/>
                  <a:pt x="419288" y="83652"/>
                  <a:pt x="418187" y="83652"/>
                </a:cubicBezTo>
                <a:cubicBezTo>
                  <a:pt x="414881" y="83652"/>
                  <a:pt x="412676" y="83103"/>
                  <a:pt x="411574" y="82003"/>
                </a:cubicBezTo>
                <a:cubicBezTo>
                  <a:pt x="410473" y="80903"/>
                  <a:pt x="409922" y="78704"/>
                  <a:pt x="409922" y="75404"/>
                </a:cubicBezTo>
                <a:lnTo>
                  <a:pt x="409922" y="40212"/>
                </a:lnTo>
                <a:lnTo>
                  <a:pt x="424245" y="40212"/>
                </a:lnTo>
                <a:lnTo>
                  <a:pt x="424245" y="27167"/>
                </a:lnTo>
                <a:lnTo>
                  <a:pt x="409922" y="27167"/>
                </a:lnTo>
                <a:close/>
                <a:moveTo>
                  <a:pt x="473655" y="0"/>
                </a:moveTo>
                <a:lnTo>
                  <a:pt x="473655" y="98312"/>
                </a:lnTo>
                <a:lnTo>
                  <a:pt x="543203" y="98312"/>
                </a:lnTo>
                <a:lnTo>
                  <a:pt x="543203" y="80156"/>
                </a:lnTo>
                <a:lnTo>
                  <a:pt x="495277" y="80156"/>
                </a:lnTo>
                <a:lnTo>
                  <a:pt x="495277" y="0"/>
                </a:lnTo>
                <a:lnTo>
                  <a:pt x="473655" y="0"/>
                </a:lnTo>
                <a:close/>
                <a:moveTo>
                  <a:pt x="573561" y="16139"/>
                </a:moveTo>
                <a:lnTo>
                  <a:pt x="573561" y="0"/>
                </a:lnTo>
                <a:lnTo>
                  <a:pt x="554005" y="0"/>
                </a:lnTo>
                <a:lnTo>
                  <a:pt x="554005" y="16139"/>
                </a:lnTo>
                <a:lnTo>
                  <a:pt x="573561" y="16139"/>
                </a:lnTo>
                <a:moveTo>
                  <a:pt x="554005" y="27112"/>
                </a:moveTo>
                <a:lnTo>
                  <a:pt x="554005" y="98312"/>
                </a:lnTo>
                <a:lnTo>
                  <a:pt x="573561" y="98312"/>
                </a:lnTo>
                <a:lnTo>
                  <a:pt x="573561" y="27112"/>
                </a:lnTo>
                <a:lnTo>
                  <a:pt x="554005" y="27112"/>
                </a:lnTo>
                <a:close/>
                <a:moveTo>
                  <a:pt x="640842" y="62809"/>
                </a:moveTo>
                <a:cubicBezTo>
                  <a:pt x="640842" y="65746"/>
                  <a:pt x="640521" y="68593"/>
                  <a:pt x="639878" y="71349"/>
                </a:cubicBezTo>
                <a:cubicBezTo>
                  <a:pt x="639235" y="74103"/>
                  <a:pt x="638225" y="76536"/>
                  <a:pt x="636848" y="78649"/>
                </a:cubicBezTo>
                <a:cubicBezTo>
                  <a:pt x="635471" y="80760"/>
                  <a:pt x="633749" y="82436"/>
                  <a:pt x="631682" y="83676"/>
                </a:cubicBezTo>
                <a:cubicBezTo>
                  <a:pt x="629617" y="84915"/>
                  <a:pt x="627116" y="85535"/>
                  <a:pt x="624178" y="85535"/>
                </a:cubicBezTo>
                <a:cubicBezTo>
                  <a:pt x="621332" y="85535"/>
                  <a:pt x="618853" y="84915"/>
                  <a:pt x="616741" y="83676"/>
                </a:cubicBezTo>
                <a:cubicBezTo>
                  <a:pt x="614630" y="82436"/>
                  <a:pt x="612886" y="80760"/>
                  <a:pt x="611509" y="78649"/>
                </a:cubicBezTo>
                <a:cubicBezTo>
                  <a:pt x="610132" y="76536"/>
                  <a:pt x="609122" y="74103"/>
                  <a:pt x="608479" y="71349"/>
                </a:cubicBezTo>
                <a:cubicBezTo>
                  <a:pt x="607836" y="68593"/>
                  <a:pt x="607514" y="65746"/>
                  <a:pt x="607514" y="62809"/>
                </a:cubicBezTo>
                <a:cubicBezTo>
                  <a:pt x="607514" y="59778"/>
                  <a:pt x="607836" y="56886"/>
                  <a:pt x="608479" y="54132"/>
                </a:cubicBezTo>
                <a:cubicBezTo>
                  <a:pt x="609122" y="51376"/>
                  <a:pt x="610132" y="48943"/>
                  <a:pt x="611509" y="46832"/>
                </a:cubicBezTo>
                <a:cubicBezTo>
                  <a:pt x="612886" y="44719"/>
                  <a:pt x="614630" y="43043"/>
                  <a:pt x="616741" y="41803"/>
                </a:cubicBezTo>
                <a:cubicBezTo>
                  <a:pt x="618853" y="40563"/>
                  <a:pt x="621332" y="39943"/>
                  <a:pt x="624178" y="39943"/>
                </a:cubicBezTo>
                <a:cubicBezTo>
                  <a:pt x="627116" y="39943"/>
                  <a:pt x="629617" y="40563"/>
                  <a:pt x="631682" y="41803"/>
                </a:cubicBezTo>
                <a:cubicBezTo>
                  <a:pt x="633749" y="43043"/>
                  <a:pt x="635471" y="44719"/>
                  <a:pt x="636848" y="46832"/>
                </a:cubicBezTo>
                <a:cubicBezTo>
                  <a:pt x="638225" y="48943"/>
                  <a:pt x="639235" y="51376"/>
                  <a:pt x="639878" y="54132"/>
                </a:cubicBezTo>
                <a:cubicBezTo>
                  <a:pt x="640521" y="56886"/>
                  <a:pt x="640842" y="59778"/>
                  <a:pt x="640842" y="62809"/>
                </a:cubicBezTo>
                <a:moveTo>
                  <a:pt x="588648" y="0"/>
                </a:moveTo>
                <a:lnTo>
                  <a:pt x="588648" y="98358"/>
                </a:lnTo>
                <a:lnTo>
                  <a:pt x="607239" y="98358"/>
                </a:lnTo>
                <a:lnTo>
                  <a:pt x="607239" y="89269"/>
                </a:lnTo>
                <a:lnTo>
                  <a:pt x="607514" y="89269"/>
                </a:lnTo>
                <a:cubicBezTo>
                  <a:pt x="609625" y="93234"/>
                  <a:pt x="612747" y="96046"/>
                  <a:pt x="616878" y="97707"/>
                </a:cubicBezTo>
                <a:cubicBezTo>
                  <a:pt x="621011" y="99365"/>
                  <a:pt x="625693" y="100195"/>
                  <a:pt x="630926" y="100195"/>
                </a:cubicBezTo>
                <a:cubicBezTo>
                  <a:pt x="634507" y="100195"/>
                  <a:pt x="638041" y="99459"/>
                  <a:pt x="641530" y="97988"/>
                </a:cubicBezTo>
                <a:cubicBezTo>
                  <a:pt x="645019" y="96516"/>
                  <a:pt x="648164" y="94262"/>
                  <a:pt x="650965" y="91228"/>
                </a:cubicBezTo>
                <a:cubicBezTo>
                  <a:pt x="653765" y="88194"/>
                  <a:pt x="656038" y="84308"/>
                  <a:pt x="657782" y="79572"/>
                </a:cubicBezTo>
                <a:cubicBezTo>
                  <a:pt x="659526" y="74835"/>
                  <a:pt x="660398" y="69202"/>
                  <a:pt x="660398" y="62672"/>
                </a:cubicBezTo>
                <a:cubicBezTo>
                  <a:pt x="660398" y="56142"/>
                  <a:pt x="659526" y="50509"/>
                  <a:pt x="657782" y="45773"/>
                </a:cubicBezTo>
                <a:cubicBezTo>
                  <a:pt x="656038" y="41036"/>
                  <a:pt x="653765" y="37151"/>
                  <a:pt x="650965" y="34116"/>
                </a:cubicBezTo>
                <a:cubicBezTo>
                  <a:pt x="648164" y="31082"/>
                  <a:pt x="645019" y="28829"/>
                  <a:pt x="641530" y="27358"/>
                </a:cubicBezTo>
                <a:cubicBezTo>
                  <a:pt x="638041" y="25886"/>
                  <a:pt x="634507" y="25150"/>
                  <a:pt x="630926" y="25150"/>
                </a:cubicBezTo>
                <a:cubicBezTo>
                  <a:pt x="626520" y="25150"/>
                  <a:pt x="622274" y="26002"/>
                  <a:pt x="618187" y="27707"/>
                </a:cubicBezTo>
                <a:cubicBezTo>
                  <a:pt x="614102" y="29412"/>
                  <a:pt x="610866" y="32108"/>
                  <a:pt x="608479" y="35795"/>
                </a:cubicBezTo>
                <a:lnTo>
                  <a:pt x="608204" y="35795"/>
                </a:lnTo>
                <a:lnTo>
                  <a:pt x="608204" y="0"/>
                </a:lnTo>
                <a:lnTo>
                  <a:pt x="588648" y="0"/>
                </a:lnTo>
                <a:close/>
                <a:moveTo>
                  <a:pt x="672809" y="27060"/>
                </a:moveTo>
                <a:lnTo>
                  <a:pt x="672809" y="98312"/>
                </a:lnTo>
                <a:lnTo>
                  <a:pt x="692365" y="98312"/>
                </a:lnTo>
                <a:lnTo>
                  <a:pt x="692365" y="66190"/>
                </a:lnTo>
                <a:cubicBezTo>
                  <a:pt x="692365" y="62973"/>
                  <a:pt x="692686" y="59987"/>
                  <a:pt x="693329" y="57229"/>
                </a:cubicBezTo>
                <a:cubicBezTo>
                  <a:pt x="693972" y="54472"/>
                  <a:pt x="695051" y="52060"/>
                  <a:pt x="696565" y="49992"/>
                </a:cubicBezTo>
                <a:cubicBezTo>
                  <a:pt x="698080" y="47924"/>
                  <a:pt x="700076" y="46293"/>
                  <a:pt x="702554" y="45098"/>
                </a:cubicBezTo>
                <a:cubicBezTo>
                  <a:pt x="705034" y="43903"/>
                  <a:pt x="708064" y="43306"/>
                  <a:pt x="711645" y="43306"/>
                </a:cubicBezTo>
                <a:cubicBezTo>
                  <a:pt x="712839" y="43306"/>
                  <a:pt x="714078" y="43375"/>
                  <a:pt x="715362" y="43514"/>
                </a:cubicBezTo>
                <a:cubicBezTo>
                  <a:pt x="716648" y="43651"/>
                  <a:pt x="717750" y="43811"/>
                  <a:pt x="718668" y="43995"/>
                </a:cubicBezTo>
                <a:lnTo>
                  <a:pt x="718668" y="25837"/>
                </a:lnTo>
                <a:cubicBezTo>
                  <a:pt x="717107" y="25379"/>
                  <a:pt x="715685" y="25150"/>
                  <a:pt x="714400" y="25150"/>
                </a:cubicBezTo>
                <a:cubicBezTo>
                  <a:pt x="711920" y="25150"/>
                  <a:pt x="709533" y="25517"/>
                  <a:pt x="707238" y="26251"/>
                </a:cubicBezTo>
                <a:cubicBezTo>
                  <a:pt x="704944" y="26983"/>
                  <a:pt x="702786" y="28014"/>
                  <a:pt x="700766" y="29344"/>
                </a:cubicBezTo>
                <a:cubicBezTo>
                  <a:pt x="698746" y="30673"/>
                  <a:pt x="696955" y="32278"/>
                  <a:pt x="695395" y="34158"/>
                </a:cubicBezTo>
                <a:cubicBezTo>
                  <a:pt x="693834" y="36038"/>
                  <a:pt x="692594" y="38079"/>
                  <a:pt x="691675" y="40280"/>
                </a:cubicBezTo>
                <a:lnTo>
                  <a:pt x="691400" y="40280"/>
                </a:lnTo>
                <a:lnTo>
                  <a:pt x="691400" y="27060"/>
                </a:lnTo>
                <a:lnTo>
                  <a:pt x="672809" y="27060"/>
                </a:lnTo>
                <a:close/>
                <a:moveTo>
                  <a:pt x="725540" y="49009"/>
                </a:moveTo>
                <a:cubicBezTo>
                  <a:pt x="725815" y="44418"/>
                  <a:pt x="726962" y="40608"/>
                  <a:pt x="728982" y="37579"/>
                </a:cubicBezTo>
                <a:cubicBezTo>
                  <a:pt x="731003" y="34549"/>
                  <a:pt x="733573" y="32116"/>
                  <a:pt x="736695" y="30279"/>
                </a:cubicBezTo>
                <a:cubicBezTo>
                  <a:pt x="739816" y="28442"/>
                  <a:pt x="743327" y="27134"/>
                  <a:pt x="747229" y="26354"/>
                </a:cubicBezTo>
                <a:cubicBezTo>
                  <a:pt x="751132" y="25573"/>
                  <a:pt x="755057" y="25183"/>
                  <a:pt x="759005" y="25183"/>
                </a:cubicBezTo>
                <a:cubicBezTo>
                  <a:pt x="762586" y="25183"/>
                  <a:pt x="766212" y="25436"/>
                  <a:pt x="769884" y="25942"/>
                </a:cubicBezTo>
                <a:cubicBezTo>
                  <a:pt x="773557" y="26446"/>
                  <a:pt x="776908" y="27433"/>
                  <a:pt x="779937" y="28903"/>
                </a:cubicBezTo>
                <a:cubicBezTo>
                  <a:pt x="782967" y="30371"/>
                  <a:pt x="785446" y="32413"/>
                  <a:pt x="787374" y="35030"/>
                </a:cubicBezTo>
                <a:cubicBezTo>
                  <a:pt x="789303" y="37647"/>
                  <a:pt x="790268" y="41113"/>
                  <a:pt x="790268" y="45428"/>
                </a:cubicBezTo>
                <a:lnTo>
                  <a:pt x="790268" y="82474"/>
                </a:lnTo>
                <a:cubicBezTo>
                  <a:pt x="790268" y="85687"/>
                  <a:pt x="790451" y="88763"/>
                  <a:pt x="790818" y="91701"/>
                </a:cubicBezTo>
                <a:cubicBezTo>
                  <a:pt x="791185" y="94639"/>
                  <a:pt x="791828" y="96842"/>
                  <a:pt x="792745" y="98312"/>
                </a:cubicBezTo>
                <a:lnTo>
                  <a:pt x="772914" y="98312"/>
                </a:lnTo>
                <a:cubicBezTo>
                  <a:pt x="772547" y="97211"/>
                  <a:pt x="772249" y="96086"/>
                  <a:pt x="772019" y="94939"/>
                </a:cubicBezTo>
                <a:cubicBezTo>
                  <a:pt x="771789" y="93790"/>
                  <a:pt x="771629" y="92619"/>
                  <a:pt x="771538" y="91426"/>
                </a:cubicBezTo>
                <a:cubicBezTo>
                  <a:pt x="768417" y="94639"/>
                  <a:pt x="764744" y="96889"/>
                  <a:pt x="760520" y="98175"/>
                </a:cubicBezTo>
                <a:cubicBezTo>
                  <a:pt x="756296" y="99460"/>
                  <a:pt x="751981" y="100102"/>
                  <a:pt x="747574" y="100102"/>
                </a:cubicBezTo>
                <a:cubicBezTo>
                  <a:pt x="744178" y="100102"/>
                  <a:pt x="741010" y="99689"/>
                  <a:pt x="738071" y="98862"/>
                </a:cubicBezTo>
                <a:cubicBezTo>
                  <a:pt x="735133" y="98036"/>
                  <a:pt x="732563" y="96750"/>
                  <a:pt x="730359" y="95006"/>
                </a:cubicBezTo>
                <a:cubicBezTo>
                  <a:pt x="728157" y="93262"/>
                  <a:pt x="726436" y="91059"/>
                  <a:pt x="725196" y="88397"/>
                </a:cubicBezTo>
                <a:cubicBezTo>
                  <a:pt x="723956" y="85734"/>
                  <a:pt x="723336" y="82566"/>
                  <a:pt x="723336" y="78893"/>
                </a:cubicBezTo>
                <a:cubicBezTo>
                  <a:pt x="723336" y="74854"/>
                  <a:pt x="724048" y="71526"/>
                  <a:pt x="725471" y="68909"/>
                </a:cubicBezTo>
                <a:cubicBezTo>
                  <a:pt x="726894" y="66292"/>
                  <a:pt x="728730" y="64203"/>
                  <a:pt x="730979" y="62643"/>
                </a:cubicBezTo>
                <a:cubicBezTo>
                  <a:pt x="733229" y="61082"/>
                  <a:pt x="735799" y="59912"/>
                  <a:pt x="738691" y="59131"/>
                </a:cubicBezTo>
                <a:cubicBezTo>
                  <a:pt x="741584" y="58351"/>
                  <a:pt x="744499" y="57732"/>
                  <a:pt x="747437" y="57274"/>
                </a:cubicBezTo>
                <a:cubicBezTo>
                  <a:pt x="750375" y="56814"/>
                  <a:pt x="753266" y="56446"/>
                  <a:pt x="756112" y="56170"/>
                </a:cubicBezTo>
                <a:cubicBezTo>
                  <a:pt x="758958" y="55894"/>
                  <a:pt x="761483" y="55481"/>
                  <a:pt x="763687" y="54931"/>
                </a:cubicBezTo>
                <a:cubicBezTo>
                  <a:pt x="765891" y="54380"/>
                  <a:pt x="767635" y="53577"/>
                  <a:pt x="768920" y="52522"/>
                </a:cubicBezTo>
                <a:cubicBezTo>
                  <a:pt x="770206" y="51466"/>
                  <a:pt x="770803" y="49928"/>
                  <a:pt x="770712" y="47908"/>
                </a:cubicBezTo>
                <a:cubicBezTo>
                  <a:pt x="770712" y="45795"/>
                  <a:pt x="770367" y="44120"/>
                  <a:pt x="769678" y="42881"/>
                </a:cubicBezTo>
                <a:cubicBezTo>
                  <a:pt x="768989" y="41641"/>
                  <a:pt x="768071" y="40677"/>
                  <a:pt x="766923" y="39990"/>
                </a:cubicBezTo>
                <a:cubicBezTo>
                  <a:pt x="765776" y="39300"/>
                  <a:pt x="764444" y="38841"/>
                  <a:pt x="762928" y="38611"/>
                </a:cubicBezTo>
                <a:cubicBezTo>
                  <a:pt x="761414" y="38381"/>
                  <a:pt x="759785" y="38266"/>
                  <a:pt x="758041" y="38266"/>
                </a:cubicBezTo>
                <a:cubicBezTo>
                  <a:pt x="754185" y="38266"/>
                  <a:pt x="751156" y="39093"/>
                  <a:pt x="748952" y="40746"/>
                </a:cubicBezTo>
                <a:cubicBezTo>
                  <a:pt x="746748" y="42399"/>
                  <a:pt x="745463" y="45153"/>
                  <a:pt x="745096" y="49009"/>
                </a:cubicBezTo>
                <a:lnTo>
                  <a:pt x="725540" y="49009"/>
                </a:lnTo>
                <a:moveTo>
                  <a:pt x="770712" y="63469"/>
                </a:moveTo>
                <a:cubicBezTo>
                  <a:pt x="769885" y="64204"/>
                  <a:pt x="768852" y="64778"/>
                  <a:pt x="767612" y="65192"/>
                </a:cubicBezTo>
                <a:cubicBezTo>
                  <a:pt x="766373" y="65605"/>
                  <a:pt x="765041" y="65950"/>
                  <a:pt x="763618" y="66226"/>
                </a:cubicBezTo>
                <a:cubicBezTo>
                  <a:pt x="762196" y="66500"/>
                  <a:pt x="760704" y="66729"/>
                  <a:pt x="759142" y="66913"/>
                </a:cubicBezTo>
                <a:cubicBezTo>
                  <a:pt x="757581" y="67096"/>
                  <a:pt x="756020" y="67325"/>
                  <a:pt x="754460" y="67600"/>
                </a:cubicBezTo>
                <a:cubicBezTo>
                  <a:pt x="752992" y="67876"/>
                  <a:pt x="751546" y="68244"/>
                  <a:pt x="750123" y="68703"/>
                </a:cubicBezTo>
                <a:cubicBezTo>
                  <a:pt x="748699" y="69161"/>
                  <a:pt x="747459" y="69781"/>
                  <a:pt x="746403" y="70563"/>
                </a:cubicBezTo>
                <a:cubicBezTo>
                  <a:pt x="745348" y="71343"/>
                  <a:pt x="744499" y="72330"/>
                  <a:pt x="743856" y="73524"/>
                </a:cubicBezTo>
                <a:cubicBezTo>
                  <a:pt x="743213" y="74716"/>
                  <a:pt x="742892" y="76230"/>
                  <a:pt x="742892" y="78067"/>
                </a:cubicBezTo>
                <a:cubicBezTo>
                  <a:pt x="742892" y="79811"/>
                  <a:pt x="743213" y="81280"/>
                  <a:pt x="743856" y="82474"/>
                </a:cubicBezTo>
                <a:cubicBezTo>
                  <a:pt x="744499" y="83667"/>
                  <a:pt x="745371" y="84609"/>
                  <a:pt x="746472" y="85298"/>
                </a:cubicBezTo>
                <a:cubicBezTo>
                  <a:pt x="747575" y="85986"/>
                  <a:pt x="748860" y="86468"/>
                  <a:pt x="750328" y="86744"/>
                </a:cubicBezTo>
                <a:cubicBezTo>
                  <a:pt x="751798" y="87020"/>
                  <a:pt x="753313" y="87158"/>
                  <a:pt x="754874" y="87158"/>
                </a:cubicBezTo>
                <a:cubicBezTo>
                  <a:pt x="758729" y="87158"/>
                  <a:pt x="761712" y="86515"/>
                  <a:pt x="763824" y="85231"/>
                </a:cubicBezTo>
                <a:cubicBezTo>
                  <a:pt x="765936" y="83945"/>
                  <a:pt x="767498" y="82406"/>
                  <a:pt x="768508" y="80616"/>
                </a:cubicBezTo>
                <a:cubicBezTo>
                  <a:pt x="769518" y="78826"/>
                  <a:pt x="770138" y="77012"/>
                  <a:pt x="770367" y="75175"/>
                </a:cubicBezTo>
                <a:cubicBezTo>
                  <a:pt x="770597" y="73339"/>
                  <a:pt x="770712" y="71870"/>
                  <a:pt x="770712" y="70769"/>
                </a:cubicBezTo>
                <a:lnTo>
                  <a:pt x="770712" y="63469"/>
                </a:lnTo>
                <a:close/>
                <a:moveTo>
                  <a:pt x="805171" y="27060"/>
                </a:moveTo>
                <a:lnTo>
                  <a:pt x="805171" y="98312"/>
                </a:lnTo>
                <a:lnTo>
                  <a:pt x="824726" y="98312"/>
                </a:lnTo>
                <a:lnTo>
                  <a:pt x="824726" y="66190"/>
                </a:lnTo>
                <a:cubicBezTo>
                  <a:pt x="824726" y="62973"/>
                  <a:pt x="825048" y="59987"/>
                  <a:pt x="825691" y="57229"/>
                </a:cubicBezTo>
                <a:cubicBezTo>
                  <a:pt x="826334" y="54472"/>
                  <a:pt x="827413" y="52060"/>
                  <a:pt x="828927" y="49992"/>
                </a:cubicBezTo>
                <a:cubicBezTo>
                  <a:pt x="830441" y="47924"/>
                  <a:pt x="832438" y="46293"/>
                  <a:pt x="834916" y="45098"/>
                </a:cubicBezTo>
                <a:cubicBezTo>
                  <a:pt x="837396" y="43903"/>
                  <a:pt x="840426" y="43306"/>
                  <a:pt x="844007" y="43306"/>
                </a:cubicBezTo>
                <a:cubicBezTo>
                  <a:pt x="845200" y="43306"/>
                  <a:pt x="846439" y="43375"/>
                  <a:pt x="847724" y="43514"/>
                </a:cubicBezTo>
                <a:cubicBezTo>
                  <a:pt x="849010" y="43651"/>
                  <a:pt x="850112" y="43811"/>
                  <a:pt x="851029" y="43995"/>
                </a:cubicBezTo>
                <a:lnTo>
                  <a:pt x="851029" y="25837"/>
                </a:lnTo>
                <a:cubicBezTo>
                  <a:pt x="849469" y="25379"/>
                  <a:pt x="848046" y="25150"/>
                  <a:pt x="846762" y="25150"/>
                </a:cubicBezTo>
                <a:cubicBezTo>
                  <a:pt x="844282" y="25150"/>
                  <a:pt x="841895" y="25517"/>
                  <a:pt x="839600" y="26251"/>
                </a:cubicBezTo>
                <a:cubicBezTo>
                  <a:pt x="837305" y="26983"/>
                  <a:pt x="835148" y="28014"/>
                  <a:pt x="833128" y="29344"/>
                </a:cubicBezTo>
                <a:cubicBezTo>
                  <a:pt x="831108" y="30673"/>
                  <a:pt x="829317" y="32278"/>
                  <a:pt x="827756" y="34158"/>
                </a:cubicBezTo>
                <a:cubicBezTo>
                  <a:pt x="826196" y="36038"/>
                  <a:pt x="824956" y="38079"/>
                  <a:pt x="824037" y="40280"/>
                </a:cubicBezTo>
                <a:lnTo>
                  <a:pt x="823762" y="40280"/>
                </a:lnTo>
                <a:lnTo>
                  <a:pt x="823762" y="27060"/>
                </a:lnTo>
                <a:lnTo>
                  <a:pt x="805171" y="27060"/>
                </a:lnTo>
                <a:close/>
                <a:moveTo>
                  <a:pt x="878833" y="16139"/>
                </a:moveTo>
                <a:lnTo>
                  <a:pt x="878833" y="0"/>
                </a:lnTo>
                <a:lnTo>
                  <a:pt x="859278" y="0"/>
                </a:lnTo>
                <a:lnTo>
                  <a:pt x="859278" y="16139"/>
                </a:lnTo>
                <a:lnTo>
                  <a:pt x="878833" y="16139"/>
                </a:lnTo>
                <a:moveTo>
                  <a:pt x="859278" y="27112"/>
                </a:moveTo>
                <a:lnTo>
                  <a:pt x="859278" y="98312"/>
                </a:lnTo>
                <a:lnTo>
                  <a:pt x="878833" y="98312"/>
                </a:lnTo>
                <a:lnTo>
                  <a:pt x="878833" y="27112"/>
                </a:lnTo>
                <a:lnTo>
                  <a:pt x="859278" y="27112"/>
                </a:lnTo>
                <a:close/>
                <a:moveTo>
                  <a:pt x="941846" y="55141"/>
                </a:moveTo>
                <a:lnTo>
                  <a:pt x="910035" y="55141"/>
                </a:lnTo>
                <a:cubicBezTo>
                  <a:pt x="910126" y="53759"/>
                  <a:pt x="910424" y="52194"/>
                  <a:pt x="910928" y="50444"/>
                </a:cubicBezTo>
                <a:cubicBezTo>
                  <a:pt x="911434" y="48693"/>
                  <a:pt x="912307" y="47035"/>
                  <a:pt x="913547" y="45470"/>
                </a:cubicBezTo>
                <a:cubicBezTo>
                  <a:pt x="914787" y="43904"/>
                  <a:pt x="916439" y="42591"/>
                  <a:pt x="918504" y="41532"/>
                </a:cubicBezTo>
                <a:cubicBezTo>
                  <a:pt x="920570" y="40473"/>
                  <a:pt x="923164" y="39943"/>
                  <a:pt x="926285" y="39943"/>
                </a:cubicBezTo>
                <a:cubicBezTo>
                  <a:pt x="931060" y="39943"/>
                  <a:pt x="934617" y="41233"/>
                  <a:pt x="936958" y="43812"/>
                </a:cubicBezTo>
                <a:cubicBezTo>
                  <a:pt x="939299" y="46391"/>
                  <a:pt x="940929" y="50167"/>
                  <a:pt x="941846" y="55141"/>
                </a:cubicBezTo>
                <a:moveTo>
                  <a:pt x="910035" y="67514"/>
                </a:moveTo>
                <a:lnTo>
                  <a:pt x="961404" y="67514"/>
                </a:lnTo>
                <a:cubicBezTo>
                  <a:pt x="961771" y="61994"/>
                  <a:pt x="961311" y="56704"/>
                  <a:pt x="960025" y="51644"/>
                </a:cubicBezTo>
                <a:cubicBezTo>
                  <a:pt x="958741" y="46584"/>
                  <a:pt x="956652" y="42076"/>
                  <a:pt x="953759" y="38121"/>
                </a:cubicBezTo>
                <a:cubicBezTo>
                  <a:pt x="950868" y="34165"/>
                  <a:pt x="947172" y="31015"/>
                  <a:pt x="942672" y="28669"/>
                </a:cubicBezTo>
                <a:cubicBezTo>
                  <a:pt x="938174" y="26323"/>
                  <a:pt x="932895" y="25150"/>
                  <a:pt x="926836" y="25150"/>
                </a:cubicBezTo>
                <a:cubicBezTo>
                  <a:pt x="921419" y="25150"/>
                  <a:pt x="916484" y="26115"/>
                  <a:pt x="912032" y="28047"/>
                </a:cubicBezTo>
                <a:cubicBezTo>
                  <a:pt x="907579" y="29978"/>
                  <a:pt x="903746" y="32621"/>
                  <a:pt x="900533" y="35978"/>
                </a:cubicBezTo>
                <a:cubicBezTo>
                  <a:pt x="897319" y="39335"/>
                  <a:pt x="894840" y="43313"/>
                  <a:pt x="893096" y="47912"/>
                </a:cubicBezTo>
                <a:cubicBezTo>
                  <a:pt x="891352" y="52510"/>
                  <a:pt x="890480" y="57476"/>
                  <a:pt x="890480" y="62811"/>
                </a:cubicBezTo>
                <a:cubicBezTo>
                  <a:pt x="890480" y="68328"/>
                  <a:pt x="891329" y="73386"/>
                  <a:pt x="893027" y="77985"/>
                </a:cubicBezTo>
                <a:cubicBezTo>
                  <a:pt x="894726" y="82583"/>
                  <a:pt x="897136" y="86538"/>
                  <a:pt x="900257" y="89849"/>
                </a:cubicBezTo>
                <a:cubicBezTo>
                  <a:pt x="903379" y="93160"/>
                  <a:pt x="907189" y="95712"/>
                  <a:pt x="911687" y="97505"/>
                </a:cubicBezTo>
                <a:cubicBezTo>
                  <a:pt x="916185" y="99298"/>
                  <a:pt x="921235" y="100195"/>
                  <a:pt x="926836" y="100195"/>
                </a:cubicBezTo>
                <a:cubicBezTo>
                  <a:pt x="934915" y="100195"/>
                  <a:pt x="941801" y="98360"/>
                  <a:pt x="947493" y="94691"/>
                </a:cubicBezTo>
                <a:cubicBezTo>
                  <a:pt x="953186" y="91022"/>
                  <a:pt x="957410" y="84922"/>
                  <a:pt x="960164" y="76390"/>
                </a:cubicBezTo>
                <a:lnTo>
                  <a:pt x="942949" y="76390"/>
                </a:lnTo>
                <a:cubicBezTo>
                  <a:pt x="942306" y="78574"/>
                  <a:pt x="940562" y="80645"/>
                  <a:pt x="937715" y="82602"/>
                </a:cubicBezTo>
                <a:cubicBezTo>
                  <a:pt x="934870" y="84557"/>
                  <a:pt x="931473" y="85535"/>
                  <a:pt x="927525" y="85535"/>
                </a:cubicBezTo>
                <a:cubicBezTo>
                  <a:pt x="922017" y="85535"/>
                  <a:pt x="917793" y="84114"/>
                  <a:pt x="914854" y="81272"/>
                </a:cubicBezTo>
                <a:cubicBezTo>
                  <a:pt x="911916" y="78428"/>
                  <a:pt x="910310" y="73842"/>
                  <a:pt x="910035" y="67514"/>
                </a:cubicBezTo>
                <a:close/>
                <a:moveTo>
                  <a:pt x="987875" y="75180"/>
                </a:moveTo>
                <a:lnTo>
                  <a:pt x="969284" y="75180"/>
                </a:lnTo>
                <a:cubicBezTo>
                  <a:pt x="969468" y="79946"/>
                  <a:pt x="970546" y="83910"/>
                  <a:pt x="972520" y="87071"/>
                </a:cubicBezTo>
                <a:cubicBezTo>
                  <a:pt x="974494" y="90232"/>
                  <a:pt x="977019" y="92775"/>
                  <a:pt x="980094" y="94699"/>
                </a:cubicBezTo>
                <a:cubicBezTo>
                  <a:pt x="983170" y="96624"/>
                  <a:pt x="986682" y="97999"/>
                  <a:pt x="990630" y="98822"/>
                </a:cubicBezTo>
                <a:cubicBezTo>
                  <a:pt x="994578" y="99648"/>
                  <a:pt x="998618" y="100060"/>
                  <a:pt x="1002749" y="100060"/>
                </a:cubicBezTo>
                <a:cubicBezTo>
                  <a:pt x="1006788" y="100060"/>
                  <a:pt x="1010758" y="99669"/>
                  <a:pt x="1014660" y="98888"/>
                </a:cubicBezTo>
                <a:cubicBezTo>
                  <a:pt x="1018563" y="98107"/>
                  <a:pt x="1022028" y="96753"/>
                  <a:pt x="1025057" y="94823"/>
                </a:cubicBezTo>
                <a:cubicBezTo>
                  <a:pt x="1028088" y="92894"/>
                  <a:pt x="1030543" y="90345"/>
                  <a:pt x="1032425" y="87176"/>
                </a:cubicBezTo>
                <a:cubicBezTo>
                  <a:pt x="1034308" y="84008"/>
                  <a:pt x="1035249" y="80081"/>
                  <a:pt x="1035249" y="75396"/>
                </a:cubicBezTo>
                <a:cubicBezTo>
                  <a:pt x="1035249" y="72090"/>
                  <a:pt x="1034606" y="69312"/>
                  <a:pt x="1033320" y="67062"/>
                </a:cubicBezTo>
                <a:cubicBezTo>
                  <a:pt x="1032035" y="64811"/>
                  <a:pt x="1030337" y="62927"/>
                  <a:pt x="1028224" y="61411"/>
                </a:cubicBezTo>
                <a:cubicBezTo>
                  <a:pt x="1026113" y="59895"/>
                  <a:pt x="1023703" y="58679"/>
                  <a:pt x="1020995" y="57761"/>
                </a:cubicBezTo>
                <a:cubicBezTo>
                  <a:pt x="1018287" y="56842"/>
                  <a:pt x="1015510" y="56061"/>
                  <a:pt x="1012663" y="55418"/>
                </a:cubicBezTo>
                <a:cubicBezTo>
                  <a:pt x="1009909" y="54775"/>
                  <a:pt x="1007200" y="54178"/>
                  <a:pt x="1004537" y="53628"/>
                </a:cubicBezTo>
                <a:cubicBezTo>
                  <a:pt x="1001875" y="53076"/>
                  <a:pt x="999511" y="52456"/>
                  <a:pt x="997445" y="51768"/>
                </a:cubicBezTo>
                <a:cubicBezTo>
                  <a:pt x="995380" y="51079"/>
                  <a:pt x="993704" y="50183"/>
                  <a:pt x="992418" y="49080"/>
                </a:cubicBezTo>
                <a:cubicBezTo>
                  <a:pt x="991134" y="47978"/>
                  <a:pt x="990491" y="46554"/>
                  <a:pt x="990491" y="44808"/>
                </a:cubicBezTo>
                <a:cubicBezTo>
                  <a:pt x="990491" y="43339"/>
                  <a:pt x="990858" y="42167"/>
                  <a:pt x="991593" y="41295"/>
                </a:cubicBezTo>
                <a:cubicBezTo>
                  <a:pt x="992328" y="40422"/>
                  <a:pt x="993223" y="39756"/>
                  <a:pt x="994278" y="39298"/>
                </a:cubicBezTo>
                <a:cubicBezTo>
                  <a:pt x="995334" y="38839"/>
                  <a:pt x="996505" y="38540"/>
                  <a:pt x="997790" y="38403"/>
                </a:cubicBezTo>
                <a:cubicBezTo>
                  <a:pt x="999076" y="38264"/>
                  <a:pt x="1000269" y="38195"/>
                  <a:pt x="1001370" y="38195"/>
                </a:cubicBezTo>
                <a:cubicBezTo>
                  <a:pt x="1004859" y="38195"/>
                  <a:pt x="1007888" y="38864"/>
                  <a:pt x="1010459" y="40202"/>
                </a:cubicBezTo>
                <a:cubicBezTo>
                  <a:pt x="1013030" y="41538"/>
                  <a:pt x="1014453" y="44097"/>
                  <a:pt x="1014729" y="47878"/>
                </a:cubicBezTo>
                <a:lnTo>
                  <a:pt x="1033322" y="47878"/>
                </a:lnTo>
                <a:cubicBezTo>
                  <a:pt x="1032955" y="43471"/>
                  <a:pt x="1031830" y="39821"/>
                  <a:pt x="1029947" y="36928"/>
                </a:cubicBezTo>
                <a:cubicBezTo>
                  <a:pt x="1028066" y="34035"/>
                  <a:pt x="1025702" y="31716"/>
                  <a:pt x="1022855" y="29972"/>
                </a:cubicBezTo>
                <a:cubicBezTo>
                  <a:pt x="1020010" y="28227"/>
                  <a:pt x="1016774" y="26987"/>
                  <a:pt x="1013147" y="26253"/>
                </a:cubicBezTo>
                <a:cubicBezTo>
                  <a:pt x="1009520" y="25517"/>
                  <a:pt x="1005778" y="25150"/>
                  <a:pt x="1001923" y="25150"/>
                </a:cubicBezTo>
                <a:cubicBezTo>
                  <a:pt x="998066" y="25150"/>
                  <a:pt x="994301" y="25494"/>
                  <a:pt x="990628" y="26183"/>
                </a:cubicBezTo>
                <a:cubicBezTo>
                  <a:pt x="986956" y="26871"/>
                  <a:pt x="983651" y="28065"/>
                  <a:pt x="980714" y="29764"/>
                </a:cubicBezTo>
                <a:cubicBezTo>
                  <a:pt x="977776" y="31464"/>
                  <a:pt x="975412" y="33783"/>
                  <a:pt x="973621" y="36722"/>
                </a:cubicBezTo>
                <a:cubicBezTo>
                  <a:pt x="971831" y="39661"/>
                  <a:pt x="970936" y="43427"/>
                  <a:pt x="970936" y="48021"/>
                </a:cubicBezTo>
                <a:cubicBezTo>
                  <a:pt x="970936" y="51144"/>
                  <a:pt x="971578" y="53785"/>
                  <a:pt x="972863" y="55943"/>
                </a:cubicBezTo>
                <a:cubicBezTo>
                  <a:pt x="974149" y="58101"/>
                  <a:pt x="975847" y="59892"/>
                  <a:pt x="977959" y="61317"/>
                </a:cubicBezTo>
                <a:cubicBezTo>
                  <a:pt x="980071" y="62740"/>
                  <a:pt x="982482" y="63888"/>
                  <a:pt x="985190" y="64761"/>
                </a:cubicBezTo>
                <a:cubicBezTo>
                  <a:pt x="987898" y="65634"/>
                  <a:pt x="990675" y="66392"/>
                  <a:pt x="993522" y="67035"/>
                </a:cubicBezTo>
                <a:cubicBezTo>
                  <a:pt x="1000498" y="68504"/>
                  <a:pt x="1005937" y="69974"/>
                  <a:pt x="1009839" y="71443"/>
                </a:cubicBezTo>
                <a:cubicBezTo>
                  <a:pt x="1013742" y="72913"/>
                  <a:pt x="1015693" y="75117"/>
                  <a:pt x="1015693" y="78056"/>
                </a:cubicBezTo>
                <a:cubicBezTo>
                  <a:pt x="1015693" y="79801"/>
                  <a:pt x="1015280" y="81247"/>
                  <a:pt x="1014454" y="82396"/>
                </a:cubicBezTo>
                <a:cubicBezTo>
                  <a:pt x="1013627" y="83545"/>
                  <a:pt x="1012594" y="84464"/>
                  <a:pt x="1011354" y="85153"/>
                </a:cubicBezTo>
                <a:cubicBezTo>
                  <a:pt x="1010116" y="85841"/>
                  <a:pt x="1008739" y="86346"/>
                  <a:pt x="1007223" y="86668"/>
                </a:cubicBezTo>
                <a:cubicBezTo>
                  <a:pt x="1005708" y="86989"/>
                  <a:pt x="1004263" y="87149"/>
                  <a:pt x="1002885" y="87149"/>
                </a:cubicBezTo>
                <a:cubicBezTo>
                  <a:pt x="1000958" y="87149"/>
                  <a:pt x="999099" y="86920"/>
                  <a:pt x="997308" y="86462"/>
                </a:cubicBezTo>
                <a:cubicBezTo>
                  <a:pt x="995518" y="86003"/>
                  <a:pt x="993934" y="85292"/>
                  <a:pt x="992557" y="84329"/>
                </a:cubicBezTo>
                <a:cubicBezTo>
                  <a:pt x="991180" y="83365"/>
                  <a:pt x="990055" y="82127"/>
                  <a:pt x="989182" y="80614"/>
                </a:cubicBezTo>
                <a:cubicBezTo>
                  <a:pt x="988311" y="79101"/>
                  <a:pt x="987875" y="77289"/>
                  <a:pt x="987875" y="75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e6b8cbf624cab"/>
          <a:stretch xmlns:a="http://schemas.openxmlformats.org/drawingml/2006/main"/>
        </p:blipFill>
        <p:spPr>
          <a:xfrm xmlns:a="http://schemas.openxmlformats.org/drawingml/2006/main">
            <a:off x="5871234" y="473697"/>
            <a:ext cx="811613" cy="412958"/>
          </a:xfrm>
          <a:prstGeom xmlns:a="http://schemas.openxmlformats.org/drawingml/2006/main" prst="rect">
            <a:avLst/>
          </a:prstGeom>
        </p:spPr>
      </p:pic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2a26892c84b1b"/>
          <a:stretch xmlns:a="http://schemas.openxmlformats.org/drawingml/2006/main"/>
        </p:blipFill>
        <p:spPr>
          <a:xfrm xmlns:a="http://schemas.openxmlformats.org/drawingml/2006/main">
            <a:off x="6708554" y="417008"/>
            <a:ext cx="642680" cy="473084"/>
          </a:xfrm>
          <a:prstGeom xmlns:a="http://schemas.openxmlformats.org/drawingml/2006/main" prst="rect">
            <a:avLst/>
          </a:prstGeom>
        </p:spPr>
      </p:pic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5a14022ba4073"/>
          <a:stretch xmlns:a="http://schemas.openxmlformats.org/drawingml/2006/main"/>
        </p:blipFill>
        <p:spPr>
          <a:xfrm xmlns:a="http://schemas.openxmlformats.org/drawingml/2006/main">
            <a:off x="7347561" y="356185"/>
            <a:ext cx="683077" cy="532298"/>
          </a:xfrm>
          <a:prstGeom xmlns:a="http://schemas.openxmlformats.org/drawingml/2006/main" prst="rect">
            <a:avLst/>
          </a:prstGeom>
        </p:spPr>
      </p:pic>
      <p:sp>
        <p:nvSpPr>
          <p:cNvPr id="84" name="Text SourceLibrary—TargetLibraryCodePairs">
            <a:extLst xmlns:a="http://schemas.openxmlformats.org/drawingml/2006/main">
              <a:ext uri="{FF2B5EF4-FFF2-40B4-BE49-F238E27FC236}">
                <a16:creationId xmlns:a16="http://schemas.microsoft.com/office/drawing/2014/main" id="{431A7C4E-BC2F-4294-BFA9-0D4EA36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26" y="3933543"/>
            <a:ext cx="2538611" cy="114158"/>
          </a:xfrm>
          <a:custGeom xmlns:a="http://schemas.openxmlformats.org/drawingml/2006/main">
            <a:pathLst>
              <a:path w="2538611" h="114158">
                <a:moveTo>
                  <a:pt x="543557" y="2165"/>
                </a:moveTo>
                <a:lnTo>
                  <a:pt x="526066" y="2165"/>
                </a:lnTo>
                <a:lnTo>
                  <a:pt x="526066" y="16600"/>
                </a:lnTo>
                <a:lnTo>
                  <a:pt x="543557" y="16600"/>
                </a:lnTo>
                <a:lnTo>
                  <a:pt x="543557" y="2165"/>
                </a:lnTo>
                <a:close/>
                <a:moveTo>
                  <a:pt x="790591" y="25225"/>
                </a:moveTo>
                <a:lnTo>
                  <a:pt x="790418" y="25177"/>
                </a:lnTo>
                <a:lnTo>
                  <a:pt x="790247" y="25131"/>
                </a:lnTo>
                <a:lnTo>
                  <a:pt x="790077" y="25087"/>
                </a:lnTo>
                <a:lnTo>
                  <a:pt x="789908" y="25045"/>
                </a:lnTo>
                <a:lnTo>
                  <a:pt x="789741" y="25006"/>
                </a:lnTo>
                <a:lnTo>
                  <a:pt x="789575" y="24969"/>
                </a:lnTo>
                <a:lnTo>
                  <a:pt x="789410" y="24933"/>
                </a:lnTo>
                <a:lnTo>
                  <a:pt x="789246" y="24900"/>
                </a:lnTo>
                <a:lnTo>
                  <a:pt x="789084" y="24869"/>
                </a:lnTo>
                <a:lnTo>
                  <a:pt x="788923" y="24840"/>
                </a:lnTo>
                <a:lnTo>
                  <a:pt x="788763" y="24814"/>
                </a:lnTo>
                <a:lnTo>
                  <a:pt x="788605" y="24789"/>
                </a:lnTo>
                <a:lnTo>
                  <a:pt x="788448" y="24767"/>
                </a:lnTo>
                <a:lnTo>
                  <a:pt x="788292" y="24747"/>
                </a:lnTo>
                <a:lnTo>
                  <a:pt x="788138" y="24728"/>
                </a:lnTo>
                <a:lnTo>
                  <a:pt x="787984" y="24712"/>
                </a:lnTo>
                <a:lnTo>
                  <a:pt x="787832" y="24699"/>
                </a:lnTo>
                <a:lnTo>
                  <a:pt x="787682" y="24687"/>
                </a:lnTo>
                <a:lnTo>
                  <a:pt x="787532" y="24677"/>
                </a:lnTo>
                <a:lnTo>
                  <a:pt x="787384" y="24670"/>
                </a:lnTo>
                <a:lnTo>
                  <a:pt x="787237" y="24664"/>
                </a:lnTo>
                <a:lnTo>
                  <a:pt x="787092" y="24661"/>
                </a:lnTo>
                <a:lnTo>
                  <a:pt x="786947" y="24660"/>
                </a:lnTo>
                <a:lnTo>
                  <a:pt x="786671" y="24662"/>
                </a:lnTo>
                <a:lnTo>
                  <a:pt x="786395" y="24667"/>
                </a:lnTo>
                <a:lnTo>
                  <a:pt x="786120" y="24676"/>
                </a:lnTo>
                <a:lnTo>
                  <a:pt x="785845" y="24687"/>
                </a:lnTo>
                <a:lnTo>
                  <a:pt x="785572" y="24703"/>
                </a:lnTo>
                <a:lnTo>
                  <a:pt x="785299" y="24722"/>
                </a:lnTo>
                <a:lnTo>
                  <a:pt x="785028" y="24744"/>
                </a:lnTo>
                <a:lnTo>
                  <a:pt x="784757" y="24770"/>
                </a:lnTo>
                <a:lnTo>
                  <a:pt x="784487" y="24799"/>
                </a:lnTo>
                <a:lnTo>
                  <a:pt x="784218" y="24831"/>
                </a:lnTo>
                <a:lnTo>
                  <a:pt x="783950" y="24867"/>
                </a:lnTo>
                <a:lnTo>
                  <a:pt x="783683" y="24906"/>
                </a:lnTo>
                <a:lnTo>
                  <a:pt x="783416" y="24949"/>
                </a:lnTo>
                <a:lnTo>
                  <a:pt x="783150" y="24995"/>
                </a:lnTo>
                <a:lnTo>
                  <a:pt x="782886" y="25045"/>
                </a:lnTo>
                <a:lnTo>
                  <a:pt x="782622" y="25098"/>
                </a:lnTo>
                <a:lnTo>
                  <a:pt x="782359" y="25154"/>
                </a:lnTo>
                <a:lnTo>
                  <a:pt x="782097" y="25214"/>
                </a:lnTo>
                <a:lnTo>
                  <a:pt x="781835" y="25277"/>
                </a:lnTo>
                <a:lnTo>
                  <a:pt x="781575" y="25344"/>
                </a:lnTo>
                <a:lnTo>
                  <a:pt x="781315" y="25414"/>
                </a:lnTo>
                <a:lnTo>
                  <a:pt x="781057" y="25488"/>
                </a:lnTo>
                <a:lnTo>
                  <a:pt x="780799" y="25565"/>
                </a:lnTo>
                <a:lnTo>
                  <a:pt x="780542" y="25645"/>
                </a:lnTo>
                <a:lnTo>
                  <a:pt x="780286" y="25728"/>
                </a:lnTo>
                <a:lnTo>
                  <a:pt x="780031" y="25814"/>
                </a:lnTo>
                <a:lnTo>
                  <a:pt x="779778" y="25903"/>
                </a:lnTo>
                <a:lnTo>
                  <a:pt x="779526" y="25995"/>
                </a:lnTo>
                <a:lnTo>
                  <a:pt x="779275" y="26089"/>
                </a:lnTo>
                <a:lnTo>
                  <a:pt x="779025" y="26187"/>
                </a:lnTo>
                <a:lnTo>
                  <a:pt x="778777" y="26287"/>
                </a:lnTo>
                <a:lnTo>
                  <a:pt x="778530" y="26389"/>
                </a:lnTo>
                <a:lnTo>
                  <a:pt x="778284" y="26495"/>
                </a:lnTo>
                <a:lnTo>
                  <a:pt x="778040" y="26603"/>
                </a:lnTo>
                <a:lnTo>
                  <a:pt x="777797" y="26714"/>
                </a:lnTo>
                <a:lnTo>
                  <a:pt x="777555" y="26828"/>
                </a:lnTo>
                <a:lnTo>
                  <a:pt x="777314" y="26945"/>
                </a:lnTo>
                <a:lnTo>
                  <a:pt x="777075" y="27064"/>
                </a:lnTo>
                <a:lnTo>
                  <a:pt x="776837" y="27187"/>
                </a:lnTo>
                <a:lnTo>
                  <a:pt x="776600" y="27312"/>
                </a:lnTo>
                <a:lnTo>
                  <a:pt x="776365" y="27439"/>
                </a:lnTo>
                <a:lnTo>
                  <a:pt x="776131" y="27570"/>
                </a:lnTo>
                <a:lnTo>
                  <a:pt x="775898" y="27703"/>
                </a:lnTo>
                <a:lnTo>
                  <a:pt x="775666" y="27839"/>
                </a:lnTo>
                <a:lnTo>
                  <a:pt x="775436" y="27978"/>
                </a:lnTo>
                <a:lnTo>
                  <a:pt x="775207" y="28120"/>
                </a:lnTo>
                <a:lnTo>
                  <a:pt x="774979" y="28265"/>
                </a:lnTo>
                <a:lnTo>
                  <a:pt x="774753" y="28412"/>
                </a:lnTo>
                <a:lnTo>
                  <a:pt x="774528" y="28562"/>
                </a:lnTo>
                <a:lnTo>
                  <a:pt x="774305" y="28714"/>
                </a:lnTo>
                <a:lnTo>
                  <a:pt x="774085" y="28869"/>
                </a:lnTo>
                <a:lnTo>
                  <a:pt x="773866" y="29027"/>
                </a:lnTo>
                <a:lnTo>
                  <a:pt x="773650" y="29187"/>
                </a:lnTo>
                <a:lnTo>
                  <a:pt x="773436" y="29350"/>
                </a:lnTo>
                <a:lnTo>
                  <a:pt x="773224" y="29515"/>
                </a:lnTo>
                <a:lnTo>
                  <a:pt x="773014" y="29683"/>
                </a:lnTo>
                <a:lnTo>
                  <a:pt x="772807" y="29853"/>
                </a:lnTo>
                <a:lnTo>
                  <a:pt x="772601" y="30026"/>
                </a:lnTo>
                <a:lnTo>
                  <a:pt x="772398" y="30202"/>
                </a:lnTo>
                <a:lnTo>
                  <a:pt x="772196" y="30380"/>
                </a:lnTo>
                <a:lnTo>
                  <a:pt x="771997" y="30561"/>
                </a:lnTo>
                <a:lnTo>
                  <a:pt x="771800" y="30744"/>
                </a:lnTo>
                <a:lnTo>
                  <a:pt x="771605" y="30930"/>
                </a:lnTo>
                <a:lnTo>
                  <a:pt x="771413" y="31118"/>
                </a:lnTo>
                <a:lnTo>
                  <a:pt x="771222" y="31309"/>
                </a:lnTo>
                <a:lnTo>
                  <a:pt x="771034" y="31503"/>
                </a:lnTo>
                <a:lnTo>
                  <a:pt x="770848" y="31699"/>
                </a:lnTo>
                <a:lnTo>
                  <a:pt x="770663" y="31898"/>
                </a:lnTo>
                <a:lnTo>
                  <a:pt x="770481" y="32099"/>
                </a:lnTo>
                <a:lnTo>
                  <a:pt x="770302" y="32303"/>
                </a:lnTo>
                <a:lnTo>
                  <a:pt x="770124" y="32509"/>
                </a:lnTo>
                <a:lnTo>
                  <a:pt x="769948" y="32718"/>
                </a:lnTo>
                <a:lnTo>
                  <a:pt x="769775" y="32929"/>
                </a:lnTo>
                <a:lnTo>
                  <a:pt x="769605" y="33141"/>
                </a:lnTo>
                <a:lnTo>
                  <a:pt x="769438" y="33355"/>
                </a:lnTo>
                <a:lnTo>
                  <a:pt x="769274" y="33571"/>
                </a:lnTo>
                <a:lnTo>
                  <a:pt x="769113" y="33788"/>
                </a:lnTo>
                <a:lnTo>
                  <a:pt x="768955" y="34006"/>
                </a:lnTo>
                <a:lnTo>
                  <a:pt x="768800" y="34226"/>
                </a:lnTo>
                <a:lnTo>
                  <a:pt x="768648" y="34447"/>
                </a:lnTo>
                <a:lnTo>
                  <a:pt x="768499" y="34670"/>
                </a:lnTo>
                <a:lnTo>
                  <a:pt x="768353" y="34895"/>
                </a:lnTo>
                <a:lnTo>
                  <a:pt x="768210" y="35121"/>
                </a:lnTo>
                <a:lnTo>
                  <a:pt x="768070" y="35348"/>
                </a:lnTo>
                <a:lnTo>
                  <a:pt x="767933" y="35577"/>
                </a:lnTo>
                <a:lnTo>
                  <a:pt x="767798" y="35807"/>
                </a:lnTo>
                <a:lnTo>
                  <a:pt x="767667" y="36039"/>
                </a:lnTo>
                <a:lnTo>
                  <a:pt x="767539" y="36272"/>
                </a:lnTo>
                <a:lnTo>
                  <a:pt x="767414" y="36507"/>
                </a:lnTo>
                <a:lnTo>
                  <a:pt x="767292" y="36744"/>
                </a:lnTo>
                <a:lnTo>
                  <a:pt x="767173" y="36981"/>
                </a:lnTo>
                <a:lnTo>
                  <a:pt x="767056" y="37221"/>
                </a:lnTo>
                <a:lnTo>
                  <a:pt x="766943" y="37462"/>
                </a:lnTo>
                <a:lnTo>
                  <a:pt x="766833" y="37704"/>
                </a:lnTo>
                <a:lnTo>
                  <a:pt x="766726" y="37948"/>
                </a:lnTo>
                <a:lnTo>
                  <a:pt x="766622" y="38193"/>
                </a:lnTo>
                <a:lnTo>
                  <a:pt x="766375" y="38193"/>
                </a:lnTo>
                <a:lnTo>
                  <a:pt x="766375" y="26369"/>
                </a:lnTo>
                <a:lnTo>
                  <a:pt x="749747" y="26369"/>
                </a:lnTo>
                <a:lnTo>
                  <a:pt x="749747" y="90100"/>
                </a:lnTo>
                <a:lnTo>
                  <a:pt x="767238" y="90100"/>
                </a:lnTo>
                <a:lnTo>
                  <a:pt x="767238" y="61368"/>
                </a:lnTo>
                <a:lnTo>
                  <a:pt x="767240" y="61010"/>
                </a:lnTo>
                <a:lnTo>
                  <a:pt x="767244" y="60653"/>
                </a:lnTo>
                <a:lnTo>
                  <a:pt x="767252" y="60299"/>
                </a:lnTo>
                <a:lnTo>
                  <a:pt x="767262" y="59947"/>
                </a:lnTo>
                <a:lnTo>
                  <a:pt x="767275" y="59597"/>
                </a:lnTo>
                <a:lnTo>
                  <a:pt x="767292" y="59249"/>
                </a:lnTo>
                <a:lnTo>
                  <a:pt x="767311" y="58903"/>
                </a:lnTo>
                <a:lnTo>
                  <a:pt x="767334" y="58560"/>
                </a:lnTo>
                <a:lnTo>
                  <a:pt x="767359" y="58218"/>
                </a:lnTo>
                <a:lnTo>
                  <a:pt x="767388" y="57879"/>
                </a:lnTo>
                <a:lnTo>
                  <a:pt x="767419" y="57542"/>
                </a:lnTo>
                <a:lnTo>
                  <a:pt x="767454" y="57207"/>
                </a:lnTo>
                <a:lnTo>
                  <a:pt x="767491" y="56874"/>
                </a:lnTo>
                <a:lnTo>
                  <a:pt x="767532" y="56543"/>
                </a:lnTo>
                <a:lnTo>
                  <a:pt x="767575" y="56215"/>
                </a:lnTo>
                <a:lnTo>
                  <a:pt x="767621" y="55888"/>
                </a:lnTo>
                <a:lnTo>
                  <a:pt x="767671" y="55564"/>
                </a:lnTo>
                <a:lnTo>
                  <a:pt x="767723" y="55242"/>
                </a:lnTo>
                <a:lnTo>
                  <a:pt x="767779" y="54922"/>
                </a:lnTo>
                <a:lnTo>
                  <a:pt x="767837" y="54604"/>
                </a:lnTo>
                <a:lnTo>
                  <a:pt x="767899" y="54288"/>
                </a:lnTo>
                <a:lnTo>
                  <a:pt x="767963" y="53975"/>
                </a:lnTo>
                <a:lnTo>
                  <a:pt x="768030" y="53663"/>
                </a:lnTo>
                <a:lnTo>
                  <a:pt x="768101" y="53354"/>
                </a:lnTo>
                <a:lnTo>
                  <a:pt x="768175" y="53047"/>
                </a:lnTo>
                <a:lnTo>
                  <a:pt x="768253" y="52744"/>
                </a:lnTo>
                <a:lnTo>
                  <a:pt x="768335" y="52444"/>
                </a:lnTo>
                <a:lnTo>
                  <a:pt x="768421" y="52147"/>
                </a:lnTo>
                <a:lnTo>
                  <a:pt x="768511" y="51853"/>
                </a:lnTo>
                <a:lnTo>
                  <a:pt x="768605" y="51562"/>
                </a:lnTo>
                <a:lnTo>
                  <a:pt x="768703" y="51275"/>
                </a:lnTo>
                <a:lnTo>
                  <a:pt x="768806" y="50991"/>
                </a:lnTo>
                <a:lnTo>
                  <a:pt x="768912" y="50710"/>
                </a:lnTo>
                <a:lnTo>
                  <a:pt x="769023" y="50432"/>
                </a:lnTo>
                <a:lnTo>
                  <a:pt x="769137" y="50157"/>
                </a:lnTo>
                <a:lnTo>
                  <a:pt x="769256" y="49886"/>
                </a:lnTo>
                <a:lnTo>
                  <a:pt x="769378" y="49618"/>
                </a:lnTo>
                <a:lnTo>
                  <a:pt x="769505" y="49353"/>
                </a:lnTo>
                <a:lnTo>
                  <a:pt x="769636" y="49091"/>
                </a:lnTo>
                <a:lnTo>
                  <a:pt x="769771" y="48833"/>
                </a:lnTo>
                <a:lnTo>
                  <a:pt x="769910" y="48578"/>
                </a:lnTo>
                <a:lnTo>
                  <a:pt x="770052" y="48326"/>
                </a:lnTo>
                <a:lnTo>
                  <a:pt x="770199" y="48077"/>
                </a:lnTo>
                <a:lnTo>
                  <a:pt x="770351" y="47831"/>
                </a:lnTo>
                <a:lnTo>
                  <a:pt x="770506" y="47589"/>
                </a:lnTo>
                <a:lnTo>
                  <a:pt x="770665" y="47349"/>
                </a:lnTo>
                <a:lnTo>
                  <a:pt x="770828" y="47113"/>
                </a:lnTo>
                <a:lnTo>
                  <a:pt x="770995" y="46881"/>
                </a:lnTo>
                <a:lnTo>
                  <a:pt x="771167" y="46651"/>
                </a:lnTo>
                <a:lnTo>
                  <a:pt x="771343" y="46426"/>
                </a:lnTo>
                <a:lnTo>
                  <a:pt x="771523" y="46205"/>
                </a:lnTo>
                <a:lnTo>
                  <a:pt x="771709" y="45988"/>
                </a:lnTo>
                <a:lnTo>
                  <a:pt x="771898" y="45775"/>
                </a:lnTo>
                <a:lnTo>
                  <a:pt x="772092" y="45567"/>
                </a:lnTo>
                <a:lnTo>
                  <a:pt x="772291" y="45362"/>
                </a:lnTo>
                <a:lnTo>
                  <a:pt x="772494" y="45161"/>
                </a:lnTo>
                <a:lnTo>
                  <a:pt x="772701" y="44965"/>
                </a:lnTo>
                <a:lnTo>
                  <a:pt x="772913" y="44772"/>
                </a:lnTo>
                <a:lnTo>
                  <a:pt x="773129" y="44583"/>
                </a:lnTo>
                <a:lnTo>
                  <a:pt x="773350" y="44399"/>
                </a:lnTo>
                <a:lnTo>
                  <a:pt x="773576" y="44219"/>
                </a:lnTo>
                <a:lnTo>
                  <a:pt x="773806" y="44042"/>
                </a:lnTo>
                <a:lnTo>
                  <a:pt x="774040" y="43870"/>
                </a:lnTo>
                <a:lnTo>
                  <a:pt x="774279" y="43702"/>
                </a:lnTo>
                <a:lnTo>
                  <a:pt x="774523" y="43538"/>
                </a:lnTo>
                <a:lnTo>
                  <a:pt x="774770" y="43378"/>
                </a:lnTo>
                <a:lnTo>
                  <a:pt x="775023" y="43222"/>
                </a:lnTo>
                <a:lnTo>
                  <a:pt x="775280" y="43070"/>
                </a:lnTo>
                <a:lnTo>
                  <a:pt x="775541" y="42922"/>
                </a:lnTo>
                <a:lnTo>
                  <a:pt x="775807" y="42778"/>
                </a:lnTo>
                <a:lnTo>
                  <a:pt x="776077" y="42639"/>
                </a:lnTo>
                <a:lnTo>
                  <a:pt x="776352" y="42503"/>
                </a:lnTo>
                <a:lnTo>
                  <a:pt x="776632" y="42372"/>
                </a:lnTo>
                <a:lnTo>
                  <a:pt x="776917" y="42247"/>
                </a:lnTo>
                <a:lnTo>
                  <a:pt x="777207" y="42127"/>
                </a:lnTo>
                <a:lnTo>
                  <a:pt x="777502" y="42013"/>
                </a:lnTo>
                <a:lnTo>
                  <a:pt x="777802" y="41905"/>
                </a:lnTo>
                <a:lnTo>
                  <a:pt x="778108" y="41802"/>
                </a:lnTo>
                <a:lnTo>
                  <a:pt x="778418" y="41704"/>
                </a:lnTo>
                <a:lnTo>
                  <a:pt x="778734" y="41612"/>
                </a:lnTo>
                <a:lnTo>
                  <a:pt x="779055" y="41526"/>
                </a:lnTo>
                <a:lnTo>
                  <a:pt x="779381" y="41445"/>
                </a:lnTo>
                <a:lnTo>
                  <a:pt x="779712" y="41370"/>
                </a:lnTo>
                <a:lnTo>
                  <a:pt x="780048" y="41301"/>
                </a:lnTo>
                <a:lnTo>
                  <a:pt x="780390" y="41237"/>
                </a:lnTo>
                <a:lnTo>
                  <a:pt x="780736" y="41178"/>
                </a:lnTo>
                <a:lnTo>
                  <a:pt x="781088" y="41125"/>
                </a:lnTo>
                <a:lnTo>
                  <a:pt x="781445" y="41078"/>
                </a:lnTo>
                <a:lnTo>
                  <a:pt x="781806" y="41036"/>
                </a:lnTo>
                <a:lnTo>
                  <a:pt x="782173" y="41000"/>
                </a:lnTo>
                <a:lnTo>
                  <a:pt x="782546" y="40969"/>
                </a:lnTo>
                <a:lnTo>
                  <a:pt x="782923" y="40944"/>
                </a:lnTo>
                <a:lnTo>
                  <a:pt x="783305" y="40925"/>
                </a:lnTo>
                <a:lnTo>
                  <a:pt x="783693" y="40911"/>
                </a:lnTo>
                <a:lnTo>
                  <a:pt x="784085" y="40903"/>
                </a:lnTo>
                <a:lnTo>
                  <a:pt x="784483" y="40900"/>
                </a:lnTo>
                <a:lnTo>
                  <a:pt x="784617" y="40900"/>
                </a:lnTo>
                <a:lnTo>
                  <a:pt x="784751" y="40901"/>
                </a:lnTo>
                <a:lnTo>
                  <a:pt x="784885" y="40903"/>
                </a:lnTo>
                <a:lnTo>
                  <a:pt x="785020" y="40905"/>
                </a:lnTo>
                <a:lnTo>
                  <a:pt x="785156" y="40908"/>
                </a:lnTo>
                <a:lnTo>
                  <a:pt x="785292" y="40911"/>
                </a:lnTo>
                <a:lnTo>
                  <a:pt x="785428" y="40916"/>
                </a:lnTo>
                <a:lnTo>
                  <a:pt x="785564" y="40920"/>
                </a:lnTo>
                <a:lnTo>
                  <a:pt x="785701" y="40926"/>
                </a:lnTo>
                <a:lnTo>
                  <a:pt x="785839" y="40932"/>
                </a:lnTo>
                <a:lnTo>
                  <a:pt x="785977" y="40939"/>
                </a:lnTo>
                <a:lnTo>
                  <a:pt x="786115" y="40946"/>
                </a:lnTo>
                <a:lnTo>
                  <a:pt x="786254" y="40954"/>
                </a:lnTo>
                <a:lnTo>
                  <a:pt x="786393" y="40963"/>
                </a:lnTo>
                <a:lnTo>
                  <a:pt x="786533" y="40972"/>
                </a:lnTo>
                <a:lnTo>
                  <a:pt x="786673" y="40982"/>
                </a:lnTo>
                <a:lnTo>
                  <a:pt x="786813" y="40993"/>
                </a:lnTo>
                <a:lnTo>
                  <a:pt x="786954" y="41004"/>
                </a:lnTo>
                <a:lnTo>
                  <a:pt x="787095" y="41016"/>
                </a:lnTo>
                <a:lnTo>
                  <a:pt x="787237" y="41029"/>
                </a:lnTo>
                <a:lnTo>
                  <a:pt x="787379" y="41042"/>
                </a:lnTo>
                <a:lnTo>
                  <a:pt x="787522" y="41056"/>
                </a:lnTo>
                <a:lnTo>
                  <a:pt x="787665" y="41071"/>
                </a:lnTo>
                <a:lnTo>
                  <a:pt x="787808" y="41086"/>
                </a:lnTo>
                <a:lnTo>
                  <a:pt x="787951" y="41101"/>
                </a:lnTo>
                <a:lnTo>
                  <a:pt x="788092" y="41117"/>
                </a:lnTo>
                <a:lnTo>
                  <a:pt x="788232" y="41133"/>
                </a:lnTo>
                <a:lnTo>
                  <a:pt x="788370" y="41149"/>
                </a:lnTo>
                <a:lnTo>
                  <a:pt x="788506" y="41165"/>
                </a:lnTo>
                <a:lnTo>
                  <a:pt x="788640" y="41182"/>
                </a:lnTo>
                <a:lnTo>
                  <a:pt x="788773" y="41199"/>
                </a:lnTo>
                <a:lnTo>
                  <a:pt x="788904" y="41216"/>
                </a:lnTo>
                <a:lnTo>
                  <a:pt x="789033" y="41233"/>
                </a:lnTo>
                <a:lnTo>
                  <a:pt x="789160" y="41250"/>
                </a:lnTo>
                <a:lnTo>
                  <a:pt x="789286" y="41268"/>
                </a:lnTo>
                <a:lnTo>
                  <a:pt x="789410" y="41286"/>
                </a:lnTo>
                <a:lnTo>
                  <a:pt x="789532" y="41304"/>
                </a:lnTo>
                <a:lnTo>
                  <a:pt x="789653" y="41322"/>
                </a:lnTo>
                <a:lnTo>
                  <a:pt x="789772" y="41340"/>
                </a:lnTo>
                <a:lnTo>
                  <a:pt x="789889" y="41359"/>
                </a:lnTo>
                <a:lnTo>
                  <a:pt x="790005" y="41378"/>
                </a:lnTo>
                <a:lnTo>
                  <a:pt x="790118" y="41397"/>
                </a:lnTo>
                <a:lnTo>
                  <a:pt x="790230" y="41416"/>
                </a:lnTo>
                <a:lnTo>
                  <a:pt x="790341" y="41436"/>
                </a:lnTo>
                <a:lnTo>
                  <a:pt x="790449" y="41456"/>
                </a:lnTo>
                <a:lnTo>
                  <a:pt x="790556" y="41476"/>
                </a:lnTo>
                <a:lnTo>
                  <a:pt x="790661" y="41496"/>
                </a:lnTo>
                <a:lnTo>
                  <a:pt x="790765" y="41516"/>
                </a:lnTo>
                <a:lnTo>
                  <a:pt x="790765" y="28742"/>
                </a:lnTo>
                <a:lnTo>
                  <a:pt x="812210" y="86154"/>
                </a:lnTo>
                <a:lnTo>
                  <a:pt x="812270" y="86309"/>
                </a:lnTo>
                <a:lnTo>
                  <a:pt x="812328" y="86464"/>
                </a:lnTo>
                <a:lnTo>
                  <a:pt x="812383" y="86620"/>
                </a:lnTo>
                <a:lnTo>
                  <a:pt x="812436" y="86777"/>
                </a:lnTo>
                <a:lnTo>
                  <a:pt x="812486" y="86934"/>
                </a:lnTo>
                <a:lnTo>
                  <a:pt x="812534" y="87093"/>
                </a:lnTo>
                <a:lnTo>
                  <a:pt x="812579" y="87252"/>
                </a:lnTo>
                <a:lnTo>
                  <a:pt x="812621" y="87412"/>
                </a:lnTo>
                <a:lnTo>
                  <a:pt x="812661" y="87573"/>
                </a:lnTo>
                <a:lnTo>
                  <a:pt x="812698" y="87735"/>
                </a:lnTo>
                <a:lnTo>
                  <a:pt x="812733" y="87898"/>
                </a:lnTo>
                <a:lnTo>
                  <a:pt x="812765" y="88062"/>
                </a:lnTo>
                <a:lnTo>
                  <a:pt x="812795" y="88226"/>
                </a:lnTo>
                <a:lnTo>
                  <a:pt x="812822" y="88392"/>
                </a:lnTo>
                <a:lnTo>
                  <a:pt x="812846" y="88558"/>
                </a:lnTo>
                <a:lnTo>
                  <a:pt x="812868" y="88725"/>
                </a:lnTo>
                <a:lnTo>
                  <a:pt x="812887" y="88893"/>
                </a:lnTo>
                <a:lnTo>
                  <a:pt x="812904" y="89062"/>
                </a:lnTo>
                <a:lnTo>
                  <a:pt x="812918" y="89231"/>
                </a:lnTo>
                <a:lnTo>
                  <a:pt x="812930" y="89402"/>
                </a:lnTo>
                <a:lnTo>
                  <a:pt x="812939" y="89573"/>
                </a:lnTo>
                <a:lnTo>
                  <a:pt x="812945" y="89745"/>
                </a:lnTo>
                <a:lnTo>
                  <a:pt x="812949" y="89918"/>
                </a:lnTo>
                <a:lnTo>
                  <a:pt x="812950" y="90092"/>
                </a:lnTo>
                <a:lnTo>
                  <a:pt x="812947" y="90327"/>
                </a:lnTo>
                <a:lnTo>
                  <a:pt x="812939" y="90561"/>
                </a:lnTo>
                <a:lnTo>
                  <a:pt x="812924" y="90792"/>
                </a:lnTo>
                <a:lnTo>
                  <a:pt x="812904" y="91022"/>
                </a:lnTo>
                <a:lnTo>
                  <a:pt x="812878" y="91250"/>
                </a:lnTo>
                <a:lnTo>
                  <a:pt x="812846" y="91477"/>
                </a:lnTo>
                <a:lnTo>
                  <a:pt x="812809" y="91702"/>
                </a:lnTo>
                <a:lnTo>
                  <a:pt x="812766" y="91925"/>
                </a:lnTo>
                <a:lnTo>
                  <a:pt x="812716" y="92146"/>
                </a:lnTo>
                <a:lnTo>
                  <a:pt x="812662" y="92366"/>
                </a:lnTo>
                <a:lnTo>
                  <a:pt x="812601" y="92584"/>
                </a:lnTo>
                <a:lnTo>
                  <a:pt x="812535" y="92800"/>
                </a:lnTo>
                <a:lnTo>
                  <a:pt x="812462" y="93014"/>
                </a:lnTo>
                <a:lnTo>
                  <a:pt x="812384" y="93227"/>
                </a:lnTo>
                <a:lnTo>
                  <a:pt x="812301" y="93438"/>
                </a:lnTo>
                <a:lnTo>
                  <a:pt x="812211" y="93648"/>
                </a:lnTo>
                <a:lnTo>
                  <a:pt x="812116" y="93855"/>
                </a:lnTo>
                <a:lnTo>
                  <a:pt x="812015" y="94061"/>
                </a:lnTo>
                <a:lnTo>
                  <a:pt x="811908" y="94265"/>
                </a:lnTo>
                <a:lnTo>
                  <a:pt x="811795" y="94468"/>
                </a:lnTo>
                <a:lnTo>
                  <a:pt x="811677" y="94669"/>
                </a:lnTo>
                <a:lnTo>
                  <a:pt x="811553" y="94868"/>
                </a:lnTo>
                <a:lnTo>
                  <a:pt x="811423" y="95065"/>
                </a:lnTo>
                <a:lnTo>
                  <a:pt x="811287" y="95261"/>
                </a:lnTo>
                <a:lnTo>
                  <a:pt x="811145" y="95452"/>
                </a:lnTo>
                <a:lnTo>
                  <a:pt x="810997" y="95637"/>
                </a:lnTo>
                <a:lnTo>
                  <a:pt x="810843" y="95815"/>
                </a:lnTo>
                <a:lnTo>
                  <a:pt x="810683" y="95986"/>
                </a:lnTo>
                <a:lnTo>
                  <a:pt x="810516" y="96150"/>
                </a:lnTo>
                <a:lnTo>
                  <a:pt x="810344" y="96307"/>
                </a:lnTo>
                <a:lnTo>
                  <a:pt x="810165" y="96458"/>
                </a:lnTo>
                <a:lnTo>
                  <a:pt x="809980" y="96601"/>
                </a:lnTo>
                <a:lnTo>
                  <a:pt x="809788" y="96738"/>
                </a:lnTo>
                <a:lnTo>
                  <a:pt x="809591" y="96868"/>
                </a:lnTo>
                <a:lnTo>
                  <a:pt x="809387" y="96991"/>
                </a:lnTo>
                <a:lnTo>
                  <a:pt x="809177" y="97107"/>
                </a:lnTo>
                <a:lnTo>
                  <a:pt x="808961" y="97217"/>
                </a:lnTo>
                <a:lnTo>
                  <a:pt x="808739" y="97319"/>
                </a:lnTo>
                <a:lnTo>
                  <a:pt x="808510" y="97415"/>
                </a:lnTo>
                <a:lnTo>
                  <a:pt x="808275" y="97504"/>
                </a:lnTo>
                <a:lnTo>
                  <a:pt x="808035" y="97586"/>
                </a:lnTo>
                <a:lnTo>
                  <a:pt x="807787" y="97661"/>
                </a:lnTo>
                <a:lnTo>
                  <a:pt x="807534" y="97730"/>
                </a:lnTo>
                <a:lnTo>
                  <a:pt x="807275" y="97791"/>
                </a:lnTo>
                <a:lnTo>
                  <a:pt x="807009" y="97846"/>
                </a:lnTo>
                <a:lnTo>
                  <a:pt x="806737" y="97894"/>
                </a:lnTo>
                <a:lnTo>
                  <a:pt x="806459" y="97935"/>
                </a:lnTo>
                <a:lnTo>
                  <a:pt x="806174" y="97970"/>
                </a:lnTo>
                <a:lnTo>
                  <a:pt x="805959" y="97979"/>
                </a:lnTo>
                <a:lnTo>
                  <a:pt x="805743" y="97987"/>
                </a:lnTo>
                <a:lnTo>
                  <a:pt x="805528" y="97994"/>
                </a:lnTo>
                <a:lnTo>
                  <a:pt x="805312" y="98000"/>
                </a:lnTo>
                <a:lnTo>
                  <a:pt x="805097" y="98004"/>
                </a:lnTo>
                <a:lnTo>
                  <a:pt x="804881" y="98008"/>
                </a:lnTo>
                <a:lnTo>
                  <a:pt x="804666" y="98009"/>
                </a:lnTo>
                <a:lnTo>
                  <a:pt x="804450" y="98010"/>
                </a:lnTo>
                <a:lnTo>
                  <a:pt x="804234" y="98009"/>
                </a:lnTo>
                <a:lnTo>
                  <a:pt x="804019" y="98007"/>
                </a:lnTo>
                <a:lnTo>
                  <a:pt x="803803" y="98004"/>
                </a:lnTo>
                <a:lnTo>
                  <a:pt x="803588" y="98000"/>
                </a:lnTo>
                <a:lnTo>
                  <a:pt x="803372" y="97994"/>
                </a:lnTo>
                <a:lnTo>
                  <a:pt x="803156" y="97987"/>
                </a:lnTo>
                <a:lnTo>
                  <a:pt x="802941" y="97978"/>
                </a:lnTo>
                <a:lnTo>
                  <a:pt x="802725" y="97969"/>
                </a:lnTo>
                <a:lnTo>
                  <a:pt x="802510" y="97958"/>
                </a:lnTo>
                <a:lnTo>
                  <a:pt x="802294" y="97946"/>
                </a:lnTo>
                <a:lnTo>
                  <a:pt x="802078" y="97932"/>
                </a:lnTo>
                <a:lnTo>
                  <a:pt x="801863" y="97917"/>
                </a:lnTo>
                <a:lnTo>
                  <a:pt x="801647" y="97901"/>
                </a:lnTo>
                <a:lnTo>
                  <a:pt x="801431" y="97884"/>
                </a:lnTo>
                <a:lnTo>
                  <a:pt x="801216" y="97865"/>
                </a:lnTo>
                <a:lnTo>
                  <a:pt x="801000" y="97845"/>
                </a:lnTo>
                <a:lnTo>
                  <a:pt x="800785" y="97825"/>
                </a:lnTo>
                <a:lnTo>
                  <a:pt x="800570" y="97804"/>
                </a:lnTo>
                <a:lnTo>
                  <a:pt x="800355" y="97784"/>
                </a:lnTo>
                <a:lnTo>
                  <a:pt x="800141" y="97763"/>
                </a:lnTo>
                <a:lnTo>
                  <a:pt x="799928" y="97743"/>
                </a:lnTo>
                <a:lnTo>
                  <a:pt x="799715" y="97722"/>
                </a:lnTo>
                <a:lnTo>
                  <a:pt x="799502" y="97702"/>
                </a:lnTo>
                <a:lnTo>
                  <a:pt x="799290" y="97681"/>
                </a:lnTo>
                <a:lnTo>
                  <a:pt x="799078" y="97661"/>
                </a:lnTo>
                <a:lnTo>
                  <a:pt x="798866" y="97640"/>
                </a:lnTo>
                <a:lnTo>
                  <a:pt x="798655" y="97620"/>
                </a:lnTo>
                <a:lnTo>
                  <a:pt x="798445" y="97599"/>
                </a:lnTo>
                <a:lnTo>
                  <a:pt x="798235" y="97579"/>
                </a:lnTo>
                <a:lnTo>
                  <a:pt x="798025" y="97558"/>
                </a:lnTo>
                <a:lnTo>
                  <a:pt x="797816" y="97538"/>
                </a:lnTo>
                <a:lnTo>
                  <a:pt x="797607" y="97517"/>
                </a:lnTo>
                <a:lnTo>
                  <a:pt x="797398" y="97497"/>
                </a:lnTo>
                <a:lnTo>
                  <a:pt x="797190" y="97476"/>
                </a:lnTo>
                <a:lnTo>
                  <a:pt x="796983" y="97456"/>
                </a:lnTo>
                <a:lnTo>
                  <a:pt x="796776" y="97435"/>
                </a:lnTo>
                <a:lnTo>
                  <a:pt x="796569" y="97415"/>
                </a:lnTo>
                <a:lnTo>
                  <a:pt x="796363" y="97394"/>
                </a:lnTo>
                <a:lnTo>
                  <a:pt x="796157" y="97374"/>
                </a:lnTo>
                <a:lnTo>
                  <a:pt x="795951" y="97353"/>
                </a:lnTo>
                <a:lnTo>
                  <a:pt x="795951" y="111753"/>
                </a:lnTo>
                <a:lnTo>
                  <a:pt x="796177" y="111772"/>
                </a:lnTo>
                <a:lnTo>
                  <a:pt x="796402" y="111792"/>
                </a:lnTo>
                <a:lnTo>
                  <a:pt x="796628" y="111812"/>
                </a:lnTo>
                <a:lnTo>
                  <a:pt x="796853" y="111831"/>
                </a:lnTo>
                <a:lnTo>
                  <a:pt x="797077" y="111850"/>
                </a:lnTo>
                <a:lnTo>
                  <a:pt x="797302" y="111869"/>
                </a:lnTo>
                <a:lnTo>
                  <a:pt x="797526" y="111888"/>
                </a:lnTo>
                <a:lnTo>
                  <a:pt x="797750" y="111906"/>
                </a:lnTo>
                <a:lnTo>
                  <a:pt x="797974" y="111925"/>
                </a:lnTo>
                <a:lnTo>
                  <a:pt x="798198" y="111943"/>
                </a:lnTo>
                <a:lnTo>
                  <a:pt x="798422" y="111960"/>
                </a:lnTo>
                <a:lnTo>
                  <a:pt x="798645" y="111978"/>
                </a:lnTo>
                <a:lnTo>
                  <a:pt x="798868" y="111996"/>
                </a:lnTo>
                <a:lnTo>
                  <a:pt x="799091" y="112013"/>
                </a:lnTo>
                <a:lnTo>
                  <a:pt x="799314" y="112030"/>
                </a:lnTo>
                <a:lnTo>
                  <a:pt x="799536" y="112047"/>
                </a:lnTo>
                <a:lnTo>
                  <a:pt x="799758" y="112063"/>
                </a:lnTo>
                <a:lnTo>
                  <a:pt x="799980" y="112080"/>
                </a:lnTo>
                <a:lnTo>
                  <a:pt x="800202" y="112096"/>
                </a:lnTo>
                <a:lnTo>
                  <a:pt x="800424" y="112112"/>
                </a:lnTo>
                <a:lnTo>
                  <a:pt x="800645" y="112128"/>
                </a:lnTo>
                <a:lnTo>
                  <a:pt x="800866" y="112143"/>
                </a:lnTo>
                <a:lnTo>
                  <a:pt x="801087" y="112158"/>
                </a:lnTo>
                <a:lnTo>
                  <a:pt x="801308" y="112174"/>
                </a:lnTo>
                <a:lnTo>
                  <a:pt x="801529" y="112188"/>
                </a:lnTo>
                <a:lnTo>
                  <a:pt x="801750" y="112202"/>
                </a:lnTo>
                <a:lnTo>
                  <a:pt x="801971" y="112216"/>
                </a:lnTo>
                <a:lnTo>
                  <a:pt x="802193" y="112229"/>
                </a:lnTo>
                <a:lnTo>
                  <a:pt x="802414" y="112241"/>
                </a:lnTo>
                <a:lnTo>
                  <a:pt x="802636" y="112252"/>
                </a:lnTo>
                <a:lnTo>
                  <a:pt x="802858" y="112263"/>
                </a:lnTo>
                <a:lnTo>
                  <a:pt x="803081" y="112274"/>
                </a:lnTo>
                <a:lnTo>
                  <a:pt x="803303" y="112284"/>
                </a:lnTo>
                <a:lnTo>
                  <a:pt x="803526" y="112293"/>
                </a:lnTo>
                <a:lnTo>
                  <a:pt x="803749" y="112301"/>
                </a:lnTo>
                <a:lnTo>
                  <a:pt x="803972" y="112309"/>
                </a:lnTo>
                <a:lnTo>
                  <a:pt x="804195" y="112316"/>
                </a:lnTo>
                <a:lnTo>
                  <a:pt x="804419" y="112323"/>
                </a:lnTo>
                <a:lnTo>
                  <a:pt x="804643" y="112329"/>
                </a:lnTo>
                <a:lnTo>
                  <a:pt x="804867" y="112334"/>
                </a:lnTo>
                <a:lnTo>
                  <a:pt x="805091" y="112339"/>
                </a:lnTo>
                <a:lnTo>
                  <a:pt x="805316" y="112343"/>
                </a:lnTo>
                <a:lnTo>
                  <a:pt x="805540" y="112346"/>
                </a:lnTo>
                <a:lnTo>
                  <a:pt x="805765" y="112349"/>
                </a:lnTo>
                <a:lnTo>
                  <a:pt x="805990" y="112351"/>
                </a:lnTo>
                <a:lnTo>
                  <a:pt x="806216" y="112353"/>
                </a:lnTo>
                <a:lnTo>
                  <a:pt x="806441" y="112354"/>
                </a:lnTo>
                <a:lnTo>
                  <a:pt x="806667" y="112354"/>
                </a:lnTo>
                <a:lnTo>
                  <a:pt x="807409" y="112348"/>
                </a:lnTo>
                <a:lnTo>
                  <a:pt x="808138" y="112331"/>
                </a:lnTo>
                <a:lnTo>
                  <a:pt x="808853" y="112302"/>
                </a:lnTo>
                <a:lnTo>
                  <a:pt x="809555" y="112262"/>
                </a:lnTo>
                <a:lnTo>
                  <a:pt x="810242" y="112210"/>
                </a:lnTo>
                <a:lnTo>
                  <a:pt x="810917" y="112146"/>
                </a:lnTo>
                <a:lnTo>
                  <a:pt x="811577" y="112071"/>
                </a:lnTo>
                <a:lnTo>
                  <a:pt x="812224" y="111985"/>
                </a:lnTo>
                <a:lnTo>
                  <a:pt x="812857" y="111887"/>
                </a:lnTo>
                <a:lnTo>
                  <a:pt x="813476" y="111777"/>
                </a:lnTo>
                <a:lnTo>
                  <a:pt x="814082" y="111656"/>
                </a:lnTo>
                <a:lnTo>
                  <a:pt x="814673" y="111523"/>
                </a:lnTo>
                <a:lnTo>
                  <a:pt x="815252" y="111379"/>
                </a:lnTo>
                <a:lnTo>
                  <a:pt x="815816" y="111223"/>
                </a:lnTo>
                <a:lnTo>
                  <a:pt x="816367" y="111056"/>
                </a:lnTo>
                <a:lnTo>
                  <a:pt x="816904" y="110877"/>
                </a:lnTo>
                <a:lnTo>
                  <a:pt x="817428" y="110687"/>
                </a:lnTo>
                <a:lnTo>
                  <a:pt x="817938" y="110485"/>
                </a:lnTo>
                <a:lnTo>
                  <a:pt x="818434" y="110271"/>
                </a:lnTo>
                <a:lnTo>
                  <a:pt x="818916" y="110046"/>
                </a:lnTo>
                <a:lnTo>
                  <a:pt x="819385" y="109810"/>
                </a:lnTo>
                <a:lnTo>
                  <a:pt x="819840" y="109562"/>
                </a:lnTo>
                <a:lnTo>
                  <a:pt x="820282" y="109302"/>
                </a:lnTo>
                <a:lnTo>
                  <a:pt x="820709" y="109031"/>
                </a:lnTo>
                <a:lnTo>
                  <a:pt x="821126" y="108746"/>
                </a:lnTo>
                <a:lnTo>
                  <a:pt x="821536" y="108447"/>
                </a:lnTo>
                <a:lnTo>
                  <a:pt x="821937" y="108131"/>
                </a:lnTo>
                <a:lnTo>
                  <a:pt x="822331" y="107801"/>
                </a:lnTo>
                <a:lnTo>
                  <a:pt x="822717" y="107455"/>
                </a:lnTo>
                <a:lnTo>
                  <a:pt x="823096" y="107093"/>
                </a:lnTo>
                <a:lnTo>
                  <a:pt x="823467" y="106716"/>
                </a:lnTo>
                <a:lnTo>
                  <a:pt x="823830" y="106324"/>
                </a:lnTo>
                <a:lnTo>
                  <a:pt x="824186" y="105917"/>
                </a:lnTo>
                <a:lnTo>
                  <a:pt x="824533" y="105494"/>
                </a:lnTo>
                <a:lnTo>
                  <a:pt x="824873" y="105055"/>
                </a:lnTo>
                <a:lnTo>
                  <a:pt x="825206" y="104602"/>
                </a:lnTo>
                <a:lnTo>
                  <a:pt x="825530" y="104133"/>
                </a:lnTo>
                <a:lnTo>
                  <a:pt x="825847" y="103648"/>
                </a:lnTo>
                <a:lnTo>
                  <a:pt x="826157" y="103148"/>
                </a:lnTo>
                <a:lnTo>
                  <a:pt x="826458" y="102633"/>
                </a:lnTo>
                <a:lnTo>
                  <a:pt x="826752" y="102102"/>
                </a:lnTo>
                <a:lnTo>
                  <a:pt x="827038" y="101556"/>
                </a:lnTo>
                <a:lnTo>
                  <a:pt x="827317" y="100995"/>
                </a:lnTo>
                <a:lnTo>
                  <a:pt x="827588" y="100418"/>
                </a:lnTo>
                <a:lnTo>
                  <a:pt x="827851" y="99825"/>
                </a:lnTo>
                <a:lnTo>
                  <a:pt x="828106" y="99218"/>
                </a:lnTo>
                <a:lnTo>
                  <a:pt x="828354" y="98595"/>
                </a:lnTo>
                <a:lnTo>
                  <a:pt x="828594" y="97956"/>
                </a:lnTo>
                <a:lnTo>
                  <a:pt x="855200" y="26465"/>
                </a:lnTo>
                <a:lnTo>
                  <a:pt x="837094" y="26465"/>
                </a:lnTo>
                <a:lnTo>
                  <a:pt x="823173" y="70024"/>
                </a:lnTo>
                <a:lnTo>
                  <a:pt x="822927" y="70024"/>
                </a:lnTo>
                <a:lnTo>
                  <a:pt x="808515" y="26465"/>
                </a:lnTo>
                <a:lnTo>
                  <a:pt x="790765" y="26465"/>
                </a:lnTo>
                <a:lnTo>
                  <a:pt x="790765" y="25275"/>
                </a:lnTo>
                <a:lnTo>
                  <a:pt x="790591" y="25225"/>
                </a:lnTo>
                <a:close/>
                <a:moveTo>
                  <a:pt x="130" y="63496"/>
                </a:moveTo>
                <a:lnTo>
                  <a:pt x="170" y="64139"/>
                </a:lnTo>
                <a:lnTo>
                  <a:pt x="221" y="64774"/>
                </a:lnTo>
                <a:lnTo>
                  <a:pt x="283" y="65401"/>
                </a:lnTo>
                <a:lnTo>
                  <a:pt x="356" y="66021"/>
                </a:lnTo>
                <a:lnTo>
                  <a:pt x="440" y="66633"/>
                </a:lnTo>
                <a:lnTo>
                  <a:pt x="535" y="67238"/>
                </a:lnTo>
                <a:lnTo>
                  <a:pt x="642" y="67834"/>
                </a:lnTo>
                <a:lnTo>
                  <a:pt x="759" y="68423"/>
                </a:lnTo>
                <a:lnTo>
                  <a:pt x="888" y="69005"/>
                </a:lnTo>
                <a:lnTo>
                  <a:pt x="1028" y="69578"/>
                </a:lnTo>
                <a:lnTo>
                  <a:pt x="1179" y="70144"/>
                </a:lnTo>
                <a:lnTo>
                  <a:pt x="1341" y="70703"/>
                </a:lnTo>
                <a:lnTo>
                  <a:pt x="1514" y="71253"/>
                </a:lnTo>
                <a:lnTo>
                  <a:pt x="1698" y="71796"/>
                </a:lnTo>
                <a:lnTo>
                  <a:pt x="1894" y="72331"/>
                </a:lnTo>
                <a:lnTo>
                  <a:pt x="2100" y="72859"/>
                </a:lnTo>
                <a:lnTo>
                  <a:pt x="2318" y="73379"/>
                </a:lnTo>
                <a:lnTo>
                  <a:pt x="2547" y="73891"/>
                </a:lnTo>
                <a:lnTo>
                  <a:pt x="2786" y="74395"/>
                </a:lnTo>
                <a:lnTo>
                  <a:pt x="3037" y="74892"/>
                </a:lnTo>
                <a:lnTo>
                  <a:pt x="3298" y="75381"/>
                </a:lnTo>
                <a:lnTo>
                  <a:pt x="3566" y="75863"/>
                </a:lnTo>
                <a:lnTo>
                  <a:pt x="3841" y="76338"/>
                </a:lnTo>
                <a:lnTo>
                  <a:pt x="4124" y="76806"/>
                </a:lnTo>
                <a:lnTo>
                  <a:pt x="4414" y="77266"/>
                </a:lnTo>
                <a:lnTo>
                  <a:pt x="4712" y="77719"/>
                </a:lnTo>
                <a:lnTo>
                  <a:pt x="5018" y="78164"/>
                </a:lnTo>
                <a:lnTo>
                  <a:pt x="5330" y="78603"/>
                </a:lnTo>
                <a:lnTo>
                  <a:pt x="5651" y="79034"/>
                </a:lnTo>
                <a:lnTo>
                  <a:pt x="5979" y="79458"/>
                </a:lnTo>
                <a:lnTo>
                  <a:pt x="6314" y="79874"/>
                </a:lnTo>
                <a:lnTo>
                  <a:pt x="6657" y="80284"/>
                </a:lnTo>
                <a:lnTo>
                  <a:pt x="7007" y="80686"/>
                </a:lnTo>
                <a:lnTo>
                  <a:pt x="7364" y="81080"/>
                </a:lnTo>
                <a:lnTo>
                  <a:pt x="7730" y="81468"/>
                </a:lnTo>
                <a:lnTo>
                  <a:pt x="8102" y="81848"/>
                </a:lnTo>
                <a:lnTo>
                  <a:pt x="8482" y="82221"/>
                </a:lnTo>
                <a:lnTo>
                  <a:pt x="8870" y="82587"/>
                </a:lnTo>
                <a:lnTo>
                  <a:pt x="9265" y="82945"/>
                </a:lnTo>
                <a:lnTo>
                  <a:pt x="9668" y="83296"/>
                </a:lnTo>
                <a:lnTo>
                  <a:pt x="10078" y="83640"/>
                </a:lnTo>
                <a:lnTo>
                  <a:pt x="10495" y="83977"/>
                </a:lnTo>
                <a:lnTo>
                  <a:pt x="10920" y="84306"/>
                </a:lnTo>
                <a:lnTo>
                  <a:pt x="11353" y="84628"/>
                </a:lnTo>
                <a:lnTo>
                  <a:pt x="11792" y="84943"/>
                </a:lnTo>
                <a:lnTo>
                  <a:pt x="12237" y="85251"/>
                </a:lnTo>
                <a:lnTo>
                  <a:pt x="12687" y="85552"/>
                </a:lnTo>
                <a:lnTo>
                  <a:pt x="13143" y="85845"/>
                </a:lnTo>
                <a:lnTo>
                  <a:pt x="13604" y="86132"/>
                </a:lnTo>
                <a:lnTo>
                  <a:pt x="14071" y="86412"/>
                </a:lnTo>
                <a:lnTo>
                  <a:pt x="14543" y="86684"/>
                </a:lnTo>
                <a:lnTo>
                  <a:pt x="15021" y="86950"/>
                </a:lnTo>
                <a:lnTo>
                  <a:pt x="15505" y="87208"/>
                </a:lnTo>
                <a:lnTo>
                  <a:pt x="15994" y="87460"/>
                </a:lnTo>
                <a:lnTo>
                  <a:pt x="16489" y="87704"/>
                </a:lnTo>
                <a:lnTo>
                  <a:pt x="16989" y="87941"/>
                </a:lnTo>
                <a:lnTo>
                  <a:pt x="17495" y="88171"/>
                </a:lnTo>
                <a:lnTo>
                  <a:pt x="18006" y="88394"/>
                </a:lnTo>
                <a:lnTo>
                  <a:pt x="18523" y="88610"/>
                </a:lnTo>
                <a:lnTo>
                  <a:pt x="19046" y="88819"/>
                </a:lnTo>
                <a:lnTo>
                  <a:pt x="19574" y="89021"/>
                </a:lnTo>
                <a:lnTo>
                  <a:pt x="20107" y="89216"/>
                </a:lnTo>
                <a:lnTo>
                  <a:pt x="20646" y="89404"/>
                </a:lnTo>
                <a:lnTo>
                  <a:pt x="21191" y="89585"/>
                </a:lnTo>
                <a:lnTo>
                  <a:pt x="21741" y="89758"/>
                </a:lnTo>
                <a:lnTo>
                  <a:pt x="22297" y="89925"/>
                </a:lnTo>
                <a:lnTo>
                  <a:pt x="22858" y="90084"/>
                </a:lnTo>
                <a:lnTo>
                  <a:pt x="23425" y="90237"/>
                </a:lnTo>
                <a:lnTo>
                  <a:pt x="23996" y="90383"/>
                </a:lnTo>
                <a:lnTo>
                  <a:pt x="24568" y="90522"/>
                </a:lnTo>
                <a:lnTo>
                  <a:pt x="25141" y="90656"/>
                </a:lnTo>
                <a:lnTo>
                  <a:pt x="25716" y="90783"/>
                </a:lnTo>
                <a:lnTo>
                  <a:pt x="26292" y="90904"/>
                </a:lnTo>
                <a:lnTo>
                  <a:pt x="26870" y="91019"/>
                </a:lnTo>
                <a:lnTo>
                  <a:pt x="27450" y="91128"/>
                </a:lnTo>
                <a:lnTo>
                  <a:pt x="28031" y="91230"/>
                </a:lnTo>
                <a:lnTo>
                  <a:pt x="28613" y="91326"/>
                </a:lnTo>
                <a:lnTo>
                  <a:pt x="29197" y="91416"/>
                </a:lnTo>
                <a:lnTo>
                  <a:pt x="29782" y="91500"/>
                </a:lnTo>
                <a:lnTo>
                  <a:pt x="30369" y="91578"/>
                </a:lnTo>
                <a:lnTo>
                  <a:pt x="30958" y="91649"/>
                </a:lnTo>
                <a:lnTo>
                  <a:pt x="31548" y="91714"/>
                </a:lnTo>
                <a:lnTo>
                  <a:pt x="32139" y="91773"/>
                </a:lnTo>
                <a:lnTo>
                  <a:pt x="32732" y="91826"/>
                </a:lnTo>
                <a:lnTo>
                  <a:pt x="33327" y="91872"/>
                </a:lnTo>
                <a:lnTo>
                  <a:pt x="33922" y="91913"/>
                </a:lnTo>
                <a:lnTo>
                  <a:pt x="34520" y="91947"/>
                </a:lnTo>
                <a:lnTo>
                  <a:pt x="35119" y="91975"/>
                </a:lnTo>
                <a:lnTo>
                  <a:pt x="35719" y="91996"/>
                </a:lnTo>
                <a:lnTo>
                  <a:pt x="36321" y="92012"/>
                </a:lnTo>
                <a:lnTo>
                  <a:pt x="36925" y="92021"/>
                </a:lnTo>
                <a:lnTo>
                  <a:pt x="37530" y="92024"/>
                </a:lnTo>
                <a:lnTo>
                  <a:pt x="38275" y="92021"/>
                </a:lnTo>
                <a:lnTo>
                  <a:pt x="39013" y="92010"/>
                </a:lnTo>
                <a:lnTo>
                  <a:pt x="39744" y="91992"/>
                </a:lnTo>
                <a:lnTo>
                  <a:pt x="40467" y="91966"/>
                </a:lnTo>
                <a:lnTo>
                  <a:pt x="41183" y="91934"/>
                </a:lnTo>
                <a:lnTo>
                  <a:pt x="41891" y="91894"/>
                </a:lnTo>
                <a:lnTo>
                  <a:pt x="42592" y="91846"/>
                </a:lnTo>
                <a:lnTo>
                  <a:pt x="43285" y="91792"/>
                </a:lnTo>
                <a:lnTo>
                  <a:pt x="43970" y="91730"/>
                </a:lnTo>
                <a:lnTo>
                  <a:pt x="44649" y="91661"/>
                </a:lnTo>
                <a:lnTo>
                  <a:pt x="45319" y="91585"/>
                </a:lnTo>
                <a:lnTo>
                  <a:pt x="45983" y="91501"/>
                </a:lnTo>
                <a:lnTo>
                  <a:pt x="46638" y="91410"/>
                </a:lnTo>
                <a:lnTo>
                  <a:pt x="47287" y="91312"/>
                </a:lnTo>
                <a:lnTo>
                  <a:pt x="47927" y="91207"/>
                </a:lnTo>
                <a:lnTo>
                  <a:pt x="48561" y="91094"/>
                </a:lnTo>
                <a:lnTo>
                  <a:pt x="49187" y="90974"/>
                </a:lnTo>
                <a:lnTo>
                  <a:pt x="49805" y="90847"/>
                </a:lnTo>
                <a:lnTo>
                  <a:pt x="50416" y="90712"/>
                </a:lnTo>
                <a:lnTo>
                  <a:pt x="51019" y="90570"/>
                </a:lnTo>
                <a:lnTo>
                  <a:pt x="51615" y="90421"/>
                </a:lnTo>
                <a:lnTo>
                  <a:pt x="52203" y="90265"/>
                </a:lnTo>
                <a:lnTo>
                  <a:pt x="52784" y="90101"/>
                </a:lnTo>
                <a:lnTo>
                  <a:pt x="53358" y="89931"/>
                </a:lnTo>
                <a:lnTo>
                  <a:pt x="53923" y="89753"/>
                </a:lnTo>
                <a:lnTo>
                  <a:pt x="54482" y="89570"/>
                </a:lnTo>
                <a:lnTo>
                  <a:pt x="55032" y="89381"/>
                </a:lnTo>
                <a:lnTo>
                  <a:pt x="55575" y="89186"/>
                </a:lnTo>
                <a:lnTo>
                  <a:pt x="56110" y="88986"/>
                </a:lnTo>
                <a:lnTo>
                  <a:pt x="56637" y="88780"/>
                </a:lnTo>
                <a:lnTo>
                  <a:pt x="57157" y="88568"/>
                </a:lnTo>
                <a:lnTo>
                  <a:pt x="57669" y="88350"/>
                </a:lnTo>
                <a:lnTo>
                  <a:pt x="58173" y="88126"/>
                </a:lnTo>
                <a:lnTo>
                  <a:pt x="58670" y="87897"/>
                </a:lnTo>
                <a:lnTo>
                  <a:pt x="59158" y="87662"/>
                </a:lnTo>
                <a:lnTo>
                  <a:pt x="59640" y="87421"/>
                </a:lnTo>
                <a:lnTo>
                  <a:pt x="60113" y="87174"/>
                </a:lnTo>
                <a:lnTo>
                  <a:pt x="60579" y="86922"/>
                </a:lnTo>
                <a:lnTo>
                  <a:pt x="61037" y="86663"/>
                </a:lnTo>
                <a:lnTo>
                  <a:pt x="61487" y="86399"/>
                </a:lnTo>
                <a:lnTo>
                  <a:pt x="61930" y="86130"/>
                </a:lnTo>
                <a:lnTo>
                  <a:pt x="62365" y="85854"/>
                </a:lnTo>
                <a:lnTo>
                  <a:pt x="62792" y="85573"/>
                </a:lnTo>
                <a:lnTo>
                  <a:pt x="63212" y="85286"/>
                </a:lnTo>
                <a:lnTo>
                  <a:pt x="63624" y="84993"/>
                </a:lnTo>
                <a:lnTo>
                  <a:pt x="64028" y="84694"/>
                </a:lnTo>
                <a:lnTo>
                  <a:pt x="64425" y="84390"/>
                </a:lnTo>
                <a:lnTo>
                  <a:pt x="64814" y="84079"/>
                </a:lnTo>
                <a:lnTo>
                  <a:pt x="65195" y="83764"/>
                </a:lnTo>
                <a:lnTo>
                  <a:pt x="65568" y="83443"/>
                </a:lnTo>
                <a:lnTo>
                  <a:pt x="65933" y="83118"/>
                </a:lnTo>
                <a:lnTo>
                  <a:pt x="66290" y="82788"/>
                </a:lnTo>
                <a:lnTo>
                  <a:pt x="66640" y="82452"/>
                </a:lnTo>
                <a:lnTo>
                  <a:pt x="66981" y="82112"/>
                </a:lnTo>
                <a:lnTo>
                  <a:pt x="67315" y="81767"/>
                </a:lnTo>
                <a:lnTo>
                  <a:pt x="67640" y="81417"/>
                </a:lnTo>
                <a:lnTo>
                  <a:pt x="67958" y="81062"/>
                </a:lnTo>
                <a:lnTo>
                  <a:pt x="68268" y="80703"/>
                </a:lnTo>
                <a:lnTo>
                  <a:pt x="68570" y="80338"/>
                </a:lnTo>
                <a:lnTo>
                  <a:pt x="68864" y="79968"/>
                </a:lnTo>
                <a:lnTo>
                  <a:pt x="69150" y="79594"/>
                </a:lnTo>
                <a:lnTo>
                  <a:pt x="69428" y="79214"/>
                </a:lnTo>
                <a:lnTo>
                  <a:pt x="69698" y="78830"/>
                </a:lnTo>
                <a:lnTo>
                  <a:pt x="69960" y="78441"/>
                </a:lnTo>
                <a:lnTo>
                  <a:pt x="70215" y="78046"/>
                </a:lnTo>
                <a:lnTo>
                  <a:pt x="70461" y="77647"/>
                </a:lnTo>
                <a:lnTo>
                  <a:pt x="70700" y="77243"/>
                </a:lnTo>
                <a:lnTo>
                  <a:pt x="70930" y="76834"/>
                </a:lnTo>
                <a:lnTo>
                  <a:pt x="71153" y="76421"/>
                </a:lnTo>
                <a:lnTo>
                  <a:pt x="71368" y="76002"/>
                </a:lnTo>
                <a:lnTo>
                  <a:pt x="71575" y="75578"/>
                </a:lnTo>
                <a:lnTo>
                  <a:pt x="71774" y="75150"/>
                </a:lnTo>
                <a:lnTo>
                  <a:pt x="71965" y="74717"/>
                </a:lnTo>
                <a:lnTo>
                  <a:pt x="72148" y="74281"/>
                </a:lnTo>
                <a:lnTo>
                  <a:pt x="72322" y="73842"/>
                </a:lnTo>
                <a:lnTo>
                  <a:pt x="72489" y="73401"/>
                </a:lnTo>
                <a:lnTo>
                  <a:pt x="72647" y="72956"/>
                </a:lnTo>
                <a:lnTo>
                  <a:pt x="72798" y="72508"/>
                </a:lnTo>
                <a:lnTo>
                  <a:pt x="72940" y="72058"/>
                </a:lnTo>
                <a:lnTo>
                  <a:pt x="73074" y="71604"/>
                </a:lnTo>
                <a:lnTo>
                  <a:pt x="73200" y="71148"/>
                </a:lnTo>
                <a:lnTo>
                  <a:pt x="73318" y="70688"/>
                </a:lnTo>
                <a:lnTo>
                  <a:pt x="73427" y="70225"/>
                </a:lnTo>
                <a:lnTo>
                  <a:pt x="73529" y="69760"/>
                </a:lnTo>
                <a:lnTo>
                  <a:pt x="73622" y="69291"/>
                </a:lnTo>
                <a:lnTo>
                  <a:pt x="73708" y="68820"/>
                </a:lnTo>
                <a:lnTo>
                  <a:pt x="73785" y="68345"/>
                </a:lnTo>
                <a:lnTo>
                  <a:pt x="73854" y="67868"/>
                </a:lnTo>
                <a:lnTo>
                  <a:pt x="73915" y="67387"/>
                </a:lnTo>
                <a:lnTo>
                  <a:pt x="73968" y="66904"/>
                </a:lnTo>
                <a:lnTo>
                  <a:pt x="74012" y="66417"/>
                </a:lnTo>
                <a:lnTo>
                  <a:pt x="74049" y="65928"/>
                </a:lnTo>
                <a:lnTo>
                  <a:pt x="74077" y="65435"/>
                </a:lnTo>
                <a:lnTo>
                  <a:pt x="74098" y="64940"/>
                </a:lnTo>
                <a:lnTo>
                  <a:pt x="74110" y="64441"/>
                </a:lnTo>
                <a:lnTo>
                  <a:pt x="74114" y="63940"/>
                </a:lnTo>
                <a:lnTo>
                  <a:pt x="74108" y="63328"/>
                </a:lnTo>
                <a:lnTo>
                  <a:pt x="74092" y="62726"/>
                </a:lnTo>
                <a:lnTo>
                  <a:pt x="74065" y="62133"/>
                </a:lnTo>
                <a:lnTo>
                  <a:pt x="74027" y="61550"/>
                </a:lnTo>
                <a:lnTo>
                  <a:pt x="73978" y="60975"/>
                </a:lnTo>
                <a:lnTo>
                  <a:pt x="73918" y="60410"/>
                </a:lnTo>
                <a:lnTo>
                  <a:pt x="73847" y="59854"/>
                </a:lnTo>
                <a:lnTo>
                  <a:pt x="73765" y="59307"/>
                </a:lnTo>
                <a:lnTo>
                  <a:pt x="73672" y="58769"/>
                </a:lnTo>
                <a:lnTo>
                  <a:pt x="73569" y="58241"/>
                </a:lnTo>
                <a:lnTo>
                  <a:pt x="73454" y="57721"/>
                </a:lnTo>
                <a:lnTo>
                  <a:pt x="73329" y="57211"/>
                </a:lnTo>
                <a:lnTo>
                  <a:pt x="73192" y="56710"/>
                </a:lnTo>
                <a:lnTo>
                  <a:pt x="73045" y="56219"/>
                </a:lnTo>
                <a:lnTo>
                  <a:pt x="72887" y="55736"/>
                </a:lnTo>
                <a:lnTo>
                  <a:pt x="72718" y="55263"/>
                </a:lnTo>
                <a:lnTo>
                  <a:pt x="72538" y="54799"/>
                </a:lnTo>
                <a:lnTo>
                  <a:pt x="72347" y="54344"/>
                </a:lnTo>
                <a:lnTo>
                  <a:pt x="72145" y="53898"/>
                </a:lnTo>
                <a:lnTo>
                  <a:pt x="71933" y="53461"/>
                </a:lnTo>
                <a:lnTo>
                  <a:pt x="71709" y="53034"/>
                </a:lnTo>
                <a:lnTo>
                  <a:pt x="71475" y="52616"/>
                </a:lnTo>
                <a:lnTo>
                  <a:pt x="71229" y="52207"/>
                </a:lnTo>
                <a:lnTo>
                  <a:pt x="70973" y="51807"/>
                </a:lnTo>
                <a:lnTo>
                  <a:pt x="70709" y="51415"/>
                </a:lnTo>
                <a:lnTo>
                  <a:pt x="70441" y="51030"/>
                </a:lnTo>
                <a:lnTo>
                  <a:pt x="70170" y="50651"/>
                </a:lnTo>
                <a:lnTo>
                  <a:pt x="69894" y="50279"/>
                </a:lnTo>
                <a:lnTo>
                  <a:pt x="69614" y="49913"/>
                </a:lnTo>
                <a:lnTo>
                  <a:pt x="69330" y="49554"/>
                </a:lnTo>
                <a:lnTo>
                  <a:pt x="69041" y="49202"/>
                </a:lnTo>
                <a:lnTo>
                  <a:pt x="68749" y="48857"/>
                </a:lnTo>
                <a:lnTo>
                  <a:pt x="68453" y="48518"/>
                </a:lnTo>
                <a:lnTo>
                  <a:pt x="68152" y="48185"/>
                </a:lnTo>
                <a:lnTo>
                  <a:pt x="67848" y="47860"/>
                </a:lnTo>
                <a:lnTo>
                  <a:pt x="67540" y="47541"/>
                </a:lnTo>
                <a:lnTo>
                  <a:pt x="67227" y="47228"/>
                </a:lnTo>
                <a:lnTo>
                  <a:pt x="66910" y="46923"/>
                </a:lnTo>
                <a:lnTo>
                  <a:pt x="66590" y="46624"/>
                </a:lnTo>
                <a:lnTo>
                  <a:pt x="66265" y="46331"/>
                </a:lnTo>
                <a:lnTo>
                  <a:pt x="65936" y="46045"/>
                </a:lnTo>
                <a:lnTo>
                  <a:pt x="65603" y="45766"/>
                </a:lnTo>
                <a:lnTo>
                  <a:pt x="65266" y="45494"/>
                </a:lnTo>
                <a:lnTo>
                  <a:pt x="64925" y="45228"/>
                </a:lnTo>
                <a:lnTo>
                  <a:pt x="64580" y="44968"/>
                </a:lnTo>
                <a:lnTo>
                  <a:pt x="64231" y="44716"/>
                </a:lnTo>
                <a:lnTo>
                  <a:pt x="63878" y="44470"/>
                </a:lnTo>
                <a:lnTo>
                  <a:pt x="63521" y="44230"/>
                </a:lnTo>
                <a:lnTo>
                  <a:pt x="63161" y="43997"/>
                </a:lnTo>
                <a:lnTo>
                  <a:pt x="62801" y="43769"/>
                </a:lnTo>
                <a:lnTo>
                  <a:pt x="62442" y="43546"/>
                </a:lnTo>
                <a:lnTo>
                  <a:pt x="62082" y="43329"/>
                </a:lnTo>
                <a:lnTo>
                  <a:pt x="61721" y="43117"/>
                </a:lnTo>
                <a:lnTo>
                  <a:pt x="61361" y="42910"/>
                </a:lnTo>
                <a:lnTo>
                  <a:pt x="61000" y="42709"/>
                </a:lnTo>
                <a:lnTo>
                  <a:pt x="60639" y="42513"/>
                </a:lnTo>
                <a:lnTo>
                  <a:pt x="60278" y="42322"/>
                </a:lnTo>
                <a:lnTo>
                  <a:pt x="59917" y="42137"/>
                </a:lnTo>
                <a:lnTo>
                  <a:pt x="59555" y="41957"/>
                </a:lnTo>
                <a:lnTo>
                  <a:pt x="59193" y="41783"/>
                </a:lnTo>
                <a:lnTo>
                  <a:pt x="58831" y="41613"/>
                </a:lnTo>
                <a:lnTo>
                  <a:pt x="58469" y="41450"/>
                </a:lnTo>
                <a:lnTo>
                  <a:pt x="58107" y="41291"/>
                </a:lnTo>
                <a:lnTo>
                  <a:pt x="57744" y="41138"/>
                </a:lnTo>
                <a:lnTo>
                  <a:pt x="57381" y="40990"/>
                </a:lnTo>
                <a:lnTo>
                  <a:pt x="57018" y="40847"/>
                </a:lnTo>
                <a:lnTo>
                  <a:pt x="56655" y="40710"/>
                </a:lnTo>
                <a:lnTo>
                  <a:pt x="56291" y="40578"/>
                </a:lnTo>
                <a:lnTo>
                  <a:pt x="55927" y="40452"/>
                </a:lnTo>
                <a:lnTo>
                  <a:pt x="55564" y="40331"/>
                </a:lnTo>
                <a:lnTo>
                  <a:pt x="55199" y="40215"/>
                </a:lnTo>
                <a:lnTo>
                  <a:pt x="54835" y="40105"/>
                </a:lnTo>
                <a:lnTo>
                  <a:pt x="54474" y="39998"/>
                </a:lnTo>
                <a:lnTo>
                  <a:pt x="54120" y="39894"/>
                </a:lnTo>
                <a:lnTo>
                  <a:pt x="53772" y="39793"/>
                </a:lnTo>
                <a:lnTo>
                  <a:pt x="53431" y="39695"/>
                </a:lnTo>
                <a:lnTo>
                  <a:pt x="53096" y="39600"/>
                </a:lnTo>
                <a:lnTo>
                  <a:pt x="52768" y="39507"/>
                </a:lnTo>
                <a:lnTo>
                  <a:pt x="52447" y="39418"/>
                </a:lnTo>
                <a:lnTo>
                  <a:pt x="52132" y="39330"/>
                </a:lnTo>
                <a:lnTo>
                  <a:pt x="51824" y="39246"/>
                </a:lnTo>
                <a:lnTo>
                  <a:pt x="51523" y="39165"/>
                </a:lnTo>
                <a:lnTo>
                  <a:pt x="51228" y="39086"/>
                </a:lnTo>
                <a:lnTo>
                  <a:pt x="50940" y="39010"/>
                </a:lnTo>
                <a:lnTo>
                  <a:pt x="50658" y="38937"/>
                </a:lnTo>
                <a:lnTo>
                  <a:pt x="50384" y="38867"/>
                </a:lnTo>
                <a:lnTo>
                  <a:pt x="50115" y="38799"/>
                </a:lnTo>
                <a:lnTo>
                  <a:pt x="49854" y="38735"/>
                </a:lnTo>
                <a:lnTo>
                  <a:pt x="49599" y="38673"/>
                </a:lnTo>
                <a:lnTo>
                  <a:pt x="49350" y="38614"/>
                </a:lnTo>
                <a:lnTo>
                  <a:pt x="49108" y="38557"/>
                </a:lnTo>
                <a:lnTo>
                  <a:pt x="48873" y="38504"/>
                </a:lnTo>
                <a:lnTo>
                  <a:pt x="48645" y="38453"/>
                </a:lnTo>
                <a:lnTo>
                  <a:pt x="48423" y="38405"/>
                </a:lnTo>
                <a:lnTo>
                  <a:pt x="48208" y="38360"/>
                </a:lnTo>
                <a:lnTo>
                  <a:pt x="47999" y="38317"/>
                </a:lnTo>
                <a:lnTo>
                  <a:pt x="47317" y="38144"/>
                </a:lnTo>
                <a:lnTo>
                  <a:pt x="46645" y="37973"/>
                </a:lnTo>
                <a:lnTo>
                  <a:pt x="45985" y="37805"/>
                </a:lnTo>
                <a:lnTo>
                  <a:pt x="45335" y="37640"/>
                </a:lnTo>
                <a:lnTo>
                  <a:pt x="44696" y="37477"/>
                </a:lnTo>
                <a:lnTo>
                  <a:pt x="44069" y="37316"/>
                </a:lnTo>
                <a:lnTo>
                  <a:pt x="43452" y="37159"/>
                </a:lnTo>
                <a:lnTo>
                  <a:pt x="42846" y="37003"/>
                </a:lnTo>
                <a:lnTo>
                  <a:pt x="42251" y="36851"/>
                </a:lnTo>
                <a:lnTo>
                  <a:pt x="41666" y="36701"/>
                </a:lnTo>
                <a:lnTo>
                  <a:pt x="41093" y="36553"/>
                </a:lnTo>
                <a:lnTo>
                  <a:pt x="40531" y="36408"/>
                </a:lnTo>
                <a:lnTo>
                  <a:pt x="39979" y="36266"/>
                </a:lnTo>
                <a:lnTo>
                  <a:pt x="39439" y="36126"/>
                </a:lnTo>
                <a:lnTo>
                  <a:pt x="38909" y="35988"/>
                </a:lnTo>
                <a:lnTo>
                  <a:pt x="38390" y="35854"/>
                </a:lnTo>
                <a:lnTo>
                  <a:pt x="37883" y="35722"/>
                </a:lnTo>
                <a:lnTo>
                  <a:pt x="37386" y="35592"/>
                </a:lnTo>
                <a:lnTo>
                  <a:pt x="36900" y="35465"/>
                </a:lnTo>
                <a:lnTo>
                  <a:pt x="36425" y="35340"/>
                </a:lnTo>
                <a:lnTo>
                  <a:pt x="35960" y="35218"/>
                </a:lnTo>
                <a:lnTo>
                  <a:pt x="35507" y="35099"/>
                </a:lnTo>
                <a:lnTo>
                  <a:pt x="35065" y="34982"/>
                </a:lnTo>
                <a:lnTo>
                  <a:pt x="34633" y="34868"/>
                </a:lnTo>
                <a:lnTo>
                  <a:pt x="34211" y="34755"/>
                </a:lnTo>
                <a:lnTo>
                  <a:pt x="33797" y="34642"/>
                </a:lnTo>
                <a:lnTo>
                  <a:pt x="33390" y="34529"/>
                </a:lnTo>
                <a:lnTo>
                  <a:pt x="32991" y="34416"/>
                </a:lnTo>
                <a:lnTo>
                  <a:pt x="32600" y="34304"/>
                </a:lnTo>
                <a:lnTo>
                  <a:pt x="32216" y="34191"/>
                </a:lnTo>
                <a:lnTo>
                  <a:pt x="31841" y="34078"/>
                </a:lnTo>
                <a:lnTo>
                  <a:pt x="31472" y="33965"/>
                </a:lnTo>
                <a:lnTo>
                  <a:pt x="31112" y="33852"/>
                </a:lnTo>
                <a:lnTo>
                  <a:pt x="30759" y="33739"/>
                </a:lnTo>
                <a:lnTo>
                  <a:pt x="30414" y="33626"/>
                </a:lnTo>
                <a:lnTo>
                  <a:pt x="30077" y="33513"/>
                </a:lnTo>
                <a:lnTo>
                  <a:pt x="29747" y="33401"/>
                </a:lnTo>
                <a:lnTo>
                  <a:pt x="29425" y="33288"/>
                </a:lnTo>
                <a:lnTo>
                  <a:pt x="29111" y="33175"/>
                </a:lnTo>
                <a:lnTo>
                  <a:pt x="28804" y="33062"/>
                </a:lnTo>
                <a:lnTo>
                  <a:pt x="28505" y="32949"/>
                </a:lnTo>
                <a:lnTo>
                  <a:pt x="28214" y="32836"/>
                </a:lnTo>
                <a:lnTo>
                  <a:pt x="27930" y="32724"/>
                </a:lnTo>
                <a:lnTo>
                  <a:pt x="27654" y="32611"/>
                </a:lnTo>
                <a:lnTo>
                  <a:pt x="27386" y="32498"/>
                </a:lnTo>
                <a:lnTo>
                  <a:pt x="27126" y="32385"/>
                </a:lnTo>
                <a:lnTo>
                  <a:pt x="26873" y="32272"/>
                </a:lnTo>
                <a:lnTo>
                  <a:pt x="26628" y="32160"/>
                </a:lnTo>
                <a:lnTo>
                  <a:pt x="26390" y="32046"/>
                </a:lnTo>
                <a:lnTo>
                  <a:pt x="26159" y="31932"/>
                </a:lnTo>
                <a:lnTo>
                  <a:pt x="25934" y="31817"/>
                </a:lnTo>
                <a:lnTo>
                  <a:pt x="25716" y="31701"/>
                </a:lnTo>
                <a:lnTo>
                  <a:pt x="25505" y="31584"/>
                </a:lnTo>
                <a:lnTo>
                  <a:pt x="25300" y="31467"/>
                </a:lnTo>
                <a:lnTo>
                  <a:pt x="25102" y="31348"/>
                </a:lnTo>
                <a:lnTo>
                  <a:pt x="24910" y="31229"/>
                </a:lnTo>
                <a:lnTo>
                  <a:pt x="24725" y="31109"/>
                </a:lnTo>
                <a:lnTo>
                  <a:pt x="24547" y="30988"/>
                </a:lnTo>
                <a:lnTo>
                  <a:pt x="24375" y="30866"/>
                </a:lnTo>
                <a:lnTo>
                  <a:pt x="24210" y="30743"/>
                </a:lnTo>
                <a:lnTo>
                  <a:pt x="24052" y="30619"/>
                </a:lnTo>
                <a:lnTo>
                  <a:pt x="23900" y="30495"/>
                </a:lnTo>
                <a:lnTo>
                  <a:pt x="23755" y="30370"/>
                </a:lnTo>
                <a:lnTo>
                  <a:pt x="23617" y="30243"/>
                </a:lnTo>
                <a:lnTo>
                  <a:pt x="23485" y="30116"/>
                </a:lnTo>
                <a:lnTo>
                  <a:pt x="23359" y="29988"/>
                </a:lnTo>
                <a:lnTo>
                  <a:pt x="23241" y="29860"/>
                </a:lnTo>
                <a:lnTo>
                  <a:pt x="23129" y="29730"/>
                </a:lnTo>
                <a:lnTo>
                  <a:pt x="23023" y="29600"/>
                </a:lnTo>
                <a:lnTo>
                  <a:pt x="22924" y="29468"/>
                </a:lnTo>
                <a:lnTo>
                  <a:pt x="22832" y="29336"/>
                </a:lnTo>
                <a:lnTo>
                  <a:pt x="22747" y="29203"/>
                </a:lnTo>
                <a:lnTo>
                  <a:pt x="22666" y="29068"/>
                </a:lnTo>
                <a:lnTo>
                  <a:pt x="22589" y="28929"/>
                </a:lnTo>
                <a:lnTo>
                  <a:pt x="22516" y="28787"/>
                </a:lnTo>
                <a:lnTo>
                  <a:pt x="22446" y="28642"/>
                </a:lnTo>
                <a:lnTo>
                  <a:pt x="22379" y="28493"/>
                </a:lnTo>
                <a:lnTo>
                  <a:pt x="22316" y="28341"/>
                </a:lnTo>
                <a:lnTo>
                  <a:pt x="22256" y="28185"/>
                </a:lnTo>
                <a:lnTo>
                  <a:pt x="22200" y="28026"/>
                </a:lnTo>
                <a:lnTo>
                  <a:pt x="22147" y="27863"/>
                </a:lnTo>
                <a:lnTo>
                  <a:pt x="22097" y="27697"/>
                </a:lnTo>
                <a:lnTo>
                  <a:pt x="22051" y="27528"/>
                </a:lnTo>
                <a:lnTo>
                  <a:pt x="22008" y="27355"/>
                </a:lnTo>
                <a:lnTo>
                  <a:pt x="21969" y="27179"/>
                </a:lnTo>
                <a:lnTo>
                  <a:pt x="21933" y="26999"/>
                </a:lnTo>
                <a:lnTo>
                  <a:pt x="21900" y="26816"/>
                </a:lnTo>
                <a:lnTo>
                  <a:pt x="21871" y="26629"/>
                </a:lnTo>
                <a:lnTo>
                  <a:pt x="21846" y="26439"/>
                </a:lnTo>
                <a:lnTo>
                  <a:pt x="21823" y="26246"/>
                </a:lnTo>
                <a:lnTo>
                  <a:pt x="21805" y="26049"/>
                </a:lnTo>
                <a:lnTo>
                  <a:pt x="21789" y="25849"/>
                </a:lnTo>
                <a:lnTo>
                  <a:pt x="21777" y="25645"/>
                </a:lnTo>
                <a:lnTo>
                  <a:pt x="21769" y="25438"/>
                </a:lnTo>
                <a:lnTo>
                  <a:pt x="21764" y="25227"/>
                </a:lnTo>
                <a:lnTo>
                  <a:pt x="21762" y="25013"/>
                </a:lnTo>
                <a:lnTo>
                  <a:pt x="21764" y="24779"/>
                </a:lnTo>
                <a:lnTo>
                  <a:pt x="21770" y="24548"/>
                </a:lnTo>
                <a:lnTo>
                  <a:pt x="21781" y="24321"/>
                </a:lnTo>
                <a:lnTo>
                  <a:pt x="21796" y="24097"/>
                </a:lnTo>
                <a:lnTo>
                  <a:pt x="21815" y="23876"/>
                </a:lnTo>
                <a:lnTo>
                  <a:pt x="21839" y="23659"/>
                </a:lnTo>
                <a:lnTo>
                  <a:pt x="21867" y="23445"/>
                </a:lnTo>
                <a:lnTo>
                  <a:pt x="21899" y="23235"/>
                </a:lnTo>
                <a:lnTo>
                  <a:pt x="21935" y="23028"/>
                </a:lnTo>
                <a:lnTo>
                  <a:pt x="21976" y="22824"/>
                </a:lnTo>
                <a:lnTo>
                  <a:pt x="22020" y="22624"/>
                </a:lnTo>
                <a:lnTo>
                  <a:pt x="22070" y="22427"/>
                </a:lnTo>
                <a:lnTo>
                  <a:pt x="22123" y="22234"/>
                </a:lnTo>
                <a:lnTo>
                  <a:pt x="22181" y="22044"/>
                </a:lnTo>
                <a:lnTo>
                  <a:pt x="22243" y="21858"/>
                </a:lnTo>
                <a:lnTo>
                  <a:pt x="22309" y="21675"/>
                </a:lnTo>
                <a:lnTo>
                  <a:pt x="22380" y="21495"/>
                </a:lnTo>
                <a:lnTo>
                  <a:pt x="22454" y="21319"/>
                </a:lnTo>
                <a:lnTo>
                  <a:pt x="22533" y="21146"/>
                </a:lnTo>
                <a:lnTo>
                  <a:pt x="22617" y="20977"/>
                </a:lnTo>
                <a:lnTo>
                  <a:pt x="22704" y="20811"/>
                </a:lnTo>
                <a:lnTo>
                  <a:pt x="22796" y="20648"/>
                </a:lnTo>
                <a:lnTo>
                  <a:pt x="22892" y="20489"/>
                </a:lnTo>
                <a:lnTo>
                  <a:pt x="22993" y="20333"/>
                </a:lnTo>
                <a:lnTo>
                  <a:pt x="23097" y="20180"/>
                </a:lnTo>
                <a:lnTo>
                  <a:pt x="23203" y="20030"/>
                </a:lnTo>
                <a:lnTo>
                  <a:pt x="23312" y="19881"/>
                </a:lnTo>
                <a:lnTo>
                  <a:pt x="23423" y="19735"/>
                </a:lnTo>
                <a:lnTo>
                  <a:pt x="23536" y="19590"/>
                </a:lnTo>
                <a:lnTo>
                  <a:pt x="23652" y="19448"/>
                </a:lnTo>
                <a:lnTo>
                  <a:pt x="23770" y="19308"/>
                </a:lnTo>
                <a:lnTo>
                  <a:pt x="23890" y="19170"/>
                </a:lnTo>
                <a:lnTo>
                  <a:pt x="24013" y="19034"/>
                </a:lnTo>
                <a:lnTo>
                  <a:pt x="24138" y="18901"/>
                </a:lnTo>
                <a:lnTo>
                  <a:pt x="24265" y="18769"/>
                </a:lnTo>
                <a:lnTo>
                  <a:pt x="24395" y="18640"/>
                </a:lnTo>
                <a:lnTo>
                  <a:pt x="24527" y="18513"/>
                </a:lnTo>
                <a:lnTo>
                  <a:pt x="24661" y="18388"/>
                </a:lnTo>
                <a:lnTo>
                  <a:pt x="24798" y="18265"/>
                </a:lnTo>
                <a:lnTo>
                  <a:pt x="24937" y="18144"/>
                </a:lnTo>
                <a:lnTo>
                  <a:pt x="25078" y="18025"/>
                </a:lnTo>
                <a:lnTo>
                  <a:pt x="25222" y="17909"/>
                </a:lnTo>
                <a:lnTo>
                  <a:pt x="25368" y="17794"/>
                </a:lnTo>
                <a:lnTo>
                  <a:pt x="25517" y="17682"/>
                </a:lnTo>
                <a:lnTo>
                  <a:pt x="25667" y="17572"/>
                </a:lnTo>
                <a:lnTo>
                  <a:pt x="25820" y="17464"/>
                </a:lnTo>
                <a:lnTo>
                  <a:pt x="25976" y="17358"/>
                </a:lnTo>
                <a:lnTo>
                  <a:pt x="26134" y="17255"/>
                </a:lnTo>
                <a:lnTo>
                  <a:pt x="26294" y="17153"/>
                </a:lnTo>
                <a:lnTo>
                  <a:pt x="26455" y="17054"/>
                </a:lnTo>
                <a:lnTo>
                  <a:pt x="26618" y="16958"/>
                </a:lnTo>
                <a:lnTo>
                  <a:pt x="26782" y="16864"/>
                </a:lnTo>
                <a:lnTo>
                  <a:pt x="26948" y="16773"/>
                </a:lnTo>
                <a:lnTo>
                  <a:pt x="27115" y="16684"/>
                </a:lnTo>
                <a:lnTo>
                  <a:pt x="27284" y="16598"/>
                </a:lnTo>
                <a:lnTo>
                  <a:pt x="27455" y="16515"/>
                </a:lnTo>
                <a:lnTo>
                  <a:pt x="27627" y="16434"/>
                </a:lnTo>
                <a:lnTo>
                  <a:pt x="27800" y="16356"/>
                </a:lnTo>
                <a:lnTo>
                  <a:pt x="27975" y="16280"/>
                </a:lnTo>
                <a:lnTo>
                  <a:pt x="28151" y="16207"/>
                </a:lnTo>
                <a:lnTo>
                  <a:pt x="28329" y="16136"/>
                </a:lnTo>
                <a:lnTo>
                  <a:pt x="28508" y="16068"/>
                </a:lnTo>
                <a:lnTo>
                  <a:pt x="28689" y="16003"/>
                </a:lnTo>
                <a:lnTo>
                  <a:pt x="28871" y="15940"/>
                </a:lnTo>
                <a:lnTo>
                  <a:pt x="29055" y="15879"/>
                </a:lnTo>
                <a:lnTo>
                  <a:pt x="29240" y="15822"/>
                </a:lnTo>
                <a:lnTo>
                  <a:pt x="29427" y="15766"/>
                </a:lnTo>
                <a:lnTo>
                  <a:pt x="29615" y="15714"/>
                </a:lnTo>
                <a:lnTo>
                  <a:pt x="29805" y="15664"/>
                </a:lnTo>
                <a:lnTo>
                  <a:pt x="29996" y="15616"/>
                </a:lnTo>
                <a:lnTo>
                  <a:pt x="30189" y="15571"/>
                </a:lnTo>
                <a:lnTo>
                  <a:pt x="30383" y="15529"/>
                </a:lnTo>
                <a:lnTo>
                  <a:pt x="30579" y="15489"/>
                </a:lnTo>
                <a:lnTo>
                  <a:pt x="30774" y="15450"/>
                </a:lnTo>
                <a:lnTo>
                  <a:pt x="30969" y="15414"/>
                </a:lnTo>
                <a:lnTo>
                  <a:pt x="31164" y="15379"/>
                </a:lnTo>
                <a:lnTo>
                  <a:pt x="31359" y="15345"/>
                </a:lnTo>
                <a:lnTo>
                  <a:pt x="31554" y="15314"/>
                </a:lnTo>
                <a:lnTo>
                  <a:pt x="31749" y="15284"/>
                </a:lnTo>
                <a:lnTo>
                  <a:pt x="31945" y="15256"/>
                </a:lnTo>
                <a:lnTo>
                  <a:pt x="32140" y="15229"/>
                </a:lnTo>
                <a:lnTo>
                  <a:pt x="32335" y="15204"/>
                </a:lnTo>
                <a:lnTo>
                  <a:pt x="32530" y="15181"/>
                </a:lnTo>
                <a:lnTo>
                  <a:pt x="32725" y="15160"/>
                </a:lnTo>
                <a:lnTo>
                  <a:pt x="32920" y="15140"/>
                </a:lnTo>
                <a:lnTo>
                  <a:pt x="33115" y="15122"/>
                </a:lnTo>
                <a:lnTo>
                  <a:pt x="33310" y="15106"/>
                </a:lnTo>
                <a:lnTo>
                  <a:pt x="33505" y="15091"/>
                </a:lnTo>
                <a:lnTo>
                  <a:pt x="33700" y="15079"/>
                </a:lnTo>
                <a:lnTo>
                  <a:pt x="33895" y="15067"/>
                </a:lnTo>
                <a:lnTo>
                  <a:pt x="34090" y="15058"/>
                </a:lnTo>
                <a:lnTo>
                  <a:pt x="34285" y="15050"/>
                </a:lnTo>
                <a:lnTo>
                  <a:pt x="34480" y="15044"/>
                </a:lnTo>
                <a:lnTo>
                  <a:pt x="34675" y="15040"/>
                </a:lnTo>
                <a:lnTo>
                  <a:pt x="34871" y="15038"/>
                </a:lnTo>
                <a:lnTo>
                  <a:pt x="35066" y="15037"/>
                </a:lnTo>
                <a:lnTo>
                  <a:pt x="35362" y="15038"/>
                </a:lnTo>
                <a:lnTo>
                  <a:pt x="35657" y="15041"/>
                </a:lnTo>
                <a:lnTo>
                  <a:pt x="35950" y="15046"/>
                </a:lnTo>
                <a:lnTo>
                  <a:pt x="36241" y="15054"/>
                </a:lnTo>
                <a:lnTo>
                  <a:pt x="36530" y="15063"/>
                </a:lnTo>
                <a:lnTo>
                  <a:pt x="36817" y="15075"/>
                </a:lnTo>
                <a:lnTo>
                  <a:pt x="37102" y="15089"/>
                </a:lnTo>
                <a:lnTo>
                  <a:pt x="37386" y="15105"/>
                </a:lnTo>
                <a:lnTo>
                  <a:pt x="37667" y="15123"/>
                </a:lnTo>
                <a:lnTo>
                  <a:pt x="37946" y="15144"/>
                </a:lnTo>
                <a:lnTo>
                  <a:pt x="38224" y="15166"/>
                </a:lnTo>
                <a:lnTo>
                  <a:pt x="38500" y="15191"/>
                </a:lnTo>
                <a:lnTo>
                  <a:pt x="38773" y="15218"/>
                </a:lnTo>
                <a:lnTo>
                  <a:pt x="39045" y="15246"/>
                </a:lnTo>
                <a:lnTo>
                  <a:pt x="39315" y="15277"/>
                </a:lnTo>
                <a:lnTo>
                  <a:pt x="39582" y="15311"/>
                </a:lnTo>
                <a:lnTo>
                  <a:pt x="39848" y="15346"/>
                </a:lnTo>
                <a:lnTo>
                  <a:pt x="40112" y="15383"/>
                </a:lnTo>
                <a:lnTo>
                  <a:pt x="40374" y="15423"/>
                </a:lnTo>
                <a:lnTo>
                  <a:pt x="40634" y="15465"/>
                </a:lnTo>
                <a:lnTo>
                  <a:pt x="40892" y="15509"/>
                </a:lnTo>
                <a:lnTo>
                  <a:pt x="41149" y="15555"/>
                </a:lnTo>
                <a:lnTo>
                  <a:pt x="41403" y="15603"/>
                </a:lnTo>
                <a:lnTo>
                  <a:pt x="41655" y="15653"/>
                </a:lnTo>
                <a:lnTo>
                  <a:pt x="41906" y="15706"/>
                </a:lnTo>
                <a:lnTo>
                  <a:pt x="42154" y="15762"/>
                </a:lnTo>
                <a:lnTo>
                  <a:pt x="42399" y="15820"/>
                </a:lnTo>
                <a:lnTo>
                  <a:pt x="42643" y="15882"/>
                </a:lnTo>
                <a:lnTo>
                  <a:pt x="42884" y="15947"/>
                </a:lnTo>
                <a:lnTo>
                  <a:pt x="43122" y="16015"/>
                </a:lnTo>
                <a:lnTo>
                  <a:pt x="43358" y="16085"/>
                </a:lnTo>
                <a:lnTo>
                  <a:pt x="43592" y="16159"/>
                </a:lnTo>
                <a:lnTo>
                  <a:pt x="43824" y="16236"/>
                </a:lnTo>
                <a:lnTo>
                  <a:pt x="44053" y="16315"/>
                </a:lnTo>
                <a:lnTo>
                  <a:pt x="44280" y="16398"/>
                </a:lnTo>
                <a:lnTo>
                  <a:pt x="44504" y="16484"/>
                </a:lnTo>
                <a:lnTo>
                  <a:pt x="44726" y="16573"/>
                </a:lnTo>
                <a:lnTo>
                  <a:pt x="44946" y="16664"/>
                </a:lnTo>
                <a:lnTo>
                  <a:pt x="45164" y="16759"/>
                </a:lnTo>
                <a:lnTo>
                  <a:pt x="45379" y="16857"/>
                </a:lnTo>
                <a:lnTo>
                  <a:pt x="45591" y="16958"/>
                </a:lnTo>
                <a:lnTo>
                  <a:pt x="45802" y="17061"/>
                </a:lnTo>
                <a:lnTo>
                  <a:pt x="46010" y="17168"/>
                </a:lnTo>
                <a:lnTo>
                  <a:pt x="46215" y="17278"/>
                </a:lnTo>
                <a:lnTo>
                  <a:pt x="46418" y="17391"/>
                </a:lnTo>
                <a:lnTo>
                  <a:pt x="46619" y="17506"/>
                </a:lnTo>
                <a:lnTo>
                  <a:pt x="46818" y="17625"/>
                </a:lnTo>
                <a:lnTo>
                  <a:pt x="47014" y="17747"/>
                </a:lnTo>
                <a:lnTo>
                  <a:pt x="47208" y="17872"/>
                </a:lnTo>
                <a:lnTo>
                  <a:pt x="47398" y="18001"/>
                </a:lnTo>
                <a:lnTo>
                  <a:pt x="47585" y="18134"/>
                </a:lnTo>
                <a:lnTo>
                  <a:pt x="47769" y="18270"/>
                </a:lnTo>
                <a:lnTo>
                  <a:pt x="47950" y="18411"/>
                </a:lnTo>
                <a:lnTo>
                  <a:pt x="48127" y="18555"/>
                </a:lnTo>
                <a:lnTo>
                  <a:pt x="48301" y="18703"/>
                </a:lnTo>
                <a:lnTo>
                  <a:pt x="48472" y="18855"/>
                </a:lnTo>
                <a:lnTo>
                  <a:pt x="48640" y="19011"/>
                </a:lnTo>
                <a:lnTo>
                  <a:pt x="48805" y="19171"/>
                </a:lnTo>
                <a:lnTo>
                  <a:pt x="48966" y="19334"/>
                </a:lnTo>
                <a:lnTo>
                  <a:pt x="49124" y="19502"/>
                </a:lnTo>
                <a:lnTo>
                  <a:pt x="49279" y="19673"/>
                </a:lnTo>
                <a:lnTo>
                  <a:pt x="49431" y="19848"/>
                </a:lnTo>
                <a:lnTo>
                  <a:pt x="49580" y="20027"/>
                </a:lnTo>
                <a:lnTo>
                  <a:pt x="49725" y="20210"/>
                </a:lnTo>
                <a:lnTo>
                  <a:pt x="49867" y="20396"/>
                </a:lnTo>
                <a:lnTo>
                  <a:pt x="50006" y="20587"/>
                </a:lnTo>
                <a:lnTo>
                  <a:pt x="50141" y="20781"/>
                </a:lnTo>
                <a:lnTo>
                  <a:pt x="50274" y="20979"/>
                </a:lnTo>
                <a:lnTo>
                  <a:pt x="50403" y="21181"/>
                </a:lnTo>
                <a:lnTo>
                  <a:pt x="50529" y="21387"/>
                </a:lnTo>
                <a:lnTo>
                  <a:pt x="50652" y="21597"/>
                </a:lnTo>
                <a:lnTo>
                  <a:pt x="50771" y="21811"/>
                </a:lnTo>
                <a:lnTo>
                  <a:pt x="50887" y="22029"/>
                </a:lnTo>
                <a:lnTo>
                  <a:pt x="50999" y="22251"/>
                </a:lnTo>
                <a:lnTo>
                  <a:pt x="51107" y="22478"/>
                </a:lnTo>
                <a:lnTo>
                  <a:pt x="51211" y="22710"/>
                </a:lnTo>
                <a:lnTo>
                  <a:pt x="51311" y="22947"/>
                </a:lnTo>
                <a:lnTo>
                  <a:pt x="51407" y="23189"/>
                </a:lnTo>
                <a:lnTo>
                  <a:pt x="51498" y="23435"/>
                </a:lnTo>
                <a:lnTo>
                  <a:pt x="51586" y="23685"/>
                </a:lnTo>
                <a:lnTo>
                  <a:pt x="51670" y="23941"/>
                </a:lnTo>
                <a:lnTo>
                  <a:pt x="51749" y="24201"/>
                </a:lnTo>
                <a:lnTo>
                  <a:pt x="51824" y="24466"/>
                </a:lnTo>
                <a:lnTo>
                  <a:pt x="51896" y="24736"/>
                </a:lnTo>
                <a:lnTo>
                  <a:pt x="51963" y="25010"/>
                </a:lnTo>
                <a:lnTo>
                  <a:pt x="52026" y="25289"/>
                </a:lnTo>
                <a:lnTo>
                  <a:pt x="52085" y="25573"/>
                </a:lnTo>
                <a:lnTo>
                  <a:pt x="52140" y="25861"/>
                </a:lnTo>
                <a:lnTo>
                  <a:pt x="52192" y="26155"/>
                </a:lnTo>
                <a:lnTo>
                  <a:pt x="52238" y="26452"/>
                </a:lnTo>
                <a:lnTo>
                  <a:pt x="52281" y="26755"/>
                </a:lnTo>
                <a:lnTo>
                  <a:pt x="52320" y="27062"/>
                </a:lnTo>
                <a:lnTo>
                  <a:pt x="52355" y="27374"/>
                </a:lnTo>
                <a:lnTo>
                  <a:pt x="52386" y="27691"/>
                </a:lnTo>
                <a:lnTo>
                  <a:pt x="52412" y="28012"/>
                </a:lnTo>
                <a:lnTo>
                  <a:pt x="52435" y="28338"/>
                </a:lnTo>
                <a:lnTo>
                  <a:pt x="71157" y="28338"/>
                </a:lnTo>
                <a:lnTo>
                  <a:pt x="71152" y="27706"/>
                </a:lnTo>
                <a:lnTo>
                  <a:pt x="71137" y="27082"/>
                </a:lnTo>
                <a:lnTo>
                  <a:pt x="71112" y="26465"/>
                </a:lnTo>
                <a:lnTo>
                  <a:pt x="71077" y="25856"/>
                </a:lnTo>
                <a:lnTo>
                  <a:pt x="71032" y="25255"/>
                </a:lnTo>
                <a:lnTo>
                  <a:pt x="70976" y="24662"/>
                </a:lnTo>
                <a:lnTo>
                  <a:pt x="70911" y="24078"/>
                </a:lnTo>
                <a:lnTo>
                  <a:pt x="70836" y="23500"/>
                </a:lnTo>
                <a:lnTo>
                  <a:pt x="70750" y="22931"/>
                </a:lnTo>
                <a:lnTo>
                  <a:pt x="70655" y="22370"/>
                </a:lnTo>
                <a:lnTo>
                  <a:pt x="70549" y="21817"/>
                </a:lnTo>
                <a:lnTo>
                  <a:pt x="70434" y="21271"/>
                </a:lnTo>
                <a:lnTo>
                  <a:pt x="70308" y="20734"/>
                </a:lnTo>
                <a:lnTo>
                  <a:pt x="70172" y="20204"/>
                </a:lnTo>
                <a:lnTo>
                  <a:pt x="70027" y="19682"/>
                </a:lnTo>
                <a:lnTo>
                  <a:pt x="69871" y="19169"/>
                </a:lnTo>
                <a:lnTo>
                  <a:pt x="69705" y="18663"/>
                </a:lnTo>
                <a:lnTo>
                  <a:pt x="69529" y="18165"/>
                </a:lnTo>
                <a:lnTo>
                  <a:pt x="69343" y="17675"/>
                </a:lnTo>
                <a:lnTo>
                  <a:pt x="69147" y="17193"/>
                </a:lnTo>
                <a:lnTo>
                  <a:pt x="68941" y="16718"/>
                </a:lnTo>
                <a:lnTo>
                  <a:pt x="68725" y="16252"/>
                </a:lnTo>
                <a:lnTo>
                  <a:pt x="68499" y="15794"/>
                </a:lnTo>
                <a:lnTo>
                  <a:pt x="68263" y="15343"/>
                </a:lnTo>
                <a:lnTo>
                  <a:pt x="68018" y="14900"/>
                </a:lnTo>
                <a:lnTo>
                  <a:pt x="67766" y="14463"/>
                </a:lnTo>
                <a:lnTo>
                  <a:pt x="67507" y="14033"/>
                </a:lnTo>
                <a:lnTo>
                  <a:pt x="67241" y="13609"/>
                </a:lnTo>
                <a:lnTo>
                  <a:pt x="66968" y="13192"/>
                </a:lnTo>
                <a:lnTo>
                  <a:pt x="66688" y="12782"/>
                </a:lnTo>
                <a:lnTo>
                  <a:pt x="66401" y="12378"/>
                </a:lnTo>
                <a:lnTo>
                  <a:pt x="66107" y="11982"/>
                </a:lnTo>
                <a:lnTo>
                  <a:pt x="65806" y="11591"/>
                </a:lnTo>
                <a:lnTo>
                  <a:pt x="65498" y="11207"/>
                </a:lnTo>
                <a:lnTo>
                  <a:pt x="65182" y="10830"/>
                </a:lnTo>
                <a:lnTo>
                  <a:pt x="64860" y="10460"/>
                </a:lnTo>
                <a:lnTo>
                  <a:pt x="64530" y="10096"/>
                </a:lnTo>
                <a:lnTo>
                  <a:pt x="64194" y="9739"/>
                </a:lnTo>
                <a:lnTo>
                  <a:pt x="63850" y="9388"/>
                </a:lnTo>
                <a:lnTo>
                  <a:pt x="63499" y="9044"/>
                </a:lnTo>
                <a:lnTo>
                  <a:pt x="63142" y="8707"/>
                </a:lnTo>
                <a:lnTo>
                  <a:pt x="62777" y="8376"/>
                </a:lnTo>
                <a:lnTo>
                  <a:pt x="62405" y="8052"/>
                </a:lnTo>
                <a:lnTo>
                  <a:pt x="62026" y="7735"/>
                </a:lnTo>
                <a:lnTo>
                  <a:pt x="61640" y="7424"/>
                </a:lnTo>
                <a:lnTo>
                  <a:pt x="61247" y="7120"/>
                </a:lnTo>
                <a:lnTo>
                  <a:pt x="60847" y="6822"/>
                </a:lnTo>
                <a:lnTo>
                  <a:pt x="60440" y="6532"/>
                </a:lnTo>
                <a:lnTo>
                  <a:pt x="60027" y="6247"/>
                </a:lnTo>
                <a:lnTo>
                  <a:pt x="59609" y="5970"/>
                </a:lnTo>
                <a:lnTo>
                  <a:pt x="59186" y="5699"/>
                </a:lnTo>
                <a:lnTo>
                  <a:pt x="58758" y="5434"/>
                </a:lnTo>
                <a:lnTo>
                  <a:pt x="58326" y="5177"/>
                </a:lnTo>
                <a:lnTo>
                  <a:pt x="57888" y="4926"/>
                </a:lnTo>
                <a:lnTo>
                  <a:pt x="57446" y="4681"/>
                </a:lnTo>
                <a:lnTo>
                  <a:pt x="56998" y="4443"/>
                </a:lnTo>
                <a:lnTo>
                  <a:pt x="56546" y="4212"/>
                </a:lnTo>
                <a:lnTo>
                  <a:pt x="56089" y="3988"/>
                </a:lnTo>
                <a:lnTo>
                  <a:pt x="55626" y="3770"/>
                </a:lnTo>
                <a:lnTo>
                  <a:pt x="55159" y="3559"/>
                </a:lnTo>
                <a:lnTo>
                  <a:pt x="54687" y="3354"/>
                </a:lnTo>
                <a:lnTo>
                  <a:pt x="54210" y="3156"/>
                </a:lnTo>
                <a:lnTo>
                  <a:pt x="53728" y="2965"/>
                </a:lnTo>
                <a:lnTo>
                  <a:pt x="53242" y="2780"/>
                </a:lnTo>
                <a:lnTo>
                  <a:pt x="52750" y="2602"/>
                </a:lnTo>
                <a:lnTo>
                  <a:pt x="52253" y="2430"/>
                </a:lnTo>
                <a:lnTo>
                  <a:pt x="51752" y="2266"/>
                </a:lnTo>
                <a:lnTo>
                  <a:pt x="51245" y="2107"/>
                </a:lnTo>
                <a:lnTo>
                  <a:pt x="50734" y="1956"/>
                </a:lnTo>
                <a:lnTo>
                  <a:pt x="50217" y="1811"/>
                </a:lnTo>
                <a:lnTo>
                  <a:pt x="49696" y="1673"/>
                </a:lnTo>
                <a:lnTo>
                  <a:pt x="49170" y="1541"/>
                </a:lnTo>
                <a:lnTo>
                  <a:pt x="48640" y="1415"/>
                </a:lnTo>
                <a:lnTo>
                  <a:pt x="48109" y="1295"/>
                </a:lnTo>
                <a:lnTo>
                  <a:pt x="47575" y="1180"/>
                </a:lnTo>
                <a:lnTo>
                  <a:pt x="47040" y="1070"/>
                </a:lnTo>
                <a:lnTo>
                  <a:pt x="46503" y="966"/>
                </a:lnTo>
                <a:lnTo>
                  <a:pt x="45963" y="867"/>
                </a:lnTo>
                <a:lnTo>
                  <a:pt x="45422" y="773"/>
                </a:lnTo>
                <a:lnTo>
                  <a:pt x="44879" y="685"/>
                </a:lnTo>
                <a:lnTo>
                  <a:pt x="44334" y="602"/>
                </a:lnTo>
                <a:lnTo>
                  <a:pt x="43787" y="524"/>
                </a:lnTo>
                <a:lnTo>
                  <a:pt x="43238" y="452"/>
                </a:lnTo>
                <a:lnTo>
                  <a:pt x="42688" y="385"/>
                </a:lnTo>
                <a:lnTo>
                  <a:pt x="42135" y="324"/>
                </a:lnTo>
                <a:lnTo>
                  <a:pt x="41580" y="268"/>
                </a:lnTo>
                <a:lnTo>
                  <a:pt x="41024" y="217"/>
                </a:lnTo>
                <a:lnTo>
                  <a:pt x="40465" y="171"/>
                </a:lnTo>
                <a:lnTo>
                  <a:pt x="39905" y="131"/>
                </a:lnTo>
                <a:lnTo>
                  <a:pt x="39343" y="96"/>
                </a:lnTo>
                <a:lnTo>
                  <a:pt x="38778" y="67"/>
                </a:lnTo>
                <a:lnTo>
                  <a:pt x="38212" y="43"/>
                </a:lnTo>
                <a:lnTo>
                  <a:pt x="37644" y="24"/>
                </a:lnTo>
                <a:lnTo>
                  <a:pt x="37074" y="11"/>
                </a:lnTo>
                <a:lnTo>
                  <a:pt x="36502" y="3"/>
                </a:lnTo>
                <a:lnTo>
                  <a:pt x="35928" y="0"/>
                </a:lnTo>
                <a:lnTo>
                  <a:pt x="35435" y="3"/>
                </a:lnTo>
                <a:lnTo>
                  <a:pt x="34943" y="11"/>
                </a:lnTo>
                <a:lnTo>
                  <a:pt x="34450" y="25"/>
                </a:lnTo>
                <a:lnTo>
                  <a:pt x="33957" y="44"/>
                </a:lnTo>
                <a:lnTo>
                  <a:pt x="33464" y="70"/>
                </a:lnTo>
                <a:lnTo>
                  <a:pt x="32972" y="100"/>
                </a:lnTo>
                <a:lnTo>
                  <a:pt x="32479" y="136"/>
                </a:lnTo>
                <a:lnTo>
                  <a:pt x="31986" y="178"/>
                </a:lnTo>
                <a:lnTo>
                  <a:pt x="31493" y="225"/>
                </a:lnTo>
                <a:lnTo>
                  <a:pt x="31001" y="278"/>
                </a:lnTo>
                <a:lnTo>
                  <a:pt x="30508" y="336"/>
                </a:lnTo>
                <a:lnTo>
                  <a:pt x="30015" y="400"/>
                </a:lnTo>
                <a:lnTo>
                  <a:pt x="29522" y="470"/>
                </a:lnTo>
                <a:lnTo>
                  <a:pt x="29030" y="545"/>
                </a:lnTo>
                <a:lnTo>
                  <a:pt x="28537" y="626"/>
                </a:lnTo>
                <a:lnTo>
                  <a:pt x="28044" y="712"/>
                </a:lnTo>
                <a:lnTo>
                  <a:pt x="27551" y="803"/>
                </a:lnTo>
                <a:lnTo>
                  <a:pt x="27058" y="901"/>
                </a:lnTo>
                <a:lnTo>
                  <a:pt x="26566" y="1004"/>
                </a:lnTo>
                <a:lnTo>
                  <a:pt x="26073" y="1112"/>
                </a:lnTo>
                <a:lnTo>
                  <a:pt x="25580" y="1226"/>
                </a:lnTo>
                <a:lnTo>
                  <a:pt x="25087" y="1346"/>
                </a:lnTo>
                <a:lnTo>
                  <a:pt x="24595" y="1471"/>
                </a:lnTo>
                <a:lnTo>
                  <a:pt x="24102" y="1601"/>
                </a:lnTo>
                <a:lnTo>
                  <a:pt x="23611" y="1738"/>
                </a:lnTo>
                <a:lnTo>
                  <a:pt x="23125" y="1880"/>
                </a:lnTo>
                <a:lnTo>
                  <a:pt x="22643" y="2029"/>
                </a:lnTo>
                <a:lnTo>
                  <a:pt x="22166" y="2183"/>
                </a:lnTo>
                <a:lnTo>
                  <a:pt x="21692" y="2344"/>
                </a:lnTo>
                <a:lnTo>
                  <a:pt x="21223" y="2510"/>
                </a:lnTo>
                <a:lnTo>
                  <a:pt x="20758" y="2682"/>
                </a:lnTo>
                <a:lnTo>
                  <a:pt x="20298" y="2861"/>
                </a:lnTo>
                <a:lnTo>
                  <a:pt x="19841" y="3045"/>
                </a:lnTo>
                <a:lnTo>
                  <a:pt x="19389" y="3235"/>
                </a:lnTo>
                <a:lnTo>
                  <a:pt x="18941" y="3432"/>
                </a:lnTo>
                <a:lnTo>
                  <a:pt x="18498" y="3634"/>
                </a:lnTo>
                <a:lnTo>
                  <a:pt x="18059" y="3843"/>
                </a:lnTo>
                <a:lnTo>
                  <a:pt x="17624" y="4057"/>
                </a:lnTo>
                <a:lnTo>
                  <a:pt x="17193" y="4277"/>
                </a:lnTo>
                <a:lnTo>
                  <a:pt x="16767" y="4503"/>
                </a:lnTo>
                <a:lnTo>
                  <a:pt x="16344" y="4736"/>
                </a:lnTo>
                <a:lnTo>
                  <a:pt x="15926" y="4974"/>
                </a:lnTo>
                <a:lnTo>
                  <a:pt x="15513" y="5218"/>
                </a:lnTo>
                <a:lnTo>
                  <a:pt x="15103" y="5469"/>
                </a:lnTo>
                <a:lnTo>
                  <a:pt x="14698" y="5725"/>
                </a:lnTo>
                <a:lnTo>
                  <a:pt x="14297" y="5987"/>
                </a:lnTo>
                <a:lnTo>
                  <a:pt x="13901" y="6255"/>
                </a:lnTo>
                <a:lnTo>
                  <a:pt x="13509" y="6530"/>
                </a:lnTo>
                <a:lnTo>
                  <a:pt x="13122" y="6810"/>
                </a:lnTo>
                <a:lnTo>
                  <a:pt x="12741" y="7095"/>
                </a:lnTo>
                <a:lnTo>
                  <a:pt x="12366" y="7387"/>
                </a:lnTo>
                <a:lnTo>
                  <a:pt x="11998" y="7684"/>
                </a:lnTo>
                <a:lnTo>
                  <a:pt x="11636" y="7987"/>
                </a:lnTo>
                <a:lnTo>
                  <a:pt x="11280" y="8296"/>
                </a:lnTo>
                <a:lnTo>
                  <a:pt x="10930" y="8611"/>
                </a:lnTo>
                <a:lnTo>
                  <a:pt x="10587" y="8931"/>
                </a:lnTo>
                <a:lnTo>
                  <a:pt x="10250" y="9257"/>
                </a:lnTo>
                <a:lnTo>
                  <a:pt x="9918" y="9589"/>
                </a:lnTo>
                <a:lnTo>
                  <a:pt x="9594" y="9927"/>
                </a:lnTo>
                <a:lnTo>
                  <a:pt x="9275" y="10271"/>
                </a:lnTo>
                <a:lnTo>
                  <a:pt x="8962" y="10620"/>
                </a:lnTo>
                <a:lnTo>
                  <a:pt x="8656" y="10975"/>
                </a:lnTo>
                <a:lnTo>
                  <a:pt x="8356" y="11336"/>
                </a:lnTo>
                <a:lnTo>
                  <a:pt x="8062" y="11702"/>
                </a:lnTo>
                <a:lnTo>
                  <a:pt x="7774" y="12075"/>
                </a:lnTo>
                <a:lnTo>
                  <a:pt x="7493" y="12453"/>
                </a:lnTo>
                <a:lnTo>
                  <a:pt x="7217" y="12837"/>
                </a:lnTo>
                <a:lnTo>
                  <a:pt x="6948" y="13226"/>
                </a:lnTo>
                <a:lnTo>
                  <a:pt x="6685" y="13622"/>
                </a:lnTo>
                <a:lnTo>
                  <a:pt x="6429" y="14023"/>
                </a:lnTo>
                <a:lnTo>
                  <a:pt x="6178" y="14430"/>
                </a:lnTo>
                <a:lnTo>
                  <a:pt x="5934" y="14843"/>
                </a:lnTo>
                <a:lnTo>
                  <a:pt x="5698" y="15262"/>
                </a:lnTo>
                <a:lnTo>
                  <a:pt x="5472" y="15687"/>
                </a:lnTo>
                <a:lnTo>
                  <a:pt x="5255" y="16118"/>
                </a:lnTo>
                <a:lnTo>
                  <a:pt x="5049" y="16555"/>
                </a:lnTo>
                <a:lnTo>
                  <a:pt x="4853" y="16999"/>
                </a:lnTo>
                <a:lnTo>
                  <a:pt x="4667" y="17449"/>
                </a:lnTo>
                <a:lnTo>
                  <a:pt x="4492" y="17905"/>
                </a:lnTo>
                <a:lnTo>
                  <a:pt x="4326" y="18367"/>
                </a:lnTo>
                <a:lnTo>
                  <a:pt x="4170" y="18835"/>
                </a:lnTo>
                <a:lnTo>
                  <a:pt x="4024" y="19310"/>
                </a:lnTo>
                <a:lnTo>
                  <a:pt x="3889" y="19791"/>
                </a:lnTo>
                <a:lnTo>
                  <a:pt x="3763" y="20278"/>
                </a:lnTo>
                <a:lnTo>
                  <a:pt x="3647" y="20771"/>
                </a:lnTo>
                <a:lnTo>
                  <a:pt x="3542" y="21270"/>
                </a:lnTo>
                <a:lnTo>
                  <a:pt x="3446" y="21776"/>
                </a:lnTo>
                <a:lnTo>
                  <a:pt x="3361" y="22288"/>
                </a:lnTo>
                <a:lnTo>
                  <a:pt x="3286" y="22806"/>
                </a:lnTo>
                <a:lnTo>
                  <a:pt x="3220" y="23330"/>
                </a:lnTo>
                <a:lnTo>
                  <a:pt x="3165" y="23860"/>
                </a:lnTo>
                <a:lnTo>
                  <a:pt x="3120" y="24397"/>
                </a:lnTo>
                <a:lnTo>
                  <a:pt x="3085" y="24940"/>
                </a:lnTo>
                <a:lnTo>
                  <a:pt x="3059" y="25489"/>
                </a:lnTo>
                <a:lnTo>
                  <a:pt x="3044" y="26044"/>
                </a:lnTo>
                <a:lnTo>
                  <a:pt x="3039" y="26606"/>
                </a:lnTo>
                <a:lnTo>
                  <a:pt x="3043" y="27105"/>
                </a:lnTo>
                <a:lnTo>
                  <a:pt x="3055" y="27599"/>
                </a:lnTo>
                <a:lnTo>
                  <a:pt x="3075" y="28086"/>
                </a:lnTo>
                <a:lnTo>
                  <a:pt x="3103" y="28568"/>
                </a:lnTo>
                <a:lnTo>
                  <a:pt x="3138" y="29043"/>
                </a:lnTo>
                <a:lnTo>
                  <a:pt x="3182" y="29512"/>
                </a:lnTo>
                <a:lnTo>
                  <a:pt x="3233" y="29974"/>
                </a:lnTo>
                <a:lnTo>
                  <a:pt x="3292" y="30431"/>
                </a:lnTo>
                <a:lnTo>
                  <a:pt x="3360" y="30881"/>
                </a:lnTo>
                <a:lnTo>
                  <a:pt x="3435" y="31325"/>
                </a:lnTo>
                <a:lnTo>
                  <a:pt x="3518" y="31763"/>
                </a:lnTo>
                <a:lnTo>
                  <a:pt x="3609" y="32194"/>
                </a:lnTo>
                <a:lnTo>
                  <a:pt x="3708" y="32620"/>
                </a:lnTo>
                <a:lnTo>
                  <a:pt x="3814" y="33039"/>
                </a:lnTo>
                <a:lnTo>
                  <a:pt x="3929" y="33452"/>
                </a:lnTo>
                <a:lnTo>
                  <a:pt x="4052" y="33859"/>
                </a:lnTo>
                <a:lnTo>
                  <a:pt x="4182" y="34260"/>
                </a:lnTo>
                <a:lnTo>
                  <a:pt x="4321" y="34654"/>
                </a:lnTo>
                <a:lnTo>
                  <a:pt x="4467" y="35042"/>
                </a:lnTo>
                <a:lnTo>
                  <a:pt x="4621" y="35424"/>
                </a:lnTo>
                <a:lnTo>
                  <a:pt x="4783" y="35800"/>
                </a:lnTo>
                <a:lnTo>
                  <a:pt x="4953" y="36170"/>
                </a:lnTo>
                <a:lnTo>
                  <a:pt x="5131" y="36533"/>
                </a:lnTo>
                <a:lnTo>
                  <a:pt x="5317" y="36891"/>
                </a:lnTo>
                <a:lnTo>
                  <a:pt x="5510" y="37242"/>
                </a:lnTo>
                <a:lnTo>
                  <a:pt x="5707" y="37589"/>
                </a:lnTo>
                <a:lnTo>
                  <a:pt x="5909" y="37931"/>
                </a:lnTo>
                <a:lnTo>
                  <a:pt x="6117" y="38268"/>
                </a:lnTo>
                <a:lnTo>
                  <a:pt x="6329" y="38600"/>
                </a:lnTo>
                <a:lnTo>
                  <a:pt x="6546" y="38927"/>
                </a:lnTo>
                <a:lnTo>
                  <a:pt x="6768" y="39249"/>
                </a:lnTo>
                <a:lnTo>
                  <a:pt x="6995" y="39566"/>
                </a:lnTo>
                <a:lnTo>
                  <a:pt x="7226" y="39879"/>
                </a:lnTo>
                <a:lnTo>
                  <a:pt x="7463" y="40186"/>
                </a:lnTo>
                <a:lnTo>
                  <a:pt x="7705" y="40489"/>
                </a:lnTo>
                <a:lnTo>
                  <a:pt x="7951" y="40786"/>
                </a:lnTo>
                <a:lnTo>
                  <a:pt x="8203" y="41079"/>
                </a:lnTo>
                <a:lnTo>
                  <a:pt x="8459" y="41367"/>
                </a:lnTo>
                <a:lnTo>
                  <a:pt x="8720" y="41650"/>
                </a:lnTo>
                <a:lnTo>
                  <a:pt x="8986" y="41928"/>
                </a:lnTo>
                <a:lnTo>
                  <a:pt x="9257" y="42201"/>
                </a:lnTo>
                <a:lnTo>
                  <a:pt x="9533" y="42469"/>
                </a:lnTo>
                <a:lnTo>
                  <a:pt x="9814" y="42732"/>
                </a:lnTo>
                <a:lnTo>
                  <a:pt x="10100" y="42991"/>
                </a:lnTo>
                <a:lnTo>
                  <a:pt x="10391" y="43244"/>
                </a:lnTo>
                <a:lnTo>
                  <a:pt x="10686" y="43493"/>
                </a:lnTo>
                <a:lnTo>
                  <a:pt x="10987" y="43736"/>
                </a:lnTo>
                <a:lnTo>
                  <a:pt x="11293" y="43975"/>
                </a:lnTo>
                <a:lnTo>
                  <a:pt x="11602" y="44209"/>
                </a:lnTo>
                <a:lnTo>
                  <a:pt x="11915" y="44440"/>
                </a:lnTo>
                <a:lnTo>
                  <a:pt x="12232" y="44667"/>
                </a:lnTo>
                <a:lnTo>
                  <a:pt x="12552" y="44890"/>
                </a:lnTo>
                <a:lnTo>
                  <a:pt x="12875" y="45110"/>
                </a:lnTo>
                <a:lnTo>
                  <a:pt x="13202" y="45326"/>
                </a:lnTo>
                <a:lnTo>
                  <a:pt x="13532" y="45538"/>
                </a:lnTo>
                <a:lnTo>
                  <a:pt x="13865" y="45747"/>
                </a:lnTo>
                <a:lnTo>
                  <a:pt x="14202" y="45952"/>
                </a:lnTo>
                <a:lnTo>
                  <a:pt x="14543" y="46153"/>
                </a:lnTo>
                <a:lnTo>
                  <a:pt x="14887" y="46351"/>
                </a:lnTo>
                <a:lnTo>
                  <a:pt x="15234" y="46546"/>
                </a:lnTo>
                <a:lnTo>
                  <a:pt x="15585" y="46736"/>
                </a:lnTo>
                <a:lnTo>
                  <a:pt x="15939" y="46923"/>
                </a:lnTo>
                <a:lnTo>
                  <a:pt x="16296" y="47106"/>
                </a:lnTo>
                <a:lnTo>
                  <a:pt x="16657" y="47286"/>
                </a:lnTo>
                <a:lnTo>
                  <a:pt x="17022" y="47462"/>
                </a:lnTo>
                <a:lnTo>
                  <a:pt x="17389" y="47635"/>
                </a:lnTo>
                <a:lnTo>
                  <a:pt x="17761" y="47803"/>
                </a:lnTo>
                <a:lnTo>
                  <a:pt x="18135" y="47969"/>
                </a:lnTo>
                <a:lnTo>
                  <a:pt x="18513" y="48130"/>
                </a:lnTo>
                <a:lnTo>
                  <a:pt x="18895" y="48288"/>
                </a:lnTo>
                <a:lnTo>
                  <a:pt x="19280" y="48442"/>
                </a:lnTo>
                <a:lnTo>
                  <a:pt x="19668" y="48593"/>
                </a:lnTo>
                <a:lnTo>
                  <a:pt x="20059" y="48741"/>
                </a:lnTo>
                <a:lnTo>
                  <a:pt x="20450" y="48887"/>
                </a:lnTo>
                <a:lnTo>
                  <a:pt x="20842" y="49031"/>
                </a:lnTo>
                <a:lnTo>
                  <a:pt x="21235" y="49173"/>
                </a:lnTo>
                <a:lnTo>
                  <a:pt x="21629" y="49313"/>
                </a:lnTo>
                <a:lnTo>
                  <a:pt x="22024" y="49451"/>
                </a:lnTo>
                <a:lnTo>
                  <a:pt x="22420" y="49587"/>
                </a:lnTo>
                <a:lnTo>
                  <a:pt x="22816" y="49722"/>
                </a:lnTo>
                <a:lnTo>
                  <a:pt x="23214" y="49854"/>
                </a:lnTo>
                <a:lnTo>
                  <a:pt x="23612" y="49985"/>
                </a:lnTo>
                <a:lnTo>
                  <a:pt x="24011" y="50114"/>
                </a:lnTo>
                <a:lnTo>
                  <a:pt x="24411" y="50240"/>
                </a:lnTo>
                <a:lnTo>
                  <a:pt x="24812" y="50365"/>
                </a:lnTo>
                <a:lnTo>
                  <a:pt x="25213" y="50488"/>
                </a:lnTo>
                <a:lnTo>
                  <a:pt x="25616" y="50609"/>
                </a:lnTo>
                <a:lnTo>
                  <a:pt x="26019" y="50728"/>
                </a:lnTo>
                <a:lnTo>
                  <a:pt x="26423" y="50845"/>
                </a:lnTo>
                <a:lnTo>
                  <a:pt x="26828" y="50960"/>
                </a:lnTo>
                <a:lnTo>
                  <a:pt x="27234" y="51074"/>
                </a:lnTo>
                <a:lnTo>
                  <a:pt x="27641" y="51185"/>
                </a:lnTo>
                <a:lnTo>
                  <a:pt x="28049" y="51295"/>
                </a:lnTo>
                <a:lnTo>
                  <a:pt x="28457" y="51402"/>
                </a:lnTo>
                <a:lnTo>
                  <a:pt x="28866" y="51508"/>
                </a:lnTo>
                <a:lnTo>
                  <a:pt x="29276" y="51611"/>
                </a:lnTo>
                <a:lnTo>
                  <a:pt x="29677" y="51724"/>
                </a:lnTo>
                <a:lnTo>
                  <a:pt x="30076" y="51835"/>
                </a:lnTo>
                <a:lnTo>
                  <a:pt x="30476" y="51946"/>
                </a:lnTo>
                <a:lnTo>
                  <a:pt x="30874" y="52056"/>
                </a:lnTo>
                <a:lnTo>
                  <a:pt x="31273" y="52165"/>
                </a:lnTo>
                <a:lnTo>
                  <a:pt x="31671" y="52273"/>
                </a:lnTo>
                <a:lnTo>
                  <a:pt x="32068" y="52380"/>
                </a:lnTo>
                <a:lnTo>
                  <a:pt x="32465" y="52487"/>
                </a:lnTo>
                <a:lnTo>
                  <a:pt x="32862" y="52592"/>
                </a:lnTo>
                <a:lnTo>
                  <a:pt x="33258" y="52697"/>
                </a:lnTo>
                <a:lnTo>
                  <a:pt x="33654" y="52801"/>
                </a:lnTo>
                <a:lnTo>
                  <a:pt x="34050" y="52904"/>
                </a:lnTo>
                <a:lnTo>
                  <a:pt x="34445" y="53006"/>
                </a:lnTo>
                <a:lnTo>
                  <a:pt x="34839" y="53107"/>
                </a:lnTo>
                <a:lnTo>
                  <a:pt x="35233" y="53208"/>
                </a:lnTo>
                <a:lnTo>
                  <a:pt x="35627" y="53307"/>
                </a:lnTo>
                <a:lnTo>
                  <a:pt x="36020" y="53406"/>
                </a:lnTo>
                <a:lnTo>
                  <a:pt x="36413" y="53504"/>
                </a:lnTo>
                <a:lnTo>
                  <a:pt x="36805" y="53601"/>
                </a:lnTo>
                <a:lnTo>
                  <a:pt x="37197" y="53697"/>
                </a:lnTo>
                <a:lnTo>
                  <a:pt x="37589" y="53793"/>
                </a:lnTo>
                <a:lnTo>
                  <a:pt x="37980" y="53887"/>
                </a:lnTo>
                <a:lnTo>
                  <a:pt x="38371" y="53981"/>
                </a:lnTo>
                <a:lnTo>
                  <a:pt x="38761" y="54074"/>
                </a:lnTo>
                <a:lnTo>
                  <a:pt x="39149" y="54167"/>
                </a:lnTo>
                <a:lnTo>
                  <a:pt x="39534" y="54261"/>
                </a:lnTo>
                <a:lnTo>
                  <a:pt x="39916" y="54357"/>
                </a:lnTo>
                <a:lnTo>
                  <a:pt x="40294" y="54454"/>
                </a:lnTo>
                <a:lnTo>
                  <a:pt x="40669" y="54552"/>
                </a:lnTo>
                <a:lnTo>
                  <a:pt x="41040" y="54651"/>
                </a:lnTo>
                <a:lnTo>
                  <a:pt x="41408" y="54752"/>
                </a:lnTo>
                <a:lnTo>
                  <a:pt x="41772" y="54854"/>
                </a:lnTo>
                <a:lnTo>
                  <a:pt x="42134" y="54958"/>
                </a:lnTo>
                <a:lnTo>
                  <a:pt x="42491" y="55062"/>
                </a:lnTo>
                <a:lnTo>
                  <a:pt x="42845" y="55168"/>
                </a:lnTo>
                <a:lnTo>
                  <a:pt x="43196" y="55275"/>
                </a:lnTo>
                <a:lnTo>
                  <a:pt x="43543" y="55384"/>
                </a:lnTo>
                <a:lnTo>
                  <a:pt x="43887" y="55494"/>
                </a:lnTo>
                <a:lnTo>
                  <a:pt x="44228" y="55605"/>
                </a:lnTo>
                <a:lnTo>
                  <a:pt x="44565" y="55717"/>
                </a:lnTo>
                <a:lnTo>
                  <a:pt x="44899" y="55831"/>
                </a:lnTo>
                <a:lnTo>
                  <a:pt x="45229" y="55945"/>
                </a:lnTo>
                <a:lnTo>
                  <a:pt x="45556" y="56062"/>
                </a:lnTo>
                <a:lnTo>
                  <a:pt x="45879" y="56179"/>
                </a:lnTo>
                <a:lnTo>
                  <a:pt x="46199" y="56298"/>
                </a:lnTo>
                <a:lnTo>
                  <a:pt x="46515" y="56418"/>
                </a:lnTo>
                <a:lnTo>
                  <a:pt x="46828" y="56539"/>
                </a:lnTo>
                <a:lnTo>
                  <a:pt x="47138" y="56662"/>
                </a:lnTo>
                <a:lnTo>
                  <a:pt x="47444" y="56786"/>
                </a:lnTo>
                <a:lnTo>
                  <a:pt x="47744" y="56913"/>
                </a:lnTo>
                <a:lnTo>
                  <a:pt x="48040" y="57043"/>
                </a:lnTo>
                <a:lnTo>
                  <a:pt x="48330" y="57175"/>
                </a:lnTo>
                <a:lnTo>
                  <a:pt x="48616" y="57310"/>
                </a:lnTo>
                <a:lnTo>
                  <a:pt x="48897" y="57447"/>
                </a:lnTo>
                <a:lnTo>
                  <a:pt x="49173" y="57587"/>
                </a:lnTo>
                <a:lnTo>
                  <a:pt x="49444" y="57729"/>
                </a:lnTo>
                <a:lnTo>
                  <a:pt x="49710" y="57874"/>
                </a:lnTo>
                <a:lnTo>
                  <a:pt x="49971" y="58022"/>
                </a:lnTo>
                <a:lnTo>
                  <a:pt x="50228" y="58172"/>
                </a:lnTo>
                <a:lnTo>
                  <a:pt x="50479" y="58324"/>
                </a:lnTo>
                <a:lnTo>
                  <a:pt x="50725" y="58480"/>
                </a:lnTo>
                <a:lnTo>
                  <a:pt x="50967" y="58638"/>
                </a:lnTo>
                <a:lnTo>
                  <a:pt x="51204" y="58798"/>
                </a:lnTo>
                <a:lnTo>
                  <a:pt x="51435" y="58961"/>
                </a:lnTo>
                <a:lnTo>
                  <a:pt x="51662" y="59126"/>
                </a:lnTo>
                <a:lnTo>
                  <a:pt x="51884" y="59295"/>
                </a:lnTo>
                <a:lnTo>
                  <a:pt x="52101" y="59465"/>
                </a:lnTo>
                <a:lnTo>
                  <a:pt x="52313" y="59638"/>
                </a:lnTo>
                <a:lnTo>
                  <a:pt x="52520" y="59814"/>
                </a:lnTo>
                <a:lnTo>
                  <a:pt x="52722" y="59993"/>
                </a:lnTo>
                <a:lnTo>
                  <a:pt x="52919" y="60174"/>
                </a:lnTo>
                <a:lnTo>
                  <a:pt x="53111" y="60357"/>
                </a:lnTo>
                <a:lnTo>
                  <a:pt x="53297" y="60544"/>
                </a:lnTo>
                <a:lnTo>
                  <a:pt x="53476" y="60736"/>
                </a:lnTo>
                <a:lnTo>
                  <a:pt x="53646" y="60932"/>
                </a:lnTo>
                <a:lnTo>
                  <a:pt x="53808" y="61134"/>
                </a:lnTo>
                <a:lnTo>
                  <a:pt x="53962" y="61339"/>
                </a:lnTo>
                <a:lnTo>
                  <a:pt x="54109" y="61550"/>
                </a:lnTo>
                <a:lnTo>
                  <a:pt x="54247" y="61765"/>
                </a:lnTo>
                <a:lnTo>
                  <a:pt x="54378" y="61985"/>
                </a:lnTo>
                <a:lnTo>
                  <a:pt x="54501" y="62210"/>
                </a:lnTo>
                <a:lnTo>
                  <a:pt x="54616" y="62439"/>
                </a:lnTo>
                <a:lnTo>
                  <a:pt x="54722" y="62674"/>
                </a:lnTo>
                <a:lnTo>
                  <a:pt x="54821" y="62912"/>
                </a:lnTo>
                <a:lnTo>
                  <a:pt x="54912" y="63156"/>
                </a:lnTo>
                <a:lnTo>
                  <a:pt x="54996" y="63404"/>
                </a:lnTo>
                <a:lnTo>
                  <a:pt x="55071" y="63657"/>
                </a:lnTo>
                <a:lnTo>
                  <a:pt x="55138" y="63915"/>
                </a:lnTo>
                <a:lnTo>
                  <a:pt x="55197" y="64177"/>
                </a:lnTo>
                <a:lnTo>
                  <a:pt x="55249" y="64445"/>
                </a:lnTo>
                <a:lnTo>
                  <a:pt x="55292" y="64716"/>
                </a:lnTo>
                <a:lnTo>
                  <a:pt x="55328" y="64993"/>
                </a:lnTo>
                <a:lnTo>
                  <a:pt x="55356" y="65274"/>
                </a:lnTo>
                <a:lnTo>
                  <a:pt x="55375" y="65560"/>
                </a:lnTo>
                <a:lnTo>
                  <a:pt x="55387" y="65851"/>
                </a:lnTo>
                <a:lnTo>
                  <a:pt x="55391" y="66146"/>
                </a:lnTo>
                <a:lnTo>
                  <a:pt x="55388" y="66421"/>
                </a:lnTo>
                <a:lnTo>
                  <a:pt x="55379" y="66692"/>
                </a:lnTo>
                <a:lnTo>
                  <a:pt x="55364" y="66959"/>
                </a:lnTo>
                <a:lnTo>
                  <a:pt x="55343" y="67222"/>
                </a:lnTo>
                <a:lnTo>
                  <a:pt x="55316" y="67481"/>
                </a:lnTo>
                <a:lnTo>
                  <a:pt x="55283" y="67736"/>
                </a:lnTo>
                <a:lnTo>
                  <a:pt x="55245" y="67986"/>
                </a:lnTo>
                <a:lnTo>
                  <a:pt x="55200" y="68233"/>
                </a:lnTo>
                <a:lnTo>
                  <a:pt x="55149" y="68476"/>
                </a:lnTo>
                <a:lnTo>
                  <a:pt x="55092" y="68714"/>
                </a:lnTo>
                <a:lnTo>
                  <a:pt x="55029" y="68949"/>
                </a:lnTo>
                <a:lnTo>
                  <a:pt x="54960" y="69179"/>
                </a:lnTo>
                <a:lnTo>
                  <a:pt x="54885" y="69405"/>
                </a:lnTo>
                <a:lnTo>
                  <a:pt x="54804" y="69628"/>
                </a:lnTo>
                <a:lnTo>
                  <a:pt x="54717" y="69846"/>
                </a:lnTo>
                <a:lnTo>
                  <a:pt x="54624" y="70060"/>
                </a:lnTo>
                <a:lnTo>
                  <a:pt x="54526" y="70270"/>
                </a:lnTo>
                <a:lnTo>
                  <a:pt x="54421" y="70476"/>
                </a:lnTo>
                <a:lnTo>
                  <a:pt x="54310" y="70678"/>
                </a:lnTo>
                <a:lnTo>
                  <a:pt x="54193" y="70876"/>
                </a:lnTo>
                <a:lnTo>
                  <a:pt x="54070" y="71070"/>
                </a:lnTo>
                <a:lnTo>
                  <a:pt x="53941" y="71260"/>
                </a:lnTo>
                <a:lnTo>
                  <a:pt x="53807" y="71445"/>
                </a:lnTo>
                <a:lnTo>
                  <a:pt x="53666" y="71627"/>
                </a:lnTo>
                <a:lnTo>
                  <a:pt x="53521" y="71805"/>
                </a:lnTo>
                <a:lnTo>
                  <a:pt x="53373" y="71980"/>
                </a:lnTo>
                <a:lnTo>
                  <a:pt x="53221" y="72152"/>
                </a:lnTo>
                <a:lnTo>
                  <a:pt x="53067" y="72320"/>
                </a:lnTo>
                <a:lnTo>
                  <a:pt x="52910" y="72485"/>
                </a:lnTo>
                <a:lnTo>
                  <a:pt x="52750" y="72647"/>
                </a:lnTo>
                <a:lnTo>
                  <a:pt x="52587" y="72806"/>
                </a:lnTo>
                <a:lnTo>
                  <a:pt x="52421" y="72962"/>
                </a:lnTo>
                <a:lnTo>
                  <a:pt x="52252" y="73114"/>
                </a:lnTo>
                <a:lnTo>
                  <a:pt x="52079" y="73263"/>
                </a:lnTo>
                <a:lnTo>
                  <a:pt x="51904" y="73409"/>
                </a:lnTo>
                <a:lnTo>
                  <a:pt x="51726" y="73552"/>
                </a:lnTo>
                <a:lnTo>
                  <a:pt x="51545" y="73691"/>
                </a:lnTo>
                <a:lnTo>
                  <a:pt x="51361" y="73828"/>
                </a:lnTo>
                <a:lnTo>
                  <a:pt x="51174" y="73961"/>
                </a:lnTo>
                <a:lnTo>
                  <a:pt x="50983" y="74091"/>
                </a:lnTo>
                <a:lnTo>
                  <a:pt x="50790" y="74217"/>
                </a:lnTo>
                <a:lnTo>
                  <a:pt x="50594" y="74341"/>
                </a:lnTo>
                <a:lnTo>
                  <a:pt x="50395" y="74461"/>
                </a:lnTo>
                <a:lnTo>
                  <a:pt x="50193" y="74578"/>
                </a:lnTo>
                <a:lnTo>
                  <a:pt x="49988" y="74692"/>
                </a:lnTo>
                <a:lnTo>
                  <a:pt x="49779" y="74803"/>
                </a:lnTo>
                <a:lnTo>
                  <a:pt x="49568" y="74910"/>
                </a:lnTo>
                <a:lnTo>
                  <a:pt x="49354" y="75014"/>
                </a:lnTo>
                <a:lnTo>
                  <a:pt x="49138" y="75115"/>
                </a:lnTo>
                <a:lnTo>
                  <a:pt x="48920" y="75214"/>
                </a:lnTo>
                <a:lnTo>
                  <a:pt x="48702" y="75309"/>
                </a:lnTo>
                <a:lnTo>
                  <a:pt x="48482" y="75402"/>
                </a:lnTo>
                <a:lnTo>
                  <a:pt x="48260" y="75492"/>
                </a:lnTo>
                <a:lnTo>
                  <a:pt x="48038" y="75580"/>
                </a:lnTo>
                <a:lnTo>
                  <a:pt x="47814" y="75664"/>
                </a:lnTo>
                <a:lnTo>
                  <a:pt x="47589" y="75746"/>
                </a:lnTo>
                <a:lnTo>
                  <a:pt x="47362" y="75825"/>
                </a:lnTo>
                <a:lnTo>
                  <a:pt x="47135" y="75901"/>
                </a:lnTo>
                <a:lnTo>
                  <a:pt x="46906" y="75975"/>
                </a:lnTo>
                <a:lnTo>
                  <a:pt x="46675" y="76046"/>
                </a:lnTo>
                <a:lnTo>
                  <a:pt x="46444" y="76114"/>
                </a:lnTo>
                <a:lnTo>
                  <a:pt x="46211" y="76179"/>
                </a:lnTo>
                <a:lnTo>
                  <a:pt x="45977" y="76241"/>
                </a:lnTo>
                <a:lnTo>
                  <a:pt x="45741" y="76301"/>
                </a:lnTo>
                <a:lnTo>
                  <a:pt x="45504" y="76357"/>
                </a:lnTo>
                <a:lnTo>
                  <a:pt x="45266" y="76412"/>
                </a:lnTo>
                <a:lnTo>
                  <a:pt x="45027" y="76463"/>
                </a:lnTo>
                <a:lnTo>
                  <a:pt x="44786" y="76511"/>
                </a:lnTo>
                <a:lnTo>
                  <a:pt x="44545" y="76557"/>
                </a:lnTo>
                <a:lnTo>
                  <a:pt x="44301" y="76600"/>
                </a:lnTo>
                <a:lnTo>
                  <a:pt x="44057" y="76640"/>
                </a:lnTo>
                <a:lnTo>
                  <a:pt x="43811" y="76678"/>
                </a:lnTo>
                <a:lnTo>
                  <a:pt x="43565" y="76713"/>
                </a:lnTo>
                <a:lnTo>
                  <a:pt x="43321" y="76746"/>
                </a:lnTo>
                <a:lnTo>
                  <a:pt x="43078" y="76778"/>
                </a:lnTo>
                <a:lnTo>
                  <a:pt x="42836" y="76809"/>
                </a:lnTo>
                <a:lnTo>
                  <a:pt x="42595" y="76838"/>
                </a:lnTo>
                <a:lnTo>
                  <a:pt x="42356" y="76866"/>
                </a:lnTo>
                <a:lnTo>
                  <a:pt x="42118" y="76892"/>
                </a:lnTo>
                <a:lnTo>
                  <a:pt x="41881" y="76917"/>
                </a:lnTo>
                <a:lnTo>
                  <a:pt x="41646" y="76940"/>
                </a:lnTo>
                <a:lnTo>
                  <a:pt x="41412" y="76962"/>
                </a:lnTo>
                <a:lnTo>
                  <a:pt x="41179" y="76982"/>
                </a:lnTo>
                <a:lnTo>
                  <a:pt x="40947" y="77000"/>
                </a:lnTo>
                <a:lnTo>
                  <a:pt x="40717" y="77018"/>
                </a:lnTo>
                <a:lnTo>
                  <a:pt x="40488" y="77033"/>
                </a:lnTo>
                <a:lnTo>
                  <a:pt x="40260" y="77048"/>
                </a:lnTo>
                <a:lnTo>
                  <a:pt x="40034" y="77060"/>
                </a:lnTo>
                <a:lnTo>
                  <a:pt x="39809" y="77071"/>
                </a:lnTo>
                <a:lnTo>
                  <a:pt x="39585" y="77081"/>
                </a:lnTo>
                <a:lnTo>
                  <a:pt x="39362" y="77089"/>
                </a:lnTo>
                <a:lnTo>
                  <a:pt x="39141" y="77096"/>
                </a:lnTo>
                <a:lnTo>
                  <a:pt x="38921" y="77101"/>
                </a:lnTo>
                <a:lnTo>
                  <a:pt x="38702" y="77105"/>
                </a:lnTo>
                <a:lnTo>
                  <a:pt x="38484" y="77107"/>
                </a:lnTo>
                <a:lnTo>
                  <a:pt x="38268" y="77108"/>
                </a:lnTo>
                <a:lnTo>
                  <a:pt x="37950" y="77106"/>
                </a:lnTo>
                <a:lnTo>
                  <a:pt x="37633" y="77102"/>
                </a:lnTo>
                <a:lnTo>
                  <a:pt x="37317" y="77094"/>
                </a:lnTo>
                <a:lnTo>
                  <a:pt x="37002" y="77082"/>
                </a:lnTo>
                <a:lnTo>
                  <a:pt x="36688" y="77068"/>
                </a:lnTo>
                <a:lnTo>
                  <a:pt x="36374" y="77050"/>
                </a:lnTo>
                <a:lnTo>
                  <a:pt x="36061" y="77030"/>
                </a:lnTo>
                <a:lnTo>
                  <a:pt x="35749" y="77005"/>
                </a:lnTo>
                <a:lnTo>
                  <a:pt x="35438" y="76978"/>
                </a:lnTo>
                <a:lnTo>
                  <a:pt x="35128" y="76948"/>
                </a:lnTo>
                <a:lnTo>
                  <a:pt x="34819" y="76914"/>
                </a:lnTo>
                <a:lnTo>
                  <a:pt x="34511" y="76877"/>
                </a:lnTo>
                <a:lnTo>
                  <a:pt x="34203" y="76837"/>
                </a:lnTo>
                <a:lnTo>
                  <a:pt x="33896" y="76794"/>
                </a:lnTo>
                <a:lnTo>
                  <a:pt x="33590" y="76748"/>
                </a:lnTo>
                <a:lnTo>
                  <a:pt x="33285" y="76698"/>
                </a:lnTo>
                <a:lnTo>
                  <a:pt x="32981" y="76645"/>
                </a:lnTo>
                <a:lnTo>
                  <a:pt x="32678" y="76589"/>
                </a:lnTo>
                <a:lnTo>
                  <a:pt x="32375" y="76530"/>
                </a:lnTo>
                <a:lnTo>
                  <a:pt x="32074" y="76467"/>
                </a:lnTo>
                <a:lnTo>
                  <a:pt x="31773" y="76401"/>
                </a:lnTo>
                <a:lnTo>
                  <a:pt x="31473" y="76333"/>
                </a:lnTo>
                <a:lnTo>
                  <a:pt x="31174" y="76260"/>
                </a:lnTo>
                <a:lnTo>
                  <a:pt x="30876" y="76185"/>
                </a:lnTo>
                <a:lnTo>
                  <a:pt x="30580" y="76106"/>
                </a:lnTo>
                <a:lnTo>
                  <a:pt x="30287" y="76024"/>
                </a:lnTo>
                <a:lnTo>
                  <a:pt x="29998" y="75939"/>
                </a:lnTo>
                <a:lnTo>
                  <a:pt x="29711" y="75850"/>
                </a:lnTo>
                <a:lnTo>
                  <a:pt x="29428" y="75757"/>
                </a:lnTo>
                <a:lnTo>
                  <a:pt x="29148" y="75661"/>
                </a:lnTo>
                <a:lnTo>
                  <a:pt x="28871" y="75562"/>
                </a:lnTo>
                <a:lnTo>
                  <a:pt x="28598" y="75459"/>
                </a:lnTo>
                <a:lnTo>
                  <a:pt x="28327" y="75353"/>
                </a:lnTo>
                <a:lnTo>
                  <a:pt x="28060" y="75244"/>
                </a:lnTo>
                <a:lnTo>
                  <a:pt x="27796" y="75131"/>
                </a:lnTo>
                <a:lnTo>
                  <a:pt x="27535" y="75014"/>
                </a:lnTo>
                <a:lnTo>
                  <a:pt x="27278" y="74894"/>
                </a:lnTo>
                <a:lnTo>
                  <a:pt x="27024" y="74771"/>
                </a:lnTo>
                <a:lnTo>
                  <a:pt x="26772" y="74644"/>
                </a:lnTo>
                <a:lnTo>
                  <a:pt x="26524" y="74514"/>
                </a:lnTo>
                <a:lnTo>
                  <a:pt x="26280" y="74381"/>
                </a:lnTo>
                <a:lnTo>
                  <a:pt x="26038" y="74244"/>
                </a:lnTo>
                <a:lnTo>
                  <a:pt x="25800" y="74104"/>
                </a:lnTo>
                <a:lnTo>
                  <a:pt x="25565" y="73960"/>
                </a:lnTo>
                <a:lnTo>
                  <a:pt x="25333" y="73813"/>
                </a:lnTo>
                <a:lnTo>
                  <a:pt x="25104" y="73662"/>
                </a:lnTo>
                <a:lnTo>
                  <a:pt x="24879" y="73508"/>
                </a:lnTo>
                <a:lnTo>
                  <a:pt x="24656" y="73351"/>
                </a:lnTo>
                <a:lnTo>
                  <a:pt x="24438" y="73190"/>
                </a:lnTo>
                <a:lnTo>
                  <a:pt x="24222" y="73024"/>
                </a:lnTo>
                <a:lnTo>
                  <a:pt x="24011" y="72855"/>
                </a:lnTo>
                <a:lnTo>
                  <a:pt x="23803" y="72682"/>
                </a:lnTo>
                <a:lnTo>
                  <a:pt x="23598" y="72504"/>
                </a:lnTo>
                <a:lnTo>
                  <a:pt x="23398" y="72323"/>
                </a:lnTo>
                <a:lnTo>
                  <a:pt x="23201" y="72137"/>
                </a:lnTo>
                <a:lnTo>
                  <a:pt x="23007" y="71948"/>
                </a:lnTo>
                <a:lnTo>
                  <a:pt x="22817" y="71754"/>
                </a:lnTo>
                <a:lnTo>
                  <a:pt x="22631" y="71556"/>
                </a:lnTo>
                <a:lnTo>
                  <a:pt x="22449" y="71355"/>
                </a:lnTo>
                <a:lnTo>
                  <a:pt x="22270" y="71149"/>
                </a:lnTo>
                <a:lnTo>
                  <a:pt x="22095" y="70939"/>
                </a:lnTo>
                <a:lnTo>
                  <a:pt x="21923" y="70725"/>
                </a:lnTo>
                <a:lnTo>
                  <a:pt x="21755" y="70507"/>
                </a:lnTo>
                <a:lnTo>
                  <a:pt x="21591" y="70285"/>
                </a:lnTo>
                <a:lnTo>
                  <a:pt x="21430" y="70059"/>
                </a:lnTo>
                <a:lnTo>
                  <a:pt x="21273" y="69829"/>
                </a:lnTo>
                <a:lnTo>
                  <a:pt x="21119" y="69594"/>
                </a:lnTo>
                <a:lnTo>
                  <a:pt x="20970" y="69356"/>
                </a:lnTo>
                <a:lnTo>
                  <a:pt x="20823" y="69114"/>
                </a:lnTo>
                <a:lnTo>
                  <a:pt x="20681" y="68867"/>
                </a:lnTo>
                <a:lnTo>
                  <a:pt x="20542" y="68617"/>
                </a:lnTo>
                <a:lnTo>
                  <a:pt x="20407" y="68362"/>
                </a:lnTo>
                <a:lnTo>
                  <a:pt x="20276" y="68103"/>
                </a:lnTo>
                <a:lnTo>
                  <a:pt x="20151" y="67839"/>
                </a:lnTo>
                <a:lnTo>
                  <a:pt x="20031" y="67571"/>
                </a:lnTo>
                <a:lnTo>
                  <a:pt x="19917" y="67298"/>
                </a:lnTo>
                <a:lnTo>
                  <a:pt x="19809" y="67020"/>
                </a:lnTo>
                <a:lnTo>
                  <a:pt x="19706" y="66737"/>
                </a:lnTo>
                <a:lnTo>
                  <a:pt x="19609" y="66450"/>
                </a:lnTo>
                <a:lnTo>
                  <a:pt x="19517" y="66158"/>
                </a:lnTo>
                <a:lnTo>
                  <a:pt x="19431" y="65862"/>
                </a:lnTo>
                <a:lnTo>
                  <a:pt x="19350" y="65560"/>
                </a:lnTo>
                <a:lnTo>
                  <a:pt x="19275" y="65254"/>
                </a:lnTo>
                <a:lnTo>
                  <a:pt x="19206" y="64943"/>
                </a:lnTo>
                <a:lnTo>
                  <a:pt x="19142" y="64628"/>
                </a:lnTo>
                <a:lnTo>
                  <a:pt x="19083" y="64308"/>
                </a:lnTo>
                <a:lnTo>
                  <a:pt x="19030" y="63983"/>
                </a:lnTo>
                <a:lnTo>
                  <a:pt x="18983" y="63653"/>
                </a:lnTo>
                <a:lnTo>
                  <a:pt x="18941" y="63319"/>
                </a:lnTo>
                <a:lnTo>
                  <a:pt x="18905" y="62980"/>
                </a:lnTo>
                <a:lnTo>
                  <a:pt x="18875" y="62636"/>
                </a:lnTo>
                <a:lnTo>
                  <a:pt x="18850" y="62288"/>
                </a:lnTo>
                <a:lnTo>
                  <a:pt x="18830" y="61935"/>
                </a:lnTo>
                <a:lnTo>
                  <a:pt x="18816" y="61577"/>
                </a:lnTo>
                <a:lnTo>
                  <a:pt x="18808" y="61215"/>
                </a:lnTo>
                <a:lnTo>
                  <a:pt x="18805" y="60848"/>
                </a:lnTo>
                <a:lnTo>
                  <a:pt x="83" y="60848"/>
                </a:lnTo>
                <a:lnTo>
                  <a:pt x="78" y="61521"/>
                </a:lnTo>
                <a:lnTo>
                  <a:pt x="84" y="62187"/>
                </a:lnTo>
                <a:lnTo>
                  <a:pt x="102" y="62845"/>
                </a:lnTo>
                <a:lnTo>
                  <a:pt x="130" y="63496"/>
                </a:lnTo>
                <a:close/>
                <a:moveTo>
                  <a:pt x="454737" y="2165"/>
                </a:moveTo>
                <a:lnTo>
                  <a:pt x="454737" y="90100"/>
                </a:lnTo>
                <a:lnTo>
                  <a:pt x="516944" y="90100"/>
                </a:lnTo>
                <a:lnTo>
                  <a:pt x="516944" y="73860"/>
                </a:lnTo>
                <a:lnTo>
                  <a:pt x="474076" y="73860"/>
                </a:lnTo>
                <a:lnTo>
                  <a:pt x="474076" y="2165"/>
                </a:lnTo>
                <a:lnTo>
                  <a:pt x="454737" y="2165"/>
                </a:lnTo>
                <a:close/>
                <a:moveTo>
                  <a:pt x="574308" y="82877"/>
                </a:moveTo>
                <a:lnTo>
                  <a:pt x="574568" y="83293"/>
                </a:lnTo>
                <a:lnTo>
                  <a:pt x="574837" y="83699"/>
                </a:lnTo>
                <a:lnTo>
                  <a:pt x="575115" y="84094"/>
                </a:lnTo>
                <a:lnTo>
                  <a:pt x="575403" y="84478"/>
                </a:lnTo>
                <a:lnTo>
                  <a:pt x="575700" y="84852"/>
                </a:lnTo>
                <a:lnTo>
                  <a:pt x="576007" y="85214"/>
                </a:lnTo>
                <a:lnTo>
                  <a:pt x="576323" y="85566"/>
                </a:lnTo>
                <a:lnTo>
                  <a:pt x="576648" y="85908"/>
                </a:lnTo>
                <a:lnTo>
                  <a:pt x="576983" y="86238"/>
                </a:lnTo>
                <a:lnTo>
                  <a:pt x="577328" y="86558"/>
                </a:lnTo>
                <a:lnTo>
                  <a:pt x="577681" y="86867"/>
                </a:lnTo>
                <a:lnTo>
                  <a:pt x="578044" y="87166"/>
                </a:lnTo>
                <a:lnTo>
                  <a:pt x="578417" y="87453"/>
                </a:lnTo>
                <a:lnTo>
                  <a:pt x="578799" y="87730"/>
                </a:lnTo>
                <a:lnTo>
                  <a:pt x="579190" y="87996"/>
                </a:lnTo>
                <a:lnTo>
                  <a:pt x="579591" y="88252"/>
                </a:lnTo>
                <a:lnTo>
                  <a:pt x="580001" y="88496"/>
                </a:lnTo>
                <a:lnTo>
                  <a:pt x="580421" y="88730"/>
                </a:lnTo>
                <a:lnTo>
                  <a:pt x="580849" y="88953"/>
                </a:lnTo>
                <a:lnTo>
                  <a:pt x="581288" y="89166"/>
                </a:lnTo>
                <a:lnTo>
                  <a:pt x="581736" y="89367"/>
                </a:lnTo>
                <a:lnTo>
                  <a:pt x="582193" y="89558"/>
                </a:lnTo>
                <a:lnTo>
                  <a:pt x="582657" y="89740"/>
                </a:lnTo>
                <a:lnTo>
                  <a:pt x="583127" y="89914"/>
                </a:lnTo>
                <a:lnTo>
                  <a:pt x="583602" y="90080"/>
                </a:lnTo>
                <a:lnTo>
                  <a:pt x="584082" y="90238"/>
                </a:lnTo>
                <a:lnTo>
                  <a:pt x="584567" y="90389"/>
                </a:lnTo>
                <a:lnTo>
                  <a:pt x="585057" y="90532"/>
                </a:lnTo>
                <a:lnTo>
                  <a:pt x="585553" y="90667"/>
                </a:lnTo>
                <a:lnTo>
                  <a:pt x="586053" y="90795"/>
                </a:lnTo>
                <a:lnTo>
                  <a:pt x="586559" y="90915"/>
                </a:lnTo>
                <a:lnTo>
                  <a:pt x="587070" y="91027"/>
                </a:lnTo>
                <a:lnTo>
                  <a:pt x="587586" y="91131"/>
                </a:lnTo>
                <a:lnTo>
                  <a:pt x="588106" y="91227"/>
                </a:lnTo>
                <a:lnTo>
                  <a:pt x="588633" y="91316"/>
                </a:lnTo>
                <a:lnTo>
                  <a:pt x="589164" y="91397"/>
                </a:lnTo>
                <a:lnTo>
                  <a:pt x="589700" y="91471"/>
                </a:lnTo>
                <a:lnTo>
                  <a:pt x="590242" y="91537"/>
                </a:lnTo>
                <a:lnTo>
                  <a:pt x="590788" y="91595"/>
                </a:lnTo>
                <a:lnTo>
                  <a:pt x="591340" y="91645"/>
                </a:lnTo>
                <a:lnTo>
                  <a:pt x="591897" y="91687"/>
                </a:lnTo>
                <a:lnTo>
                  <a:pt x="592459" y="91722"/>
                </a:lnTo>
                <a:lnTo>
                  <a:pt x="593026" y="91749"/>
                </a:lnTo>
                <a:lnTo>
                  <a:pt x="593598" y="91768"/>
                </a:lnTo>
                <a:lnTo>
                  <a:pt x="594175" y="91780"/>
                </a:lnTo>
                <a:lnTo>
                  <a:pt x="594758" y="91784"/>
                </a:lnTo>
                <a:lnTo>
                  <a:pt x="595158" y="91780"/>
                </a:lnTo>
                <a:lnTo>
                  <a:pt x="595558" y="91770"/>
                </a:lnTo>
                <a:lnTo>
                  <a:pt x="595957" y="91753"/>
                </a:lnTo>
                <a:lnTo>
                  <a:pt x="596356" y="91729"/>
                </a:lnTo>
                <a:lnTo>
                  <a:pt x="596754" y="91698"/>
                </a:lnTo>
                <a:lnTo>
                  <a:pt x="597152" y="91660"/>
                </a:lnTo>
                <a:lnTo>
                  <a:pt x="597550" y="91616"/>
                </a:lnTo>
                <a:lnTo>
                  <a:pt x="597947" y="91565"/>
                </a:lnTo>
                <a:lnTo>
                  <a:pt x="598344" y="91506"/>
                </a:lnTo>
                <a:lnTo>
                  <a:pt x="598740" y="91441"/>
                </a:lnTo>
                <a:lnTo>
                  <a:pt x="599136" y="91369"/>
                </a:lnTo>
                <a:lnTo>
                  <a:pt x="599531" y="91290"/>
                </a:lnTo>
                <a:lnTo>
                  <a:pt x="599926" y="91205"/>
                </a:lnTo>
                <a:lnTo>
                  <a:pt x="600321" y="91112"/>
                </a:lnTo>
                <a:lnTo>
                  <a:pt x="600715" y="91013"/>
                </a:lnTo>
                <a:lnTo>
                  <a:pt x="601108" y="90907"/>
                </a:lnTo>
                <a:lnTo>
                  <a:pt x="601502" y="90794"/>
                </a:lnTo>
                <a:lnTo>
                  <a:pt x="601894" y="90674"/>
                </a:lnTo>
                <a:lnTo>
                  <a:pt x="602287" y="90547"/>
                </a:lnTo>
                <a:lnTo>
                  <a:pt x="602679" y="90413"/>
                </a:lnTo>
                <a:lnTo>
                  <a:pt x="603070" y="90273"/>
                </a:lnTo>
                <a:lnTo>
                  <a:pt x="603461" y="90125"/>
                </a:lnTo>
                <a:lnTo>
                  <a:pt x="603852" y="89971"/>
                </a:lnTo>
                <a:lnTo>
                  <a:pt x="604242" y="89810"/>
                </a:lnTo>
                <a:lnTo>
                  <a:pt x="604631" y="89642"/>
                </a:lnTo>
                <a:lnTo>
                  <a:pt x="605016" y="89466"/>
                </a:lnTo>
                <a:lnTo>
                  <a:pt x="605398" y="89284"/>
                </a:lnTo>
                <a:lnTo>
                  <a:pt x="605777" y="89094"/>
                </a:lnTo>
                <a:lnTo>
                  <a:pt x="606153" y="88896"/>
                </a:lnTo>
                <a:lnTo>
                  <a:pt x="606525" y="88692"/>
                </a:lnTo>
                <a:lnTo>
                  <a:pt x="606895" y="88480"/>
                </a:lnTo>
                <a:lnTo>
                  <a:pt x="607261" y="88260"/>
                </a:lnTo>
                <a:lnTo>
                  <a:pt x="607624" y="88034"/>
                </a:lnTo>
                <a:lnTo>
                  <a:pt x="607983" y="87800"/>
                </a:lnTo>
                <a:lnTo>
                  <a:pt x="608340" y="87559"/>
                </a:lnTo>
                <a:lnTo>
                  <a:pt x="608693" y="87311"/>
                </a:lnTo>
                <a:lnTo>
                  <a:pt x="609043" y="87055"/>
                </a:lnTo>
                <a:lnTo>
                  <a:pt x="609390" y="86792"/>
                </a:lnTo>
                <a:lnTo>
                  <a:pt x="609734" y="86522"/>
                </a:lnTo>
                <a:lnTo>
                  <a:pt x="610074" y="86245"/>
                </a:lnTo>
                <a:lnTo>
                  <a:pt x="610411" y="85960"/>
                </a:lnTo>
                <a:lnTo>
                  <a:pt x="610745" y="85668"/>
                </a:lnTo>
                <a:lnTo>
                  <a:pt x="611076" y="85369"/>
                </a:lnTo>
                <a:lnTo>
                  <a:pt x="611403" y="85062"/>
                </a:lnTo>
                <a:lnTo>
                  <a:pt x="611728" y="84749"/>
                </a:lnTo>
                <a:lnTo>
                  <a:pt x="612049" y="84428"/>
                </a:lnTo>
                <a:lnTo>
                  <a:pt x="612367" y="84099"/>
                </a:lnTo>
                <a:lnTo>
                  <a:pt x="612682" y="83764"/>
                </a:lnTo>
                <a:lnTo>
                  <a:pt x="612992" y="83420"/>
                </a:lnTo>
                <a:lnTo>
                  <a:pt x="613298" y="83069"/>
                </a:lnTo>
                <a:lnTo>
                  <a:pt x="613599" y="82710"/>
                </a:lnTo>
                <a:lnTo>
                  <a:pt x="613895" y="82343"/>
                </a:lnTo>
                <a:lnTo>
                  <a:pt x="614186" y="81968"/>
                </a:lnTo>
                <a:lnTo>
                  <a:pt x="614472" y="81585"/>
                </a:lnTo>
                <a:lnTo>
                  <a:pt x="614753" y="81195"/>
                </a:lnTo>
                <a:lnTo>
                  <a:pt x="615029" y="80796"/>
                </a:lnTo>
                <a:lnTo>
                  <a:pt x="615300" y="80389"/>
                </a:lnTo>
                <a:lnTo>
                  <a:pt x="615567" y="79975"/>
                </a:lnTo>
                <a:lnTo>
                  <a:pt x="615828" y="79552"/>
                </a:lnTo>
                <a:lnTo>
                  <a:pt x="616085" y="79122"/>
                </a:lnTo>
                <a:lnTo>
                  <a:pt x="616336" y="78683"/>
                </a:lnTo>
                <a:lnTo>
                  <a:pt x="616583" y="78237"/>
                </a:lnTo>
                <a:lnTo>
                  <a:pt x="616825" y="77783"/>
                </a:lnTo>
                <a:lnTo>
                  <a:pt x="617061" y="77320"/>
                </a:lnTo>
                <a:lnTo>
                  <a:pt x="617293" y="76850"/>
                </a:lnTo>
                <a:lnTo>
                  <a:pt x="617520" y="76372"/>
                </a:lnTo>
                <a:lnTo>
                  <a:pt x="617742" y="75886"/>
                </a:lnTo>
                <a:lnTo>
                  <a:pt x="617960" y="75392"/>
                </a:lnTo>
                <a:lnTo>
                  <a:pt x="618172" y="74891"/>
                </a:lnTo>
                <a:lnTo>
                  <a:pt x="618379" y="74381"/>
                </a:lnTo>
                <a:lnTo>
                  <a:pt x="618581" y="73863"/>
                </a:lnTo>
                <a:lnTo>
                  <a:pt x="618779" y="73338"/>
                </a:lnTo>
                <a:lnTo>
                  <a:pt x="618970" y="72804"/>
                </a:lnTo>
                <a:lnTo>
                  <a:pt x="619153" y="72262"/>
                </a:lnTo>
                <a:lnTo>
                  <a:pt x="619327" y="71711"/>
                </a:lnTo>
                <a:lnTo>
                  <a:pt x="619494" y="71152"/>
                </a:lnTo>
                <a:lnTo>
                  <a:pt x="619652" y="70585"/>
                </a:lnTo>
                <a:lnTo>
                  <a:pt x="619803" y="70010"/>
                </a:lnTo>
                <a:lnTo>
                  <a:pt x="619945" y="69426"/>
                </a:lnTo>
                <a:lnTo>
                  <a:pt x="620079" y="68834"/>
                </a:lnTo>
                <a:lnTo>
                  <a:pt x="620205" y="68233"/>
                </a:lnTo>
                <a:lnTo>
                  <a:pt x="620323" y="67624"/>
                </a:lnTo>
                <a:lnTo>
                  <a:pt x="620432" y="67007"/>
                </a:lnTo>
                <a:lnTo>
                  <a:pt x="620534" y="66381"/>
                </a:lnTo>
                <a:lnTo>
                  <a:pt x="620627" y="65747"/>
                </a:lnTo>
                <a:lnTo>
                  <a:pt x="620713" y="65105"/>
                </a:lnTo>
                <a:lnTo>
                  <a:pt x="620790" y="64454"/>
                </a:lnTo>
                <a:lnTo>
                  <a:pt x="620859" y="63795"/>
                </a:lnTo>
                <a:lnTo>
                  <a:pt x="620920" y="63128"/>
                </a:lnTo>
                <a:lnTo>
                  <a:pt x="620973" y="62452"/>
                </a:lnTo>
                <a:lnTo>
                  <a:pt x="621017" y="61768"/>
                </a:lnTo>
                <a:lnTo>
                  <a:pt x="621054" y="61075"/>
                </a:lnTo>
                <a:lnTo>
                  <a:pt x="621082" y="60375"/>
                </a:lnTo>
                <a:lnTo>
                  <a:pt x="621103" y="59665"/>
                </a:lnTo>
                <a:lnTo>
                  <a:pt x="621115" y="58948"/>
                </a:lnTo>
                <a:lnTo>
                  <a:pt x="621119" y="58222"/>
                </a:lnTo>
                <a:lnTo>
                  <a:pt x="621115" y="57496"/>
                </a:lnTo>
                <a:lnTo>
                  <a:pt x="621103" y="56779"/>
                </a:lnTo>
                <a:lnTo>
                  <a:pt x="621082" y="56069"/>
                </a:lnTo>
                <a:lnTo>
                  <a:pt x="621054" y="55369"/>
                </a:lnTo>
                <a:lnTo>
                  <a:pt x="621017" y="54676"/>
                </a:lnTo>
                <a:lnTo>
                  <a:pt x="620973" y="53992"/>
                </a:lnTo>
                <a:lnTo>
                  <a:pt x="620920" y="53316"/>
                </a:lnTo>
                <a:lnTo>
                  <a:pt x="620859" y="52649"/>
                </a:lnTo>
                <a:lnTo>
                  <a:pt x="620790" y="51990"/>
                </a:lnTo>
                <a:lnTo>
                  <a:pt x="620713" y="51339"/>
                </a:lnTo>
                <a:lnTo>
                  <a:pt x="620627" y="50697"/>
                </a:lnTo>
                <a:lnTo>
                  <a:pt x="620534" y="50063"/>
                </a:lnTo>
                <a:lnTo>
                  <a:pt x="620432" y="49437"/>
                </a:lnTo>
                <a:lnTo>
                  <a:pt x="620323" y="48820"/>
                </a:lnTo>
                <a:lnTo>
                  <a:pt x="620205" y="48211"/>
                </a:lnTo>
                <a:lnTo>
                  <a:pt x="620079" y="47610"/>
                </a:lnTo>
                <a:lnTo>
                  <a:pt x="619945" y="47018"/>
                </a:lnTo>
                <a:lnTo>
                  <a:pt x="619803" y="46434"/>
                </a:lnTo>
                <a:lnTo>
                  <a:pt x="619652" y="45859"/>
                </a:lnTo>
                <a:lnTo>
                  <a:pt x="619494" y="45291"/>
                </a:lnTo>
                <a:lnTo>
                  <a:pt x="619327" y="44733"/>
                </a:lnTo>
                <a:lnTo>
                  <a:pt x="619153" y="44182"/>
                </a:lnTo>
                <a:lnTo>
                  <a:pt x="618970" y="43640"/>
                </a:lnTo>
                <a:lnTo>
                  <a:pt x="618779" y="43106"/>
                </a:lnTo>
                <a:lnTo>
                  <a:pt x="618581" y="42581"/>
                </a:lnTo>
                <a:lnTo>
                  <a:pt x="618379" y="42063"/>
                </a:lnTo>
                <a:lnTo>
                  <a:pt x="618172" y="41553"/>
                </a:lnTo>
                <a:lnTo>
                  <a:pt x="617960" y="41052"/>
                </a:lnTo>
                <a:lnTo>
                  <a:pt x="617742" y="40558"/>
                </a:lnTo>
                <a:lnTo>
                  <a:pt x="617520" y="40072"/>
                </a:lnTo>
                <a:lnTo>
                  <a:pt x="617293" y="39594"/>
                </a:lnTo>
                <a:lnTo>
                  <a:pt x="617061" y="39124"/>
                </a:lnTo>
                <a:lnTo>
                  <a:pt x="616825" y="38661"/>
                </a:lnTo>
                <a:lnTo>
                  <a:pt x="616583" y="38207"/>
                </a:lnTo>
                <a:lnTo>
                  <a:pt x="616336" y="37761"/>
                </a:lnTo>
                <a:lnTo>
                  <a:pt x="616085" y="37322"/>
                </a:lnTo>
                <a:lnTo>
                  <a:pt x="615828" y="36892"/>
                </a:lnTo>
                <a:lnTo>
                  <a:pt x="615567" y="36469"/>
                </a:lnTo>
                <a:lnTo>
                  <a:pt x="615300" y="36055"/>
                </a:lnTo>
                <a:lnTo>
                  <a:pt x="615029" y="35648"/>
                </a:lnTo>
                <a:lnTo>
                  <a:pt x="614753" y="35249"/>
                </a:lnTo>
                <a:lnTo>
                  <a:pt x="614472" y="34859"/>
                </a:lnTo>
                <a:lnTo>
                  <a:pt x="614186" y="34476"/>
                </a:lnTo>
                <a:lnTo>
                  <a:pt x="613895" y="34101"/>
                </a:lnTo>
                <a:lnTo>
                  <a:pt x="613599" y="33734"/>
                </a:lnTo>
                <a:lnTo>
                  <a:pt x="613298" y="33375"/>
                </a:lnTo>
                <a:lnTo>
                  <a:pt x="612992" y="33024"/>
                </a:lnTo>
                <a:lnTo>
                  <a:pt x="612682" y="32680"/>
                </a:lnTo>
                <a:lnTo>
                  <a:pt x="612367" y="32345"/>
                </a:lnTo>
                <a:lnTo>
                  <a:pt x="612049" y="32016"/>
                </a:lnTo>
                <a:lnTo>
                  <a:pt x="611728" y="31695"/>
                </a:lnTo>
                <a:lnTo>
                  <a:pt x="611403" y="31382"/>
                </a:lnTo>
                <a:lnTo>
                  <a:pt x="611076" y="31075"/>
                </a:lnTo>
                <a:lnTo>
                  <a:pt x="610745" y="30776"/>
                </a:lnTo>
                <a:lnTo>
                  <a:pt x="610411" y="30484"/>
                </a:lnTo>
                <a:lnTo>
                  <a:pt x="610074" y="30199"/>
                </a:lnTo>
                <a:lnTo>
                  <a:pt x="609734" y="29922"/>
                </a:lnTo>
                <a:lnTo>
                  <a:pt x="609390" y="29652"/>
                </a:lnTo>
                <a:lnTo>
                  <a:pt x="609043" y="29389"/>
                </a:lnTo>
                <a:lnTo>
                  <a:pt x="608693" y="29134"/>
                </a:lnTo>
                <a:lnTo>
                  <a:pt x="608340" y="28885"/>
                </a:lnTo>
                <a:lnTo>
                  <a:pt x="607983" y="28644"/>
                </a:lnTo>
                <a:lnTo>
                  <a:pt x="607624" y="28411"/>
                </a:lnTo>
                <a:lnTo>
                  <a:pt x="607261" y="28184"/>
                </a:lnTo>
                <a:lnTo>
                  <a:pt x="606895" y="27965"/>
                </a:lnTo>
                <a:lnTo>
                  <a:pt x="606525" y="27753"/>
                </a:lnTo>
                <a:lnTo>
                  <a:pt x="606153" y="27549"/>
                </a:lnTo>
                <a:lnTo>
                  <a:pt x="605777" y="27352"/>
                </a:lnTo>
                <a:lnTo>
                  <a:pt x="605398" y="27162"/>
                </a:lnTo>
                <a:lnTo>
                  <a:pt x="605016" y="26979"/>
                </a:lnTo>
                <a:lnTo>
                  <a:pt x="604631" y="26804"/>
                </a:lnTo>
                <a:lnTo>
                  <a:pt x="604242" y="26636"/>
                </a:lnTo>
                <a:lnTo>
                  <a:pt x="603852" y="26474"/>
                </a:lnTo>
                <a:lnTo>
                  <a:pt x="603461" y="26320"/>
                </a:lnTo>
                <a:lnTo>
                  <a:pt x="603070" y="26173"/>
                </a:lnTo>
                <a:lnTo>
                  <a:pt x="602679" y="26032"/>
                </a:lnTo>
                <a:lnTo>
                  <a:pt x="602287" y="25898"/>
                </a:lnTo>
                <a:lnTo>
                  <a:pt x="601894" y="25771"/>
                </a:lnTo>
                <a:lnTo>
                  <a:pt x="601502" y="25651"/>
                </a:lnTo>
                <a:lnTo>
                  <a:pt x="601108" y="25538"/>
                </a:lnTo>
                <a:lnTo>
                  <a:pt x="600715" y="25432"/>
                </a:lnTo>
                <a:lnTo>
                  <a:pt x="600321" y="25332"/>
                </a:lnTo>
                <a:lnTo>
                  <a:pt x="599926" y="25240"/>
                </a:lnTo>
                <a:lnTo>
                  <a:pt x="599531" y="25154"/>
                </a:lnTo>
                <a:lnTo>
                  <a:pt x="599136" y="25075"/>
                </a:lnTo>
                <a:lnTo>
                  <a:pt x="598740" y="25003"/>
                </a:lnTo>
                <a:lnTo>
                  <a:pt x="598344" y="24938"/>
                </a:lnTo>
                <a:lnTo>
                  <a:pt x="597947" y="24880"/>
                </a:lnTo>
                <a:lnTo>
                  <a:pt x="597550" y="24828"/>
                </a:lnTo>
                <a:lnTo>
                  <a:pt x="597152" y="24784"/>
                </a:lnTo>
                <a:lnTo>
                  <a:pt x="596754" y="24746"/>
                </a:lnTo>
                <a:lnTo>
                  <a:pt x="596356" y="24715"/>
                </a:lnTo>
                <a:lnTo>
                  <a:pt x="595957" y="24691"/>
                </a:lnTo>
                <a:lnTo>
                  <a:pt x="595558" y="24674"/>
                </a:lnTo>
                <a:lnTo>
                  <a:pt x="595158" y="24664"/>
                </a:lnTo>
                <a:lnTo>
                  <a:pt x="594758" y="24660"/>
                </a:lnTo>
                <a:lnTo>
                  <a:pt x="594266" y="24664"/>
                </a:lnTo>
                <a:lnTo>
                  <a:pt x="593776" y="24676"/>
                </a:lnTo>
                <a:lnTo>
                  <a:pt x="593287" y="24696"/>
                </a:lnTo>
                <a:lnTo>
                  <a:pt x="592799" y="24724"/>
                </a:lnTo>
                <a:lnTo>
                  <a:pt x="592313" y="24759"/>
                </a:lnTo>
                <a:lnTo>
                  <a:pt x="591829" y="24803"/>
                </a:lnTo>
                <a:lnTo>
                  <a:pt x="591346" y="24855"/>
                </a:lnTo>
                <a:lnTo>
                  <a:pt x="590865" y="24914"/>
                </a:lnTo>
                <a:lnTo>
                  <a:pt x="590385" y="24982"/>
                </a:lnTo>
                <a:lnTo>
                  <a:pt x="589906" y="25057"/>
                </a:lnTo>
                <a:lnTo>
                  <a:pt x="589429" y="25141"/>
                </a:lnTo>
                <a:lnTo>
                  <a:pt x="588954" y="25232"/>
                </a:lnTo>
                <a:lnTo>
                  <a:pt x="588480" y="25331"/>
                </a:lnTo>
                <a:lnTo>
                  <a:pt x="588007" y="25439"/>
                </a:lnTo>
                <a:lnTo>
                  <a:pt x="587536" y="25554"/>
                </a:lnTo>
                <a:lnTo>
                  <a:pt x="587067" y="25677"/>
                </a:lnTo>
                <a:lnTo>
                  <a:pt x="586599" y="25808"/>
                </a:lnTo>
                <a:lnTo>
                  <a:pt x="586132" y="25947"/>
                </a:lnTo>
                <a:lnTo>
                  <a:pt x="585667" y="26094"/>
                </a:lnTo>
                <a:lnTo>
                  <a:pt x="585203" y="26249"/>
                </a:lnTo>
                <a:lnTo>
                  <a:pt x="584741" y="26411"/>
                </a:lnTo>
                <a:lnTo>
                  <a:pt x="584281" y="26582"/>
                </a:lnTo>
                <a:lnTo>
                  <a:pt x="583821" y="26761"/>
                </a:lnTo>
                <a:lnTo>
                  <a:pt x="583364" y="26948"/>
                </a:lnTo>
                <a:lnTo>
                  <a:pt x="582911" y="27143"/>
                </a:lnTo>
                <a:lnTo>
                  <a:pt x="582466" y="27347"/>
                </a:lnTo>
                <a:lnTo>
                  <a:pt x="582029" y="27561"/>
                </a:lnTo>
                <a:lnTo>
                  <a:pt x="581600" y="27784"/>
                </a:lnTo>
                <a:lnTo>
                  <a:pt x="581179" y="28016"/>
                </a:lnTo>
                <a:lnTo>
                  <a:pt x="580766" y="28258"/>
                </a:lnTo>
                <a:lnTo>
                  <a:pt x="580360" y="28508"/>
                </a:lnTo>
                <a:lnTo>
                  <a:pt x="579963" y="28768"/>
                </a:lnTo>
                <a:lnTo>
                  <a:pt x="579574" y="29037"/>
                </a:lnTo>
                <a:lnTo>
                  <a:pt x="579192" y="29316"/>
                </a:lnTo>
                <a:lnTo>
                  <a:pt x="578818" y="29603"/>
                </a:lnTo>
                <a:lnTo>
                  <a:pt x="578452" y="29900"/>
                </a:lnTo>
                <a:lnTo>
                  <a:pt x="578095" y="30206"/>
                </a:lnTo>
                <a:lnTo>
                  <a:pt x="577745" y="30521"/>
                </a:lnTo>
                <a:lnTo>
                  <a:pt x="577403" y="30846"/>
                </a:lnTo>
                <a:lnTo>
                  <a:pt x="577068" y="31180"/>
                </a:lnTo>
                <a:lnTo>
                  <a:pt x="576742" y="31523"/>
                </a:lnTo>
                <a:lnTo>
                  <a:pt x="576424" y="31875"/>
                </a:lnTo>
                <a:lnTo>
                  <a:pt x="576114" y="32236"/>
                </a:lnTo>
                <a:lnTo>
                  <a:pt x="575811" y="32607"/>
                </a:lnTo>
                <a:lnTo>
                  <a:pt x="575516" y="32987"/>
                </a:lnTo>
                <a:lnTo>
                  <a:pt x="575230" y="33376"/>
                </a:lnTo>
                <a:lnTo>
                  <a:pt x="574951" y="33774"/>
                </a:lnTo>
                <a:lnTo>
                  <a:pt x="574680" y="34182"/>
                </a:lnTo>
                <a:lnTo>
                  <a:pt x="574434" y="34182"/>
                </a:lnTo>
                <a:lnTo>
                  <a:pt x="574434" y="2165"/>
                </a:lnTo>
                <a:lnTo>
                  <a:pt x="556943" y="2165"/>
                </a:lnTo>
                <a:lnTo>
                  <a:pt x="556943" y="90141"/>
                </a:lnTo>
                <a:lnTo>
                  <a:pt x="573571" y="90141"/>
                </a:lnTo>
                <a:lnTo>
                  <a:pt x="573571" y="82012"/>
                </a:lnTo>
                <a:lnTo>
                  <a:pt x="573817" y="82012"/>
                </a:lnTo>
                <a:lnTo>
                  <a:pt x="574058" y="82450"/>
                </a:lnTo>
                <a:lnTo>
                  <a:pt x="574308" y="82877"/>
                </a:lnTo>
                <a:close/>
                <a:moveTo>
                  <a:pt x="603574" y="60300"/>
                </a:moveTo>
                <a:lnTo>
                  <a:pt x="603554" y="60623"/>
                </a:lnTo>
                <a:lnTo>
                  <a:pt x="603532" y="60945"/>
                </a:lnTo>
                <a:lnTo>
                  <a:pt x="603506" y="61266"/>
                </a:lnTo>
                <a:lnTo>
                  <a:pt x="603478" y="61586"/>
                </a:lnTo>
                <a:lnTo>
                  <a:pt x="603446" y="61906"/>
                </a:lnTo>
                <a:lnTo>
                  <a:pt x="603412" y="62225"/>
                </a:lnTo>
                <a:lnTo>
                  <a:pt x="603375" y="62542"/>
                </a:lnTo>
                <a:lnTo>
                  <a:pt x="603334" y="62859"/>
                </a:lnTo>
                <a:lnTo>
                  <a:pt x="603291" y="63176"/>
                </a:lnTo>
                <a:lnTo>
                  <a:pt x="603244" y="63491"/>
                </a:lnTo>
                <a:lnTo>
                  <a:pt x="603195" y="63805"/>
                </a:lnTo>
                <a:lnTo>
                  <a:pt x="603142" y="64119"/>
                </a:lnTo>
                <a:lnTo>
                  <a:pt x="603087" y="64432"/>
                </a:lnTo>
                <a:lnTo>
                  <a:pt x="603029" y="64744"/>
                </a:lnTo>
                <a:lnTo>
                  <a:pt x="602967" y="65055"/>
                </a:lnTo>
                <a:lnTo>
                  <a:pt x="602903" y="65365"/>
                </a:lnTo>
                <a:lnTo>
                  <a:pt x="602835" y="65674"/>
                </a:lnTo>
                <a:lnTo>
                  <a:pt x="602765" y="65983"/>
                </a:lnTo>
                <a:lnTo>
                  <a:pt x="602691" y="66289"/>
                </a:lnTo>
                <a:lnTo>
                  <a:pt x="602614" y="66593"/>
                </a:lnTo>
                <a:lnTo>
                  <a:pt x="602534" y="66893"/>
                </a:lnTo>
                <a:lnTo>
                  <a:pt x="602450" y="67191"/>
                </a:lnTo>
                <a:lnTo>
                  <a:pt x="602363" y="67485"/>
                </a:lnTo>
                <a:lnTo>
                  <a:pt x="602272" y="67777"/>
                </a:lnTo>
                <a:lnTo>
                  <a:pt x="602178" y="68065"/>
                </a:lnTo>
                <a:lnTo>
                  <a:pt x="602080" y="68351"/>
                </a:lnTo>
                <a:lnTo>
                  <a:pt x="601979" y="68633"/>
                </a:lnTo>
                <a:lnTo>
                  <a:pt x="601875" y="68913"/>
                </a:lnTo>
                <a:lnTo>
                  <a:pt x="601767" y="69189"/>
                </a:lnTo>
                <a:lnTo>
                  <a:pt x="601656" y="69463"/>
                </a:lnTo>
                <a:lnTo>
                  <a:pt x="601541" y="69733"/>
                </a:lnTo>
                <a:lnTo>
                  <a:pt x="601423" y="70001"/>
                </a:lnTo>
                <a:lnTo>
                  <a:pt x="601302" y="70266"/>
                </a:lnTo>
                <a:lnTo>
                  <a:pt x="601177" y="70527"/>
                </a:lnTo>
                <a:lnTo>
                  <a:pt x="601049" y="70786"/>
                </a:lnTo>
                <a:lnTo>
                  <a:pt x="600917" y="71041"/>
                </a:lnTo>
                <a:lnTo>
                  <a:pt x="600782" y="71294"/>
                </a:lnTo>
                <a:lnTo>
                  <a:pt x="600643" y="71544"/>
                </a:lnTo>
                <a:lnTo>
                  <a:pt x="600501" y="71790"/>
                </a:lnTo>
                <a:lnTo>
                  <a:pt x="600356" y="72034"/>
                </a:lnTo>
                <a:lnTo>
                  <a:pt x="600207" y="72275"/>
                </a:lnTo>
                <a:lnTo>
                  <a:pt x="600055" y="72512"/>
                </a:lnTo>
                <a:lnTo>
                  <a:pt x="599899" y="72746"/>
                </a:lnTo>
                <a:lnTo>
                  <a:pt x="599740" y="72976"/>
                </a:lnTo>
                <a:lnTo>
                  <a:pt x="599578" y="73202"/>
                </a:lnTo>
                <a:lnTo>
                  <a:pt x="599413" y="73424"/>
                </a:lnTo>
                <a:lnTo>
                  <a:pt x="599245" y="73642"/>
                </a:lnTo>
                <a:lnTo>
                  <a:pt x="599073" y="73856"/>
                </a:lnTo>
                <a:lnTo>
                  <a:pt x="598898" y="74065"/>
                </a:lnTo>
                <a:lnTo>
                  <a:pt x="598720" y="74271"/>
                </a:lnTo>
                <a:lnTo>
                  <a:pt x="598539" y="74472"/>
                </a:lnTo>
                <a:lnTo>
                  <a:pt x="598354" y="74670"/>
                </a:lnTo>
                <a:lnTo>
                  <a:pt x="598167" y="74863"/>
                </a:lnTo>
                <a:lnTo>
                  <a:pt x="597976" y="75053"/>
                </a:lnTo>
                <a:lnTo>
                  <a:pt x="597782" y="75238"/>
                </a:lnTo>
                <a:lnTo>
                  <a:pt x="597584" y="75419"/>
                </a:lnTo>
                <a:lnTo>
                  <a:pt x="597384" y="75596"/>
                </a:lnTo>
                <a:lnTo>
                  <a:pt x="597180" y="75770"/>
                </a:lnTo>
                <a:lnTo>
                  <a:pt x="596973" y="75939"/>
                </a:lnTo>
                <a:lnTo>
                  <a:pt x="596763" y="76104"/>
                </a:lnTo>
                <a:lnTo>
                  <a:pt x="596550" y="76265"/>
                </a:lnTo>
                <a:lnTo>
                  <a:pt x="596333" y="76421"/>
                </a:lnTo>
                <a:lnTo>
                  <a:pt x="596113" y="76574"/>
                </a:lnTo>
                <a:lnTo>
                  <a:pt x="595890" y="76723"/>
                </a:lnTo>
                <a:lnTo>
                  <a:pt x="595664" y="76868"/>
                </a:lnTo>
                <a:lnTo>
                  <a:pt x="595435" y="77008"/>
                </a:lnTo>
                <a:lnTo>
                  <a:pt x="595202" y="77144"/>
                </a:lnTo>
                <a:lnTo>
                  <a:pt x="594965" y="77274"/>
                </a:lnTo>
                <a:lnTo>
                  <a:pt x="594724" y="77398"/>
                </a:lnTo>
                <a:lnTo>
                  <a:pt x="594478" y="77517"/>
                </a:lnTo>
                <a:lnTo>
                  <a:pt x="594229" y="77629"/>
                </a:lnTo>
                <a:lnTo>
                  <a:pt x="593976" y="77736"/>
                </a:lnTo>
                <a:lnTo>
                  <a:pt x="593719" y="77837"/>
                </a:lnTo>
                <a:lnTo>
                  <a:pt x="593457" y="77933"/>
                </a:lnTo>
                <a:lnTo>
                  <a:pt x="593192" y="78022"/>
                </a:lnTo>
                <a:lnTo>
                  <a:pt x="592922" y="78106"/>
                </a:lnTo>
                <a:lnTo>
                  <a:pt x="592649" y="78184"/>
                </a:lnTo>
                <a:lnTo>
                  <a:pt x="592371" y="78256"/>
                </a:lnTo>
                <a:lnTo>
                  <a:pt x="592090" y="78322"/>
                </a:lnTo>
                <a:lnTo>
                  <a:pt x="591804" y="78383"/>
                </a:lnTo>
                <a:lnTo>
                  <a:pt x="591514" y="78438"/>
                </a:lnTo>
                <a:lnTo>
                  <a:pt x="591220" y="78487"/>
                </a:lnTo>
                <a:lnTo>
                  <a:pt x="590922" y="78530"/>
                </a:lnTo>
                <a:lnTo>
                  <a:pt x="590620" y="78568"/>
                </a:lnTo>
                <a:lnTo>
                  <a:pt x="590314" y="78600"/>
                </a:lnTo>
                <a:lnTo>
                  <a:pt x="590004" y="78626"/>
                </a:lnTo>
                <a:lnTo>
                  <a:pt x="589690" y="78646"/>
                </a:lnTo>
                <a:lnTo>
                  <a:pt x="589371" y="78660"/>
                </a:lnTo>
                <a:lnTo>
                  <a:pt x="589049" y="78669"/>
                </a:lnTo>
                <a:lnTo>
                  <a:pt x="588723" y="78672"/>
                </a:lnTo>
                <a:lnTo>
                  <a:pt x="588406" y="78669"/>
                </a:lnTo>
                <a:lnTo>
                  <a:pt x="588093" y="78660"/>
                </a:lnTo>
                <a:lnTo>
                  <a:pt x="587783" y="78646"/>
                </a:lnTo>
                <a:lnTo>
                  <a:pt x="587477" y="78626"/>
                </a:lnTo>
                <a:lnTo>
                  <a:pt x="587174" y="78600"/>
                </a:lnTo>
                <a:lnTo>
                  <a:pt x="586875" y="78568"/>
                </a:lnTo>
                <a:lnTo>
                  <a:pt x="586579" y="78530"/>
                </a:lnTo>
                <a:lnTo>
                  <a:pt x="586286" y="78487"/>
                </a:lnTo>
                <a:lnTo>
                  <a:pt x="585997" y="78438"/>
                </a:lnTo>
                <a:lnTo>
                  <a:pt x="585711" y="78383"/>
                </a:lnTo>
                <a:lnTo>
                  <a:pt x="585429" y="78322"/>
                </a:lnTo>
                <a:lnTo>
                  <a:pt x="585150" y="78256"/>
                </a:lnTo>
                <a:lnTo>
                  <a:pt x="584874" y="78184"/>
                </a:lnTo>
                <a:lnTo>
                  <a:pt x="584602" y="78106"/>
                </a:lnTo>
                <a:lnTo>
                  <a:pt x="584334" y="78022"/>
                </a:lnTo>
                <a:lnTo>
                  <a:pt x="584069" y="77933"/>
                </a:lnTo>
                <a:lnTo>
                  <a:pt x="583807" y="77837"/>
                </a:lnTo>
                <a:lnTo>
                  <a:pt x="583549" y="77736"/>
                </a:lnTo>
                <a:lnTo>
                  <a:pt x="583294" y="77629"/>
                </a:lnTo>
                <a:lnTo>
                  <a:pt x="583042" y="77517"/>
                </a:lnTo>
                <a:lnTo>
                  <a:pt x="582794" y="77398"/>
                </a:lnTo>
                <a:lnTo>
                  <a:pt x="582550" y="77274"/>
                </a:lnTo>
                <a:lnTo>
                  <a:pt x="582308" y="77144"/>
                </a:lnTo>
                <a:lnTo>
                  <a:pt x="582071" y="77008"/>
                </a:lnTo>
                <a:lnTo>
                  <a:pt x="581836" y="76868"/>
                </a:lnTo>
                <a:lnTo>
                  <a:pt x="581605" y="76723"/>
                </a:lnTo>
                <a:lnTo>
                  <a:pt x="581378" y="76574"/>
                </a:lnTo>
                <a:lnTo>
                  <a:pt x="581154" y="76421"/>
                </a:lnTo>
                <a:lnTo>
                  <a:pt x="580933" y="76265"/>
                </a:lnTo>
                <a:lnTo>
                  <a:pt x="580716" y="76104"/>
                </a:lnTo>
                <a:lnTo>
                  <a:pt x="580502" y="75939"/>
                </a:lnTo>
                <a:lnTo>
                  <a:pt x="580292" y="75770"/>
                </a:lnTo>
                <a:lnTo>
                  <a:pt x="580085" y="75596"/>
                </a:lnTo>
                <a:lnTo>
                  <a:pt x="579881" y="75419"/>
                </a:lnTo>
                <a:lnTo>
                  <a:pt x="579681" y="75238"/>
                </a:lnTo>
                <a:lnTo>
                  <a:pt x="579484" y="75053"/>
                </a:lnTo>
                <a:lnTo>
                  <a:pt x="579291" y="74863"/>
                </a:lnTo>
                <a:lnTo>
                  <a:pt x="579101" y="74670"/>
                </a:lnTo>
                <a:lnTo>
                  <a:pt x="578915" y="74472"/>
                </a:lnTo>
                <a:lnTo>
                  <a:pt x="578732" y="74271"/>
                </a:lnTo>
                <a:lnTo>
                  <a:pt x="578552" y="74065"/>
                </a:lnTo>
                <a:lnTo>
                  <a:pt x="578376" y="73856"/>
                </a:lnTo>
                <a:lnTo>
                  <a:pt x="578203" y="73642"/>
                </a:lnTo>
                <a:lnTo>
                  <a:pt x="578034" y="73424"/>
                </a:lnTo>
                <a:lnTo>
                  <a:pt x="577868" y="73202"/>
                </a:lnTo>
                <a:lnTo>
                  <a:pt x="577705" y="72976"/>
                </a:lnTo>
                <a:lnTo>
                  <a:pt x="577546" y="72746"/>
                </a:lnTo>
                <a:lnTo>
                  <a:pt x="577391" y="72512"/>
                </a:lnTo>
                <a:lnTo>
                  <a:pt x="577238" y="72275"/>
                </a:lnTo>
                <a:lnTo>
                  <a:pt x="577089" y="72034"/>
                </a:lnTo>
                <a:lnTo>
                  <a:pt x="576944" y="71790"/>
                </a:lnTo>
                <a:lnTo>
                  <a:pt x="576802" y="71544"/>
                </a:lnTo>
                <a:lnTo>
                  <a:pt x="576663" y="71294"/>
                </a:lnTo>
                <a:lnTo>
                  <a:pt x="576528" y="71041"/>
                </a:lnTo>
                <a:lnTo>
                  <a:pt x="576397" y="70786"/>
                </a:lnTo>
                <a:lnTo>
                  <a:pt x="576268" y="70527"/>
                </a:lnTo>
                <a:lnTo>
                  <a:pt x="576143" y="70266"/>
                </a:lnTo>
                <a:lnTo>
                  <a:pt x="576022" y="70001"/>
                </a:lnTo>
                <a:lnTo>
                  <a:pt x="575904" y="69733"/>
                </a:lnTo>
                <a:lnTo>
                  <a:pt x="575789" y="69463"/>
                </a:lnTo>
                <a:lnTo>
                  <a:pt x="575678" y="69189"/>
                </a:lnTo>
                <a:lnTo>
                  <a:pt x="575570" y="68913"/>
                </a:lnTo>
                <a:lnTo>
                  <a:pt x="575466" y="68633"/>
                </a:lnTo>
                <a:lnTo>
                  <a:pt x="575365" y="68351"/>
                </a:lnTo>
                <a:lnTo>
                  <a:pt x="575267" y="68065"/>
                </a:lnTo>
                <a:lnTo>
                  <a:pt x="575173" y="67777"/>
                </a:lnTo>
                <a:lnTo>
                  <a:pt x="575082" y="67485"/>
                </a:lnTo>
                <a:lnTo>
                  <a:pt x="574995" y="67191"/>
                </a:lnTo>
                <a:lnTo>
                  <a:pt x="574911" y="66893"/>
                </a:lnTo>
                <a:lnTo>
                  <a:pt x="574831" y="66593"/>
                </a:lnTo>
                <a:lnTo>
                  <a:pt x="574754" y="66289"/>
                </a:lnTo>
                <a:lnTo>
                  <a:pt x="574680" y="65983"/>
                </a:lnTo>
                <a:lnTo>
                  <a:pt x="574610" y="65674"/>
                </a:lnTo>
                <a:lnTo>
                  <a:pt x="574542" y="65365"/>
                </a:lnTo>
                <a:lnTo>
                  <a:pt x="574478" y="65055"/>
                </a:lnTo>
                <a:lnTo>
                  <a:pt x="574417" y="64744"/>
                </a:lnTo>
                <a:lnTo>
                  <a:pt x="574358" y="64432"/>
                </a:lnTo>
                <a:lnTo>
                  <a:pt x="574303" y="64119"/>
                </a:lnTo>
                <a:lnTo>
                  <a:pt x="574250" y="63805"/>
                </a:lnTo>
                <a:lnTo>
                  <a:pt x="574201" y="63491"/>
                </a:lnTo>
                <a:lnTo>
                  <a:pt x="574154" y="63176"/>
                </a:lnTo>
                <a:lnTo>
                  <a:pt x="574111" y="62859"/>
                </a:lnTo>
                <a:lnTo>
                  <a:pt x="574071" y="62542"/>
                </a:lnTo>
                <a:lnTo>
                  <a:pt x="574033" y="62225"/>
                </a:lnTo>
                <a:lnTo>
                  <a:pt x="573999" y="61906"/>
                </a:lnTo>
                <a:lnTo>
                  <a:pt x="573967" y="61586"/>
                </a:lnTo>
                <a:lnTo>
                  <a:pt x="573939" y="61266"/>
                </a:lnTo>
                <a:lnTo>
                  <a:pt x="573913" y="60945"/>
                </a:lnTo>
                <a:lnTo>
                  <a:pt x="573891" y="60623"/>
                </a:lnTo>
                <a:lnTo>
                  <a:pt x="573871" y="60300"/>
                </a:lnTo>
                <a:lnTo>
                  <a:pt x="573855" y="59976"/>
                </a:lnTo>
                <a:lnTo>
                  <a:pt x="573841" y="59651"/>
                </a:lnTo>
                <a:lnTo>
                  <a:pt x="573831" y="59326"/>
                </a:lnTo>
                <a:lnTo>
                  <a:pt x="573823" y="58999"/>
                </a:lnTo>
                <a:lnTo>
                  <a:pt x="573819" y="58672"/>
                </a:lnTo>
                <a:lnTo>
                  <a:pt x="573817" y="58344"/>
                </a:lnTo>
                <a:lnTo>
                  <a:pt x="573819" y="58006"/>
                </a:lnTo>
                <a:lnTo>
                  <a:pt x="573823" y="57669"/>
                </a:lnTo>
                <a:lnTo>
                  <a:pt x="573831" y="57334"/>
                </a:lnTo>
                <a:lnTo>
                  <a:pt x="573841" y="56999"/>
                </a:lnTo>
                <a:lnTo>
                  <a:pt x="573855" y="56666"/>
                </a:lnTo>
                <a:lnTo>
                  <a:pt x="573871" y="56335"/>
                </a:lnTo>
                <a:lnTo>
                  <a:pt x="573891" y="56004"/>
                </a:lnTo>
                <a:lnTo>
                  <a:pt x="573913" y="55675"/>
                </a:lnTo>
                <a:lnTo>
                  <a:pt x="573939" y="55347"/>
                </a:lnTo>
                <a:lnTo>
                  <a:pt x="573967" y="55020"/>
                </a:lnTo>
                <a:lnTo>
                  <a:pt x="573999" y="54695"/>
                </a:lnTo>
                <a:lnTo>
                  <a:pt x="574033" y="54371"/>
                </a:lnTo>
                <a:lnTo>
                  <a:pt x="574071" y="54048"/>
                </a:lnTo>
                <a:lnTo>
                  <a:pt x="574111" y="53727"/>
                </a:lnTo>
                <a:lnTo>
                  <a:pt x="574154" y="53407"/>
                </a:lnTo>
                <a:lnTo>
                  <a:pt x="574201" y="53088"/>
                </a:lnTo>
                <a:lnTo>
                  <a:pt x="574250" y="52770"/>
                </a:lnTo>
                <a:lnTo>
                  <a:pt x="574303" y="52454"/>
                </a:lnTo>
                <a:lnTo>
                  <a:pt x="574358" y="52139"/>
                </a:lnTo>
                <a:lnTo>
                  <a:pt x="574417" y="51825"/>
                </a:lnTo>
                <a:lnTo>
                  <a:pt x="574478" y="51513"/>
                </a:lnTo>
                <a:lnTo>
                  <a:pt x="574542" y="51202"/>
                </a:lnTo>
                <a:lnTo>
                  <a:pt x="574610" y="50892"/>
                </a:lnTo>
                <a:lnTo>
                  <a:pt x="574680" y="50583"/>
                </a:lnTo>
                <a:lnTo>
                  <a:pt x="574754" y="50277"/>
                </a:lnTo>
                <a:lnTo>
                  <a:pt x="574831" y="49973"/>
                </a:lnTo>
                <a:lnTo>
                  <a:pt x="574911" y="49673"/>
                </a:lnTo>
                <a:lnTo>
                  <a:pt x="574995" y="49375"/>
                </a:lnTo>
                <a:lnTo>
                  <a:pt x="575082" y="49080"/>
                </a:lnTo>
                <a:lnTo>
                  <a:pt x="575173" y="48789"/>
                </a:lnTo>
                <a:lnTo>
                  <a:pt x="575267" y="48500"/>
                </a:lnTo>
                <a:lnTo>
                  <a:pt x="575365" y="48215"/>
                </a:lnTo>
                <a:lnTo>
                  <a:pt x="575466" y="47932"/>
                </a:lnTo>
                <a:lnTo>
                  <a:pt x="575570" y="47653"/>
                </a:lnTo>
                <a:lnTo>
                  <a:pt x="575678" y="47376"/>
                </a:lnTo>
                <a:lnTo>
                  <a:pt x="575789" y="47102"/>
                </a:lnTo>
                <a:lnTo>
                  <a:pt x="575904" y="46832"/>
                </a:lnTo>
                <a:lnTo>
                  <a:pt x="576022" y="46564"/>
                </a:lnTo>
                <a:lnTo>
                  <a:pt x="576143" y="46300"/>
                </a:lnTo>
                <a:lnTo>
                  <a:pt x="576268" y="46038"/>
                </a:lnTo>
                <a:lnTo>
                  <a:pt x="576397" y="45780"/>
                </a:lnTo>
                <a:lnTo>
                  <a:pt x="576528" y="45524"/>
                </a:lnTo>
                <a:lnTo>
                  <a:pt x="576663" y="45271"/>
                </a:lnTo>
                <a:lnTo>
                  <a:pt x="576802" y="45022"/>
                </a:lnTo>
                <a:lnTo>
                  <a:pt x="576944" y="44775"/>
                </a:lnTo>
                <a:lnTo>
                  <a:pt x="577089" y="44532"/>
                </a:lnTo>
                <a:lnTo>
                  <a:pt x="577238" y="44291"/>
                </a:lnTo>
                <a:lnTo>
                  <a:pt x="577391" y="44054"/>
                </a:lnTo>
                <a:lnTo>
                  <a:pt x="577546" y="43820"/>
                </a:lnTo>
                <a:lnTo>
                  <a:pt x="577705" y="43589"/>
                </a:lnTo>
                <a:lnTo>
                  <a:pt x="577868" y="43363"/>
                </a:lnTo>
                <a:lnTo>
                  <a:pt x="578034" y="43141"/>
                </a:lnTo>
                <a:lnTo>
                  <a:pt x="578203" y="42923"/>
                </a:lnTo>
                <a:lnTo>
                  <a:pt x="578376" y="42710"/>
                </a:lnTo>
                <a:lnTo>
                  <a:pt x="578552" y="42500"/>
                </a:lnTo>
                <a:lnTo>
                  <a:pt x="578732" y="42294"/>
                </a:lnTo>
                <a:lnTo>
                  <a:pt x="578915" y="42093"/>
                </a:lnTo>
                <a:lnTo>
                  <a:pt x="579101" y="41895"/>
                </a:lnTo>
                <a:lnTo>
                  <a:pt x="579291" y="41701"/>
                </a:lnTo>
                <a:lnTo>
                  <a:pt x="579484" y="41512"/>
                </a:lnTo>
                <a:lnTo>
                  <a:pt x="579681" y="41327"/>
                </a:lnTo>
                <a:lnTo>
                  <a:pt x="579881" y="41145"/>
                </a:lnTo>
                <a:lnTo>
                  <a:pt x="580085" y="40968"/>
                </a:lnTo>
                <a:lnTo>
                  <a:pt x="580292" y="40795"/>
                </a:lnTo>
                <a:lnTo>
                  <a:pt x="580502" y="40626"/>
                </a:lnTo>
                <a:lnTo>
                  <a:pt x="580716" y="40461"/>
                </a:lnTo>
                <a:lnTo>
                  <a:pt x="580933" y="40300"/>
                </a:lnTo>
                <a:lnTo>
                  <a:pt x="581154" y="40143"/>
                </a:lnTo>
                <a:lnTo>
                  <a:pt x="581378" y="39990"/>
                </a:lnTo>
                <a:lnTo>
                  <a:pt x="581605" y="39841"/>
                </a:lnTo>
                <a:lnTo>
                  <a:pt x="581836" y="39696"/>
                </a:lnTo>
                <a:lnTo>
                  <a:pt x="582071" y="39556"/>
                </a:lnTo>
                <a:lnTo>
                  <a:pt x="582308" y="39420"/>
                </a:lnTo>
                <a:lnTo>
                  <a:pt x="582550" y="39290"/>
                </a:lnTo>
                <a:lnTo>
                  <a:pt x="582794" y="39166"/>
                </a:lnTo>
                <a:lnTo>
                  <a:pt x="583042" y="39048"/>
                </a:lnTo>
                <a:lnTo>
                  <a:pt x="583294" y="38935"/>
                </a:lnTo>
                <a:lnTo>
                  <a:pt x="583549" y="38828"/>
                </a:lnTo>
                <a:lnTo>
                  <a:pt x="583807" y="38727"/>
                </a:lnTo>
                <a:lnTo>
                  <a:pt x="584069" y="38632"/>
                </a:lnTo>
                <a:lnTo>
                  <a:pt x="584334" y="38542"/>
                </a:lnTo>
                <a:lnTo>
                  <a:pt x="584602" y="38458"/>
                </a:lnTo>
                <a:lnTo>
                  <a:pt x="584874" y="38380"/>
                </a:lnTo>
                <a:lnTo>
                  <a:pt x="585150" y="38308"/>
                </a:lnTo>
                <a:lnTo>
                  <a:pt x="585429" y="38242"/>
                </a:lnTo>
                <a:lnTo>
                  <a:pt x="585711" y="38181"/>
                </a:lnTo>
                <a:lnTo>
                  <a:pt x="585997" y="38126"/>
                </a:lnTo>
                <a:lnTo>
                  <a:pt x="586286" y="38077"/>
                </a:lnTo>
                <a:lnTo>
                  <a:pt x="586579" y="38034"/>
                </a:lnTo>
                <a:lnTo>
                  <a:pt x="586875" y="37996"/>
                </a:lnTo>
                <a:lnTo>
                  <a:pt x="587174" y="37965"/>
                </a:lnTo>
                <a:lnTo>
                  <a:pt x="587477" y="37939"/>
                </a:lnTo>
                <a:lnTo>
                  <a:pt x="587783" y="37918"/>
                </a:lnTo>
                <a:lnTo>
                  <a:pt x="588093" y="37904"/>
                </a:lnTo>
                <a:lnTo>
                  <a:pt x="588406" y="37895"/>
                </a:lnTo>
                <a:lnTo>
                  <a:pt x="588723" y="37892"/>
                </a:lnTo>
                <a:lnTo>
                  <a:pt x="589049" y="37895"/>
                </a:lnTo>
                <a:lnTo>
                  <a:pt x="589371" y="37904"/>
                </a:lnTo>
                <a:lnTo>
                  <a:pt x="589690" y="37918"/>
                </a:lnTo>
                <a:lnTo>
                  <a:pt x="590004" y="37939"/>
                </a:lnTo>
                <a:lnTo>
                  <a:pt x="590314" y="37965"/>
                </a:lnTo>
                <a:lnTo>
                  <a:pt x="590620" y="37996"/>
                </a:lnTo>
                <a:lnTo>
                  <a:pt x="590922" y="38034"/>
                </a:lnTo>
                <a:lnTo>
                  <a:pt x="591220" y="38077"/>
                </a:lnTo>
                <a:lnTo>
                  <a:pt x="591514" y="38126"/>
                </a:lnTo>
                <a:lnTo>
                  <a:pt x="591804" y="38181"/>
                </a:lnTo>
                <a:lnTo>
                  <a:pt x="592090" y="38242"/>
                </a:lnTo>
                <a:lnTo>
                  <a:pt x="592371" y="38308"/>
                </a:lnTo>
                <a:lnTo>
                  <a:pt x="592649" y="38380"/>
                </a:lnTo>
                <a:lnTo>
                  <a:pt x="592922" y="38458"/>
                </a:lnTo>
                <a:lnTo>
                  <a:pt x="593192" y="38542"/>
                </a:lnTo>
                <a:lnTo>
                  <a:pt x="593457" y="38632"/>
                </a:lnTo>
                <a:lnTo>
                  <a:pt x="593719" y="38727"/>
                </a:lnTo>
                <a:lnTo>
                  <a:pt x="593976" y="38828"/>
                </a:lnTo>
                <a:lnTo>
                  <a:pt x="594229" y="38935"/>
                </a:lnTo>
                <a:lnTo>
                  <a:pt x="594478" y="39048"/>
                </a:lnTo>
                <a:lnTo>
                  <a:pt x="594724" y="39166"/>
                </a:lnTo>
                <a:lnTo>
                  <a:pt x="594965" y="39290"/>
                </a:lnTo>
                <a:lnTo>
                  <a:pt x="595202" y="39420"/>
                </a:lnTo>
                <a:lnTo>
                  <a:pt x="595435" y="39556"/>
                </a:lnTo>
                <a:lnTo>
                  <a:pt x="595664" y="39696"/>
                </a:lnTo>
                <a:lnTo>
                  <a:pt x="595890" y="39841"/>
                </a:lnTo>
                <a:lnTo>
                  <a:pt x="596113" y="39990"/>
                </a:lnTo>
                <a:lnTo>
                  <a:pt x="596333" y="40143"/>
                </a:lnTo>
                <a:lnTo>
                  <a:pt x="596550" y="40300"/>
                </a:lnTo>
                <a:lnTo>
                  <a:pt x="596763" y="40461"/>
                </a:lnTo>
                <a:lnTo>
                  <a:pt x="596973" y="40626"/>
                </a:lnTo>
                <a:lnTo>
                  <a:pt x="597180" y="40795"/>
                </a:lnTo>
                <a:lnTo>
                  <a:pt x="597384" y="40968"/>
                </a:lnTo>
                <a:lnTo>
                  <a:pt x="597584" y="41145"/>
                </a:lnTo>
                <a:lnTo>
                  <a:pt x="597782" y="41327"/>
                </a:lnTo>
                <a:lnTo>
                  <a:pt x="597976" y="41512"/>
                </a:lnTo>
                <a:lnTo>
                  <a:pt x="598167" y="41701"/>
                </a:lnTo>
                <a:lnTo>
                  <a:pt x="598354" y="41895"/>
                </a:lnTo>
                <a:lnTo>
                  <a:pt x="598539" y="42093"/>
                </a:lnTo>
                <a:lnTo>
                  <a:pt x="598720" y="42294"/>
                </a:lnTo>
                <a:lnTo>
                  <a:pt x="598898" y="42500"/>
                </a:lnTo>
                <a:lnTo>
                  <a:pt x="599073" y="42710"/>
                </a:lnTo>
                <a:lnTo>
                  <a:pt x="599245" y="42923"/>
                </a:lnTo>
                <a:lnTo>
                  <a:pt x="599413" y="43141"/>
                </a:lnTo>
                <a:lnTo>
                  <a:pt x="599578" y="43363"/>
                </a:lnTo>
                <a:lnTo>
                  <a:pt x="599740" y="43589"/>
                </a:lnTo>
                <a:lnTo>
                  <a:pt x="599899" y="43820"/>
                </a:lnTo>
                <a:lnTo>
                  <a:pt x="600055" y="44054"/>
                </a:lnTo>
                <a:lnTo>
                  <a:pt x="600207" y="44291"/>
                </a:lnTo>
                <a:lnTo>
                  <a:pt x="600356" y="44532"/>
                </a:lnTo>
                <a:lnTo>
                  <a:pt x="600501" y="44775"/>
                </a:lnTo>
                <a:lnTo>
                  <a:pt x="600643" y="45022"/>
                </a:lnTo>
                <a:lnTo>
                  <a:pt x="600782" y="45271"/>
                </a:lnTo>
                <a:lnTo>
                  <a:pt x="600917" y="45524"/>
                </a:lnTo>
                <a:lnTo>
                  <a:pt x="601049" y="45780"/>
                </a:lnTo>
                <a:lnTo>
                  <a:pt x="601177" y="46038"/>
                </a:lnTo>
                <a:lnTo>
                  <a:pt x="601302" y="46300"/>
                </a:lnTo>
                <a:lnTo>
                  <a:pt x="601423" y="46564"/>
                </a:lnTo>
                <a:lnTo>
                  <a:pt x="601541" y="46832"/>
                </a:lnTo>
                <a:lnTo>
                  <a:pt x="601656" y="47102"/>
                </a:lnTo>
                <a:lnTo>
                  <a:pt x="601767" y="47376"/>
                </a:lnTo>
                <a:lnTo>
                  <a:pt x="601875" y="47653"/>
                </a:lnTo>
                <a:lnTo>
                  <a:pt x="601979" y="47932"/>
                </a:lnTo>
                <a:lnTo>
                  <a:pt x="602080" y="48215"/>
                </a:lnTo>
                <a:lnTo>
                  <a:pt x="602178" y="48500"/>
                </a:lnTo>
                <a:lnTo>
                  <a:pt x="602272" y="48789"/>
                </a:lnTo>
                <a:lnTo>
                  <a:pt x="602363" y="49080"/>
                </a:lnTo>
                <a:lnTo>
                  <a:pt x="602450" y="49375"/>
                </a:lnTo>
                <a:lnTo>
                  <a:pt x="602534" y="49673"/>
                </a:lnTo>
                <a:lnTo>
                  <a:pt x="602614" y="49973"/>
                </a:lnTo>
                <a:lnTo>
                  <a:pt x="602691" y="50277"/>
                </a:lnTo>
                <a:lnTo>
                  <a:pt x="602765" y="50583"/>
                </a:lnTo>
                <a:lnTo>
                  <a:pt x="602835" y="50892"/>
                </a:lnTo>
                <a:lnTo>
                  <a:pt x="602903" y="51202"/>
                </a:lnTo>
                <a:lnTo>
                  <a:pt x="602967" y="51513"/>
                </a:lnTo>
                <a:lnTo>
                  <a:pt x="603029" y="51825"/>
                </a:lnTo>
                <a:lnTo>
                  <a:pt x="603087" y="52139"/>
                </a:lnTo>
                <a:lnTo>
                  <a:pt x="603142" y="52454"/>
                </a:lnTo>
                <a:lnTo>
                  <a:pt x="603195" y="52770"/>
                </a:lnTo>
                <a:lnTo>
                  <a:pt x="603244" y="53088"/>
                </a:lnTo>
                <a:lnTo>
                  <a:pt x="603291" y="53407"/>
                </a:lnTo>
                <a:lnTo>
                  <a:pt x="603334" y="53727"/>
                </a:lnTo>
                <a:lnTo>
                  <a:pt x="603375" y="54048"/>
                </a:lnTo>
                <a:lnTo>
                  <a:pt x="603412" y="54371"/>
                </a:lnTo>
                <a:lnTo>
                  <a:pt x="603446" y="54695"/>
                </a:lnTo>
                <a:lnTo>
                  <a:pt x="603478" y="55020"/>
                </a:lnTo>
                <a:lnTo>
                  <a:pt x="603506" y="55347"/>
                </a:lnTo>
                <a:lnTo>
                  <a:pt x="603532" y="55675"/>
                </a:lnTo>
                <a:lnTo>
                  <a:pt x="603554" y="56004"/>
                </a:lnTo>
                <a:lnTo>
                  <a:pt x="603574" y="56335"/>
                </a:lnTo>
                <a:lnTo>
                  <a:pt x="603590" y="56666"/>
                </a:lnTo>
                <a:lnTo>
                  <a:pt x="603604" y="56999"/>
                </a:lnTo>
                <a:lnTo>
                  <a:pt x="603614" y="57334"/>
                </a:lnTo>
                <a:lnTo>
                  <a:pt x="603622" y="57669"/>
                </a:lnTo>
                <a:lnTo>
                  <a:pt x="603626" y="58006"/>
                </a:lnTo>
                <a:lnTo>
                  <a:pt x="603628" y="58344"/>
                </a:lnTo>
                <a:lnTo>
                  <a:pt x="603626" y="58672"/>
                </a:lnTo>
                <a:lnTo>
                  <a:pt x="603622" y="58999"/>
                </a:lnTo>
                <a:lnTo>
                  <a:pt x="603614" y="59326"/>
                </a:lnTo>
                <a:lnTo>
                  <a:pt x="603604" y="59651"/>
                </a:lnTo>
                <a:lnTo>
                  <a:pt x="603590" y="59976"/>
                </a:lnTo>
                <a:lnTo>
                  <a:pt x="603574" y="60300"/>
                </a:lnTo>
                <a:close/>
                <a:moveTo>
                  <a:pt x="248509" y="60653"/>
                </a:moveTo>
                <a:lnTo>
                  <a:pt x="248516" y="60299"/>
                </a:lnTo>
                <a:lnTo>
                  <a:pt x="248527" y="59947"/>
                </a:lnTo>
                <a:lnTo>
                  <a:pt x="248540" y="59597"/>
                </a:lnTo>
                <a:lnTo>
                  <a:pt x="248557" y="59249"/>
                </a:lnTo>
                <a:lnTo>
                  <a:pt x="248576" y="58903"/>
                </a:lnTo>
                <a:lnTo>
                  <a:pt x="248599" y="58560"/>
                </a:lnTo>
                <a:lnTo>
                  <a:pt x="248624" y="58218"/>
                </a:lnTo>
                <a:lnTo>
                  <a:pt x="248653" y="57879"/>
                </a:lnTo>
                <a:lnTo>
                  <a:pt x="248684" y="57542"/>
                </a:lnTo>
                <a:lnTo>
                  <a:pt x="248719" y="57207"/>
                </a:lnTo>
                <a:lnTo>
                  <a:pt x="248756" y="56874"/>
                </a:lnTo>
                <a:lnTo>
                  <a:pt x="248796" y="56543"/>
                </a:lnTo>
                <a:lnTo>
                  <a:pt x="248840" y="56215"/>
                </a:lnTo>
                <a:lnTo>
                  <a:pt x="248886" y="55888"/>
                </a:lnTo>
                <a:lnTo>
                  <a:pt x="248936" y="55564"/>
                </a:lnTo>
                <a:lnTo>
                  <a:pt x="248988" y="55242"/>
                </a:lnTo>
                <a:lnTo>
                  <a:pt x="249044" y="54922"/>
                </a:lnTo>
                <a:lnTo>
                  <a:pt x="249102" y="54604"/>
                </a:lnTo>
                <a:lnTo>
                  <a:pt x="249163" y="54288"/>
                </a:lnTo>
                <a:lnTo>
                  <a:pt x="249228" y="53975"/>
                </a:lnTo>
                <a:lnTo>
                  <a:pt x="249295" y="53663"/>
                </a:lnTo>
                <a:lnTo>
                  <a:pt x="249366" y="53354"/>
                </a:lnTo>
                <a:lnTo>
                  <a:pt x="249440" y="53047"/>
                </a:lnTo>
                <a:lnTo>
                  <a:pt x="249518" y="52744"/>
                </a:lnTo>
                <a:lnTo>
                  <a:pt x="249600" y="52444"/>
                </a:lnTo>
                <a:lnTo>
                  <a:pt x="249686" y="52147"/>
                </a:lnTo>
                <a:lnTo>
                  <a:pt x="249776" y="51853"/>
                </a:lnTo>
                <a:lnTo>
                  <a:pt x="249870" y="51562"/>
                </a:lnTo>
                <a:lnTo>
                  <a:pt x="249968" y="51275"/>
                </a:lnTo>
                <a:lnTo>
                  <a:pt x="250071" y="50991"/>
                </a:lnTo>
                <a:lnTo>
                  <a:pt x="250177" y="50710"/>
                </a:lnTo>
                <a:lnTo>
                  <a:pt x="250288" y="50432"/>
                </a:lnTo>
                <a:lnTo>
                  <a:pt x="250402" y="50157"/>
                </a:lnTo>
                <a:lnTo>
                  <a:pt x="250521" y="49886"/>
                </a:lnTo>
                <a:lnTo>
                  <a:pt x="250643" y="49618"/>
                </a:lnTo>
                <a:lnTo>
                  <a:pt x="250770" y="49353"/>
                </a:lnTo>
                <a:lnTo>
                  <a:pt x="250901" y="49091"/>
                </a:lnTo>
                <a:lnTo>
                  <a:pt x="251036" y="48833"/>
                </a:lnTo>
                <a:lnTo>
                  <a:pt x="251174" y="48578"/>
                </a:lnTo>
                <a:lnTo>
                  <a:pt x="251317" y="48326"/>
                </a:lnTo>
                <a:lnTo>
                  <a:pt x="251464" y="48077"/>
                </a:lnTo>
                <a:lnTo>
                  <a:pt x="251615" y="47831"/>
                </a:lnTo>
                <a:lnTo>
                  <a:pt x="251771" y="47589"/>
                </a:lnTo>
                <a:lnTo>
                  <a:pt x="251930" y="47349"/>
                </a:lnTo>
                <a:lnTo>
                  <a:pt x="252093" y="47113"/>
                </a:lnTo>
                <a:lnTo>
                  <a:pt x="252260" y="46881"/>
                </a:lnTo>
                <a:lnTo>
                  <a:pt x="252432" y="46651"/>
                </a:lnTo>
                <a:lnTo>
                  <a:pt x="252608" y="46426"/>
                </a:lnTo>
                <a:lnTo>
                  <a:pt x="252788" y="46205"/>
                </a:lnTo>
                <a:lnTo>
                  <a:pt x="252973" y="45988"/>
                </a:lnTo>
                <a:lnTo>
                  <a:pt x="253163" y="45775"/>
                </a:lnTo>
                <a:lnTo>
                  <a:pt x="253357" y="45567"/>
                </a:lnTo>
                <a:lnTo>
                  <a:pt x="253555" y="45362"/>
                </a:lnTo>
                <a:lnTo>
                  <a:pt x="253758" y="45161"/>
                </a:lnTo>
                <a:lnTo>
                  <a:pt x="253966" y="44965"/>
                </a:lnTo>
                <a:lnTo>
                  <a:pt x="254178" y="44772"/>
                </a:lnTo>
                <a:lnTo>
                  <a:pt x="254394" y="44583"/>
                </a:lnTo>
                <a:lnTo>
                  <a:pt x="254615" y="44399"/>
                </a:lnTo>
                <a:lnTo>
                  <a:pt x="254841" y="44219"/>
                </a:lnTo>
                <a:lnTo>
                  <a:pt x="255071" y="44042"/>
                </a:lnTo>
                <a:lnTo>
                  <a:pt x="255305" y="43870"/>
                </a:lnTo>
                <a:lnTo>
                  <a:pt x="255544" y="43702"/>
                </a:lnTo>
                <a:lnTo>
                  <a:pt x="255787" y="43538"/>
                </a:lnTo>
                <a:lnTo>
                  <a:pt x="256035" y="43378"/>
                </a:lnTo>
                <a:lnTo>
                  <a:pt x="256288" y="43222"/>
                </a:lnTo>
                <a:lnTo>
                  <a:pt x="256545" y="43070"/>
                </a:lnTo>
                <a:lnTo>
                  <a:pt x="256806" y="42922"/>
                </a:lnTo>
                <a:lnTo>
                  <a:pt x="257072" y="42778"/>
                </a:lnTo>
                <a:lnTo>
                  <a:pt x="257342" y="42639"/>
                </a:lnTo>
                <a:lnTo>
                  <a:pt x="257617" y="42503"/>
                </a:lnTo>
                <a:lnTo>
                  <a:pt x="257897" y="42372"/>
                </a:lnTo>
                <a:lnTo>
                  <a:pt x="258182" y="42247"/>
                </a:lnTo>
                <a:lnTo>
                  <a:pt x="258472" y="42127"/>
                </a:lnTo>
                <a:lnTo>
                  <a:pt x="258767" y="42013"/>
                </a:lnTo>
                <a:lnTo>
                  <a:pt x="259067" y="41905"/>
                </a:lnTo>
                <a:lnTo>
                  <a:pt x="259373" y="41802"/>
                </a:lnTo>
                <a:lnTo>
                  <a:pt x="259683" y="41704"/>
                </a:lnTo>
                <a:lnTo>
                  <a:pt x="259999" y="41612"/>
                </a:lnTo>
                <a:lnTo>
                  <a:pt x="260320" y="41526"/>
                </a:lnTo>
                <a:lnTo>
                  <a:pt x="260646" y="41445"/>
                </a:lnTo>
                <a:lnTo>
                  <a:pt x="260977" y="41370"/>
                </a:lnTo>
                <a:lnTo>
                  <a:pt x="261313" y="41301"/>
                </a:lnTo>
                <a:lnTo>
                  <a:pt x="261655" y="41237"/>
                </a:lnTo>
                <a:lnTo>
                  <a:pt x="262001" y="41178"/>
                </a:lnTo>
                <a:lnTo>
                  <a:pt x="262353" y="41125"/>
                </a:lnTo>
                <a:lnTo>
                  <a:pt x="262709" y="41078"/>
                </a:lnTo>
                <a:lnTo>
                  <a:pt x="263071" y="41036"/>
                </a:lnTo>
                <a:lnTo>
                  <a:pt x="263438" y="41000"/>
                </a:lnTo>
                <a:lnTo>
                  <a:pt x="263810" y="40969"/>
                </a:lnTo>
                <a:lnTo>
                  <a:pt x="264188" y="40944"/>
                </a:lnTo>
                <a:lnTo>
                  <a:pt x="264570" y="40925"/>
                </a:lnTo>
                <a:lnTo>
                  <a:pt x="264958" y="40911"/>
                </a:lnTo>
                <a:lnTo>
                  <a:pt x="265350" y="40903"/>
                </a:lnTo>
                <a:lnTo>
                  <a:pt x="265748" y="40900"/>
                </a:lnTo>
                <a:lnTo>
                  <a:pt x="265882" y="40900"/>
                </a:lnTo>
                <a:lnTo>
                  <a:pt x="266016" y="40901"/>
                </a:lnTo>
                <a:lnTo>
                  <a:pt x="266150" y="40903"/>
                </a:lnTo>
                <a:lnTo>
                  <a:pt x="266285" y="40905"/>
                </a:lnTo>
                <a:lnTo>
                  <a:pt x="266421" y="40908"/>
                </a:lnTo>
                <a:lnTo>
                  <a:pt x="266556" y="40911"/>
                </a:lnTo>
                <a:lnTo>
                  <a:pt x="266693" y="40916"/>
                </a:lnTo>
                <a:lnTo>
                  <a:pt x="266829" y="40920"/>
                </a:lnTo>
                <a:lnTo>
                  <a:pt x="266966" y="40926"/>
                </a:lnTo>
                <a:lnTo>
                  <a:pt x="267104" y="40932"/>
                </a:lnTo>
                <a:lnTo>
                  <a:pt x="267242" y="40939"/>
                </a:lnTo>
                <a:lnTo>
                  <a:pt x="267380" y="40946"/>
                </a:lnTo>
                <a:lnTo>
                  <a:pt x="267519" y="40954"/>
                </a:lnTo>
                <a:lnTo>
                  <a:pt x="267658" y="40963"/>
                </a:lnTo>
                <a:lnTo>
                  <a:pt x="267798" y="40972"/>
                </a:lnTo>
                <a:lnTo>
                  <a:pt x="267938" y="40982"/>
                </a:lnTo>
                <a:lnTo>
                  <a:pt x="268078" y="40993"/>
                </a:lnTo>
                <a:lnTo>
                  <a:pt x="268219" y="41004"/>
                </a:lnTo>
                <a:lnTo>
                  <a:pt x="268360" y="41016"/>
                </a:lnTo>
                <a:lnTo>
                  <a:pt x="268502" y="41029"/>
                </a:lnTo>
                <a:lnTo>
                  <a:pt x="268644" y="41042"/>
                </a:lnTo>
                <a:lnTo>
                  <a:pt x="268787" y="41056"/>
                </a:lnTo>
                <a:lnTo>
                  <a:pt x="268930" y="41071"/>
                </a:lnTo>
                <a:lnTo>
                  <a:pt x="269073" y="41086"/>
                </a:lnTo>
                <a:lnTo>
                  <a:pt x="269216" y="41101"/>
                </a:lnTo>
                <a:lnTo>
                  <a:pt x="269357" y="41117"/>
                </a:lnTo>
                <a:lnTo>
                  <a:pt x="269497" y="41133"/>
                </a:lnTo>
                <a:lnTo>
                  <a:pt x="269634" y="41149"/>
                </a:lnTo>
                <a:lnTo>
                  <a:pt x="269771" y="41165"/>
                </a:lnTo>
                <a:lnTo>
                  <a:pt x="269905" y="41182"/>
                </a:lnTo>
                <a:lnTo>
                  <a:pt x="270038" y="41199"/>
                </a:lnTo>
                <a:lnTo>
                  <a:pt x="270168" y="41216"/>
                </a:lnTo>
                <a:lnTo>
                  <a:pt x="270298" y="41233"/>
                </a:lnTo>
                <a:lnTo>
                  <a:pt x="270425" y="41250"/>
                </a:lnTo>
                <a:lnTo>
                  <a:pt x="270551" y="41268"/>
                </a:lnTo>
                <a:lnTo>
                  <a:pt x="270675" y="41286"/>
                </a:lnTo>
                <a:lnTo>
                  <a:pt x="270797" y="41304"/>
                </a:lnTo>
                <a:lnTo>
                  <a:pt x="270918" y="41322"/>
                </a:lnTo>
                <a:lnTo>
                  <a:pt x="271037" y="41340"/>
                </a:lnTo>
                <a:lnTo>
                  <a:pt x="271154" y="41359"/>
                </a:lnTo>
                <a:lnTo>
                  <a:pt x="271269" y="41378"/>
                </a:lnTo>
                <a:lnTo>
                  <a:pt x="271383" y="41397"/>
                </a:lnTo>
                <a:lnTo>
                  <a:pt x="271495" y="41416"/>
                </a:lnTo>
                <a:lnTo>
                  <a:pt x="271606" y="41436"/>
                </a:lnTo>
                <a:lnTo>
                  <a:pt x="271714" y="41456"/>
                </a:lnTo>
                <a:lnTo>
                  <a:pt x="271821" y="41476"/>
                </a:lnTo>
                <a:lnTo>
                  <a:pt x="271926" y="41496"/>
                </a:lnTo>
                <a:lnTo>
                  <a:pt x="272030" y="41516"/>
                </a:lnTo>
                <a:lnTo>
                  <a:pt x="272030" y="25275"/>
                </a:lnTo>
                <a:lnTo>
                  <a:pt x="271856" y="25225"/>
                </a:lnTo>
                <a:lnTo>
                  <a:pt x="271683" y="25177"/>
                </a:lnTo>
                <a:lnTo>
                  <a:pt x="271512" y="25131"/>
                </a:lnTo>
                <a:lnTo>
                  <a:pt x="271342" y="25087"/>
                </a:lnTo>
                <a:lnTo>
                  <a:pt x="271173" y="25045"/>
                </a:lnTo>
                <a:lnTo>
                  <a:pt x="271006" y="25006"/>
                </a:lnTo>
                <a:lnTo>
                  <a:pt x="270840" y="24969"/>
                </a:lnTo>
                <a:lnTo>
                  <a:pt x="270675" y="24933"/>
                </a:lnTo>
                <a:lnTo>
                  <a:pt x="270511" y="24900"/>
                </a:lnTo>
                <a:lnTo>
                  <a:pt x="270349" y="24869"/>
                </a:lnTo>
                <a:lnTo>
                  <a:pt x="270188" y="24840"/>
                </a:lnTo>
                <a:lnTo>
                  <a:pt x="270028" y="24814"/>
                </a:lnTo>
                <a:lnTo>
                  <a:pt x="269870" y="24789"/>
                </a:lnTo>
                <a:lnTo>
                  <a:pt x="269713" y="24767"/>
                </a:lnTo>
                <a:lnTo>
                  <a:pt x="269557" y="24747"/>
                </a:lnTo>
                <a:lnTo>
                  <a:pt x="269402" y="24728"/>
                </a:lnTo>
                <a:lnTo>
                  <a:pt x="269249" y="24712"/>
                </a:lnTo>
                <a:lnTo>
                  <a:pt x="269097" y="24699"/>
                </a:lnTo>
                <a:lnTo>
                  <a:pt x="268946" y="24687"/>
                </a:lnTo>
                <a:lnTo>
                  <a:pt x="268797" y="24677"/>
                </a:lnTo>
                <a:lnTo>
                  <a:pt x="268649" y="24670"/>
                </a:lnTo>
                <a:lnTo>
                  <a:pt x="268502" y="24664"/>
                </a:lnTo>
                <a:lnTo>
                  <a:pt x="268357" y="24661"/>
                </a:lnTo>
                <a:lnTo>
                  <a:pt x="268212" y="24660"/>
                </a:lnTo>
                <a:lnTo>
                  <a:pt x="267935" y="24662"/>
                </a:lnTo>
                <a:lnTo>
                  <a:pt x="267659" y="24667"/>
                </a:lnTo>
                <a:lnTo>
                  <a:pt x="267384" y="24676"/>
                </a:lnTo>
                <a:lnTo>
                  <a:pt x="267110" y="24687"/>
                </a:lnTo>
                <a:lnTo>
                  <a:pt x="266837" y="24703"/>
                </a:lnTo>
                <a:lnTo>
                  <a:pt x="266564" y="24722"/>
                </a:lnTo>
                <a:lnTo>
                  <a:pt x="266293" y="24744"/>
                </a:lnTo>
                <a:lnTo>
                  <a:pt x="266022" y="24770"/>
                </a:lnTo>
                <a:lnTo>
                  <a:pt x="265752" y="24799"/>
                </a:lnTo>
                <a:lnTo>
                  <a:pt x="265483" y="24831"/>
                </a:lnTo>
                <a:lnTo>
                  <a:pt x="265215" y="24867"/>
                </a:lnTo>
                <a:lnTo>
                  <a:pt x="264947" y="24906"/>
                </a:lnTo>
                <a:lnTo>
                  <a:pt x="264681" y="24949"/>
                </a:lnTo>
                <a:lnTo>
                  <a:pt x="264415" y="24995"/>
                </a:lnTo>
                <a:lnTo>
                  <a:pt x="264151" y="25045"/>
                </a:lnTo>
                <a:lnTo>
                  <a:pt x="263887" y="25098"/>
                </a:lnTo>
                <a:lnTo>
                  <a:pt x="263624" y="25154"/>
                </a:lnTo>
                <a:lnTo>
                  <a:pt x="263361" y="25214"/>
                </a:lnTo>
                <a:lnTo>
                  <a:pt x="263100" y="25277"/>
                </a:lnTo>
                <a:lnTo>
                  <a:pt x="262840" y="25344"/>
                </a:lnTo>
                <a:lnTo>
                  <a:pt x="262580" y="25414"/>
                </a:lnTo>
                <a:lnTo>
                  <a:pt x="262321" y="25488"/>
                </a:lnTo>
                <a:lnTo>
                  <a:pt x="262064" y="25565"/>
                </a:lnTo>
                <a:lnTo>
                  <a:pt x="261807" y="25645"/>
                </a:lnTo>
                <a:lnTo>
                  <a:pt x="261551" y="25728"/>
                </a:lnTo>
                <a:lnTo>
                  <a:pt x="261296" y="25814"/>
                </a:lnTo>
                <a:lnTo>
                  <a:pt x="261043" y="25903"/>
                </a:lnTo>
                <a:lnTo>
                  <a:pt x="260791" y="25995"/>
                </a:lnTo>
                <a:lnTo>
                  <a:pt x="260540" y="26089"/>
                </a:lnTo>
                <a:lnTo>
                  <a:pt x="260290" y="26187"/>
                </a:lnTo>
                <a:lnTo>
                  <a:pt x="260042" y="26287"/>
                </a:lnTo>
                <a:lnTo>
                  <a:pt x="259795" y="26389"/>
                </a:lnTo>
                <a:lnTo>
                  <a:pt x="259549" y="26495"/>
                </a:lnTo>
                <a:lnTo>
                  <a:pt x="259305" y="26603"/>
                </a:lnTo>
                <a:lnTo>
                  <a:pt x="259062" y="26714"/>
                </a:lnTo>
                <a:lnTo>
                  <a:pt x="258820" y="26828"/>
                </a:lnTo>
                <a:lnTo>
                  <a:pt x="258579" y="26945"/>
                </a:lnTo>
                <a:lnTo>
                  <a:pt x="258340" y="27064"/>
                </a:lnTo>
                <a:lnTo>
                  <a:pt x="258102" y="27187"/>
                </a:lnTo>
                <a:lnTo>
                  <a:pt x="257865" y="27312"/>
                </a:lnTo>
                <a:lnTo>
                  <a:pt x="257630" y="27439"/>
                </a:lnTo>
                <a:lnTo>
                  <a:pt x="257396" y="27570"/>
                </a:lnTo>
                <a:lnTo>
                  <a:pt x="257163" y="27703"/>
                </a:lnTo>
                <a:lnTo>
                  <a:pt x="256931" y="27839"/>
                </a:lnTo>
                <a:lnTo>
                  <a:pt x="256701" y="27978"/>
                </a:lnTo>
                <a:lnTo>
                  <a:pt x="256472" y="28120"/>
                </a:lnTo>
                <a:lnTo>
                  <a:pt x="256244" y="28265"/>
                </a:lnTo>
                <a:lnTo>
                  <a:pt x="256017" y="28412"/>
                </a:lnTo>
                <a:lnTo>
                  <a:pt x="255793" y="28562"/>
                </a:lnTo>
                <a:lnTo>
                  <a:pt x="255570" y="28714"/>
                </a:lnTo>
                <a:lnTo>
                  <a:pt x="255350" y="28869"/>
                </a:lnTo>
                <a:lnTo>
                  <a:pt x="255131" y="29027"/>
                </a:lnTo>
                <a:lnTo>
                  <a:pt x="254915" y="29187"/>
                </a:lnTo>
                <a:lnTo>
                  <a:pt x="254701" y="29350"/>
                </a:lnTo>
                <a:lnTo>
                  <a:pt x="254489" y="29515"/>
                </a:lnTo>
                <a:lnTo>
                  <a:pt x="254279" y="29683"/>
                </a:lnTo>
                <a:lnTo>
                  <a:pt x="254071" y="29853"/>
                </a:lnTo>
                <a:lnTo>
                  <a:pt x="253866" y="30026"/>
                </a:lnTo>
                <a:lnTo>
                  <a:pt x="253663" y="30202"/>
                </a:lnTo>
                <a:lnTo>
                  <a:pt x="253461" y="30380"/>
                </a:lnTo>
                <a:lnTo>
                  <a:pt x="253262" y="30561"/>
                </a:lnTo>
                <a:lnTo>
                  <a:pt x="253065" y="30744"/>
                </a:lnTo>
                <a:lnTo>
                  <a:pt x="252870" y="30930"/>
                </a:lnTo>
                <a:lnTo>
                  <a:pt x="252678" y="31118"/>
                </a:lnTo>
                <a:lnTo>
                  <a:pt x="252487" y="31309"/>
                </a:lnTo>
                <a:lnTo>
                  <a:pt x="252299" y="31503"/>
                </a:lnTo>
                <a:lnTo>
                  <a:pt x="252112" y="31699"/>
                </a:lnTo>
                <a:lnTo>
                  <a:pt x="251928" y="31898"/>
                </a:lnTo>
                <a:lnTo>
                  <a:pt x="251746" y="32099"/>
                </a:lnTo>
                <a:lnTo>
                  <a:pt x="251567" y="32303"/>
                </a:lnTo>
                <a:lnTo>
                  <a:pt x="251389" y="32509"/>
                </a:lnTo>
                <a:lnTo>
                  <a:pt x="251213" y="32718"/>
                </a:lnTo>
                <a:lnTo>
                  <a:pt x="251040" y="32929"/>
                </a:lnTo>
                <a:lnTo>
                  <a:pt x="250870" y="33141"/>
                </a:lnTo>
                <a:lnTo>
                  <a:pt x="250703" y="33355"/>
                </a:lnTo>
                <a:lnTo>
                  <a:pt x="250539" y="33571"/>
                </a:lnTo>
                <a:lnTo>
                  <a:pt x="250378" y="33788"/>
                </a:lnTo>
                <a:lnTo>
                  <a:pt x="250220" y="34006"/>
                </a:lnTo>
                <a:lnTo>
                  <a:pt x="250065" y="34226"/>
                </a:lnTo>
                <a:lnTo>
                  <a:pt x="249913" y="34447"/>
                </a:lnTo>
                <a:lnTo>
                  <a:pt x="249764" y="34670"/>
                </a:lnTo>
                <a:lnTo>
                  <a:pt x="249618" y="34895"/>
                </a:lnTo>
                <a:lnTo>
                  <a:pt x="249475" y="35121"/>
                </a:lnTo>
                <a:lnTo>
                  <a:pt x="249335" y="35348"/>
                </a:lnTo>
                <a:lnTo>
                  <a:pt x="249198" y="35577"/>
                </a:lnTo>
                <a:lnTo>
                  <a:pt x="249063" y="35807"/>
                </a:lnTo>
                <a:lnTo>
                  <a:pt x="248932" y="36039"/>
                </a:lnTo>
                <a:lnTo>
                  <a:pt x="248804" y="36272"/>
                </a:lnTo>
                <a:lnTo>
                  <a:pt x="248679" y="36507"/>
                </a:lnTo>
                <a:lnTo>
                  <a:pt x="248557" y="36744"/>
                </a:lnTo>
                <a:lnTo>
                  <a:pt x="248438" y="36981"/>
                </a:lnTo>
                <a:lnTo>
                  <a:pt x="248321" y="37221"/>
                </a:lnTo>
                <a:lnTo>
                  <a:pt x="248208" y="37462"/>
                </a:lnTo>
                <a:lnTo>
                  <a:pt x="248098" y="37704"/>
                </a:lnTo>
                <a:lnTo>
                  <a:pt x="247991" y="37948"/>
                </a:lnTo>
                <a:lnTo>
                  <a:pt x="247886" y="38193"/>
                </a:lnTo>
                <a:lnTo>
                  <a:pt x="247640" y="38193"/>
                </a:lnTo>
                <a:lnTo>
                  <a:pt x="247640" y="26369"/>
                </a:lnTo>
                <a:lnTo>
                  <a:pt x="231012" y="26369"/>
                </a:lnTo>
                <a:lnTo>
                  <a:pt x="231012" y="90100"/>
                </a:lnTo>
                <a:lnTo>
                  <a:pt x="248503" y="90100"/>
                </a:lnTo>
                <a:lnTo>
                  <a:pt x="248503" y="61368"/>
                </a:lnTo>
                <a:lnTo>
                  <a:pt x="248504" y="61010"/>
                </a:lnTo>
                <a:lnTo>
                  <a:pt x="248509" y="60653"/>
                </a:lnTo>
                <a:close/>
                <a:moveTo>
                  <a:pt x="649419" y="60653"/>
                </a:moveTo>
                <a:lnTo>
                  <a:pt x="649427" y="60299"/>
                </a:lnTo>
                <a:lnTo>
                  <a:pt x="649437" y="59947"/>
                </a:lnTo>
                <a:lnTo>
                  <a:pt x="649451" y="59597"/>
                </a:lnTo>
                <a:lnTo>
                  <a:pt x="649467" y="59249"/>
                </a:lnTo>
                <a:lnTo>
                  <a:pt x="649487" y="58903"/>
                </a:lnTo>
                <a:lnTo>
                  <a:pt x="649509" y="58560"/>
                </a:lnTo>
                <a:lnTo>
                  <a:pt x="649535" y="58218"/>
                </a:lnTo>
                <a:lnTo>
                  <a:pt x="649563" y="57879"/>
                </a:lnTo>
                <a:lnTo>
                  <a:pt x="649595" y="57542"/>
                </a:lnTo>
                <a:lnTo>
                  <a:pt x="649629" y="57207"/>
                </a:lnTo>
                <a:lnTo>
                  <a:pt x="649666" y="56874"/>
                </a:lnTo>
                <a:lnTo>
                  <a:pt x="649707" y="56543"/>
                </a:lnTo>
                <a:lnTo>
                  <a:pt x="649750" y="56215"/>
                </a:lnTo>
                <a:lnTo>
                  <a:pt x="649797" y="55888"/>
                </a:lnTo>
                <a:lnTo>
                  <a:pt x="649846" y="55564"/>
                </a:lnTo>
                <a:lnTo>
                  <a:pt x="649899" y="55242"/>
                </a:lnTo>
                <a:lnTo>
                  <a:pt x="649954" y="54922"/>
                </a:lnTo>
                <a:lnTo>
                  <a:pt x="650012" y="54604"/>
                </a:lnTo>
                <a:lnTo>
                  <a:pt x="650074" y="54288"/>
                </a:lnTo>
                <a:lnTo>
                  <a:pt x="650138" y="53975"/>
                </a:lnTo>
                <a:lnTo>
                  <a:pt x="650206" y="53663"/>
                </a:lnTo>
                <a:lnTo>
                  <a:pt x="650276" y="53354"/>
                </a:lnTo>
                <a:lnTo>
                  <a:pt x="650350" y="53047"/>
                </a:lnTo>
                <a:lnTo>
                  <a:pt x="650428" y="52744"/>
                </a:lnTo>
                <a:lnTo>
                  <a:pt x="650510" y="52444"/>
                </a:lnTo>
                <a:lnTo>
                  <a:pt x="650596" y="52147"/>
                </a:lnTo>
                <a:lnTo>
                  <a:pt x="650686" y="51853"/>
                </a:lnTo>
                <a:lnTo>
                  <a:pt x="650780" y="51562"/>
                </a:lnTo>
                <a:lnTo>
                  <a:pt x="650879" y="51275"/>
                </a:lnTo>
                <a:lnTo>
                  <a:pt x="650981" y="50991"/>
                </a:lnTo>
                <a:lnTo>
                  <a:pt x="651087" y="50710"/>
                </a:lnTo>
                <a:lnTo>
                  <a:pt x="651198" y="50432"/>
                </a:lnTo>
                <a:lnTo>
                  <a:pt x="651312" y="50157"/>
                </a:lnTo>
                <a:lnTo>
                  <a:pt x="651431" y="49886"/>
                </a:lnTo>
                <a:lnTo>
                  <a:pt x="651554" y="49618"/>
                </a:lnTo>
                <a:lnTo>
                  <a:pt x="651680" y="49353"/>
                </a:lnTo>
                <a:lnTo>
                  <a:pt x="651811" y="49091"/>
                </a:lnTo>
                <a:lnTo>
                  <a:pt x="651946" y="48833"/>
                </a:lnTo>
                <a:lnTo>
                  <a:pt x="652085" y="48578"/>
                </a:lnTo>
                <a:lnTo>
                  <a:pt x="652228" y="48326"/>
                </a:lnTo>
                <a:lnTo>
                  <a:pt x="652375" y="48077"/>
                </a:lnTo>
                <a:lnTo>
                  <a:pt x="652526" y="47831"/>
                </a:lnTo>
                <a:lnTo>
                  <a:pt x="652681" y="47589"/>
                </a:lnTo>
                <a:lnTo>
                  <a:pt x="652840" y="47349"/>
                </a:lnTo>
                <a:lnTo>
                  <a:pt x="653003" y="47113"/>
                </a:lnTo>
                <a:lnTo>
                  <a:pt x="653171" y="46881"/>
                </a:lnTo>
                <a:lnTo>
                  <a:pt x="653342" y="46651"/>
                </a:lnTo>
                <a:lnTo>
                  <a:pt x="653518" y="46426"/>
                </a:lnTo>
                <a:lnTo>
                  <a:pt x="653699" y="46205"/>
                </a:lnTo>
                <a:lnTo>
                  <a:pt x="653884" y="45988"/>
                </a:lnTo>
                <a:lnTo>
                  <a:pt x="654073" y="45775"/>
                </a:lnTo>
                <a:lnTo>
                  <a:pt x="654267" y="45567"/>
                </a:lnTo>
                <a:lnTo>
                  <a:pt x="654466" y="45362"/>
                </a:lnTo>
                <a:lnTo>
                  <a:pt x="654669" y="45161"/>
                </a:lnTo>
                <a:lnTo>
                  <a:pt x="654876" y="44965"/>
                </a:lnTo>
                <a:lnTo>
                  <a:pt x="655088" y="44772"/>
                </a:lnTo>
                <a:lnTo>
                  <a:pt x="655305" y="44583"/>
                </a:lnTo>
                <a:lnTo>
                  <a:pt x="655526" y="44399"/>
                </a:lnTo>
                <a:lnTo>
                  <a:pt x="655751" y="44219"/>
                </a:lnTo>
                <a:lnTo>
                  <a:pt x="655981" y="44042"/>
                </a:lnTo>
                <a:lnTo>
                  <a:pt x="656216" y="43870"/>
                </a:lnTo>
                <a:lnTo>
                  <a:pt x="656454" y="43702"/>
                </a:lnTo>
                <a:lnTo>
                  <a:pt x="656698" y="43538"/>
                </a:lnTo>
                <a:lnTo>
                  <a:pt x="656946" y="43378"/>
                </a:lnTo>
                <a:lnTo>
                  <a:pt x="657198" y="43222"/>
                </a:lnTo>
                <a:lnTo>
                  <a:pt x="657455" y="43070"/>
                </a:lnTo>
                <a:lnTo>
                  <a:pt x="657716" y="42922"/>
                </a:lnTo>
                <a:lnTo>
                  <a:pt x="657982" y="42778"/>
                </a:lnTo>
                <a:lnTo>
                  <a:pt x="658253" y="42639"/>
                </a:lnTo>
                <a:lnTo>
                  <a:pt x="658527" y="42503"/>
                </a:lnTo>
                <a:lnTo>
                  <a:pt x="658807" y="42372"/>
                </a:lnTo>
                <a:lnTo>
                  <a:pt x="659092" y="42247"/>
                </a:lnTo>
                <a:lnTo>
                  <a:pt x="659382" y="42127"/>
                </a:lnTo>
                <a:lnTo>
                  <a:pt x="659677" y="42013"/>
                </a:lnTo>
                <a:lnTo>
                  <a:pt x="659978" y="41905"/>
                </a:lnTo>
                <a:lnTo>
                  <a:pt x="660283" y="41802"/>
                </a:lnTo>
                <a:lnTo>
                  <a:pt x="660594" y="41704"/>
                </a:lnTo>
                <a:lnTo>
                  <a:pt x="660909" y="41612"/>
                </a:lnTo>
                <a:lnTo>
                  <a:pt x="661230" y="41526"/>
                </a:lnTo>
                <a:lnTo>
                  <a:pt x="661556" y="41445"/>
                </a:lnTo>
                <a:lnTo>
                  <a:pt x="661887" y="41370"/>
                </a:lnTo>
                <a:lnTo>
                  <a:pt x="662224" y="41301"/>
                </a:lnTo>
                <a:lnTo>
                  <a:pt x="662565" y="41237"/>
                </a:lnTo>
                <a:lnTo>
                  <a:pt x="662911" y="41178"/>
                </a:lnTo>
                <a:lnTo>
                  <a:pt x="663263" y="41125"/>
                </a:lnTo>
                <a:lnTo>
                  <a:pt x="663620" y="41078"/>
                </a:lnTo>
                <a:lnTo>
                  <a:pt x="663982" y="41036"/>
                </a:lnTo>
                <a:lnTo>
                  <a:pt x="664349" y="41000"/>
                </a:lnTo>
                <a:lnTo>
                  <a:pt x="664721" y="40969"/>
                </a:lnTo>
                <a:lnTo>
                  <a:pt x="665098" y="40944"/>
                </a:lnTo>
                <a:lnTo>
                  <a:pt x="665481" y="40925"/>
                </a:lnTo>
                <a:lnTo>
                  <a:pt x="665868" y="40911"/>
                </a:lnTo>
                <a:lnTo>
                  <a:pt x="666261" y="40903"/>
                </a:lnTo>
                <a:lnTo>
                  <a:pt x="666658" y="40900"/>
                </a:lnTo>
                <a:lnTo>
                  <a:pt x="666792" y="40900"/>
                </a:lnTo>
                <a:lnTo>
                  <a:pt x="666926" y="40901"/>
                </a:lnTo>
                <a:lnTo>
                  <a:pt x="667061" y="40903"/>
                </a:lnTo>
                <a:lnTo>
                  <a:pt x="667196" y="40905"/>
                </a:lnTo>
                <a:lnTo>
                  <a:pt x="667331" y="40908"/>
                </a:lnTo>
                <a:lnTo>
                  <a:pt x="667467" y="40911"/>
                </a:lnTo>
                <a:lnTo>
                  <a:pt x="667603" y="40916"/>
                </a:lnTo>
                <a:lnTo>
                  <a:pt x="667740" y="40920"/>
                </a:lnTo>
                <a:lnTo>
                  <a:pt x="667877" y="40926"/>
                </a:lnTo>
                <a:lnTo>
                  <a:pt x="668014" y="40932"/>
                </a:lnTo>
                <a:lnTo>
                  <a:pt x="668152" y="40939"/>
                </a:lnTo>
                <a:lnTo>
                  <a:pt x="668290" y="40946"/>
                </a:lnTo>
                <a:lnTo>
                  <a:pt x="668429" y="40954"/>
                </a:lnTo>
                <a:lnTo>
                  <a:pt x="668568" y="40963"/>
                </a:lnTo>
                <a:lnTo>
                  <a:pt x="668708" y="40972"/>
                </a:lnTo>
                <a:lnTo>
                  <a:pt x="668848" y="40982"/>
                </a:lnTo>
                <a:lnTo>
                  <a:pt x="668988" y="40993"/>
                </a:lnTo>
                <a:lnTo>
                  <a:pt x="669129" y="41004"/>
                </a:lnTo>
                <a:lnTo>
                  <a:pt x="669271" y="41016"/>
                </a:lnTo>
                <a:lnTo>
                  <a:pt x="669412" y="41029"/>
                </a:lnTo>
                <a:lnTo>
                  <a:pt x="669554" y="41042"/>
                </a:lnTo>
                <a:lnTo>
                  <a:pt x="669697" y="41056"/>
                </a:lnTo>
                <a:lnTo>
                  <a:pt x="669840" y="41071"/>
                </a:lnTo>
                <a:lnTo>
                  <a:pt x="669983" y="41086"/>
                </a:lnTo>
                <a:lnTo>
                  <a:pt x="670126" y="41101"/>
                </a:lnTo>
                <a:lnTo>
                  <a:pt x="670268" y="41117"/>
                </a:lnTo>
                <a:lnTo>
                  <a:pt x="670407" y="41133"/>
                </a:lnTo>
                <a:lnTo>
                  <a:pt x="670545" y="41149"/>
                </a:lnTo>
                <a:lnTo>
                  <a:pt x="670681" y="41165"/>
                </a:lnTo>
                <a:lnTo>
                  <a:pt x="670815" y="41182"/>
                </a:lnTo>
                <a:lnTo>
                  <a:pt x="670948" y="41199"/>
                </a:lnTo>
                <a:lnTo>
                  <a:pt x="671079" y="41216"/>
                </a:lnTo>
                <a:lnTo>
                  <a:pt x="671208" y="41233"/>
                </a:lnTo>
                <a:lnTo>
                  <a:pt x="671336" y="41250"/>
                </a:lnTo>
                <a:lnTo>
                  <a:pt x="671461" y="41268"/>
                </a:lnTo>
                <a:lnTo>
                  <a:pt x="671585" y="41286"/>
                </a:lnTo>
                <a:lnTo>
                  <a:pt x="671708" y="41304"/>
                </a:lnTo>
                <a:lnTo>
                  <a:pt x="671828" y="41322"/>
                </a:lnTo>
                <a:lnTo>
                  <a:pt x="671947" y="41340"/>
                </a:lnTo>
                <a:lnTo>
                  <a:pt x="672064" y="41359"/>
                </a:lnTo>
                <a:lnTo>
                  <a:pt x="672180" y="41378"/>
                </a:lnTo>
                <a:lnTo>
                  <a:pt x="672294" y="41397"/>
                </a:lnTo>
                <a:lnTo>
                  <a:pt x="672406" y="41416"/>
                </a:lnTo>
                <a:lnTo>
                  <a:pt x="672516" y="41436"/>
                </a:lnTo>
                <a:lnTo>
                  <a:pt x="672625" y="41456"/>
                </a:lnTo>
                <a:lnTo>
                  <a:pt x="672731" y="41476"/>
                </a:lnTo>
                <a:lnTo>
                  <a:pt x="672837" y="41496"/>
                </a:lnTo>
                <a:lnTo>
                  <a:pt x="672940" y="41516"/>
                </a:lnTo>
                <a:lnTo>
                  <a:pt x="672940" y="25275"/>
                </a:lnTo>
                <a:lnTo>
                  <a:pt x="672766" y="25225"/>
                </a:lnTo>
                <a:lnTo>
                  <a:pt x="672594" y="25177"/>
                </a:lnTo>
                <a:lnTo>
                  <a:pt x="672422" y="25131"/>
                </a:lnTo>
                <a:lnTo>
                  <a:pt x="672252" y="25087"/>
                </a:lnTo>
                <a:lnTo>
                  <a:pt x="672084" y="25045"/>
                </a:lnTo>
                <a:lnTo>
                  <a:pt x="671916" y="25006"/>
                </a:lnTo>
                <a:lnTo>
                  <a:pt x="671750" y="24969"/>
                </a:lnTo>
                <a:lnTo>
                  <a:pt x="671585" y="24933"/>
                </a:lnTo>
                <a:lnTo>
                  <a:pt x="671422" y="24900"/>
                </a:lnTo>
                <a:lnTo>
                  <a:pt x="671259" y="24869"/>
                </a:lnTo>
                <a:lnTo>
                  <a:pt x="671098" y="24840"/>
                </a:lnTo>
                <a:lnTo>
                  <a:pt x="670939" y="24814"/>
                </a:lnTo>
                <a:lnTo>
                  <a:pt x="670780" y="24789"/>
                </a:lnTo>
                <a:lnTo>
                  <a:pt x="670623" y="24767"/>
                </a:lnTo>
                <a:lnTo>
                  <a:pt x="670467" y="24747"/>
                </a:lnTo>
                <a:lnTo>
                  <a:pt x="670313" y="24728"/>
                </a:lnTo>
                <a:lnTo>
                  <a:pt x="670160" y="24712"/>
                </a:lnTo>
                <a:lnTo>
                  <a:pt x="670008" y="24699"/>
                </a:lnTo>
                <a:lnTo>
                  <a:pt x="669857" y="24687"/>
                </a:lnTo>
                <a:lnTo>
                  <a:pt x="669707" y="24677"/>
                </a:lnTo>
                <a:lnTo>
                  <a:pt x="669559" y="24670"/>
                </a:lnTo>
                <a:lnTo>
                  <a:pt x="669412" y="24664"/>
                </a:lnTo>
                <a:lnTo>
                  <a:pt x="669267" y="24661"/>
                </a:lnTo>
                <a:lnTo>
                  <a:pt x="669123" y="24660"/>
                </a:lnTo>
                <a:lnTo>
                  <a:pt x="668846" y="24662"/>
                </a:lnTo>
                <a:lnTo>
                  <a:pt x="668570" y="24667"/>
                </a:lnTo>
                <a:lnTo>
                  <a:pt x="668295" y="24676"/>
                </a:lnTo>
                <a:lnTo>
                  <a:pt x="668021" y="24687"/>
                </a:lnTo>
                <a:lnTo>
                  <a:pt x="667747" y="24703"/>
                </a:lnTo>
                <a:lnTo>
                  <a:pt x="667475" y="24722"/>
                </a:lnTo>
                <a:lnTo>
                  <a:pt x="667203" y="24744"/>
                </a:lnTo>
                <a:lnTo>
                  <a:pt x="666932" y="24770"/>
                </a:lnTo>
                <a:lnTo>
                  <a:pt x="666662" y="24799"/>
                </a:lnTo>
                <a:lnTo>
                  <a:pt x="666393" y="24831"/>
                </a:lnTo>
                <a:lnTo>
                  <a:pt x="666125" y="24867"/>
                </a:lnTo>
                <a:lnTo>
                  <a:pt x="665858" y="24906"/>
                </a:lnTo>
                <a:lnTo>
                  <a:pt x="665591" y="24949"/>
                </a:lnTo>
                <a:lnTo>
                  <a:pt x="665326" y="24995"/>
                </a:lnTo>
                <a:lnTo>
                  <a:pt x="665061" y="25045"/>
                </a:lnTo>
                <a:lnTo>
                  <a:pt x="664797" y="25098"/>
                </a:lnTo>
                <a:lnTo>
                  <a:pt x="664534" y="25154"/>
                </a:lnTo>
                <a:lnTo>
                  <a:pt x="664272" y="25214"/>
                </a:lnTo>
                <a:lnTo>
                  <a:pt x="664011" y="25277"/>
                </a:lnTo>
                <a:lnTo>
                  <a:pt x="663750" y="25344"/>
                </a:lnTo>
                <a:lnTo>
                  <a:pt x="663491" y="25414"/>
                </a:lnTo>
                <a:lnTo>
                  <a:pt x="663232" y="25488"/>
                </a:lnTo>
                <a:lnTo>
                  <a:pt x="662974" y="25565"/>
                </a:lnTo>
                <a:lnTo>
                  <a:pt x="662717" y="25645"/>
                </a:lnTo>
                <a:lnTo>
                  <a:pt x="662461" y="25728"/>
                </a:lnTo>
                <a:lnTo>
                  <a:pt x="662206" y="25814"/>
                </a:lnTo>
                <a:lnTo>
                  <a:pt x="661953" y="25903"/>
                </a:lnTo>
                <a:lnTo>
                  <a:pt x="661701" y="25995"/>
                </a:lnTo>
                <a:lnTo>
                  <a:pt x="661450" y="26089"/>
                </a:lnTo>
                <a:lnTo>
                  <a:pt x="661201" y="26187"/>
                </a:lnTo>
                <a:lnTo>
                  <a:pt x="660952" y="26287"/>
                </a:lnTo>
                <a:lnTo>
                  <a:pt x="660705" y="26389"/>
                </a:lnTo>
                <a:lnTo>
                  <a:pt x="660460" y="26495"/>
                </a:lnTo>
                <a:lnTo>
                  <a:pt x="660215" y="26603"/>
                </a:lnTo>
                <a:lnTo>
                  <a:pt x="659972" y="26714"/>
                </a:lnTo>
                <a:lnTo>
                  <a:pt x="659730" y="26828"/>
                </a:lnTo>
                <a:lnTo>
                  <a:pt x="659490" y="26945"/>
                </a:lnTo>
                <a:lnTo>
                  <a:pt x="659250" y="27064"/>
                </a:lnTo>
                <a:lnTo>
                  <a:pt x="659012" y="27187"/>
                </a:lnTo>
                <a:lnTo>
                  <a:pt x="658776" y="27312"/>
                </a:lnTo>
                <a:lnTo>
                  <a:pt x="658540" y="27439"/>
                </a:lnTo>
                <a:lnTo>
                  <a:pt x="658306" y="27570"/>
                </a:lnTo>
                <a:lnTo>
                  <a:pt x="658073" y="27703"/>
                </a:lnTo>
                <a:lnTo>
                  <a:pt x="657842" y="27839"/>
                </a:lnTo>
                <a:lnTo>
                  <a:pt x="657611" y="27978"/>
                </a:lnTo>
                <a:lnTo>
                  <a:pt x="657382" y="28120"/>
                </a:lnTo>
                <a:lnTo>
                  <a:pt x="657154" y="28265"/>
                </a:lnTo>
                <a:lnTo>
                  <a:pt x="656928" y="28412"/>
                </a:lnTo>
                <a:lnTo>
                  <a:pt x="656703" y="28562"/>
                </a:lnTo>
                <a:lnTo>
                  <a:pt x="656480" y="28714"/>
                </a:lnTo>
                <a:lnTo>
                  <a:pt x="656260" y="28869"/>
                </a:lnTo>
                <a:lnTo>
                  <a:pt x="656042" y="29027"/>
                </a:lnTo>
                <a:lnTo>
                  <a:pt x="655825" y="29187"/>
                </a:lnTo>
                <a:lnTo>
                  <a:pt x="655611" y="29350"/>
                </a:lnTo>
                <a:lnTo>
                  <a:pt x="655399" y="29515"/>
                </a:lnTo>
                <a:lnTo>
                  <a:pt x="655189" y="29683"/>
                </a:lnTo>
                <a:lnTo>
                  <a:pt x="654982" y="29853"/>
                </a:lnTo>
                <a:lnTo>
                  <a:pt x="654776" y="30026"/>
                </a:lnTo>
                <a:lnTo>
                  <a:pt x="654573" y="30202"/>
                </a:lnTo>
                <a:lnTo>
                  <a:pt x="654372" y="30380"/>
                </a:lnTo>
                <a:lnTo>
                  <a:pt x="654173" y="30561"/>
                </a:lnTo>
                <a:lnTo>
                  <a:pt x="653976" y="30744"/>
                </a:lnTo>
                <a:lnTo>
                  <a:pt x="653781" y="30930"/>
                </a:lnTo>
                <a:lnTo>
                  <a:pt x="653588" y="31118"/>
                </a:lnTo>
                <a:lnTo>
                  <a:pt x="653398" y="31309"/>
                </a:lnTo>
                <a:lnTo>
                  <a:pt x="653209" y="31503"/>
                </a:lnTo>
                <a:lnTo>
                  <a:pt x="653023" y="31699"/>
                </a:lnTo>
                <a:lnTo>
                  <a:pt x="652839" y="31898"/>
                </a:lnTo>
                <a:lnTo>
                  <a:pt x="652657" y="32099"/>
                </a:lnTo>
                <a:lnTo>
                  <a:pt x="652477" y="32303"/>
                </a:lnTo>
                <a:lnTo>
                  <a:pt x="652299" y="32509"/>
                </a:lnTo>
                <a:lnTo>
                  <a:pt x="652124" y="32718"/>
                </a:lnTo>
                <a:lnTo>
                  <a:pt x="651951" y="32929"/>
                </a:lnTo>
                <a:lnTo>
                  <a:pt x="651781" y="33141"/>
                </a:lnTo>
                <a:lnTo>
                  <a:pt x="651614" y="33355"/>
                </a:lnTo>
                <a:lnTo>
                  <a:pt x="651450" y="33571"/>
                </a:lnTo>
                <a:lnTo>
                  <a:pt x="651289" y="33788"/>
                </a:lnTo>
                <a:lnTo>
                  <a:pt x="651131" y="34006"/>
                </a:lnTo>
                <a:lnTo>
                  <a:pt x="650975" y="34226"/>
                </a:lnTo>
                <a:lnTo>
                  <a:pt x="650823" y="34447"/>
                </a:lnTo>
                <a:lnTo>
                  <a:pt x="650674" y="34670"/>
                </a:lnTo>
                <a:lnTo>
                  <a:pt x="650528" y="34895"/>
                </a:lnTo>
                <a:lnTo>
                  <a:pt x="650385" y="35121"/>
                </a:lnTo>
                <a:lnTo>
                  <a:pt x="650245" y="35348"/>
                </a:lnTo>
                <a:lnTo>
                  <a:pt x="650108" y="35577"/>
                </a:lnTo>
                <a:lnTo>
                  <a:pt x="649974" y="35807"/>
                </a:lnTo>
                <a:lnTo>
                  <a:pt x="649843" y="36039"/>
                </a:lnTo>
                <a:lnTo>
                  <a:pt x="649714" y="36272"/>
                </a:lnTo>
                <a:lnTo>
                  <a:pt x="649589" y="36507"/>
                </a:lnTo>
                <a:lnTo>
                  <a:pt x="649467" y="36744"/>
                </a:lnTo>
                <a:lnTo>
                  <a:pt x="649348" y="36981"/>
                </a:lnTo>
                <a:lnTo>
                  <a:pt x="649232" y="37221"/>
                </a:lnTo>
                <a:lnTo>
                  <a:pt x="649119" y="37462"/>
                </a:lnTo>
                <a:lnTo>
                  <a:pt x="649008" y="37704"/>
                </a:lnTo>
                <a:lnTo>
                  <a:pt x="648901" y="37948"/>
                </a:lnTo>
                <a:lnTo>
                  <a:pt x="648797" y="38193"/>
                </a:lnTo>
                <a:lnTo>
                  <a:pt x="648551" y="38193"/>
                </a:lnTo>
                <a:lnTo>
                  <a:pt x="648551" y="26369"/>
                </a:lnTo>
                <a:lnTo>
                  <a:pt x="631922" y="26369"/>
                </a:lnTo>
                <a:lnTo>
                  <a:pt x="631922" y="90100"/>
                </a:lnTo>
                <a:lnTo>
                  <a:pt x="649413" y="90100"/>
                </a:lnTo>
                <a:lnTo>
                  <a:pt x="649413" y="61368"/>
                </a:lnTo>
                <a:lnTo>
                  <a:pt x="649415" y="61010"/>
                </a:lnTo>
                <a:lnTo>
                  <a:pt x="649419" y="60653"/>
                </a:lnTo>
                <a:close/>
                <a:moveTo>
                  <a:pt x="696423" y="43974"/>
                </a:moveTo>
                <a:lnTo>
                  <a:pt x="696511" y="43599"/>
                </a:lnTo>
                <a:lnTo>
                  <a:pt x="696607" y="43235"/>
                </a:lnTo>
                <a:lnTo>
                  <a:pt x="696713" y="42881"/>
                </a:lnTo>
                <a:lnTo>
                  <a:pt x="696826" y="42537"/>
                </a:lnTo>
                <a:lnTo>
                  <a:pt x="696949" y="42203"/>
                </a:lnTo>
                <a:lnTo>
                  <a:pt x="697080" y="41880"/>
                </a:lnTo>
                <a:lnTo>
                  <a:pt x="697219" y="41567"/>
                </a:lnTo>
                <a:lnTo>
                  <a:pt x="697367" y="41264"/>
                </a:lnTo>
                <a:lnTo>
                  <a:pt x="697524" y="40972"/>
                </a:lnTo>
                <a:lnTo>
                  <a:pt x="697689" y="40689"/>
                </a:lnTo>
                <a:lnTo>
                  <a:pt x="697862" y="40417"/>
                </a:lnTo>
                <a:lnTo>
                  <a:pt x="698045" y="40156"/>
                </a:lnTo>
                <a:lnTo>
                  <a:pt x="698235" y="39904"/>
                </a:lnTo>
                <a:lnTo>
                  <a:pt x="698435" y="39663"/>
                </a:lnTo>
                <a:lnTo>
                  <a:pt x="698643" y="39432"/>
                </a:lnTo>
                <a:lnTo>
                  <a:pt x="698859" y="39211"/>
                </a:lnTo>
                <a:lnTo>
                  <a:pt x="699084" y="39001"/>
                </a:lnTo>
                <a:lnTo>
                  <a:pt x="699317" y="38800"/>
                </a:lnTo>
                <a:lnTo>
                  <a:pt x="699560" y="38610"/>
                </a:lnTo>
                <a:lnTo>
                  <a:pt x="699810" y="38429"/>
                </a:lnTo>
                <a:lnTo>
                  <a:pt x="700068" y="38256"/>
                </a:lnTo>
                <a:lnTo>
                  <a:pt x="700333" y="38091"/>
                </a:lnTo>
                <a:lnTo>
                  <a:pt x="700607" y="37933"/>
                </a:lnTo>
                <a:lnTo>
                  <a:pt x="700888" y="37783"/>
                </a:lnTo>
                <a:lnTo>
                  <a:pt x="701176" y="37640"/>
                </a:lnTo>
                <a:lnTo>
                  <a:pt x="701473" y="37505"/>
                </a:lnTo>
                <a:lnTo>
                  <a:pt x="701777" y="37378"/>
                </a:lnTo>
                <a:lnTo>
                  <a:pt x="702089" y="37259"/>
                </a:lnTo>
                <a:lnTo>
                  <a:pt x="702408" y="37147"/>
                </a:lnTo>
                <a:lnTo>
                  <a:pt x="702735" y="37043"/>
                </a:lnTo>
                <a:lnTo>
                  <a:pt x="703070" y="36947"/>
                </a:lnTo>
                <a:lnTo>
                  <a:pt x="703413" y="36858"/>
                </a:lnTo>
                <a:lnTo>
                  <a:pt x="703763" y="36778"/>
                </a:lnTo>
                <a:lnTo>
                  <a:pt x="704121" y="36704"/>
                </a:lnTo>
                <a:lnTo>
                  <a:pt x="704487" y="36639"/>
                </a:lnTo>
                <a:lnTo>
                  <a:pt x="704860" y="36581"/>
                </a:lnTo>
                <a:lnTo>
                  <a:pt x="705241" y="36531"/>
                </a:lnTo>
                <a:lnTo>
                  <a:pt x="705630" y="36489"/>
                </a:lnTo>
                <a:lnTo>
                  <a:pt x="706026" y="36454"/>
                </a:lnTo>
                <a:lnTo>
                  <a:pt x="706430" y="36427"/>
                </a:lnTo>
                <a:lnTo>
                  <a:pt x="706842" y="36408"/>
                </a:lnTo>
                <a:lnTo>
                  <a:pt x="707262" y="36396"/>
                </a:lnTo>
                <a:lnTo>
                  <a:pt x="707689" y="36392"/>
                </a:lnTo>
                <a:lnTo>
                  <a:pt x="707883" y="36393"/>
                </a:lnTo>
                <a:lnTo>
                  <a:pt x="708077" y="36395"/>
                </a:lnTo>
                <a:lnTo>
                  <a:pt x="708269" y="36397"/>
                </a:lnTo>
                <a:lnTo>
                  <a:pt x="708460" y="36401"/>
                </a:lnTo>
                <a:lnTo>
                  <a:pt x="708650" y="36406"/>
                </a:lnTo>
                <a:lnTo>
                  <a:pt x="708840" y="36412"/>
                </a:lnTo>
                <a:lnTo>
                  <a:pt x="709028" y="36419"/>
                </a:lnTo>
                <a:lnTo>
                  <a:pt x="709215" y="36427"/>
                </a:lnTo>
                <a:lnTo>
                  <a:pt x="709401" y="36436"/>
                </a:lnTo>
                <a:lnTo>
                  <a:pt x="709585" y="36446"/>
                </a:lnTo>
                <a:lnTo>
                  <a:pt x="709769" y="36457"/>
                </a:lnTo>
                <a:lnTo>
                  <a:pt x="709952" y="36470"/>
                </a:lnTo>
                <a:lnTo>
                  <a:pt x="710133" y="36483"/>
                </a:lnTo>
                <a:lnTo>
                  <a:pt x="710314" y="36497"/>
                </a:lnTo>
                <a:lnTo>
                  <a:pt x="710493" y="36513"/>
                </a:lnTo>
                <a:lnTo>
                  <a:pt x="710672" y="36529"/>
                </a:lnTo>
                <a:lnTo>
                  <a:pt x="710849" y="36547"/>
                </a:lnTo>
                <a:lnTo>
                  <a:pt x="711026" y="36566"/>
                </a:lnTo>
                <a:lnTo>
                  <a:pt x="711201" y="36586"/>
                </a:lnTo>
                <a:lnTo>
                  <a:pt x="711375" y="36607"/>
                </a:lnTo>
                <a:lnTo>
                  <a:pt x="711548" y="36629"/>
                </a:lnTo>
                <a:lnTo>
                  <a:pt x="711720" y="36652"/>
                </a:lnTo>
                <a:lnTo>
                  <a:pt x="711891" y="36676"/>
                </a:lnTo>
                <a:lnTo>
                  <a:pt x="712061" y="36701"/>
                </a:lnTo>
                <a:lnTo>
                  <a:pt x="712229" y="36728"/>
                </a:lnTo>
                <a:lnTo>
                  <a:pt x="712396" y="36756"/>
                </a:lnTo>
                <a:lnTo>
                  <a:pt x="712561" y="36787"/>
                </a:lnTo>
                <a:lnTo>
                  <a:pt x="712725" y="36821"/>
                </a:lnTo>
                <a:lnTo>
                  <a:pt x="712887" y="36856"/>
                </a:lnTo>
                <a:lnTo>
                  <a:pt x="713047" y="36893"/>
                </a:lnTo>
                <a:lnTo>
                  <a:pt x="713205" y="36933"/>
                </a:lnTo>
                <a:lnTo>
                  <a:pt x="713362" y="36975"/>
                </a:lnTo>
                <a:lnTo>
                  <a:pt x="713516" y="37019"/>
                </a:lnTo>
                <a:lnTo>
                  <a:pt x="713670" y="37065"/>
                </a:lnTo>
                <a:lnTo>
                  <a:pt x="713821" y="37113"/>
                </a:lnTo>
                <a:lnTo>
                  <a:pt x="713971" y="37163"/>
                </a:lnTo>
                <a:lnTo>
                  <a:pt x="714119" y="37216"/>
                </a:lnTo>
                <a:lnTo>
                  <a:pt x="714265" y="37270"/>
                </a:lnTo>
                <a:lnTo>
                  <a:pt x="714410" y="37327"/>
                </a:lnTo>
                <a:lnTo>
                  <a:pt x="714553" y="37386"/>
                </a:lnTo>
                <a:lnTo>
                  <a:pt x="714694" y="37447"/>
                </a:lnTo>
                <a:lnTo>
                  <a:pt x="714833" y="37510"/>
                </a:lnTo>
                <a:lnTo>
                  <a:pt x="714971" y="37575"/>
                </a:lnTo>
                <a:lnTo>
                  <a:pt x="715107" y="37643"/>
                </a:lnTo>
                <a:lnTo>
                  <a:pt x="715241" y="37712"/>
                </a:lnTo>
                <a:lnTo>
                  <a:pt x="715374" y="37784"/>
                </a:lnTo>
                <a:lnTo>
                  <a:pt x="715505" y="37858"/>
                </a:lnTo>
                <a:lnTo>
                  <a:pt x="715634" y="37934"/>
                </a:lnTo>
                <a:lnTo>
                  <a:pt x="715761" y="38012"/>
                </a:lnTo>
                <a:lnTo>
                  <a:pt x="715886" y="38093"/>
                </a:lnTo>
                <a:lnTo>
                  <a:pt x="716009" y="38176"/>
                </a:lnTo>
                <a:lnTo>
                  <a:pt x="716130" y="38262"/>
                </a:lnTo>
                <a:lnTo>
                  <a:pt x="716249" y="38350"/>
                </a:lnTo>
                <a:lnTo>
                  <a:pt x="716365" y="38441"/>
                </a:lnTo>
                <a:lnTo>
                  <a:pt x="716479" y="38535"/>
                </a:lnTo>
                <a:lnTo>
                  <a:pt x="716592" y="38631"/>
                </a:lnTo>
                <a:lnTo>
                  <a:pt x="716702" y="38730"/>
                </a:lnTo>
                <a:lnTo>
                  <a:pt x="716810" y="38831"/>
                </a:lnTo>
                <a:lnTo>
                  <a:pt x="716916" y="38935"/>
                </a:lnTo>
                <a:lnTo>
                  <a:pt x="717020" y="39042"/>
                </a:lnTo>
                <a:lnTo>
                  <a:pt x="717121" y="39151"/>
                </a:lnTo>
                <a:lnTo>
                  <a:pt x="717221" y="39262"/>
                </a:lnTo>
                <a:lnTo>
                  <a:pt x="717318" y="39377"/>
                </a:lnTo>
                <a:lnTo>
                  <a:pt x="717413" y="39493"/>
                </a:lnTo>
                <a:lnTo>
                  <a:pt x="717506" y="39613"/>
                </a:lnTo>
                <a:lnTo>
                  <a:pt x="717597" y="39735"/>
                </a:lnTo>
                <a:lnTo>
                  <a:pt x="717686" y="39859"/>
                </a:lnTo>
                <a:lnTo>
                  <a:pt x="717773" y="39986"/>
                </a:lnTo>
                <a:lnTo>
                  <a:pt x="717857" y="40116"/>
                </a:lnTo>
                <a:lnTo>
                  <a:pt x="717940" y="40248"/>
                </a:lnTo>
                <a:lnTo>
                  <a:pt x="718020" y="40383"/>
                </a:lnTo>
                <a:lnTo>
                  <a:pt x="718098" y="40520"/>
                </a:lnTo>
                <a:lnTo>
                  <a:pt x="718173" y="40661"/>
                </a:lnTo>
                <a:lnTo>
                  <a:pt x="718246" y="40805"/>
                </a:lnTo>
                <a:lnTo>
                  <a:pt x="718315" y="40954"/>
                </a:lnTo>
                <a:lnTo>
                  <a:pt x="718380" y="41106"/>
                </a:lnTo>
                <a:lnTo>
                  <a:pt x="718443" y="41263"/>
                </a:lnTo>
                <a:lnTo>
                  <a:pt x="718503" y="41424"/>
                </a:lnTo>
                <a:lnTo>
                  <a:pt x="718559" y="41589"/>
                </a:lnTo>
                <a:lnTo>
                  <a:pt x="718612" y="41758"/>
                </a:lnTo>
                <a:lnTo>
                  <a:pt x="718661" y="41931"/>
                </a:lnTo>
                <a:lnTo>
                  <a:pt x="718708" y="42108"/>
                </a:lnTo>
                <a:lnTo>
                  <a:pt x="718751" y="42290"/>
                </a:lnTo>
                <a:lnTo>
                  <a:pt x="718791" y="42475"/>
                </a:lnTo>
                <a:lnTo>
                  <a:pt x="718828" y="42664"/>
                </a:lnTo>
                <a:lnTo>
                  <a:pt x="718862" y="42858"/>
                </a:lnTo>
                <a:lnTo>
                  <a:pt x="718893" y="43055"/>
                </a:lnTo>
                <a:lnTo>
                  <a:pt x="718920" y="43257"/>
                </a:lnTo>
                <a:lnTo>
                  <a:pt x="718944" y="43462"/>
                </a:lnTo>
                <a:lnTo>
                  <a:pt x="718965" y="43672"/>
                </a:lnTo>
                <a:lnTo>
                  <a:pt x="718983" y="43886"/>
                </a:lnTo>
                <a:lnTo>
                  <a:pt x="718997" y="44104"/>
                </a:lnTo>
                <a:lnTo>
                  <a:pt x="719008" y="44326"/>
                </a:lnTo>
                <a:lnTo>
                  <a:pt x="719016" y="44552"/>
                </a:lnTo>
                <a:lnTo>
                  <a:pt x="719021" y="44782"/>
                </a:lnTo>
                <a:lnTo>
                  <a:pt x="719023" y="45016"/>
                </a:lnTo>
                <a:lnTo>
                  <a:pt x="719030" y="45240"/>
                </a:lnTo>
                <a:lnTo>
                  <a:pt x="719030" y="45459"/>
                </a:lnTo>
                <a:lnTo>
                  <a:pt x="719024" y="45673"/>
                </a:lnTo>
                <a:lnTo>
                  <a:pt x="719012" y="45884"/>
                </a:lnTo>
                <a:lnTo>
                  <a:pt x="718993" y="46089"/>
                </a:lnTo>
                <a:lnTo>
                  <a:pt x="718968" y="46290"/>
                </a:lnTo>
                <a:lnTo>
                  <a:pt x="718937" y="46487"/>
                </a:lnTo>
                <a:lnTo>
                  <a:pt x="718899" y="46679"/>
                </a:lnTo>
                <a:lnTo>
                  <a:pt x="718854" y="46867"/>
                </a:lnTo>
                <a:lnTo>
                  <a:pt x="718804" y="47050"/>
                </a:lnTo>
                <a:lnTo>
                  <a:pt x="718747" y="47229"/>
                </a:lnTo>
                <a:lnTo>
                  <a:pt x="718683" y="47403"/>
                </a:lnTo>
                <a:lnTo>
                  <a:pt x="718613" y="47573"/>
                </a:lnTo>
                <a:lnTo>
                  <a:pt x="718537" y="47738"/>
                </a:lnTo>
                <a:lnTo>
                  <a:pt x="718454" y="47899"/>
                </a:lnTo>
                <a:lnTo>
                  <a:pt x="718364" y="48055"/>
                </a:lnTo>
                <a:lnTo>
                  <a:pt x="718269" y="48207"/>
                </a:lnTo>
                <a:lnTo>
                  <a:pt x="718167" y="48354"/>
                </a:lnTo>
                <a:lnTo>
                  <a:pt x="718058" y="48497"/>
                </a:lnTo>
                <a:lnTo>
                  <a:pt x="717943" y="48635"/>
                </a:lnTo>
                <a:lnTo>
                  <a:pt x="717822" y="48769"/>
                </a:lnTo>
                <a:lnTo>
                  <a:pt x="717694" y="48898"/>
                </a:lnTo>
                <a:lnTo>
                  <a:pt x="717560" y="49023"/>
                </a:lnTo>
                <a:lnTo>
                  <a:pt x="717419" y="49144"/>
                </a:lnTo>
                <a:lnTo>
                  <a:pt x="717274" y="49260"/>
                </a:lnTo>
                <a:lnTo>
                  <a:pt x="717124" y="49375"/>
                </a:lnTo>
                <a:lnTo>
                  <a:pt x="716969" y="49487"/>
                </a:lnTo>
                <a:lnTo>
                  <a:pt x="716811" y="49597"/>
                </a:lnTo>
                <a:lnTo>
                  <a:pt x="716648" y="49704"/>
                </a:lnTo>
                <a:lnTo>
                  <a:pt x="716481" y="49809"/>
                </a:lnTo>
                <a:lnTo>
                  <a:pt x="716309" y="49912"/>
                </a:lnTo>
                <a:lnTo>
                  <a:pt x="716133" y="50012"/>
                </a:lnTo>
                <a:lnTo>
                  <a:pt x="715953" y="50110"/>
                </a:lnTo>
                <a:lnTo>
                  <a:pt x="715769" y="50206"/>
                </a:lnTo>
                <a:lnTo>
                  <a:pt x="715580" y="50299"/>
                </a:lnTo>
                <a:lnTo>
                  <a:pt x="715388" y="50390"/>
                </a:lnTo>
                <a:lnTo>
                  <a:pt x="715190" y="50478"/>
                </a:lnTo>
                <a:lnTo>
                  <a:pt x="714989" y="50565"/>
                </a:lnTo>
                <a:lnTo>
                  <a:pt x="714783" y="50648"/>
                </a:lnTo>
                <a:lnTo>
                  <a:pt x="714573" y="50730"/>
                </a:lnTo>
                <a:lnTo>
                  <a:pt x="714359" y="50809"/>
                </a:lnTo>
                <a:lnTo>
                  <a:pt x="714140" y="50886"/>
                </a:lnTo>
                <a:lnTo>
                  <a:pt x="713918" y="50960"/>
                </a:lnTo>
                <a:lnTo>
                  <a:pt x="713691" y="51033"/>
                </a:lnTo>
                <a:lnTo>
                  <a:pt x="713459" y="51102"/>
                </a:lnTo>
                <a:lnTo>
                  <a:pt x="713223" y="51170"/>
                </a:lnTo>
                <a:lnTo>
                  <a:pt x="712983" y="51235"/>
                </a:lnTo>
                <a:lnTo>
                  <a:pt x="712739" y="51298"/>
                </a:lnTo>
                <a:lnTo>
                  <a:pt x="712491" y="51359"/>
                </a:lnTo>
                <a:lnTo>
                  <a:pt x="712240" y="51418"/>
                </a:lnTo>
                <a:lnTo>
                  <a:pt x="711987" y="51477"/>
                </a:lnTo>
                <a:lnTo>
                  <a:pt x="711730" y="51534"/>
                </a:lnTo>
                <a:lnTo>
                  <a:pt x="711470" y="51589"/>
                </a:lnTo>
                <a:lnTo>
                  <a:pt x="711207" y="51644"/>
                </a:lnTo>
                <a:lnTo>
                  <a:pt x="710941" y="51697"/>
                </a:lnTo>
                <a:lnTo>
                  <a:pt x="710672" y="51749"/>
                </a:lnTo>
                <a:lnTo>
                  <a:pt x="710400" y="51800"/>
                </a:lnTo>
                <a:lnTo>
                  <a:pt x="710126" y="51849"/>
                </a:lnTo>
                <a:lnTo>
                  <a:pt x="709848" y="51897"/>
                </a:lnTo>
                <a:lnTo>
                  <a:pt x="709567" y="51944"/>
                </a:lnTo>
                <a:lnTo>
                  <a:pt x="709283" y="51990"/>
                </a:lnTo>
                <a:lnTo>
                  <a:pt x="708996" y="52034"/>
                </a:lnTo>
                <a:lnTo>
                  <a:pt x="708707" y="52077"/>
                </a:lnTo>
                <a:lnTo>
                  <a:pt x="708414" y="52119"/>
                </a:lnTo>
                <a:lnTo>
                  <a:pt x="708118" y="52159"/>
                </a:lnTo>
                <a:lnTo>
                  <a:pt x="707819" y="52198"/>
                </a:lnTo>
                <a:lnTo>
                  <a:pt x="707517" y="52236"/>
                </a:lnTo>
                <a:lnTo>
                  <a:pt x="707212" y="52273"/>
                </a:lnTo>
                <a:lnTo>
                  <a:pt x="706905" y="52308"/>
                </a:lnTo>
                <a:lnTo>
                  <a:pt x="706594" y="52342"/>
                </a:lnTo>
                <a:lnTo>
                  <a:pt x="706280" y="52375"/>
                </a:lnTo>
                <a:lnTo>
                  <a:pt x="705963" y="52407"/>
                </a:lnTo>
                <a:lnTo>
                  <a:pt x="705645" y="52438"/>
                </a:lnTo>
                <a:lnTo>
                  <a:pt x="705326" y="52470"/>
                </a:lnTo>
                <a:lnTo>
                  <a:pt x="705007" y="52503"/>
                </a:lnTo>
                <a:lnTo>
                  <a:pt x="704687" y="52537"/>
                </a:lnTo>
                <a:lnTo>
                  <a:pt x="704367" y="52572"/>
                </a:lnTo>
                <a:lnTo>
                  <a:pt x="704047" y="52607"/>
                </a:lnTo>
                <a:lnTo>
                  <a:pt x="703726" y="52643"/>
                </a:lnTo>
                <a:lnTo>
                  <a:pt x="703405" y="52681"/>
                </a:lnTo>
                <a:lnTo>
                  <a:pt x="703083" y="52719"/>
                </a:lnTo>
                <a:lnTo>
                  <a:pt x="702761" y="52758"/>
                </a:lnTo>
                <a:lnTo>
                  <a:pt x="702438" y="52798"/>
                </a:lnTo>
                <a:lnTo>
                  <a:pt x="702115" y="52838"/>
                </a:lnTo>
                <a:lnTo>
                  <a:pt x="701791" y="52880"/>
                </a:lnTo>
                <a:lnTo>
                  <a:pt x="701467" y="52922"/>
                </a:lnTo>
                <a:lnTo>
                  <a:pt x="701143" y="52966"/>
                </a:lnTo>
                <a:lnTo>
                  <a:pt x="700818" y="53010"/>
                </a:lnTo>
                <a:lnTo>
                  <a:pt x="700493" y="53055"/>
                </a:lnTo>
                <a:lnTo>
                  <a:pt x="700167" y="53100"/>
                </a:lnTo>
                <a:lnTo>
                  <a:pt x="699841" y="53147"/>
                </a:lnTo>
                <a:lnTo>
                  <a:pt x="699515" y="53195"/>
                </a:lnTo>
                <a:lnTo>
                  <a:pt x="699188" y="53243"/>
                </a:lnTo>
                <a:lnTo>
                  <a:pt x="698860" y="53292"/>
                </a:lnTo>
                <a:lnTo>
                  <a:pt x="698533" y="53342"/>
                </a:lnTo>
                <a:lnTo>
                  <a:pt x="698204" y="53393"/>
                </a:lnTo>
                <a:lnTo>
                  <a:pt x="697876" y="53445"/>
                </a:lnTo>
                <a:lnTo>
                  <a:pt x="697548" y="53499"/>
                </a:lnTo>
                <a:lnTo>
                  <a:pt x="697220" y="53554"/>
                </a:lnTo>
                <a:lnTo>
                  <a:pt x="696892" y="53610"/>
                </a:lnTo>
                <a:lnTo>
                  <a:pt x="696565" y="53668"/>
                </a:lnTo>
                <a:lnTo>
                  <a:pt x="696237" y="53728"/>
                </a:lnTo>
                <a:lnTo>
                  <a:pt x="695910" y="53789"/>
                </a:lnTo>
                <a:lnTo>
                  <a:pt x="695583" y="53851"/>
                </a:lnTo>
                <a:lnTo>
                  <a:pt x="695257" y="53915"/>
                </a:lnTo>
                <a:lnTo>
                  <a:pt x="694930" y="53981"/>
                </a:lnTo>
                <a:lnTo>
                  <a:pt x="694604" y="54048"/>
                </a:lnTo>
                <a:lnTo>
                  <a:pt x="694278" y="54116"/>
                </a:lnTo>
                <a:lnTo>
                  <a:pt x="693952" y="54186"/>
                </a:lnTo>
                <a:lnTo>
                  <a:pt x="693626" y="54257"/>
                </a:lnTo>
                <a:lnTo>
                  <a:pt x="693301" y="54330"/>
                </a:lnTo>
                <a:lnTo>
                  <a:pt x="692976" y="54405"/>
                </a:lnTo>
                <a:lnTo>
                  <a:pt x="692651" y="54481"/>
                </a:lnTo>
                <a:lnTo>
                  <a:pt x="692326" y="54558"/>
                </a:lnTo>
                <a:lnTo>
                  <a:pt x="692001" y="54637"/>
                </a:lnTo>
                <a:lnTo>
                  <a:pt x="691677" y="54718"/>
                </a:lnTo>
                <a:lnTo>
                  <a:pt x="691353" y="54800"/>
                </a:lnTo>
                <a:lnTo>
                  <a:pt x="691029" y="54883"/>
                </a:lnTo>
                <a:lnTo>
                  <a:pt x="690705" y="54968"/>
                </a:lnTo>
                <a:lnTo>
                  <a:pt x="690382" y="55055"/>
                </a:lnTo>
                <a:lnTo>
                  <a:pt x="690060" y="55144"/>
                </a:lnTo>
                <a:lnTo>
                  <a:pt x="689741" y="55237"/>
                </a:lnTo>
                <a:lnTo>
                  <a:pt x="689425" y="55333"/>
                </a:lnTo>
                <a:lnTo>
                  <a:pt x="689112" y="55433"/>
                </a:lnTo>
                <a:lnTo>
                  <a:pt x="688803" y="55537"/>
                </a:lnTo>
                <a:lnTo>
                  <a:pt x="688496" y="55644"/>
                </a:lnTo>
                <a:lnTo>
                  <a:pt x="688192" y="55755"/>
                </a:lnTo>
                <a:lnTo>
                  <a:pt x="687891" y="55869"/>
                </a:lnTo>
                <a:lnTo>
                  <a:pt x="687593" y="55987"/>
                </a:lnTo>
                <a:lnTo>
                  <a:pt x="687298" y="56109"/>
                </a:lnTo>
                <a:lnTo>
                  <a:pt x="687006" y="56234"/>
                </a:lnTo>
                <a:lnTo>
                  <a:pt x="686717" y="56364"/>
                </a:lnTo>
                <a:lnTo>
                  <a:pt x="686431" y="56496"/>
                </a:lnTo>
                <a:lnTo>
                  <a:pt x="686148" y="56633"/>
                </a:lnTo>
                <a:lnTo>
                  <a:pt x="685869" y="56772"/>
                </a:lnTo>
                <a:lnTo>
                  <a:pt x="685592" y="56916"/>
                </a:lnTo>
                <a:lnTo>
                  <a:pt x="685318" y="57063"/>
                </a:lnTo>
                <a:lnTo>
                  <a:pt x="685047" y="57214"/>
                </a:lnTo>
                <a:lnTo>
                  <a:pt x="684779" y="57369"/>
                </a:lnTo>
                <a:lnTo>
                  <a:pt x="684514" y="57527"/>
                </a:lnTo>
                <a:lnTo>
                  <a:pt x="684252" y="57689"/>
                </a:lnTo>
                <a:lnTo>
                  <a:pt x="683993" y="57854"/>
                </a:lnTo>
                <a:lnTo>
                  <a:pt x="683737" y="58023"/>
                </a:lnTo>
                <a:lnTo>
                  <a:pt x="683484" y="58196"/>
                </a:lnTo>
                <a:lnTo>
                  <a:pt x="683234" y="58373"/>
                </a:lnTo>
                <a:lnTo>
                  <a:pt x="682988" y="58554"/>
                </a:lnTo>
                <a:lnTo>
                  <a:pt x="682747" y="58741"/>
                </a:lnTo>
                <a:lnTo>
                  <a:pt x="682509" y="58933"/>
                </a:lnTo>
                <a:lnTo>
                  <a:pt x="682275" y="59130"/>
                </a:lnTo>
                <a:lnTo>
                  <a:pt x="682044" y="59331"/>
                </a:lnTo>
                <a:lnTo>
                  <a:pt x="681818" y="59538"/>
                </a:lnTo>
                <a:lnTo>
                  <a:pt x="681595" y="59749"/>
                </a:lnTo>
                <a:lnTo>
                  <a:pt x="681377" y="59965"/>
                </a:lnTo>
                <a:lnTo>
                  <a:pt x="681162" y="60187"/>
                </a:lnTo>
                <a:lnTo>
                  <a:pt x="680951" y="60413"/>
                </a:lnTo>
                <a:lnTo>
                  <a:pt x="680744" y="60644"/>
                </a:lnTo>
                <a:lnTo>
                  <a:pt x="680540" y="60880"/>
                </a:lnTo>
                <a:lnTo>
                  <a:pt x="680341" y="61121"/>
                </a:lnTo>
                <a:lnTo>
                  <a:pt x="680145" y="61367"/>
                </a:lnTo>
                <a:lnTo>
                  <a:pt x="679953" y="61617"/>
                </a:lnTo>
                <a:lnTo>
                  <a:pt x="679765" y="61873"/>
                </a:lnTo>
                <a:lnTo>
                  <a:pt x="679581" y="62134"/>
                </a:lnTo>
                <a:lnTo>
                  <a:pt x="679401" y="62399"/>
                </a:lnTo>
                <a:lnTo>
                  <a:pt x="679224" y="62670"/>
                </a:lnTo>
                <a:lnTo>
                  <a:pt x="679052" y="62945"/>
                </a:lnTo>
                <a:lnTo>
                  <a:pt x="678883" y="63225"/>
                </a:lnTo>
                <a:lnTo>
                  <a:pt x="678718" y="63510"/>
                </a:lnTo>
                <a:lnTo>
                  <a:pt x="678557" y="63801"/>
                </a:lnTo>
                <a:lnTo>
                  <a:pt x="678401" y="64096"/>
                </a:lnTo>
                <a:lnTo>
                  <a:pt x="678252" y="64399"/>
                </a:lnTo>
                <a:lnTo>
                  <a:pt x="678110" y="64708"/>
                </a:lnTo>
                <a:lnTo>
                  <a:pt x="677974" y="65024"/>
                </a:lnTo>
                <a:lnTo>
                  <a:pt x="677844" y="65346"/>
                </a:lnTo>
                <a:lnTo>
                  <a:pt x="677722" y="65675"/>
                </a:lnTo>
                <a:lnTo>
                  <a:pt x="677606" y="66011"/>
                </a:lnTo>
                <a:lnTo>
                  <a:pt x="677496" y="66353"/>
                </a:lnTo>
                <a:lnTo>
                  <a:pt x="677393" y="66702"/>
                </a:lnTo>
                <a:lnTo>
                  <a:pt x="677297" y="67058"/>
                </a:lnTo>
                <a:lnTo>
                  <a:pt x="677208" y="67420"/>
                </a:lnTo>
                <a:lnTo>
                  <a:pt x="677125" y="67789"/>
                </a:lnTo>
                <a:lnTo>
                  <a:pt x="677049" y="68164"/>
                </a:lnTo>
                <a:lnTo>
                  <a:pt x="676979" y="68546"/>
                </a:lnTo>
                <a:lnTo>
                  <a:pt x="676916" y="68935"/>
                </a:lnTo>
                <a:lnTo>
                  <a:pt x="676860" y="69330"/>
                </a:lnTo>
                <a:lnTo>
                  <a:pt x="676810" y="69732"/>
                </a:lnTo>
                <a:lnTo>
                  <a:pt x="676767" y="70140"/>
                </a:lnTo>
                <a:lnTo>
                  <a:pt x="676730" y="70555"/>
                </a:lnTo>
                <a:lnTo>
                  <a:pt x="676701" y="70977"/>
                </a:lnTo>
                <a:lnTo>
                  <a:pt x="676677" y="71406"/>
                </a:lnTo>
                <a:lnTo>
                  <a:pt x="676661" y="71841"/>
                </a:lnTo>
                <a:lnTo>
                  <a:pt x="676651" y="72282"/>
                </a:lnTo>
                <a:lnTo>
                  <a:pt x="676647" y="72730"/>
                </a:lnTo>
                <a:lnTo>
                  <a:pt x="676650" y="73139"/>
                </a:lnTo>
                <a:lnTo>
                  <a:pt x="676659" y="73542"/>
                </a:lnTo>
                <a:lnTo>
                  <a:pt x="676673" y="73941"/>
                </a:lnTo>
                <a:lnTo>
                  <a:pt x="676694" y="74336"/>
                </a:lnTo>
                <a:lnTo>
                  <a:pt x="676720" y="74725"/>
                </a:lnTo>
                <a:lnTo>
                  <a:pt x="676751" y="75110"/>
                </a:lnTo>
                <a:lnTo>
                  <a:pt x="676789" y="75490"/>
                </a:lnTo>
                <a:lnTo>
                  <a:pt x="676832" y="75865"/>
                </a:lnTo>
                <a:lnTo>
                  <a:pt x="676881" y="76236"/>
                </a:lnTo>
                <a:lnTo>
                  <a:pt x="676936" y="76602"/>
                </a:lnTo>
                <a:lnTo>
                  <a:pt x="676997" y="76963"/>
                </a:lnTo>
                <a:lnTo>
                  <a:pt x="677063" y="77320"/>
                </a:lnTo>
                <a:lnTo>
                  <a:pt x="677136" y="77672"/>
                </a:lnTo>
                <a:lnTo>
                  <a:pt x="677213" y="78019"/>
                </a:lnTo>
                <a:lnTo>
                  <a:pt x="677297" y="78361"/>
                </a:lnTo>
                <a:lnTo>
                  <a:pt x="677387" y="78699"/>
                </a:lnTo>
                <a:lnTo>
                  <a:pt x="677482" y="79032"/>
                </a:lnTo>
                <a:lnTo>
                  <a:pt x="677583" y="79361"/>
                </a:lnTo>
                <a:lnTo>
                  <a:pt x="677690" y="79684"/>
                </a:lnTo>
                <a:lnTo>
                  <a:pt x="677803" y="80003"/>
                </a:lnTo>
                <a:lnTo>
                  <a:pt x="677921" y="80317"/>
                </a:lnTo>
                <a:lnTo>
                  <a:pt x="678045" y="80627"/>
                </a:lnTo>
                <a:lnTo>
                  <a:pt x="678175" y="80932"/>
                </a:lnTo>
                <a:lnTo>
                  <a:pt x="678311" y="81232"/>
                </a:lnTo>
                <a:lnTo>
                  <a:pt x="678452" y="81527"/>
                </a:lnTo>
                <a:lnTo>
                  <a:pt x="678597" y="81818"/>
                </a:lnTo>
                <a:lnTo>
                  <a:pt x="678747" y="82105"/>
                </a:lnTo>
                <a:lnTo>
                  <a:pt x="678901" y="82388"/>
                </a:lnTo>
                <a:lnTo>
                  <a:pt x="679060" y="82666"/>
                </a:lnTo>
                <a:lnTo>
                  <a:pt x="679223" y="82941"/>
                </a:lnTo>
                <a:lnTo>
                  <a:pt x="679391" y="83210"/>
                </a:lnTo>
                <a:lnTo>
                  <a:pt x="679563" y="83476"/>
                </a:lnTo>
                <a:lnTo>
                  <a:pt x="679740" y="83737"/>
                </a:lnTo>
                <a:lnTo>
                  <a:pt x="679921" y="83994"/>
                </a:lnTo>
                <a:lnTo>
                  <a:pt x="680107" y="84247"/>
                </a:lnTo>
                <a:lnTo>
                  <a:pt x="680297" y="84495"/>
                </a:lnTo>
                <a:lnTo>
                  <a:pt x="680492" y="84739"/>
                </a:lnTo>
                <a:lnTo>
                  <a:pt x="680691" y="84979"/>
                </a:lnTo>
                <a:lnTo>
                  <a:pt x="680895" y="85215"/>
                </a:lnTo>
                <a:lnTo>
                  <a:pt x="681103" y="85446"/>
                </a:lnTo>
                <a:lnTo>
                  <a:pt x="681315" y="85673"/>
                </a:lnTo>
                <a:lnTo>
                  <a:pt x="681532" y="85896"/>
                </a:lnTo>
                <a:lnTo>
                  <a:pt x="681754" y="86115"/>
                </a:lnTo>
                <a:lnTo>
                  <a:pt x="681980" y="86329"/>
                </a:lnTo>
                <a:lnTo>
                  <a:pt x="682211" y="86539"/>
                </a:lnTo>
                <a:lnTo>
                  <a:pt x="682446" y="86745"/>
                </a:lnTo>
                <a:lnTo>
                  <a:pt x="682685" y="86946"/>
                </a:lnTo>
                <a:lnTo>
                  <a:pt x="682929" y="87143"/>
                </a:lnTo>
                <a:lnTo>
                  <a:pt x="683177" y="87336"/>
                </a:lnTo>
                <a:lnTo>
                  <a:pt x="683429" y="87525"/>
                </a:lnTo>
                <a:lnTo>
                  <a:pt x="683684" y="87709"/>
                </a:lnTo>
                <a:lnTo>
                  <a:pt x="683942" y="87889"/>
                </a:lnTo>
                <a:lnTo>
                  <a:pt x="684204" y="88065"/>
                </a:lnTo>
                <a:lnTo>
                  <a:pt x="684469" y="88236"/>
                </a:lnTo>
                <a:lnTo>
                  <a:pt x="684737" y="88403"/>
                </a:lnTo>
                <a:lnTo>
                  <a:pt x="685010" y="88566"/>
                </a:lnTo>
                <a:lnTo>
                  <a:pt x="685285" y="88725"/>
                </a:lnTo>
                <a:lnTo>
                  <a:pt x="685564" y="88879"/>
                </a:lnTo>
                <a:lnTo>
                  <a:pt x="685846" y="89030"/>
                </a:lnTo>
                <a:lnTo>
                  <a:pt x="686132" y="89175"/>
                </a:lnTo>
                <a:lnTo>
                  <a:pt x="686421" y="89317"/>
                </a:lnTo>
                <a:lnTo>
                  <a:pt x="686714" y="89454"/>
                </a:lnTo>
                <a:lnTo>
                  <a:pt x="687009" y="89587"/>
                </a:lnTo>
                <a:lnTo>
                  <a:pt x="687309" y="89716"/>
                </a:lnTo>
                <a:lnTo>
                  <a:pt x="687612" y="89841"/>
                </a:lnTo>
                <a:lnTo>
                  <a:pt x="687918" y="89961"/>
                </a:lnTo>
                <a:lnTo>
                  <a:pt x="688228" y="90077"/>
                </a:lnTo>
                <a:lnTo>
                  <a:pt x="688541" y="90188"/>
                </a:lnTo>
                <a:lnTo>
                  <a:pt x="688857" y="90296"/>
                </a:lnTo>
                <a:lnTo>
                  <a:pt x="689177" y="90399"/>
                </a:lnTo>
                <a:lnTo>
                  <a:pt x="689500" y="90498"/>
                </a:lnTo>
                <a:lnTo>
                  <a:pt x="689827" y="90592"/>
                </a:lnTo>
                <a:lnTo>
                  <a:pt x="690157" y="90683"/>
                </a:lnTo>
                <a:lnTo>
                  <a:pt x="690489" y="90769"/>
                </a:lnTo>
                <a:lnTo>
                  <a:pt x="690823" y="90852"/>
                </a:lnTo>
                <a:lnTo>
                  <a:pt x="691159" y="90931"/>
                </a:lnTo>
                <a:lnTo>
                  <a:pt x="691497" y="91006"/>
                </a:lnTo>
                <a:lnTo>
                  <a:pt x="691837" y="91077"/>
                </a:lnTo>
                <a:lnTo>
                  <a:pt x="692180" y="91145"/>
                </a:lnTo>
                <a:lnTo>
                  <a:pt x="692524" y="91208"/>
                </a:lnTo>
                <a:lnTo>
                  <a:pt x="692871" y="91268"/>
                </a:lnTo>
                <a:lnTo>
                  <a:pt x="693220" y="91324"/>
                </a:lnTo>
                <a:lnTo>
                  <a:pt x="693571" y="91376"/>
                </a:lnTo>
                <a:lnTo>
                  <a:pt x="693924" y="91424"/>
                </a:lnTo>
                <a:lnTo>
                  <a:pt x="694279" y="91468"/>
                </a:lnTo>
                <a:lnTo>
                  <a:pt x="694636" y="91509"/>
                </a:lnTo>
                <a:lnTo>
                  <a:pt x="694996" y="91545"/>
                </a:lnTo>
                <a:lnTo>
                  <a:pt x="695357" y="91578"/>
                </a:lnTo>
                <a:lnTo>
                  <a:pt x="695721" y="91607"/>
                </a:lnTo>
                <a:lnTo>
                  <a:pt x="696087" y="91632"/>
                </a:lnTo>
                <a:lnTo>
                  <a:pt x="696455" y="91653"/>
                </a:lnTo>
                <a:lnTo>
                  <a:pt x="696825" y="91670"/>
                </a:lnTo>
                <a:lnTo>
                  <a:pt x="697197" y="91684"/>
                </a:lnTo>
                <a:lnTo>
                  <a:pt x="697571" y="91693"/>
                </a:lnTo>
                <a:lnTo>
                  <a:pt x="697948" y="91699"/>
                </a:lnTo>
                <a:lnTo>
                  <a:pt x="698327" y="91701"/>
                </a:lnTo>
                <a:lnTo>
                  <a:pt x="698819" y="91698"/>
                </a:lnTo>
                <a:lnTo>
                  <a:pt x="699310" y="91689"/>
                </a:lnTo>
                <a:lnTo>
                  <a:pt x="699801" y="91674"/>
                </a:lnTo>
                <a:lnTo>
                  <a:pt x="700291" y="91653"/>
                </a:lnTo>
                <a:lnTo>
                  <a:pt x="700780" y="91626"/>
                </a:lnTo>
                <a:lnTo>
                  <a:pt x="701268" y="91593"/>
                </a:lnTo>
                <a:lnTo>
                  <a:pt x="701755" y="91555"/>
                </a:lnTo>
                <a:lnTo>
                  <a:pt x="702241" y="91510"/>
                </a:lnTo>
                <a:lnTo>
                  <a:pt x="702727" y="91459"/>
                </a:lnTo>
                <a:lnTo>
                  <a:pt x="703211" y="91402"/>
                </a:lnTo>
                <a:lnTo>
                  <a:pt x="703695" y="91339"/>
                </a:lnTo>
                <a:lnTo>
                  <a:pt x="704178" y="91270"/>
                </a:lnTo>
                <a:lnTo>
                  <a:pt x="704660" y="91195"/>
                </a:lnTo>
                <a:lnTo>
                  <a:pt x="705142" y="91115"/>
                </a:lnTo>
                <a:lnTo>
                  <a:pt x="705622" y="91028"/>
                </a:lnTo>
                <a:lnTo>
                  <a:pt x="706101" y="90935"/>
                </a:lnTo>
                <a:lnTo>
                  <a:pt x="706580" y="90836"/>
                </a:lnTo>
                <a:lnTo>
                  <a:pt x="707058" y="90732"/>
                </a:lnTo>
                <a:lnTo>
                  <a:pt x="707535" y="90621"/>
                </a:lnTo>
                <a:lnTo>
                  <a:pt x="708011" y="90504"/>
                </a:lnTo>
                <a:lnTo>
                  <a:pt x="708486" y="90382"/>
                </a:lnTo>
                <a:lnTo>
                  <a:pt x="708961" y="90253"/>
                </a:lnTo>
                <a:lnTo>
                  <a:pt x="709434" y="90118"/>
                </a:lnTo>
                <a:lnTo>
                  <a:pt x="709907" y="89978"/>
                </a:lnTo>
                <a:lnTo>
                  <a:pt x="710376" y="89829"/>
                </a:lnTo>
                <a:lnTo>
                  <a:pt x="710841" y="89672"/>
                </a:lnTo>
                <a:lnTo>
                  <a:pt x="711300" y="89506"/>
                </a:lnTo>
                <a:lnTo>
                  <a:pt x="711755" y="89331"/>
                </a:lnTo>
                <a:lnTo>
                  <a:pt x="712204" y="89146"/>
                </a:lnTo>
                <a:lnTo>
                  <a:pt x="712648" y="88953"/>
                </a:lnTo>
                <a:lnTo>
                  <a:pt x="713087" y="88751"/>
                </a:lnTo>
                <a:lnTo>
                  <a:pt x="713520" y="88540"/>
                </a:lnTo>
                <a:lnTo>
                  <a:pt x="713949" y="88320"/>
                </a:lnTo>
                <a:lnTo>
                  <a:pt x="714372" y="88091"/>
                </a:lnTo>
                <a:lnTo>
                  <a:pt x="714791" y="87853"/>
                </a:lnTo>
                <a:lnTo>
                  <a:pt x="715204" y="87606"/>
                </a:lnTo>
                <a:lnTo>
                  <a:pt x="715612" y="87349"/>
                </a:lnTo>
                <a:lnTo>
                  <a:pt x="716015" y="87084"/>
                </a:lnTo>
                <a:lnTo>
                  <a:pt x="716413" y="86810"/>
                </a:lnTo>
                <a:lnTo>
                  <a:pt x="716805" y="86527"/>
                </a:lnTo>
                <a:lnTo>
                  <a:pt x="717193" y="86236"/>
                </a:lnTo>
                <a:lnTo>
                  <a:pt x="717575" y="85935"/>
                </a:lnTo>
                <a:lnTo>
                  <a:pt x="717952" y="85625"/>
                </a:lnTo>
                <a:lnTo>
                  <a:pt x="718324" y="85306"/>
                </a:lnTo>
                <a:lnTo>
                  <a:pt x="718691" y="84978"/>
                </a:lnTo>
                <a:lnTo>
                  <a:pt x="719053" y="84641"/>
                </a:lnTo>
                <a:lnTo>
                  <a:pt x="719410" y="84295"/>
                </a:lnTo>
                <a:lnTo>
                  <a:pt x="719761" y="83940"/>
                </a:lnTo>
                <a:lnTo>
                  <a:pt x="719772" y="84074"/>
                </a:lnTo>
                <a:lnTo>
                  <a:pt x="719783" y="84207"/>
                </a:lnTo>
                <a:lnTo>
                  <a:pt x="719795" y="84340"/>
                </a:lnTo>
                <a:lnTo>
                  <a:pt x="719807" y="84472"/>
                </a:lnTo>
                <a:lnTo>
                  <a:pt x="719820" y="84605"/>
                </a:lnTo>
                <a:lnTo>
                  <a:pt x="719834" y="84737"/>
                </a:lnTo>
                <a:lnTo>
                  <a:pt x="719848" y="84869"/>
                </a:lnTo>
                <a:lnTo>
                  <a:pt x="719863" y="85001"/>
                </a:lnTo>
                <a:lnTo>
                  <a:pt x="719879" y="85133"/>
                </a:lnTo>
                <a:lnTo>
                  <a:pt x="719895" y="85264"/>
                </a:lnTo>
                <a:lnTo>
                  <a:pt x="719912" y="85396"/>
                </a:lnTo>
                <a:lnTo>
                  <a:pt x="719930" y="85527"/>
                </a:lnTo>
                <a:lnTo>
                  <a:pt x="719948" y="85658"/>
                </a:lnTo>
                <a:lnTo>
                  <a:pt x="719967" y="85788"/>
                </a:lnTo>
                <a:lnTo>
                  <a:pt x="719987" y="85919"/>
                </a:lnTo>
                <a:lnTo>
                  <a:pt x="720007" y="86049"/>
                </a:lnTo>
                <a:lnTo>
                  <a:pt x="720028" y="86179"/>
                </a:lnTo>
                <a:lnTo>
                  <a:pt x="720049" y="86309"/>
                </a:lnTo>
                <a:lnTo>
                  <a:pt x="720071" y="86438"/>
                </a:lnTo>
                <a:lnTo>
                  <a:pt x="720094" y="86568"/>
                </a:lnTo>
                <a:lnTo>
                  <a:pt x="720118" y="86697"/>
                </a:lnTo>
                <a:lnTo>
                  <a:pt x="720142" y="86826"/>
                </a:lnTo>
                <a:lnTo>
                  <a:pt x="720166" y="86954"/>
                </a:lnTo>
                <a:lnTo>
                  <a:pt x="720192" y="87083"/>
                </a:lnTo>
                <a:lnTo>
                  <a:pt x="720218" y="87211"/>
                </a:lnTo>
                <a:lnTo>
                  <a:pt x="720244" y="87339"/>
                </a:lnTo>
                <a:lnTo>
                  <a:pt x="720272" y="87467"/>
                </a:lnTo>
                <a:lnTo>
                  <a:pt x="720300" y="87594"/>
                </a:lnTo>
                <a:lnTo>
                  <a:pt x="720328" y="87722"/>
                </a:lnTo>
                <a:lnTo>
                  <a:pt x="720357" y="87849"/>
                </a:lnTo>
                <a:lnTo>
                  <a:pt x="720387" y="87976"/>
                </a:lnTo>
                <a:lnTo>
                  <a:pt x="720418" y="88102"/>
                </a:lnTo>
                <a:lnTo>
                  <a:pt x="720449" y="88229"/>
                </a:lnTo>
                <a:lnTo>
                  <a:pt x="720481" y="88355"/>
                </a:lnTo>
                <a:lnTo>
                  <a:pt x="720513" y="88481"/>
                </a:lnTo>
                <a:lnTo>
                  <a:pt x="720546" y="88607"/>
                </a:lnTo>
                <a:lnTo>
                  <a:pt x="720580" y="88732"/>
                </a:lnTo>
                <a:lnTo>
                  <a:pt x="720614" y="88858"/>
                </a:lnTo>
                <a:lnTo>
                  <a:pt x="720649" y="88983"/>
                </a:lnTo>
                <a:lnTo>
                  <a:pt x="720685" y="89108"/>
                </a:lnTo>
                <a:lnTo>
                  <a:pt x="720721" y="89233"/>
                </a:lnTo>
                <a:lnTo>
                  <a:pt x="720758" y="89357"/>
                </a:lnTo>
                <a:lnTo>
                  <a:pt x="720795" y="89481"/>
                </a:lnTo>
                <a:lnTo>
                  <a:pt x="720833" y="89606"/>
                </a:lnTo>
                <a:lnTo>
                  <a:pt x="720872" y="89729"/>
                </a:lnTo>
                <a:lnTo>
                  <a:pt x="720912" y="89853"/>
                </a:lnTo>
                <a:lnTo>
                  <a:pt x="720952" y="89977"/>
                </a:lnTo>
                <a:lnTo>
                  <a:pt x="720992" y="90100"/>
                </a:lnTo>
                <a:lnTo>
                  <a:pt x="738730" y="90100"/>
                </a:lnTo>
                <a:lnTo>
                  <a:pt x="738629" y="89932"/>
                </a:lnTo>
                <a:lnTo>
                  <a:pt x="738530" y="89757"/>
                </a:lnTo>
                <a:lnTo>
                  <a:pt x="738434" y="89576"/>
                </a:lnTo>
                <a:lnTo>
                  <a:pt x="738340" y="89388"/>
                </a:lnTo>
                <a:lnTo>
                  <a:pt x="738249" y="89193"/>
                </a:lnTo>
                <a:lnTo>
                  <a:pt x="738161" y="88991"/>
                </a:lnTo>
                <a:lnTo>
                  <a:pt x="738075" y="88782"/>
                </a:lnTo>
                <a:lnTo>
                  <a:pt x="737991" y="88566"/>
                </a:lnTo>
                <a:lnTo>
                  <a:pt x="737911" y="88344"/>
                </a:lnTo>
                <a:lnTo>
                  <a:pt x="737832" y="88115"/>
                </a:lnTo>
                <a:lnTo>
                  <a:pt x="737757" y="87879"/>
                </a:lnTo>
                <a:lnTo>
                  <a:pt x="737684" y="87636"/>
                </a:lnTo>
                <a:lnTo>
                  <a:pt x="737613" y="87386"/>
                </a:lnTo>
                <a:lnTo>
                  <a:pt x="737545" y="87129"/>
                </a:lnTo>
                <a:lnTo>
                  <a:pt x="737480" y="86866"/>
                </a:lnTo>
                <a:lnTo>
                  <a:pt x="737417" y="86595"/>
                </a:lnTo>
                <a:lnTo>
                  <a:pt x="737357" y="86318"/>
                </a:lnTo>
                <a:lnTo>
                  <a:pt x="737299" y="86034"/>
                </a:lnTo>
                <a:lnTo>
                  <a:pt x="737244" y="85743"/>
                </a:lnTo>
                <a:lnTo>
                  <a:pt x="737191" y="85446"/>
                </a:lnTo>
                <a:lnTo>
                  <a:pt x="737141" y="85141"/>
                </a:lnTo>
                <a:lnTo>
                  <a:pt x="737094" y="84830"/>
                </a:lnTo>
                <a:lnTo>
                  <a:pt x="737049" y="84512"/>
                </a:lnTo>
                <a:lnTo>
                  <a:pt x="737007" y="84187"/>
                </a:lnTo>
                <a:lnTo>
                  <a:pt x="736966" y="83857"/>
                </a:lnTo>
                <a:lnTo>
                  <a:pt x="736928" y="83527"/>
                </a:lnTo>
                <a:lnTo>
                  <a:pt x="736891" y="83195"/>
                </a:lnTo>
                <a:lnTo>
                  <a:pt x="736856" y="82862"/>
                </a:lnTo>
                <a:lnTo>
                  <a:pt x="736823" y="82528"/>
                </a:lnTo>
                <a:lnTo>
                  <a:pt x="736791" y="82193"/>
                </a:lnTo>
                <a:lnTo>
                  <a:pt x="736761" y="81856"/>
                </a:lnTo>
                <a:lnTo>
                  <a:pt x="736733" y="81518"/>
                </a:lnTo>
                <a:lnTo>
                  <a:pt x="736706" y="81178"/>
                </a:lnTo>
                <a:lnTo>
                  <a:pt x="736682" y="80838"/>
                </a:lnTo>
                <a:lnTo>
                  <a:pt x="736659" y="80496"/>
                </a:lnTo>
                <a:lnTo>
                  <a:pt x="736637" y="80152"/>
                </a:lnTo>
                <a:lnTo>
                  <a:pt x="736618" y="79808"/>
                </a:lnTo>
                <a:lnTo>
                  <a:pt x="736600" y="79462"/>
                </a:lnTo>
                <a:lnTo>
                  <a:pt x="736583" y="79115"/>
                </a:lnTo>
                <a:lnTo>
                  <a:pt x="736569" y="78767"/>
                </a:lnTo>
                <a:lnTo>
                  <a:pt x="736556" y="78417"/>
                </a:lnTo>
                <a:lnTo>
                  <a:pt x="736545" y="78066"/>
                </a:lnTo>
                <a:lnTo>
                  <a:pt x="736535" y="77714"/>
                </a:lnTo>
                <a:lnTo>
                  <a:pt x="736528" y="77360"/>
                </a:lnTo>
                <a:lnTo>
                  <a:pt x="736522" y="77005"/>
                </a:lnTo>
                <a:lnTo>
                  <a:pt x="736518" y="76649"/>
                </a:lnTo>
                <a:lnTo>
                  <a:pt x="736515" y="76292"/>
                </a:lnTo>
                <a:lnTo>
                  <a:pt x="736514" y="75933"/>
                </a:lnTo>
                <a:lnTo>
                  <a:pt x="736514" y="42798"/>
                </a:lnTo>
                <a:lnTo>
                  <a:pt x="736510" y="42320"/>
                </a:lnTo>
                <a:lnTo>
                  <a:pt x="736496" y="41849"/>
                </a:lnTo>
                <a:lnTo>
                  <a:pt x="736474" y="41386"/>
                </a:lnTo>
                <a:lnTo>
                  <a:pt x="736442" y="40932"/>
                </a:lnTo>
                <a:lnTo>
                  <a:pt x="736402" y="40485"/>
                </a:lnTo>
                <a:lnTo>
                  <a:pt x="736352" y="40046"/>
                </a:lnTo>
                <a:lnTo>
                  <a:pt x="736294" y="39615"/>
                </a:lnTo>
                <a:lnTo>
                  <a:pt x="736227" y="39192"/>
                </a:lnTo>
                <a:lnTo>
                  <a:pt x="736150" y="38777"/>
                </a:lnTo>
                <a:lnTo>
                  <a:pt x="736065" y="38369"/>
                </a:lnTo>
                <a:lnTo>
                  <a:pt x="735970" y="37970"/>
                </a:lnTo>
                <a:lnTo>
                  <a:pt x="735867" y="37579"/>
                </a:lnTo>
                <a:lnTo>
                  <a:pt x="735755" y="37195"/>
                </a:lnTo>
                <a:lnTo>
                  <a:pt x="735633" y="36819"/>
                </a:lnTo>
                <a:lnTo>
                  <a:pt x="735503" y="36452"/>
                </a:lnTo>
                <a:lnTo>
                  <a:pt x="735364" y="36092"/>
                </a:lnTo>
                <a:lnTo>
                  <a:pt x="735216" y="35740"/>
                </a:lnTo>
                <a:lnTo>
                  <a:pt x="735058" y="35396"/>
                </a:lnTo>
                <a:lnTo>
                  <a:pt x="734892" y="35060"/>
                </a:lnTo>
                <a:lnTo>
                  <a:pt x="734717" y="34732"/>
                </a:lnTo>
                <a:lnTo>
                  <a:pt x="734533" y="34411"/>
                </a:lnTo>
                <a:lnTo>
                  <a:pt x="734339" y="34099"/>
                </a:lnTo>
                <a:lnTo>
                  <a:pt x="734137" y="33794"/>
                </a:lnTo>
                <a:lnTo>
                  <a:pt x="733926" y="33498"/>
                </a:lnTo>
                <a:lnTo>
                  <a:pt x="733708" y="33208"/>
                </a:lnTo>
                <a:lnTo>
                  <a:pt x="733485" y="32923"/>
                </a:lnTo>
                <a:lnTo>
                  <a:pt x="733256" y="32644"/>
                </a:lnTo>
                <a:lnTo>
                  <a:pt x="733023" y="32370"/>
                </a:lnTo>
                <a:lnTo>
                  <a:pt x="732784" y="32102"/>
                </a:lnTo>
                <a:lnTo>
                  <a:pt x="732540" y="31839"/>
                </a:lnTo>
                <a:lnTo>
                  <a:pt x="732291" y="31581"/>
                </a:lnTo>
                <a:lnTo>
                  <a:pt x="732037" y="31328"/>
                </a:lnTo>
                <a:lnTo>
                  <a:pt x="731778" y="31081"/>
                </a:lnTo>
                <a:lnTo>
                  <a:pt x="731514" y="30840"/>
                </a:lnTo>
                <a:lnTo>
                  <a:pt x="731244" y="30603"/>
                </a:lnTo>
                <a:lnTo>
                  <a:pt x="730970" y="30372"/>
                </a:lnTo>
                <a:lnTo>
                  <a:pt x="730690" y="30146"/>
                </a:lnTo>
                <a:lnTo>
                  <a:pt x="730405" y="29926"/>
                </a:lnTo>
                <a:lnTo>
                  <a:pt x="730115" y="29711"/>
                </a:lnTo>
                <a:lnTo>
                  <a:pt x="729820" y="29502"/>
                </a:lnTo>
                <a:lnTo>
                  <a:pt x="729520" y="29297"/>
                </a:lnTo>
                <a:lnTo>
                  <a:pt x="729214" y="29098"/>
                </a:lnTo>
                <a:lnTo>
                  <a:pt x="728904" y="28905"/>
                </a:lnTo>
                <a:lnTo>
                  <a:pt x="728588" y="28716"/>
                </a:lnTo>
                <a:lnTo>
                  <a:pt x="728267" y="28534"/>
                </a:lnTo>
                <a:lnTo>
                  <a:pt x="727941" y="28356"/>
                </a:lnTo>
                <a:lnTo>
                  <a:pt x="727610" y="28184"/>
                </a:lnTo>
                <a:lnTo>
                  <a:pt x="727274" y="28017"/>
                </a:lnTo>
                <a:lnTo>
                  <a:pt x="726934" y="27855"/>
                </a:lnTo>
                <a:lnTo>
                  <a:pt x="726591" y="27697"/>
                </a:lnTo>
                <a:lnTo>
                  <a:pt x="726245" y="27544"/>
                </a:lnTo>
                <a:lnTo>
                  <a:pt x="725895" y="27396"/>
                </a:lnTo>
                <a:lnTo>
                  <a:pt x="725543" y="27252"/>
                </a:lnTo>
                <a:lnTo>
                  <a:pt x="725188" y="27112"/>
                </a:lnTo>
                <a:lnTo>
                  <a:pt x="724830" y="26977"/>
                </a:lnTo>
                <a:lnTo>
                  <a:pt x="724469" y="26847"/>
                </a:lnTo>
                <a:lnTo>
                  <a:pt x="724105" y="26720"/>
                </a:lnTo>
                <a:lnTo>
                  <a:pt x="723738" y="26599"/>
                </a:lnTo>
                <a:lnTo>
                  <a:pt x="723367" y="26482"/>
                </a:lnTo>
                <a:lnTo>
                  <a:pt x="722994" y="26369"/>
                </a:lnTo>
                <a:lnTo>
                  <a:pt x="722618" y="26261"/>
                </a:lnTo>
                <a:lnTo>
                  <a:pt x="722239" y="26157"/>
                </a:lnTo>
                <a:lnTo>
                  <a:pt x="721857" y="26058"/>
                </a:lnTo>
                <a:lnTo>
                  <a:pt x="721472" y="25964"/>
                </a:lnTo>
                <a:lnTo>
                  <a:pt x="721083" y="25874"/>
                </a:lnTo>
                <a:lnTo>
                  <a:pt x="720692" y="25788"/>
                </a:lnTo>
                <a:lnTo>
                  <a:pt x="720298" y="25707"/>
                </a:lnTo>
                <a:lnTo>
                  <a:pt x="719901" y="25630"/>
                </a:lnTo>
                <a:lnTo>
                  <a:pt x="719501" y="25558"/>
                </a:lnTo>
                <a:lnTo>
                  <a:pt x="719098" y="25491"/>
                </a:lnTo>
                <a:lnTo>
                  <a:pt x="718691" y="25427"/>
                </a:lnTo>
                <a:lnTo>
                  <a:pt x="718282" y="25369"/>
                </a:lnTo>
                <a:lnTo>
                  <a:pt x="717872" y="25313"/>
                </a:lnTo>
                <a:lnTo>
                  <a:pt x="717462" y="25260"/>
                </a:lnTo>
                <a:lnTo>
                  <a:pt x="717052" y="25210"/>
                </a:lnTo>
                <a:lnTo>
                  <a:pt x="716643" y="25161"/>
                </a:lnTo>
                <a:lnTo>
                  <a:pt x="716235" y="25115"/>
                </a:lnTo>
                <a:lnTo>
                  <a:pt x="715827" y="25072"/>
                </a:lnTo>
                <a:lnTo>
                  <a:pt x="715419" y="25031"/>
                </a:lnTo>
                <a:lnTo>
                  <a:pt x="715011" y="24992"/>
                </a:lnTo>
                <a:lnTo>
                  <a:pt x="714605" y="24955"/>
                </a:lnTo>
                <a:lnTo>
                  <a:pt x="714198" y="24921"/>
                </a:lnTo>
                <a:lnTo>
                  <a:pt x="713792" y="24889"/>
                </a:lnTo>
                <a:lnTo>
                  <a:pt x="713386" y="24860"/>
                </a:lnTo>
                <a:lnTo>
                  <a:pt x="712981" y="24833"/>
                </a:lnTo>
                <a:lnTo>
                  <a:pt x="712576" y="24808"/>
                </a:lnTo>
                <a:lnTo>
                  <a:pt x="712172" y="24786"/>
                </a:lnTo>
                <a:lnTo>
                  <a:pt x="711768" y="24766"/>
                </a:lnTo>
                <a:lnTo>
                  <a:pt x="711364" y="24748"/>
                </a:lnTo>
                <a:lnTo>
                  <a:pt x="710961" y="24733"/>
                </a:lnTo>
                <a:lnTo>
                  <a:pt x="710559" y="24720"/>
                </a:lnTo>
                <a:lnTo>
                  <a:pt x="710156" y="24709"/>
                </a:lnTo>
                <a:lnTo>
                  <a:pt x="709754" y="24701"/>
                </a:lnTo>
                <a:lnTo>
                  <a:pt x="709353" y="24695"/>
                </a:lnTo>
                <a:lnTo>
                  <a:pt x="708952" y="24691"/>
                </a:lnTo>
                <a:lnTo>
                  <a:pt x="708552" y="24690"/>
                </a:lnTo>
                <a:lnTo>
                  <a:pt x="708110" y="24692"/>
                </a:lnTo>
                <a:lnTo>
                  <a:pt x="707669" y="24697"/>
                </a:lnTo>
                <a:lnTo>
                  <a:pt x="707228" y="24707"/>
                </a:lnTo>
                <a:lnTo>
                  <a:pt x="706788" y="24719"/>
                </a:lnTo>
                <a:lnTo>
                  <a:pt x="706347" y="24736"/>
                </a:lnTo>
                <a:lnTo>
                  <a:pt x="705907" y="24756"/>
                </a:lnTo>
                <a:lnTo>
                  <a:pt x="705467" y="24779"/>
                </a:lnTo>
                <a:lnTo>
                  <a:pt x="705027" y="24807"/>
                </a:lnTo>
                <a:lnTo>
                  <a:pt x="704587" y="24837"/>
                </a:lnTo>
                <a:lnTo>
                  <a:pt x="704148" y="24872"/>
                </a:lnTo>
                <a:lnTo>
                  <a:pt x="703709" y="24910"/>
                </a:lnTo>
                <a:lnTo>
                  <a:pt x="703270" y="24952"/>
                </a:lnTo>
                <a:lnTo>
                  <a:pt x="702831" y="24997"/>
                </a:lnTo>
                <a:lnTo>
                  <a:pt x="702393" y="25046"/>
                </a:lnTo>
                <a:lnTo>
                  <a:pt x="701954" y="25099"/>
                </a:lnTo>
                <a:lnTo>
                  <a:pt x="701516" y="25156"/>
                </a:lnTo>
                <a:lnTo>
                  <a:pt x="701078" y="25215"/>
                </a:lnTo>
                <a:lnTo>
                  <a:pt x="700640" y="25279"/>
                </a:lnTo>
                <a:lnTo>
                  <a:pt x="700203" y="25346"/>
                </a:lnTo>
                <a:lnTo>
                  <a:pt x="699766" y="25417"/>
                </a:lnTo>
                <a:lnTo>
                  <a:pt x="699328" y="25492"/>
                </a:lnTo>
                <a:lnTo>
                  <a:pt x="698892" y="25570"/>
                </a:lnTo>
                <a:lnTo>
                  <a:pt x="698455" y="25652"/>
                </a:lnTo>
                <a:lnTo>
                  <a:pt x="698018" y="25737"/>
                </a:lnTo>
                <a:lnTo>
                  <a:pt x="697584" y="25827"/>
                </a:lnTo>
                <a:lnTo>
                  <a:pt x="697153" y="25921"/>
                </a:lnTo>
                <a:lnTo>
                  <a:pt x="696726" y="26021"/>
                </a:lnTo>
                <a:lnTo>
                  <a:pt x="696303" y="26125"/>
                </a:lnTo>
                <a:lnTo>
                  <a:pt x="695883" y="26235"/>
                </a:lnTo>
                <a:lnTo>
                  <a:pt x="695466" y="26349"/>
                </a:lnTo>
                <a:lnTo>
                  <a:pt x="695054" y="26468"/>
                </a:lnTo>
                <a:lnTo>
                  <a:pt x="694645" y="26593"/>
                </a:lnTo>
                <a:lnTo>
                  <a:pt x="694240" y="26722"/>
                </a:lnTo>
                <a:lnTo>
                  <a:pt x="693838" y="26856"/>
                </a:lnTo>
                <a:lnTo>
                  <a:pt x="693440" y="26995"/>
                </a:lnTo>
                <a:lnTo>
                  <a:pt x="693045" y="27138"/>
                </a:lnTo>
                <a:lnTo>
                  <a:pt x="692655" y="27287"/>
                </a:lnTo>
                <a:lnTo>
                  <a:pt x="692268" y="27441"/>
                </a:lnTo>
                <a:lnTo>
                  <a:pt x="691884" y="27599"/>
                </a:lnTo>
                <a:lnTo>
                  <a:pt x="691504" y="27763"/>
                </a:lnTo>
                <a:lnTo>
                  <a:pt x="691128" y="27931"/>
                </a:lnTo>
                <a:lnTo>
                  <a:pt x="690755" y="28105"/>
                </a:lnTo>
                <a:lnTo>
                  <a:pt x="690386" y="28283"/>
                </a:lnTo>
                <a:lnTo>
                  <a:pt x="690021" y="28466"/>
                </a:lnTo>
                <a:lnTo>
                  <a:pt x="689659" y="28654"/>
                </a:lnTo>
                <a:lnTo>
                  <a:pt x="689301" y="28847"/>
                </a:lnTo>
                <a:lnTo>
                  <a:pt x="688947" y="29045"/>
                </a:lnTo>
                <a:lnTo>
                  <a:pt x="688596" y="29248"/>
                </a:lnTo>
                <a:lnTo>
                  <a:pt x="688250" y="29456"/>
                </a:lnTo>
                <a:lnTo>
                  <a:pt x="687908" y="29670"/>
                </a:lnTo>
                <a:lnTo>
                  <a:pt x="687572" y="29889"/>
                </a:lnTo>
                <a:lnTo>
                  <a:pt x="687241" y="30114"/>
                </a:lnTo>
                <a:lnTo>
                  <a:pt x="686915" y="30344"/>
                </a:lnTo>
                <a:lnTo>
                  <a:pt x="686594" y="30580"/>
                </a:lnTo>
                <a:lnTo>
                  <a:pt x="686279" y="30822"/>
                </a:lnTo>
                <a:lnTo>
                  <a:pt x="685968" y="31069"/>
                </a:lnTo>
                <a:lnTo>
                  <a:pt x="685663" y="31321"/>
                </a:lnTo>
                <a:lnTo>
                  <a:pt x="685363" y="31580"/>
                </a:lnTo>
                <a:lnTo>
                  <a:pt x="685068" y="31843"/>
                </a:lnTo>
                <a:lnTo>
                  <a:pt x="684778" y="32113"/>
                </a:lnTo>
                <a:lnTo>
                  <a:pt x="684493" y="32388"/>
                </a:lnTo>
                <a:lnTo>
                  <a:pt x="684213" y="32668"/>
                </a:lnTo>
                <a:lnTo>
                  <a:pt x="683938" y="32954"/>
                </a:lnTo>
                <a:lnTo>
                  <a:pt x="683669" y="33245"/>
                </a:lnTo>
                <a:lnTo>
                  <a:pt x="683405" y="33543"/>
                </a:lnTo>
                <a:lnTo>
                  <a:pt x="683145" y="33845"/>
                </a:lnTo>
                <a:lnTo>
                  <a:pt x="682891" y="34153"/>
                </a:lnTo>
                <a:lnTo>
                  <a:pt x="682642" y="34467"/>
                </a:lnTo>
                <a:lnTo>
                  <a:pt x="682399" y="34787"/>
                </a:lnTo>
                <a:lnTo>
                  <a:pt x="682160" y="35111"/>
                </a:lnTo>
                <a:lnTo>
                  <a:pt x="681926" y="35442"/>
                </a:lnTo>
                <a:lnTo>
                  <a:pt x="681698" y="35778"/>
                </a:lnTo>
                <a:lnTo>
                  <a:pt x="681476" y="36120"/>
                </a:lnTo>
                <a:lnTo>
                  <a:pt x="681262" y="36470"/>
                </a:lnTo>
                <a:lnTo>
                  <a:pt x="681057" y="36827"/>
                </a:lnTo>
                <a:lnTo>
                  <a:pt x="680860" y="37191"/>
                </a:lnTo>
                <a:lnTo>
                  <a:pt x="680670" y="37562"/>
                </a:lnTo>
                <a:lnTo>
                  <a:pt x="680489" y="37941"/>
                </a:lnTo>
                <a:lnTo>
                  <a:pt x="680316" y="38327"/>
                </a:lnTo>
                <a:lnTo>
                  <a:pt x="680151" y="38720"/>
                </a:lnTo>
                <a:lnTo>
                  <a:pt x="679994" y="39120"/>
                </a:lnTo>
                <a:lnTo>
                  <a:pt x="679846" y="39528"/>
                </a:lnTo>
                <a:lnTo>
                  <a:pt x="679705" y="39943"/>
                </a:lnTo>
                <a:lnTo>
                  <a:pt x="679573" y="40365"/>
                </a:lnTo>
                <a:lnTo>
                  <a:pt x="679449" y="40795"/>
                </a:lnTo>
                <a:lnTo>
                  <a:pt x="679333" y="41232"/>
                </a:lnTo>
                <a:lnTo>
                  <a:pt x="679225" y="41676"/>
                </a:lnTo>
                <a:lnTo>
                  <a:pt x="679125" y="42128"/>
                </a:lnTo>
                <a:lnTo>
                  <a:pt x="679033" y="42586"/>
                </a:lnTo>
                <a:lnTo>
                  <a:pt x="678950" y="43052"/>
                </a:lnTo>
                <a:lnTo>
                  <a:pt x="678874" y="43525"/>
                </a:lnTo>
                <a:lnTo>
                  <a:pt x="678807" y="44006"/>
                </a:lnTo>
                <a:lnTo>
                  <a:pt x="678748" y="44494"/>
                </a:lnTo>
                <a:lnTo>
                  <a:pt x="678697" y="44989"/>
                </a:lnTo>
                <a:lnTo>
                  <a:pt x="678654" y="45491"/>
                </a:lnTo>
                <a:lnTo>
                  <a:pt x="678619" y="46001"/>
                </a:lnTo>
                <a:lnTo>
                  <a:pt x="696111" y="46001"/>
                </a:lnTo>
                <a:lnTo>
                  <a:pt x="696156" y="45575"/>
                </a:lnTo>
                <a:lnTo>
                  <a:pt x="696210" y="45159"/>
                </a:lnTo>
                <a:lnTo>
                  <a:pt x="696272" y="44754"/>
                </a:lnTo>
                <a:lnTo>
                  <a:pt x="696343" y="44359"/>
                </a:lnTo>
                <a:lnTo>
                  <a:pt x="696423" y="43974"/>
                </a:lnTo>
                <a:close/>
                <a:moveTo>
                  <a:pt x="719009" y="66122"/>
                </a:moveTo>
                <a:lnTo>
                  <a:pt x="719003" y="66264"/>
                </a:lnTo>
                <a:lnTo>
                  <a:pt x="718996" y="66410"/>
                </a:lnTo>
                <a:lnTo>
                  <a:pt x="718988" y="66559"/>
                </a:lnTo>
                <a:lnTo>
                  <a:pt x="718979" y="66711"/>
                </a:lnTo>
                <a:lnTo>
                  <a:pt x="718969" y="66866"/>
                </a:lnTo>
                <a:lnTo>
                  <a:pt x="718958" y="67026"/>
                </a:lnTo>
                <a:lnTo>
                  <a:pt x="718946" y="67188"/>
                </a:lnTo>
                <a:lnTo>
                  <a:pt x="718932" y="67354"/>
                </a:lnTo>
                <a:lnTo>
                  <a:pt x="718918" y="67523"/>
                </a:lnTo>
                <a:lnTo>
                  <a:pt x="718902" y="67696"/>
                </a:lnTo>
                <a:lnTo>
                  <a:pt x="718886" y="67872"/>
                </a:lnTo>
                <a:lnTo>
                  <a:pt x="718868" y="68052"/>
                </a:lnTo>
                <a:lnTo>
                  <a:pt x="718849" y="68235"/>
                </a:lnTo>
                <a:lnTo>
                  <a:pt x="718829" y="68422"/>
                </a:lnTo>
                <a:lnTo>
                  <a:pt x="718809" y="68612"/>
                </a:lnTo>
                <a:lnTo>
                  <a:pt x="718787" y="68805"/>
                </a:lnTo>
                <a:lnTo>
                  <a:pt x="718764" y="69002"/>
                </a:lnTo>
                <a:lnTo>
                  <a:pt x="718740" y="69202"/>
                </a:lnTo>
                <a:lnTo>
                  <a:pt x="718714" y="69406"/>
                </a:lnTo>
                <a:lnTo>
                  <a:pt x="718687" y="69611"/>
                </a:lnTo>
                <a:lnTo>
                  <a:pt x="718656" y="69816"/>
                </a:lnTo>
                <a:lnTo>
                  <a:pt x="718621" y="70021"/>
                </a:lnTo>
                <a:lnTo>
                  <a:pt x="718583" y="70225"/>
                </a:lnTo>
                <a:lnTo>
                  <a:pt x="718541" y="70430"/>
                </a:lnTo>
                <a:lnTo>
                  <a:pt x="718495" y="70634"/>
                </a:lnTo>
                <a:lnTo>
                  <a:pt x="718446" y="70838"/>
                </a:lnTo>
                <a:lnTo>
                  <a:pt x="718393" y="71041"/>
                </a:lnTo>
                <a:lnTo>
                  <a:pt x="718336" y="71245"/>
                </a:lnTo>
                <a:lnTo>
                  <a:pt x="718276" y="71448"/>
                </a:lnTo>
                <a:lnTo>
                  <a:pt x="718212" y="71651"/>
                </a:lnTo>
                <a:lnTo>
                  <a:pt x="718144" y="71854"/>
                </a:lnTo>
                <a:lnTo>
                  <a:pt x="718073" y="72057"/>
                </a:lnTo>
                <a:lnTo>
                  <a:pt x="717999" y="72259"/>
                </a:lnTo>
                <a:lnTo>
                  <a:pt x="717920" y="72461"/>
                </a:lnTo>
                <a:lnTo>
                  <a:pt x="717838" y="72663"/>
                </a:lnTo>
                <a:lnTo>
                  <a:pt x="717752" y="72865"/>
                </a:lnTo>
                <a:lnTo>
                  <a:pt x="717663" y="73067"/>
                </a:lnTo>
                <a:lnTo>
                  <a:pt x="717570" y="73268"/>
                </a:lnTo>
                <a:lnTo>
                  <a:pt x="717474" y="73469"/>
                </a:lnTo>
                <a:lnTo>
                  <a:pt x="717373" y="73670"/>
                </a:lnTo>
                <a:lnTo>
                  <a:pt x="717270" y="73871"/>
                </a:lnTo>
                <a:lnTo>
                  <a:pt x="717162" y="74071"/>
                </a:lnTo>
                <a:lnTo>
                  <a:pt x="717051" y="74272"/>
                </a:lnTo>
                <a:lnTo>
                  <a:pt x="716935" y="74471"/>
                </a:lnTo>
                <a:lnTo>
                  <a:pt x="716815" y="74667"/>
                </a:lnTo>
                <a:lnTo>
                  <a:pt x="716689" y="74862"/>
                </a:lnTo>
                <a:lnTo>
                  <a:pt x="716558" y="75054"/>
                </a:lnTo>
                <a:lnTo>
                  <a:pt x="716422" y="75243"/>
                </a:lnTo>
                <a:lnTo>
                  <a:pt x="716281" y="75431"/>
                </a:lnTo>
                <a:lnTo>
                  <a:pt x="716135" y="75615"/>
                </a:lnTo>
                <a:lnTo>
                  <a:pt x="715983" y="75798"/>
                </a:lnTo>
                <a:lnTo>
                  <a:pt x="715827" y="75978"/>
                </a:lnTo>
                <a:lnTo>
                  <a:pt x="715665" y="76156"/>
                </a:lnTo>
                <a:lnTo>
                  <a:pt x="715498" y="76332"/>
                </a:lnTo>
                <a:lnTo>
                  <a:pt x="715326" y="76505"/>
                </a:lnTo>
                <a:lnTo>
                  <a:pt x="715149" y="76675"/>
                </a:lnTo>
                <a:lnTo>
                  <a:pt x="714967" y="76844"/>
                </a:lnTo>
                <a:lnTo>
                  <a:pt x="714779" y="77010"/>
                </a:lnTo>
                <a:lnTo>
                  <a:pt x="714587" y="77174"/>
                </a:lnTo>
                <a:lnTo>
                  <a:pt x="714389" y="77335"/>
                </a:lnTo>
                <a:lnTo>
                  <a:pt x="714186" y="77494"/>
                </a:lnTo>
                <a:lnTo>
                  <a:pt x="713978" y="77651"/>
                </a:lnTo>
                <a:lnTo>
                  <a:pt x="713765" y="77805"/>
                </a:lnTo>
                <a:lnTo>
                  <a:pt x="713547" y="77957"/>
                </a:lnTo>
                <a:lnTo>
                  <a:pt x="713324" y="78107"/>
                </a:lnTo>
                <a:lnTo>
                  <a:pt x="713095" y="78254"/>
                </a:lnTo>
                <a:lnTo>
                  <a:pt x="712861" y="78399"/>
                </a:lnTo>
                <a:lnTo>
                  <a:pt x="712621" y="78540"/>
                </a:lnTo>
                <a:lnTo>
                  <a:pt x="712373" y="78675"/>
                </a:lnTo>
                <a:lnTo>
                  <a:pt x="712117" y="78803"/>
                </a:lnTo>
                <a:lnTo>
                  <a:pt x="711852" y="78926"/>
                </a:lnTo>
                <a:lnTo>
                  <a:pt x="711580" y="79043"/>
                </a:lnTo>
                <a:lnTo>
                  <a:pt x="711299" y="79153"/>
                </a:lnTo>
                <a:lnTo>
                  <a:pt x="711010" y="79258"/>
                </a:lnTo>
                <a:lnTo>
                  <a:pt x="710713" y="79357"/>
                </a:lnTo>
                <a:lnTo>
                  <a:pt x="710408" y="79450"/>
                </a:lnTo>
                <a:lnTo>
                  <a:pt x="710095" y="79536"/>
                </a:lnTo>
                <a:lnTo>
                  <a:pt x="709773" y="79617"/>
                </a:lnTo>
                <a:lnTo>
                  <a:pt x="709444" y="79692"/>
                </a:lnTo>
                <a:lnTo>
                  <a:pt x="709106" y="79761"/>
                </a:lnTo>
                <a:lnTo>
                  <a:pt x="708761" y="79824"/>
                </a:lnTo>
                <a:lnTo>
                  <a:pt x="708407" y="79881"/>
                </a:lnTo>
                <a:lnTo>
                  <a:pt x="708045" y="79931"/>
                </a:lnTo>
                <a:lnTo>
                  <a:pt x="707675" y="79976"/>
                </a:lnTo>
                <a:lnTo>
                  <a:pt x="707296" y="80015"/>
                </a:lnTo>
                <a:lnTo>
                  <a:pt x="706910" y="80048"/>
                </a:lnTo>
                <a:lnTo>
                  <a:pt x="706515" y="80075"/>
                </a:lnTo>
                <a:lnTo>
                  <a:pt x="706113" y="80096"/>
                </a:lnTo>
                <a:lnTo>
                  <a:pt x="705702" y="80111"/>
                </a:lnTo>
                <a:lnTo>
                  <a:pt x="705283" y="80120"/>
                </a:lnTo>
                <a:lnTo>
                  <a:pt x="704856" y="80123"/>
                </a:lnTo>
                <a:lnTo>
                  <a:pt x="704682" y="80122"/>
                </a:lnTo>
                <a:lnTo>
                  <a:pt x="704508" y="80120"/>
                </a:lnTo>
                <a:lnTo>
                  <a:pt x="704335" y="80117"/>
                </a:lnTo>
                <a:lnTo>
                  <a:pt x="704162" y="80113"/>
                </a:lnTo>
                <a:lnTo>
                  <a:pt x="703989" y="80107"/>
                </a:lnTo>
                <a:lnTo>
                  <a:pt x="703817" y="80100"/>
                </a:lnTo>
                <a:lnTo>
                  <a:pt x="703645" y="80091"/>
                </a:lnTo>
                <a:lnTo>
                  <a:pt x="703474" y="80082"/>
                </a:lnTo>
                <a:lnTo>
                  <a:pt x="703303" y="80071"/>
                </a:lnTo>
                <a:lnTo>
                  <a:pt x="703133" y="80059"/>
                </a:lnTo>
                <a:lnTo>
                  <a:pt x="702963" y="80045"/>
                </a:lnTo>
                <a:lnTo>
                  <a:pt x="702793" y="80030"/>
                </a:lnTo>
                <a:lnTo>
                  <a:pt x="702624" y="80014"/>
                </a:lnTo>
                <a:lnTo>
                  <a:pt x="702455" y="79997"/>
                </a:lnTo>
                <a:lnTo>
                  <a:pt x="702287" y="79978"/>
                </a:lnTo>
                <a:lnTo>
                  <a:pt x="702119" y="79958"/>
                </a:lnTo>
                <a:lnTo>
                  <a:pt x="701951" y="79937"/>
                </a:lnTo>
                <a:lnTo>
                  <a:pt x="701784" y="79915"/>
                </a:lnTo>
                <a:lnTo>
                  <a:pt x="701618" y="79891"/>
                </a:lnTo>
                <a:lnTo>
                  <a:pt x="701451" y="79866"/>
                </a:lnTo>
                <a:lnTo>
                  <a:pt x="701286" y="79839"/>
                </a:lnTo>
                <a:lnTo>
                  <a:pt x="701120" y="79812"/>
                </a:lnTo>
                <a:lnTo>
                  <a:pt x="700955" y="79783"/>
                </a:lnTo>
                <a:lnTo>
                  <a:pt x="700791" y="79753"/>
                </a:lnTo>
                <a:lnTo>
                  <a:pt x="700627" y="79721"/>
                </a:lnTo>
                <a:lnTo>
                  <a:pt x="700466" y="79687"/>
                </a:lnTo>
                <a:lnTo>
                  <a:pt x="700306" y="79651"/>
                </a:lnTo>
                <a:lnTo>
                  <a:pt x="700148" y="79614"/>
                </a:lnTo>
                <a:lnTo>
                  <a:pt x="699991" y="79574"/>
                </a:lnTo>
                <a:lnTo>
                  <a:pt x="699836" y="79533"/>
                </a:lnTo>
                <a:lnTo>
                  <a:pt x="699683" y="79490"/>
                </a:lnTo>
                <a:lnTo>
                  <a:pt x="699532" y="79444"/>
                </a:lnTo>
                <a:lnTo>
                  <a:pt x="699382" y="79397"/>
                </a:lnTo>
                <a:lnTo>
                  <a:pt x="699234" y="79348"/>
                </a:lnTo>
                <a:lnTo>
                  <a:pt x="699088" y="79297"/>
                </a:lnTo>
                <a:lnTo>
                  <a:pt x="698944" y="79244"/>
                </a:lnTo>
                <a:lnTo>
                  <a:pt x="698801" y="79189"/>
                </a:lnTo>
                <a:lnTo>
                  <a:pt x="698660" y="79133"/>
                </a:lnTo>
                <a:lnTo>
                  <a:pt x="698520" y="79074"/>
                </a:lnTo>
                <a:lnTo>
                  <a:pt x="698382" y="79013"/>
                </a:lnTo>
                <a:lnTo>
                  <a:pt x="698246" y="78951"/>
                </a:lnTo>
                <a:lnTo>
                  <a:pt x="698112" y="78886"/>
                </a:lnTo>
                <a:lnTo>
                  <a:pt x="697979" y="78820"/>
                </a:lnTo>
                <a:lnTo>
                  <a:pt x="697848" y="78752"/>
                </a:lnTo>
                <a:lnTo>
                  <a:pt x="697719" y="78682"/>
                </a:lnTo>
                <a:lnTo>
                  <a:pt x="697592" y="78609"/>
                </a:lnTo>
                <a:lnTo>
                  <a:pt x="697466" y="78535"/>
                </a:lnTo>
                <a:lnTo>
                  <a:pt x="697342" y="78459"/>
                </a:lnTo>
                <a:lnTo>
                  <a:pt x="697220" y="78381"/>
                </a:lnTo>
                <a:lnTo>
                  <a:pt x="697100" y="78301"/>
                </a:lnTo>
                <a:lnTo>
                  <a:pt x="696982" y="78218"/>
                </a:lnTo>
                <a:lnTo>
                  <a:pt x="696866" y="78132"/>
                </a:lnTo>
                <a:lnTo>
                  <a:pt x="696753" y="78045"/>
                </a:lnTo>
                <a:lnTo>
                  <a:pt x="696641" y="77955"/>
                </a:lnTo>
                <a:lnTo>
                  <a:pt x="696532" y="77862"/>
                </a:lnTo>
                <a:lnTo>
                  <a:pt x="696425" y="77768"/>
                </a:lnTo>
                <a:lnTo>
                  <a:pt x="696320" y="77671"/>
                </a:lnTo>
                <a:lnTo>
                  <a:pt x="696217" y="77571"/>
                </a:lnTo>
                <a:lnTo>
                  <a:pt x="696117" y="77470"/>
                </a:lnTo>
                <a:lnTo>
                  <a:pt x="696018" y="77366"/>
                </a:lnTo>
                <a:lnTo>
                  <a:pt x="695922" y="77259"/>
                </a:lnTo>
                <a:lnTo>
                  <a:pt x="695827" y="77150"/>
                </a:lnTo>
                <a:lnTo>
                  <a:pt x="695735" y="77039"/>
                </a:lnTo>
                <a:lnTo>
                  <a:pt x="695645" y="76926"/>
                </a:lnTo>
                <a:lnTo>
                  <a:pt x="695557" y="76810"/>
                </a:lnTo>
                <a:lnTo>
                  <a:pt x="695471" y="76692"/>
                </a:lnTo>
                <a:lnTo>
                  <a:pt x="695388" y="76571"/>
                </a:lnTo>
                <a:lnTo>
                  <a:pt x="695306" y="76448"/>
                </a:lnTo>
                <a:lnTo>
                  <a:pt x="695227" y="76323"/>
                </a:lnTo>
                <a:lnTo>
                  <a:pt x="695150" y="76196"/>
                </a:lnTo>
                <a:lnTo>
                  <a:pt x="695075" y="76066"/>
                </a:lnTo>
                <a:lnTo>
                  <a:pt x="695002" y="75933"/>
                </a:lnTo>
                <a:lnTo>
                  <a:pt x="694931" y="75799"/>
                </a:lnTo>
                <a:lnTo>
                  <a:pt x="694864" y="75661"/>
                </a:lnTo>
                <a:lnTo>
                  <a:pt x="694799" y="75521"/>
                </a:lnTo>
                <a:lnTo>
                  <a:pt x="694738" y="75379"/>
                </a:lnTo>
                <a:lnTo>
                  <a:pt x="694680" y="75234"/>
                </a:lnTo>
                <a:lnTo>
                  <a:pt x="694624" y="75086"/>
                </a:lnTo>
                <a:lnTo>
                  <a:pt x="694572" y="74936"/>
                </a:lnTo>
                <a:lnTo>
                  <a:pt x="694522" y="74784"/>
                </a:lnTo>
                <a:lnTo>
                  <a:pt x="694476" y="74628"/>
                </a:lnTo>
                <a:lnTo>
                  <a:pt x="694432" y="74471"/>
                </a:lnTo>
                <a:lnTo>
                  <a:pt x="694392" y="74310"/>
                </a:lnTo>
                <a:lnTo>
                  <a:pt x="694355" y="74147"/>
                </a:lnTo>
                <a:lnTo>
                  <a:pt x="694320" y="73982"/>
                </a:lnTo>
                <a:lnTo>
                  <a:pt x="694289" y="73814"/>
                </a:lnTo>
                <a:lnTo>
                  <a:pt x="694260" y="73643"/>
                </a:lnTo>
                <a:lnTo>
                  <a:pt x="694235" y="73470"/>
                </a:lnTo>
                <a:lnTo>
                  <a:pt x="694212" y="73294"/>
                </a:lnTo>
                <a:lnTo>
                  <a:pt x="694193" y="73116"/>
                </a:lnTo>
                <a:lnTo>
                  <a:pt x="694176" y="72935"/>
                </a:lnTo>
                <a:lnTo>
                  <a:pt x="694163" y="72751"/>
                </a:lnTo>
                <a:lnTo>
                  <a:pt x="694152" y="72565"/>
                </a:lnTo>
                <a:lnTo>
                  <a:pt x="694145" y="72377"/>
                </a:lnTo>
                <a:lnTo>
                  <a:pt x="694140" y="72186"/>
                </a:lnTo>
                <a:lnTo>
                  <a:pt x="694139" y="71992"/>
                </a:lnTo>
                <a:lnTo>
                  <a:pt x="694140" y="71788"/>
                </a:lnTo>
                <a:lnTo>
                  <a:pt x="694145" y="71587"/>
                </a:lnTo>
                <a:lnTo>
                  <a:pt x="694152" y="71389"/>
                </a:lnTo>
                <a:lnTo>
                  <a:pt x="694163" y="71194"/>
                </a:lnTo>
                <a:lnTo>
                  <a:pt x="694176" y="71003"/>
                </a:lnTo>
                <a:lnTo>
                  <a:pt x="694193" y="70814"/>
                </a:lnTo>
                <a:lnTo>
                  <a:pt x="694212" y="70628"/>
                </a:lnTo>
                <a:lnTo>
                  <a:pt x="694235" y="70445"/>
                </a:lnTo>
                <a:lnTo>
                  <a:pt x="694260" y="70265"/>
                </a:lnTo>
                <a:lnTo>
                  <a:pt x="694289" y="70088"/>
                </a:lnTo>
                <a:lnTo>
                  <a:pt x="694320" y="69915"/>
                </a:lnTo>
                <a:lnTo>
                  <a:pt x="694355" y="69744"/>
                </a:lnTo>
                <a:lnTo>
                  <a:pt x="694392" y="69576"/>
                </a:lnTo>
                <a:lnTo>
                  <a:pt x="694432" y="69411"/>
                </a:lnTo>
                <a:lnTo>
                  <a:pt x="694476" y="69249"/>
                </a:lnTo>
                <a:lnTo>
                  <a:pt x="694522" y="69091"/>
                </a:lnTo>
                <a:lnTo>
                  <a:pt x="694572" y="68935"/>
                </a:lnTo>
                <a:lnTo>
                  <a:pt x="694624" y="68782"/>
                </a:lnTo>
                <a:lnTo>
                  <a:pt x="694680" y="68632"/>
                </a:lnTo>
                <a:lnTo>
                  <a:pt x="694738" y="68485"/>
                </a:lnTo>
                <a:lnTo>
                  <a:pt x="694799" y="68342"/>
                </a:lnTo>
                <a:lnTo>
                  <a:pt x="694864" y="68201"/>
                </a:lnTo>
                <a:lnTo>
                  <a:pt x="694931" y="68063"/>
                </a:lnTo>
                <a:lnTo>
                  <a:pt x="695002" y="67928"/>
                </a:lnTo>
                <a:lnTo>
                  <a:pt x="695074" y="67796"/>
                </a:lnTo>
                <a:lnTo>
                  <a:pt x="695149" y="67665"/>
                </a:lnTo>
                <a:lnTo>
                  <a:pt x="695226" y="67536"/>
                </a:lnTo>
                <a:lnTo>
                  <a:pt x="695305" y="67410"/>
                </a:lnTo>
                <a:lnTo>
                  <a:pt x="695385" y="67285"/>
                </a:lnTo>
                <a:lnTo>
                  <a:pt x="695468" y="67162"/>
                </a:lnTo>
                <a:lnTo>
                  <a:pt x="695552" y="67041"/>
                </a:lnTo>
                <a:lnTo>
                  <a:pt x="695638" y="66922"/>
                </a:lnTo>
                <a:lnTo>
                  <a:pt x="695726" y="66805"/>
                </a:lnTo>
                <a:lnTo>
                  <a:pt x="695816" y="66690"/>
                </a:lnTo>
                <a:lnTo>
                  <a:pt x="695909" y="66577"/>
                </a:lnTo>
                <a:lnTo>
                  <a:pt x="696002" y="66465"/>
                </a:lnTo>
                <a:lnTo>
                  <a:pt x="696098" y="66356"/>
                </a:lnTo>
                <a:lnTo>
                  <a:pt x="696196" y="66249"/>
                </a:lnTo>
                <a:lnTo>
                  <a:pt x="696296" y="66143"/>
                </a:lnTo>
                <a:lnTo>
                  <a:pt x="696398" y="66039"/>
                </a:lnTo>
                <a:lnTo>
                  <a:pt x="696501" y="65938"/>
                </a:lnTo>
                <a:lnTo>
                  <a:pt x="696607" y="65838"/>
                </a:lnTo>
                <a:lnTo>
                  <a:pt x="696714" y="65740"/>
                </a:lnTo>
                <a:lnTo>
                  <a:pt x="696823" y="65644"/>
                </a:lnTo>
                <a:lnTo>
                  <a:pt x="696934" y="65550"/>
                </a:lnTo>
                <a:lnTo>
                  <a:pt x="697048" y="65458"/>
                </a:lnTo>
                <a:lnTo>
                  <a:pt x="697163" y="65368"/>
                </a:lnTo>
                <a:lnTo>
                  <a:pt x="697280" y="65280"/>
                </a:lnTo>
                <a:lnTo>
                  <a:pt x="697399" y="65193"/>
                </a:lnTo>
                <a:lnTo>
                  <a:pt x="697519" y="65108"/>
                </a:lnTo>
                <a:lnTo>
                  <a:pt x="697642" y="65024"/>
                </a:lnTo>
                <a:lnTo>
                  <a:pt x="697766" y="64942"/>
                </a:lnTo>
                <a:lnTo>
                  <a:pt x="697892" y="64862"/>
                </a:lnTo>
                <a:lnTo>
                  <a:pt x="698019" y="64783"/>
                </a:lnTo>
                <a:lnTo>
                  <a:pt x="698148" y="64705"/>
                </a:lnTo>
                <a:lnTo>
                  <a:pt x="698279" y="64629"/>
                </a:lnTo>
                <a:lnTo>
                  <a:pt x="698412" y="64554"/>
                </a:lnTo>
                <a:lnTo>
                  <a:pt x="698546" y="64481"/>
                </a:lnTo>
                <a:lnTo>
                  <a:pt x="698682" y="64410"/>
                </a:lnTo>
                <a:lnTo>
                  <a:pt x="698820" y="64340"/>
                </a:lnTo>
                <a:lnTo>
                  <a:pt x="698959" y="64271"/>
                </a:lnTo>
                <a:lnTo>
                  <a:pt x="699101" y="64204"/>
                </a:lnTo>
                <a:lnTo>
                  <a:pt x="699244" y="64138"/>
                </a:lnTo>
                <a:lnTo>
                  <a:pt x="699388" y="64074"/>
                </a:lnTo>
                <a:lnTo>
                  <a:pt x="699534" y="64012"/>
                </a:lnTo>
                <a:lnTo>
                  <a:pt x="699682" y="63951"/>
                </a:lnTo>
                <a:lnTo>
                  <a:pt x="699832" y="63891"/>
                </a:lnTo>
                <a:lnTo>
                  <a:pt x="699984" y="63833"/>
                </a:lnTo>
                <a:lnTo>
                  <a:pt x="700137" y="63777"/>
                </a:lnTo>
                <a:lnTo>
                  <a:pt x="700292" y="63722"/>
                </a:lnTo>
                <a:lnTo>
                  <a:pt x="700448" y="63668"/>
                </a:lnTo>
                <a:lnTo>
                  <a:pt x="700607" y="63616"/>
                </a:lnTo>
                <a:lnTo>
                  <a:pt x="700766" y="63565"/>
                </a:lnTo>
                <a:lnTo>
                  <a:pt x="700925" y="63515"/>
                </a:lnTo>
                <a:lnTo>
                  <a:pt x="701085" y="63466"/>
                </a:lnTo>
                <a:lnTo>
                  <a:pt x="701245" y="63418"/>
                </a:lnTo>
                <a:lnTo>
                  <a:pt x="701405" y="63370"/>
                </a:lnTo>
                <a:lnTo>
                  <a:pt x="701565" y="63324"/>
                </a:lnTo>
                <a:lnTo>
                  <a:pt x="701726" y="63278"/>
                </a:lnTo>
                <a:lnTo>
                  <a:pt x="701886" y="63233"/>
                </a:lnTo>
                <a:lnTo>
                  <a:pt x="702047" y="63189"/>
                </a:lnTo>
                <a:lnTo>
                  <a:pt x="702208" y="63145"/>
                </a:lnTo>
                <a:lnTo>
                  <a:pt x="702370" y="63103"/>
                </a:lnTo>
                <a:lnTo>
                  <a:pt x="702531" y="63061"/>
                </a:lnTo>
                <a:lnTo>
                  <a:pt x="702693" y="63021"/>
                </a:lnTo>
                <a:lnTo>
                  <a:pt x="702855" y="62981"/>
                </a:lnTo>
                <a:lnTo>
                  <a:pt x="703017" y="62942"/>
                </a:lnTo>
                <a:lnTo>
                  <a:pt x="703179" y="62904"/>
                </a:lnTo>
                <a:lnTo>
                  <a:pt x="703342" y="62867"/>
                </a:lnTo>
                <a:lnTo>
                  <a:pt x="703505" y="62830"/>
                </a:lnTo>
                <a:lnTo>
                  <a:pt x="703668" y="62795"/>
                </a:lnTo>
                <a:lnTo>
                  <a:pt x="703831" y="62760"/>
                </a:lnTo>
                <a:lnTo>
                  <a:pt x="703994" y="62726"/>
                </a:lnTo>
                <a:lnTo>
                  <a:pt x="704158" y="62693"/>
                </a:lnTo>
                <a:lnTo>
                  <a:pt x="704322" y="62661"/>
                </a:lnTo>
                <a:lnTo>
                  <a:pt x="704486" y="62630"/>
                </a:lnTo>
                <a:lnTo>
                  <a:pt x="704660" y="62599"/>
                </a:lnTo>
                <a:lnTo>
                  <a:pt x="704835" y="62569"/>
                </a:lnTo>
                <a:lnTo>
                  <a:pt x="705009" y="62539"/>
                </a:lnTo>
                <a:lnTo>
                  <a:pt x="705184" y="62510"/>
                </a:lnTo>
                <a:lnTo>
                  <a:pt x="705358" y="62481"/>
                </a:lnTo>
                <a:lnTo>
                  <a:pt x="705533" y="62453"/>
                </a:lnTo>
                <a:lnTo>
                  <a:pt x="705707" y="62425"/>
                </a:lnTo>
                <a:lnTo>
                  <a:pt x="705882" y="62398"/>
                </a:lnTo>
                <a:lnTo>
                  <a:pt x="706056" y="62370"/>
                </a:lnTo>
                <a:lnTo>
                  <a:pt x="706231" y="62344"/>
                </a:lnTo>
                <a:lnTo>
                  <a:pt x="706405" y="62318"/>
                </a:lnTo>
                <a:lnTo>
                  <a:pt x="706580" y="62292"/>
                </a:lnTo>
                <a:lnTo>
                  <a:pt x="706754" y="62266"/>
                </a:lnTo>
                <a:lnTo>
                  <a:pt x="706929" y="62241"/>
                </a:lnTo>
                <a:lnTo>
                  <a:pt x="707103" y="62217"/>
                </a:lnTo>
                <a:lnTo>
                  <a:pt x="707278" y="62193"/>
                </a:lnTo>
                <a:lnTo>
                  <a:pt x="707452" y="62169"/>
                </a:lnTo>
                <a:lnTo>
                  <a:pt x="707627" y="62146"/>
                </a:lnTo>
                <a:lnTo>
                  <a:pt x="707801" y="62123"/>
                </a:lnTo>
                <a:lnTo>
                  <a:pt x="707976" y="62100"/>
                </a:lnTo>
                <a:lnTo>
                  <a:pt x="708150" y="62078"/>
                </a:lnTo>
                <a:lnTo>
                  <a:pt x="708325" y="62057"/>
                </a:lnTo>
                <a:lnTo>
                  <a:pt x="708499" y="62036"/>
                </a:lnTo>
                <a:lnTo>
                  <a:pt x="708674" y="62015"/>
                </a:lnTo>
                <a:lnTo>
                  <a:pt x="708848" y="61994"/>
                </a:lnTo>
                <a:lnTo>
                  <a:pt x="709022" y="61973"/>
                </a:lnTo>
                <a:lnTo>
                  <a:pt x="709195" y="61952"/>
                </a:lnTo>
                <a:lnTo>
                  <a:pt x="709367" y="61930"/>
                </a:lnTo>
                <a:lnTo>
                  <a:pt x="709539" y="61907"/>
                </a:lnTo>
                <a:lnTo>
                  <a:pt x="709710" y="61884"/>
                </a:lnTo>
                <a:lnTo>
                  <a:pt x="709880" y="61861"/>
                </a:lnTo>
                <a:lnTo>
                  <a:pt x="710050" y="61837"/>
                </a:lnTo>
                <a:lnTo>
                  <a:pt x="710219" y="61813"/>
                </a:lnTo>
                <a:lnTo>
                  <a:pt x="710388" y="61789"/>
                </a:lnTo>
                <a:lnTo>
                  <a:pt x="710555" y="61764"/>
                </a:lnTo>
                <a:lnTo>
                  <a:pt x="710722" y="61738"/>
                </a:lnTo>
                <a:lnTo>
                  <a:pt x="710889" y="61712"/>
                </a:lnTo>
                <a:lnTo>
                  <a:pt x="711055" y="61686"/>
                </a:lnTo>
                <a:lnTo>
                  <a:pt x="711220" y="61659"/>
                </a:lnTo>
                <a:lnTo>
                  <a:pt x="711384" y="61632"/>
                </a:lnTo>
                <a:lnTo>
                  <a:pt x="711548" y="61605"/>
                </a:lnTo>
                <a:lnTo>
                  <a:pt x="711712" y="61577"/>
                </a:lnTo>
                <a:lnTo>
                  <a:pt x="711874" y="61549"/>
                </a:lnTo>
                <a:lnTo>
                  <a:pt x="712036" y="61520"/>
                </a:lnTo>
                <a:lnTo>
                  <a:pt x="712197" y="61491"/>
                </a:lnTo>
                <a:lnTo>
                  <a:pt x="712358" y="61461"/>
                </a:lnTo>
                <a:lnTo>
                  <a:pt x="712518" y="61431"/>
                </a:lnTo>
                <a:lnTo>
                  <a:pt x="712677" y="61400"/>
                </a:lnTo>
                <a:lnTo>
                  <a:pt x="712836" y="61369"/>
                </a:lnTo>
                <a:lnTo>
                  <a:pt x="712994" y="61337"/>
                </a:lnTo>
                <a:lnTo>
                  <a:pt x="713151" y="61305"/>
                </a:lnTo>
                <a:lnTo>
                  <a:pt x="713307" y="61272"/>
                </a:lnTo>
                <a:lnTo>
                  <a:pt x="713462" y="61238"/>
                </a:lnTo>
                <a:lnTo>
                  <a:pt x="713617" y="61204"/>
                </a:lnTo>
                <a:lnTo>
                  <a:pt x="713770" y="61169"/>
                </a:lnTo>
                <a:lnTo>
                  <a:pt x="713923" y="61133"/>
                </a:lnTo>
                <a:lnTo>
                  <a:pt x="714075" y="61097"/>
                </a:lnTo>
                <a:lnTo>
                  <a:pt x="714226" y="61060"/>
                </a:lnTo>
                <a:lnTo>
                  <a:pt x="714376" y="61022"/>
                </a:lnTo>
                <a:lnTo>
                  <a:pt x="714525" y="60984"/>
                </a:lnTo>
                <a:lnTo>
                  <a:pt x="714674" y="60945"/>
                </a:lnTo>
                <a:lnTo>
                  <a:pt x="714821" y="60906"/>
                </a:lnTo>
                <a:lnTo>
                  <a:pt x="714968" y="60866"/>
                </a:lnTo>
                <a:lnTo>
                  <a:pt x="715114" y="60825"/>
                </a:lnTo>
                <a:lnTo>
                  <a:pt x="715259" y="60783"/>
                </a:lnTo>
                <a:lnTo>
                  <a:pt x="715403" y="60741"/>
                </a:lnTo>
                <a:lnTo>
                  <a:pt x="715547" y="60699"/>
                </a:lnTo>
                <a:lnTo>
                  <a:pt x="715689" y="60655"/>
                </a:lnTo>
                <a:lnTo>
                  <a:pt x="715831" y="60611"/>
                </a:lnTo>
                <a:lnTo>
                  <a:pt x="715971" y="60567"/>
                </a:lnTo>
                <a:lnTo>
                  <a:pt x="716111" y="60521"/>
                </a:lnTo>
                <a:lnTo>
                  <a:pt x="716250" y="60476"/>
                </a:lnTo>
                <a:lnTo>
                  <a:pt x="716388" y="60429"/>
                </a:lnTo>
                <a:lnTo>
                  <a:pt x="716524" y="60380"/>
                </a:lnTo>
                <a:lnTo>
                  <a:pt x="716657" y="60330"/>
                </a:lnTo>
                <a:lnTo>
                  <a:pt x="716789" y="60279"/>
                </a:lnTo>
                <a:lnTo>
                  <a:pt x="716919" y="60226"/>
                </a:lnTo>
                <a:lnTo>
                  <a:pt x="717047" y="60171"/>
                </a:lnTo>
                <a:lnTo>
                  <a:pt x="717173" y="60115"/>
                </a:lnTo>
                <a:lnTo>
                  <a:pt x="717298" y="60058"/>
                </a:lnTo>
                <a:lnTo>
                  <a:pt x="717420" y="59999"/>
                </a:lnTo>
                <a:lnTo>
                  <a:pt x="717540" y="59938"/>
                </a:lnTo>
                <a:lnTo>
                  <a:pt x="717659" y="59877"/>
                </a:lnTo>
                <a:lnTo>
                  <a:pt x="717775" y="59813"/>
                </a:lnTo>
                <a:lnTo>
                  <a:pt x="717890" y="59748"/>
                </a:lnTo>
                <a:lnTo>
                  <a:pt x="718002" y="59682"/>
                </a:lnTo>
                <a:lnTo>
                  <a:pt x="718113" y="59614"/>
                </a:lnTo>
                <a:lnTo>
                  <a:pt x="718222" y="59544"/>
                </a:lnTo>
                <a:lnTo>
                  <a:pt x="718329" y="59473"/>
                </a:lnTo>
                <a:lnTo>
                  <a:pt x="718434" y="59401"/>
                </a:lnTo>
                <a:lnTo>
                  <a:pt x="718537" y="59327"/>
                </a:lnTo>
                <a:lnTo>
                  <a:pt x="718638" y="59251"/>
                </a:lnTo>
                <a:lnTo>
                  <a:pt x="718737" y="59174"/>
                </a:lnTo>
                <a:lnTo>
                  <a:pt x="718834" y="59096"/>
                </a:lnTo>
                <a:lnTo>
                  <a:pt x="718929" y="59016"/>
                </a:lnTo>
                <a:lnTo>
                  <a:pt x="719023" y="58934"/>
                </a:lnTo>
                <a:lnTo>
                  <a:pt x="719023" y="65464"/>
                </a:lnTo>
                <a:lnTo>
                  <a:pt x="719022" y="65589"/>
                </a:lnTo>
                <a:lnTo>
                  <a:pt x="719021" y="65717"/>
                </a:lnTo>
                <a:lnTo>
                  <a:pt x="719018" y="65849"/>
                </a:lnTo>
                <a:lnTo>
                  <a:pt x="719014" y="65984"/>
                </a:lnTo>
                <a:lnTo>
                  <a:pt x="719009" y="66122"/>
                </a:lnTo>
                <a:close/>
                <a:moveTo>
                  <a:pt x="81523" y="62078"/>
                </a:moveTo>
                <a:lnTo>
                  <a:pt x="81576" y="62682"/>
                </a:lnTo>
                <a:lnTo>
                  <a:pt x="81637" y="63281"/>
                </a:lnTo>
                <a:lnTo>
                  <a:pt x="81706" y="63875"/>
                </a:lnTo>
                <a:lnTo>
                  <a:pt x="81783" y="64464"/>
                </a:lnTo>
                <a:lnTo>
                  <a:pt x="81868" y="65047"/>
                </a:lnTo>
                <a:lnTo>
                  <a:pt x="81962" y="65626"/>
                </a:lnTo>
                <a:lnTo>
                  <a:pt x="82063" y="66199"/>
                </a:lnTo>
                <a:lnTo>
                  <a:pt x="82173" y="66767"/>
                </a:lnTo>
                <a:lnTo>
                  <a:pt x="82291" y="67330"/>
                </a:lnTo>
                <a:lnTo>
                  <a:pt x="82417" y="67888"/>
                </a:lnTo>
                <a:lnTo>
                  <a:pt x="82551" y="68440"/>
                </a:lnTo>
                <a:lnTo>
                  <a:pt x="82693" y="68988"/>
                </a:lnTo>
                <a:lnTo>
                  <a:pt x="82843" y="69530"/>
                </a:lnTo>
                <a:lnTo>
                  <a:pt x="83002" y="70067"/>
                </a:lnTo>
                <a:lnTo>
                  <a:pt x="83168" y="70599"/>
                </a:lnTo>
                <a:lnTo>
                  <a:pt x="83343" y="71126"/>
                </a:lnTo>
                <a:lnTo>
                  <a:pt x="83526" y="71648"/>
                </a:lnTo>
                <a:lnTo>
                  <a:pt x="83717" y="72165"/>
                </a:lnTo>
                <a:lnTo>
                  <a:pt x="83915" y="72676"/>
                </a:lnTo>
                <a:lnTo>
                  <a:pt x="84120" y="73180"/>
                </a:lnTo>
                <a:lnTo>
                  <a:pt x="84332" y="73679"/>
                </a:lnTo>
                <a:lnTo>
                  <a:pt x="84551" y="74171"/>
                </a:lnTo>
                <a:lnTo>
                  <a:pt x="84777" y="74657"/>
                </a:lnTo>
                <a:lnTo>
                  <a:pt x="85010" y="75137"/>
                </a:lnTo>
                <a:lnTo>
                  <a:pt x="85249" y="75611"/>
                </a:lnTo>
                <a:lnTo>
                  <a:pt x="85496" y="76079"/>
                </a:lnTo>
                <a:lnTo>
                  <a:pt x="85749" y="76540"/>
                </a:lnTo>
                <a:lnTo>
                  <a:pt x="86009" y="76995"/>
                </a:lnTo>
                <a:lnTo>
                  <a:pt x="86276" y="77444"/>
                </a:lnTo>
                <a:lnTo>
                  <a:pt x="86550" y="77887"/>
                </a:lnTo>
                <a:lnTo>
                  <a:pt x="86830" y="78323"/>
                </a:lnTo>
                <a:lnTo>
                  <a:pt x="87118" y="78753"/>
                </a:lnTo>
                <a:lnTo>
                  <a:pt x="87412" y="79177"/>
                </a:lnTo>
                <a:lnTo>
                  <a:pt x="87713" y="79595"/>
                </a:lnTo>
                <a:lnTo>
                  <a:pt x="88021" y="80007"/>
                </a:lnTo>
                <a:lnTo>
                  <a:pt x="88336" y="80412"/>
                </a:lnTo>
                <a:lnTo>
                  <a:pt x="88657" y="80812"/>
                </a:lnTo>
                <a:lnTo>
                  <a:pt x="88986" y="81205"/>
                </a:lnTo>
                <a:lnTo>
                  <a:pt x="89321" y="81592"/>
                </a:lnTo>
                <a:lnTo>
                  <a:pt x="89664" y="81972"/>
                </a:lnTo>
                <a:lnTo>
                  <a:pt x="90013" y="82347"/>
                </a:lnTo>
                <a:lnTo>
                  <a:pt x="90368" y="82715"/>
                </a:lnTo>
                <a:lnTo>
                  <a:pt x="90731" y="83076"/>
                </a:lnTo>
                <a:lnTo>
                  <a:pt x="91099" y="83431"/>
                </a:lnTo>
                <a:lnTo>
                  <a:pt x="91473" y="83778"/>
                </a:lnTo>
                <a:lnTo>
                  <a:pt x="91854" y="84118"/>
                </a:lnTo>
                <a:lnTo>
                  <a:pt x="92240" y="84451"/>
                </a:lnTo>
                <a:lnTo>
                  <a:pt x="92632" y="84777"/>
                </a:lnTo>
                <a:lnTo>
                  <a:pt x="93030" y="85096"/>
                </a:lnTo>
                <a:lnTo>
                  <a:pt x="93434" y="85408"/>
                </a:lnTo>
                <a:lnTo>
                  <a:pt x="93845" y="85713"/>
                </a:lnTo>
                <a:lnTo>
                  <a:pt x="94261" y="86011"/>
                </a:lnTo>
                <a:lnTo>
                  <a:pt x="94683" y="86302"/>
                </a:lnTo>
                <a:lnTo>
                  <a:pt x="95111" y="86586"/>
                </a:lnTo>
                <a:lnTo>
                  <a:pt x="95545" y="86863"/>
                </a:lnTo>
                <a:lnTo>
                  <a:pt x="95985" y="87132"/>
                </a:lnTo>
                <a:lnTo>
                  <a:pt x="96431" y="87395"/>
                </a:lnTo>
                <a:lnTo>
                  <a:pt x="96883" y="87650"/>
                </a:lnTo>
                <a:lnTo>
                  <a:pt x="97342" y="87899"/>
                </a:lnTo>
                <a:lnTo>
                  <a:pt x="97806" y="88140"/>
                </a:lnTo>
                <a:lnTo>
                  <a:pt x="98276" y="88374"/>
                </a:lnTo>
                <a:lnTo>
                  <a:pt x="98752" y="88602"/>
                </a:lnTo>
                <a:lnTo>
                  <a:pt x="99234" y="88822"/>
                </a:lnTo>
                <a:lnTo>
                  <a:pt x="99722" y="89035"/>
                </a:lnTo>
                <a:lnTo>
                  <a:pt x="100216" y="89241"/>
                </a:lnTo>
                <a:lnTo>
                  <a:pt x="100716" y="89440"/>
                </a:lnTo>
                <a:lnTo>
                  <a:pt x="101221" y="89631"/>
                </a:lnTo>
                <a:lnTo>
                  <a:pt x="101732" y="89814"/>
                </a:lnTo>
                <a:lnTo>
                  <a:pt x="102248" y="89989"/>
                </a:lnTo>
                <a:lnTo>
                  <a:pt x="102769" y="90156"/>
                </a:lnTo>
                <a:lnTo>
                  <a:pt x="103295" y="90315"/>
                </a:lnTo>
                <a:lnTo>
                  <a:pt x="103826" y="90465"/>
                </a:lnTo>
                <a:lnTo>
                  <a:pt x="104363" y="90608"/>
                </a:lnTo>
                <a:lnTo>
                  <a:pt x="104904" y="90742"/>
                </a:lnTo>
                <a:lnTo>
                  <a:pt x="105451" y="90868"/>
                </a:lnTo>
                <a:lnTo>
                  <a:pt x="106003" y="90986"/>
                </a:lnTo>
                <a:lnTo>
                  <a:pt x="106560" y="91096"/>
                </a:lnTo>
                <a:lnTo>
                  <a:pt x="107122" y="91198"/>
                </a:lnTo>
                <a:lnTo>
                  <a:pt x="107689" y="91291"/>
                </a:lnTo>
                <a:lnTo>
                  <a:pt x="108261" y="91377"/>
                </a:lnTo>
                <a:lnTo>
                  <a:pt x="108838" y="91454"/>
                </a:lnTo>
                <a:lnTo>
                  <a:pt x="109421" y="91523"/>
                </a:lnTo>
                <a:lnTo>
                  <a:pt x="110009" y="91584"/>
                </a:lnTo>
                <a:lnTo>
                  <a:pt x="110601" y="91637"/>
                </a:lnTo>
                <a:lnTo>
                  <a:pt x="111199" y="91682"/>
                </a:lnTo>
                <a:lnTo>
                  <a:pt x="111802" y="91719"/>
                </a:lnTo>
                <a:lnTo>
                  <a:pt x="112410" y="91747"/>
                </a:lnTo>
                <a:lnTo>
                  <a:pt x="113024" y="91768"/>
                </a:lnTo>
                <a:lnTo>
                  <a:pt x="113642" y="91780"/>
                </a:lnTo>
                <a:lnTo>
                  <a:pt x="114265" y="91784"/>
                </a:lnTo>
                <a:lnTo>
                  <a:pt x="114889" y="91780"/>
                </a:lnTo>
                <a:lnTo>
                  <a:pt x="115508" y="91768"/>
                </a:lnTo>
                <a:lnTo>
                  <a:pt x="116122" y="91747"/>
                </a:lnTo>
                <a:lnTo>
                  <a:pt x="116731" y="91719"/>
                </a:lnTo>
                <a:lnTo>
                  <a:pt x="117335" y="91682"/>
                </a:lnTo>
                <a:lnTo>
                  <a:pt x="117934" y="91637"/>
                </a:lnTo>
                <a:lnTo>
                  <a:pt x="118528" y="91584"/>
                </a:lnTo>
                <a:lnTo>
                  <a:pt x="119118" y="91523"/>
                </a:lnTo>
                <a:lnTo>
                  <a:pt x="119702" y="91454"/>
                </a:lnTo>
                <a:lnTo>
                  <a:pt x="120282" y="91377"/>
                </a:lnTo>
                <a:lnTo>
                  <a:pt x="120856" y="91291"/>
                </a:lnTo>
                <a:lnTo>
                  <a:pt x="121426" y="91198"/>
                </a:lnTo>
                <a:lnTo>
                  <a:pt x="121990" y="91096"/>
                </a:lnTo>
                <a:lnTo>
                  <a:pt x="122550" y="90986"/>
                </a:lnTo>
                <a:lnTo>
                  <a:pt x="123105" y="90868"/>
                </a:lnTo>
                <a:lnTo>
                  <a:pt x="123655" y="90742"/>
                </a:lnTo>
                <a:lnTo>
                  <a:pt x="124200" y="90608"/>
                </a:lnTo>
                <a:lnTo>
                  <a:pt x="124740" y="90465"/>
                </a:lnTo>
                <a:lnTo>
                  <a:pt x="125275" y="90315"/>
                </a:lnTo>
                <a:lnTo>
                  <a:pt x="125806" y="90156"/>
                </a:lnTo>
                <a:lnTo>
                  <a:pt x="126331" y="89989"/>
                </a:lnTo>
                <a:lnTo>
                  <a:pt x="126851" y="89814"/>
                </a:lnTo>
                <a:lnTo>
                  <a:pt x="127367" y="89631"/>
                </a:lnTo>
                <a:lnTo>
                  <a:pt x="127877" y="89440"/>
                </a:lnTo>
                <a:lnTo>
                  <a:pt x="128382" y="89241"/>
                </a:lnTo>
                <a:lnTo>
                  <a:pt x="128881" y="89035"/>
                </a:lnTo>
                <a:lnTo>
                  <a:pt x="129374" y="88822"/>
                </a:lnTo>
                <a:lnTo>
                  <a:pt x="129860" y="88602"/>
                </a:lnTo>
                <a:lnTo>
                  <a:pt x="130340" y="88374"/>
                </a:lnTo>
                <a:lnTo>
                  <a:pt x="130814" y="88140"/>
                </a:lnTo>
                <a:lnTo>
                  <a:pt x="131282" y="87899"/>
                </a:lnTo>
                <a:lnTo>
                  <a:pt x="131744" y="87650"/>
                </a:lnTo>
                <a:lnTo>
                  <a:pt x="132199" y="87395"/>
                </a:lnTo>
                <a:lnTo>
                  <a:pt x="132649" y="87132"/>
                </a:lnTo>
                <a:lnTo>
                  <a:pt x="133092" y="86863"/>
                </a:lnTo>
                <a:lnTo>
                  <a:pt x="133528" y="86586"/>
                </a:lnTo>
                <a:lnTo>
                  <a:pt x="133959" y="86302"/>
                </a:lnTo>
                <a:lnTo>
                  <a:pt x="134383" y="86011"/>
                </a:lnTo>
                <a:lnTo>
                  <a:pt x="134802" y="85713"/>
                </a:lnTo>
                <a:lnTo>
                  <a:pt x="135214" y="85408"/>
                </a:lnTo>
                <a:lnTo>
                  <a:pt x="135619" y="85096"/>
                </a:lnTo>
                <a:lnTo>
                  <a:pt x="136019" y="84777"/>
                </a:lnTo>
                <a:lnTo>
                  <a:pt x="136412" y="84451"/>
                </a:lnTo>
                <a:lnTo>
                  <a:pt x="136800" y="84118"/>
                </a:lnTo>
                <a:lnTo>
                  <a:pt x="137181" y="83778"/>
                </a:lnTo>
                <a:lnTo>
                  <a:pt x="137556" y="83431"/>
                </a:lnTo>
                <a:lnTo>
                  <a:pt x="137924" y="83076"/>
                </a:lnTo>
                <a:lnTo>
                  <a:pt x="138287" y="82715"/>
                </a:lnTo>
                <a:lnTo>
                  <a:pt x="138642" y="82347"/>
                </a:lnTo>
                <a:lnTo>
                  <a:pt x="138991" y="81972"/>
                </a:lnTo>
                <a:lnTo>
                  <a:pt x="139334" y="81592"/>
                </a:lnTo>
                <a:lnTo>
                  <a:pt x="139669" y="81205"/>
                </a:lnTo>
                <a:lnTo>
                  <a:pt x="139998" y="80812"/>
                </a:lnTo>
                <a:lnTo>
                  <a:pt x="140319" y="80412"/>
                </a:lnTo>
                <a:lnTo>
                  <a:pt x="140634" y="80007"/>
                </a:lnTo>
                <a:lnTo>
                  <a:pt x="140942" y="79595"/>
                </a:lnTo>
                <a:lnTo>
                  <a:pt x="141243" y="79177"/>
                </a:lnTo>
                <a:lnTo>
                  <a:pt x="141537" y="78753"/>
                </a:lnTo>
                <a:lnTo>
                  <a:pt x="141825" y="78323"/>
                </a:lnTo>
                <a:lnTo>
                  <a:pt x="142105" y="77887"/>
                </a:lnTo>
                <a:lnTo>
                  <a:pt x="142379" y="77444"/>
                </a:lnTo>
                <a:lnTo>
                  <a:pt x="142646" y="76995"/>
                </a:lnTo>
                <a:lnTo>
                  <a:pt x="142906" y="76540"/>
                </a:lnTo>
                <a:lnTo>
                  <a:pt x="143159" y="76079"/>
                </a:lnTo>
                <a:lnTo>
                  <a:pt x="143406" y="75611"/>
                </a:lnTo>
                <a:lnTo>
                  <a:pt x="143645" y="75137"/>
                </a:lnTo>
                <a:lnTo>
                  <a:pt x="143878" y="74657"/>
                </a:lnTo>
                <a:lnTo>
                  <a:pt x="144104" y="74171"/>
                </a:lnTo>
                <a:lnTo>
                  <a:pt x="144323" y="73679"/>
                </a:lnTo>
                <a:lnTo>
                  <a:pt x="144535" y="73180"/>
                </a:lnTo>
                <a:lnTo>
                  <a:pt x="144740" y="72676"/>
                </a:lnTo>
                <a:lnTo>
                  <a:pt x="144938" y="72165"/>
                </a:lnTo>
                <a:lnTo>
                  <a:pt x="145129" y="71648"/>
                </a:lnTo>
                <a:lnTo>
                  <a:pt x="145312" y="71126"/>
                </a:lnTo>
                <a:lnTo>
                  <a:pt x="145487" y="70599"/>
                </a:lnTo>
                <a:lnTo>
                  <a:pt x="145653" y="70067"/>
                </a:lnTo>
                <a:lnTo>
                  <a:pt x="145812" y="69530"/>
                </a:lnTo>
                <a:lnTo>
                  <a:pt x="145962" y="68988"/>
                </a:lnTo>
                <a:lnTo>
                  <a:pt x="146104" y="68440"/>
                </a:lnTo>
                <a:lnTo>
                  <a:pt x="146238" y="67888"/>
                </a:lnTo>
                <a:lnTo>
                  <a:pt x="146364" y="67330"/>
                </a:lnTo>
                <a:lnTo>
                  <a:pt x="146482" y="66767"/>
                </a:lnTo>
                <a:lnTo>
                  <a:pt x="146592" y="66199"/>
                </a:lnTo>
                <a:lnTo>
                  <a:pt x="146693" y="65626"/>
                </a:lnTo>
                <a:lnTo>
                  <a:pt x="146787" y="65047"/>
                </a:lnTo>
                <a:lnTo>
                  <a:pt x="146872" y="64464"/>
                </a:lnTo>
                <a:lnTo>
                  <a:pt x="146949" y="63875"/>
                </a:lnTo>
                <a:lnTo>
                  <a:pt x="147018" y="63281"/>
                </a:lnTo>
                <a:lnTo>
                  <a:pt x="147079" y="62682"/>
                </a:lnTo>
                <a:lnTo>
                  <a:pt x="147132" y="62078"/>
                </a:lnTo>
                <a:lnTo>
                  <a:pt x="147177" y="61469"/>
                </a:lnTo>
                <a:lnTo>
                  <a:pt x="147213" y="60855"/>
                </a:lnTo>
                <a:lnTo>
                  <a:pt x="147242" y="60235"/>
                </a:lnTo>
                <a:lnTo>
                  <a:pt x="147262" y="59611"/>
                </a:lnTo>
                <a:lnTo>
                  <a:pt x="147274" y="58981"/>
                </a:lnTo>
                <a:lnTo>
                  <a:pt x="147278" y="58346"/>
                </a:lnTo>
                <a:lnTo>
                  <a:pt x="147274" y="57711"/>
                </a:lnTo>
                <a:lnTo>
                  <a:pt x="147262" y="57081"/>
                </a:lnTo>
                <a:lnTo>
                  <a:pt x="147242" y="56456"/>
                </a:lnTo>
                <a:lnTo>
                  <a:pt x="147213" y="55835"/>
                </a:lnTo>
                <a:lnTo>
                  <a:pt x="147177" y="55220"/>
                </a:lnTo>
                <a:lnTo>
                  <a:pt x="147132" y="54610"/>
                </a:lnTo>
                <a:lnTo>
                  <a:pt x="147079" y="54004"/>
                </a:lnTo>
                <a:lnTo>
                  <a:pt x="147018" y="53404"/>
                </a:lnTo>
                <a:lnTo>
                  <a:pt x="146949" y="52808"/>
                </a:lnTo>
                <a:lnTo>
                  <a:pt x="146872" y="52217"/>
                </a:lnTo>
                <a:lnTo>
                  <a:pt x="146787" y="51632"/>
                </a:lnTo>
                <a:lnTo>
                  <a:pt x="146693" y="51051"/>
                </a:lnTo>
                <a:lnTo>
                  <a:pt x="146592" y="50475"/>
                </a:lnTo>
                <a:lnTo>
                  <a:pt x="146482" y="49904"/>
                </a:lnTo>
                <a:lnTo>
                  <a:pt x="146364" y="49338"/>
                </a:lnTo>
                <a:lnTo>
                  <a:pt x="146238" y="48777"/>
                </a:lnTo>
                <a:lnTo>
                  <a:pt x="146104" y="48221"/>
                </a:lnTo>
                <a:lnTo>
                  <a:pt x="145962" y="47669"/>
                </a:lnTo>
                <a:lnTo>
                  <a:pt x="145812" y="47123"/>
                </a:lnTo>
                <a:lnTo>
                  <a:pt x="145653" y="46582"/>
                </a:lnTo>
                <a:lnTo>
                  <a:pt x="145487" y="46045"/>
                </a:lnTo>
                <a:lnTo>
                  <a:pt x="145312" y="45514"/>
                </a:lnTo>
                <a:lnTo>
                  <a:pt x="145129" y="44987"/>
                </a:lnTo>
                <a:lnTo>
                  <a:pt x="144938" y="44465"/>
                </a:lnTo>
                <a:lnTo>
                  <a:pt x="144740" y="43949"/>
                </a:lnTo>
                <a:lnTo>
                  <a:pt x="144535" y="43439"/>
                </a:lnTo>
                <a:lnTo>
                  <a:pt x="144323" y="42936"/>
                </a:lnTo>
                <a:lnTo>
                  <a:pt x="144104" y="42439"/>
                </a:lnTo>
                <a:lnTo>
                  <a:pt x="143878" y="41949"/>
                </a:lnTo>
                <a:lnTo>
                  <a:pt x="143645" y="41465"/>
                </a:lnTo>
                <a:lnTo>
                  <a:pt x="143406" y="40987"/>
                </a:lnTo>
                <a:lnTo>
                  <a:pt x="143159" y="40516"/>
                </a:lnTo>
                <a:lnTo>
                  <a:pt x="142906" y="40051"/>
                </a:lnTo>
                <a:lnTo>
                  <a:pt x="142646" y="39593"/>
                </a:lnTo>
                <a:lnTo>
                  <a:pt x="142379" y="39141"/>
                </a:lnTo>
                <a:lnTo>
                  <a:pt x="142105" y="38696"/>
                </a:lnTo>
                <a:lnTo>
                  <a:pt x="141825" y="38257"/>
                </a:lnTo>
                <a:lnTo>
                  <a:pt x="141537" y="37824"/>
                </a:lnTo>
                <a:lnTo>
                  <a:pt x="141243" y="37398"/>
                </a:lnTo>
                <a:lnTo>
                  <a:pt x="140942" y="36979"/>
                </a:lnTo>
                <a:lnTo>
                  <a:pt x="140634" y="36566"/>
                </a:lnTo>
                <a:lnTo>
                  <a:pt x="140319" y="36159"/>
                </a:lnTo>
                <a:lnTo>
                  <a:pt x="139998" y="35758"/>
                </a:lnTo>
                <a:lnTo>
                  <a:pt x="139669" y="35364"/>
                </a:lnTo>
                <a:lnTo>
                  <a:pt x="139334" y="34977"/>
                </a:lnTo>
                <a:lnTo>
                  <a:pt x="138991" y="34596"/>
                </a:lnTo>
                <a:lnTo>
                  <a:pt x="138642" y="34221"/>
                </a:lnTo>
                <a:lnTo>
                  <a:pt x="138287" y="33853"/>
                </a:lnTo>
                <a:lnTo>
                  <a:pt x="137924" y="33491"/>
                </a:lnTo>
                <a:lnTo>
                  <a:pt x="137556" y="33137"/>
                </a:lnTo>
                <a:lnTo>
                  <a:pt x="137181" y="32789"/>
                </a:lnTo>
                <a:lnTo>
                  <a:pt x="136800" y="32448"/>
                </a:lnTo>
                <a:lnTo>
                  <a:pt x="136412" y="32113"/>
                </a:lnTo>
                <a:lnTo>
                  <a:pt x="136019" y="31786"/>
                </a:lnTo>
                <a:lnTo>
                  <a:pt x="135619" y="31465"/>
                </a:lnTo>
                <a:lnTo>
                  <a:pt x="135214" y="31152"/>
                </a:lnTo>
                <a:lnTo>
                  <a:pt x="134802" y="30845"/>
                </a:lnTo>
                <a:lnTo>
                  <a:pt x="134383" y="30545"/>
                </a:lnTo>
                <a:lnTo>
                  <a:pt x="133959" y="30252"/>
                </a:lnTo>
                <a:lnTo>
                  <a:pt x="133528" y="29966"/>
                </a:lnTo>
                <a:lnTo>
                  <a:pt x="133092" y="29686"/>
                </a:lnTo>
                <a:lnTo>
                  <a:pt x="132649" y="29414"/>
                </a:lnTo>
                <a:lnTo>
                  <a:pt x="132199" y="29148"/>
                </a:lnTo>
                <a:lnTo>
                  <a:pt x="131744" y="28889"/>
                </a:lnTo>
                <a:lnTo>
                  <a:pt x="131282" y="28637"/>
                </a:lnTo>
                <a:lnTo>
                  <a:pt x="130814" y="28392"/>
                </a:lnTo>
                <a:lnTo>
                  <a:pt x="130340" y="28154"/>
                </a:lnTo>
                <a:lnTo>
                  <a:pt x="129860" y="27923"/>
                </a:lnTo>
                <a:lnTo>
                  <a:pt x="129374" y="27698"/>
                </a:lnTo>
                <a:lnTo>
                  <a:pt x="128881" y="27481"/>
                </a:lnTo>
                <a:lnTo>
                  <a:pt x="128382" y="27270"/>
                </a:lnTo>
                <a:lnTo>
                  <a:pt x="127877" y="27066"/>
                </a:lnTo>
                <a:lnTo>
                  <a:pt x="127367" y="26870"/>
                </a:lnTo>
                <a:lnTo>
                  <a:pt x="126851" y="26682"/>
                </a:lnTo>
                <a:lnTo>
                  <a:pt x="126331" y="26502"/>
                </a:lnTo>
                <a:lnTo>
                  <a:pt x="125806" y="26331"/>
                </a:lnTo>
                <a:lnTo>
                  <a:pt x="125275" y="26168"/>
                </a:lnTo>
                <a:lnTo>
                  <a:pt x="124740" y="26013"/>
                </a:lnTo>
                <a:lnTo>
                  <a:pt x="124200" y="25867"/>
                </a:lnTo>
                <a:lnTo>
                  <a:pt x="123655" y="25729"/>
                </a:lnTo>
                <a:lnTo>
                  <a:pt x="123105" y="25600"/>
                </a:lnTo>
                <a:lnTo>
                  <a:pt x="122550" y="25479"/>
                </a:lnTo>
                <a:lnTo>
                  <a:pt x="121990" y="25366"/>
                </a:lnTo>
                <a:lnTo>
                  <a:pt x="121426" y="25262"/>
                </a:lnTo>
                <a:lnTo>
                  <a:pt x="120856" y="25166"/>
                </a:lnTo>
                <a:lnTo>
                  <a:pt x="120282" y="25078"/>
                </a:lnTo>
                <a:lnTo>
                  <a:pt x="119702" y="24998"/>
                </a:lnTo>
                <a:lnTo>
                  <a:pt x="119118" y="24927"/>
                </a:lnTo>
                <a:lnTo>
                  <a:pt x="118528" y="24865"/>
                </a:lnTo>
                <a:lnTo>
                  <a:pt x="117934" y="24811"/>
                </a:lnTo>
                <a:lnTo>
                  <a:pt x="117335" y="24765"/>
                </a:lnTo>
                <a:lnTo>
                  <a:pt x="116731" y="24727"/>
                </a:lnTo>
                <a:lnTo>
                  <a:pt x="116122" y="24698"/>
                </a:lnTo>
                <a:lnTo>
                  <a:pt x="115508" y="24677"/>
                </a:lnTo>
                <a:lnTo>
                  <a:pt x="114889" y="24664"/>
                </a:lnTo>
                <a:lnTo>
                  <a:pt x="114265" y="24660"/>
                </a:lnTo>
                <a:lnTo>
                  <a:pt x="113642" y="24664"/>
                </a:lnTo>
                <a:lnTo>
                  <a:pt x="113024" y="24677"/>
                </a:lnTo>
                <a:lnTo>
                  <a:pt x="112410" y="24698"/>
                </a:lnTo>
                <a:lnTo>
                  <a:pt x="111802" y="24727"/>
                </a:lnTo>
                <a:lnTo>
                  <a:pt x="111199" y="24765"/>
                </a:lnTo>
                <a:lnTo>
                  <a:pt x="110601" y="24811"/>
                </a:lnTo>
                <a:lnTo>
                  <a:pt x="110009" y="24865"/>
                </a:lnTo>
                <a:lnTo>
                  <a:pt x="109421" y="24927"/>
                </a:lnTo>
                <a:lnTo>
                  <a:pt x="108838" y="24998"/>
                </a:lnTo>
                <a:lnTo>
                  <a:pt x="108261" y="25078"/>
                </a:lnTo>
                <a:lnTo>
                  <a:pt x="107689" y="25166"/>
                </a:lnTo>
                <a:lnTo>
                  <a:pt x="107122" y="25262"/>
                </a:lnTo>
                <a:lnTo>
                  <a:pt x="106560" y="25366"/>
                </a:lnTo>
                <a:lnTo>
                  <a:pt x="106003" y="25479"/>
                </a:lnTo>
                <a:lnTo>
                  <a:pt x="105451" y="25600"/>
                </a:lnTo>
                <a:lnTo>
                  <a:pt x="104904" y="25729"/>
                </a:lnTo>
                <a:lnTo>
                  <a:pt x="104363" y="25867"/>
                </a:lnTo>
                <a:lnTo>
                  <a:pt x="103826" y="26013"/>
                </a:lnTo>
                <a:lnTo>
                  <a:pt x="103295" y="26168"/>
                </a:lnTo>
                <a:lnTo>
                  <a:pt x="102769" y="26331"/>
                </a:lnTo>
                <a:lnTo>
                  <a:pt x="102248" y="26502"/>
                </a:lnTo>
                <a:lnTo>
                  <a:pt x="101732" y="26682"/>
                </a:lnTo>
                <a:lnTo>
                  <a:pt x="101221" y="26870"/>
                </a:lnTo>
                <a:lnTo>
                  <a:pt x="100716" y="27066"/>
                </a:lnTo>
                <a:lnTo>
                  <a:pt x="100216" y="27270"/>
                </a:lnTo>
                <a:lnTo>
                  <a:pt x="99722" y="27481"/>
                </a:lnTo>
                <a:lnTo>
                  <a:pt x="99234" y="27698"/>
                </a:lnTo>
                <a:lnTo>
                  <a:pt x="98752" y="27923"/>
                </a:lnTo>
                <a:lnTo>
                  <a:pt x="98276" y="28154"/>
                </a:lnTo>
                <a:lnTo>
                  <a:pt x="97806" y="28392"/>
                </a:lnTo>
                <a:lnTo>
                  <a:pt x="97342" y="28637"/>
                </a:lnTo>
                <a:lnTo>
                  <a:pt x="96883" y="28889"/>
                </a:lnTo>
                <a:lnTo>
                  <a:pt x="96431" y="29148"/>
                </a:lnTo>
                <a:lnTo>
                  <a:pt x="95985" y="29414"/>
                </a:lnTo>
                <a:lnTo>
                  <a:pt x="95545" y="29686"/>
                </a:lnTo>
                <a:lnTo>
                  <a:pt x="95111" y="29966"/>
                </a:lnTo>
                <a:lnTo>
                  <a:pt x="94683" y="30252"/>
                </a:lnTo>
                <a:lnTo>
                  <a:pt x="94261" y="30545"/>
                </a:lnTo>
                <a:lnTo>
                  <a:pt x="93845" y="30845"/>
                </a:lnTo>
                <a:lnTo>
                  <a:pt x="93434" y="31152"/>
                </a:lnTo>
                <a:lnTo>
                  <a:pt x="93030" y="31465"/>
                </a:lnTo>
                <a:lnTo>
                  <a:pt x="92632" y="31786"/>
                </a:lnTo>
                <a:lnTo>
                  <a:pt x="92240" y="32113"/>
                </a:lnTo>
                <a:lnTo>
                  <a:pt x="91854" y="32448"/>
                </a:lnTo>
                <a:lnTo>
                  <a:pt x="91473" y="32789"/>
                </a:lnTo>
                <a:lnTo>
                  <a:pt x="91099" y="33137"/>
                </a:lnTo>
                <a:lnTo>
                  <a:pt x="90731" y="33491"/>
                </a:lnTo>
                <a:lnTo>
                  <a:pt x="90368" y="33853"/>
                </a:lnTo>
                <a:lnTo>
                  <a:pt x="90013" y="34221"/>
                </a:lnTo>
                <a:lnTo>
                  <a:pt x="89664" y="34596"/>
                </a:lnTo>
                <a:lnTo>
                  <a:pt x="89321" y="34977"/>
                </a:lnTo>
                <a:lnTo>
                  <a:pt x="88986" y="35364"/>
                </a:lnTo>
                <a:lnTo>
                  <a:pt x="88657" y="35758"/>
                </a:lnTo>
                <a:lnTo>
                  <a:pt x="88336" y="36159"/>
                </a:lnTo>
                <a:lnTo>
                  <a:pt x="88021" y="36566"/>
                </a:lnTo>
                <a:lnTo>
                  <a:pt x="87713" y="36979"/>
                </a:lnTo>
                <a:lnTo>
                  <a:pt x="87412" y="37398"/>
                </a:lnTo>
                <a:lnTo>
                  <a:pt x="87118" y="37824"/>
                </a:lnTo>
                <a:lnTo>
                  <a:pt x="86830" y="38257"/>
                </a:lnTo>
                <a:lnTo>
                  <a:pt x="86550" y="38696"/>
                </a:lnTo>
                <a:lnTo>
                  <a:pt x="86276" y="39141"/>
                </a:lnTo>
                <a:lnTo>
                  <a:pt x="86009" y="39593"/>
                </a:lnTo>
                <a:lnTo>
                  <a:pt x="85749" y="40051"/>
                </a:lnTo>
                <a:lnTo>
                  <a:pt x="85496" y="40516"/>
                </a:lnTo>
                <a:lnTo>
                  <a:pt x="85249" y="40987"/>
                </a:lnTo>
                <a:lnTo>
                  <a:pt x="85010" y="41465"/>
                </a:lnTo>
                <a:lnTo>
                  <a:pt x="84777" y="41949"/>
                </a:lnTo>
                <a:lnTo>
                  <a:pt x="84551" y="42439"/>
                </a:lnTo>
                <a:lnTo>
                  <a:pt x="84332" y="42936"/>
                </a:lnTo>
                <a:lnTo>
                  <a:pt x="84120" y="43439"/>
                </a:lnTo>
                <a:lnTo>
                  <a:pt x="83915" y="43949"/>
                </a:lnTo>
                <a:lnTo>
                  <a:pt x="83717" y="44465"/>
                </a:lnTo>
                <a:lnTo>
                  <a:pt x="83526" y="44987"/>
                </a:lnTo>
                <a:lnTo>
                  <a:pt x="83343" y="45514"/>
                </a:lnTo>
                <a:lnTo>
                  <a:pt x="83168" y="46045"/>
                </a:lnTo>
                <a:lnTo>
                  <a:pt x="83002" y="46582"/>
                </a:lnTo>
                <a:lnTo>
                  <a:pt x="82843" y="47123"/>
                </a:lnTo>
                <a:lnTo>
                  <a:pt x="82693" y="47669"/>
                </a:lnTo>
                <a:lnTo>
                  <a:pt x="82551" y="48221"/>
                </a:lnTo>
                <a:lnTo>
                  <a:pt x="82417" y="48777"/>
                </a:lnTo>
                <a:lnTo>
                  <a:pt x="82291" y="49338"/>
                </a:lnTo>
                <a:lnTo>
                  <a:pt x="82173" y="49904"/>
                </a:lnTo>
                <a:lnTo>
                  <a:pt x="82063" y="50475"/>
                </a:lnTo>
                <a:lnTo>
                  <a:pt x="81962" y="51051"/>
                </a:lnTo>
                <a:lnTo>
                  <a:pt x="81868" y="51632"/>
                </a:lnTo>
                <a:lnTo>
                  <a:pt x="81783" y="52217"/>
                </a:lnTo>
                <a:lnTo>
                  <a:pt x="81706" y="52808"/>
                </a:lnTo>
                <a:lnTo>
                  <a:pt x="81637" y="53404"/>
                </a:lnTo>
                <a:lnTo>
                  <a:pt x="81576" y="54004"/>
                </a:lnTo>
                <a:lnTo>
                  <a:pt x="81523" y="54610"/>
                </a:lnTo>
                <a:lnTo>
                  <a:pt x="81478" y="55220"/>
                </a:lnTo>
                <a:lnTo>
                  <a:pt x="81442" y="55835"/>
                </a:lnTo>
                <a:lnTo>
                  <a:pt x="81413" y="56456"/>
                </a:lnTo>
                <a:lnTo>
                  <a:pt x="81393" y="57081"/>
                </a:lnTo>
                <a:lnTo>
                  <a:pt x="81381" y="57711"/>
                </a:lnTo>
                <a:lnTo>
                  <a:pt x="81377" y="58346"/>
                </a:lnTo>
                <a:lnTo>
                  <a:pt x="81381" y="58981"/>
                </a:lnTo>
                <a:lnTo>
                  <a:pt x="81393" y="59611"/>
                </a:lnTo>
                <a:lnTo>
                  <a:pt x="81413" y="60235"/>
                </a:lnTo>
                <a:lnTo>
                  <a:pt x="81442" y="60855"/>
                </a:lnTo>
                <a:lnTo>
                  <a:pt x="81478" y="61469"/>
                </a:lnTo>
                <a:lnTo>
                  <a:pt x="81523" y="62078"/>
                </a:lnTo>
                <a:close/>
                <a:moveTo>
                  <a:pt x="98914" y="56442"/>
                </a:moveTo>
                <a:lnTo>
                  <a:pt x="98931" y="56127"/>
                </a:lnTo>
                <a:lnTo>
                  <a:pt x="98950" y="55812"/>
                </a:lnTo>
                <a:lnTo>
                  <a:pt x="98972" y="55497"/>
                </a:lnTo>
                <a:lnTo>
                  <a:pt x="98996" y="55183"/>
                </a:lnTo>
                <a:lnTo>
                  <a:pt x="99023" y="54869"/>
                </a:lnTo>
                <a:lnTo>
                  <a:pt x="99053" y="54556"/>
                </a:lnTo>
                <a:lnTo>
                  <a:pt x="99085" y="54243"/>
                </a:lnTo>
                <a:lnTo>
                  <a:pt x="99119" y="53931"/>
                </a:lnTo>
                <a:lnTo>
                  <a:pt x="99156" y="53618"/>
                </a:lnTo>
                <a:lnTo>
                  <a:pt x="99196" y="53307"/>
                </a:lnTo>
                <a:lnTo>
                  <a:pt x="99239" y="52996"/>
                </a:lnTo>
                <a:lnTo>
                  <a:pt x="99283" y="52685"/>
                </a:lnTo>
                <a:lnTo>
                  <a:pt x="99331" y="52375"/>
                </a:lnTo>
                <a:lnTo>
                  <a:pt x="99381" y="52065"/>
                </a:lnTo>
                <a:lnTo>
                  <a:pt x="99433" y="51755"/>
                </a:lnTo>
                <a:lnTo>
                  <a:pt x="99489" y="51446"/>
                </a:lnTo>
                <a:lnTo>
                  <a:pt x="99546" y="51138"/>
                </a:lnTo>
                <a:lnTo>
                  <a:pt x="99607" y="50830"/>
                </a:lnTo>
                <a:lnTo>
                  <a:pt x="99670" y="50523"/>
                </a:lnTo>
                <a:lnTo>
                  <a:pt x="99737" y="50219"/>
                </a:lnTo>
                <a:lnTo>
                  <a:pt x="99808" y="49919"/>
                </a:lnTo>
                <a:lnTo>
                  <a:pt x="99882" y="49621"/>
                </a:lnTo>
                <a:lnTo>
                  <a:pt x="99960" y="49327"/>
                </a:lnTo>
                <a:lnTo>
                  <a:pt x="100041" y="49035"/>
                </a:lnTo>
                <a:lnTo>
                  <a:pt x="100127" y="48746"/>
                </a:lnTo>
                <a:lnTo>
                  <a:pt x="100215" y="48461"/>
                </a:lnTo>
                <a:lnTo>
                  <a:pt x="100308" y="48178"/>
                </a:lnTo>
                <a:lnTo>
                  <a:pt x="100404" y="47899"/>
                </a:lnTo>
                <a:lnTo>
                  <a:pt x="100504" y="47622"/>
                </a:lnTo>
                <a:lnTo>
                  <a:pt x="100607" y="47349"/>
                </a:lnTo>
                <a:lnTo>
                  <a:pt x="100714" y="47078"/>
                </a:lnTo>
                <a:lnTo>
                  <a:pt x="100825" y="46810"/>
                </a:lnTo>
                <a:lnTo>
                  <a:pt x="100939" y="46546"/>
                </a:lnTo>
                <a:lnTo>
                  <a:pt x="101057" y="46284"/>
                </a:lnTo>
                <a:lnTo>
                  <a:pt x="101178" y="46026"/>
                </a:lnTo>
                <a:lnTo>
                  <a:pt x="101304" y="45770"/>
                </a:lnTo>
                <a:lnTo>
                  <a:pt x="101432" y="45518"/>
                </a:lnTo>
                <a:lnTo>
                  <a:pt x="101565" y="45268"/>
                </a:lnTo>
                <a:lnTo>
                  <a:pt x="101701" y="45022"/>
                </a:lnTo>
                <a:lnTo>
                  <a:pt x="101841" y="44778"/>
                </a:lnTo>
                <a:lnTo>
                  <a:pt x="101984" y="44537"/>
                </a:lnTo>
                <a:lnTo>
                  <a:pt x="102131" y="44300"/>
                </a:lnTo>
                <a:lnTo>
                  <a:pt x="102282" y="44066"/>
                </a:lnTo>
                <a:lnTo>
                  <a:pt x="102437" y="43835"/>
                </a:lnTo>
                <a:lnTo>
                  <a:pt x="102596" y="43608"/>
                </a:lnTo>
                <a:lnTo>
                  <a:pt x="102759" y="43384"/>
                </a:lnTo>
                <a:lnTo>
                  <a:pt x="102926" y="43164"/>
                </a:lnTo>
                <a:lnTo>
                  <a:pt x="103098" y="42948"/>
                </a:lnTo>
                <a:lnTo>
                  <a:pt x="103273" y="42736"/>
                </a:lnTo>
                <a:lnTo>
                  <a:pt x="103452" y="42527"/>
                </a:lnTo>
                <a:lnTo>
                  <a:pt x="103636" y="42322"/>
                </a:lnTo>
                <a:lnTo>
                  <a:pt x="103823" y="42120"/>
                </a:lnTo>
                <a:lnTo>
                  <a:pt x="104015" y="41922"/>
                </a:lnTo>
                <a:lnTo>
                  <a:pt x="104211" y="41728"/>
                </a:lnTo>
                <a:lnTo>
                  <a:pt x="104410" y="41537"/>
                </a:lnTo>
                <a:lnTo>
                  <a:pt x="104614" y="41350"/>
                </a:lnTo>
                <a:lnTo>
                  <a:pt x="104822" y="41167"/>
                </a:lnTo>
                <a:lnTo>
                  <a:pt x="105034" y="40987"/>
                </a:lnTo>
                <a:lnTo>
                  <a:pt x="105250" y="40811"/>
                </a:lnTo>
                <a:lnTo>
                  <a:pt x="105470" y="40638"/>
                </a:lnTo>
                <a:lnTo>
                  <a:pt x="105694" y="40469"/>
                </a:lnTo>
                <a:lnTo>
                  <a:pt x="105922" y="40304"/>
                </a:lnTo>
                <a:lnTo>
                  <a:pt x="106154" y="40143"/>
                </a:lnTo>
                <a:lnTo>
                  <a:pt x="106390" y="39985"/>
                </a:lnTo>
                <a:lnTo>
                  <a:pt x="106631" y="39831"/>
                </a:lnTo>
                <a:lnTo>
                  <a:pt x="106875" y="39680"/>
                </a:lnTo>
                <a:lnTo>
                  <a:pt x="107124" y="39534"/>
                </a:lnTo>
                <a:lnTo>
                  <a:pt x="107378" y="39394"/>
                </a:lnTo>
                <a:lnTo>
                  <a:pt x="107637" y="39261"/>
                </a:lnTo>
                <a:lnTo>
                  <a:pt x="107902" y="39134"/>
                </a:lnTo>
                <a:lnTo>
                  <a:pt x="108171" y="39013"/>
                </a:lnTo>
                <a:lnTo>
                  <a:pt x="108446" y="38898"/>
                </a:lnTo>
                <a:lnTo>
                  <a:pt x="108725" y="38789"/>
                </a:lnTo>
                <a:lnTo>
                  <a:pt x="109010" y="38687"/>
                </a:lnTo>
                <a:lnTo>
                  <a:pt x="109300" y="38591"/>
                </a:lnTo>
                <a:lnTo>
                  <a:pt x="109595" y="38501"/>
                </a:lnTo>
                <a:lnTo>
                  <a:pt x="109895" y="38417"/>
                </a:lnTo>
                <a:lnTo>
                  <a:pt x="110201" y="38339"/>
                </a:lnTo>
                <a:lnTo>
                  <a:pt x="110511" y="38268"/>
                </a:lnTo>
                <a:lnTo>
                  <a:pt x="110827" y="38203"/>
                </a:lnTo>
                <a:lnTo>
                  <a:pt x="111148" y="38144"/>
                </a:lnTo>
                <a:lnTo>
                  <a:pt x="111474" y="38091"/>
                </a:lnTo>
                <a:lnTo>
                  <a:pt x="111805" y="38044"/>
                </a:lnTo>
                <a:lnTo>
                  <a:pt x="112141" y="38004"/>
                </a:lnTo>
                <a:lnTo>
                  <a:pt x="112482" y="37970"/>
                </a:lnTo>
                <a:lnTo>
                  <a:pt x="112829" y="37942"/>
                </a:lnTo>
                <a:lnTo>
                  <a:pt x="113180" y="37920"/>
                </a:lnTo>
                <a:lnTo>
                  <a:pt x="113537" y="37905"/>
                </a:lnTo>
                <a:lnTo>
                  <a:pt x="113899" y="37896"/>
                </a:lnTo>
                <a:lnTo>
                  <a:pt x="114265" y="37892"/>
                </a:lnTo>
                <a:lnTo>
                  <a:pt x="114633" y="37896"/>
                </a:lnTo>
                <a:lnTo>
                  <a:pt x="114995" y="37905"/>
                </a:lnTo>
                <a:lnTo>
                  <a:pt x="115352" y="37920"/>
                </a:lnTo>
                <a:lnTo>
                  <a:pt x="115705" y="37942"/>
                </a:lnTo>
                <a:lnTo>
                  <a:pt x="116052" y="37970"/>
                </a:lnTo>
                <a:lnTo>
                  <a:pt x="116395" y="38004"/>
                </a:lnTo>
                <a:lnTo>
                  <a:pt x="116732" y="38044"/>
                </a:lnTo>
                <a:lnTo>
                  <a:pt x="117065" y="38091"/>
                </a:lnTo>
                <a:lnTo>
                  <a:pt x="117393" y="38144"/>
                </a:lnTo>
                <a:lnTo>
                  <a:pt x="117716" y="38203"/>
                </a:lnTo>
                <a:lnTo>
                  <a:pt x="118034" y="38268"/>
                </a:lnTo>
                <a:lnTo>
                  <a:pt x="118347" y="38339"/>
                </a:lnTo>
                <a:lnTo>
                  <a:pt x="118655" y="38417"/>
                </a:lnTo>
                <a:lnTo>
                  <a:pt x="118958" y="38501"/>
                </a:lnTo>
                <a:lnTo>
                  <a:pt x="119256" y="38591"/>
                </a:lnTo>
                <a:lnTo>
                  <a:pt x="119549" y="38687"/>
                </a:lnTo>
                <a:lnTo>
                  <a:pt x="119838" y="38789"/>
                </a:lnTo>
                <a:lnTo>
                  <a:pt x="120121" y="38898"/>
                </a:lnTo>
                <a:lnTo>
                  <a:pt x="120399" y="39013"/>
                </a:lnTo>
                <a:lnTo>
                  <a:pt x="120673" y="39134"/>
                </a:lnTo>
                <a:lnTo>
                  <a:pt x="120942" y="39261"/>
                </a:lnTo>
                <a:lnTo>
                  <a:pt x="121205" y="39394"/>
                </a:lnTo>
                <a:lnTo>
                  <a:pt x="121464" y="39534"/>
                </a:lnTo>
                <a:lnTo>
                  <a:pt x="121718" y="39680"/>
                </a:lnTo>
                <a:lnTo>
                  <a:pt x="121967" y="39831"/>
                </a:lnTo>
                <a:lnTo>
                  <a:pt x="122213" y="39985"/>
                </a:lnTo>
                <a:lnTo>
                  <a:pt x="122453" y="40143"/>
                </a:lnTo>
                <a:lnTo>
                  <a:pt x="122690" y="40304"/>
                </a:lnTo>
                <a:lnTo>
                  <a:pt x="122922" y="40469"/>
                </a:lnTo>
                <a:lnTo>
                  <a:pt x="123150" y="40638"/>
                </a:lnTo>
                <a:lnTo>
                  <a:pt x="123374" y="40811"/>
                </a:lnTo>
                <a:lnTo>
                  <a:pt x="123593" y="40987"/>
                </a:lnTo>
                <a:lnTo>
                  <a:pt x="123809" y="41167"/>
                </a:lnTo>
                <a:lnTo>
                  <a:pt x="124019" y="41350"/>
                </a:lnTo>
                <a:lnTo>
                  <a:pt x="124226" y="41537"/>
                </a:lnTo>
                <a:lnTo>
                  <a:pt x="124428" y="41728"/>
                </a:lnTo>
                <a:lnTo>
                  <a:pt x="124626" y="41922"/>
                </a:lnTo>
                <a:lnTo>
                  <a:pt x="124820" y="42120"/>
                </a:lnTo>
                <a:lnTo>
                  <a:pt x="125010" y="42322"/>
                </a:lnTo>
                <a:lnTo>
                  <a:pt x="125195" y="42527"/>
                </a:lnTo>
                <a:lnTo>
                  <a:pt x="125376" y="42736"/>
                </a:lnTo>
                <a:lnTo>
                  <a:pt x="125552" y="42948"/>
                </a:lnTo>
                <a:lnTo>
                  <a:pt x="125725" y="43164"/>
                </a:lnTo>
                <a:lnTo>
                  <a:pt x="125893" y="43384"/>
                </a:lnTo>
                <a:lnTo>
                  <a:pt x="126057" y="43608"/>
                </a:lnTo>
                <a:lnTo>
                  <a:pt x="126216" y="43835"/>
                </a:lnTo>
                <a:lnTo>
                  <a:pt x="126371" y="44066"/>
                </a:lnTo>
                <a:lnTo>
                  <a:pt x="126522" y="44300"/>
                </a:lnTo>
                <a:lnTo>
                  <a:pt x="126669" y="44537"/>
                </a:lnTo>
                <a:lnTo>
                  <a:pt x="126813" y="44778"/>
                </a:lnTo>
                <a:lnTo>
                  <a:pt x="126953" y="45022"/>
                </a:lnTo>
                <a:lnTo>
                  <a:pt x="127089" y="45268"/>
                </a:lnTo>
                <a:lnTo>
                  <a:pt x="127221" y="45518"/>
                </a:lnTo>
                <a:lnTo>
                  <a:pt x="127350" y="45770"/>
                </a:lnTo>
                <a:lnTo>
                  <a:pt x="127476" y="46026"/>
                </a:lnTo>
                <a:lnTo>
                  <a:pt x="127597" y="46284"/>
                </a:lnTo>
                <a:lnTo>
                  <a:pt x="127715" y="46546"/>
                </a:lnTo>
                <a:lnTo>
                  <a:pt x="127830" y="46810"/>
                </a:lnTo>
                <a:lnTo>
                  <a:pt x="127940" y="47078"/>
                </a:lnTo>
                <a:lnTo>
                  <a:pt x="128048" y="47349"/>
                </a:lnTo>
                <a:lnTo>
                  <a:pt x="128151" y="47622"/>
                </a:lnTo>
                <a:lnTo>
                  <a:pt x="128251" y="47899"/>
                </a:lnTo>
                <a:lnTo>
                  <a:pt x="128347" y="48178"/>
                </a:lnTo>
                <a:lnTo>
                  <a:pt x="128439" y="48461"/>
                </a:lnTo>
                <a:lnTo>
                  <a:pt x="128528" y="48746"/>
                </a:lnTo>
                <a:lnTo>
                  <a:pt x="128614" y="49035"/>
                </a:lnTo>
                <a:lnTo>
                  <a:pt x="128695" y="49327"/>
                </a:lnTo>
                <a:lnTo>
                  <a:pt x="128773" y="49621"/>
                </a:lnTo>
                <a:lnTo>
                  <a:pt x="128847" y="49919"/>
                </a:lnTo>
                <a:lnTo>
                  <a:pt x="128918" y="50219"/>
                </a:lnTo>
                <a:lnTo>
                  <a:pt x="128985" y="50523"/>
                </a:lnTo>
                <a:lnTo>
                  <a:pt x="129048" y="50830"/>
                </a:lnTo>
                <a:lnTo>
                  <a:pt x="129109" y="51138"/>
                </a:lnTo>
                <a:lnTo>
                  <a:pt x="129166" y="51446"/>
                </a:lnTo>
                <a:lnTo>
                  <a:pt x="129222" y="51755"/>
                </a:lnTo>
                <a:lnTo>
                  <a:pt x="129274" y="52065"/>
                </a:lnTo>
                <a:lnTo>
                  <a:pt x="129324" y="52375"/>
                </a:lnTo>
                <a:lnTo>
                  <a:pt x="129372" y="52685"/>
                </a:lnTo>
                <a:lnTo>
                  <a:pt x="129416" y="52996"/>
                </a:lnTo>
                <a:lnTo>
                  <a:pt x="129459" y="53307"/>
                </a:lnTo>
                <a:lnTo>
                  <a:pt x="129499" y="53618"/>
                </a:lnTo>
                <a:lnTo>
                  <a:pt x="129536" y="53931"/>
                </a:lnTo>
                <a:lnTo>
                  <a:pt x="129570" y="54243"/>
                </a:lnTo>
                <a:lnTo>
                  <a:pt x="129602" y="54556"/>
                </a:lnTo>
                <a:lnTo>
                  <a:pt x="129632" y="54869"/>
                </a:lnTo>
                <a:lnTo>
                  <a:pt x="129659" y="55183"/>
                </a:lnTo>
                <a:lnTo>
                  <a:pt x="129683" y="55497"/>
                </a:lnTo>
                <a:lnTo>
                  <a:pt x="129705" y="55812"/>
                </a:lnTo>
                <a:lnTo>
                  <a:pt x="129724" y="56127"/>
                </a:lnTo>
                <a:lnTo>
                  <a:pt x="129741" y="56442"/>
                </a:lnTo>
                <a:lnTo>
                  <a:pt x="129755" y="56758"/>
                </a:lnTo>
                <a:lnTo>
                  <a:pt x="129767" y="57074"/>
                </a:lnTo>
                <a:lnTo>
                  <a:pt x="129776" y="57391"/>
                </a:lnTo>
                <a:lnTo>
                  <a:pt x="129782" y="57708"/>
                </a:lnTo>
                <a:lnTo>
                  <a:pt x="129786" y="58026"/>
                </a:lnTo>
                <a:lnTo>
                  <a:pt x="129787" y="58344"/>
                </a:lnTo>
                <a:lnTo>
                  <a:pt x="129786" y="58662"/>
                </a:lnTo>
                <a:lnTo>
                  <a:pt x="129782" y="58979"/>
                </a:lnTo>
                <a:lnTo>
                  <a:pt x="129776" y="59296"/>
                </a:lnTo>
                <a:lnTo>
                  <a:pt x="129767" y="59612"/>
                </a:lnTo>
                <a:lnTo>
                  <a:pt x="129755" y="59928"/>
                </a:lnTo>
                <a:lnTo>
                  <a:pt x="129741" y="60242"/>
                </a:lnTo>
                <a:lnTo>
                  <a:pt x="129724" y="60556"/>
                </a:lnTo>
                <a:lnTo>
                  <a:pt x="129705" y="60870"/>
                </a:lnTo>
                <a:lnTo>
                  <a:pt x="129683" y="61183"/>
                </a:lnTo>
                <a:lnTo>
                  <a:pt x="129659" y="61495"/>
                </a:lnTo>
                <a:lnTo>
                  <a:pt x="129632" y="61806"/>
                </a:lnTo>
                <a:lnTo>
                  <a:pt x="129602" y="62117"/>
                </a:lnTo>
                <a:lnTo>
                  <a:pt x="129570" y="62428"/>
                </a:lnTo>
                <a:lnTo>
                  <a:pt x="129536" y="62737"/>
                </a:lnTo>
                <a:lnTo>
                  <a:pt x="129499" y="63046"/>
                </a:lnTo>
                <a:lnTo>
                  <a:pt x="129459" y="63355"/>
                </a:lnTo>
                <a:lnTo>
                  <a:pt x="129416" y="63662"/>
                </a:lnTo>
                <a:lnTo>
                  <a:pt x="129372" y="63970"/>
                </a:lnTo>
                <a:lnTo>
                  <a:pt x="129324" y="64276"/>
                </a:lnTo>
                <a:lnTo>
                  <a:pt x="129274" y="64582"/>
                </a:lnTo>
                <a:lnTo>
                  <a:pt x="129222" y="64887"/>
                </a:lnTo>
                <a:lnTo>
                  <a:pt x="129166" y="65191"/>
                </a:lnTo>
                <a:lnTo>
                  <a:pt x="129109" y="65495"/>
                </a:lnTo>
                <a:lnTo>
                  <a:pt x="129048" y="65799"/>
                </a:lnTo>
                <a:lnTo>
                  <a:pt x="128985" y="66100"/>
                </a:lnTo>
                <a:lnTo>
                  <a:pt x="128918" y="66399"/>
                </a:lnTo>
                <a:lnTo>
                  <a:pt x="128847" y="66695"/>
                </a:lnTo>
                <a:lnTo>
                  <a:pt x="128773" y="66989"/>
                </a:lnTo>
                <a:lnTo>
                  <a:pt x="128695" y="67280"/>
                </a:lnTo>
                <a:lnTo>
                  <a:pt x="128614" y="67569"/>
                </a:lnTo>
                <a:lnTo>
                  <a:pt x="128528" y="67855"/>
                </a:lnTo>
                <a:lnTo>
                  <a:pt x="128439" y="68139"/>
                </a:lnTo>
                <a:lnTo>
                  <a:pt x="128347" y="68420"/>
                </a:lnTo>
                <a:lnTo>
                  <a:pt x="128251" y="68698"/>
                </a:lnTo>
                <a:lnTo>
                  <a:pt x="128151" y="68974"/>
                </a:lnTo>
                <a:lnTo>
                  <a:pt x="128048" y="69248"/>
                </a:lnTo>
                <a:lnTo>
                  <a:pt x="127940" y="69518"/>
                </a:lnTo>
                <a:lnTo>
                  <a:pt x="127830" y="69787"/>
                </a:lnTo>
                <a:lnTo>
                  <a:pt x="127715" y="70052"/>
                </a:lnTo>
                <a:lnTo>
                  <a:pt x="127597" y="70315"/>
                </a:lnTo>
                <a:lnTo>
                  <a:pt x="127476" y="70576"/>
                </a:lnTo>
                <a:lnTo>
                  <a:pt x="127350" y="70834"/>
                </a:lnTo>
                <a:lnTo>
                  <a:pt x="127221" y="71089"/>
                </a:lnTo>
                <a:lnTo>
                  <a:pt x="127089" y="71342"/>
                </a:lnTo>
                <a:lnTo>
                  <a:pt x="126953" y="71593"/>
                </a:lnTo>
                <a:lnTo>
                  <a:pt x="126813" y="71840"/>
                </a:lnTo>
                <a:lnTo>
                  <a:pt x="126669" y="72086"/>
                </a:lnTo>
                <a:lnTo>
                  <a:pt x="126522" y="72328"/>
                </a:lnTo>
                <a:lnTo>
                  <a:pt x="126371" y="72567"/>
                </a:lnTo>
                <a:lnTo>
                  <a:pt x="126216" y="72803"/>
                </a:lnTo>
                <a:lnTo>
                  <a:pt x="126057" y="73034"/>
                </a:lnTo>
                <a:lnTo>
                  <a:pt x="125893" y="73261"/>
                </a:lnTo>
                <a:lnTo>
                  <a:pt x="125725" y="73484"/>
                </a:lnTo>
                <a:lnTo>
                  <a:pt x="125552" y="73702"/>
                </a:lnTo>
                <a:lnTo>
                  <a:pt x="125376" y="73917"/>
                </a:lnTo>
                <a:lnTo>
                  <a:pt x="125195" y="74128"/>
                </a:lnTo>
                <a:lnTo>
                  <a:pt x="125010" y="74335"/>
                </a:lnTo>
                <a:lnTo>
                  <a:pt x="124820" y="74537"/>
                </a:lnTo>
                <a:lnTo>
                  <a:pt x="124626" y="74736"/>
                </a:lnTo>
                <a:lnTo>
                  <a:pt x="124428" y="74931"/>
                </a:lnTo>
                <a:lnTo>
                  <a:pt x="124226" y="75121"/>
                </a:lnTo>
                <a:lnTo>
                  <a:pt x="124019" y="75307"/>
                </a:lnTo>
                <a:lnTo>
                  <a:pt x="123809" y="75490"/>
                </a:lnTo>
                <a:lnTo>
                  <a:pt x="123593" y="75668"/>
                </a:lnTo>
                <a:lnTo>
                  <a:pt x="123374" y="75842"/>
                </a:lnTo>
                <a:lnTo>
                  <a:pt x="123150" y="76012"/>
                </a:lnTo>
                <a:lnTo>
                  <a:pt x="122922" y="76179"/>
                </a:lnTo>
                <a:lnTo>
                  <a:pt x="122690" y="76341"/>
                </a:lnTo>
                <a:lnTo>
                  <a:pt x="122453" y="76499"/>
                </a:lnTo>
                <a:lnTo>
                  <a:pt x="122213" y="76653"/>
                </a:lnTo>
                <a:lnTo>
                  <a:pt x="121967" y="76802"/>
                </a:lnTo>
                <a:lnTo>
                  <a:pt x="121718" y="76948"/>
                </a:lnTo>
                <a:lnTo>
                  <a:pt x="121464" y="77089"/>
                </a:lnTo>
                <a:lnTo>
                  <a:pt x="121205" y="77224"/>
                </a:lnTo>
                <a:lnTo>
                  <a:pt x="120942" y="77352"/>
                </a:lnTo>
                <a:lnTo>
                  <a:pt x="120673" y="77475"/>
                </a:lnTo>
                <a:lnTo>
                  <a:pt x="120399" y="77592"/>
                </a:lnTo>
                <a:lnTo>
                  <a:pt x="120121" y="77702"/>
                </a:lnTo>
                <a:lnTo>
                  <a:pt x="119838" y="77807"/>
                </a:lnTo>
                <a:lnTo>
                  <a:pt x="119549" y="77906"/>
                </a:lnTo>
                <a:lnTo>
                  <a:pt x="119256" y="77999"/>
                </a:lnTo>
                <a:lnTo>
                  <a:pt x="118958" y="78085"/>
                </a:lnTo>
                <a:lnTo>
                  <a:pt x="118655" y="78166"/>
                </a:lnTo>
                <a:lnTo>
                  <a:pt x="118347" y="78241"/>
                </a:lnTo>
                <a:lnTo>
                  <a:pt x="118034" y="78310"/>
                </a:lnTo>
                <a:lnTo>
                  <a:pt x="117716" y="78373"/>
                </a:lnTo>
                <a:lnTo>
                  <a:pt x="117393" y="78429"/>
                </a:lnTo>
                <a:lnTo>
                  <a:pt x="117065" y="78480"/>
                </a:lnTo>
                <a:lnTo>
                  <a:pt x="116732" y="78525"/>
                </a:lnTo>
                <a:lnTo>
                  <a:pt x="116395" y="78564"/>
                </a:lnTo>
                <a:lnTo>
                  <a:pt x="116052" y="78597"/>
                </a:lnTo>
                <a:lnTo>
                  <a:pt x="115705" y="78624"/>
                </a:lnTo>
                <a:lnTo>
                  <a:pt x="115352" y="78645"/>
                </a:lnTo>
                <a:lnTo>
                  <a:pt x="114995" y="78660"/>
                </a:lnTo>
                <a:lnTo>
                  <a:pt x="114633" y="78669"/>
                </a:lnTo>
                <a:lnTo>
                  <a:pt x="114265" y="78672"/>
                </a:lnTo>
                <a:lnTo>
                  <a:pt x="113899" y="78669"/>
                </a:lnTo>
                <a:lnTo>
                  <a:pt x="113537" y="78660"/>
                </a:lnTo>
                <a:lnTo>
                  <a:pt x="113180" y="78645"/>
                </a:lnTo>
                <a:lnTo>
                  <a:pt x="112829" y="78624"/>
                </a:lnTo>
                <a:lnTo>
                  <a:pt x="112482" y="78597"/>
                </a:lnTo>
                <a:lnTo>
                  <a:pt x="112141" y="78564"/>
                </a:lnTo>
                <a:lnTo>
                  <a:pt x="111805" y="78525"/>
                </a:lnTo>
                <a:lnTo>
                  <a:pt x="111474" y="78480"/>
                </a:lnTo>
                <a:lnTo>
                  <a:pt x="111148" y="78429"/>
                </a:lnTo>
                <a:lnTo>
                  <a:pt x="110827" y="78373"/>
                </a:lnTo>
                <a:lnTo>
                  <a:pt x="110511" y="78310"/>
                </a:lnTo>
                <a:lnTo>
                  <a:pt x="110201" y="78241"/>
                </a:lnTo>
                <a:lnTo>
                  <a:pt x="109895" y="78166"/>
                </a:lnTo>
                <a:lnTo>
                  <a:pt x="109595" y="78085"/>
                </a:lnTo>
                <a:lnTo>
                  <a:pt x="109300" y="77999"/>
                </a:lnTo>
                <a:lnTo>
                  <a:pt x="109010" y="77906"/>
                </a:lnTo>
                <a:lnTo>
                  <a:pt x="108725" y="77807"/>
                </a:lnTo>
                <a:lnTo>
                  <a:pt x="108446" y="77702"/>
                </a:lnTo>
                <a:lnTo>
                  <a:pt x="108171" y="77592"/>
                </a:lnTo>
                <a:lnTo>
                  <a:pt x="107902" y="77475"/>
                </a:lnTo>
                <a:lnTo>
                  <a:pt x="107637" y="77352"/>
                </a:lnTo>
                <a:lnTo>
                  <a:pt x="107378" y="77224"/>
                </a:lnTo>
                <a:lnTo>
                  <a:pt x="107124" y="77089"/>
                </a:lnTo>
                <a:lnTo>
                  <a:pt x="106875" y="76948"/>
                </a:lnTo>
                <a:lnTo>
                  <a:pt x="106631" y="76802"/>
                </a:lnTo>
                <a:lnTo>
                  <a:pt x="106390" y="76653"/>
                </a:lnTo>
                <a:lnTo>
                  <a:pt x="106154" y="76499"/>
                </a:lnTo>
                <a:lnTo>
                  <a:pt x="105922" y="76341"/>
                </a:lnTo>
                <a:lnTo>
                  <a:pt x="105694" y="76179"/>
                </a:lnTo>
                <a:lnTo>
                  <a:pt x="105470" y="76012"/>
                </a:lnTo>
                <a:lnTo>
                  <a:pt x="105250" y="75842"/>
                </a:lnTo>
                <a:lnTo>
                  <a:pt x="105034" y="75668"/>
                </a:lnTo>
                <a:lnTo>
                  <a:pt x="104822" y="75490"/>
                </a:lnTo>
                <a:lnTo>
                  <a:pt x="104614" y="75307"/>
                </a:lnTo>
                <a:lnTo>
                  <a:pt x="104410" y="75121"/>
                </a:lnTo>
                <a:lnTo>
                  <a:pt x="104211" y="74931"/>
                </a:lnTo>
                <a:lnTo>
                  <a:pt x="104015" y="74736"/>
                </a:lnTo>
                <a:lnTo>
                  <a:pt x="103823" y="74537"/>
                </a:lnTo>
                <a:lnTo>
                  <a:pt x="103636" y="74335"/>
                </a:lnTo>
                <a:lnTo>
                  <a:pt x="103452" y="74128"/>
                </a:lnTo>
                <a:lnTo>
                  <a:pt x="103273" y="73917"/>
                </a:lnTo>
                <a:lnTo>
                  <a:pt x="103098" y="73702"/>
                </a:lnTo>
                <a:lnTo>
                  <a:pt x="102926" y="73484"/>
                </a:lnTo>
                <a:lnTo>
                  <a:pt x="102759" y="73261"/>
                </a:lnTo>
                <a:lnTo>
                  <a:pt x="102596" y="73034"/>
                </a:lnTo>
                <a:lnTo>
                  <a:pt x="102437" y="72803"/>
                </a:lnTo>
                <a:lnTo>
                  <a:pt x="102282" y="72567"/>
                </a:lnTo>
                <a:lnTo>
                  <a:pt x="102131" y="72328"/>
                </a:lnTo>
                <a:lnTo>
                  <a:pt x="101984" y="72086"/>
                </a:lnTo>
                <a:lnTo>
                  <a:pt x="101841" y="71840"/>
                </a:lnTo>
                <a:lnTo>
                  <a:pt x="101701" y="71593"/>
                </a:lnTo>
                <a:lnTo>
                  <a:pt x="101565" y="71342"/>
                </a:lnTo>
                <a:lnTo>
                  <a:pt x="101432" y="71089"/>
                </a:lnTo>
                <a:lnTo>
                  <a:pt x="101304" y="70834"/>
                </a:lnTo>
                <a:lnTo>
                  <a:pt x="101178" y="70576"/>
                </a:lnTo>
                <a:lnTo>
                  <a:pt x="101057" y="70315"/>
                </a:lnTo>
                <a:lnTo>
                  <a:pt x="100939" y="70052"/>
                </a:lnTo>
                <a:lnTo>
                  <a:pt x="100825" y="69787"/>
                </a:lnTo>
                <a:lnTo>
                  <a:pt x="100714" y="69518"/>
                </a:lnTo>
                <a:lnTo>
                  <a:pt x="100607" y="69248"/>
                </a:lnTo>
                <a:lnTo>
                  <a:pt x="100504" y="68974"/>
                </a:lnTo>
                <a:lnTo>
                  <a:pt x="100404" y="68698"/>
                </a:lnTo>
                <a:lnTo>
                  <a:pt x="100308" y="68420"/>
                </a:lnTo>
                <a:lnTo>
                  <a:pt x="100215" y="68139"/>
                </a:lnTo>
                <a:lnTo>
                  <a:pt x="100127" y="67855"/>
                </a:lnTo>
                <a:lnTo>
                  <a:pt x="100041" y="67569"/>
                </a:lnTo>
                <a:lnTo>
                  <a:pt x="99960" y="67280"/>
                </a:lnTo>
                <a:lnTo>
                  <a:pt x="99882" y="66989"/>
                </a:lnTo>
                <a:lnTo>
                  <a:pt x="99808" y="66695"/>
                </a:lnTo>
                <a:lnTo>
                  <a:pt x="99737" y="66399"/>
                </a:lnTo>
                <a:lnTo>
                  <a:pt x="99670" y="66100"/>
                </a:lnTo>
                <a:lnTo>
                  <a:pt x="99607" y="65799"/>
                </a:lnTo>
                <a:lnTo>
                  <a:pt x="99546" y="65495"/>
                </a:lnTo>
                <a:lnTo>
                  <a:pt x="99489" y="65191"/>
                </a:lnTo>
                <a:lnTo>
                  <a:pt x="99433" y="64887"/>
                </a:lnTo>
                <a:lnTo>
                  <a:pt x="99381" y="64582"/>
                </a:lnTo>
                <a:lnTo>
                  <a:pt x="99331" y="64276"/>
                </a:lnTo>
                <a:lnTo>
                  <a:pt x="99283" y="63970"/>
                </a:lnTo>
                <a:lnTo>
                  <a:pt x="99239" y="63662"/>
                </a:lnTo>
                <a:lnTo>
                  <a:pt x="99196" y="63355"/>
                </a:lnTo>
                <a:lnTo>
                  <a:pt x="99156" y="63046"/>
                </a:lnTo>
                <a:lnTo>
                  <a:pt x="99119" y="62737"/>
                </a:lnTo>
                <a:lnTo>
                  <a:pt x="99085" y="62428"/>
                </a:lnTo>
                <a:lnTo>
                  <a:pt x="99053" y="62117"/>
                </a:lnTo>
                <a:lnTo>
                  <a:pt x="99023" y="61806"/>
                </a:lnTo>
                <a:lnTo>
                  <a:pt x="98996" y="61495"/>
                </a:lnTo>
                <a:lnTo>
                  <a:pt x="98972" y="61183"/>
                </a:lnTo>
                <a:lnTo>
                  <a:pt x="98950" y="60870"/>
                </a:lnTo>
                <a:lnTo>
                  <a:pt x="98931" y="60556"/>
                </a:lnTo>
                <a:lnTo>
                  <a:pt x="98914" y="60242"/>
                </a:lnTo>
                <a:lnTo>
                  <a:pt x="98900" y="59928"/>
                </a:lnTo>
                <a:lnTo>
                  <a:pt x="98888" y="59612"/>
                </a:lnTo>
                <a:lnTo>
                  <a:pt x="98879" y="59296"/>
                </a:lnTo>
                <a:lnTo>
                  <a:pt x="98873" y="58979"/>
                </a:lnTo>
                <a:lnTo>
                  <a:pt x="98869" y="58662"/>
                </a:lnTo>
                <a:lnTo>
                  <a:pt x="98868" y="58344"/>
                </a:lnTo>
                <a:lnTo>
                  <a:pt x="98869" y="58026"/>
                </a:lnTo>
                <a:lnTo>
                  <a:pt x="98873" y="57708"/>
                </a:lnTo>
                <a:lnTo>
                  <a:pt x="98879" y="57391"/>
                </a:lnTo>
                <a:lnTo>
                  <a:pt x="98888" y="57074"/>
                </a:lnTo>
                <a:lnTo>
                  <a:pt x="98900" y="56758"/>
                </a:lnTo>
                <a:lnTo>
                  <a:pt x="98914" y="56442"/>
                </a:lnTo>
                <a:close/>
                <a:moveTo>
                  <a:pt x="338744" y="46829"/>
                </a:moveTo>
                <a:lnTo>
                  <a:pt x="338679" y="46341"/>
                </a:lnTo>
                <a:lnTo>
                  <a:pt x="338606" y="45859"/>
                </a:lnTo>
                <a:lnTo>
                  <a:pt x="338525" y="45382"/>
                </a:lnTo>
                <a:lnTo>
                  <a:pt x="338436" y="44912"/>
                </a:lnTo>
                <a:lnTo>
                  <a:pt x="338340" y="44447"/>
                </a:lnTo>
                <a:lnTo>
                  <a:pt x="338236" y="43988"/>
                </a:lnTo>
                <a:lnTo>
                  <a:pt x="338125" y="43535"/>
                </a:lnTo>
                <a:lnTo>
                  <a:pt x="338005" y="43087"/>
                </a:lnTo>
                <a:lnTo>
                  <a:pt x="337878" y="42645"/>
                </a:lnTo>
                <a:lnTo>
                  <a:pt x="337744" y="42209"/>
                </a:lnTo>
                <a:lnTo>
                  <a:pt x="337601" y="41779"/>
                </a:lnTo>
                <a:lnTo>
                  <a:pt x="337451" y="41355"/>
                </a:lnTo>
                <a:lnTo>
                  <a:pt x="337293" y="40936"/>
                </a:lnTo>
                <a:lnTo>
                  <a:pt x="337127" y="40524"/>
                </a:lnTo>
                <a:lnTo>
                  <a:pt x="336954" y="40117"/>
                </a:lnTo>
                <a:lnTo>
                  <a:pt x="336773" y="39716"/>
                </a:lnTo>
                <a:lnTo>
                  <a:pt x="336584" y="39320"/>
                </a:lnTo>
                <a:lnTo>
                  <a:pt x="336388" y="38931"/>
                </a:lnTo>
                <a:lnTo>
                  <a:pt x="336184" y="38547"/>
                </a:lnTo>
                <a:lnTo>
                  <a:pt x="335972" y="38169"/>
                </a:lnTo>
                <a:lnTo>
                  <a:pt x="335754" y="37796"/>
                </a:lnTo>
                <a:lnTo>
                  <a:pt x="335530" y="37428"/>
                </a:lnTo>
                <a:lnTo>
                  <a:pt x="335301" y="37066"/>
                </a:lnTo>
                <a:lnTo>
                  <a:pt x="335067" y="36709"/>
                </a:lnTo>
                <a:lnTo>
                  <a:pt x="334828" y="36357"/>
                </a:lnTo>
                <a:lnTo>
                  <a:pt x="334583" y="36010"/>
                </a:lnTo>
                <a:lnTo>
                  <a:pt x="334332" y="35668"/>
                </a:lnTo>
                <a:lnTo>
                  <a:pt x="334077" y="35331"/>
                </a:lnTo>
                <a:lnTo>
                  <a:pt x="333816" y="34999"/>
                </a:lnTo>
                <a:lnTo>
                  <a:pt x="333549" y="34673"/>
                </a:lnTo>
                <a:lnTo>
                  <a:pt x="333278" y="34352"/>
                </a:lnTo>
                <a:lnTo>
                  <a:pt x="333000" y="34035"/>
                </a:lnTo>
                <a:lnTo>
                  <a:pt x="332718" y="33724"/>
                </a:lnTo>
                <a:lnTo>
                  <a:pt x="332430" y="33419"/>
                </a:lnTo>
                <a:lnTo>
                  <a:pt x="332137" y="33118"/>
                </a:lnTo>
                <a:lnTo>
                  <a:pt x="331839" y="32822"/>
                </a:lnTo>
                <a:lnTo>
                  <a:pt x="331535" y="32532"/>
                </a:lnTo>
                <a:lnTo>
                  <a:pt x="331226" y="32247"/>
                </a:lnTo>
                <a:lnTo>
                  <a:pt x="330911" y="31966"/>
                </a:lnTo>
                <a:lnTo>
                  <a:pt x="330591" y="31691"/>
                </a:lnTo>
                <a:lnTo>
                  <a:pt x="330266" y="31422"/>
                </a:lnTo>
                <a:lnTo>
                  <a:pt x="329935" y="31157"/>
                </a:lnTo>
                <a:lnTo>
                  <a:pt x="329600" y="30897"/>
                </a:lnTo>
                <a:lnTo>
                  <a:pt x="329258" y="30643"/>
                </a:lnTo>
                <a:lnTo>
                  <a:pt x="328912" y="30394"/>
                </a:lnTo>
                <a:lnTo>
                  <a:pt x="328563" y="30150"/>
                </a:lnTo>
                <a:lnTo>
                  <a:pt x="328209" y="29911"/>
                </a:lnTo>
                <a:lnTo>
                  <a:pt x="327852" y="29678"/>
                </a:lnTo>
                <a:lnTo>
                  <a:pt x="327491" y="29451"/>
                </a:lnTo>
                <a:lnTo>
                  <a:pt x="327126" y="29228"/>
                </a:lnTo>
                <a:lnTo>
                  <a:pt x="326757" y="29011"/>
                </a:lnTo>
                <a:lnTo>
                  <a:pt x="326385" y="28799"/>
                </a:lnTo>
                <a:lnTo>
                  <a:pt x="326008" y="28593"/>
                </a:lnTo>
                <a:lnTo>
                  <a:pt x="325628" y="28392"/>
                </a:lnTo>
                <a:lnTo>
                  <a:pt x="325243" y="28197"/>
                </a:lnTo>
                <a:lnTo>
                  <a:pt x="324855" y="28006"/>
                </a:lnTo>
                <a:lnTo>
                  <a:pt x="324463" y="27821"/>
                </a:lnTo>
                <a:lnTo>
                  <a:pt x="324068" y="27642"/>
                </a:lnTo>
                <a:lnTo>
                  <a:pt x="323668" y="27468"/>
                </a:lnTo>
                <a:lnTo>
                  <a:pt x="323264" y="27299"/>
                </a:lnTo>
                <a:lnTo>
                  <a:pt x="322857" y="27135"/>
                </a:lnTo>
                <a:lnTo>
                  <a:pt x="322446" y="26977"/>
                </a:lnTo>
                <a:lnTo>
                  <a:pt x="322031" y="26825"/>
                </a:lnTo>
                <a:lnTo>
                  <a:pt x="321612" y="26677"/>
                </a:lnTo>
                <a:lnTo>
                  <a:pt x="321189" y="26535"/>
                </a:lnTo>
                <a:lnTo>
                  <a:pt x="320763" y="26399"/>
                </a:lnTo>
                <a:lnTo>
                  <a:pt x="320332" y="26267"/>
                </a:lnTo>
                <a:lnTo>
                  <a:pt x="319898" y="26141"/>
                </a:lnTo>
                <a:lnTo>
                  <a:pt x="319461" y="26020"/>
                </a:lnTo>
                <a:lnTo>
                  <a:pt x="319022" y="25905"/>
                </a:lnTo>
                <a:lnTo>
                  <a:pt x="318582" y="25794"/>
                </a:lnTo>
                <a:lnTo>
                  <a:pt x="318141" y="25689"/>
                </a:lnTo>
                <a:lnTo>
                  <a:pt x="317698" y="25588"/>
                </a:lnTo>
                <a:lnTo>
                  <a:pt x="317254" y="25493"/>
                </a:lnTo>
                <a:lnTo>
                  <a:pt x="316808" y="25403"/>
                </a:lnTo>
                <a:lnTo>
                  <a:pt x="316360" y="25318"/>
                </a:lnTo>
                <a:lnTo>
                  <a:pt x="315911" y="25239"/>
                </a:lnTo>
                <a:lnTo>
                  <a:pt x="315461" y="25164"/>
                </a:lnTo>
                <a:lnTo>
                  <a:pt x="315009" y="25095"/>
                </a:lnTo>
                <a:lnTo>
                  <a:pt x="314555" y="25030"/>
                </a:lnTo>
                <a:lnTo>
                  <a:pt x="314100" y="24971"/>
                </a:lnTo>
                <a:lnTo>
                  <a:pt x="313644" y="24917"/>
                </a:lnTo>
                <a:lnTo>
                  <a:pt x="313186" y="24868"/>
                </a:lnTo>
                <a:lnTo>
                  <a:pt x="312726" y="24825"/>
                </a:lnTo>
                <a:lnTo>
                  <a:pt x="312265" y="24786"/>
                </a:lnTo>
                <a:lnTo>
                  <a:pt x="311803" y="24753"/>
                </a:lnTo>
                <a:lnTo>
                  <a:pt x="311339" y="24724"/>
                </a:lnTo>
                <a:lnTo>
                  <a:pt x="310873" y="24701"/>
                </a:lnTo>
                <a:lnTo>
                  <a:pt x="310406" y="24683"/>
                </a:lnTo>
                <a:lnTo>
                  <a:pt x="309938" y="24670"/>
                </a:lnTo>
                <a:lnTo>
                  <a:pt x="309468" y="24663"/>
                </a:lnTo>
                <a:lnTo>
                  <a:pt x="308996" y="24660"/>
                </a:lnTo>
                <a:lnTo>
                  <a:pt x="308353" y="24665"/>
                </a:lnTo>
                <a:lnTo>
                  <a:pt x="307715" y="24678"/>
                </a:lnTo>
                <a:lnTo>
                  <a:pt x="307083" y="24701"/>
                </a:lnTo>
                <a:lnTo>
                  <a:pt x="306457" y="24732"/>
                </a:lnTo>
                <a:lnTo>
                  <a:pt x="305837" y="24773"/>
                </a:lnTo>
                <a:lnTo>
                  <a:pt x="305224" y="24822"/>
                </a:lnTo>
                <a:lnTo>
                  <a:pt x="304616" y="24881"/>
                </a:lnTo>
                <a:lnTo>
                  <a:pt x="304014" y="24948"/>
                </a:lnTo>
                <a:lnTo>
                  <a:pt x="303418" y="25025"/>
                </a:lnTo>
                <a:lnTo>
                  <a:pt x="302828" y="25110"/>
                </a:lnTo>
                <a:lnTo>
                  <a:pt x="302244" y="25205"/>
                </a:lnTo>
                <a:lnTo>
                  <a:pt x="301666" y="25308"/>
                </a:lnTo>
                <a:lnTo>
                  <a:pt x="301094" y="25421"/>
                </a:lnTo>
                <a:lnTo>
                  <a:pt x="300529" y="25542"/>
                </a:lnTo>
                <a:lnTo>
                  <a:pt x="299969" y="25673"/>
                </a:lnTo>
                <a:lnTo>
                  <a:pt x="299415" y="25812"/>
                </a:lnTo>
                <a:lnTo>
                  <a:pt x="298867" y="25961"/>
                </a:lnTo>
                <a:lnTo>
                  <a:pt x="298325" y="26118"/>
                </a:lnTo>
                <a:lnTo>
                  <a:pt x="297789" y="26285"/>
                </a:lnTo>
                <a:lnTo>
                  <a:pt x="297259" y="26460"/>
                </a:lnTo>
                <a:lnTo>
                  <a:pt x="296735" y="26645"/>
                </a:lnTo>
                <a:lnTo>
                  <a:pt x="296216" y="26838"/>
                </a:lnTo>
                <a:lnTo>
                  <a:pt x="295704" y="27041"/>
                </a:lnTo>
                <a:lnTo>
                  <a:pt x="295198" y="27252"/>
                </a:lnTo>
                <a:lnTo>
                  <a:pt x="294699" y="27471"/>
                </a:lnTo>
                <a:lnTo>
                  <a:pt x="294205" y="27698"/>
                </a:lnTo>
                <a:lnTo>
                  <a:pt x="293718" y="27931"/>
                </a:lnTo>
                <a:lnTo>
                  <a:pt x="293238" y="28172"/>
                </a:lnTo>
                <a:lnTo>
                  <a:pt x="292764" y="28420"/>
                </a:lnTo>
                <a:lnTo>
                  <a:pt x="292296" y="28674"/>
                </a:lnTo>
                <a:lnTo>
                  <a:pt x="291835" y="28936"/>
                </a:lnTo>
                <a:lnTo>
                  <a:pt x="291380" y="29205"/>
                </a:lnTo>
                <a:lnTo>
                  <a:pt x="290932" y="29481"/>
                </a:lnTo>
                <a:lnTo>
                  <a:pt x="290490" y="29764"/>
                </a:lnTo>
                <a:lnTo>
                  <a:pt x="290054" y="30054"/>
                </a:lnTo>
                <a:lnTo>
                  <a:pt x="289625" y="30352"/>
                </a:lnTo>
                <a:lnTo>
                  <a:pt x="289202" y="30656"/>
                </a:lnTo>
                <a:lnTo>
                  <a:pt x="288786" y="30967"/>
                </a:lnTo>
                <a:lnTo>
                  <a:pt x="288376" y="31286"/>
                </a:lnTo>
                <a:lnTo>
                  <a:pt x="287972" y="31611"/>
                </a:lnTo>
                <a:lnTo>
                  <a:pt x="287575" y="31944"/>
                </a:lnTo>
                <a:lnTo>
                  <a:pt x="287185" y="32283"/>
                </a:lnTo>
                <a:lnTo>
                  <a:pt x="286800" y="32630"/>
                </a:lnTo>
                <a:lnTo>
                  <a:pt x="286422" y="32984"/>
                </a:lnTo>
                <a:lnTo>
                  <a:pt x="286051" y="33345"/>
                </a:lnTo>
                <a:lnTo>
                  <a:pt x="285686" y="33713"/>
                </a:lnTo>
                <a:lnTo>
                  <a:pt x="285327" y="34088"/>
                </a:lnTo>
                <a:lnTo>
                  <a:pt x="284975" y="34470"/>
                </a:lnTo>
                <a:lnTo>
                  <a:pt x="284630" y="34858"/>
                </a:lnTo>
                <a:lnTo>
                  <a:pt x="284291" y="35253"/>
                </a:lnTo>
                <a:lnTo>
                  <a:pt x="283960" y="35654"/>
                </a:lnTo>
                <a:lnTo>
                  <a:pt x="283636" y="36060"/>
                </a:lnTo>
                <a:lnTo>
                  <a:pt x="283319" y="36473"/>
                </a:lnTo>
                <a:lnTo>
                  <a:pt x="283008" y="36891"/>
                </a:lnTo>
                <a:lnTo>
                  <a:pt x="282705" y="37316"/>
                </a:lnTo>
                <a:lnTo>
                  <a:pt x="282409" y="37747"/>
                </a:lnTo>
                <a:lnTo>
                  <a:pt x="282120" y="38183"/>
                </a:lnTo>
                <a:lnTo>
                  <a:pt x="281838" y="38626"/>
                </a:lnTo>
                <a:lnTo>
                  <a:pt x="281563" y="39074"/>
                </a:lnTo>
                <a:lnTo>
                  <a:pt x="281295" y="39529"/>
                </a:lnTo>
                <a:lnTo>
                  <a:pt x="281035" y="39990"/>
                </a:lnTo>
                <a:lnTo>
                  <a:pt x="280781" y="40456"/>
                </a:lnTo>
                <a:lnTo>
                  <a:pt x="280534" y="40929"/>
                </a:lnTo>
                <a:lnTo>
                  <a:pt x="280295" y="41407"/>
                </a:lnTo>
                <a:lnTo>
                  <a:pt x="280062" y="41892"/>
                </a:lnTo>
                <a:lnTo>
                  <a:pt x="279837" y="42383"/>
                </a:lnTo>
                <a:lnTo>
                  <a:pt x="279618" y="42879"/>
                </a:lnTo>
                <a:lnTo>
                  <a:pt x="279407" y="43382"/>
                </a:lnTo>
                <a:lnTo>
                  <a:pt x="279202" y="43890"/>
                </a:lnTo>
                <a:lnTo>
                  <a:pt x="279005" y="44405"/>
                </a:lnTo>
                <a:lnTo>
                  <a:pt x="278815" y="44926"/>
                </a:lnTo>
                <a:lnTo>
                  <a:pt x="278632" y="45452"/>
                </a:lnTo>
                <a:lnTo>
                  <a:pt x="278456" y="45983"/>
                </a:lnTo>
                <a:lnTo>
                  <a:pt x="278287" y="46518"/>
                </a:lnTo>
                <a:lnTo>
                  <a:pt x="278126" y="47057"/>
                </a:lnTo>
                <a:lnTo>
                  <a:pt x="277973" y="47599"/>
                </a:lnTo>
                <a:lnTo>
                  <a:pt x="277827" y="48145"/>
                </a:lnTo>
                <a:lnTo>
                  <a:pt x="277688" y="48694"/>
                </a:lnTo>
                <a:lnTo>
                  <a:pt x="277557" y="49247"/>
                </a:lnTo>
                <a:lnTo>
                  <a:pt x="277434" y="49804"/>
                </a:lnTo>
                <a:lnTo>
                  <a:pt x="277318" y="50365"/>
                </a:lnTo>
                <a:lnTo>
                  <a:pt x="277209" y="50929"/>
                </a:lnTo>
                <a:lnTo>
                  <a:pt x="277108" y="51496"/>
                </a:lnTo>
                <a:lnTo>
                  <a:pt x="277015" y="52068"/>
                </a:lnTo>
                <a:lnTo>
                  <a:pt x="276929" y="52643"/>
                </a:lnTo>
                <a:lnTo>
                  <a:pt x="276850" y="53221"/>
                </a:lnTo>
                <a:lnTo>
                  <a:pt x="276779" y="53804"/>
                </a:lnTo>
                <a:lnTo>
                  <a:pt x="276715" y="54390"/>
                </a:lnTo>
                <a:lnTo>
                  <a:pt x="276659" y="54979"/>
                </a:lnTo>
                <a:lnTo>
                  <a:pt x="276610" y="55573"/>
                </a:lnTo>
                <a:lnTo>
                  <a:pt x="276569" y="56169"/>
                </a:lnTo>
                <a:lnTo>
                  <a:pt x="276536" y="56770"/>
                </a:lnTo>
                <a:lnTo>
                  <a:pt x="276509" y="57374"/>
                </a:lnTo>
                <a:lnTo>
                  <a:pt x="276491" y="57982"/>
                </a:lnTo>
                <a:lnTo>
                  <a:pt x="276479" y="58594"/>
                </a:lnTo>
                <a:lnTo>
                  <a:pt x="276476" y="59209"/>
                </a:lnTo>
                <a:lnTo>
                  <a:pt x="276480" y="59803"/>
                </a:lnTo>
                <a:lnTo>
                  <a:pt x="276492" y="60394"/>
                </a:lnTo>
                <a:lnTo>
                  <a:pt x="276512" y="60980"/>
                </a:lnTo>
                <a:lnTo>
                  <a:pt x="276541" y="61562"/>
                </a:lnTo>
                <a:lnTo>
                  <a:pt x="276577" y="62140"/>
                </a:lnTo>
                <a:lnTo>
                  <a:pt x="276622" y="62714"/>
                </a:lnTo>
                <a:lnTo>
                  <a:pt x="276675" y="63284"/>
                </a:lnTo>
                <a:lnTo>
                  <a:pt x="276736" y="63850"/>
                </a:lnTo>
                <a:lnTo>
                  <a:pt x="276805" y="64412"/>
                </a:lnTo>
                <a:lnTo>
                  <a:pt x="276882" y="64970"/>
                </a:lnTo>
                <a:lnTo>
                  <a:pt x="276967" y="65523"/>
                </a:lnTo>
                <a:lnTo>
                  <a:pt x="277061" y="66073"/>
                </a:lnTo>
                <a:lnTo>
                  <a:pt x="277162" y="66619"/>
                </a:lnTo>
                <a:lnTo>
                  <a:pt x="277272" y="67160"/>
                </a:lnTo>
                <a:lnTo>
                  <a:pt x="277390" y="67697"/>
                </a:lnTo>
                <a:lnTo>
                  <a:pt x="277516" y="68231"/>
                </a:lnTo>
                <a:lnTo>
                  <a:pt x="277650" y="68760"/>
                </a:lnTo>
                <a:lnTo>
                  <a:pt x="277792" y="69285"/>
                </a:lnTo>
                <a:lnTo>
                  <a:pt x="277942" y="69806"/>
                </a:lnTo>
                <a:lnTo>
                  <a:pt x="278101" y="70323"/>
                </a:lnTo>
                <a:lnTo>
                  <a:pt x="278267" y="70836"/>
                </a:lnTo>
                <a:lnTo>
                  <a:pt x="278442" y="71345"/>
                </a:lnTo>
                <a:lnTo>
                  <a:pt x="278625" y="71850"/>
                </a:lnTo>
                <a:lnTo>
                  <a:pt x="278816" y="72351"/>
                </a:lnTo>
                <a:lnTo>
                  <a:pt x="279014" y="72846"/>
                </a:lnTo>
                <a:lnTo>
                  <a:pt x="279219" y="73336"/>
                </a:lnTo>
                <a:lnTo>
                  <a:pt x="279430" y="73820"/>
                </a:lnTo>
                <a:lnTo>
                  <a:pt x="279647" y="74299"/>
                </a:lnTo>
                <a:lnTo>
                  <a:pt x="279871" y="74771"/>
                </a:lnTo>
                <a:lnTo>
                  <a:pt x="280101" y="75238"/>
                </a:lnTo>
                <a:lnTo>
                  <a:pt x="280338" y="75699"/>
                </a:lnTo>
                <a:lnTo>
                  <a:pt x="280581" y="76154"/>
                </a:lnTo>
                <a:lnTo>
                  <a:pt x="280831" y="76604"/>
                </a:lnTo>
                <a:lnTo>
                  <a:pt x="281087" y="77048"/>
                </a:lnTo>
                <a:lnTo>
                  <a:pt x="281349" y="77486"/>
                </a:lnTo>
                <a:lnTo>
                  <a:pt x="281618" y="77918"/>
                </a:lnTo>
                <a:lnTo>
                  <a:pt x="281893" y="78344"/>
                </a:lnTo>
                <a:lnTo>
                  <a:pt x="282175" y="78765"/>
                </a:lnTo>
                <a:lnTo>
                  <a:pt x="282463" y="79179"/>
                </a:lnTo>
                <a:lnTo>
                  <a:pt x="282757" y="79588"/>
                </a:lnTo>
                <a:lnTo>
                  <a:pt x="283058" y="79992"/>
                </a:lnTo>
                <a:lnTo>
                  <a:pt x="283365" y="80389"/>
                </a:lnTo>
                <a:lnTo>
                  <a:pt x="283679" y="80781"/>
                </a:lnTo>
                <a:lnTo>
                  <a:pt x="283999" y="81167"/>
                </a:lnTo>
                <a:lnTo>
                  <a:pt x="284326" y="81547"/>
                </a:lnTo>
                <a:lnTo>
                  <a:pt x="284659" y="81921"/>
                </a:lnTo>
                <a:lnTo>
                  <a:pt x="284998" y="82290"/>
                </a:lnTo>
                <a:lnTo>
                  <a:pt x="285344" y="82653"/>
                </a:lnTo>
                <a:lnTo>
                  <a:pt x="285696" y="83009"/>
                </a:lnTo>
                <a:lnTo>
                  <a:pt x="286054" y="83359"/>
                </a:lnTo>
                <a:lnTo>
                  <a:pt x="286419" y="83703"/>
                </a:lnTo>
                <a:lnTo>
                  <a:pt x="286790" y="84039"/>
                </a:lnTo>
                <a:lnTo>
                  <a:pt x="287167" y="84369"/>
                </a:lnTo>
                <a:lnTo>
                  <a:pt x="287550" y="84693"/>
                </a:lnTo>
                <a:lnTo>
                  <a:pt x="287939" y="85010"/>
                </a:lnTo>
                <a:lnTo>
                  <a:pt x="288335" y="85320"/>
                </a:lnTo>
                <a:lnTo>
                  <a:pt x="288737" y="85623"/>
                </a:lnTo>
                <a:lnTo>
                  <a:pt x="289145" y="85920"/>
                </a:lnTo>
                <a:lnTo>
                  <a:pt x="289559" y="86210"/>
                </a:lnTo>
                <a:lnTo>
                  <a:pt x="289979" y="86494"/>
                </a:lnTo>
                <a:lnTo>
                  <a:pt x="290406" y="86771"/>
                </a:lnTo>
                <a:lnTo>
                  <a:pt x="290838" y="87041"/>
                </a:lnTo>
                <a:lnTo>
                  <a:pt x="291277" y="87304"/>
                </a:lnTo>
                <a:lnTo>
                  <a:pt x="291723" y="87561"/>
                </a:lnTo>
                <a:lnTo>
                  <a:pt x="292174" y="87812"/>
                </a:lnTo>
                <a:lnTo>
                  <a:pt x="292631" y="88055"/>
                </a:lnTo>
                <a:lnTo>
                  <a:pt x="293095" y="88292"/>
                </a:lnTo>
                <a:lnTo>
                  <a:pt x="293565" y="88523"/>
                </a:lnTo>
                <a:lnTo>
                  <a:pt x="294041" y="88747"/>
                </a:lnTo>
                <a:lnTo>
                  <a:pt x="294523" y="88964"/>
                </a:lnTo>
                <a:lnTo>
                  <a:pt x="295012" y="89174"/>
                </a:lnTo>
                <a:lnTo>
                  <a:pt x="295507" y="89378"/>
                </a:lnTo>
                <a:lnTo>
                  <a:pt x="296007" y="89574"/>
                </a:lnTo>
                <a:lnTo>
                  <a:pt x="296511" y="89762"/>
                </a:lnTo>
                <a:lnTo>
                  <a:pt x="297019" y="89942"/>
                </a:lnTo>
                <a:lnTo>
                  <a:pt x="297531" y="90113"/>
                </a:lnTo>
                <a:lnTo>
                  <a:pt x="298047" y="90276"/>
                </a:lnTo>
                <a:lnTo>
                  <a:pt x="298567" y="90431"/>
                </a:lnTo>
                <a:lnTo>
                  <a:pt x="299092" y="90577"/>
                </a:lnTo>
                <a:lnTo>
                  <a:pt x="299620" y="90715"/>
                </a:lnTo>
                <a:lnTo>
                  <a:pt x="300152" y="90844"/>
                </a:lnTo>
                <a:lnTo>
                  <a:pt x="300689" y="90965"/>
                </a:lnTo>
                <a:lnTo>
                  <a:pt x="301229" y="91078"/>
                </a:lnTo>
                <a:lnTo>
                  <a:pt x="301774" y="91182"/>
                </a:lnTo>
                <a:lnTo>
                  <a:pt x="302323" y="91278"/>
                </a:lnTo>
                <a:lnTo>
                  <a:pt x="302875" y="91366"/>
                </a:lnTo>
                <a:lnTo>
                  <a:pt x="303432" y="91446"/>
                </a:lnTo>
                <a:lnTo>
                  <a:pt x="303993" y="91517"/>
                </a:lnTo>
                <a:lnTo>
                  <a:pt x="304558" y="91579"/>
                </a:lnTo>
                <a:lnTo>
                  <a:pt x="305127" y="91633"/>
                </a:lnTo>
                <a:lnTo>
                  <a:pt x="305700" y="91679"/>
                </a:lnTo>
                <a:lnTo>
                  <a:pt x="306277" y="91717"/>
                </a:lnTo>
                <a:lnTo>
                  <a:pt x="306858" y="91746"/>
                </a:lnTo>
                <a:lnTo>
                  <a:pt x="307443" y="91767"/>
                </a:lnTo>
                <a:lnTo>
                  <a:pt x="308033" y="91780"/>
                </a:lnTo>
                <a:lnTo>
                  <a:pt x="308626" y="91784"/>
                </a:lnTo>
                <a:lnTo>
                  <a:pt x="309675" y="91772"/>
                </a:lnTo>
                <a:lnTo>
                  <a:pt x="310709" y="91737"/>
                </a:lnTo>
                <a:lnTo>
                  <a:pt x="311727" y="91679"/>
                </a:lnTo>
                <a:lnTo>
                  <a:pt x="312728" y="91598"/>
                </a:lnTo>
                <a:lnTo>
                  <a:pt x="313715" y="91494"/>
                </a:lnTo>
                <a:lnTo>
                  <a:pt x="314685" y="91366"/>
                </a:lnTo>
                <a:lnTo>
                  <a:pt x="315639" y="91216"/>
                </a:lnTo>
                <a:lnTo>
                  <a:pt x="316578" y="91042"/>
                </a:lnTo>
                <a:lnTo>
                  <a:pt x="317500" y="90845"/>
                </a:lnTo>
                <a:lnTo>
                  <a:pt x="318407" y="90624"/>
                </a:lnTo>
                <a:lnTo>
                  <a:pt x="319298" y="90381"/>
                </a:lnTo>
                <a:lnTo>
                  <a:pt x="320174" y="90114"/>
                </a:lnTo>
                <a:lnTo>
                  <a:pt x="321033" y="89824"/>
                </a:lnTo>
                <a:lnTo>
                  <a:pt x="321877" y="89511"/>
                </a:lnTo>
                <a:lnTo>
                  <a:pt x="322705" y="89175"/>
                </a:lnTo>
                <a:lnTo>
                  <a:pt x="323517" y="88816"/>
                </a:lnTo>
                <a:lnTo>
                  <a:pt x="324313" y="88433"/>
                </a:lnTo>
                <a:lnTo>
                  <a:pt x="325093" y="88027"/>
                </a:lnTo>
                <a:lnTo>
                  <a:pt x="325857" y="87598"/>
                </a:lnTo>
                <a:lnTo>
                  <a:pt x="326606" y="87146"/>
                </a:lnTo>
                <a:lnTo>
                  <a:pt x="327339" y="86671"/>
                </a:lnTo>
                <a:lnTo>
                  <a:pt x="328056" y="86172"/>
                </a:lnTo>
                <a:lnTo>
                  <a:pt x="328757" y="85651"/>
                </a:lnTo>
                <a:lnTo>
                  <a:pt x="329442" y="85106"/>
                </a:lnTo>
                <a:lnTo>
                  <a:pt x="330109" y="84539"/>
                </a:lnTo>
                <a:lnTo>
                  <a:pt x="330753" y="83951"/>
                </a:lnTo>
                <a:lnTo>
                  <a:pt x="331375" y="83342"/>
                </a:lnTo>
                <a:lnTo>
                  <a:pt x="331975" y="82712"/>
                </a:lnTo>
                <a:lnTo>
                  <a:pt x="332552" y="82062"/>
                </a:lnTo>
                <a:lnTo>
                  <a:pt x="333108" y="81390"/>
                </a:lnTo>
                <a:lnTo>
                  <a:pt x="333641" y="80698"/>
                </a:lnTo>
                <a:lnTo>
                  <a:pt x="334151" y="79985"/>
                </a:lnTo>
                <a:lnTo>
                  <a:pt x="334640" y="79251"/>
                </a:lnTo>
                <a:lnTo>
                  <a:pt x="335106" y="78496"/>
                </a:lnTo>
                <a:lnTo>
                  <a:pt x="335550" y="77720"/>
                </a:lnTo>
                <a:lnTo>
                  <a:pt x="335972" y="76924"/>
                </a:lnTo>
                <a:lnTo>
                  <a:pt x="336372" y="76106"/>
                </a:lnTo>
                <a:lnTo>
                  <a:pt x="336749" y="75268"/>
                </a:lnTo>
                <a:lnTo>
                  <a:pt x="337104" y="74409"/>
                </a:lnTo>
                <a:lnTo>
                  <a:pt x="337437" y="73529"/>
                </a:lnTo>
                <a:lnTo>
                  <a:pt x="337748" y="72628"/>
                </a:lnTo>
                <a:lnTo>
                  <a:pt x="338036" y="71707"/>
                </a:lnTo>
                <a:lnTo>
                  <a:pt x="338302" y="70764"/>
                </a:lnTo>
                <a:lnTo>
                  <a:pt x="338546" y="69801"/>
                </a:lnTo>
                <a:lnTo>
                  <a:pt x="338768" y="68816"/>
                </a:lnTo>
                <a:lnTo>
                  <a:pt x="338967" y="67811"/>
                </a:lnTo>
                <a:lnTo>
                  <a:pt x="339144" y="66785"/>
                </a:lnTo>
                <a:lnTo>
                  <a:pt x="339299" y="65738"/>
                </a:lnTo>
                <a:lnTo>
                  <a:pt x="322422" y="65738"/>
                </a:lnTo>
                <a:lnTo>
                  <a:pt x="322346" y="66227"/>
                </a:lnTo>
                <a:lnTo>
                  <a:pt x="322261" y="66707"/>
                </a:lnTo>
                <a:lnTo>
                  <a:pt x="322167" y="67179"/>
                </a:lnTo>
                <a:lnTo>
                  <a:pt x="322065" y="67643"/>
                </a:lnTo>
                <a:lnTo>
                  <a:pt x="321954" y="68098"/>
                </a:lnTo>
                <a:lnTo>
                  <a:pt x="321834" y="68545"/>
                </a:lnTo>
                <a:lnTo>
                  <a:pt x="321705" y="68983"/>
                </a:lnTo>
                <a:lnTo>
                  <a:pt x="321567" y="69414"/>
                </a:lnTo>
                <a:lnTo>
                  <a:pt x="321421" y="69836"/>
                </a:lnTo>
                <a:lnTo>
                  <a:pt x="321266" y="70249"/>
                </a:lnTo>
                <a:lnTo>
                  <a:pt x="321102" y="70654"/>
                </a:lnTo>
                <a:lnTo>
                  <a:pt x="320929" y="71051"/>
                </a:lnTo>
                <a:lnTo>
                  <a:pt x="320748" y="71440"/>
                </a:lnTo>
                <a:lnTo>
                  <a:pt x="320558" y="71820"/>
                </a:lnTo>
                <a:lnTo>
                  <a:pt x="320359" y="72192"/>
                </a:lnTo>
                <a:lnTo>
                  <a:pt x="320151" y="72555"/>
                </a:lnTo>
                <a:lnTo>
                  <a:pt x="319934" y="72910"/>
                </a:lnTo>
                <a:lnTo>
                  <a:pt x="319709" y="73257"/>
                </a:lnTo>
                <a:lnTo>
                  <a:pt x="319475" y="73595"/>
                </a:lnTo>
                <a:lnTo>
                  <a:pt x="319232" y="73926"/>
                </a:lnTo>
                <a:lnTo>
                  <a:pt x="318980" y="74247"/>
                </a:lnTo>
                <a:lnTo>
                  <a:pt x="318720" y="74561"/>
                </a:lnTo>
                <a:lnTo>
                  <a:pt x="318450" y="74866"/>
                </a:lnTo>
                <a:lnTo>
                  <a:pt x="318172" y="75163"/>
                </a:lnTo>
                <a:lnTo>
                  <a:pt x="317885" y="75449"/>
                </a:lnTo>
                <a:lnTo>
                  <a:pt x="317588" y="75723"/>
                </a:lnTo>
                <a:lnTo>
                  <a:pt x="317280" y="75985"/>
                </a:lnTo>
                <a:lnTo>
                  <a:pt x="316963" y="76235"/>
                </a:lnTo>
                <a:lnTo>
                  <a:pt x="316636" y="76473"/>
                </a:lnTo>
                <a:lnTo>
                  <a:pt x="316298" y="76698"/>
                </a:lnTo>
                <a:lnTo>
                  <a:pt x="315950" y="76911"/>
                </a:lnTo>
                <a:lnTo>
                  <a:pt x="315593" y="77112"/>
                </a:lnTo>
                <a:lnTo>
                  <a:pt x="315225" y="77301"/>
                </a:lnTo>
                <a:lnTo>
                  <a:pt x="314847" y="77478"/>
                </a:lnTo>
                <a:lnTo>
                  <a:pt x="314460" y="77642"/>
                </a:lnTo>
                <a:lnTo>
                  <a:pt x="314062" y="77795"/>
                </a:lnTo>
                <a:lnTo>
                  <a:pt x="313654" y="77935"/>
                </a:lnTo>
                <a:lnTo>
                  <a:pt x="313236" y="78063"/>
                </a:lnTo>
                <a:lnTo>
                  <a:pt x="312808" y="78178"/>
                </a:lnTo>
                <a:lnTo>
                  <a:pt x="312370" y="78282"/>
                </a:lnTo>
                <a:lnTo>
                  <a:pt x="311922" y="78373"/>
                </a:lnTo>
                <a:lnTo>
                  <a:pt x="311464" y="78453"/>
                </a:lnTo>
                <a:lnTo>
                  <a:pt x="310996" y="78520"/>
                </a:lnTo>
                <a:lnTo>
                  <a:pt x="310517" y="78574"/>
                </a:lnTo>
                <a:lnTo>
                  <a:pt x="310029" y="78617"/>
                </a:lnTo>
                <a:lnTo>
                  <a:pt x="309531" y="78647"/>
                </a:lnTo>
                <a:lnTo>
                  <a:pt x="309022" y="78666"/>
                </a:lnTo>
                <a:lnTo>
                  <a:pt x="308504" y="78672"/>
                </a:lnTo>
                <a:lnTo>
                  <a:pt x="308167" y="78669"/>
                </a:lnTo>
                <a:lnTo>
                  <a:pt x="307835" y="78659"/>
                </a:lnTo>
                <a:lnTo>
                  <a:pt x="307507" y="78643"/>
                </a:lnTo>
                <a:lnTo>
                  <a:pt x="307183" y="78621"/>
                </a:lnTo>
                <a:lnTo>
                  <a:pt x="306863" y="78592"/>
                </a:lnTo>
                <a:lnTo>
                  <a:pt x="306548" y="78556"/>
                </a:lnTo>
                <a:lnTo>
                  <a:pt x="306237" y="78515"/>
                </a:lnTo>
                <a:lnTo>
                  <a:pt x="305930" y="78467"/>
                </a:lnTo>
                <a:lnTo>
                  <a:pt x="305628" y="78412"/>
                </a:lnTo>
                <a:lnTo>
                  <a:pt x="305330" y="78351"/>
                </a:lnTo>
                <a:lnTo>
                  <a:pt x="305036" y="78284"/>
                </a:lnTo>
                <a:lnTo>
                  <a:pt x="304746" y="78210"/>
                </a:lnTo>
                <a:lnTo>
                  <a:pt x="304461" y="78130"/>
                </a:lnTo>
                <a:lnTo>
                  <a:pt x="304180" y="78043"/>
                </a:lnTo>
                <a:lnTo>
                  <a:pt x="303903" y="77950"/>
                </a:lnTo>
                <a:lnTo>
                  <a:pt x="303630" y="77851"/>
                </a:lnTo>
                <a:lnTo>
                  <a:pt x="303362" y="77745"/>
                </a:lnTo>
                <a:lnTo>
                  <a:pt x="303098" y="77633"/>
                </a:lnTo>
                <a:lnTo>
                  <a:pt x="302838" y="77514"/>
                </a:lnTo>
                <a:lnTo>
                  <a:pt x="302583" y="77389"/>
                </a:lnTo>
                <a:lnTo>
                  <a:pt x="302332" y="77257"/>
                </a:lnTo>
                <a:lnTo>
                  <a:pt x="302085" y="77119"/>
                </a:lnTo>
                <a:lnTo>
                  <a:pt x="301842" y="76975"/>
                </a:lnTo>
                <a:lnTo>
                  <a:pt x="301604" y="76824"/>
                </a:lnTo>
                <a:lnTo>
                  <a:pt x="301370" y="76668"/>
                </a:lnTo>
                <a:lnTo>
                  <a:pt x="301140" y="76509"/>
                </a:lnTo>
                <a:lnTo>
                  <a:pt x="300914" y="76346"/>
                </a:lnTo>
                <a:lnTo>
                  <a:pt x="300692" y="76179"/>
                </a:lnTo>
                <a:lnTo>
                  <a:pt x="300474" y="76009"/>
                </a:lnTo>
                <a:lnTo>
                  <a:pt x="300261" y="75835"/>
                </a:lnTo>
                <a:lnTo>
                  <a:pt x="300051" y="75657"/>
                </a:lnTo>
                <a:lnTo>
                  <a:pt x="299845" y="75476"/>
                </a:lnTo>
                <a:lnTo>
                  <a:pt x="299644" y="75291"/>
                </a:lnTo>
                <a:lnTo>
                  <a:pt x="299446" y="75103"/>
                </a:lnTo>
                <a:lnTo>
                  <a:pt x="299253" y="74911"/>
                </a:lnTo>
                <a:lnTo>
                  <a:pt x="299064" y="74715"/>
                </a:lnTo>
                <a:lnTo>
                  <a:pt x="298878" y="74515"/>
                </a:lnTo>
                <a:lnTo>
                  <a:pt x="298697" y="74312"/>
                </a:lnTo>
                <a:lnTo>
                  <a:pt x="298520" y="74106"/>
                </a:lnTo>
                <a:lnTo>
                  <a:pt x="298347" y="73895"/>
                </a:lnTo>
                <a:lnTo>
                  <a:pt x="298178" y="73681"/>
                </a:lnTo>
                <a:lnTo>
                  <a:pt x="298013" y="73464"/>
                </a:lnTo>
                <a:lnTo>
                  <a:pt x="297852" y="73243"/>
                </a:lnTo>
                <a:lnTo>
                  <a:pt x="297695" y="73018"/>
                </a:lnTo>
                <a:lnTo>
                  <a:pt x="297542" y="72789"/>
                </a:lnTo>
                <a:lnTo>
                  <a:pt x="297393" y="72557"/>
                </a:lnTo>
                <a:lnTo>
                  <a:pt x="297249" y="72321"/>
                </a:lnTo>
                <a:lnTo>
                  <a:pt x="297108" y="72082"/>
                </a:lnTo>
                <a:lnTo>
                  <a:pt x="296971" y="71839"/>
                </a:lnTo>
                <a:lnTo>
                  <a:pt x="296837" y="71595"/>
                </a:lnTo>
                <a:lnTo>
                  <a:pt x="296707" y="71347"/>
                </a:lnTo>
                <a:lnTo>
                  <a:pt x="296580" y="71098"/>
                </a:lnTo>
                <a:lnTo>
                  <a:pt x="296456" y="70846"/>
                </a:lnTo>
                <a:lnTo>
                  <a:pt x="296335" y="70592"/>
                </a:lnTo>
                <a:lnTo>
                  <a:pt x="296217" y="70335"/>
                </a:lnTo>
                <a:lnTo>
                  <a:pt x="296103" y="70076"/>
                </a:lnTo>
                <a:lnTo>
                  <a:pt x="295991" y="69815"/>
                </a:lnTo>
                <a:lnTo>
                  <a:pt x="295883" y="69551"/>
                </a:lnTo>
                <a:lnTo>
                  <a:pt x="295778" y="69285"/>
                </a:lnTo>
                <a:lnTo>
                  <a:pt x="295677" y="69016"/>
                </a:lnTo>
                <a:lnTo>
                  <a:pt x="295578" y="68746"/>
                </a:lnTo>
                <a:lnTo>
                  <a:pt x="295483" y="68473"/>
                </a:lnTo>
                <a:lnTo>
                  <a:pt x="295391" y="68197"/>
                </a:lnTo>
                <a:lnTo>
                  <a:pt x="295302" y="67919"/>
                </a:lnTo>
                <a:lnTo>
                  <a:pt x="295216" y="67639"/>
                </a:lnTo>
                <a:lnTo>
                  <a:pt x="295134" y="67357"/>
                </a:lnTo>
                <a:lnTo>
                  <a:pt x="295054" y="67072"/>
                </a:lnTo>
                <a:lnTo>
                  <a:pt x="294978" y="66785"/>
                </a:lnTo>
                <a:lnTo>
                  <a:pt x="294905" y="66495"/>
                </a:lnTo>
                <a:lnTo>
                  <a:pt x="294836" y="66203"/>
                </a:lnTo>
                <a:lnTo>
                  <a:pt x="294769" y="65909"/>
                </a:lnTo>
                <a:lnTo>
                  <a:pt x="294706" y="65613"/>
                </a:lnTo>
                <a:lnTo>
                  <a:pt x="294646" y="65315"/>
                </a:lnTo>
                <a:lnTo>
                  <a:pt x="294588" y="65018"/>
                </a:lnTo>
                <a:lnTo>
                  <a:pt x="294533" y="64721"/>
                </a:lnTo>
                <a:lnTo>
                  <a:pt x="294480" y="64425"/>
                </a:lnTo>
                <a:lnTo>
                  <a:pt x="294430" y="64129"/>
                </a:lnTo>
                <a:lnTo>
                  <a:pt x="294383" y="63834"/>
                </a:lnTo>
                <a:lnTo>
                  <a:pt x="294338" y="63539"/>
                </a:lnTo>
                <a:lnTo>
                  <a:pt x="294295" y="63244"/>
                </a:lnTo>
                <a:lnTo>
                  <a:pt x="294256" y="62950"/>
                </a:lnTo>
                <a:lnTo>
                  <a:pt x="294219" y="62656"/>
                </a:lnTo>
                <a:lnTo>
                  <a:pt x="294184" y="62363"/>
                </a:lnTo>
                <a:lnTo>
                  <a:pt x="294152" y="62070"/>
                </a:lnTo>
                <a:lnTo>
                  <a:pt x="294122" y="61778"/>
                </a:lnTo>
                <a:lnTo>
                  <a:pt x="294095" y="61486"/>
                </a:lnTo>
                <a:lnTo>
                  <a:pt x="294071" y="61195"/>
                </a:lnTo>
                <a:lnTo>
                  <a:pt x="294049" y="60904"/>
                </a:lnTo>
                <a:lnTo>
                  <a:pt x="294030" y="60613"/>
                </a:lnTo>
                <a:lnTo>
                  <a:pt x="294013" y="60323"/>
                </a:lnTo>
                <a:lnTo>
                  <a:pt x="293999" y="60033"/>
                </a:lnTo>
                <a:lnTo>
                  <a:pt x="293988" y="59744"/>
                </a:lnTo>
                <a:lnTo>
                  <a:pt x="293979" y="59455"/>
                </a:lnTo>
                <a:lnTo>
                  <a:pt x="293972" y="59166"/>
                </a:lnTo>
                <a:lnTo>
                  <a:pt x="293968" y="58878"/>
                </a:lnTo>
                <a:lnTo>
                  <a:pt x="293967" y="58590"/>
                </a:lnTo>
                <a:lnTo>
                  <a:pt x="293968" y="58293"/>
                </a:lnTo>
                <a:lnTo>
                  <a:pt x="293972" y="57994"/>
                </a:lnTo>
                <a:lnTo>
                  <a:pt x="293979" y="57696"/>
                </a:lnTo>
                <a:lnTo>
                  <a:pt x="293988" y="57398"/>
                </a:lnTo>
                <a:lnTo>
                  <a:pt x="293999" y="57099"/>
                </a:lnTo>
                <a:lnTo>
                  <a:pt x="294013" y="56800"/>
                </a:lnTo>
                <a:lnTo>
                  <a:pt x="294030" y="56501"/>
                </a:lnTo>
                <a:lnTo>
                  <a:pt x="294049" y="56202"/>
                </a:lnTo>
                <a:lnTo>
                  <a:pt x="294071" y="55902"/>
                </a:lnTo>
                <a:lnTo>
                  <a:pt x="294095" y="55602"/>
                </a:lnTo>
                <a:lnTo>
                  <a:pt x="294122" y="55302"/>
                </a:lnTo>
                <a:lnTo>
                  <a:pt x="294152" y="55002"/>
                </a:lnTo>
                <a:lnTo>
                  <a:pt x="294184" y="54702"/>
                </a:lnTo>
                <a:lnTo>
                  <a:pt x="294219" y="54401"/>
                </a:lnTo>
                <a:lnTo>
                  <a:pt x="294256" y="54101"/>
                </a:lnTo>
                <a:lnTo>
                  <a:pt x="294295" y="53800"/>
                </a:lnTo>
                <a:lnTo>
                  <a:pt x="294338" y="53498"/>
                </a:lnTo>
                <a:lnTo>
                  <a:pt x="294383" y="53197"/>
                </a:lnTo>
                <a:lnTo>
                  <a:pt x="294430" y="52895"/>
                </a:lnTo>
                <a:lnTo>
                  <a:pt x="294480" y="52593"/>
                </a:lnTo>
                <a:lnTo>
                  <a:pt x="294533" y="52291"/>
                </a:lnTo>
                <a:lnTo>
                  <a:pt x="294588" y="51989"/>
                </a:lnTo>
                <a:lnTo>
                  <a:pt x="294646" y="51687"/>
                </a:lnTo>
                <a:lnTo>
                  <a:pt x="294706" y="51384"/>
                </a:lnTo>
                <a:lnTo>
                  <a:pt x="294769" y="51082"/>
                </a:lnTo>
                <a:lnTo>
                  <a:pt x="294837" y="50782"/>
                </a:lnTo>
                <a:lnTo>
                  <a:pt x="294907" y="50485"/>
                </a:lnTo>
                <a:lnTo>
                  <a:pt x="294982" y="50189"/>
                </a:lnTo>
                <a:lnTo>
                  <a:pt x="295060" y="49896"/>
                </a:lnTo>
                <a:lnTo>
                  <a:pt x="295141" y="49605"/>
                </a:lnTo>
                <a:lnTo>
                  <a:pt x="295227" y="49316"/>
                </a:lnTo>
                <a:lnTo>
                  <a:pt x="295316" y="49029"/>
                </a:lnTo>
                <a:lnTo>
                  <a:pt x="295408" y="48744"/>
                </a:lnTo>
                <a:lnTo>
                  <a:pt x="295504" y="48462"/>
                </a:lnTo>
                <a:lnTo>
                  <a:pt x="295604" y="48181"/>
                </a:lnTo>
                <a:lnTo>
                  <a:pt x="295708" y="47903"/>
                </a:lnTo>
                <a:lnTo>
                  <a:pt x="295815" y="47627"/>
                </a:lnTo>
                <a:lnTo>
                  <a:pt x="295925" y="47353"/>
                </a:lnTo>
                <a:lnTo>
                  <a:pt x="296040" y="47081"/>
                </a:lnTo>
                <a:lnTo>
                  <a:pt x="296158" y="46811"/>
                </a:lnTo>
                <a:lnTo>
                  <a:pt x="296279" y="46544"/>
                </a:lnTo>
                <a:lnTo>
                  <a:pt x="296405" y="46278"/>
                </a:lnTo>
                <a:lnTo>
                  <a:pt x="296533" y="46015"/>
                </a:lnTo>
                <a:lnTo>
                  <a:pt x="296666" y="45754"/>
                </a:lnTo>
                <a:lnTo>
                  <a:pt x="296802" y="45495"/>
                </a:lnTo>
                <a:lnTo>
                  <a:pt x="296942" y="45238"/>
                </a:lnTo>
                <a:lnTo>
                  <a:pt x="297085" y="44983"/>
                </a:lnTo>
                <a:lnTo>
                  <a:pt x="297232" y="44730"/>
                </a:lnTo>
                <a:lnTo>
                  <a:pt x="297383" y="44481"/>
                </a:lnTo>
                <a:lnTo>
                  <a:pt x="297537" y="44235"/>
                </a:lnTo>
                <a:lnTo>
                  <a:pt x="297695" y="43993"/>
                </a:lnTo>
                <a:lnTo>
                  <a:pt x="297856" y="43755"/>
                </a:lnTo>
                <a:lnTo>
                  <a:pt x="298021" y="43521"/>
                </a:lnTo>
                <a:lnTo>
                  <a:pt x="298190" y="43290"/>
                </a:lnTo>
                <a:lnTo>
                  <a:pt x="298363" y="43064"/>
                </a:lnTo>
                <a:lnTo>
                  <a:pt x="298539" y="42841"/>
                </a:lnTo>
                <a:lnTo>
                  <a:pt x="298718" y="42622"/>
                </a:lnTo>
                <a:lnTo>
                  <a:pt x="298902" y="42407"/>
                </a:lnTo>
                <a:lnTo>
                  <a:pt x="299089" y="42196"/>
                </a:lnTo>
                <a:lnTo>
                  <a:pt x="299279" y="41989"/>
                </a:lnTo>
                <a:lnTo>
                  <a:pt x="299474" y="41786"/>
                </a:lnTo>
                <a:lnTo>
                  <a:pt x="299671" y="41586"/>
                </a:lnTo>
                <a:lnTo>
                  <a:pt x="299873" y="41390"/>
                </a:lnTo>
                <a:lnTo>
                  <a:pt x="300078" y="41198"/>
                </a:lnTo>
                <a:lnTo>
                  <a:pt x="300287" y="41010"/>
                </a:lnTo>
                <a:lnTo>
                  <a:pt x="300499" y="40826"/>
                </a:lnTo>
                <a:lnTo>
                  <a:pt x="300715" y="40646"/>
                </a:lnTo>
                <a:lnTo>
                  <a:pt x="300935" y="40469"/>
                </a:lnTo>
                <a:lnTo>
                  <a:pt x="301158" y="40297"/>
                </a:lnTo>
                <a:lnTo>
                  <a:pt x="301385" y="40128"/>
                </a:lnTo>
                <a:lnTo>
                  <a:pt x="301616" y="39963"/>
                </a:lnTo>
                <a:lnTo>
                  <a:pt x="301850" y="39802"/>
                </a:lnTo>
                <a:lnTo>
                  <a:pt x="302089" y="39646"/>
                </a:lnTo>
                <a:lnTo>
                  <a:pt x="302332" y="39497"/>
                </a:lnTo>
                <a:lnTo>
                  <a:pt x="302580" y="39354"/>
                </a:lnTo>
                <a:lnTo>
                  <a:pt x="302833" y="39219"/>
                </a:lnTo>
                <a:lnTo>
                  <a:pt x="303090" y="39089"/>
                </a:lnTo>
                <a:lnTo>
                  <a:pt x="303352" y="38967"/>
                </a:lnTo>
                <a:lnTo>
                  <a:pt x="303619" y="38851"/>
                </a:lnTo>
                <a:lnTo>
                  <a:pt x="303890" y="38741"/>
                </a:lnTo>
                <a:lnTo>
                  <a:pt x="304166" y="38638"/>
                </a:lnTo>
                <a:lnTo>
                  <a:pt x="304447" y="38542"/>
                </a:lnTo>
                <a:lnTo>
                  <a:pt x="304733" y="38453"/>
                </a:lnTo>
                <a:lnTo>
                  <a:pt x="305023" y="38370"/>
                </a:lnTo>
                <a:lnTo>
                  <a:pt x="305318" y="38294"/>
                </a:lnTo>
                <a:lnTo>
                  <a:pt x="305617" y="38224"/>
                </a:lnTo>
                <a:lnTo>
                  <a:pt x="305922" y="38161"/>
                </a:lnTo>
                <a:lnTo>
                  <a:pt x="306231" y="38105"/>
                </a:lnTo>
                <a:lnTo>
                  <a:pt x="306545" y="38055"/>
                </a:lnTo>
                <a:lnTo>
                  <a:pt x="306863" y="38012"/>
                </a:lnTo>
                <a:lnTo>
                  <a:pt x="307186" y="37975"/>
                </a:lnTo>
                <a:lnTo>
                  <a:pt x="307514" y="37945"/>
                </a:lnTo>
                <a:lnTo>
                  <a:pt x="307846" y="37922"/>
                </a:lnTo>
                <a:lnTo>
                  <a:pt x="308184" y="37906"/>
                </a:lnTo>
                <a:lnTo>
                  <a:pt x="308526" y="37896"/>
                </a:lnTo>
                <a:lnTo>
                  <a:pt x="308872" y="37892"/>
                </a:lnTo>
                <a:lnTo>
                  <a:pt x="309790" y="37911"/>
                </a:lnTo>
                <a:lnTo>
                  <a:pt x="310675" y="37968"/>
                </a:lnTo>
                <a:lnTo>
                  <a:pt x="311527" y="38063"/>
                </a:lnTo>
                <a:lnTo>
                  <a:pt x="312345" y="38196"/>
                </a:lnTo>
                <a:lnTo>
                  <a:pt x="313131" y="38368"/>
                </a:lnTo>
                <a:lnTo>
                  <a:pt x="313884" y="38577"/>
                </a:lnTo>
                <a:lnTo>
                  <a:pt x="314604" y="38824"/>
                </a:lnTo>
                <a:lnTo>
                  <a:pt x="315292" y="39109"/>
                </a:lnTo>
                <a:lnTo>
                  <a:pt x="315946" y="39432"/>
                </a:lnTo>
                <a:lnTo>
                  <a:pt x="316567" y="39793"/>
                </a:lnTo>
                <a:lnTo>
                  <a:pt x="317156" y="40192"/>
                </a:lnTo>
                <a:lnTo>
                  <a:pt x="317711" y="40629"/>
                </a:lnTo>
                <a:lnTo>
                  <a:pt x="318234" y="41104"/>
                </a:lnTo>
                <a:lnTo>
                  <a:pt x="318723" y="41617"/>
                </a:lnTo>
                <a:lnTo>
                  <a:pt x="319180" y="42168"/>
                </a:lnTo>
                <a:lnTo>
                  <a:pt x="319603" y="42758"/>
                </a:lnTo>
                <a:lnTo>
                  <a:pt x="319994" y="43385"/>
                </a:lnTo>
                <a:lnTo>
                  <a:pt x="320352" y="44050"/>
                </a:lnTo>
                <a:lnTo>
                  <a:pt x="320677" y="44753"/>
                </a:lnTo>
                <a:lnTo>
                  <a:pt x="320969" y="45494"/>
                </a:lnTo>
                <a:lnTo>
                  <a:pt x="321228" y="46273"/>
                </a:lnTo>
                <a:lnTo>
                  <a:pt x="321454" y="47091"/>
                </a:lnTo>
                <a:lnTo>
                  <a:pt x="321647" y="47946"/>
                </a:lnTo>
                <a:lnTo>
                  <a:pt x="321808" y="48839"/>
                </a:lnTo>
                <a:lnTo>
                  <a:pt x="338929" y="48839"/>
                </a:lnTo>
                <a:lnTo>
                  <a:pt x="338894" y="48328"/>
                </a:lnTo>
                <a:lnTo>
                  <a:pt x="338852" y="47823"/>
                </a:lnTo>
                <a:lnTo>
                  <a:pt x="338802" y="47323"/>
                </a:lnTo>
                <a:lnTo>
                  <a:pt x="338744" y="46829"/>
                </a:lnTo>
                <a:close/>
                <a:moveTo>
                  <a:pt x="409298" y="60101"/>
                </a:moveTo>
                <a:lnTo>
                  <a:pt x="409305" y="59494"/>
                </a:lnTo>
                <a:lnTo>
                  <a:pt x="409303" y="58888"/>
                </a:lnTo>
                <a:lnTo>
                  <a:pt x="409294" y="58285"/>
                </a:lnTo>
                <a:lnTo>
                  <a:pt x="409277" y="57684"/>
                </a:lnTo>
                <a:lnTo>
                  <a:pt x="409253" y="57085"/>
                </a:lnTo>
                <a:lnTo>
                  <a:pt x="409221" y="56488"/>
                </a:lnTo>
                <a:lnTo>
                  <a:pt x="409181" y="55894"/>
                </a:lnTo>
                <a:lnTo>
                  <a:pt x="409134" y="55301"/>
                </a:lnTo>
                <a:lnTo>
                  <a:pt x="409078" y="54711"/>
                </a:lnTo>
                <a:lnTo>
                  <a:pt x="409015" y="54123"/>
                </a:lnTo>
                <a:lnTo>
                  <a:pt x="408945" y="53536"/>
                </a:lnTo>
                <a:lnTo>
                  <a:pt x="408866" y="52952"/>
                </a:lnTo>
                <a:lnTo>
                  <a:pt x="408780" y="52371"/>
                </a:lnTo>
                <a:lnTo>
                  <a:pt x="408687" y="51791"/>
                </a:lnTo>
                <a:lnTo>
                  <a:pt x="408585" y="51213"/>
                </a:lnTo>
                <a:lnTo>
                  <a:pt x="408476" y="50638"/>
                </a:lnTo>
                <a:lnTo>
                  <a:pt x="408359" y="50065"/>
                </a:lnTo>
                <a:lnTo>
                  <a:pt x="408235" y="49494"/>
                </a:lnTo>
                <a:lnTo>
                  <a:pt x="408103" y="48925"/>
                </a:lnTo>
                <a:lnTo>
                  <a:pt x="407963" y="48358"/>
                </a:lnTo>
                <a:lnTo>
                  <a:pt x="407815" y="47795"/>
                </a:lnTo>
                <a:lnTo>
                  <a:pt x="407660" y="47237"/>
                </a:lnTo>
                <a:lnTo>
                  <a:pt x="407498" y="46684"/>
                </a:lnTo>
                <a:lnTo>
                  <a:pt x="407328" y="46136"/>
                </a:lnTo>
                <a:lnTo>
                  <a:pt x="407151" y="45594"/>
                </a:lnTo>
                <a:lnTo>
                  <a:pt x="406966" y="45056"/>
                </a:lnTo>
                <a:lnTo>
                  <a:pt x="406774" y="44524"/>
                </a:lnTo>
                <a:lnTo>
                  <a:pt x="406574" y="43997"/>
                </a:lnTo>
                <a:lnTo>
                  <a:pt x="406366" y="43475"/>
                </a:lnTo>
                <a:lnTo>
                  <a:pt x="406152" y="42958"/>
                </a:lnTo>
                <a:lnTo>
                  <a:pt x="405929" y="42446"/>
                </a:lnTo>
                <a:lnTo>
                  <a:pt x="405700" y="41940"/>
                </a:lnTo>
                <a:lnTo>
                  <a:pt x="405462" y="41438"/>
                </a:lnTo>
                <a:lnTo>
                  <a:pt x="405218" y="40942"/>
                </a:lnTo>
                <a:lnTo>
                  <a:pt x="404965" y="40451"/>
                </a:lnTo>
                <a:lnTo>
                  <a:pt x="404705" y="39965"/>
                </a:lnTo>
                <a:lnTo>
                  <a:pt x="404438" y="39484"/>
                </a:lnTo>
                <a:lnTo>
                  <a:pt x="404163" y="39009"/>
                </a:lnTo>
                <a:lnTo>
                  <a:pt x="403881" y="38538"/>
                </a:lnTo>
                <a:lnTo>
                  <a:pt x="403592" y="38073"/>
                </a:lnTo>
                <a:lnTo>
                  <a:pt x="403294" y="37612"/>
                </a:lnTo>
                <a:lnTo>
                  <a:pt x="402990" y="37157"/>
                </a:lnTo>
                <a:lnTo>
                  <a:pt x="402677" y="36708"/>
                </a:lnTo>
                <a:lnTo>
                  <a:pt x="402358" y="36263"/>
                </a:lnTo>
                <a:lnTo>
                  <a:pt x="402031" y="35824"/>
                </a:lnTo>
                <a:lnTo>
                  <a:pt x="401696" y="35393"/>
                </a:lnTo>
                <a:lnTo>
                  <a:pt x="401354" y="34970"/>
                </a:lnTo>
                <a:lnTo>
                  <a:pt x="401005" y="34554"/>
                </a:lnTo>
                <a:lnTo>
                  <a:pt x="400648" y="34145"/>
                </a:lnTo>
                <a:lnTo>
                  <a:pt x="400283" y="33744"/>
                </a:lnTo>
                <a:lnTo>
                  <a:pt x="399911" y="33350"/>
                </a:lnTo>
                <a:lnTo>
                  <a:pt x="399532" y="32964"/>
                </a:lnTo>
                <a:lnTo>
                  <a:pt x="399145" y="32586"/>
                </a:lnTo>
                <a:lnTo>
                  <a:pt x="398750" y="32215"/>
                </a:lnTo>
                <a:lnTo>
                  <a:pt x="398348" y="31851"/>
                </a:lnTo>
                <a:lnTo>
                  <a:pt x="397939" y="31495"/>
                </a:lnTo>
                <a:lnTo>
                  <a:pt x="397522" y="31147"/>
                </a:lnTo>
                <a:lnTo>
                  <a:pt x="397097" y="30806"/>
                </a:lnTo>
                <a:lnTo>
                  <a:pt x="396665" y="30472"/>
                </a:lnTo>
                <a:lnTo>
                  <a:pt x="396226" y="30146"/>
                </a:lnTo>
                <a:lnTo>
                  <a:pt x="395779" y="29828"/>
                </a:lnTo>
                <a:lnTo>
                  <a:pt x="395325" y="29517"/>
                </a:lnTo>
                <a:lnTo>
                  <a:pt x="394863" y="29213"/>
                </a:lnTo>
                <a:lnTo>
                  <a:pt x="394393" y="28917"/>
                </a:lnTo>
                <a:lnTo>
                  <a:pt x="393917" y="28629"/>
                </a:lnTo>
                <a:lnTo>
                  <a:pt x="393432" y="28348"/>
                </a:lnTo>
                <a:lnTo>
                  <a:pt x="392940" y="28074"/>
                </a:lnTo>
                <a:lnTo>
                  <a:pt x="392441" y="27808"/>
                </a:lnTo>
                <a:lnTo>
                  <a:pt x="391934" y="27552"/>
                </a:lnTo>
                <a:lnTo>
                  <a:pt x="391421" y="27306"/>
                </a:lnTo>
                <a:lnTo>
                  <a:pt x="390899" y="27071"/>
                </a:lnTo>
                <a:lnTo>
                  <a:pt x="390371" y="26846"/>
                </a:lnTo>
                <a:lnTo>
                  <a:pt x="389835" y="26633"/>
                </a:lnTo>
                <a:lnTo>
                  <a:pt x="389292" y="26431"/>
                </a:lnTo>
                <a:lnTo>
                  <a:pt x="388742" y="26240"/>
                </a:lnTo>
                <a:lnTo>
                  <a:pt x="388185" y="26059"/>
                </a:lnTo>
                <a:lnTo>
                  <a:pt x="387620" y="25890"/>
                </a:lnTo>
                <a:lnTo>
                  <a:pt x="387048" y="25731"/>
                </a:lnTo>
                <a:lnTo>
                  <a:pt x="386469" y="25584"/>
                </a:lnTo>
                <a:lnTo>
                  <a:pt x="385882" y="25447"/>
                </a:lnTo>
                <a:lnTo>
                  <a:pt x="385288" y="25321"/>
                </a:lnTo>
                <a:lnTo>
                  <a:pt x="384687" y="25207"/>
                </a:lnTo>
                <a:lnTo>
                  <a:pt x="384079" y="25103"/>
                </a:lnTo>
                <a:lnTo>
                  <a:pt x="383463" y="25010"/>
                </a:lnTo>
                <a:lnTo>
                  <a:pt x="382840" y="24928"/>
                </a:lnTo>
                <a:lnTo>
                  <a:pt x="382210" y="24857"/>
                </a:lnTo>
                <a:lnTo>
                  <a:pt x="381573" y="24797"/>
                </a:lnTo>
                <a:lnTo>
                  <a:pt x="380928" y="24748"/>
                </a:lnTo>
                <a:lnTo>
                  <a:pt x="380276" y="24709"/>
                </a:lnTo>
                <a:lnTo>
                  <a:pt x="379617" y="24682"/>
                </a:lnTo>
                <a:lnTo>
                  <a:pt x="378950" y="24666"/>
                </a:lnTo>
                <a:lnTo>
                  <a:pt x="378276" y="24660"/>
                </a:lnTo>
                <a:lnTo>
                  <a:pt x="377673" y="24665"/>
                </a:lnTo>
                <a:lnTo>
                  <a:pt x="377074" y="24678"/>
                </a:lnTo>
                <a:lnTo>
                  <a:pt x="376480" y="24701"/>
                </a:lnTo>
                <a:lnTo>
                  <a:pt x="375890" y="24732"/>
                </a:lnTo>
                <a:lnTo>
                  <a:pt x="375304" y="24773"/>
                </a:lnTo>
                <a:lnTo>
                  <a:pt x="374723" y="24822"/>
                </a:lnTo>
                <a:lnTo>
                  <a:pt x="374147" y="24881"/>
                </a:lnTo>
                <a:lnTo>
                  <a:pt x="373575" y="24948"/>
                </a:lnTo>
                <a:lnTo>
                  <a:pt x="373007" y="25025"/>
                </a:lnTo>
                <a:lnTo>
                  <a:pt x="372444" y="25110"/>
                </a:lnTo>
                <a:lnTo>
                  <a:pt x="371886" y="25205"/>
                </a:lnTo>
                <a:lnTo>
                  <a:pt x="371332" y="25308"/>
                </a:lnTo>
                <a:lnTo>
                  <a:pt x="370782" y="25421"/>
                </a:lnTo>
                <a:lnTo>
                  <a:pt x="370237" y="25542"/>
                </a:lnTo>
                <a:lnTo>
                  <a:pt x="369697" y="25673"/>
                </a:lnTo>
                <a:lnTo>
                  <a:pt x="369161" y="25812"/>
                </a:lnTo>
                <a:lnTo>
                  <a:pt x="368629" y="25961"/>
                </a:lnTo>
                <a:lnTo>
                  <a:pt x="368102" y="26118"/>
                </a:lnTo>
                <a:lnTo>
                  <a:pt x="367580" y="26285"/>
                </a:lnTo>
                <a:lnTo>
                  <a:pt x="367062" y="26460"/>
                </a:lnTo>
                <a:lnTo>
                  <a:pt x="366548" y="26645"/>
                </a:lnTo>
                <a:lnTo>
                  <a:pt x="366039" y="26838"/>
                </a:lnTo>
                <a:lnTo>
                  <a:pt x="365535" y="27041"/>
                </a:lnTo>
                <a:lnTo>
                  <a:pt x="365035" y="27252"/>
                </a:lnTo>
                <a:lnTo>
                  <a:pt x="364540" y="27471"/>
                </a:lnTo>
                <a:lnTo>
                  <a:pt x="364051" y="27697"/>
                </a:lnTo>
                <a:lnTo>
                  <a:pt x="363567" y="27929"/>
                </a:lnTo>
                <a:lnTo>
                  <a:pt x="363090" y="28169"/>
                </a:lnTo>
                <a:lnTo>
                  <a:pt x="362618" y="28414"/>
                </a:lnTo>
                <a:lnTo>
                  <a:pt x="362152" y="28667"/>
                </a:lnTo>
                <a:lnTo>
                  <a:pt x="361692" y="28926"/>
                </a:lnTo>
                <a:lnTo>
                  <a:pt x="361237" y="29191"/>
                </a:lnTo>
                <a:lnTo>
                  <a:pt x="360788" y="29464"/>
                </a:lnTo>
                <a:lnTo>
                  <a:pt x="360345" y="29743"/>
                </a:lnTo>
                <a:lnTo>
                  <a:pt x="359908" y="30028"/>
                </a:lnTo>
                <a:lnTo>
                  <a:pt x="359477" y="30321"/>
                </a:lnTo>
                <a:lnTo>
                  <a:pt x="359051" y="30619"/>
                </a:lnTo>
                <a:lnTo>
                  <a:pt x="358631" y="30925"/>
                </a:lnTo>
                <a:lnTo>
                  <a:pt x="358217" y="31237"/>
                </a:lnTo>
                <a:lnTo>
                  <a:pt x="357809" y="31556"/>
                </a:lnTo>
                <a:lnTo>
                  <a:pt x="357406" y="31881"/>
                </a:lnTo>
                <a:lnTo>
                  <a:pt x="357009" y="32213"/>
                </a:lnTo>
                <a:lnTo>
                  <a:pt x="356618" y="32552"/>
                </a:lnTo>
                <a:lnTo>
                  <a:pt x="356233" y="32898"/>
                </a:lnTo>
                <a:lnTo>
                  <a:pt x="355854" y="33250"/>
                </a:lnTo>
                <a:lnTo>
                  <a:pt x="355480" y="33608"/>
                </a:lnTo>
                <a:lnTo>
                  <a:pt x="355112" y="33974"/>
                </a:lnTo>
                <a:lnTo>
                  <a:pt x="354750" y="34346"/>
                </a:lnTo>
                <a:lnTo>
                  <a:pt x="354394" y="34724"/>
                </a:lnTo>
                <a:lnTo>
                  <a:pt x="354045" y="35108"/>
                </a:lnTo>
                <a:lnTo>
                  <a:pt x="353703" y="35498"/>
                </a:lnTo>
                <a:lnTo>
                  <a:pt x="353367" y="35893"/>
                </a:lnTo>
                <a:lnTo>
                  <a:pt x="353039" y="36294"/>
                </a:lnTo>
                <a:lnTo>
                  <a:pt x="352717" y="36702"/>
                </a:lnTo>
                <a:lnTo>
                  <a:pt x="352402" y="37114"/>
                </a:lnTo>
                <a:lnTo>
                  <a:pt x="352094" y="37533"/>
                </a:lnTo>
                <a:lnTo>
                  <a:pt x="351793" y="37958"/>
                </a:lnTo>
                <a:lnTo>
                  <a:pt x="351499" y="38388"/>
                </a:lnTo>
                <a:lnTo>
                  <a:pt x="351211" y="38824"/>
                </a:lnTo>
                <a:lnTo>
                  <a:pt x="350931" y="39266"/>
                </a:lnTo>
                <a:lnTo>
                  <a:pt x="350657" y="39714"/>
                </a:lnTo>
                <a:lnTo>
                  <a:pt x="350390" y="40167"/>
                </a:lnTo>
                <a:lnTo>
                  <a:pt x="350130" y="40626"/>
                </a:lnTo>
                <a:lnTo>
                  <a:pt x="349877" y="41091"/>
                </a:lnTo>
                <a:lnTo>
                  <a:pt x="349631" y="41562"/>
                </a:lnTo>
                <a:lnTo>
                  <a:pt x="349391" y="42039"/>
                </a:lnTo>
                <a:lnTo>
                  <a:pt x="349158" y="42521"/>
                </a:lnTo>
                <a:lnTo>
                  <a:pt x="348933" y="43009"/>
                </a:lnTo>
                <a:lnTo>
                  <a:pt x="348714" y="43503"/>
                </a:lnTo>
                <a:lnTo>
                  <a:pt x="348502" y="44003"/>
                </a:lnTo>
                <a:lnTo>
                  <a:pt x="348296" y="44508"/>
                </a:lnTo>
                <a:lnTo>
                  <a:pt x="348098" y="45020"/>
                </a:lnTo>
                <a:lnTo>
                  <a:pt x="347907" y="45536"/>
                </a:lnTo>
                <a:lnTo>
                  <a:pt x="347724" y="46055"/>
                </a:lnTo>
                <a:lnTo>
                  <a:pt x="347549" y="46577"/>
                </a:lnTo>
                <a:lnTo>
                  <a:pt x="347383" y="47104"/>
                </a:lnTo>
                <a:lnTo>
                  <a:pt x="347224" y="47633"/>
                </a:lnTo>
                <a:lnTo>
                  <a:pt x="347074" y="48166"/>
                </a:lnTo>
                <a:lnTo>
                  <a:pt x="346932" y="48702"/>
                </a:lnTo>
                <a:lnTo>
                  <a:pt x="346798" y="49242"/>
                </a:lnTo>
                <a:lnTo>
                  <a:pt x="346672" y="49785"/>
                </a:lnTo>
                <a:lnTo>
                  <a:pt x="346554" y="50332"/>
                </a:lnTo>
                <a:lnTo>
                  <a:pt x="346444" y="50882"/>
                </a:lnTo>
                <a:lnTo>
                  <a:pt x="346343" y="51436"/>
                </a:lnTo>
                <a:lnTo>
                  <a:pt x="346249" y="51993"/>
                </a:lnTo>
                <a:lnTo>
                  <a:pt x="346164" y="52553"/>
                </a:lnTo>
                <a:lnTo>
                  <a:pt x="346087" y="53117"/>
                </a:lnTo>
                <a:lnTo>
                  <a:pt x="346018" y="53684"/>
                </a:lnTo>
                <a:lnTo>
                  <a:pt x="345957" y="54255"/>
                </a:lnTo>
                <a:lnTo>
                  <a:pt x="345904" y="54829"/>
                </a:lnTo>
                <a:lnTo>
                  <a:pt x="345859" y="55407"/>
                </a:lnTo>
                <a:lnTo>
                  <a:pt x="345823" y="55988"/>
                </a:lnTo>
                <a:lnTo>
                  <a:pt x="345794" y="56572"/>
                </a:lnTo>
                <a:lnTo>
                  <a:pt x="345774" y="57160"/>
                </a:lnTo>
                <a:lnTo>
                  <a:pt x="345762" y="57751"/>
                </a:lnTo>
                <a:lnTo>
                  <a:pt x="345758" y="58346"/>
                </a:lnTo>
                <a:lnTo>
                  <a:pt x="345762" y="58961"/>
                </a:lnTo>
                <a:lnTo>
                  <a:pt x="345774" y="59571"/>
                </a:lnTo>
                <a:lnTo>
                  <a:pt x="345793" y="60177"/>
                </a:lnTo>
                <a:lnTo>
                  <a:pt x="345821" y="60779"/>
                </a:lnTo>
                <a:lnTo>
                  <a:pt x="345857" y="61377"/>
                </a:lnTo>
                <a:lnTo>
                  <a:pt x="345900" y="61970"/>
                </a:lnTo>
                <a:lnTo>
                  <a:pt x="345952" y="62559"/>
                </a:lnTo>
                <a:lnTo>
                  <a:pt x="346011" y="63144"/>
                </a:lnTo>
                <a:lnTo>
                  <a:pt x="346078" y="63724"/>
                </a:lnTo>
                <a:lnTo>
                  <a:pt x="346153" y="64300"/>
                </a:lnTo>
                <a:lnTo>
                  <a:pt x="346236" y="64872"/>
                </a:lnTo>
                <a:lnTo>
                  <a:pt x="346327" y="65440"/>
                </a:lnTo>
                <a:lnTo>
                  <a:pt x="346426" y="66003"/>
                </a:lnTo>
                <a:lnTo>
                  <a:pt x="346533" y="66563"/>
                </a:lnTo>
                <a:lnTo>
                  <a:pt x="346648" y="67117"/>
                </a:lnTo>
                <a:lnTo>
                  <a:pt x="346770" y="67668"/>
                </a:lnTo>
                <a:lnTo>
                  <a:pt x="346901" y="68214"/>
                </a:lnTo>
                <a:lnTo>
                  <a:pt x="347039" y="68756"/>
                </a:lnTo>
                <a:lnTo>
                  <a:pt x="347186" y="69294"/>
                </a:lnTo>
                <a:lnTo>
                  <a:pt x="347340" y="69827"/>
                </a:lnTo>
                <a:lnTo>
                  <a:pt x="347502" y="70357"/>
                </a:lnTo>
                <a:lnTo>
                  <a:pt x="347672" y="70882"/>
                </a:lnTo>
                <a:lnTo>
                  <a:pt x="347850" y="71402"/>
                </a:lnTo>
                <a:lnTo>
                  <a:pt x="348036" y="71919"/>
                </a:lnTo>
                <a:lnTo>
                  <a:pt x="348229" y="72430"/>
                </a:lnTo>
                <a:lnTo>
                  <a:pt x="348429" y="72935"/>
                </a:lnTo>
                <a:lnTo>
                  <a:pt x="348636" y="73434"/>
                </a:lnTo>
                <a:lnTo>
                  <a:pt x="348849" y="73927"/>
                </a:lnTo>
                <a:lnTo>
                  <a:pt x="349069" y="74414"/>
                </a:lnTo>
                <a:lnTo>
                  <a:pt x="349295" y="74895"/>
                </a:lnTo>
                <a:lnTo>
                  <a:pt x="349528" y="75370"/>
                </a:lnTo>
                <a:lnTo>
                  <a:pt x="349768" y="75839"/>
                </a:lnTo>
                <a:lnTo>
                  <a:pt x="350014" y="76302"/>
                </a:lnTo>
                <a:lnTo>
                  <a:pt x="350267" y="76760"/>
                </a:lnTo>
                <a:lnTo>
                  <a:pt x="350527" y="77211"/>
                </a:lnTo>
                <a:lnTo>
                  <a:pt x="350793" y="77656"/>
                </a:lnTo>
                <a:lnTo>
                  <a:pt x="351065" y="78095"/>
                </a:lnTo>
                <a:lnTo>
                  <a:pt x="351345" y="78528"/>
                </a:lnTo>
                <a:lnTo>
                  <a:pt x="351631" y="78955"/>
                </a:lnTo>
                <a:lnTo>
                  <a:pt x="351924" y="79377"/>
                </a:lnTo>
                <a:lnTo>
                  <a:pt x="352223" y="79792"/>
                </a:lnTo>
                <a:lnTo>
                  <a:pt x="352529" y="80201"/>
                </a:lnTo>
                <a:lnTo>
                  <a:pt x="352841" y="80604"/>
                </a:lnTo>
                <a:lnTo>
                  <a:pt x="353161" y="81002"/>
                </a:lnTo>
                <a:lnTo>
                  <a:pt x="353486" y="81393"/>
                </a:lnTo>
                <a:lnTo>
                  <a:pt x="353819" y="81778"/>
                </a:lnTo>
                <a:lnTo>
                  <a:pt x="354158" y="82157"/>
                </a:lnTo>
                <a:lnTo>
                  <a:pt x="354503" y="82531"/>
                </a:lnTo>
                <a:lnTo>
                  <a:pt x="354856" y="82897"/>
                </a:lnTo>
                <a:lnTo>
                  <a:pt x="355214" y="83257"/>
                </a:lnTo>
                <a:lnTo>
                  <a:pt x="355579" y="83609"/>
                </a:lnTo>
                <a:lnTo>
                  <a:pt x="355951" y="83955"/>
                </a:lnTo>
                <a:lnTo>
                  <a:pt x="356329" y="84293"/>
                </a:lnTo>
                <a:lnTo>
                  <a:pt x="356713" y="84624"/>
                </a:lnTo>
                <a:lnTo>
                  <a:pt x="357103" y="84948"/>
                </a:lnTo>
                <a:lnTo>
                  <a:pt x="357501" y="85265"/>
                </a:lnTo>
                <a:lnTo>
                  <a:pt x="357904" y="85575"/>
                </a:lnTo>
                <a:lnTo>
                  <a:pt x="358314" y="85878"/>
                </a:lnTo>
                <a:lnTo>
                  <a:pt x="358730" y="86174"/>
                </a:lnTo>
                <a:lnTo>
                  <a:pt x="359153" y="86463"/>
                </a:lnTo>
                <a:lnTo>
                  <a:pt x="359582" y="86745"/>
                </a:lnTo>
                <a:lnTo>
                  <a:pt x="360018" y="87020"/>
                </a:lnTo>
                <a:lnTo>
                  <a:pt x="360460" y="87287"/>
                </a:lnTo>
                <a:lnTo>
                  <a:pt x="360908" y="87548"/>
                </a:lnTo>
                <a:lnTo>
                  <a:pt x="361363" y="87801"/>
                </a:lnTo>
                <a:lnTo>
                  <a:pt x="361824" y="88048"/>
                </a:lnTo>
                <a:lnTo>
                  <a:pt x="362292" y="88287"/>
                </a:lnTo>
                <a:lnTo>
                  <a:pt x="362766" y="88519"/>
                </a:lnTo>
                <a:lnTo>
                  <a:pt x="363247" y="88745"/>
                </a:lnTo>
                <a:lnTo>
                  <a:pt x="363733" y="88963"/>
                </a:lnTo>
                <a:lnTo>
                  <a:pt x="364227" y="89174"/>
                </a:lnTo>
                <a:lnTo>
                  <a:pt x="364727" y="89378"/>
                </a:lnTo>
                <a:lnTo>
                  <a:pt x="365232" y="89574"/>
                </a:lnTo>
                <a:lnTo>
                  <a:pt x="365743" y="89762"/>
                </a:lnTo>
                <a:lnTo>
                  <a:pt x="366258" y="89942"/>
                </a:lnTo>
                <a:lnTo>
                  <a:pt x="366779" y="90113"/>
                </a:lnTo>
                <a:lnTo>
                  <a:pt x="367305" y="90276"/>
                </a:lnTo>
                <a:lnTo>
                  <a:pt x="367837" y="90431"/>
                </a:lnTo>
                <a:lnTo>
                  <a:pt x="368373" y="90577"/>
                </a:lnTo>
                <a:lnTo>
                  <a:pt x="368914" y="90715"/>
                </a:lnTo>
                <a:lnTo>
                  <a:pt x="369461" y="90844"/>
                </a:lnTo>
                <a:lnTo>
                  <a:pt x="370013" y="90965"/>
                </a:lnTo>
                <a:lnTo>
                  <a:pt x="370570" y="91078"/>
                </a:lnTo>
                <a:lnTo>
                  <a:pt x="371132" y="91182"/>
                </a:lnTo>
                <a:lnTo>
                  <a:pt x="371699" y="91278"/>
                </a:lnTo>
                <a:lnTo>
                  <a:pt x="372271" y="91366"/>
                </a:lnTo>
                <a:lnTo>
                  <a:pt x="372849" y="91446"/>
                </a:lnTo>
                <a:lnTo>
                  <a:pt x="373431" y="91517"/>
                </a:lnTo>
                <a:lnTo>
                  <a:pt x="374019" y="91579"/>
                </a:lnTo>
                <a:lnTo>
                  <a:pt x="374612" y="91633"/>
                </a:lnTo>
                <a:lnTo>
                  <a:pt x="375210" y="91679"/>
                </a:lnTo>
                <a:lnTo>
                  <a:pt x="375813" y="91717"/>
                </a:lnTo>
                <a:lnTo>
                  <a:pt x="376421" y="91746"/>
                </a:lnTo>
                <a:lnTo>
                  <a:pt x="377034" y="91767"/>
                </a:lnTo>
                <a:lnTo>
                  <a:pt x="377653" y="91780"/>
                </a:lnTo>
                <a:lnTo>
                  <a:pt x="378276" y="91784"/>
                </a:lnTo>
                <a:lnTo>
                  <a:pt x="379174" y="91775"/>
                </a:lnTo>
                <a:lnTo>
                  <a:pt x="380061" y="91750"/>
                </a:lnTo>
                <a:lnTo>
                  <a:pt x="380936" y="91707"/>
                </a:lnTo>
                <a:lnTo>
                  <a:pt x="381801" y="91647"/>
                </a:lnTo>
                <a:lnTo>
                  <a:pt x="382654" y="91570"/>
                </a:lnTo>
                <a:lnTo>
                  <a:pt x="383496" y="91476"/>
                </a:lnTo>
                <a:lnTo>
                  <a:pt x="384327" y="91365"/>
                </a:lnTo>
                <a:lnTo>
                  <a:pt x="385147" y="91237"/>
                </a:lnTo>
                <a:lnTo>
                  <a:pt x="385956" y="91092"/>
                </a:lnTo>
                <a:lnTo>
                  <a:pt x="386753" y="90929"/>
                </a:lnTo>
                <a:lnTo>
                  <a:pt x="387540" y="90750"/>
                </a:lnTo>
                <a:lnTo>
                  <a:pt x="388315" y="90553"/>
                </a:lnTo>
                <a:lnTo>
                  <a:pt x="389080" y="90340"/>
                </a:lnTo>
                <a:lnTo>
                  <a:pt x="389833" y="90109"/>
                </a:lnTo>
                <a:lnTo>
                  <a:pt x="390575" y="89861"/>
                </a:lnTo>
                <a:lnTo>
                  <a:pt x="391306" y="89596"/>
                </a:lnTo>
                <a:lnTo>
                  <a:pt x="392026" y="89314"/>
                </a:lnTo>
                <a:lnTo>
                  <a:pt x="392734" y="89015"/>
                </a:lnTo>
                <a:lnTo>
                  <a:pt x="393432" y="88699"/>
                </a:lnTo>
                <a:lnTo>
                  <a:pt x="394118" y="88365"/>
                </a:lnTo>
                <a:lnTo>
                  <a:pt x="394794" y="88015"/>
                </a:lnTo>
                <a:lnTo>
                  <a:pt x="395458" y="87647"/>
                </a:lnTo>
                <a:lnTo>
                  <a:pt x="396111" y="87263"/>
                </a:lnTo>
                <a:lnTo>
                  <a:pt x="396753" y="86861"/>
                </a:lnTo>
                <a:lnTo>
                  <a:pt x="397382" y="86440"/>
                </a:lnTo>
                <a:lnTo>
                  <a:pt x="397998" y="85995"/>
                </a:lnTo>
                <a:lnTo>
                  <a:pt x="398601" y="85529"/>
                </a:lnTo>
                <a:lnTo>
                  <a:pt x="399189" y="85039"/>
                </a:lnTo>
                <a:lnTo>
                  <a:pt x="399764" y="84527"/>
                </a:lnTo>
                <a:lnTo>
                  <a:pt x="400326" y="83992"/>
                </a:lnTo>
                <a:lnTo>
                  <a:pt x="400873" y="83435"/>
                </a:lnTo>
                <a:lnTo>
                  <a:pt x="401407" y="82855"/>
                </a:lnTo>
                <a:lnTo>
                  <a:pt x="401927" y="82252"/>
                </a:lnTo>
                <a:lnTo>
                  <a:pt x="402434" y="81626"/>
                </a:lnTo>
                <a:lnTo>
                  <a:pt x="402926" y="80978"/>
                </a:lnTo>
                <a:lnTo>
                  <a:pt x="403406" y="80308"/>
                </a:lnTo>
                <a:lnTo>
                  <a:pt x="403871" y="79614"/>
                </a:lnTo>
                <a:lnTo>
                  <a:pt x="404323" y="78898"/>
                </a:lnTo>
                <a:lnTo>
                  <a:pt x="404761" y="78159"/>
                </a:lnTo>
                <a:lnTo>
                  <a:pt x="405185" y="77398"/>
                </a:lnTo>
                <a:lnTo>
                  <a:pt x="405596" y="76614"/>
                </a:lnTo>
                <a:lnTo>
                  <a:pt x="405993" y="75807"/>
                </a:lnTo>
                <a:lnTo>
                  <a:pt x="406376" y="74978"/>
                </a:lnTo>
                <a:lnTo>
                  <a:pt x="406745" y="74126"/>
                </a:lnTo>
                <a:lnTo>
                  <a:pt x="407101" y="73252"/>
                </a:lnTo>
                <a:lnTo>
                  <a:pt x="407443" y="72354"/>
                </a:lnTo>
                <a:lnTo>
                  <a:pt x="407772" y="71434"/>
                </a:lnTo>
                <a:lnTo>
                  <a:pt x="408087" y="70492"/>
                </a:lnTo>
                <a:lnTo>
                  <a:pt x="392689" y="70492"/>
                </a:lnTo>
                <a:lnTo>
                  <a:pt x="392612" y="70736"/>
                </a:lnTo>
                <a:lnTo>
                  <a:pt x="392525" y="70978"/>
                </a:lnTo>
                <a:lnTo>
                  <a:pt x="392427" y="71220"/>
                </a:lnTo>
                <a:lnTo>
                  <a:pt x="392319" y="71460"/>
                </a:lnTo>
                <a:lnTo>
                  <a:pt x="392201" y="71700"/>
                </a:lnTo>
                <a:lnTo>
                  <a:pt x="392073" y="71938"/>
                </a:lnTo>
                <a:lnTo>
                  <a:pt x="391934" y="72175"/>
                </a:lnTo>
                <a:lnTo>
                  <a:pt x="391785" y="72412"/>
                </a:lnTo>
                <a:lnTo>
                  <a:pt x="391626" y="72647"/>
                </a:lnTo>
                <a:lnTo>
                  <a:pt x="391457" y="72881"/>
                </a:lnTo>
                <a:lnTo>
                  <a:pt x="391277" y="73114"/>
                </a:lnTo>
                <a:lnTo>
                  <a:pt x="391087" y="73346"/>
                </a:lnTo>
                <a:lnTo>
                  <a:pt x="390887" y="73577"/>
                </a:lnTo>
                <a:lnTo>
                  <a:pt x="390677" y="73807"/>
                </a:lnTo>
                <a:lnTo>
                  <a:pt x="390456" y="74036"/>
                </a:lnTo>
                <a:lnTo>
                  <a:pt x="390225" y="74264"/>
                </a:lnTo>
                <a:lnTo>
                  <a:pt x="389983" y="74490"/>
                </a:lnTo>
                <a:lnTo>
                  <a:pt x="389732" y="74716"/>
                </a:lnTo>
                <a:lnTo>
                  <a:pt x="389470" y="74941"/>
                </a:lnTo>
                <a:lnTo>
                  <a:pt x="389198" y="75164"/>
                </a:lnTo>
                <a:lnTo>
                  <a:pt x="388916" y="75387"/>
                </a:lnTo>
                <a:lnTo>
                  <a:pt x="388623" y="75608"/>
                </a:lnTo>
                <a:lnTo>
                  <a:pt x="388320" y="75829"/>
                </a:lnTo>
                <a:lnTo>
                  <a:pt x="388007" y="76048"/>
                </a:lnTo>
                <a:lnTo>
                  <a:pt x="387686" y="76262"/>
                </a:lnTo>
                <a:lnTo>
                  <a:pt x="387361" y="76467"/>
                </a:lnTo>
                <a:lnTo>
                  <a:pt x="387030" y="76663"/>
                </a:lnTo>
                <a:lnTo>
                  <a:pt x="386693" y="76850"/>
                </a:lnTo>
                <a:lnTo>
                  <a:pt x="386352" y="77027"/>
                </a:lnTo>
                <a:lnTo>
                  <a:pt x="386006" y="77196"/>
                </a:lnTo>
                <a:lnTo>
                  <a:pt x="385654" y="77355"/>
                </a:lnTo>
                <a:lnTo>
                  <a:pt x="385298" y="77506"/>
                </a:lnTo>
                <a:lnTo>
                  <a:pt x="384936" y="77647"/>
                </a:lnTo>
                <a:lnTo>
                  <a:pt x="384569" y="77779"/>
                </a:lnTo>
                <a:lnTo>
                  <a:pt x="384197" y="77902"/>
                </a:lnTo>
                <a:lnTo>
                  <a:pt x="383820" y="78016"/>
                </a:lnTo>
                <a:lnTo>
                  <a:pt x="383437" y="78121"/>
                </a:lnTo>
                <a:lnTo>
                  <a:pt x="383050" y="78216"/>
                </a:lnTo>
                <a:lnTo>
                  <a:pt x="382657" y="78303"/>
                </a:lnTo>
                <a:lnTo>
                  <a:pt x="382260" y="78380"/>
                </a:lnTo>
                <a:lnTo>
                  <a:pt x="381857" y="78449"/>
                </a:lnTo>
                <a:lnTo>
                  <a:pt x="381449" y="78508"/>
                </a:lnTo>
                <a:lnTo>
                  <a:pt x="381036" y="78558"/>
                </a:lnTo>
                <a:lnTo>
                  <a:pt x="380617" y="78599"/>
                </a:lnTo>
                <a:lnTo>
                  <a:pt x="380194" y="78631"/>
                </a:lnTo>
                <a:lnTo>
                  <a:pt x="379765" y="78654"/>
                </a:lnTo>
                <a:lnTo>
                  <a:pt x="379332" y="78667"/>
                </a:lnTo>
                <a:lnTo>
                  <a:pt x="378893" y="78672"/>
                </a:lnTo>
                <a:lnTo>
                  <a:pt x="378283" y="78665"/>
                </a:lnTo>
                <a:lnTo>
                  <a:pt x="377685" y="78645"/>
                </a:lnTo>
                <a:lnTo>
                  <a:pt x="377099" y="78612"/>
                </a:lnTo>
                <a:lnTo>
                  <a:pt x="376525" y="78566"/>
                </a:lnTo>
                <a:lnTo>
                  <a:pt x="375963" y="78506"/>
                </a:lnTo>
                <a:lnTo>
                  <a:pt x="375413" y="78433"/>
                </a:lnTo>
                <a:lnTo>
                  <a:pt x="374875" y="78347"/>
                </a:lnTo>
                <a:lnTo>
                  <a:pt x="374349" y="78248"/>
                </a:lnTo>
                <a:lnTo>
                  <a:pt x="373835" y="78136"/>
                </a:lnTo>
                <a:lnTo>
                  <a:pt x="373333" y="78010"/>
                </a:lnTo>
                <a:lnTo>
                  <a:pt x="372842" y="77871"/>
                </a:lnTo>
                <a:lnTo>
                  <a:pt x="372364" y="77718"/>
                </a:lnTo>
                <a:lnTo>
                  <a:pt x="371898" y="77553"/>
                </a:lnTo>
                <a:lnTo>
                  <a:pt x="371444" y="77374"/>
                </a:lnTo>
                <a:lnTo>
                  <a:pt x="371001" y="77182"/>
                </a:lnTo>
                <a:lnTo>
                  <a:pt x="370571" y="76977"/>
                </a:lnTo>
                <a:lnTo>
                  <a:pt x="370153" y="76758"/>
                </a:lnTo>
                <a:lnTo>
                  <a:pt x="369746" y="76527"/>
                </a:lnTo>
                <a:lnTo>
                  <a:pt x="369352" y="76282"/>
                </a:lnTo>
                <a:lnTo>
                  <a:pt x="368969" y="76023"/>
                </a:lnTo>
                <a:lnTo>
                  <a:pt x="368599" y="75752"/>
                </a:lnTo>
                <a:lnTo>
                  <a:pt x="368240" y="75467"/>
                </a:lnTo>
                <a:lnTo>
                  <a:pt x="367894" y="75169"/>
                </a:lnTo>
                <a:lnTo>
                  <a:pt x="367559" y="74858"/>
                </a:lnTo>
                <a:lnTo>
                  <a:pt x="367237" y="74532"/>
                </a:lnTo>
                <a:lnTo>
                  <a:pt x="366927" y="74190"/>
                </a:lnTo>
                <a:lnTo>
                  <a:pt x="366630" y="73831"/>
                </a:lnTo>
                <a:lnTo>
                  <a:pt x="366344" y="73456"/>
                </a:lnTo>
                <a:lnTo>
                  <a:pt x="366072" y="73065"/>
                </a:lnTo>
                <a:lnTo>
                  <a:pt x="365812" y="72658"/>
                </a:lnTo>
                <a:lnTo>
                  <a:pt x="365564" y="72235"/>
                </a:lnTo>
                <a:lnTo>
                  <a:pt x="365328" y="71795"/>
                </a:lnTo>
                <a:lnTo>
                  <a:pt x="365105" y="71339"/>
                </a:lnTo>
                <a:lnTo>
                  <a:pt x="364895" y="70867"/>
                </a:lnTo>
                <a:lnTo>
                  <a:pt x="364697" y="70379"/>
                </a:lnTo>
                <a:lnTo>
                  <a:pt x="364511" y="69874"/>
                </a:lnTo>
                <a:lnTo>
                  <a:pt x="364337" y="69353"/>
                </a:lnTo>
                <a:lnTo>
                  <a:pt x="364176" y="68816"/>
                </a:lnTo>
                <a:lnTo>
                  <a:pt x="364028" y="68263"/>
                </a:lnTo>
                <a:lnTo>
                  <a:pt x="363892" y="67693"/>
                </a:lnTo>
                <a:lnTo>
                  <a:pt x="363768" y="67107"/>
                </a:lnTo>
                <a:lnTo>
                  <a:pt x="363657" y="66505"/>
                </a:lnTo>
                <a:lnTo>
                  <a:pt x="363558" y="65887"/>
                </a:lnTo>
                <a:lnTo>
                  <a:pt x="363471" y="65253"/>
                </a:lnTo>
                <a:lnTo>
                  <a:pt x="363397" y="64602"/>
                </a:lnTo>
                <a:lnTo>
                  <a:pt x="363335" y="63935"/>
                </a:lnTo>
                <a:lnTo>
                  <a:pt x="363286" y="63252"/>
                </a:lnTo>
                <a:lnTo>
                  <a:pt x="363249" y="62553"/>
                </a:lnTo>
                <a:lnTo>
                  <a:pt x="409196" y="62553"/>
                </a:lnTo>
                <a:lnTo>
                  <a:pt x="409233" y="61936"/>
                </a:lnTo>
                <a:lnTo>
                  <a:pt x="409262" y="61323"/>
                </a:lnTo>
                <a:lnTo>
                  <a:pt x="409284" y="60711"/>
                </a:lnTo>
                <a:lnTo>
                  <a:pt x="409298" y="60101"/>
                </a:lnTo>
                <a:close/>
                <a:moveTo>
                  <a:pt x="363305" y="50854"/>
                </a:moveTo>
                <a:lnTo>
                  <a:pt x="363324" y="50692"/>
                </a:lnTo>
                <a:lnTo>
                  <a:pt x="363345" y="50528"/>
                </a:lnTo>
                <a:lnTo>
                  <a:pt x="363368" y="50362"/>
                </a:lnTo>
                <a:lnTo>
                  <a:pt x="363392" y="50195"/>
                </a:lnTo>
                <a:lnTo>
                  <a:pt x="363419" y="50026"/>
                </a:lnTo>
                <a:lnTo>
                  <a:pt x="363447" y="49855"/>
                </a:lnTo>
                <a:lnTo>
                  <a:pt x="363478" y="49683"/>
                </a:lnTo>
                <a:lnTo>
                  <a:pt x="363510" y="49509"/>
                </a:lnTo>
                <a:lnTo>
                  <a:pt x="363544" y="49333"/>
                </a:lnTo>
                <a:lnTo>
                  <a:pt x="363580" y="49155"/>
                </a:lnTo>
                <a:lnTo>
                  <a:pt x="363618" y="48976"/>
                </a:lnTo>
                <a:lnTo>
                  <a:pt x="363658" y="48795"/>
                </a:lnTo>
                <a:lnTo>
                  <a:pt x="363700" y="48612"/>
                </a:lnTo>
                <a:lnTo>
                  <a:pt x="363744" y="48428"/>
                </a:lnTo>
                <a:lnTo>
                  <a:pt x="363790" y="48241"/>
                </a:lnTo>
                <a:lnTo>
                  <a:pt x="363838" y="48053"/>
                </a:lnTo>
                <a:lnTo>
                  <a:pt x="363887" y="47864"/>
                </a:lnTo>
                <a:lnTo>
                  <a:pt x="363939" y="47673"/>
                </a:lnTo>
                <a:lnTo>
                  <a:pt x="363993" y="47479"/>
                </a:lnTo>
                <a:lnTo>
                  <a:pt x="364048" y="47285"/>
                </a:lnTo>
                <a:lnTo>
                  <a:pt x="364106" y="47089"/>
                </a:lnTo>
                <a:lnTo>
                  <a:pt x="364168" y="46895"/>
                </a:lnTo>
                <a:lnTo>
                  <a:pt x="364233" y="46701"/>
                </a:lnTo>
                <a:lnTo>
                  <a:pt x="364302" y="46508"/>
                </a:lnTo>
                <a:lnTo>
                  <a:pt x="364373" y="46317"/>
                </a:lnTo>
                <a:lnTo>
                  <a:pt x="364449" y="46126"/>
                </a:lnTo>
                <a:lnTo>
                  <a:pt x="364528" y="45935"/>
                </a:lnTo>
                <a:lnTo>
                  <a:pt x="364610" y="45746"/>
                </a:lnTo>
                <a:lnTo>
                  <a:pt x="364695" y="45558"/>
                </a:lnTo>
                <a:lnTo>
                  <a:pt x="364784" y="45370"/>
                </a:lnTo>
                <a:lnTo>
                  <a:pt x="364877" y="45184"/>
                </a:lnTo>
                <a:lnTo>
                  <a:pt x="364973" y="44998"/>
                </a:lnTo>
                <a:lnTo>
                  <a:pt x="365072" y="44813"/>
                </a:lnTo>
                <a:lnTo>
                  <a:pt x="365175" y="44629"/>
                </a:lnTo>
                <a:lnTo>
                  <a:pt x="365281" y="44445"/>
                </a:lnTo>
                <a:lnTo>
                  <a:pt x="365390" y="44263"/>
                </a:lnTo>
                <a:lnTo>
                  <a:pt x="365503" y="44082"/>
                </a:lnTo>
                <a:lnTo>
                  <a:pt x="365620" y="43901"/>
                </a:lnTo>
                <a:lnTo>
                  <a:pt x="365740" y="43721"/>
                </a:lnTo>
                <a:lnTo>
                  <a:pt x="365863" y="43542"/>
                </a:lnTo>
                <a:lnTo>
                  <a:pt x="365989" y="43364"/>
                </a:lnTo>
                <a:lnTo>
                  <a:pt x="366120" y="43187"/>
                </a:lnTo>
                <a:lnTo>
                  <a:pt x="366253" y="43011"/>
                </a:lnTo>
                <a:lnTo>
                  <a:pt x="366390" y="42836"/>
                </a:lnTo>
                <a:lnTo>
                  <a:pt x="366530" y="42662"/>
                </a:lnTo>
                <a:lnTo>
                  <a:pt x="366675" y="42490"/>
                </a:lnTo>
                <a:lnTo>
                  <a:pt x="366823" y="42321"/>
                </a:lnTo>
                <a:lnTo>
                  <a:pt x="366975" y="42154"/>
                </a:lnTo>
                <a:lnTo>
                  <a:pt x="367131" y="41990"/>
                </a:lnTo>
                <a:lnTo>
                  <a:pt x="367291" y="41828"/>
                </a:lnTo>
                <a:lnTo>
                  <a:pt x="367454" y="41668"/>
                </a:lnTo>
                <a:lnTo>
                  <a:pt x="367622" y="41510"/>
                </a:lnTo>
                <a:lnTo>
                  <a:pt x="367793" y="41355"/>
                </a:lnTo>
                <a:lnTo>
                  <a:pt x="367968" y="41203"/>
                </a:lnTo>
                <a:lnTo>
                  <a:pt x="368147" y="41052"/>
                </a:lnTo>
                <a:lnTo>
                  <a:pt x="368330" y="40904"/>
                </a:lnTo>
                <a:lnTo>
                  <a:pt x="368517" y="40759"/>
                </a:lnTo>
                <a:lnTo>
                  <a:pt x="368707" y="40616"/>
                </a:lnTo>
                <a:lnTo>
                  <a:pt x="368902" y="40475"/>
                </a:lnTo>
                <a:lnTo>
                  <a:pt x="369100" y="40336"/>
                </a:lnTo>
                <a:lnTo>
                  <a:pt x="369302" y="40200"/>
                </a:lnTo>
                <a:lnTo>
                  <a:pt x="369508" y="40066"/>
                </a:lnTo>
                <a:lnTo>
                  <a:pt x="369718" y="39935"/>
                </a:lnTo>
                <a:lnTo>
                  <a:pt x="369931" y="39806"/>
                </a:lnTo>
                <a:lnTo>
                  <a:pt x="370149" y="39679"/>
                </a:lnTo>
                <a:lnTo>
                  <a:pt x="370370" y="39555"/>
                </a:lnTo>
                <a:lnTo>
                  <a:pt x="370595" y="39433"/>
                </a:lnTo>
                <a:lnTo>
                  <a:pt x="370824" y="39313"/>
                </a:lnTo>
                <a:lnTo>
                  <a:pt x="371057" y="39197"/>
                </a:lnTo>
                <a:lnTo>
                  <a:pt x="371296" y="39086"/>
                </a:lnTo>
                <a:lnTo>
                  <a:pt x="371539" y="38980"/>
                </a:lnTo>
                <a:lnTo>
                  <a:pt x="371787" y="38879"/>
                </a:lnTo>
                <a:lnTo>
                  <a:pt x="372040" y="38783"/>
                </a:lnTo>
                <a:lnTo>
                  <a:pt x="372299" y="38692"/>
                </a:lnTo>
                <a:lnTo>
                  <a:pt x="372562" y="38605"/>
                </a:lnTo>
                <a:lnTo>
                  <a:pt x="372829" y="38524"/>
                </a:lnTo>
                <a:lnTo>
                  <a:pt x="373102" y="38447"/>
                </a:lnTo>
                <a:lnTo>
                  <a:pt x="373380" y="38376"/>
                </a:lnTo>
                <a:lnTo>
                  <a:pt x="373663" y="38309"/>
                </a:lnTo>
                <a:lnTo>
                  <a:pt x="373950" y="38248"/>
                </a:lnTo>
                <a:lnTo>
                  <a:pt x="374243" y="38191"/>
                </a:lnTo>
                <a:lnTo>
                  <a:pt x="374540" y="38139"/>
                </a:lnTo>
                <a:lnTo>
                  <a:pt x="374842" y="38092"/>
                </a:lnTo>
                <a:lnTo>
                  <a:pt x="375149" y="38050"/>
                </a:lnTo>
                <a:lnTo>
                  <a:pt x="375462" y="38013"/>
                </a:lnTo>
                <a:lnTo>
                  <a:pt x="375779" y="37981"/>
                </a:lnTo>
                <a:lnTo>
                  <a:pt x="376101" y="37954"/>
                </a:lnTo>
                <a:lnTo>
                  <a:pt x="376427" y="37932"/>
                </a:lnTo>
                <a:lnTo>
                  <a:pt x="376759" y="37915"/>
                </a:lnTo>
                <a:lnTo>
                  <a:pt x="377096" y="37902"/>
                </a:lnTo>
                <a:lnTo>
                  <a:pt x="377437" y="37895"/>
                </a:lnTo>
                <a:lnTo>
                  <a:pt x="377784" y="37892"/>
                </a:lnTo>
                <a:lnTo>
                  <a:pt x="378312" y="37898"/>
                </a:lnTo>
                <a:lnTo>
                  <a:pt x="378829" y="37916"/>
                </a:lnTo>
                <a:lnTo>
                  <a:pt x="379334" y="37946"/>
                </a:lnTo>
                <a:lnTo>
                  <a:pt x="379829" y="37989"/>
                </a:lnTo>
                <a:lnTo>
                  <a:pt x="380311" y="38043"/>
                </a:lnTo>
                <a:lnTo>
                  <a:pt x="380783" y="38109"/>
                </a:lnTo>
                <a:lnTo>
                  <a:pt x="381243" y="38187"/>
                </a:lnTo>
                <a:lnTo>
                  <a:pt x="381692" y="38277"/>
                </a:lnTo>
                <a:lnTo>
                  <a:pt x="382129" y="38379"/>
                </a:lnTo>
                <a:lnTo>
                  <a:pt x="382555" y="38493"/>
                </a:lnTo>
                <a:lnTo>
                  <a:pt x="382970" y="38619"/>
                </a:lnTo>
                <a:lnTo>
                  <a:pt x="383373" y="38757"/>
                </a:lnTo>
                <a:lnTo>
                  <a:pt x="383765" y="38908"/>
                </a:lnTo>
                <a:lnTo>
                  <a:pt x="384146" y="39070"/>
                </a:lnTo>
                <a:lnTo>
                  <a:pt x="384516" y="39244"/>
                </a:lnTo>
                <a:lnTo>
                  <a:pt x="384874" y="39430"/>
                </a:lnTo>
                <a:lnTo>
                  <a:pt x="385221" y="39629"/>
                </a:lnTo>
                <a:lnTo>
                  <a:pt x="385556" y="39839"/>
                </a:lnTo>
                <a:lnTo>
                  <a:pt x="385880" y="40061"/>
                </a:lnTo>
                <a:lnTo>
                  <a:pt x="386193" y="40295"/>
                </a:lnTo>
                <a:lnTo>
                  <a:pt x="386494" y="40542"/>
                </a:lnTo>
                <a:lnTo>
                  <a:pt x="386784" y="40800"/>
                </a:lnTo>
                <a:lnTo>
                  <a:pt x="387063" y="41070"/>
                </a:lnTo>
                <a:lnTo>
                  <a:pt x="387330" y="41353"/>
                </a:lnTo>
                <a:lnTo>
                  <a:pt x="387589" y="41647"/>
                </a:lnTo>
                <a:lnTo>
                  <a:pt x="387841" y="41952"/>
                </a:lnTo>
                <a:lnTo>
                  <a:pt x="388086" y="42268"/>
                </a:lnTo>
                <a:lnTo>
                  <a:pt x="388324" y="42595"/>
                </a:lnTo>
                <a:lnTo>
                  <a:pt x="388556" y="42934"/>
                </a:lnTo>
                <a:lnTo>
                  <a:pt x="388781" y="43284"/>
                </a:lnTo>
                <a:lnTo>
                  <a:pt x="389000" y="43644"/>
                </a:lnTo>
                <a:lnTo>
                  <a:pt x="389212" y="44017"/>
                </a:lnTo>
                <a:lnTo>
                  <a:pt x="389417" y="44400"/>
                </a:lnTo>
                <a:lnTo>
                  <a:pt x="389616" y="44794"/>
                </a:lnTo>
                <a:lnTo>
                  <a:pt x="389808" y="45199"/>
                </a:lnTo>
                <a:lnTo>
                  <a:pt x="389994" y="45616"/>
                </a:lnTo>
                <a:lnTo>
                  <a:pt x="390173" y="46044"/>
                </a:lnTo>
                <a:lnTo>
                  <a:pt x="390345" y="46483"/>
                </a:lnTo>
                <a:lnTo>
                  <a:pt x="390510" y="46933"/>
                </a:lnTo>
                <a:lnTo>
                  <a:pt x="390669" y="47394"/>
                </a:lnTo>
                <a:lnTo>
                  <a:pt x="390822" y="47867"/>
                </a:lnTo>
                <a:lnTo>
                  <a:pt x="390967" y="48350"/>
                </a:lnTo>
                <a:lnTo>
                  <a:pt x="391106" y="48845"/>
                </a:lnTo>
                <a:lnTo>
                  <a:pt x="391239" y="49351"/>
                </a:lnTo>
                <a:lnTo>
                  <a:pt x="391365" y="49868"/>
                </a:lnTo>
                <a:lnTo>
                  <a:pt x="391484" y="50396"/>
                </a:lnTo>
                <a:lnTo>
                  <a:pt x="391596" y="50935"/>
                </a:lnTo>
                <a:lnTo>
                  <a:pt x="391702" y="51486"/>
                </a:lnTo>
                <a:lnTo>
                  <a:pt x="363249" y="51486"/>
                </a:lnTo>
                <a:lnTo>
                  <a:pt x="363260" y="51330"/>
                </a:lnTo>
                <a:lnTo>
                  <a:pt x="363273" y="51173"/>
                </a:lnTo>
                <a:lnTo>
                  <a:pt x="363288" y="51015"/>
                </a:lnTo>
                <a:lnTo>
                  <a:pt x="363305" y="50854"/>
                </a:lnTo>
                <a:close/>
                <a:moveTo>
                  <a:pt x="526066" y="90100"/>
                </a:moveTo>
                <a:lnTo>
                  <a:pt x="543557" y="90100"/>
                </a:lnTo>
                <a:lnTo>
                  <a:pt x="543557" y="26416"/>
                </a:lnTo>
                <a:lnTo>
                  <a:pt x="526066" y="26416"/>
                </a:lnTo>
                <a:lnTo>
                  <a:pt x="526066" y="90100"/>
                </a:lnTo>
                <a:close/>
                <a:moveTo>
                  <a:pt x="200529" y="62106"/>
                </a:moveTo>
                <a:lnTo>
                  <a:pt x="200490" y="62849"/>
                </a:lnTo>
                <a:lnTo>
                  <a:pt x="200440" y="63572"/>
                </a:lnTo>
                <a:lnTo>
                  <a:pt x="200379" y="64277"/>
                </a:lnTo>
                <a:lnTo>
                  <a:pt x="200306" y="64962"/>
                </a:lnTo>
                <a:lnTo>
                  <a:pt x="200223" y="65629"/>
                </a:lnTo>
                <a:lnTo>
                  <a:pt x="200128" y="66276"/>
                </a:lnTo>
                <a:lnTo>
                  <a:pt x="200023" y="66905"/>
                </a:lnTo>
                <a:lnTo>
                  <a:pt x="199906" y="67514"/>
                </a:lnTo>
                <a:lnTo>
                  <a:pt x="199778" y="68105"/>
                </a:lnTo>
                <a:lnTo>
                  <a:pt x="199639" y="68676"/>
                </a:lnTo>
                <a:lnTo>
                  <a:pt x="199489" y="69229"/>
                </a:lnTo>
                <a:lnTo>
                  <a:pt x="199328" y="69763"/>
                </a:lnTo>
                <a:lnTo>
                  <a:pt x="199155" y="70277"/>
                </a:lnTo>
                <a:lnTo>
                  <a:pt x="198972" y="70773"/>
                </a:lnTo>
                <a:lnTo>
                  <a:pt x="198777" y="71250"/>
                </a:lnTo>
                <a:lnTo>
                  <a:pt x="198571" y="71708"/>
                </a:lnTo>
                <a:lnTo>
                  <a:pt x="198355" y="72146"/>
                </a:lnTo>
                <a:lnTo>
                  <a:pt x="198127" y="72566"/>
                </a:lnTo>
                <a:lnTo>
                  <a:pt x="197887" y="72967"/>
                </a:lnTo>
                <a:lnTo>
                  <a:pt x="197637" y="73349"/>
                </a:lnTo>
                <a:lnTo>
                  <a:pt x="197376" y="73712"/>
                </a:lnTo>
                <a:lnTo>
                  <a:pt x="197102" y="74057"/>
                </a:lnTo>
                <a:lnTo>
                  <a:pt x="196815" y="74389"/>
                </a:lnTo>
                <a:lnTo>
                  <a:pt x="196514" y="74705"/>
                </a:lnTo>
                <a:lnTo>
                  <a:pt x="196199" y="75007"/>
                </a:lnTo>
                <a:lnTo>
                  <a:pt x="195870" y="75294"/>
                </a:lnTo>
                <a:lnTo>
                  <a:pt x="195528" y="75566"/>
                </a:lnTo>
                <a:lnTo>
                  <a:pt x="195172" y="75824"/>
                </a:lnTo>
                <a:lnTo>
                  <a:pt x="194803" y="76066"/>
                </a:lnTo>
                <a:lnTo>
                  <a:pt x="194420" y="76294"/>
                </a:lnTo>
                <a:lnTo>
                  <a:pt x="194023" y="76508"/>
                </a:lnTo>
                <a:lnTo>
                  <a:pt x="193612" y="76707"/>
                </a:lnTo>
                <a:lnTo>
                  <a:pt x="193188" y="76890"/>
                </a:lnTo>
                <a:lnTo>
                  <a:pt x="192750" y="77060"/>
                </a:lnTo>
                <a:lnTo>
                  <a:pt x="192298" y="77214"/>
                </a:lnTo>
                <a:lnTo>
                  <a:pt x="191833" y="77354"/>
                </a:lnTo>
                <a:lnTo>
                  <a:pt x="191354" y="77479"/>
                </a:lnTo>
                <a:lnTo>
                  <a:pt x="190861" y="77590"/>
                </a:lnTo>
                <a:lnTo>
                  <a:pt x="190355" y="77685"/>
                </a:lnTo>
                <a:lnTo>
                  <a:pt x="189835" y="77766"/>
                </a:lnTo>
                <a:lnTo>
                  <a:pt x="189301" y="77832"/>
                </a:lnTo>
                <a:lnTo>
                  <a:pt x="188753" y="77884"/>
                </a:lnTo>
                <a:lnTo>
                  <a:pt x="188192" y="77921"/>
                </a:lnTo>
                <a:lnTo>
                  <a:pt x="187617" y="77943"/>
                </a:lnTo>
                <a:lnTo>
                  <a:pt x="187029" y="77950"/>
                </a:lnTo>
                <a:lnTo>
                  <a:pt x="186512" y="77943"/>
                </a:lnTo>
                <a:lnTo>
                  <a:pt x="186008" y="77923"/>
                </a:lnTo>
                <a:lnTo>
                  <a:pt x="185518" y="77890"/>
                </a:lnTo>
                <a:lnTo>
                  <a:pt x="185040" y="77843"/>
                </a:lnTo>
                <a:lnTo>
                  <a:pt x="184576" y="77782"/>
                </a:lnTo>
                <a:lnTo>
                  <a:pt x="184126" y="77708"/>
                </a:lnTo>
                <a:lnTo>
                  <a:pt x="183688" y="77621"/>
                </a:lnTo>
                <a:lnTo>
                  <a:pt x="183264" y="77520"/>
                </a:lnTo>
                <a:lnTo>
                  <a:pt x="182853" y="77406"/>
                </a:lnTo>
                <a:lnTo>
                  <a:pt x="182456" y="77278"/>
                </a:lnTo>
                <a:lnTo>
                  <a:pt x="182071" y="77137"/>
                </a:lnTo>
                <a:lnTo>
                  <a:pt x="181700" y="76983"/>
                </a:lnTo>
                <a:lnTo>
                  <a:pt x="181342" y="76815"/>
                </a:lnTo>
                <a:lnTo>
                  <a:pt x="180998" y="76633"/>
                </a:lnTo>
                <a:lnTo>
                  <a:pt x="180666" y="76438"/>
                </a:lnTo>
                <a:lnTo>
                  <a:pt x="180348" y="76230"/>
                </a:lnTo>
                <a:lnTo>
                  <a:pt x="180044" y="76008"/>
                </a:lnTo>
                <a:lnTo>
                  <a:pt x="179752" y="75773"/>
                </a:lnTo>
                <a:lnTo>
                  <a:pt x="179474" y="75525"/>
                </a:lnTo>
                <a:lnTo>
                  <a:pt x="179209" y="75263"/>
                </a:lnTo>
                <a:lnTo>
                  <a:pt x="178957" y="74987"/>
                </a:lnTo>
                <a:lnTo>
                  <a:pt x="178718" y="74698"/>
                </a:lnTo>
                <a:lnTo>
                  <a:pt x="178493" y="74396"/>
                </a:lnTo>
                <a:lnTo>
                  <a:pt x="178281" y="74080"/>
                </a:lnTo>
                <a:lnTo>
                  <a:pt x="178080" y="73750"/>
                </a:lnTo>
                <a:lnTo>
                  <a:pt x="177888" y="73407"/>
                </a:lnTo>
                <a:lnTo>
                  <a:pt x="177704" y="73050"/>
                </a:lnTo>
                <a:lnTo>
                  <a:pt x="177529" y="72678"/>
                </a:lnTo>
                <a:lnTo>
                  <a:pt x="177362" y="72293"/>
                </a:lnTo>
                <a:lnTo>
                  <a:pt x="177204" y="71895"/>
                </a:lnTo>
                <a:lnTo>
                  <a:pt x="177054" y="71482"/>
                </a:lnTo>
                <a:lnTo>
                  <a:pt x="176913" y="71055"/>
                </a:lnTo>
                <a:lnTo>
                  <a:pt x="176781" y="70615"/>
                </a:lnTo>
                <a:lnTo>
                  <a:pt x="176657" y="70160"/>
                </a:lnTo>
                <a:lnTo>
                  <a:pt x="176541" y="69692"/>
                </a:lnTo>
                <a:lnTo>
                  <a:pt x="176435" y="69210"/>
                </a:lnTo>
                <a:lnTo>
                  <a:pt x="176336" y="68714"/>
                </a:lnTo>
                <a:lnTo>
                  <a:pt x="176246" y="68204"/>
                </a:lnTo>
                <a:lnTo>
                  <a:pt x="176165" y="67681"/>
                </a:lnTo>
                <a:lnTo>
                  <a:pt x="176093" y="67143"/>
                </a:lnTo>
                <a:lnTo>
                  <a:pt x="176028" y="66592"/>
                </a:lnTo>
                <a:lnTo>
                  <a:pt x="175973" y="66026"/>
                </a:lnTo>
                <a:lnTo>
                  <a:pt x="175926" y="65447"/>
                </a:lnTo>
                <a:lnTo>
                  <a:pt x="175887" y="64854"/>
                </a:lnTo>
                <a:lnTo>
                  <a:pt x="175857" y="64248"/>
                </a:lnTo>
                <a:lnTo>
                  <a:pt x="175836" y="63627"/>
                </a:lnTo>
                <a:lnTo>
                  <a:pt x="175823" y="62992"/>
                </a:lnTo>
                <a:lnTo>
                  <a:pt x="175819" y="62344"/>
                </a:lnTo>
                <a:lnTo>
                  <a:pt x="175819" y="26465"/>
                </a:lnTo>
                <a:lnTo>
                  <a:pt x="158328" y="26465"/>
                </a:lnTo>
                <a:lnTo>
                  <a:pt x="158328" y="65584"/>
                </a:lnTo>
                <a:lnTo>
                  <a:pt x="158329" y="66074"/>
                </a:lnTo>
                <a:lnTo>
                  <a:pt x="158335" y="66561"/>
                </a:lnTo>
                <a:lnTo>
                  <a:pt x="158344" y="67044"/>
                </a:lnTo>
                <a:lnTo>
                  <a:pt x="158357" y="67523"/>
                </a:lnTo>
                <a:lnTo>
                  <a:pt x="158373" y="67999"/>
                </a:lnTo>
                <a:lnTo>
                  <a:pt x="158393" y="68471"/>
                </a:lnTo>
                <a:lnTo>
                  <a:pt x="158417" y="68939"/>
                </a:lnTo>
                <a:lnTo>
                  <a:pt x="158444" y="69404"/>
                </a:lnTo>
                <a:lnTo>
                  <a:pt x="158475" y="69865"/>
                </a:lnTo>
                <a:lnTo>
                  <a:pt x="158509" y="70323"/>
                </a:lnTo>
                <a:lnTo>
                  <a:pt x="158547" y="70777"/>
                </a:lnTo>
                <a:lnTo>
                  <a:pt x="158589" y="71227"/>
                </a:lnTo>
                <a:lnTo>
                  <a:pt x="158635" y="71674"/>
                </a:lnTo>
                <a:lnTo>
                  <a:pt x="158684" y="72117"/>
                </a:lnTo>
                <a:lnTo>
                  <a:pt x="158737" y="72557"/>
                </a:lnTo>
                <a:lnTo>
                  <a:pt x="158793" y="72992"/>
                </a:lnTo>
                <a:lnTo>
                  <a:pt x="158853" y="73425"/>
                </a:lnTo>
                <a:lnTo>
                  <a:pt x="158916" y="73853"/>
                </a:lnTo>
                <a:lnTo>
                  <a:pt x="158984" y="74278"/>
                </a:lnTo>
                <a:lnTo>
                  <a:pt x="159055" y="74700"/>
                </a:lnTo>
                <a:lnTo>
                  <a:pt x="159129" y="75117"/>
                </a:lnTo>
                <a:lnTo>
                  <a:pt x="159207" y="75531"/>
                </a:lnTo>
                <a:lnTo>
                  <a:pt x="159289" y="75942"/>
                </a:lnTo>
                <a:lnTo>
                  <a:pt x="159374" y="76349"/>
                </a:lnTo>
                <a:lnTo>
                  <a:pt x="159464" y="76751"/>
                </a:lnTo>
                <a:lnTo>
                  <a:pt x="159560" y="77148"/>
                </a:lnTo>
                <a:lnTo>
                  <a:pt x="159660" y="77540"/>
                </a:lnTo>
                <a:lnTo>
                  <a:pt x="159766" y="77927"/>
                </a:lnTo>
                <a:lnTo>
                  <a:pt x="159878" y="78309"/>
                </a:lnTo>
                <a:lnTo>
                  <a:pt x="159994" y="78686"/>
                </a:lnTo>
                <a:lnTo>
                  <a:pt x="160116" y="79057"/>
                </a:lnTo>
                <a:lnTo>
                  <a:pt x="160243" y="79424"/>
                </a:lnTo>
                <a:lnTo>
                  <a:pt x="160376" y="79785"/>
                </a:lnTo>
                <a:lnTo>
                  <a:pt x="160514" y="80141"/>
                </a:lnTo>
                <a:lnTo>
                  <a:pt x="160658" y="80493"/>
                </a:lnTo>
                <a:lnTo>
                  <a:pt x="160806" y="80839"/>
                </a:lnTo>
                <a:lnTo>
                  <a:pt x="160960" y="81179"/>
                </a:lnTo>
                <a:lnTo>
                  <a:pt x="161120" y="81515"/>
                </a:lnTo>
                <a:lnTo>
                  <a:pt x="161284" y="81846"/>
                </a:lnTo>
                <a:lnTo>
                  <a:pt x="161455" y="82171"/>
                </a:lnTo>
                <a:lnTo>
                  <a:pt x="161630" y="82492"/>
                </a:lnTo>
                <a:lnTo>
                  <a:pt x="161811" y="82807"/>
                </a:lnTo>
                <a:lnTo>
                  <a:pt x="161997" y="83117"/>
                </a:lnTo>
                <a:lnTo>
                  <a:pt x="162188" y="83422"/>
                </a:lnTo>
                <a:lnTo>
                  <a:pt x="162385" y="83722"/>
                </a:lnTo>
                <a:lnTo>
                  <a:pt x="162587" y="84017"/>
                </a:lnTo>
                <a:lnTo>
                  <a:pt x="162795" y="84306"/>
                </a:lnTo>
                <a:lnTo>
                  <a:pt x="163008" y="84591"/>
                </a:lnTo>
                <a:lnTo>
                  <a:pt x="163227" y="84870"/>
                </a:lnTo>
                <a:lnTo>
                  <a:pt x="163452" y="85144"/>
                </a:lnTo>
                <a:lnTo>
                  <a:pt x="163685" y="85412"/>
                </a:lnTo>
                <a:lnTo>
                  <a:pt x="163923" y="85676"/>
                </a:lnTo>
                <a:lnTo>
                  <a:pt x="164169" y="85934"/>
                </a:lnTo>
                <a:lnTo>
                  <a:pt x="164421" y="86186"/>
                </a:lnTo>
                <a:lnTo>
                  <a:pt x="164680" y="86433"/>
                </a:lnTo>
                <a:lnTo>
                  <a:pt x="164945" y="86675"/>
                </a:lnTo>
                <a:lnTo>
                  <a:pt x="165217" y="86912"/>
                </a:lnTo>
                <a:lnTo>
                  <a:pt x="165496" y="87143"/>
                </a:lnTo>
                <a:lnTo>
                  <a:pt x="165781" y="87369"/>
                </a:lnTo>
                <a:lnTo>
                  <a:pt x="166073" y="87590"/>
                </a:lnTo>
                <a:lnTo>
                  <a:pt x="166371" y="87805"/>
                </a:lnTo>
                <a:lnTo>
                  <a:pt x="166676" y="88015"/>
                </a:lnTo>
                <a:lnTo>
                  <a:pt x="166988" y="88219"/>
                </a:lnTo>
                <a:lnTo>
                  <a:pt x="167307" y="88418"/>
                </a:lnTo>
                <a:lnTo>
                  <a:pt x="167632" y="88612"/>
                </a:lnTo>
                <a:lnTo>
                  <a:pt x="167963" y="88801"/>
                </a:lnTo>
                <a:lnTo>
                  <a:pt x="168301" y="88984"/>
                </a:lnTo>
                <a:lnTo>
                  <a:pt x="168646" y="89162"/>
                </a:lnTo>
                <a:lnTo>
                  <a:pt x="168998" y="89334"/>
                </a:lnTo>
                <a:lnTo>
                  <a:pt x="169356" y="89501"/>
                </a:lnTo>
                <a:lnTo>
                  <a:pt x="169721" y="89663"/>
                </a:lnTo>
                <a:lnTo>
                  <a:pt x="170092" y="89820"/>
                </a:lnTo>
                <a:lnTo>
                  <a:pt x="170471" y="89970"/>
                </a:lnTo>
                <a:lnTo>
                  <a:pt x="170859" y="90114"/>
                </a:lnTo>
                <a:lnTo>
                  <a:pt x="171255" y="90252"/>
                </a:lnTo>
                <a:lnTo>
                  <a:pt x="171661" y="90383"/>
                </a:lnTo>
                <a:lnTo>
                  <a:pt x="172075" y="90508"/>
                </a:lnTo>
                <a:lnTo>
                  <a:pt x="172498" y="90626"/>
                </a:lnTo>
                <a:lnTo>
                  <a:pt x="172929" y="90738"/>
                </a:lnTo>
                <a:lnTo>
                  <a:pt x="173370" y="90844"/>
                </a:lnTo>
                <a:lnTo>
                  <a:pt x="173819" y="90943"/>
                </a:lnTo>
                <a:lnTo>
                  <a:pt x="174277" y="91036"/>
                </a:lnTo>
                <a:lnTo>
                  <a:pt x="174744" y="91123"/>
                </a:lnTo>
                <a:lnTo>
                  <a:pt x="175219" y="91203"/>
                </a:lnTo>
                <a:lnTo>
                  <a:pt x="175704" y="91276"/>
                </a:lnTo>
                <a:lnTo>
                  <a:pt x="176197" y="91343"/>
                </a:lnTo>
                <a:lnTo>
                  <a:pt x="176699" y="91404"/>
                </a:lnTo>
                <a:lnTo>
                  <a:pt x="177209" y="91459"/>
                </a:lnTo>
                <a:lnTo>
                  <a:pt x="177729" y="91507"/>
                </a:lnTo>
                <a:lnTo>
                  <a:pt x="178257" y="91548"/>
                </a:lnTo>
                <a:lnTo>
                  <a:pt x="178794" y="91584"/>
                </a:lnTo>
                <a:lnTo>
                  <a:pt x="179339" y="91612"/>
                </a:lnTo>
                <a:lnTo>
                  <a:pt x="179894" y="91635"/>
                </a:lnTo>
                <a:lnTo>
                  <a:pt x="180457" y="91651"/>
                </a:lnTo>
                <a:lnTo>
                  <a:pt x="181029" y="91660"/>
                </a:lnTo>
                <a:lnTo>
                  <a:pt x="181610" y="91664"/>
                </a:lnTo>
                <a:lnTo>
                  <a:pt x="182071" y="91659"/>
                </a:lnTo>
                <a:lnTo>
                  <a:pt x="182532" y="91646"/>
                </a:lnTo>
                <a:lnTo>
                  <a:pt x="182992" y="91625"/>
                </a:lnTo>
                <a:lnTo>
                  <a:pt x="183451" y="91595"/>
                </a:lnTo>
                <a:lnTo>
                  <a:pt x="183909" y="91556"/>
                </a:lnTo>
                <a:lnTo>
                  <a:pt x="184366" y="91509"/>
                </a:lnTo>
                <a:lnTo>
                  <a:pt x="184822" y="91453"/>
                </a:lnTo>
                <a:lnTo>
                  <a:pt x="185278" y="91389"/>
                </a:lnTo>
                <a:lnTo>
                  <a:pt x="185733" y="91316"/>
                </a:lnTo>
                <a:lnTo>
                  <a:pt x="186186" y="91235"/>
                </a:lnTo>
                <a:lnTo>
                  <a:pt x="186639" y="91145"/>
                </a:lnTo>
                <a:lnTo>
                  <a:pt x="187091" y="91046"/>
                </a:lnTo>
                <a:lnTo>
                  <a:pt x="187543" y="90939"/>
                </a:lnTo>
                <a:lnTo>
                  <a:pt x="187993" y="90823"/>
                </a:lnTo>
                <a:lnTo>
                  <a:pt x="188442" y="90699"/>
                </a:lnTo>
                <a:lnTo>
                  <a:pt x="188891" y="90566"/>
                </a:lnTo>
                <a:lnTo>
                  <a:pt x="189339" y="90424"/>
                </a:lnTo>
                <a:lnTo>
                  <a:pt x="189786" y="90274"/>
                </a:lnTo>
                <a:lnTo>
                  <a:pt x="190232" y="90116"/>
                </a:lnTo>
                <a:lnTo>
                  <a:pt x="190677" y="89948"/>
                </a:lnTo>
                <a:lnTo>
                  <a:pt x="191122" y="89773"/>
                </a:lnTo>
                <a:lnTo>
                  <a:pt x="191565" y="89588"/>
                </a:lnTo>
                <a:lnTo>
                  <a:pt x="192008" y="89395"/>
                </a:lnTo>
                <a:lnTo>
                  <a:pt x="192450" y="89194"/>
                </a:lnTo>
                <a:lnTo>
                  <a:pt x="192887" y="88982"/>
                </a:lnTo>
                <a:lnTo>
                  <a:pt x="193319" y="88760"/>
                </a:lnTo>
                <a:lnTo>
                  <a:pt x="193743" y="88528"/>
                </a:lnTo>
                <a:lnTo>
                  <a:pt x="194160" y="88284"/>
                </a:lnTo>
                <a:lnTo>
                  <a:pt x="194571" y="88030"/>
                </a:lnTo>
                <a:lnTo>
                  <a:pt x="194975" y="87765"/>
                </a:lnTo>
                <a:lnTo>
                  <a:pt x="195372" y="87489"/>
                </a:lnTo>
                <a:lnTo>
                  <a:pt x="195762" y="87203"/>
                </a:lnTo>
                <a:lnTo>
                  <a:pt x="196145" y="86906"/>
                </a:lnTo>
                <a:lnTo>
                  <a:pt x="196521" y="86598"/>
                </a:lnTo>
                <a:lnTo>
                  <a:pt x="196891" y="86279"/>
                </a:lnTo>
                <a:lnTo>
                  <a:pt x="197253" y="85950"/>
                </a:lnTo>
                <a:lnTo>
                  <a:pt x="197609" y="85610"/>
                </a:lnTo>
                <a:lnTo>
                  <a:pt x="197958" y="85259"/>
                </a:lnTo>
                <a:lnTo>
                  <a:pt x="198300" y="84898"/>
                </a:lnTo>
                <a:lnTo>
                  <a:pt x="198635" y="84526"/>
                </a:lnTo>
                <a:lnTo>
                  <a:pt x="198964" y="84143"/>
                </a:lnTo>
                <a:lnTo>
                  <a:pt x="199285" y="83749"/>
                </a:lnTo>
                <a:lnTo>
                  <a:pt x="199600" y="83345"/>
                </a:lnTo>
                <a:lnTo>
                  <a:pt x="199908" y="82930"/>
                </a:lnTo>
                <a:lnTo>
                  <a:pt x="200209" y="82504"/>
                </a:lnTo>
                <a:lnTo>
                  <a:pt x="200503" y="82067"/>
                </a:lnTo>
                <a:lnTo>
                  <a:pt x="200791" y="81620"/>
                </a:lnTo>
                <a:lnTo>
                  <a:pt x="201071" y="81162"/>
                </a:lnTo>
                <a:lnTo>
                  <a:pt x="201441" y="81162"/>
                </a:lnTo>
                <a:lnTo>
                  <a:pt x="201441" y="90032"/>
                </a:lnTo>
                <a:lnTo>
                  <a:pt x="218070" y="90032"/>
                </a:lnTo>
                <a:lnTo>
                  <a:pt x="218070" y="26465"/>
                </a:lnTo>
                <a:lnTo>
                  <a:pt x="200579" y="26465"/>
                </a:lnTo>
                <a:lnTo>
                  <a:pt x="200579" y="59765"/>
                </a:lnTo>
                <a:lnTo>
                  <a:pt x="200573" y="60564"/>
                </a:lnTo>
                <a:lnTo>
                  <a:pt x="200556" y="61345"/>
                </a:lnTo>
                <a:lnTo>
                  <a:pt x="200529" y="62106"/>
                </a:lnTo>
                <a:close/>
                <a:moveTo>
                  <a:pt x="1538288" y="2165"/>
                </a:moveTo>
                <a:lnTo>
                  <a:pt x="1538288" y="16600"/>
                </a:lnTo>
                <a:lnTo>
                  <a:pt x="1555779" y="16600"/>
                </a:lnTo>
                <a:lnTo>
                  <a:pt x="1555779" y="2165"/>
                </a:lnTo>
                <a:lnTo>
                  <a:pt x="1538288" y="2165"/>
                </a:lnTo>
                <a:close/>
                <a:moveTo>
                  <a:pt x="1117440" y="2165"/>
                </a:moveTo>
                <a:lnTo>
                  <a:pt x="1045379" y="2165"/>
                </a:lnTo>
                <a:lnTo>
                  <a:pt x="1045379" y="18405"/>
                </a:lnTo>
                <a:lnTo>
                  <a:pt x="1071740" y="18405"/>
                </a:lnTo>
                <a:lnTo>
                  <a:pt x="1071740" y="90100"/>
                </a:lnTo>
                <a:lnTo>
                  <a:pt x="1091079" y="90100"/>
                </a:lnTo>
                <a:lnTo>
                  <a:pt x="1091079" y="18405"/>
                </a:lnTo>
                <a:lnTo>
                  <a:pt x="1117440" y="18405"/>
                </a:lnTo>
                <a:lnTo>
                  <a:pt x="1117440" y="2165"/>
                </a:lnTo>
                <a:close/>
                <a:moveTo>
                  <a:pt x="1486297" y="2165"/>
                </a:moveTo>
                <a:lnTo>
                  <a:pt x="1466958" y="2165"/>
                </a:lnTo>
                <a:lnTo>
                  <a:pt x="1466958" y="90100"/>
                </a:lnTo>
                <a:lnTo>
                  <a:pt x="1529165" y="90100"/>
                </a:lnTo>
                <a:lnTo>
                  <a:pt x="1529165" y="73860"/>
                </a:lnTo>
                <a:lnTo>
                  <a:pt x="1486297" y="73860"/>
                </a:lnTo>
                <a:lnTo>
                  <a:pt x="1486297" y="2165"/>
                </a:lnTo>
                <a:close/>
                <a:moveTo>
                  <a:pt x="1586279" y="82450"/>
                </a:moveTo>
                <a:lnTo>
                  <a:pt x="1586529" y="82877"/>
                </a:lnTo>
                <a:lnTo>
                  <a:pt x="1586789" y="83293"/>
                </a:lnTo>
                <a:lnTo>
                  <a:pt x="1587058" y="83699"/>
                </a:lnTo>
                <a:lnTo>
                  <a:pt x="1587336" y="84094"/>
                </a:lnTo>
                <a:lnTo>
                  <a:pt x="1587624" y="84478"/>
                </a:lnTo>
                <a:lnTo>
                  <a:pt x="1587921" y="84852"/>
                </a:lnTo>
                <a:lnTo>
                  <a:pt x="1588228" y="85214"/>
                </a:lnTo>
                <a:lnTo>
                  <a:pt x="1588544" y="85566"/>
                </a:lnTo>
                <a:lnTo>
                  <a:pt x="1588869" y="85908"/>
                </a:lnTo>
                <a:lnTo>
                  <a:pt x="1589204" y="86238"/>
                </a:lnTo>
                <a:lnTo>
                  <a:pt x="1589548" y="86558"/>
                </a:lnTo>
                <a:lnTo>
                  <a:pt x="1589902" y="86867"/>
                </a:lnTo>
                <a:lnTo>
                  <a:pt x="1590265" y="87166"/>
                </a:lnTo>
                <a:lnTo>
                  <a:pt x="1590638" y="87453"/>
                </a:lnTo>
                <a:lnTo>
                  <a:pt x="1591020" y="87730"/>
                </a:lnTo>
                <a:lnTo>
                  <a:pt x="1591411" y="87996"/>
                </a:lnTo>
                <a:lnTo>
                  <a:pt x="1591812" y="88252"/>
                </a:lnTo>
                <a:lnTo>
                  <a:pt x="1592222" y="88496"/>
                </a:lnTo>
                <a:lnTo>
                  <a:pt x="1592641" y="88730"/>
                </a:lnTo>
                <a:lnTo>
                  <a:pt x="1593070" y="88953"/>
                </a:lnTo>
                <a:lnTo>
                  <a:pt x="1593509" y="89166"/>
                </a:lnTo>
                <a:lnTo>
                  <a:pt x="1593956" y="89367"/>
                </a:lnTo>
                <a:lnTo>
                  <a:pt x="1594414" y="89558"/>
                </a:lnTo>
                <a:lnTo>
                  <a:pt x="1594878" y="89740"/>
                </a:lnTo>
                <a:lnTo>
                  <a:pt x="1595348" y="89914"/>
                </a:lnTo>
                <a:lnTo>
                  <a:pt x="1595823" y="90080"/>
                </a:lnTo>
                <a:lnTo>
                  <a:pt x="1596303" y="90238"/>
                </a:lnTo>
                <a:lnTo>
                  <a:pt x="1596788" y="90389"/>
                </a:lnTo>
                <a:lnTo>
                  <a:pt x="1597278" y="90532"/>
                </a:lnTo>
                <a:lnTo>
                  <a:pt x="1597774" y="90667"/>
                </a:lnTo>
                <a:lnTo>
                  <a:pt x="1598274" y="90795"/>
                </a:lnTo>
                <a:lnTo>
                  <a:pt x="1598780" y="90915"/>
                </a:lnTo>
                <a:lnTo>
                  <a:pt x="1599290" y="91027"/>
                </a:lnTo>
                <a:lnTo>
                  <a:pt x="1599806" y="91131"/>
                </a:lnTo>
                <a:lnTo>
                  <a:pt x="1600327" y="91227"/>
                </a:lnTo>
                <a:lnTo>
                  <a:pt x="1600853" y="91316"/>
                </a:lnTo>
                <a:lnTo>
                  <a:pt x="1601385" y="91397"/>
                </a:lnTo>
                <a:lnTo>
                  <a:pt x="1601921" y="91471"/>
                </a:lnTo>
                <a:lnTo>
                  <a:pt x="1602462" y="91537"/>
                </a:lnTo>
                <a:lnTo>
                  <a:pt x="1603009" y="91595"/>
                </a:lnTo>
                <a:lnTo>
                  <a:pt x="1603561" y="91645"/>
                </a:lnTo>
                <a:lnTo>
                  <a:pt x="1604118" y="91687"/>
                </a:lnTo>
                <a:lnTo>
                  <a:pt x="1604680" y="91722"/>
                </a:lnTo>
                <a:lnTo>
                  <a:pt x="1605247" y="91749"/>
                </a:lnTo>
                <a:lnTo>
                  <a:pt x="1605819" y="91768"/>
                </a:lnTo>
                <a:lnTo>
                  <a:pt x="1606396" y="91780"/>
                </a:lnTo>
                <a:lnTo>
                  <a:pt x="1606979" y="91784"/>
                </a:lnTo>
                <a:lnTo>
                  <a:pt x="1607379" y="91780"/>
                </a:lnTo>
                <a:lnTo>
                  <a:pt x="1607779" y="91770"/>
                </a:lnTo>
                <a:lnTo>
                  <a:pt x="1608178" y="91753"/>
                </a:lnTo>
                <a:lnTo>
                  <a:pt x="1608577" y="91729"/>
                </a:lnTo>
                <a:lnTo>
                  <a:pt x="1608975" y="91698"/>
                </a:lnTo>
                <a:lnTo>
                  <a:pt x="1609373" y="91660"/>
                </a:lnTo>
                <a:lnTo>
                  <a:pt x="1609771" y="91616"/>
                </a:lnTo>
                <a:lnTo>
                  <a:pt x="1610168" y="91565"/>
                </a:lnTo>
                <a:lnTo>
                  <a:pt x="1610564" y="91506"/>
                </a:lnTo>
                <a:lnTo>
                  <a:pt x="1610961" y="91441"/>
                </a:lnTo>
                <a:lnTo>
                  <a:pt x="1611356" y="91369"/>
                </a:lnTo>
                <a:lnTo>
                  <a:pt x="1611752" y="91290"/>
                </a:lnTo>
                <a:lnTo>
                  <a:pt x="1612147" y="91205"/>
                </a:lnTo>
                <a:lnTo>
                  <a:pt x="1612541" y="91112"/>
                </a:lnTo>
                <a:lnTo>
                  <a:pt x="1612935" y="91013"/>
                </a:lnTo>
                <a:lnTo>
                  <a:pt x="1613329" y="90907"/>
                </a:lnTo>
                <a:lnTo>
                  <a:pt x="1613722" y="90794"/>
                </a:lnTo>
                <a:lnTo>
                  <a:pt x="1614115" y="90674"/>
                </a:lnTo>
                <a:lnTo>
                  <a:pt x="1614508" y="90547"/>
                </a:lnTo>
                <a:lnTo>
                  <a:pt x="1614900" y="90413"/>
                </a:lnTo>
                <a:lnTo>
                  <a:pt x="1615291" y="90273"/>
                </a:lnTo>
                <a:lnTo>
                  <a:pt x="1615682" y="90125"/>
                </a:lnTo>
                <a:lnTo>
                  <a:pt x="1616073" y="89971"/>
                </a:lnTo>
                <a:lnTo>
                  <a:pt x="1616463" y="89810"/>
                </a:lnTo>
                <a:lnTo>
                  <a:pt x="1616852" y="89642"/>
                </a:lnTo>
                <a:lnTo>
                  <a:pt x="1617237" y="89466"/>
                </a:lnTo>
                <a:lnTo>
                  <a:pt x="1617619" y="89284"/>
                </a:lnTo>
                <a:lnTo>
                  <a:pt x="1617998" y="89094"/>
                </a:lnTo>
                <a:lnTo>
                  <a:pt x="1618374" y="88896"/>
                </a:lnTo>
                <a:lnTo>
                  <a:pt x="1618746" y="88692"/>
                </a:lnTo>
                <a:lnTo>
                  <a:pt x="1619116" y="88480"/>
                </a:lnTo>
                <a:lnTo>
                  <a:pt x="1619482" y="88260"/>
                </a:lnTo>
                <a:lnTo>
                  <a:pt x="1619845" y="88034"/>
                </a:lnTo>
                <a:lnTo>
                  <a:pt x="1620204" y="87800"/>
                </a:lnTo>
                <a:lnTo>
                  <a:pt x="1620561" y="87559"/>
                </a:lnTo>
                <a:lnTo>
                  <a:pt x="1620914" y="87311"/>
                </a:lnTo>
                <a:lnTo>
                  <a:pt x="1621264" y="87055"/>
                </a:lnTo>
                <a:lnTo>
                  <a:pt x="1621611" y="86792"/>
                </a:lnTo>
                <a:lnTo>
                  <a:pt x="1621954" y="86522"/>
                </a:lnTo>
                <a:lnTo>
                  <a:pt x="1622295" y="86245"/>
                </a:lnTo>
                <a:lnTo>
                  <a:pt x="1622632" y="85960"/>
                </a:lnTo>
                <a:lnTo>
                  <a:pt x="1622966" y="85668"/>
                </a:lnTo>
                <a:lnTo>
                  <a:pt x="1623297" y="85369"/>
                </a:lnTo>
                <a:lnTo>
                  <a:pt x="1623624" y="85062"/>
                </a:lnTo>
                <a:lnTo>
                  <a:pt x="1623949" y="84749"/>
                </a:lnTo>
                <a:lnTo>
                  <a:pt x="1624270" y="84428"/>
                </a:lnTo>
                <a:lnTo>
                  <a:pt x="1624588" y="84099"/>
                </a:lnTo>
                <a:lnTo>
                  <a:pt x="1624902" y="83764"/>
                </a:lnTo>
                <a:lnTo>
                  <a:pt x="1625213" y="83420"/>
                </a:lnTo>
                <a:lnTo>
                  <a:pt x="1625519" y="83069"/>
                </a:lnTo>
                <a:lnTo>
                  <a:pt x="1625820" y="82710"/>
                </a:lnTo>
                <a:lnTo>
                  <a:pt x="1626115" y="82343"/>
                </a:lnTo>
                <a:lnTo>
                  <a:pt x="1626406" y="81968"/>
                </a:lnTo>
                <a:lnTo>
                  <a:pt x="1626692" y="81585"/>
                </a:lnTo>
                <a:lnTo>
                  <a:pt x="1626974" y="81195"/>
                </a:lnTo>
                <a:lnTo>
                  <a:pt x="1627250" y="80796"/>
                </a:lnTo>
                <a:lnTo>
                  <a:pt x="1627521" y="80389"/>
                </a:lnTo>
                <a:lnTo>
                  <a:pt x="1627787" y="79975"/>
                </a:lnTo>
                <a:lnTo>
                  <a:pt x="1628049" y="79552"/>
                </a:lnTo>
                <a:lnTo>
                  <a:pt x="1628305" y="79122"/>
                </a:lnTo>
                <a:lnTo>
                  <a:pt x="1628557" y="78683"/>
                </a:lnTo>
                <a:lnTo>
                  <a:pt x="1628804" y="78237"/>
                </a:lnTo>
                <a:lnTo>
                  <a:pt x="1629045" y="77783"/>
                </a:lnTo>
                <a:lnTo>
                  <a:pt x="1629282" y="77320"/>
                </a:lnTo>
                <a:lnTo>
                  <a:pt x="1629514" y="76850"/>
                </a:lnTo>
                <a:lnTo>
                  <a:pt x="1629741" y="76372"/>
                </a:lnTo>
                <a:lnTo>
                  <a:pt x="1629963" y="75886"/>
                </a:lnTo>
                <a:lnTo>
                  <a:pt x="1630180" y="75392"/>
                </a:lnTo>
                <a:lnTo>
                  <a:pt x="1630393" y="74891"/>
                </a:lnTo>
                <a:lnTo>
                  <a:pt x="1630600" y="74381"/>
                </a:lnTo>
                <a:lnTo>
                  <a:pt x="1630802" y="73863"/>
                </a:lnTo>
                <a:lnTo>
                  <a:pt x="1631000" y="73338"/>
                </a:lnTo>
                <a:lnTo>
                  <a:pt x="1631191" y="72804"/>
                </a:lnTo>
                <a:lnTo>
                  <a:pt x="1631374" y="72262"/>
                </a:lnTo>
                <a:lnTo>
                  <a:pt x="1631548" y="71711"/>
                </a:lnTo>
                <a:lnTo>
                  <a:pt x="1631715" y="71152"/>
                </a:lnTo>
                <a:lnTo>
                  <a:pt x="1631873" y="70585"/>
                </a:lnTo>
                <a:lnTo>
                  <a:pt x="1632024" y="70010"/>
                </a:lnTo>
                <a:lnTo>
                  <a:pt x="1632166" y="69426"/>
                </a:lnTo>
                <a:lnTo>
                  <a:pt x="1632300" y="68834"/>
                </a:lnTo>
                <a:lnTo>
                  <a:pt x="1632426" y="68233"/>
                </a:lnTo>
                <a:lnTo>
                  <a:pt x="1632544" y="67624"/>
                </a:lnTo>
                <a:lnTo>
                  <a:pt x="1632653" y="67007"/>
                </a:lnTo>
                <a:lnTo>
                  <a:pt x="1632755" y="66381"/>
                </a:lnTo>
                <a:lnTo>
                  <a:pt x="1632848" y="65747"/>
                </a:lnTo>
                <a:lnTo>
                  <a:pt x="1632934" y="65105"/>
                </a:lnTo>
                <a:lnTo>
                  <a:pt x="1633011" y="64454"/>
                </a:lnTo>
                <a:lnTo>
                  <a:pt x="1633080" y="63795"/>
                </a:lnTo>
                <a:lnTo>
                  <a:pt x="1633141" y="63128"/>
                </a:lnTo>
                <a:lnTo>
                  <a:pt x="1633194" y="62452"/>
                </a:lnTo>
                <a:lnTo>
                  <a:pt x="1633238" y="61768"/>
                </a:lnTo>
                <a:lnTo>
                  <a:pt x="1633275" y="61075"/>
                </a:lnTo>
                <a:lnTo>
                  <a:pt x="1633303" y="60375"/>
                </a:lnTo>
                <a:lnTo>
                  <a:pt x="1633324" y="59665"/>
                </a:lnTo>
                <a:lnTo>
                  <a:pt x="1633336" y="58948"/>
                </a:lnTo>
                <a:lnTo>
                  <a:pt x="1633340" y="58222"/>
                </a:lnTo>
                <a:lnTo>
                  <a:pt x="1633336" y="57496"/>
                </a:lnTo>
                <a:lnTo>
                  <a:pt x="1633324" y="56779"/>
                </a:lnTo>
                <a:lnTo>
                  <a:pt x="1633303" y="56069"/>
                </a:lnTo>
                <a:lnTo>
                  <a:pt x="1633275" y="55369"/>
                </a:lnTo>
                <a:lnTo>
                  <a:pt x="1633238" y="54676"/>
                </a:lnTo>
                <a:lnTo>
                  <a:pt x="1633194" y="53992"/>
                </a:lnTo>
                <a:lnTo>
                  <a:pt x="1633141" y="53316"/>
                </a:lnTo>
                <a:lnTo>
                  <a:pt x="1633080" y="52649"/>
                </a:lnTo>
                <a:lnTo>
                  <a:pt x="1633011" y="51990"/>
                </a:lnTo>
                <a:lnTo>
                  <a:pt x="1632934" y="51339"/>
                </a:lnTo>
                <a:lnTo>
                  <a:pt x="1632848" y="50697"/>
                </a:lnTo>
                <a:lnTo>
                  <a:pt x="1632755" y="50063"/>
                </a:lnTo>
                <a:lnTo>
                  <a:pt x="1632653" y="49437"/>
                </a:lnTo>
                <a:lnTo>
                  <a:pt x="1632544" y="48820"/>
                </a:lnTo>
                <a:lnTo>
                  <a:pt x="1632426" y="48211"/>
                </a:lnTo>
                <a:lnTo>
                  <a:pt x="1632300" y="47610"/>
                </a:lnTo>
                <a:lnTo>
                  <a:pt x="1632166" y="47018"/>
                </a:lnTo>
                <a:lnTo>
                  <a:pt x="1632024" y="46434"/>
                </a:lnTo>
                <a:lnTo>
                  <a:pt x="1631873" y="45859"/>
                </a:lnTo>
                <a:lnTo>
                  <a:pt x="1631715" y="45291"/>
                </a:lnTo>
                <a:lnTo>
                  <a:pt x="1631548" y="44733"/>
                </a:lnTo>
                <a:lnTo>
                  <a:pt x="1631374" y="44182"/>
                </a:lnTo>
                <a:lnTo>
                  <a:pt x="1631191" y="43640"/>
                </a:lnTo>
                <a:lnTo>
                  <a:pt x="1631000" y="43106"/>
                </a:lnTo>
                <a:lnTo>
                  <a:pt x="1630802" y="42581"/>
                </a:lnTo>
                <a:lnTo>
                  <a:pt x="1630600" y="42063"/>
                </a:lnTo>
                <a:lnTo>
                  <a:pt x="1630393" y="41553"/>
                </a:lnTo>
                <a:lnTo>
                  <a:pt x="1630180" y="41052"/>
                </a:lnTo>
                <a:lnTo>
                  <a:pt x="1629963" y="40558"/>
                </a:lnTo>
                <a:lnTo>
                  <a:pt x="1629741" y="40072"/>
                </a:lnTo>
                <a:lnTo>
                  <a:pt x="1629514" y="39594"/>
                </a:lnTo>
                <a:lnTo>
                  <a:pt x="1629282" y="39124"/>
                </a:lnTo>
                <a:lnTo>
                  <a:pt x="1629045" y="38661"/>
                </a:lnTo>
                <a:lnTo>
                  <a:pt x="1628804" y="38207"/>
                </a:lnTo>
                <a:lnTo>
                  <a:pt x="1628557" y="37761"/>
                </a:lnTo>
                <a:lnTo>
                  <a:pt x="1628305" y="37322"/>
                </a:lnTo>
                <a:lnTo>
                  <a:pt x="1628049" y="36892"/>
                </a:lnTo>
                <a:lnTo>
                  <a:pt x="1627787" y="36469"/>
                </a:lnTo>
                <a:lnTo>
                  <a:pt x="1627521" y="36055"/>
                </a:lnTo>
                <a:lnTo>
                  <a:pt x="1627250" y="35648"/>
                </a:lnTo>
                <a:lnTo>
                  <a:pt x="1626974" y="35249"/>
                </a:lnTo>
                <a:lnTo>
                  <a:pt x="1626692" y="34859"/>
                </a:lnTo>
                <a:lnTo>
                  <a:pt x="1626406" y="34476"/>
                </a:lnTo>
                <a:lnTo>
                  <a:pt x="1626115" y="34101"/>
                </a:lnTo>
                <a:lnTo>
                  <a:pt x="1625820" y="33734"/>
                </a:lnTo>
                <a:lnTo>
                  <a:pt x="1625519" y="33375"/>
                </a:lnTo>
                <a:lnTo>
                  <a:pt x="1625213" y="33024"/>
                </a:lnTo>
                <a:lnTo>
                  <a:pt x="1624902" y="32680"/>
                </a:lnTo>
                <a:lnTo>
                  <a:pt x="1624588" y="32345"/>
                </a:lnTo>
                <a:lnTo>
                  <a:pt x="1624270" y="32016"/>
                </a:lnTo>
                <a:lnTo>
                  <a:pt x="1623949" y="31695"/>
                </a:lnTo>
                <a:lnTo>
                  <a:pt x="1623624" y="31382"/>
                </a:lnTo>
                <a:lnTo>
                  <a:pt x="1623297" y="31075"/>
                </a:lnTo>
                <a:lnTo>
                  <a:pt x="1622966" y="30776"/>
                </a:lnTo>
                <a:lnTo>
                  <a:pt x="1622632" y="30484"/>
                </a:lnTo>
                <a:lnTo>
                  <a:pt x="1622295" y="30199"/>
                </a:lnTo>
                <a:lnTo>
                  <a:pt x="1621954" y="29922"/>
                </a:lnTo>
                <a:lnTo>
                  <a:pt x="1621611" y="29652"/>
                </a:lnTo>
                <a:lnTo>
                  <a:pt x="1621264" y="29389"/>
                </a:lnTo>
                <a:lnTo>
                  <a:pt x="1620914" y="29134"/>
                </a:lnTo>
                <a:lnTo>
                  <a:pt x="1620561" y="28885"/>
                </a:lnTo>
                <a:lnTo>
                  <a:pt x="1620204" y="28644"/>
                </a:lnTo>
                <a:lnTo>
                  <a:pt x="1619845" y="28411"/>
                </a:lnTo>
                <a:lnTo>
                  <a:pt x="1619482" y="28184"/>
                </a:lnTo>
                <a:lnTo>
                  <a:pt x="1619116" y="27965"/>
                </a:lnTo>
                <a:lnTo>
                  <a:pt x="1618746" y="27753"/>
                </a:lnTo>
                <a:lnTo>
                  <a:pt x="1618374" y="27549"/>
                </a:lnTo>
                <a:lnTo>
                  <a:pt x="1617998" y="27352"/>
                </a:lnTo>
                <a:lnTo>
                  <a:pt x="1617619" y="27162"/>
                </a:lnTo>
                <a:lnTo>
                  <a:pt x="1617237" y="26979"/>
                </a:lnTo>
                <a:lnTo>
                  <a:pt x="1616852" y="26804"/>
                </a:lnTo>
                <a:lnTo>
                  <a:pt x="1616463" y="26636"/>
                </a:lnTo>
                <a:lnTo>
                  <a:pt x="1616073" y="26474"/>
                </a:lnTo>
                <a:lnTo>
                  <a:pt x="1615682" y="26320"/>
                </a:lnTo>
                <a:lnTo>
                  <a:pt x="1615291" y="26173"/>
                </a:lnTo>
                <a:lnTo>
                  <a:pt x="1614900" y="26032"/>
                </a:lnTo>
                <a:lnTo>
                  <a:pt x="1614508" y="25898"/>
                </a:lnTo>
                <a:lnTo>
                  <a:pt x="1614115" y="25771"/>
                </a:lnTo>
                <a:lnTo>
                  <a:pt x="1613722" y="25651"/>
                </a:lnTo>
                <a:lnTo>
                  <a:pt x="1613329" y="25538"/>
                </a:lnTo>
                <a:lnTo>
                  <a:pt x="1612935" y="25432"/>
                </a:lnTo>
                <a:lnTo>
                  <a:pt x="1612541" y="25332"/>
                </a:lnTo>
                <a:lnTo>
                  <a:pt x="1612147" y="25240"/>
                </a:lnTo>
                <a:lnTo>
                  <a:pt x="1611752" y="25154"/>
                </a:lnTo>
                <a:lnTo>
                  <a:pt x="1611356" y="25075"/>
                </a:lnTo>
                <a:lnTo>
                  <a:pt x="1610961" y="25003"/>
                </a:lnTo>
                <a:lnTo>
                  <a:pt x="1610564" y="24938"/>
                </a:lnTo>
                <a:lnTo>
                  <a:pt x="1610168" y="24880"/>
                </a:lnTo>
                <a:lnTo>
                  <a:pt x="1609771" y="24828"/>
                </a:lnTo>
                <a:lnTo>
                  <a:pt x="1609373" y="24784"/>
                </a:lnTo>
                <a:lnTo>
                  <a:pt x="1608975" y="24746"/>
                </a:lnTo>
                <a:lnTo>
                  <a:pt x="1608577" y="24715"/>
                </a:lnTo>
                <a:lnTo>
                  <a:pt x="1608178" y="24691"/>
                </a:lnTo>
                <a:lnTo>
                  <a:pt x="1607779" y="24674"/>
                </a:lnTo>
                <a:lnTo>
                  <a:pt x="1607379" y="24664"/>
                </a:lnTo>
                <a:lnTo>
                  <a:pt x="1606979" y="24660"/>
                </a:lnTo>
                <a:lnTo>
                  <a:pt x="1606487" y="24664"/>
                </a:lnTo>
                <a:lnTo>
                  <a:pt x="1605996" y="24676"/>
                </a:lnTo>
                <a:lnTo>
                  <a:pt x="1605508" y="24696"/>
                </a:lnTo>
                <a:lnTo>
                  <a:pt x="1605020" y="24724"/>
                </a:lnTo>
                <a:lnTo>
                  <a:pt x="1604534" y="24759"/>
                </a:lnTo>
                <a:lnTo>
                  <a:pt x="1604050" y="24803"/>
                </a:lnTo>
                <a:lnTo>
                  <a:pt x="1603567" y="24855"/>
                </a:lnTo>
                <a:lnTo>
                  <a:pt x="1603085" y="24914"/>
                </a:lnTo>
                <a:lnTo>
                  <a:pt x="1602605" y="24982"/>
                </a:lnTo>
                <a:lnTo>
                  <a:pt x="1602127" y="25057"/>
                </a:lnTo>
                <a:lnTo>
                  <a:pt x="1601650" y="25141"/>
                </a:lnTo>
                <a:lnTo>
                  <a:pt x="1601175" y="25232"/>
                </a:lnTo>
                <a:lnTo>
                  <a:pt x="1600701" y="25331"/>
                </a:lnTo>
                <a:lnTo>
                  <a:pt x="1600228" y="25439"/>
                </a:lnTo>
                <a:lnTo>
                  <a:pt x="1599757" y="25554"/>
                </a:lnTo>
                <a:lnTo>
                  <a:pt x="1599287" y="25677"/>
                </a:lnTo>
                <a:lnTo>
                  <a:pt x="1598819" y="25808"/>
                </a:lnTo>
                <a:lnTo>
                  <a:pt x="1598353" y="25947"/>
                </a:lnTo>
                <a:lnTo>
                  <a:pt x="1597888" y="26094"/>
                </a:lnTo>
                <a:lnTo>
                  <a:pt x="1597424" y="26249"/>
                </a:lnTo>
                <a:lnTo>
                  <a:pt x="1596962" y="26411"/>
                </a:lnTo>
                <a:lnTo>
                  <a:pt x="1596501" y="26582"/>
                </a:lnTo>
                <a:lnTo>
                  <a:pt x="1596042" y="26761"/>
                </a:lnTo>
                <a:lnTo>
                  <a:pt x="1595585" y="26948"/>
                </a:lnTo>
                <a:lnTo>
                  <a:pt x="1595132" y="27143"/>
                </a:lnTo>
                <a:lnTo>
                  <a:pt x="1594687" y="27347"/>
                </a:lnTo>
                <a:lnTo>
                  <a:pt x="1594250" y="27561"/>
                </a:lnTo>
                <a:lnTo>
                  <a:pt x="1593821" y="27784"/>
                </a:lnTo>
                <a:lnTo>
                  <a:pt x="1593400" y="28016"/>
                </a:lnTo>
                <a:lnTo>
                  <a:pt x="1592987" y="28258"/>
                </a:lnTo>
                <a:lnTo>
                  <a:pt x="1592581" y="28508"/>
                </a:lnTo>
                <a:lnTo>
                  <a:pt x="1592184" y="28768"/>
                </a:lnTo>
                <a:lnTo>
                  <a:pt x="1591794" y="29037"/>
                </a:lnTo>
                <a:lnTo>
                  <a:pt x="1591413" y="29316"/>
                </a:lnTo>
                <a:lnTo>
                  <a:pt x="1591039" y="29603"/>
                </a:lnTo>
                <a:lnTo>
                  <a:pt x="1590673" y="29900"/>
                </a:lnTo>
                <a:lnTo>
                  <a:pt x="1590315" y="30206"/>
                </a:lnTo>
                <a:lnTo>
                  <a:pt x="1589965" y="30521"/>
                </a:lnTo>
                <a:lnTo>
                  <a:pt x="1589623" y="30846"/>
                </a:lnTo>
                <a:lnTo>
                  <a:pt x="1589289" y="31180"/>
                </a:lnTo>
                <a:lnTo>
                  <a:pt x="1588963" y="31523"/>
                </a:lnTo>
                <a:lnTo>
                  <a:pt x="1588645" y="31875"/>
                </a:lnTo>
                <a:lnTo>
                  <a:pt x="1588334" y="32236"/>
                </a:lnTo>
                <a:lnTo>
                  <a:pt x="1588032" y="32607"/>
                </a:lnTo>
                <a:lnTo>
                  <a:pt x="1587737" y="32987"/>
                </a:lnTo>
                <a:lnTo>
                  <a:pt x="1587451" y="33376"/>
                </a:lnTo>
                <a:lnTo>
                  <a:pt x="1587172" y="33774"/>
                </a:lnTo>
                <a:lnTo>
                  <a:pt x="1586901" y="34182"/>
                </a:lnTo>
                <a:lnTo>
                  <a:pt x="1586655" y="34182"/>
                </a:lnTo>
                <a:lnTo>
                  <a:pt x="1586655" y="2165"/>
                </a:lnTo>
                <a:lnTo>
                  <a:pt x="1569163" y="2165"/>
                </a:lnTo>
                <a:lnTo>
                  <a:pt x="1569163" y="90141"/>
                </a:lnTo>
                <a:lnTo>
                  <a:pt x="1585792" y="90141"/>
                </a:lnTo>
                <a:lnTo>
                  <a:pt x="1585792" y="82012"/>
                </a:lnTo>
                <a:lnTo>
                  <a:pt x="1586038" y="82012"/>
                </a:lnTo>
                <a:lnTo>
                  <a:pt x="1586279" y="82450"/>
                </a:lnTo>
                <a:close/>
                <a:moveTo>
                  <a:pt x="1615811" y="59976"/>
                </a:moveTo>
                <a:lnTo>
                  <a:pt x="1615795" y="60300"/>
                </a:lnTo>
                <a:lnTo>
                  <a:pt x="1615775" y="60623"/>
                </a:lnTo>
                <a:lnTo>
                  <a:pt x="1615753" y="60945"/>
                </a:lnTo>
                <a:lnTo>
                  <a:pt x="1615727" y="61266"/>
                </a:lnTo>
                <a:lnTo>
                  <a:pt x="1615699" y="61586"/>
                </a:lnTo>
                <a:lnTo>
                  <a:pt x="1615667" y="61906"/>
                </a:lnTo>
                <a:lnTo>
                  <a:pt x="1615633" y="62225"/>
                </a:lnTo>
                <a:lnTo>
                  <a:pt x="1615595" y="62542"/>
                </a:lnTo>
                <a:lnTo>
                  <a:pt x="1615555" y="62859"/>
                </a:lnTo>
                <a:lnTo>
                  <a:pt x="1615511" y="63176"/>
                </a:lnTo>
                <a:lnTo>
                  <a:pt x="1615465" y="63491"/>
                </a:lnTo>
                <a:lnTo>
                  <a:pt x="1615416" y="63805"/>
                </a:lnTo>
                <a:lnTo>
                  <a:pt x="1615363" y="64119"/>
                </a:lnTo>
                <a:lnTo>
                  <a:pt x="1615308" y="64432"/>
                </a:lnTo>
                <a:lnTo>
                  <a:pt x="1615249" y="64744"/>
                </a:lnTo>
                <a:lnTo>
                  <a:pt x="1615188" y="65055"/>
                </a:lnTo>
                <a:lnTo>
                  <a:pt x="1615123" y="65365"/>
                </a:lnTo>
                <a:lnTo>
                  <a:pt x="1615056" y="65674"/>
                </a:lnTo>
                <a:lnTo>
                  <a:pt x="1614986" y="65983"/>
                </a:lnTo>
                <a:lnTo>
                  <a:pt x="1614912" y="66289"/>
                </a:lnTo>
                <a:lnTo>
                  <a:pt x="1614835" y="66593"/>
                </a:lnTo>
                <a:lnTo>
                  <a:pt x="1614755" y="66893"/>
                </a:lnTo>
                <a:lnTo>
                  <a:pt x="1614671" y="67191"/>
                </a:lnTo>
                <a:lnTo>
                  <a:pt x="1614583" y="67485"/>
                </a:lnTo>
                <a:lnTo>
                  <a:pt x="1614493" y="67777"/>
                </a:lnTo>
                <a:lnTo>
                  <a:pt x="1614399" y="68065"/>
                </a:lnTo>
                <a:lnTo>
                  <a:pt x="1614301" y="68351"/>
                </a:lnTo>
                <a:lnTo>
                  <a:pt x="1614200" y="68633"/>
                </a:lnTo>
                <a:lnTo>
                  <a:pt x="1614096" y="68913"/>
                </a:lnTo>
                <a:lnTo>
                  <a:pt x="1613988" y="69189"/>
                </a:lnTo>
                <a:lnTo>
                  <a:pt x="1613877" y="69463"/>
                </a:lnTo>
                <a:lnTo>
                  <a:pt x="1613762" y="69733"/>
                </a:lnTo>
                <a:lnTo>
                  <a:pt x="1613644" y="70001"/>
                </a:lnTo>
                <a:lnTo>
                  <a:pt x="1613523" y="70266"/>
                </a:lnTo>
                <a:lnTo>
                  <a:pt x="1613398" y="70527"/>
                </a:lnTo>
                <a:lnTo>
                  <a:pt x="1613269" y="70786"/>
                </a:lnTo>
                <a:lnTo>
                  <a:pt x="1613138" y="71041"/>
                </a:lnTo>
                <a:lnTo>
                  <a:pt x="1613002" y="71294"/>
                </a:lnTo>
                <a:lnTo>
                  <a:pt x="1612864" y="71544"/>
                </a:lnTo>
                <a:lnTo>
                  <a:pt x="1612722" y="71790"/>
                </a:lnTo>
                <a:lnTo>
                  <a:pt x="1612576" y="72034"/>
                </a:lnTo>
                <a:lnTo>
                  <a:pt x="1612428" y="72275"/>
                </a:lnTo>
                <a:lnTo>
                  <a:pt x="1612275" y="72512"/>
                </a:lnTo>
                <a:lnTo>
                  <a:pt x="1612120" y="72746"/>
                </a:lnTo>
                <a:lnTo>
                  <a:pt x="1611961" y="72976"/>
                </a:lnTo>
                <a:lnTo>
                  <a:pt x="1611799" y="73202"/>
                </a:lnTo>
                <a:lnTo>
                  <a:pt x="1611634" y="73424"/>
                </a:lnTo>
                <a:lnTo>
                  <a:pt x="1611465" y="73642"/>
                </a:lnTo>
                <a:lnTo>
                  <a:pt x="1611294" y="73856"/>
                </a:lnTo>
                <a:lnTo>
                  <a:pt x="1611119" y="74065"/>
                </a:lnTo>
                <a:lnTo>
                  <a:pt x="1610941" y="74271"/>
                </a:lnTo>
                <a:lnTo>
                  <a:pt x="1610760" y="74472"/>
                </a:lnTo>
                <a:lnTo>
                  <a:pt x="1610575" y="74670"/>
                </a:lnTo>
                <a:lnTo>
                  <a:pt x="1610387" y="74863"/>
                </a:lnTo>
                <a:lnTo>
                  <a:pt x="1610197" y="75053"/>
                </a:lnTo>
                <a:lnTo>
                  <a:pt x="1610002" y="75238"/>
                </a:lnTo>
                <a:lnTo>
                  <a:pt x="1609805" y="75419"/>
                </a:lnTo>
                <a:lnTo>
                  <a:pt x="1609605" y="75596"/>
                </a:lnTo>
                <a:lnTo>
                  <a:pt x="1609401" y="75770"/>
                </a:lnTo>
                <a:lnTo>
                  <a:pt x="1609194" y="75939"/>
                </a:lnTo>
                <a:lnTo>
                  <a:pt x="1608984" y="76104"/>
                </a:lnTo>
                <a:lnTo>
                  <a:pt x="1608770" y="76265"/>
                </a:lnTo>
                <a:lnTo>
                  <a:pt x="1608554" y="76421"/>
                </a:lnTo>
                <a:lnTo>
                  <a:pt x="1608334" y="76574"/>
                </a:lnTo>
                <a:lnTo>
                  <a:pt x="1608111" y="76723"/>
                </a:lnTo>
                <a:lnTo>
                  <a:pt x="1607885" y="76868"/>
                </a:lnTo>
                <a:lnTo>
                  <a:pt x="1607655" y="77008"/>
                </a:lnTo>
                <a:lnTo>
                  <a:pt x="1607422" y="77144"/>
                </a:lnTo>
                <a:lnTo>
                  <a:pt x="1607185" y="77274"/>
                </a:lnTo>
                <a:lnTo>
                  <a:pt x="1606944" y="77398"/>
                </a:lnTo>
                <a:lnTo>
                  <a:pt x="1606699" y="77517"/>
                </a:lnTo>
                <a:lnTo>
                  <a:pt x="1606450" y="77629"/>
                </a:lnTo>
                <a:lnTo>
                  <a:pt x="1606197" y="77736"/>
                </a:lnTo>
                <a:lnTo>
                  <a:pt x="1605940" y="77837"/>
                </a:lnTo>
                <a:lnTo>
                  <a:pt x="1605678" y="77933"/>
                </a:lnTo>
                <a:lnTo>
                  <a:pt x="1605413" y="78022"/>
                </a:lnTo>
                <a:lnTo>
                  <a:pt x="1605143" y="78106"/>
                </a:lnTo>
                <a:lnTo>
                  <a:pt x="1604870" y="78184"/>
                </a:lnTo>
                <a:lnTo>
                  <a:pt x="1604592" y="78256"/>
                </a:lnTo>
                <a:lnTo>
                  <a:pt x="1604310" y="78322"/>
                </a:lnTo>
                <a:lnTo>
                  <a:pt x="1604025" y="78383"/>
                </a:lnTo>
                <a:lnTo>
                  <a:pt x="1603735" y="78438"/>
                </a:lnTo>
                <a:lnTo>
                  <a:pt x="1603441" y="78487"/>
                </a:lnTo>
                <a:lnTo>
                  <a:pt x="1603143" y="78530"/>
                </a:lnTo>
                <a:lnTo>
                  <a:pt x="1602841" y="78568"/>
                </a:lnTo>
                <a:lnTo>
                  <a:pt x="1602535" y="78600"/>
                </a:lnTo>
                <a:lnTo>
                  <a:pt x="1602225" y="78626"/>
                </a:lnTo>
                <a:lnTo>
                  <a:pt x="1601910" y="78646"/>
                </a:lnTo>
                <a:lnTo>
                  <a:pt x="1601592" y="78660"/>
                </a:lnTo>
                <a:lnTo>
                  <a:pt x="1601270" y="78669"/>
                </a:lnTo>
                <a:lnTo>
                  <a:pt x="1600943" y="78672"/>
                </a:lnTo>
                <a:lnTo>
                  <a:pt x="1600627" y="78669"/>
                </a:lnTo>
                <a:lnTo>
                  <a:pt x="1600314" y="78660"/>
                </a:lnTo>
                <a:lnTo>
                  <a:pt x="1600004" y="78646"/>
                </a:lnTo>
                <a:lnTo>
                  <a:pt x="1599698" y="78626"/>
                </a:lnTo>
                <a:lnTo>
                  <a:pt x="1599395" y="78600"/>
                </a:lnTo>
                <a:lnTo>
                  <a:pt x="1599095" y="78568"/>
                </a:lnTo>
                <a:lnTo>
                  <a:pt x="1598799" y="78530"/>
                </a:lnTo>
                <a:lnTo>
                  <a:pt x="1598507" y="78487"/>
                </a:lnTo>
                <a:lnTo>
                  <a:pt x="1598218" y="78438"/>
                </a:lnTo>
                <a:lnTo>
                  <a:pt x="1597932" y="78383"/>
                </a:lnTo>
                <a:lnTo>
                  <a:pt x="1597650" y="78322"/>
                </a:lnTo>
                <a:lnTo>
                  <a:pt x="1597371" y="78256"/>
                </a:lnTo>
                <a:lnTo>
                  <a:pt x="1597095" y="78184"/>
                </a:lnTo>
                <a:lnTo>
                  <a:pt x="1596823" y="78106"/>
                </a:lnTo>
                <a:lnTo>
                  <a:pt x="1596555" y="78022"/>
                </a:lnTo>
                <a:lnTo>
                  <a:pt x="1596289" y="77933"/>
                </a:lnTo>
                <a:lnTo>
                  <a:pt x="1596028" y="77837"/>
                </a:lnTo>
                <a:lnTo>
                  <a:pt x="1595769" y="77736"/>
                </a:lnTo>
                <a:lnTo>
                  <a:pt x="1595515" y="77629"/>
                </a:lnTo>
                <a:lnTo>
                  <a:pt x="1595263" y="77517"/>
                </a:lnTo>
                <a:lnTo>
                  <a:pt x="1595015" y="77398"/>
                </a:lnTo>
                <a:lnTo>
                  <a:pt x="1594770" y="77274"/>
                </a:lnTo>
                <a:lnTo>
                  <a:pt x="1594529" y="77144"/>
                </a:lnTo>
                <a:lnTo>
                  <a:pt x="1594291" y="77008"/>
                </a:lnTo>
                <a:lnTo>
                  <a:pt x="1594057" y="76868"/>
                </a:lnTo>
                <a:lnTo>
                  <a:pt x="1593826" y="76723"/>
                </a:lnTo>
                <a:lnTo>
                  <a:pt x="1593599" y="76574"/>
                </a:lnTo>
                <a:lnTo>
                  <a:pt x="1593375" y="76421"/>
                </a:lnTo>
                <a:lnTo>
                  <a:pt x="1593154" y="76265"/>
                </a:lnTo>
                <a:lnTo>
                  <a:pt x="1592937" y="76104"/>
                </a:lnTo>
                <a:lnTo>
                  <a:pt x="1592723" y="75939"/>
                </a:lnTo>
                <a:lnTo>
                  <a:pt x="1592513" y="75770"/>
                </a:lnTo>
                <a:lnTo>
                  <a:pt x="1592306" y="75596"/>
                </a:lnTo>
                <a:lnTo>
                  <a:pt x="1592102" y="75419"/>
                </a:lnTo>
                <a:lnTo>
                  <a:pt x="1591902" y="75238"/>
                </a:lnTo>
                <a:lnTo>
                  <a:pt x="1591705" y="75053"/>
                </a:lnTo>
                <a:lnTo>
                  <a:pt x="1591512" y="74863"/>
                </a:lnTo>
                <a:lnTo>
                  <a:pt x="1591322" y="74670"/>
                </a:lnTo>
                <a:lnTo>
                  <a:pt x="1591136" y="74472"/>
                </a:lnTo>
                <a:lnTo>
                  <a:pt x="1590953" y="74271"/>
                </a:lnTo>
                <a:lnTo>
                  <a:pt x="1590773" y="74065"/>
                </a:lnTo>
                <a:lnTo>
                  <a:pt x="1590597" y="73856"/>
                </a:lnTo>
                <a:lnTo>
                  <a:pt x="1590424" y="73642"/>
                </a:lnTo>
                <a:lnTo>
                  <a:pt x="1590255" y="73424"/>
                </a:lnTo>
                <a:lnTo>
                  <a:pt x="1590089" y="73202"/>
                </a:lnTo>
                <a:lnTo>
                  <a:pt x="1589926" y="72976"/>
                </a:lnTo>
                <a:lnTo>
                  <a:pt x="1589767" y="72746"/>
                </a:lnTo>
                <a:lnTo>
                  <a:pt x="1589611" y="72512"/>
                </a:lnTo>
                <a:lnTo>
                  <a:pt x="1589459" y="72275"/>
                </a:lnTo>
                <a:lnTo>
                  <a:pt x="1589310" y="72034"/>
                </a:lnTo>
                <a:lnTo>
                  <a:pt x="1589165" y="71790"/>
                </a:lnTo>
                <a:lnTo>
                  <a:pt x="1589023" y="71544"/>
                </a:lnTo>
                <a:lnTo>
                  <a:pt x="1588884" y="71294"/>
                </a:lnTo>
                <a:lnTo>
                  <a:pt x="1588749" y="71041"/>
                </a:lnTo>
                <a:lnTo>
                  <a:pt x="1588617" y="70786"/>
                </a:lnTo>
                <a:lnTo>
                  <a:pt x="1588489" y="70527"/>
                </a:lnTo>
                <a:lnTo>
                  <a:pt x="1588364" y="70266"/>
                </a:lnTo>
                <a:lnTo>
                  <a:pt x="1588243" y="70001"/>
                </a:lnTo>
                <a:lnTo>
                  <a:pt x="1588125" y="69733"/>
                </a:lnTo>
                <a:lnTo>
                  <a:pt x="1588010" y="69463"/>
                </a:lnTo>
                <a:lnTo>
                  <a:pt x="1587899" y="69189"/>
                </a:lnTo>
                <a:lnTo>
                  <a:pt x="1587791" y="68913"/>
                </a:lnTo>
                <a:lnTo>
                  <a:pt x="1587687" y="68633"/>
                </a:lnTo>
                <a:lnTo>
                  <a:pt x="1587586" y="68351"/>
                </a:lnTo>
                <a:lnTo>
                  <a:pt x="1587488" y="68065"/>
                </a:lnTo>
                <a:lnTo>
                  <a:pt x="1587394" y="67777"/>
                </a:lnTo>
                <a:lnTo>
                  <a:pt x="1587303" y="67485"/>
                </a:lnTo>
                <a:lnTo>
                  <a:pt x="1587216" y="67191"/>
                </a:lnTo>
                <a:lnTo>
                  <a:pt x="1587132" y="66893"/>
                </a:lnTo>
                <a:lnTo>
                  <a:pt x="1587052" y="66593"/>
                </a:lnTo>
                <a:lnTo>
                  <a:pt x="1586975" y="66289"/>
                </a:lnTo>
                <a:lnTo>
                  <a:pt x="1586901" y="65983"/>
                </a:lnTo>
                <a:lnTo>
                  <a:pt x="1586831" y="65674"/>
                </a:lnTo>
                <a:lnTo>
                  <a:pt x="1586763" y="65365"/>
                </a:lnTo>
                <a:lnTo>
                  <a:pt x="1586699" y="65055"/>
                </a:lnTo>
                <a:lnTo>
                  <a:pt x="1586637" y="64744"/>
                </a:lnTo>
                <a:lnTo>
                  <a:pt x="1586579" y="64432"/>
                </a:lnTo>
                <a:lnTo>
                  <a:pt x="1586524" y="64119"/>
                </a:lnTo>
                <a:lnTo>
                  <a:pt x="1586471" y="63805"/>
                </a:lnTo>
                <a:lnTo>
                  <a:pt x="1586422" y="63491"/>
                </a:lnTo>
                <a:lnTo>
                  <a:pt x="1586375" y="63176"/>
                </a:lnTo>
                <a:lnTo>
                  <a:pt x="1586332" y="62859"/>
                </a:lnTo>
                <a:lnTo>
                  <a:pt x="1586291" y="62542"/>
                </a:lnTo>
                <a:lnTo>
                  <a:pt x="1586254" y="62225"/>
                </a:lnTo>
                <a:lnTo>
                  <a:pt x="1586219" y="61906"/>
                </a:lnTo>
                <a:lnTo>
                  <a:pt x="1586188" y="61586"/>
                </a:lnTo>
                <a:lnTo>
                  <a:pt x="1586160" y="61266"/>
                </a:lnTo>
                <a:lnTo>
                  <a:pt x="1586134" y="60945"/>
                </a:lnTo>
                <a:lnTo>
                  <a:pt x="1586112" y="60623"/>
                </a:lnTo>
                <a:lnTo>
                  <a:pt x="1586092" y="60300"/>
                </a:lnTo>
                <a:lnTo>
                  <a:pt x="1586076" y="59976"/>
                </a:lnTo>
                <a:lnTo>
                  <a:pt x="1586062" y="59651"/>
                </a:lnTo>
                <a:lnTo>
                  <a:pt x="1586052" y="59326"/>
                </a:lnTo>
                <a:lnTo>
                  <a:pt x="1586044" y="58999"/>
                </a:lnTo>
                <a:lnTo>
                  <a:pt x="1586040" y="58672"/>
                </a:lnTo>
                <a:lnTo>
                  <a:pt x="1586038" y="58344"/>
                </a:lnTo>
                <a:lnTo>
                  <a:pt x="1586040" y="58006"/>
                </a:lnTo>
                <a:lnTo>
                  <a:pt x="1586044" y="57669"/>
                </a:lnTo>
                <a:lnTo>
                  <a:pt x="1586052" y="57334"/>
                </a:lnTo>
                <a:lnTo>
                  <a:pt x="1586062" y="56999"/>
                </a:lnTo>
                <a:lnTo>
                  <a:pt x="1586076" y="56666"/>
                </a:lnTo>
                <a:lnTo>
                  <a:pt x="1586092" y="56335"/>
                </a:lnTo>
                <a:lnTo>
                  <a:pt x="1586112" y="56004"/>
                </a:lnTo>
                <a:lnTo>
                  <a:pt x="1586134" y="55675"/>
                </a:lnTo>
                <a:lnTo>
                  <a:pt x="1586160" y="55347"/>
                </a:lnTo>
                <a:lnTo>
                  <a:pt x="1586188" y="55020"/>
                </a:lnTo>
                <a:lnTo>
                  <a:pt x="1586219" y="54695"/>
                </a:lnTo>
                <a:lnTo>
                  <a:pt x="1586254" y="54371"/>
                </a:lnTo>
                <a:lnTo>
                  <a:pt x="1586291" y="54048"/>
                </a:lnTo>
                <a:lnTo>
                  <a:pt x="1586332" y="53727"/>
                </a:lnTo>
                <a:lnTo>
                  <a:pt x="1586375" y="53407"/>
                </a:lnTo>
                <a:lnTo>
                  <a:pt x="1586422" y="53088"/>
                </a:lnTo>
                <a:lnTo>
                  <a:pt x="1586471" y="52770"/>
                </a:lnTo>
                <a:lnTo>
                  <a:pt x="1586524" y="52454"/>
                </a:lnTo>
                <a:lnTo>
                  <a:pt x="1586579" y="52139"/>
                </a:lnTo>
                <a:lnTo>
                  <a:pt x="1586637" y="51825"/>
                </a:lnTo>
                <a:lnTo>
                  <a:pt x="1586699" y="51513"/>
                </a:lnTo>
                <a:lnTo>
                  <a:pt x="1586763" y="51202"/>
                </a:lnTo>
                <a:lnTo>
                  <a:pt x="1586831" y="50892"/>
                </a:lnTo>
                <a:lnTo>
                  <a:pt x="1586901" y="50583"/>
                </a:lnTo>
                <a:lnTo>
                  <a:pt x="1586975" y="50277"/>
                </a:lnTo>
                <a:lnTo>
                  <a:pt x="1587052" y="49973"/>
                </a:lnTo>
                <a:lnTo>
                  <a:pt x="1587132" y="49673"/>
                </a:lnTo>
                <a:lnTo>
                  <a:pt x="1587216" y="49375"/>
                </a:lnTo>
                <a:lnTo>
                  <a:pt x="1587303" y="49080"/>
                </a:lnTo>
                <a:lnTo>
                  <a:pt x="1587394" y="48789"/>
                </a:lnTo>
                <a:lnTo>
                  <a:pt x="1587488" y="48500"/>
                </a:lnTo>
                <a:lnTo>
                  <a:pt x="1587586" y="48215"/>
                </a:lnTo>
                <a:lnTo>
                  <a:pt x="1587687" y="47932"/>
                </a:lnTo>
                <a:lnTo>
                  <a:pt x="1587791" y="47653"/>
                </a:lnTo>
                <a:lnTo>
                  <a:pt x="1587899" y="47376"/>
                </a:lnTo>
                <a:lnTo>
                  <a:pt x="1588010" y="47102"/>
                </a:lnTo>
                <a:lnTo>
                  <a:pt x="1588125" y="46832"/>
                </a:lnTo>
                <a:lnTo>
                  <a:pt x="1588243" y="46564"/>
                </a:lnTo>
                <a:lnTo>
                  <a:pt x="1588364" y="46300"/>
                </a:lnTo>
                <a:lnTo>
                  <a:pt x="1588489" y="46038"/>
                </a:lnTo>
                <a:lnTo>
                  <a:pt x="1588617" y="45780"/>
                </a:lnTo>
                <a:lnTo>
                  <a:pt x="1588749" y="45524"/>
                </a:lnTo>
                <a:lnTo>
                  <a:pt x="1588884" y="45271"/>
                </a:lnTo>
                <a:lnTo>
                  <a:pt x="1589023" y="45022"/>
                </a:lnTo>
                <a:lnTo>
                  <a:pt x="1589165" y="44775"/>
                </a:lnTo>
                <a:lnTo>
                  <a:pt x="1589310" y="44532"/>
                </a:lnTo>
                <a:lnTo>
                  <a:pt x="1589459" y="44291"/>
                </a:lnTo>
                <a:lnTo>
                  <a:pt x="1589611" y="44054"/>
                </a:lnTo>
                <a:lnTo>
                  <a:pt x="1589767" y="43820"/>
                </a:lnTo>
                <a:lnTo>
                  <a:pt x="1589926" y="43589"/>
                </a:lnTo>
                <a:lnTo>
                  <a:pt x="1590089" y="43363"/>
                </a:lnTo>
                <a:lnTo>
                  <a:pt x="1590255" y="43141"/>
                </a:lnTo>
                <a:lnTo>
                  <a:pt x="1590424" y="42923"/>
                </a:lnTo>
                <a:lnTo>
                  <a:pt x="1590597" y="42710"/>
                </a:lnTo>
                <a:lnTo>
                  <a:pt x="1590773" y="42500"/>
                </a:lnTo>
                <a:lnTo>
                  <a:pt x="1590953" y="42294"/>
                </a:lnTo>
                <a:lnTo>
                  <a:pt x="1591136" y="42093"/>
                </a:lnTo>
                <a:lnTo>
                  <a:pt x="1591322" y="41895"/>
                </a:lnTo>
                <a:lnTo>
                  <a:pt x="1591512" y="41701"/>
                </a:lnTo>
                <a:lnTo>
                  <a:pt x="1591705" y="41512"/>
                </a:lnTo>
                <a:lnTo>
                  <a:pt x="1591902" y="41327"/>
                </a:lnTo>
                <a:lnTo>
                  <a:pt x="1592102" y="41145"/>
                </a:lnTo>
                <a:lnTo>
                  <a:pt x="1592306" y="40968"/>
                </a:lnTo>
                <a:lnTo>
                  <a:pt x="1592513" y="40795"/>
                </a:lnTo>
                <a:lnTo>
                  <a:pt x="1592723" y="40626"/>
                </a:lnTo>
                <a:lnTo>
                  <a:pt x="1592937" y="40461"/>
                </a:lnTo>
                <a:lnTo>
                  <a:pt x="1593154" y="40300"/>
                </a:lnTo>
                <a:lnTo>
                  <a:pt x="1593375" y="40143"/>
                </a:lnTo>
                <a:lnTo>
                  <a:pt x="1593599" y="39990"/>
                </a:lnTo>
                <a:lnTo>
                  <a:pt x="1593826" y="39841"/>
                </a:lnTo>
                <a:lnTo>
                  <a:pt x="1594057" y="39696"/>
                </a:lnTo>
                <a:lnTo>
                  <a:pt x="1594291" y="39556"/>
                </a:lnTo>
                <a:lnTo>
                  <a:pt x="1594529" y="39420"/>
                </a:lnTo>
                <a:lnTo>
                  <a:pt x="1594770" y="39290"/>
                </a:lnTo>
                <a:lnTo>
                  <a:pt x="1595015" y="39166"/>
                </a:lnTo>
                <a:lnTo>
                  <a:pt x="1595263" y="39048"/>
                </a:lnTo>
                <a:lnTo>
                  <a:pt x="1595515" y="38935"/>
                </a:lnTo>
                <a:lnTo>
                  <a:pt x="1595769" y="38828"/>
                </a:lnTo>
                <a:lnTo>
                  <a:pt x="1596028" y="38727"/>
                </a:lnTo>
                <a:lnTo>
                  <a:pt x="1596289" y="38632"/>
                </a:lnTo>
                <a:lnTo>
                  <a:pt x="1596555" y="38542"/>
                </a:lnTo>
                <a:lnTo>
                  <a:pt x="1596823" y="38458"/>
                </a:lnTo>
                <a:lnTo>
                  <a:pt x="1597095" y="38380"/>
                </a:lnTo>
                <a:lnTo>
                  <a:pt x="1597371" y="38308"/>
                </a:lnTo>
                <a:lnTo>
                  <a:pt x="1597650" y="38242"/>
                </a:lnTo>
                <a:lnTo>
                  <a:pt x="1597932" y="38181"/>
                </a:lnTo>
                <a:lnTo>
                  <a:pt x="1598218" y="38126"/>
                </a:lnTo>
                <a:lnTo>
                  <a:pt x="1598507" y="38077"/>
                </a:lnTo>
                <a:lnTo>
                  <a:pt x="1598799" y="38034"/>
                </a:lnTo>
                <a:lnTo>
                  <a:pt x="1599095" y="37996"/>
                </a:lnTo>
                <a:lnTo>
                  <a:pt x="1599395" y="37965"/>
                </a:lnTo>
                <a:lnTo>
                  <a:pt x="1599698" y="37939"/>
                </a:lnTo>
                <a:lnTo>
                  <a:pt x="1600004" y="37918"/>
                </a:lnTo>
                <a:lnTo>
                  <a:pt x="1600314" y="37904"/>
                </a:lnTo>
                <a:lnTo>
                  <a:pt x="1600627" y="37895"/>
                </a:lnTo>
                <a:lnTo>
                  <a:pt x="1600943" y="37892"/>
                </a:lnTo>
                <a:lnTo>
                  <a:pt x="1601270" y="37895"/>
                </a:lnTo>
                <a:lnTo>
                  <a:pt x="1601592" y="37904"/>
                </a:lnTo>
                <a:lnTo>
                  <a:pt x="1601910" y="37918"/>
                </a:lnTo>
                <a:lnTo>
                  <a:pt x="1602225" y="37939"/>
                </a:lnTo>
                <a:lnTo>
                  <a:pt x="1602535" y="37965"/>
                </a:lnTo>
                <a:lnTo>
                  <a:pt x="1602841" y="37996"/>
                </a:lnTo>
                <a:lnTo>
                  <a:pt x="1603143" y="38034"/>
                </a:lnTo>
                <a:lnTo>
                  <a:pt x="1603441" y="38077"/>
                </a:lnTo>
                <a:lnTo>
                  <a:pt x="1603735" y="38126"/>
                </a:lnTo>
                <a:lnTo>
                  <a:pt x="1604025" y="38181"/>
                </a:lnTo>
                <a:lnTo>
                  <a:pt x="1604310" y="38242"/>
                </a:lnTo>
                <a:lnTo>
                  <a:pt x="1604592" y="38308"/>
                </a:lnTo>
                <a:lnTo>
                  <a:pt x="1604870" y="38380"/>
                </a:lnTo>
                <a:lnTo>
                  <a:pt x="1605143" y="38458"/>
                </a:lnTo>
                <a:lnTo>
                  <a:pt x="1605413" y="38542"/>
                </a:lnTo>
                <a:lnTo>
                  <a:pt x="1605678" y="38632"/>
                </a:lnTo>
                <a:lnTo>
                  <a:pt x="1605940" y="38727"/>
                </a:lnTo>
                <a:lnTo>
                  <a:pt x="1606197" y="38828"/>
                </a:lnTo>
                <a:lnTo>
                  <a:pt x="1606450" y="38935"/>
                </a:lnTo>
                <a:lnTo>
                  <a:pt x="1606699" y="39048"/>
                </a:lnTo>
                <a:lnTo>
                  <a:pt x="1606944" y="39166"/>
                </a:lnTo>
                <a:lnTo>
                  <a:pt x="1607185" y="39290"/>
                </a:lnTo>
                <a:lnTo>
                  <a:pt x="1607422" y="39420"/>
                </a:lnTo>
                <a:lnTo>
                  <a:pt x="1607655" y="39556"/>
                </a:lnTo>
                <a:lnTo>
                  <a:pt x="1607885" y="39696"/>
                </a:lnTo>
                <a:lnTo>
                  <a:pt x="1608111" y="39841"/>
                </a:lnTo>
                <a:lnTo>
                  <a:pt x="1608334" y="39990"/>
                </a:lnTo>
                <a:lnTo>
                  <a:pt x="1608554" y="40143"/>
                </a:lnTo>
                <a:lnTo>
                  <a:pt x="1608770" y="40300"/>
                </a:lnTo>
                <a:lnTo>
                  <a:pt x="1608984" y="40461"/>
                </a:lnTo>
                <a:lnTo>
                  <a:pt x="1609194" y="40626"/>
                </a:lnTo>
                <a:lnTo>
                  <a:pt x="1609401" y="40795"/>
                </a:lnTo>
                <a:lnTo>
                  <a:pt x="1609605" y="40968"/>
                </a:lnTo>
                <a:lnTo>
                  <a:pt x="1609805" y="41145"/>
                </a:lnTo>
                <a:lnTo>
                  <a:pt x="1610002" y="41327"/>
                </a:lnTo>
                <a:lnTo>
                  <a:pt x="1610197" y="41512"/>
                </a:lnTo>
                <a:lnTo>
                  <a:pt x="1610387" y="41701"/>
                </a:lnTo>
                <a:lnTo>
                  <a:pt x="1610575" y="41895"/>
                </a:lnTo>
                <a:lnTo>
                  <a:pt x="1610760" y="42093"/>
                </a:lnTo>
                <a:lnTo>
                  <a:pt x="1610941" y="42294"/>
                </a:lnTo>
                <a:lnTo>
                  <a:pt x="1611119" y="42500"/>
                </a:lnTo>
                <a:lnTo>
                  <a:pt x="1611294" y="42710"/>
                </a:lnTo>
                <a:lnTo>
                  <a:pt x="1611465" y="42923"/>
                </a:lnTo>
                <a:lnTo>
                  <a:pt x="1611634" y="43141"/>
                </a:lnTo>
                <a:lnTo>
                  <a:pt x="1611799" y="43363"/>
                </a:lnTo>
                <a:lnTo>
                  <a:pt x="1611961" y="43589"/>
                </a:lnTo>
                <a:lnTo>
                  <a:pt x="1612120" y="43820"/>
                </a:lnTo>
                <a:lnTo>
                  <a:pt x="1612275" y="44054"/>
                </a:lnTo>
                <a:lnTo>
                  <a:pt x="1612428" y="44291"/>
                </a:lnTo>
                <a:lnTo>
                  <a:pt x="1612576" y="44532"/>
                </a:lnTo>
                <a:lnTo>
                  <a:pt x="1612722" y="44775"/>
                </a:lnTo>
                <a:lnTo>
                  <a:pt x="1612864" y="45022"/>
                </a:lnTo>
                <a:lnTo>
                  <a:pt x="1613002" y="45271"/>
                </a:lnTo>
                <a:lnTo>
                  <a:pt x="1613138" y="45524"/>
                </a:lnTo>
                <a:lnTo>
                  <a:pt x="1613269" y="45780"/>
                </a:lnTo>
                <a:lnTo>
                  <a:pt x="1613398" y="46038"/>
                </a:lnTo>
                <a:lnTo>
                  <a:pt x="1613523" y="46300"/>
                </a:lnTo>
                <a:lnTo>
                  <a:pt x="1613644" y="46564"/>
                </a:lnTo>
                <a:lnTo>
                  <a:pt x="1613762" y="46832"/>
                </a:lnTo>
                <a:lnTo>
                  <a:pt x="1613877" y="47102"/>
                </a:lnTo>
                <a:lnTo>
                  <a:pt x="1613988" y="47376"/>
                </a:lnTo>
                <a:lnTo>
                  <a:pt x="1614096" y="47653"/>
                </a:lnTo>
                <a:lnTo>
                  <a:pt x="1614200" y="47932"/>
                </a:lnTo>
                <a:lnTo>
                  <a:pt x="1614301" y="48215"/>
                </a:lnTo>
                <a:lnTo>
                  <a:pt x="1614399" y="48500"/>
                </a:lnTo>
                <a:lnTo>
                  <a:pt x="1614493" y="48789"/>
                </a:lnTo>
                <a:lnTo>
                  <a:pt x="1614583" y="49080"/>
                </a:lnTo>
                <a:lnTo>
                  <a:pt x="1614671" y="49375"/>
                </a:lnTo>
                <a:lnTo>
                  <a:pt x="1614755" y="49673"/>
                </a:lnTo>
                <a:lnTo>
                  <a:pt x="1614835" y="49973"/>
                </a:lnTo>
                <a:lnTo>
                  <a:pt x="1614912" y="50277"/>
                </a:lnTo>
                <a:lnTo>
                  <a:pt x="1614986" y="50583"/>
                </a:lnTo>
                <a:lnTo>
                  <a:pt x="1615056" y="50892"/>
                </a:lnTo>
                <a:lnTo>
                  <a:pt x="1615123" y="51202"/>
                </a:lnTo>
                <a:lnTo>
                  <a:pt x="1615188" y="51513"/>
                </a:lnTo>
                <a:lnTo>
                  <a:pt x="1615249" y="51825"/>
                </a:lnTo>
                <a:lnTo>
                  <a:pt x="1615308" y="52139"/>
                </a:lnTo>
                <a:lnTo>
                  <a:pt x="1615363" y="52454"/>
                </a:lnTo>
                <a:lnTo>
                  <a:pt x="1615416" y="52770"/>
                </a:lnTo>
                <a:lnTo>
                  <a:pt x="1615465" y="53088"/>
                </a:lnTo>
                <a:lnTo>
                  <a:pt x="1615511" y="53407"/>
                </a:lnTo>
                <a:lnTo>
                  <a:pt x="1615555" y="53727"/>
                </a:lnTo>
                <a:lnTo>
                  <a:pt x="1615595" y="54048"/>
                </a:lnTo>
                <a:lnTo>
                  <a:pt x="1615633" y="54371"/>
                </a:lnTo>
                <a:lnTo>
                  <a:pt x="1615667" y="54695"/>
                </a:lnTo>
                <a:lnTo>
                  <a:pt x="1615699" y="55020"/>
                </a:lnTo>
                <a:lnTo>
                  <a:pt x="1615727" y="55347"/>
                </a:lnTo>
                <a:lnTo>
                  <a:pt x="1615753" y="55675"/>
                </a:lnTo>
                <a:lnTo>
                  <a:pt x="1615775" y="56004"/>
                </a:lnTo>
                <a:lnTo>
                  <a:pt x="1615795" y="56335"/>
                </a:lnTo>
                <a:lnTo>
                  <a:pt x="1615811" y="56666"/>
                </a:lnTo>
                <a:lnTo>
                  <a:pt x="1615824" y="56999"/>
                </a:lnTo>
                <a:lnTo>
                  <a:pt x="1615835" y="57334"/>
                </a:lnTo>
                <a:lnTo>
                  <a:pt x="1615842" y="57669"/>
                </a:lnTo>
                <a:lnTo>
                  <a:pt x="1615847" y="58006"/>
                </a:lnTo>
                <a:lnTo>
                  <a:pt x="1615848" y="58344"/>
                </a:lnTo>
                <a:lnTo>
                  <a:pt x="1615847" y="58672"/>
                </a:lnTo>
                <a:lnTo>
                  <a:pt x="1615842" y="58999"/>
                </a:lnTo>
                <a:lnTo>
                  <a:pt x="1615835" y="59326"/>
                </a:lnTo>
                <a:lnTo>
                  <a:pt x="1615824" y="59651"/>
                </a:lnTo>
                <a:lnTo>
                  <a:pt x="1615811" y="59976"/>
                </a:lnTo>
                <a:close/>
                <a:moveTo>
                  <a:pt x="1393282" y="38133"/>
                </a:moveTo>
                <a:lnTo>
                  <a:pt x="1393282" y="75681"/>
                </a:lnTo>
                <a:lnTo>
                  <a:pt x="1393285" y="76078"/>
                </a:lnTo>
                <a:lnTo>
                  <a:pt x="1393293" y="76469"/>
                </a:lnTo>
                <a:lnTo>
                  <a:pt x="1393307" y="76853"/>
                </a:lnTo>
                <a:lnTo>
                  <a:pt x="1393326" y="77231"/>
                </a:lnTo>
                <a:lnTo>
                  <a:pt x="1393351" y="77602"/>
                </a:lnTo>
                <a:lnTo>
                  <a:pt x="1393382" y="77967"/>
                </a:lnTo>
                <a:lnTo>
                  <a:pt x="1393418" y="78326"/>
                </a:lnTo>
                <a:lnTo>
                  <a:pt x="1393460" y="78678"/>
                </a:lnTo>
                <a:lnTo>
                  <a:pt x="1393507" y="79023"/>
                </a:lnTo>
                <a:lnTo>
                  <a:pt x="1393560" y="79363"/>
                </a:lnTo>
                <a:lnTo>
                  <a:pt x="1393618" y="79695"/>
                </a:lnTo>
                <a:lnTo>
                  <a:pt x="1393682" y="80022"/>
                </a:lnTo>
                <a:lnTo>
                  <a:pt x="1393752" y="80342"/>
                </a:lnTo>
                <a:lnTo>
                  <a:pt x="1393827" y="80655"/>
                </a:lnTo>
                <a:lnTo>
                  <a:pt x="1393907" y="80963"/>
                </a:lnTo>
                <a:lnTo>
                  <a:pt x="1393994" y="81263"/>
                </a:lnTo>
                <a:lnTo>
                  <a:pt x="1394085" y="81558"/>
                </a:lnTo>
                <a:lnTo>
                  <a:pt x="1394183" y="81846"/>
                </a:lnTo>
                <a:lnTo>
                  <a:pt x="1394285" y="82127"/>
                </a:lnTo>
                <a:lnTo>
                  <a:pt x="1394394" y="82402"/>
                </a:lnTo>
                <a:lnTo>
                  <a:pt x="1394508" y="82671"/>
                </a:lnTo>
                <a:lnTo>
                  <a:pt x="1394627" y="82933"/>
                </a:lnTo>
                <a:lnTo>
                  <a:pt x="1394753" y="83189"/>
                </a:lnTo>
                <a:lnTo>
                  <a:pt x="1394883" y="83438"/>
                </a:lnTo>
                <a:lnTo>
                  <a:pt x="1395019" y="83682"/>
                </a:lnTo>
                <a:lnTo>
                  <a:pt x="1395158" y="83922"/>
                </a:lnTo>
                <a:lnTo>
                  <a:pt x="1395302" y="84156"/>
                </a:lnTo>
                <a:lnTo>
                  <a:pt x="1395449" y="84386"/>
                </a:lnTo>
                <a:lnTo>
                  <a:pt x="1395601" y="84611"/>
                </a:lnTo>
                <a:lnTo>
                  <a:pt x="1395757" y="84831"/>
                </a:lnTo>
                <a:lnTo>
                  <a:pt x="1395917" y="85047"/>
                </a:lnTo>
                <a:lnTo>
                  <a:pt x="1396081" y="85258"/>
                </a:lnTo>
                <a:lnTo>
                  <a:pt x="1396249" y="85464"/>
                </a:lnTo>
                <a:lnTo>
                  <a:pt x="1396421" y="85666"/>
                </a:lnTo>
                <a:lnTo>
                  <a:pt x="1396597" y="85863"/>
                </a:lnTo>
                <a:lnTo>
                  <a:pt x="1396777" y="86055"/>
                </a:lnTo>
                <a:lnTo>
                  <a:pt x="1396961" y="86242"/>
                </a:lnTo>
                <a:lnTo>
                  <a:pt x="1397149" y="86425"/>
                </a:lnTo>
                <a:lnTo>
                  <a:pt x="1397342" y="86603"/>
                </a:lnTo>
                <a:lnTo>
                  <a:pt x="1397538" y="86777"/>
                </a:lnTo>
                <a:lnTo>
                  <a:pt x="1397738" y="86945"/>
                </a:lnTo>
                <a:lnTo>
                  <a:pt x="1397943" y="87109"/>
                </a:lnTo>
                <a:lnTo>
                  <a:pt x="1398151" y="87269"/>
                </a:lnTo>
                <a:lnTo>
                  <a:pt x="1398364" y="87423"/>
                </a:lnTo>
                <a:lnTo>
                  <a:pt x="1398581" y="87573"/>
                </a:lnTo>
                <a:lnTo>
                  <a:pt x="1398801" y="87718"/>
                </a:lnTo>
                <a:lnTo>
                  <a:pt x="1399026" y="87859"/>
                </a:lnTo>
                <a:lnTo>
                  <a:pt x="1399255" y="87995"/>
                </a:lnTo>
                <a:lnTo>
                  <a:pt x="1399488" y="88126"/>
                </a:lnTo>
                <a:lnTo>
                  <a:pt x="1399723" y="88254"/>
                </a:lnTo>
                <a:lnTo>
                  <a:pt x="1399962" y="88378"/>
                </a:lnTo>
                <a:lnTo>
                  <a:pt x="1400203" y="88499"/>
                </a:lnTo>
                <a:lnTo>
                  <a:pt x="1400448" y="88616"/>
                </a:lnTo>
                <a:lnTo>
                  <a:pt x="1400695" y="88729"/>
                </a:lnTo>
                <a:lnTo>
                  <a:pt x="1400946" y="88839"/>
                </a:lnTo>
                <a:lnTo>
                  <a:pt x="1401199" y="88945"/>
                </a:lnTo>
                <a:lnTo>
                  <a:pt x="1401455" y="89047"/>
                </a:lnTo>
                <a:lnTo>
                  <a:pt x="1401715" y="89146"/>
                </a:lnTo>
                <a:lnTo>
                  <a:pt x="1401977" y="89241"/>
                </a:lnTo>
                <a:lnTo>
                  <a:pt x="1402243" y="89332"/>
                </a:lnTo>
                <a:lnTo>
                  <a:pt x="1402511" y="89420"/>
                </a:lnTo>
                <a:lnTo>
                  <a:pt x="1402782" y="89504"/>
                </a:lnTo>
                <a:lnTo>
                  <a:pt x="1403057" y="89585"/>
                </a:lnTo>
                <a:lnTo>
                  <a:pt x="1403334" y="89662"/>
                </a:lnTo>
                <a:lnTo>
                  <a:pt x="1403615" y="89735"/>
                </a:lnTo>
                <a:lnTo>
                  <a:pt x="1403898" y="89805"/>
                </a:lnTo>
                <a:lnTo>
                  <a:pt x="1404184" y="89871"/>
                </a:lnTo>
                <a:lnTo>
                  <a:pt x="1404474" y="89933"/>
                </a:lnTo>
                <a:lnTo>
                  <a:pt x="1404766" y="89992"/>
                </a:lnTo>
                <a:lnTo>
                  <a:pt x="1405061" y="90047"/>
                </a:lnTo>
                <a:lnTo>
                  <a:pt x="1405359" y="90099"/>
                </a:lnTo>
                <a:lnTo>
                  <a:pt x="1405661" y="90147"/>
                </a:lnTo>
                <a:lnTo>
                  <a:pt x="1405964" y="90192"/>
                </a:lnTo>
                <a:lnTo>
                  <a:pt x="1406270" y="90235"/>
                </a:lnTo>
                <a:lnTo>
                  <a:pt x="1406576" y="90277"/>
                </a:lnTo>
                <a:lnTo>
                  <a:pt x="1406884" y="90316"/>
                </a:lnTo>
                <a:lnTo>
                  <a:pt x="1407194" y="90354"/>
                </a:lnTo>
                <a:lnTo>
                  <a:pt x="1407505" y="90389"/>
                </a:lnTo>
                <a:lnTo>
                  <a:pt x="1407818" y="90423"/>
                </a:lnTo>
                <a:lnTo>
                  <a:pt x="1408132" y="90455"/>
                </a:lnTo>
                <a:lnTo>
                  <a:pt x="1408448" y="90485"/>
                </a:lnTo>
                <a:lnTo>
                  <a:pt x="1408765" y="90513"/>
                </a:lnTo>
                <a:lnTo>
                  <a:pt x="1409083" y="90539"/>
                </a:lnTo>
                <a:lnTo>
                  <a:pt x="1409403" y="90563"/>
                </a:lnTo>
                <a:lnTo>
                  <a:pt x="1409725" y="90585"/>
                </a:lnTo>
                <a:lnTo>
                  <a:pt x="1410048" y="90605"/>
                </a:lnTo>
                <a:lnTo>
                  <a:pt x="1410373" y="90623"/>
                </a:lnTo>
                <a:lnTo>
                  <a:pt x="1410699" y="90640"/>
                </a:lnTo>
                <a:lnTo>
                  <a:pt x="1411026" y="90654"/>
                </a:lnTo>
                <a:lnTo>
                  <a:pt x="1411356" y="90667"/>
                </a:lnTo>
                <a:lnTo>
                  <a:pt x="1411686" y="90677"/>
                </a:lnTo>
                <a:lnTo>
                  <a:pt x="1412018" y="90686"/>
                </a:lnTo>
                <a:lnTo>
                  <a:pt x="1412352" y="90693"/>
                </a:lnTo>
                <a:lnTo>
                  <a:pt x="1412687" y="90697"/>
                </a:lnTo>
                <a:lnTo>
                  <a:pt x="1413023" y="90700"/>
                </a:lnTo>
                <a:lnTo>
                  <a:pt x="1413361" y="90701"/>
                </a:lnTo>
                <a:lnTo>
                  <a:pt x="1413577" y="90701"/>
                </a:lnTo>
                <a:lnTo>
                  <a:pt x="1413793" y="90700"/>
                </a:lnTo>
                <a:lnTo>
                  <a:pt x="1414010" y="90699"/>
                </a:lnTo>
                <a:lnTo>
                  <a:pt x="1414227" y="90698"/>
                </a:lnTo>
                <a:lnTo>
                  <a:pt x="1414444" y="90696"/>
                </a:lnTo>
                <a:lnTo>
                  <a:pt x="1414662" y="90694"/>
                </a:lnTo>
                <a:lnTo>
                  <a:pt x="1414881" y="90691"/>
                </a:lnTo>
                <a:lnTo>
                  <a:pt x="1415099" y="90688"/>
                </a:lnTo>
                <a:lnTo>
                  <a:pt x="1415319" y="90684"/>
                </a:lnTo>
                <a:lnTo>
                  <a:pt x="1415538" y="90680"/>
                </a:lnTo>
                <a:lnTo>
                  <a:pt x="1415758" y="90676"/>
                </a:lnTo>
                <a:lnTo>
                  <a:pt x="1415979" y="90671"/>
                </a:lnTo>
                <a:lnTo>
                  <a:pt x="1416200" y="90666"/>
                </a:lnTo>
                <a:lnTo>
                  <a:pt x="1416421" y="90660"/>
                </a:lnTo>
                <a:lnTo>
                  <a:pt x="1416643" y="90654"/>
                </a:lnTo>
                <a:lnTo>
                  <a:pt x="1416865" y="90648"/>
                </a:lnTo>
                <a:lnTo>
                  <a:pt x="1417088" y="90641"/>
                </a:lnTo>
                <a:lnTo>
                  <a:pt x="1417311" y="90634"/>
                </a:lnTo>
                <a:lnTo>
                  <a:pt x="1417534" y="90626"/>
                </a:lnTo>
                <a:lnTo>
                  <a:pt x="1417758" y="90618"/>
                </a:lnTo>
                <a:lnTo>
                  <a:pt x="1417982" y="90609"/>
                </a:lnTo>
                <a:lnTo>
                  <a:pt x="1418207" y="90600"/>
                </a:lnTo>
                <a:lnTo>
                  <a:pt x="1418432" y="90591"/>
                </a:lnTo>
                <a:lnTo>
                  <a:pt x="1418658" y="90581"/>
                </a:lnTo>
                <a:lnTo>
                  <a:pt x="1418883" y="90570"/>
                </a:lnTo>
                <a:lnTo>
                  <a:pt x="1419106" y="90559"/>
                </a:lnTo>
                <a:lnTo>
                  <a:pt x="1419328" y="90547"/>
                </a:lnTo>
                <a:lnTo>
                  <a:pt x="1419548" y="90534"/>
                </a:lnTo>
                <a:lnTo>
                  <a:pt x="1419766" y="90520"/>
                </a:lnTo>
                <a:lnTo>
                  <a:pt x="1419982" y="90506"/>
                </a:lnTo>
                <a:lnTo>
                  <a:pt x="1420197" y="90490"/>
                </a:lnTo>
                <a:lnTo>
                  <a:pt x="1420410" y="90474"/>
                </a:lnTo>
                <a:lnTo>
                  <a:pt x="1420621" y="90457"/>
                </a:lnTo>
                <a:lnTo>
                  <a:pt x="1420831" y="90439"/>
                </a:lnTo>
                <a:lnTo>
                  <a:pt x="1421039" y="90420"/>
                </a:lnTo>
                <a:lnTo>
                  <a:pt x="1421245" y="90400"/>
                </a:lnTo>
                <a:lnTo>
                  <a:pt x="1421449" y="90380"/>
                </a:lnTo>
                <a:lnTo>
                  <a:pt x="1421652" y="90359"/>
                </a:lnTo>
                <a:lnTo>
                  <a:pt x="1421853" y="90337"/>
                </a:lnTo>
                <a:lnTo>
                  <a:pt x="1422052" y="90314"/>
                </a:lnTo>
                <a:lnTo>
                  <a:pt x="1422250" y="90290"/>
                </a:lnTo>
                <a:lnTo>
                  <a:pt x="1422446" y="90265"/>
                </a:lnTo>
                <a:lnTo>
                  <a:pt x="1422640" y="90240"/>
                </a:lnTo>
                <a:lnTo>
                  <a:pt x="1422832" y="90213"/>
                </a:lnTo>
                <a:lnTo>
                  <a:pt x="1423023" y="90186"/>
                </a:lnTo>
                <a:lnTo>
                  <a:pt x="1423212" y="90158"/>
                </a:lnTo>
                <a:lnTo>
                  <a:pt x="1423399" y="90129"/>
                </a:lnTo>
                <a:lnTo>
                  <a:pt x="1423584" y="90100"/>
                </a:lnTo>
                <a:lnTo>
                  <a:pt x="1423584" y="76495"/>
                </a:lnTo>
                <a:lnTo>
                  <a:pt x="1423482" y="76516"/>
                </a:lnTo>
                <a:lnTo>
                  <a:pt x="1423378" y="76535"/>
                </a:lnTo>
                <a:lnTo>
                  <a:pt x="1423275" y="76555"/>
                </a:lnTo>
                <a:lnTo>
                  <a:pt x="1423171" y="76574"/>
                </a:lnTo>
                <a:lnTo>
                  <a:pt x="1423066" y="76593"/>
                </a:lnTo>
                <a:lnTo>
                  <a:pt x="1422961" y="76611"/>
                </a:lnTo>
                <a:lnTo>
                  <a:pt x="1422856" y="76629"/>
                </a:lnTo>
                <a:lnTo>
                  <a:pt x="1422750" y="76646"/>
                </a:lnTo>
                <a:lnTo>
                  <a:pt x="1422644" y="76663"/>
                </a:lnTo>
                <a:lnTo>
                  <a:pt x="1422537" y="76679"/>
                </a:lnTo>
                <a:lnTo>
                  <a:pt x="1422430" y="76695"/>
                </a:lnTo>
                <a:lnTo>
                  <a:pt x="1422322" y="76711"/>
                </a:lnTo>
                <a:lnTo>
                  <a:pt x="1422214" y="76726"/>
                </a:lnTo>
                <a:lnTo>
                  <a:pt x="1422106" y="76741"/>
                </a:lnTo>
                <a:lnTo>
                  <a:pt x="1421997" y="76755"/>
                </a:lnTo>
                <a:lnTo>
                  <a:pt x="1421888" y="76769"/>
                </a:lnTo>
                <a:lnTo>
                  <a:pt x="1421778" y="76783"/>
                </a:lnTo>
                <a:lnTo>
                  <a:pt x="1421668" y="76796"/>
                </a:lnTo>
                <a:lnTo>
                  <a:pt x="1421557" y="76809"/>
                </a:lnTo>
                <a:lnTo>
                  <a:pt x="1421446" y="76821"/>
                </a:lnTo>
                <a:lnTo>
                  <a:pt x="1421335" y="76833"/>
                </a:lnTo>
                <a:lnTo>
                  <a:pt x="1421223" y="76844"/>
                </a:lnTo>
                <a:lnTo>
                  <a:pt x="1421111" y="76855"/>
                </a:lnTo>
                <a:lnTo>
                  <a:pt x="1420998" y="76866"/>
                </a:lnTo>
                <a:lnTo>
                  <a:pt x="1420885" y="76876"/>
                </a:lnTo>
                <a:lnTo>
                  <a:pt x="1420771" y="76885"/>
                </a:lnTo>
                <a:lnTo>
                  <a:pt x="1420657" y="76894"/>
                </a:lnTo>
                <a:lnTo>
                  <a:pt x="1420543" y="76903"/>
                </a:lnTo>
                <a:lnTo>
                  <a:pt x="1420428" y="76911"/>
                </a:lnTo>
                <a:lnTo>
                  <a:pt x="1420313" y="76919"/>
                </a:lnTo>
                <a:lnTo>
                  <a:pt x="1420197" y="76926"/>
                </a:lnTo>
                <a:lnTo>
                  <a:pt x="1420081" y="76933"/>
                </a:lnTo>
                <a:lnTo>
                  <a:pt x="1419965" y="76940"/>
                </a:lnTo>
                <a:lnTo>
                  <a:pt x="1419848" y="76946"/>
                </a:lnTo>
                <a:lnTo>
                  <a:pt x="1419730" y="76952"/>
                </a:lnTo>
                <a:lnTo>
                  <a:pt x="1419612" y="76957"/>
                </a:lnTo>
                <a:lnTo>
                  <a:pt x="1419494" y="76962"/>
                </a:lnTo>
                <a:lnTo>
                  <a:pt x="1419376" y="76967"/>
                </a:lnTo>
                <a:lnTo>
                  <a:pt x="1419256" y="76971"/>
                </a:lnTo>
                <a:lnTo>
                  <a:pt x="1419137" y="76974"/>
                </a:lnTo>
                <a:lnTo>
                  <a:pt x="1419017" y="76977"/>
                </a:lnTo>
                <a:lnTo>
                  <a:pt x="1418897" y="76980"/>
                </a:lnTo>
                <a:lnTo>
                  <a:pt x="1418776" y="76982"/>
                </a:lnTo>
                <a:lnTo>
                  <a:pt x="1418655" y="76984"/>
                </a:lnTo>
                <a:lnTo>
                  <a:pt x="1418533" y="76986"/>
                </a:lnTo>
                <a:lnTo>
                  <a:pt x="1418411" y="76987"/>
                </a:lnTo>
                <a:lnTo>
                  <a:pt x="1418288" y="76988"/>
                </a:lnTo>
                <a:lnTo>
                  <a:pt x="1418166" y="76988"/>
                </a:lnTo>
                <a:lnTo>
                  <a:pt x="1417801" y="76985"/>
                </a:lnTo>
                <a:lnTo>
                  <a:pt x="1417447" y="76977"/>
                </a:lnTo>
                <a:lnTo>
                  <a:pt x="1417103" y="76965"/>
                </a:lnTo>
                <a:lnTo>
                  <a:pt x="1416769" y="76947"/>
                </a:lnTo>
                <a:lnTo>
                  <a:pt x="1416446" y="76924"/>
                </a:lnTo>
                <a:lnTo>
                  <a:pt x="1416132" y="76896"/>
                </a:lnTo>
                <a:lnTo>
                  <a:pt x="1415830" y="76862"/>
                </a:lnTo>
                <a:lnTo>
                  <a:pt x="1415537" y="76824"/>
                </a:lnTo>
                <a:lnTo>
                  <a:pt x="1415254" y="76780"/>
                </a:lnTo>
                <a:lnTo>
                  <a:pt x="1414982" y="76732"/>
                </a:lnTo>
                <a:lnTo>
                  <a:pt x="1414721" y="76678"/>
                </a:lnTo>
                <a:lnTo>
                  <a:pt x="1414469" y="76619"/>
                </a:lnTo>
                <a:lnTo>
                  <a:pt x="1414228" y="76555"/>
                </a:lnTo>
                <a:lnTo>
                  <a:pt x="1413997" y="76486"/>
                </a:lnTo>
                <a:lnTo>
                  <a:pt x="1413776" y="76411"/>
                </a:lnTo>
                <a:lnTo>
                  <a:pt x="1413565" y="76332"/>
                </a:lnTo>
                <a:lnTo>
                  <a:pt x="1413365" y="76247"/>
                </a:lnTo>
                <a:lnTo>
                  <a:pt x="1413175" y="76158"/>
                </a:lnTo>
                <a:lnTo>
                  <a:pt x="1412995" y="76063"/>
                </a:lnTo>
                <a:lnTo>
                  <a:pt x="1412826" y="75963"/>
                </a:lnTo>
                <a:lnTo>
                  <a:pt x="1412667" y="75858"/>
                </a:lnTo>
                <a:lnTo>
                  <a:pt x="1412518" y="75748"/>
                </a:lnTo>
                <a:lnTo>
                  <a:pt x="1412379" y="75633"/>
                </a:lnTo>
                <a:lnTo>
                  <a:pt x="1412251" y="75512"/>
                </a:lnTo>
                <a:lnTo>
                  <a:pt x="1412130" y="75384"/>
                </a:lnTo>
                <a:lnTo>
                  <a:pt x="1412015" y="75246"/>
                </a:lnTo>
                <a:lnTo>
                  <a:pt x="1411904" y="75097"/>
                </a:lnTo>
                <a:lnTo>
                  <a:pt x="1411799" y="74938"/>
                </a:lnTo>
                <a:lnTo>
                  <a:pt x="1411699" y="74769"/>
                </a:lnTo>
                <a:lnTo>
                  <a:pt x="1411604" y="74590"/>
                </a:lnTo>
                <a:lnTo>
                  <a:pt x="1411514" y="74401"/>
                </a:lnTo>
                <a:lnTo>
                  <a:pt x="1411430" y="74201"/>
                </a:lnTo>
                <a:lnTo>
                  <a:pt x="1411350" y="73991"/>
                </a:lnTo>
                <a:lnTo>
                  <a:pt x="1411276" y="73770"/>
                </a:lnTo>
                <a:lnTo>
                  <a:pt x="1411207" y="73540"/>
                </a:lnTo>
                <a:lnTo>
                  <a:pt x="1411143" y="73299"/>
                </a:lnTo>
                <a:lnTo>
                  <a:pt x="1411084" y="73048"/>
                </a:lnTo>
                <a:lnTo>
                  <a:pt x="1411030" y="72787"/>
                </a:lnTo>
                <a:lnTo>
                  <a:pt x="1410981" y="72515"/>
                </a:lnTo>
                <a:lnTo>
                  <a:pt x="1410937" y="72233"/>
                </a:lnTo>
                <a:lnTo>
                  <a:pt x="1410899" y="71941"/>
                </a:lnTo>
                <a:lnTo>
                  <a:pt x="1410866" y="71639"/>
                </a:lnTo>
                <a:lnTo>
                  <a:pt x="1410837" y="71327"/>
                </a:lnTo>
                <a:lnTo>
                  <a:pt x="1410814" y="71004"/>
                </a:lnTo>
                <a:lnTo>
                  <a:pt x="1410796" y="70671"/>
                </a:lnTo>
                <a:lnTo>
                  <a:pt x="1410783" y="70328"/>
                </a:lnTo>
                <a:lnTo>
                  <a:pt x="1410776" y="69974"/>
                </a:lnTo>
                <a:lnTo>
                  <a:pt x="1410773" y="69610"/>
                </a:lnTo>
                <a:lnTo>
                  <a:pt x="1410773" y="38133"/>
                </a:lnTo>
                <a:lnTo>
                  <a:pt x="1423584" y="38133"/>
                </a:lnTo>
                <a:lnTo>
                  <a:pt x="1423584" y="26465"/>
                </a:lnTo>
                <a:lnTo>
                  <a:pt x="1410773" y="26465"/>
                </a:lnTo>
                <a:lnTo>
                  <a:pt x="1410773" y="7338"/>
                </a:lnTo>
                <a:lnTo>
                  <a:pt x="1393282" y="7338"/>
                </a:lnTo>
                <a:lnTo>
                  <a:pt x="1393282" y="26465"/>
                </a:lnTo>
                <a:lnTo>
                  <a:pt x="1382688" y="26465"/>
                </a:lnTo>
                <a:lnTo>
                  <a:pt x="1382688" y="38133"/>
                </a:lnTo>
                <a:lnTo>
                  <a:pt x="1393282" y="38133"/>
                </a:lnTo>
                <a:close/>
                <a:moveTo>
                  <a:pt x="994864" y="63996"/>
                </a:moveTo>
                <a:lnTo>
                  <a:pt x="994864" y="48959"/>
                </a:lnTo>
                <a:lnTo>
                  <a:pt x="903712" y="48959"/>
                </a:lnTo>
                <a:lnTo>
                  <a:pt x="903712" y="63996"/>
                </a:lnTo>
                <a:lnTo>
                  <a:pt x="994864" y="63996"/>
                </a:lnTo>
                <a:close/>
                <a:moveTo>
                  <a:pt x="1213295" y="60653"/>
                </a:moveTo>
                <a:lnTo>
                  <a:pt x="1213302" y="60299"/>
                </a:lnTo>
                <a:lnTo>
                  <a:pt x="1213313" y="59947"/>
                </a:lnTo>
                <a:lnTo>
                  <a:pt x="1213326" y="59597"/>
                </a:lnTo>
                <a:lnTo>
                  <a:pt x="1213343" y="59249"/>
                </a:lnTo>
                <a:lnTo>
                  <a:pt x="1213362" y="58903"/>
                </a:lnTo>
                <a:lnTo>
                  <a:pt x="1213384" y="58560"/>
                </a:lnTo>
                <a:lnTo>
                  <a:pt x="1213410" y="58218"/>
                </a:lnTo>
                <a:lnTo>
                  <a:pt x="1213438" y="57879"/>
                </a:lnTo>
                <a:lnTo>
                  <a:pt x="1213470" y="57542"/>
                </a:lnTo>
                <a:lnTo>
                  <a:pt x="1213504" y="57207"/>
                </a:lnTo>
                <a:lnTo>
                  <a:pt x="1213542" y="56874"/>
                </a:lnTo>
                <a:lnTo>
                  <a:pt x="1213582" y="56543"/>
                </a:lnTo>
                <a:lnTo>
                  <a:pt x="1213626" y="56215"/>
                </a:lnTo>
                <a:lnTo>
                  <a:pt x="1213672" y="55888"/>
                </a:lnTo>
                <a:lnTo>
                  <a:pt x="1213722" y="55564"/>
                </a:lnTo>
                <a:lnTo>
                  <a:pt x="1213774" y="55242"/>
                </a:lnTo>
                <a:lnTo>
                  <a:pt x="1213829" y="54922"/>
                </a:lnTo>
                <a:lnTo>
                  <a:pt x="1213888" y="54604"/>
                </a:lnTo>
                <a:lnTo>
                  <a:pt x="1213949" y="54288"/>
                </a:lnTo>
                <a:lnTo>
                  <a:pt x="1214014" y="53975"/>
                </a:lnTo>
                <a:lnTo>
                  <a:pt x="1214081" y="53663"/>
                </a:lnTo>
                <a:lnTo>
                  <a:pt x="1214151" y="53354"/>
                </a:lnTo>
                <a:lnTo>
                  <a:pt x="1214225" y="53047"/>
                </a:lnTo>
                <a:lnTo>
                  <a:pt x="1214303" y="52744"/>
                </a:lnTo>
                <a:lnTo>
                  <a:pt x="1214385" y="52444"/>
                </a:lnTo>
                <a:lnTo>
                  <a:pt x="1214471" y="52147"/>
                </a:lnTo>
                <a:lnTo>
                  <a:pt x="1214562" y="51853"/>
                </a:lnTo>
                <a:lnTo>
                  <a:pt x="1214656" y="51562"/>
                </a:lnTo>
                <a:lnTo>
                  <a:pt x="1214754" y="51275"/>
                </a:lnTo>
                <a:lnTo>
                  <a:pt x="1214856" y="50991"/>
                </a:lnTo>
                <a:lnTo>
                  <a:pt x="1214963" y="50710"/>
                </a:lnTo>
                <a:lnTo>
                  <a:pt x="1215073" y="50432"/>
                </a:lnTo>
                <a:lnTo>
                  <a:pt x="1215188" y="50157"/>
                </a:lnTo>
                <a:lnTo>
                  <a:pt x="1215306" y="49886"/>
                </a:lnTo>
                <a:lnTo>
                  <a:pt x="1215429" y="49618"/>
                </a:lnTo>
                <a:lnTo>
                  <a:pt x="1215556" y="49353"/>
                </a:lnTo>
                <a:lnTo>
                  <a:pt x="1215686" y="49091"/>
                </a:lnTo>
                <a:lnTo>
                  <a:pt x="1215821" y="48833"/>
                </a:lnTo>
                <a:lnTo>
                  <a:pt x="1215960" y="48578"/>
                </a:lnTo>
                <a:lnTo>
                  <a:pt x="1216103" y="48326"/>
                </a:lnTo>
                <a:lnTo>
                  <a:pt x="1216250" y="48077"/>
                </a:lnTo>
                <a:lnTo>
                  <a:pt x="1216401" y="47831"/>
                </a:lnTo>
                <a:lnTo>
                  <a:pt x="1216556" y="47589"/>
                </a:lnTo>
                <a:lnTo>
                  <a:pt x="1216715" y="47349"/>
                </a:lnTo>
                <a:lnTo>
                  <a:pt x="1216879" y="47113"/>
                </a:lnTo>
                <a:lnTo>
                  <a:pt x="1217046" y="46881"/>
                </a:lnTo>
                <a:lnTo>
                  <a:pt x="1217217" y="46651"/>
                </a:lnTo>
                <a:lnTo>
                  <a:pt x="1217394" y="46426"/>
                </a:lnTo>
                <a:lnTo>
                  <a:pt x="1217574" y="46205"/>
                </a:lnTo>
                <a:lnTo>
                  <a:pt x="1217759" y="45988"/>
                </a:lnTo>
                <a:lnTo>
                  <a:pt x="1217949" y="45775"/>
                </a:lnTo>
                <a:lnTo>
                  <a:pt x="1218143" y="45567"/>
                </a:lnTo>
                <a:lnTo>
                  <a:pt x="1218341" y="45362"/>
                </a:lnTo>
                <a:lnTo>
                  <a:pt x="1218544" y="45161"/>
                </a:lnTo>
                <a:lnTo>
                  <a:pt x="1218752" y="44965"/>
                </a:lnTo>
                <a:lnTo>
                  <a:pt x="1218964" y="44772"/>
                </a:lnTo>
                <a:lnTo>
                  <a:pt x="1219180" y="44583"/>
                </a:lnTo>
                <a:lnTo>
                  <a:pt x="1219401" y="44399"/>
                </a:lnTo>
                <a:lnTo>
                  <a:pt x="1219626" y="44219"/>
                </a:lnTo>
                <a:lnTo>
                  <a:pt x="1219856" y="44042"/>
                </a:lnTo>
                <a:lnTo>
                  <a:pt x="1220091" y="43870"/>
                </a:lnTo>
                <a:lnTo>
                  <a:pt x="1220330" y="43702"/>
                </a:lnTo>
                <a:lnTo>
                  <a:pt x="1220573" y="43538"/>
                </a:lnTo>
                <a:lnTo>
                  <a:pt x="1220821" y="43378"/>
                </a:lnTo>
                <a:lnTo>
                  <a:pt x="1221073" y="43222"/>
                </a:lnTo>
                <a:lnTo>
                  <a:pt x="1221330" y="43070"/>
                </a:lnTo>
                <a:lnTo>
                  <a:pt x="1221592" y="42922"/>
                </a:lnTo>
                <a:lnTo>
                  <a:pt x="1221858" y="42778"/>
                </a:lnTo>
                <a:lnTo>
                  <a:pt x="1222128" y="42639"/>
                </a:lnTo>
                <a:lnTo>
                  <a:pt x="1222403" y="42503"/>
                </a:lnTo>
                <a:lnTo>
                  <a:pt x="1222683" y="42372"/>
                </a:lnTo>
                <a:lnTo>
                  <a:pt x="1222967" y="42247"/>
                </a:lnTo>
                <a:lnTo>
                  <a:pt x="1223258" y="42127"/>
                </a:lnTo>
                <a:lnTo>
                  <a:pt x="1223553" y="42013"/>
                </a:lnTo>
                <a:lnTo>
                  <a:pt x="1223853" y="41905"/>
                </a:lnTo>
                <a:lnTo>
                  <a:pt x="1224159" y="41802"/>
                </a:lnTo>
                <a:lnTo>
                  <a:pt x="1224469" y="41704"/>
                </a:lnTo>
                <a:lnTo>
                  <a:pt x="1224785" y="41612"/>
                </a:lnTo>
                <a:lnTo>
                  <a:pt x="1225106" y="41526"/>
                </a:lnTo>
                <a:lnTo>
                  <a:pt x="1225432" y="41445"/>
                </a:lnTo>
                <a:lnTo>
                  <a:pt x="1225763" y="41370"/>
                </a:lnTo>
                <a:lnTo>
                  <a:pt x="1226099" y="41301"/>
                </a:lnTo>
                <a:lnTo>
                  <a:pt x="1226440" y="41237"/>
                </a:lnTo>
                <a:lnTo>
                  <a:pt x="1226787" y="41178"/>
                </a:lnTo>
                <a:lnTo>
                  <a:pt x="1227138" y="41125"/>
                </a:lnTo>
                <a:lnTo>
                  <a:pt x="1227495" y="41078"/>
                </a:lnTo>
                <a:lnTo>
                  <a:pt x="1227857" y="41036"/>
                </a:lnTo>
                <a:lnTo>
                  <a:pt x="1228224" y="41000"/>
                </a:lnTo>
                <a:lnTo>
                  <a:pt x="1228596" y="40969"/>
                </a:lnTo>
                <a:lnTo>
                  <a:pt x="1228973" y="40944"/>
                </a:lnTo>
                <a:lnTo>
                  <a:pt x="1229356" y="40925"/>
                </a:lnTo>
                <a:lnTo>
                  <a:pt x="1229743" y="40911"/>
                </a:lnTo>
                <a:lnTo>
                  <a:pt x="1230136" y="40903"/>
                </a:lnTo>
                <a:lnTo>
                  <a:pt x="1230534" y="40900"/>
                </a:lnTo>
                <a:lnTo>
                  <a:pt x="1230667" y="40900"/>
                </a:lnTo>
                <a:lnTo>
                  <a:pt x="1230802" y="40901"/>
                </a:lnTo>
                <a:lnTo>
                  <a:pt x="1230936" y="40903"/>
                </a:lnTo>
                <a:lnTo>
                  <a:pt x="1231071" y="40905"/>
                </a:lnTo>
                <a:lnTo>
                  <a:pt x="1231206" y="40908"/>
                </a:lnTo>
                <a:lnTo>
                  <a:pt x="1231342" y="40911"/>
                </a:lnTo>
                <a:lnTo>
                  <a:pt x="1231478" y="40916"/>
                </a:lnTo>
                <a:lnTo>
                  <a:pt x="1231615" y="40920"/>
                </a:lnTo>
                <a:lnTo>
                  <a:pt x="1231752" y="40926"/>
                </a:lnTo>
                <a:lnTo>
                  <a:pt x="1231890" y="40932"/>
                </a:lnTo>
                <a:lnTo>
                  <a:pt x="1232027" y="40939"/>
                </a:lnTo>
                <a:lnTo>
                  <a:pt x="1232166" y="40946"/>
                </a:lnTo>
                <a:lnTo>
                  <a:pt x="1232305" y="40954"/>
                </a:lnTo>
                <a:lnTo>
                  <a:pt x="1232444" y="40963"/>
                </a:lnTo>
                <a:lnTo>
                  <a:pt x="1232583" y="40972"/>
                </a:lnTo>
                <a:lnTo>
                  <a:pt x="1232723" y="40982"/>
                </a:lnTo>
                <a:lnTo>
                  <a:pt x="1232864" y="40993"/>
                </a:lnTo>
                <a:lnTo>
                  <a:pt x="1233005" y="41004"/>
                </a:lnTo>
                <a:lnTo>
                  <a:pt x="1233146" y="41016"/>
                </a:lnTo>
                <a:lnTo>
                  <a:pt x="1233288" y="41029"/>
                </a:lnTo>
                <a:lnTo>
                  <a:pt x="1233430" y="41042"/>
                </a:lnTo>
                <a:lnTo>
                  <a:pt x="1233572" y="41056"/>
                </a:lnTo>
                <a:lnTo>
                  <a:pt x="1233715" y="41071"/>
                </a:lnTo>
                <a:lnTo>
                  <a:pt x="1233859" y="41086"/>
                </a:lnTo>
                <a:lnTo>
                  <a:pt x="1234002" y="41101"/>
                </a:lnTo>
                <a:lnTo>
                  <a:pt x="1234143" y="41117"/>
                </a:lnTo>
                <a:lnTo>
                  <a:pt x="1234282" y="41133"/>
                </a:lnTo>
                <a:lnTo>
                  <a:pt x="1234420" y="41149"/>
                </a:lnTo>
                <a:lnTo>
                  <a:pt x="1234556" y="41165"/>
                </a:lnTo>
                <a:lnTo>
                  <a:pt x="1234691" y="41182"/>
                </a:lnTo>
                <a:lnTo>
                  <a:pt x="1234823" y="41199"/>
                </a:lnTo>
                <a:lnTo>
                  <a:pt x="1234954" y="41216"/>
                </a:lnTo>
                <a:lnTo>
                  <a:pt x="1235083" y="41233"/>
                </a:lnTo>
                <a:lnTo>
                  <a:pt x="1235211" y="41250"/>
                </a:lnTo>
                <a:lnTo>
                  <a:pt x="1235337" y="41268"/>
                </a:lnTo>
                <a:lnTo>
                  <a:pt x="1235461" y="41286"/>
                </a:lnTo>
                <a:lnTo>
                  <a:pt x="1235583" y="41304"/>
                </a:lnTo>
                <a:lnTo>
                  <a:pt x="1235704" y="41322"/>
                </a:lnTo>
                <a:lnTo>
                  <a:pt x="1235823" y="41340"/>
                </a:lnTo>
                <a:lnTo>
                  <a:pt x="1235940" y="41359"/>
                </a:lnTo>
                <a:lnTo>
                  <a:pt x="1236055" y="41378"/>
                </a:lnTo>
                <a:lnTo>
                  <a:pt x="1236169" y="41397"/>
                </a:lnTo>
                <a:lnTo>
                  <a:pt x="1236281" y="41416"/>
                </a:lnTo>
                <a:lnTo>
                  <a:pt x="1236391" y="41436"/>
                </a:lnTo>
                <a:lnTo>
                  <a:pt x="1236500" y="41456"/>
                </a:lnTo>
                <a:lnTo>
                  <a:pt x="1236607" y="41476"/>
                </a:lnTo>
                <a:lnTo>
                  <a:pt x="1236712" y="41496"/>
                </a:lnTo>
                <a:lnTo>
                  <a:pt x="1236815" y="41516"/>
                </a:lnTo>
                <a:lnTo>
                  <a:pt x="1236815" y="25275"/>
                </a:lnTo>
                <a:lnTo>
                  <a:pt x="1236642" y="25225"/>
                </a:lnTo>
                <a:lnTo>
                  <a:pt x="1236469" y="25177"/>
                </a:lnTo>
                <a:lnTo>
                  <a:pt x="1236298" y="25131"/>
                </a:lnTo>
                <a:lnTo>
                  <a:pt x="1236128" y="25087"/>
                </a:lnTo>
                <a:lnTo>
                  <a:pt x="1235959" y="25045"/>
                </a:lnTo>
                <a:lnTo>
                  <a:pt x="1235792" y="25006"/>
                </a:lnTo>
                <a:lnTo>
                  <a:pt x="1235625" y="24969"/>
                </a:lnTo>
                <a:lnTo>
                  <a:pt x="1235461" y="24933"/>
                </a:lnTo>
                <a:lnTo>
                  <a:pt x="1235297" y="24900"/>
                </a:lnTo>
                <a:lnTo>
                  <a:pt x="1235135" y="24869"/>
                </a:lnTo>
                <a:lnTo>
                  <a:pt x="1234974" y="24840"/>
                </a:lnTo>
                <a:lnTo>
                  <a:pt x="1234814" y="24814"/>
                </a:lnTo>
                <a:lnTo>
                  <a:pt x="1234656" y="24789"/>
                </a:lnTo>
                <a:lnTo>
                  <a:pt x="1234499" y="24767"/>
                </a:lnTo>
                <a:lnTo>
                  <a:pt x="1234343" y="24747"/>
                </a:lnTo>
                <a:lnTo>
                  <a:pt x="1234188" y="24728"/>
                </a:lnTo>
                <a:lnTo>
                  <a:pt x="1234035" y="24712"/>
                </a:lnTo>
                <a:lnTo>
                  <a:pt x="1233883" y="24699"/>
                </a:lnTo>
                <a:lnTo>
                  <a:pt x="1233732" y="24687"/>
                </a:lnTo>
                <a:lnTo>
                  <a:pt x="1233583" y="24677"/>
                </a:lnTo>
                <a:lnTo>
                  <a:pt x="1233435" y="24670"/>
                </a:lnTo>
                <a:lnTo>
                  <a:pt x="1233288" y="24664"/>
                </a:lnTo>
                <a:lnTo>
                  <a:pt x="1233142" y="24661"/>
                </a:lnTo>
                <a:lnTo>
                  <a:pt x="1232998" y="24660"/>
                </a:lnTo>
                <a:lnTo>
                  <a:pt x="1232721" y="24662"/>
                </a:lnTo>
                <a:lnTo>
                  <a:pt x="1232445" y="24667"/>
                </a:lnTo>
                <a:lnTo>
                  <a:pt x="1232170" y="24676"/>
                </a:lnTo>
                <a:lnTo>
                  <a:pt x="1231896" y="24687"/>
                </a:lnTo>
                <a:lnTo>
                  <a:pt x="1231623" y="24703"/>
                </a:lnTo>
                <a:lnTo>
                  <a:pt x="1231350" y="24722"/>
                </a:lnTo>
                <a:lnTo>
                  <a:pt x="1231078" y="24744"/>
                </a:lnTo>
                <a:lnTo>
                  <a:pt x="1230808" y="24770"/>
                </a:lnTo>
                <a:lnTo>
                  <a:pt x="1230538" y="24799"/>
                </a:lnTo>
                <a:lnTo>
                  <a:pt x="1230269" y="24831"/>
                </a:lnTo>
                <a:lnTo>
                  <a:pt x="1230000" y="24867"/>
                </a:lnTo>
                <a:lnTo>
                  <a:pt x="1229733" y="24906"/>
                </a:lnTo>
                <a:lnTo>
                  <a:pt x="1229467" y="24949"/>
                </a:lnTo>
                <a:lnTo>
                  <a:pt x="1229201" y="24995"/>
                </a:lnTo>
                <a:lnTo>
                  <a:pt x="1228936" y="25045"/>
                </a:lnTo>
                <a:lnTo>
                  <a:pt x="1228672" y="25098"/>
                </a:lnTo>
                <a:lnTo>
                  <a:pt x="1228409" y="25154"/>
                </a:lnTo>
                <a:lnTo>
                  <a:pt x="1228147" y="25214"/>
                </a:lnTo>
                <a:lnTo>
                  <a:pt x="1227886" y="25277"/>
                </a:lnTo>
                <a:lnTo>
                  <a:pt x="1227625" y="25344"/>
                </a:lnTo>
                <a:lnTo>
                  <a:pt x="1227366" y="25414"/>
                </a:lnTo>
                <a:lnTo>
                  <a:pt x="1227107" y="25488"/>
                </a:lnTo>
                <a:lnTo>
                  <a:pt x="1226849" y="25565"/>
                </a:lnTo>
                <a:lnTo>
                  <a:pt x="1226592" y="25645"/>
                </a:lnTo>
                <a:lnTo>
                  <a:pt x="1226336" y="25728"/>
                </a:lnTo>
                <a:lnTo>
                  <a:pt x="1226082" y="25814"/>
                </a:lnTo>
                <a:lnTo>
                  <a:pt x="1225828" y="25903"/>
                </a:lnTo>
                <a:lnTo>
                  <a:pt x="1225576" y="25995"/>
                </a:lnTo>
                <a:lnTo>
                  <a:pt x="1225326" y="26089"/>
                </a:lnTo>
                <a:lnTo>
                  <a:pt x="1225076" y="26187"/>
                </a:lnTo>
                <a:lnTo>
                  <a:pt x="1224828" y="26287"/>
                </a:lnTo>
                <a:lnTo>
                  <a:pt x="1224581" y="26389"/>
                </a:lnTo>
                <a:lnTo>
                  <a:pt x="1224335" y="26495"/>
                </a:lnTo>
                <a:lnTo>
                  <a:pt x="1224091" y="26603"/>
                </a:lnTo>
                <a:lnTo>
                  <a:pt x="1223848" y="26714"/>
                </a:lnTo>
                <a:lnTo>
                  <a:pt x="1223606" y="26828"/>
                </a:lnTo>
                <a:lnTo>
                  <a:pt x="1223365" y="26945"/>
                </a:lnTo>
                <a:lnTo>
                  <a:pt x="1223126" y="27064"/>
                </a:lnTo>
                <a:lnTo>
                  <a:pt x="1222888" y="27187"/>
                </a:lnTo>
                <a:lnTo>
                  <a:pt x="1222651" y="27312"/>
                </a:lnTo>
                <a:lnTo>
                  <a:pt x="1222416" y="27439"/>
                </a:lnTo>
                <a:lnTo>
                  <a:pt x="1222181" y="27570"/>
                </a:lnTo>
                <a:lnTo>
                  <a:pt x="1221949" y="27703"/>
                </a:lnTo>
                <a:lnTo>
                  <a:pt x="1221717" y="27839"/>
                </a:lnTo>
                <a:lnTo>
                  <a:pt x="1221487" y="27978"/>
                </a:lnTo>
                <a:lnTo>
                  <a:pt x="1221257" y="28120"/>
                </a:lnTo>
                <a:lnTo>
                  <a:pt x="1221030" y="28265"/>
                </a:lnTo>
                <a:lnTo>
                  <a:pt x="1220803" y="28412"/>
                </a:lnTo>
                <a:lnTo>
                  <a:pt x="1220578" y="28562"/>
                </a:lnTo>
                <a:lnTo>
                  <a:pt x="1220356" y="28714"/>
                </a:lnTo>
                <a:lnTo>
                  <a:pt x="1220135" y="28869"/>
                </a:lnTo>
                <a:lnTo>
                  <a:pt x="1219917" y="29027"/>
                </a:lnTo>
                <a:lnTo>
                  <a:pt x="1219701" y="29187"/>
                </a:lnTo>
                <a:lnTo>
                  <a:pt x="1219487" y="29350"/>
                </a:lnTo>
                <a:lnTo>
                  <a:pt x="1219275" y="29515"/>
                </a:lnTo>
                <a:lnTo>
                  <a:pt x="1219065" y="29683"/>
                </a:lnTo>
                <a:lnTo>
                  <a:pt x="1218857" y="29853"/>
                </a:lnTo>
                <a:lnTo>
                  <a:pt x="1218652" y="30026"/>
                </a:lnTo>
                <a:lnTo>
                  <a:pt x="1218448" y="30202"/>
                </a:lnTo>
                <a:lnTo>
                  <a:pt x="1218247" y="30380"/>
                </a:lnTo>
                <a:lnTo>
                  <a:pt x="1218048" y="30561"/>
                </a:lnTo>
                <a:lnTo>
                  <a:pt x="1217851" y="30744"/>
                </a:lnTo>
                <a:lnTo>
                  <a:pt x="1217656" y="30930"/>
                </a:lnTo>
                <a:lnTo>
                  <a:pt x="1217463" y="31118"/>
                </a:lnTo>
                <a:lnTo>
                  <a:pt x="1217273" y="31309"/>
                </a:lnTo>
                <a:lnTo>
                  <a:pt x="1217084" y="31503"/>
                </a:lnTo>
                <a:lnTo>
                  <a:pt x="1216898" y="31699"/>
                </a:lnTo>
                <a:lnTo>
                  <a:pt x="1216714" y="31898"/>
                </a:lnTo>
                <a:lnTo>
                  <a:pt x="1216532" y="32099"/>
                </a:lnTo>
                <a:lnTo>
                  <a:pt x="1216352" y="32303"/>
                </a:lnTo>
                <a:lnTo>
                  <a:pt x="1216175" y="32509"/>
                </a:lnTo>
                <a:lnTo>
                  <a:pt x="1215999" y="32718"/>
                </a:lnTo>
                <a:lnTo>
                  <a:pt x="1215826" y="32929"/>
                </a:lnTo>
                <a:lnTo>
                  <a:pt x="1215656" y="33141"/>
                </a:lnTo>
                <a:lnTo>
                  <a:pt x="1215489" y="33355"/>
                </a:lnTo>
                <a:lnTo>
                  <a:pt x="1215325" y="33571"/>
                </a:lnTo>
                <a:lnTo>
                  <a:pt x="1215164" y="33788"/>
                </a:lnTo>
                <a:lnTo>
                  <a:pt x="1215006" y="34006"/>
                </a:lnTo>
                <a:lnTo>
                  <a:pt x="1214851" y="34226"/>
                </a:lnTo>
                <a:lnTo>
                  <a:pt x="1214699" y="34447"/>
                </a:lnTo>
                <a:lnTo>
                  <a:pt x="1214550" y="34670"/>
                </a:lnTo>
                <a:lnTo>
                  <a:pt x="1214404" y="34895"/>
                </a:lnTo>
                <a:lnTo>
                  <a:pt x="1214260" y="35121"/>
                </a:lnTo>
                <a:lnTo>
                  <a:pt x="1214120" y="35348"/>
                </a:lnTo>
                <a:lnTo>
                  <a:pt x="1213983" y="35577"/>
                </a:lnTo>
                <a:lnTo>
                  <a:pt x="1213849" y="35807"/>
                </a:lnTo>
                <a:lnTo>
                  <a:pt x="1213718" y="36039"/>
                </a:lnTo>
                <a:lnTo>
                  <a:pt x="1213590" y="36272"/>
                </a:lnTo>
                <a:lnTo>
                  <a:pt x="1213465" y="36507"/>
                </a:lnTo>
                <a:lnTo>
                  <a:pt x="1213342" y="36744"/>
                </a:lnTo>
                <a:lnTo>
                  <a:pt x="1213223" y="36981"/>
                </a:lnTo>
                <a:lnTo>
                  <a:pt x="1213107" y="37221"/>
                </a:lnTo>
                <a:lnTo>
                  <a:pt x="1212994" y="37462"/>
                </a:lnTo>
                <a:lnTo>
                  <a:pt x="1212884" y="37704"/>
                </a:lnTo>
                <a:lnTo>
                  <a:pt x="1212776" y="37948"/>
                </a:lnTo>
                <a:lnTo>
                  <a:pt x="1212672" y="38193"/>
                </a:lnTo>
                <a:lnTo>
                  <a:pt x="1212426" y="38193"/>
                </a:lnTo>
                <a:lnTo>
                  <a:pt x="1212426" y="26369"/>
                </a:lnTo>
                <a:lnTo>
                  <a:pt x="1195797" y="26369"/>
                </a:lnTo>
                <a:lnTo>
                  <a:pt x="1195797" y="90100"/>
                </a:lnTo>
                <a:lnTo>
                  <a:pt x="1213289" y="90100"/>
                </a:lnTo>
                <a:lnTo>
                  <a:pt x="1213289" y="61368"/>
                </a:lnTo>
                <a:lnTo>
                  <a:pt x="1213290" y="61010"/>
                </a:lnTo>
                <a:lnTo>
                  <a:pt x="1213295" y="60653"/>
                </a:lnTo>
                <a:close/>
                <a:moveTo>
                  <a:pt x="1661641" y="60653"/>
                </a:moveTo>
                <a:lnTo>
                  <a:pt x="1661648" y="60299"/>
                </a:lnTo>
                <a:lnTo>
                  <a:pt x="1661659" y="59947"/>
                </a:lnTo>
                <a:lnTo>
                  <a:pt x="1661672" y="59597"/>
                </a:lnTo>
                <a:lnTo>
                  <a:pt x="1661689" y="59249"/>
                </a:lnTo>
                <a:lnTo>
                  <a:pt x="1661708" y="58903"/>
                </a:lnTo>
                <a:lnTo>
                  <a:pt x="1661731" y="58560"/>
                </a:lnTo>
                <a:lnTo>
                  <a:pt x="1661756" y="58218"/>
                </a:lnTo>
                <a:lnTo>
                  <a:pt x="1661784" y="57879"/>
                </a:lnTo>
                <a:lnTo>
                  <a:pt x="1661816" y="57542"/>
                </a:lnTo>
                <a:lnTo>
                  <a:pt x="1661850" y="57207"/>
                </a:lnTo>
                <a:lnTo>
                  <a:pt x="1661888" y="56874"/>
                </a:lnTo>
                <a:lnTo>
                  <a:pt x="1661928" y="56543"/>
                </a:lnTo>
                <a:lnTo>
                  <a:pt x="1661972" y="56215"/>
                </a:lnTo>
                <a:lnTo>
                  <a:pt x="1662018" y="55888"/>
                </a:lnTo>
                <a:lnTo>
                  <a:pt x="1662068" y="55564"/>
                </a:lnTo>
                <a:lnTo>
                  <a:pt x="1662120" y="55242"/>
                </a:lnTo>
                <a:lnTo>
                  <a:pt x="1662175" y="54922"/>
                </a:lnTo>
                <a:lnTo>
                  <a:pt x="1662234" y="54604"/>
                </a:lnTo>
                <a:lnTo>
                  <a:pt x="1662295" y="54288"/>
                </a:lnTo>
                <a:lnTo>
                  <a:pt x="1662360" y="53975"/>
                </a:lnTo>
                <a:lnTo>
                  <a:pt x="1662427" y="53663"/>
                </a:lnTo>
                <a:lnTo>
                  <a:pt x="1662497" y="53354"/>
                </a:lnTo>
                <a:lnTo>
                  <a:pt x="1662571" y="53047"/>
                </a:lnTo>
                <a:lnTo>
                  <a:pt x="1662649" y="52744"/>
                </a:lnTo>
                <a:lnTo>
                  <a:pt x="1662731" y="52444"/>
                </a:lnTo>
                <a:lnTo>
                  <a:pt x="1662817" y="52147"/>
                </a:lnTo>
                <a:lnTo>
                  <a:pt x="1662908" y="51853"/>
                </a:lnTo>
                <a:lnTo>
                  <a:pt x="1663002" y="51562"/>
                </a:lnTo>
                <a:lnTo>
                  <a:pt x="1663100" y="51275"/>
                </a:lnTo>
                <a:lnTo>
                  <a:pt x="1663202" y="50991"/>
                </a:lnTo>
                <a:lnTo>
                  <a:pt x="1663309" y="50710"/>
                </a:lnTo>
                <a:lnTo>
                  <a:pt x="1663419" y="50432"/>
                </a:lnTo>
                <a:lnTo>
                  <a:pt x="1663534" y="50157"/>
                </a:lnTo>
                <a:lnTo>
                  <a:pt x="1663652" y="49886"/>
                </a:lnTo>
                <a:lnTo>
                  <a:pt x="1663775" y="49618"/>
                </a:lnTo>
                <a:lnTo>
                  <a:pt x="1663902" y="49353"/>
                </a:lnTo>
                <a:lnTo>
                  <a:pt x="1664032" y="49091"/>
                </a:lnTo>
                <a:lnTo>
                  <a:pt x="1664167" y="48833"/>
                </a:lnTo>
                <a:lnTo>
                  <a:pt x="1664306" y="48578"/>
                </a:lnTo>
                <a:lnTo>
                  <a:pt x="1664449" y="48326"/>
                </a:lnTo>
                <a:lnTo>
                  <a:pt x="1664596" y="48077"/>
                </a:lnTo>
                <a:lnTo>
                  <a:pt x="1664747" y="47831"/>
                </a:lnTo>
                <a:lnTo>
                  <a:pt x="1664902" y="47589"/>
                </a:lnTo>
                <a:lnTo>
                  <a:pt x="1665061" y="47349"/>
                </a:lnTo>
                <a:lnTo>
                  <a:pt x="1665225" y="47113"/>
                </a:lnTo>
                <a:lnTo>
                  <a:pt x="1665392" y="46881"/>
                </a:lnTo>
                <a:lnTo>
                  <a:pt x="1665564" y="46651"/>
                </a:lnTo>
                <a:lnTo>
                  <a:pt x="1665740" y="46426"/>
                </a:lnTo>
                <a:lnTo>
                  <a:pt x="1665920" y="46205"/>
                </a:lnTo>
                <a:lnTo>
                  <a:pt x="1666105" y="45988"/>
                </a:lnTo>
                <a:lnTo>
                  <a:pt x="1666295" y="45775"/>
                </a:lnTo>
                <a:lnTo>
                  <a:pt x="1666489" y="45567"/>
                </a:lnTo>
                <a:lnTo>
                  <a:pt x="1666687" y="45362"/>
                </a:lnTo>
                <a:lnTo>
                  <a:pt x="1666890" y="45161"/>
                </a:lnTo>
                <a:lnTo>
                  <a:pt x="1667098" y="44965"/>
                </a:lnTo>
                <a:lnTo>
                  <a:pt x="1667310" y="44772"/>
                </a:lnTo>
                <a:lnTo>
                  <a:pt x="1667526" y="44583"/>
                </a:lnTo>
                <a:lnTo>
                  <a:pt x="1667747" y="44399"/>
                </a:lnTo>
                <a:lnTo>
                  <a:pt x="1667973" y="44219"/>
                </a:lnTo>
                <a:lnTo>
                  <a:pt x="1668202" y="44042"/>
                </a:lnTo>
                <a:lnTo>
                  <a:pt x="1668437" y="43870"/>
                </a:lnTo>
                <a:lnTo>
                  <a:pt x="1668676" y="43702"/>
                </a:lnTo>
                <a:lnTo>
                  <a:pt x="1668919" y="43538"/>
                </a:lnTo>
                <a:lnTo>
                  <a:pt x="1669167" y="43378"/>
                </a:lnTo>
                <a:lnTo>
                  <a:pt x="1669419" y="43222"/>
                </a:lnTo>
                <a:lnTo>
                  <a:pt x="1669676" y="43070"/>
                </a:lnTo>
                <a:lnTo>
                  <a:pt x="1669938" y="42922"/>
                </a:lnTo>
                <a:lnTo>
                  <a:pt x="1670204" y="42778"/>
                </a:lnTo>
                <a:lnTo>
                  <a:pt x="1670474" y="42639"/>
                </a:lnTo>
                <a:lnTo>
                  <a:pt x="1670749" y="42503"/>
                </a:lnTo>
                <a:lnTo>
                  <a:pt x="1671029" y="42372"/>
                </a:lnTo>
                <a:lnTo>
                  <a:pt x="1671314" y="42247"/>
                </a:lnTo>
                <a:lnTo>
                  <a:pt x="1671604" y="42127"/>
                </a:lnTo>
                <a:lnTo>
                  <a:pt x="1671899" y="42013"/>
                </a:lnTo>
                <a:lnTo>
                  <a:pt x="1672199" y="41905"/>
                </a:lnTo>
                <a:lnTo>
                  <a:pt x="1672505" y="41802"/>
                </a:lnTo>
                <a:lnTo>
                  <a:pt x="1672815" y="41704"/>
                </a:lnTo>
                <a:lnTo>
                  <a:pt x="1673131" y="41612"/>
                </a:lnTo>
                <a:lnTo>
                  <a:pt x="1673452" y="41526"/>
                </a:lnTo>
                <a:lnTo>
                  <a:pt x="1673778" y="41445"/>
                </a:lnTo>
                <a:lnTo>
                  <a:pt x="1674109" y="41370"/>
                </a:lnTo>
                <a:lnTo>
                  <a:pt x="1674445" y="41301"/>
                </a:lnTo>
                <a:lnTo>
                  <a:pt x="1674786" y="41237"/>
                </a:lnTo>
                <a:lnTo>
                  <a:pt x="1675133" y="41178"/>
                </a:lnTo>
                <a:lnTo>
                  <a:pt x="1675484" y="41125"/>
                </a:lnTo>
                <a:lnTo>
                  <a:pt x="1675841" y="41078"/>
                </a:lnTo>
                <a:lnTo>
                  <a:pt x="1676203" y="41036"/>
                </a:lnTo>
                <a:lnTo>
                  <a:pt x="1676570" y="41000"/>
                </a:lnTo>
                <a:lnTo>
                  <a:pt x="1676942" y="40969"/>
                </a:lnTo>
                <a:lnTo>
                  <a:pt x="1677319" y="40944"/>
                </a:lnTo>
                <a:lnTo>
                  <a:pt x="1677702" y="40925"/>
                </a:lnTo>
                <a:lnTo>
                  <a:pt x="1678089" y="40911"/>
                </a:lnTo>
                <a:lnTo>
                  <a:pt x="1678482" y="40903"/>
                </a:lnTo>
                <a:lnTo>
                  <a:pt x="1678880" y="40900"/>
                </a:lnTo>
                <a:lnTo>
                  <a:pt x="1679014" y="40900"/>
                </a:lnTo>
                <a:lnTo>
                  <a:pt x="1679148" y="40901"/>
                </a:lnTo>
                <a:lnTo>
                  <a:pt x="1679282" y="40903"/>
                </a:lnTo>
                <a:lnTo>
                  <a:pt x="1679417" y="40905"/>
                </a:lnTo>
                <a:lnTo>
                  <a:pt x="1679552" y="40908"/>
                </a:lnTo>
                <a:lnTo>
                  <a:pt x="1679688" y="40911"/>
                </a:lnTo>
                <a:lnTo>
                  <a:pt x="1679824" y="40916"/>
                </a:lnTo>
                <a:lnTo>
                  <a:pt x="1679961" y="40920"/>
                </a:lnTo>
                <a:lnTo>
                  <a:pt x="1680098" y="40926"/>
                </a:lnTo>
                <a:lnTo>
                  <a:pt x="1680236" y="40932"/>
                </a:lnTo>
                <a:lnTo>
                  <a:pt x="1680373" y="40939"/>
                </a:lnTo>
                <a:lnTo>
                  <a:pt x="1680512" y="40946"/>
                </a:lnTo>
                <a:lnTo>
                  <a:pt x="1680651" y="40954"/>
                </a:lnTo>
                <a:lnTo>
                  <a:pt x="1680790" y="40963"/>
                </a:lnTo>
                <a:lnTo>
                  <a:pt x="1680929" y="40972"/>
                </a:lnTo>
                <a:lnTo>
                  <a:pt x="1681069" y="40982"/>
                </a:lnTo>
                <a:lnTo>
                  <a:pt x="1681210" y="40993"/>
                </a:lnTo>
                <a:lnTo>
                  <a:pt x="1681351" y="41004"/>
                </a:lnTo>
                <a:lnTo>
                  <a:pt x="1681492" y="41016"/>
                </a:lnTo>
                <a:lnTo>
                  <a:pt x="1681634" y="41029"/>
                </a:lnTo>
                <a:lnTo>
                  <a:pt x="1681776" y="41042"/>
                </a:lnTo>
                <a:lnTo>
                  <a:pt x="1681918" y="41056"/>
                </a:lnTo>
                <a:lnTo>
                  <a:pt x="1682061" y="41071"/>
                </a:lnTo>
                <a:lnTo>
                  <a:pt x="1682205" y="41086"/>
                </a:lnTo>
                <a:lnTo>
                  <a:pt x="1682348" y="41101"/>
                </a:lnTo>
                <a:lnTo>
                  <a:pt x="1682489" y="41117"/>
                </a:lnTo>
                <a:lnTo>
                  <a:pt x="1682628" y="41133"/>
                </a:lnTo>
                <a:lnTo>
                  <a:pt x="1682766" y="41149"/>
                </a:lnTo>
                <a:lnTo>
                  <a:pt x="1682902" y="41165"/>
                </a:lnTo>
                <a:lnTo>
                  <a:pt x="1683037" y="41182"/>
                </a:lnTo>
                <a:lnTo>
                  <a:pt x="1683169" y="41199"/>
                </a:lnTo>
                <a:lnTo>
                  <a:pt x="1683300" y="41216"/>
                </a:lnTo>
                <a:lnTo>
                  <a:pt x="1683429" y="41233"/>
                </a:lnTo>
                <a:lnTo>
                  <a:pt x="1683557" y="41250"/>
                </a:lnTo>
                <a:lnTo>
                  <a:pt x="1683683" y="41268"/>
                </a:lnTo>
                <a:lnTo>
                  <a:pt x="1683807" y="41286"/>
                </a:lnTo>
                <a:lnTo>
                  <a:pt x="1683929" y="41304"/>
                </a:lnTo>
                <a:lnTo>
                  <a:pt x="1684050" y="41322"/>
                </a:lnTo>
                <a:lnTo>
                  <a:pt x="1684169" y="41340"/>
                </a:lnTo>
                <a:lnTo>
                  <a:pt x="1684286" y="41359"/>
                </a:lnTo>
                <a:lnTo>
                  <a:pt x="1684401" y="41378"/>
                </a:lnTo>
                <a:lnTo>
                  <a:pt x="1684515" y="41397"/>
                </a:lnTo>
                <a:lnTo>
                  <a:pt x="1684627" y="41416"/>
                </a:lnTo>
                <a:lnTo>
                  <a:pt x="1684737" y="41436"/>
                </a:lnTo>
                <a:lnTo>
                  <a:pt x="1684846" y="41456"/>
                </a:lnTo>
                <a:lnTo>
                  <a:pt x="1684953" y="41476"/>
                </a:lnTo>
                <a:lnTo>
                  <a:pt x="1685058" y="41496"/>
                </a:lnTo>
                <a:lnTo>
                  <a:pt x="1685161" y="41516"/>
                </a:lnTo>
                <a:lnTo>
                  <a:pt x="1685161" y="25275"/>
                </a:lnTo>
                <a:lnTo>
                  <a:pt x="1684988" y="25225"/>
                </a:lnTo>
                <a:lnTo>
                  <a:pt x="1684815" y="25177"/>
                </a:lnTo>
                <a:lnTo>
                  <a:pt x="1684644" y="25131"/>
                </a:lnTo>
                <a:lnTo>
                  <a:pt x="1684474" y="25087"/>
                </a:lnTo>
                <a:lnTo>
                  <a:pt x="1684305" y="25045"/>
                </a:lnTo>
                <a:lnTo>
                  <a:pt x="1684138" y="25006"/>
                </a:lnTo>
                <a:lnTo>
                  <a:pt x="1683972" y="24969"/>
                </a:lnTo>
                <a:lnTo>
                  <a:pt x="1683807" y="24933"/>
                </a:lnTo>
                <a:lnTo>
                  <a:pt x="1683643" y="24900"/>
                </a:lnTo>
                <a:lnTo>
                  <a:pt x="1683481" y="24869"/>
                </a:lnTo>
                <a:lnTo>
                  <a:pt x="1683320" y="24840"/>
                </a:lnTo>
                <a:lnTo>
                  <a:pt x="1683160" y="24814"/>
                </a:lnTo>
                <a:lnTo>
                  <a:pt x="1683002" y="24789"/>
                </a:lnTo>
                <a:lnTo>
                  <a:pt x="1682845" y="24767"/>
                </a:lnTo>
                <a:lnTo>
                  <a:pt x="1682689" y="24747"/>
                </a:lnTo>
                <a:lnTo>
                  <a:pt x="1682534" y="24728"/>
                </a:lnTo>
                <a:lnTo>
                  <a:pt x="1682381" y="24712"/>
                </a:lnTo>
                <a:lnTo>
                  <a:pt x="1682229" y="24699"/>
                </a:lnTo>
                <a:lnTo>
                  <a:pt x="1682078" y="24687"/>
                </a:lnTo>
                <a:lnTo>
                  <a:pt x="1681929" y="24677"/>
                </a:lnTo>
                <a:lnTo>
                  <a:pt x="1681781" y="24670"/>
                </a:lnTo>
                <a:lnTo>
                  <a:pt x="1681634" y="24664"/>
                </a:lnTo>
                <a:lnTo>
                  <a:pt x="1681488" y="24661"/>
                </a:lnTo>
                <a:lnTo>
                  <a:pt x="1681344" y="24660"/>
                </a:lnTo>
                <a:lnTo>
                  <a:pt x="1681067" y="24662"/>
                </a:lnTo>
                <a:lnTo>
                  <a:pt x="1680791" y="24667"/>
                </a:lnTo>
                <a:lnTo>
                  <a:pt x="1680516" y="24676"/>
                </a:lnTo>
                <a:lnTo>
                  <a:pt x="1680242" y="24687"/>
                </a:lnTo>
                <a:lnTo>
                  <a:pt x="1679969" y="24703"/>
                </a:lnTo>
                <a:lnTo>
                  <a:pt x="1679696" y="24722"/>
                </a:lnTo>
                <a:lnTo>
                  <a:pt x="1679424" y="24744"/>
                </a:lnTo>
                <a:lnTo>
                  <a:pt x="1679154" y="24770"/>
                </a:lnTo>
                <a:lnTo>
                  <a:pt x="1678884" y="24799"/>
                </a:lnTo>
                <a:lnTo>
                  <a:pt x="1678615" y="24831"/>
                </a:lnTo>
                <a:lnTo>
                  <a:pt x="1678346" y="24867"/>
                </a:lnTo>
                <a:lnTo>
                  <a:pt x="1678079" y="24906"/>
                </a:lnTo>
                <a:lnTo>
                  <a:pt x="1677813" y="24949"/>
                </a:lnTo>
                <a:lnTo>
                  <a:pt x="1677547" y="24995"/>
                </a:lnTo>
                <a:lnTo>
                  <a:pt x="1677282" y="25045"/>
                </a:lnTo>
                <a:lnTo>
                  <a:pt x="1677018" y="25098"/>
                </a:lnTo>
                <a:lnTo>
                  <a:pt x="1676755" y="25154"/>
                </a:lnTo>
                <a:lnTo>
                  <a:pt x="1676493" y="25214"/>
                </a:lnTo>
                <a:lnTo>
                  <a:pt x="1676232" y="25277"/>
                </a:lnTo>
                <a:lnTo>
                  <a:pt x="1675972" y="25344"/>
                </a:lnTo>
                <a:lnTo>
                  <a:pt x="1675712" y="25414"/>
                </a:lnTo>
                <a:lnTo>
                  <a:pt x="1675453" y="25488"/>
                </a:lnTo>
                <a:lnTo>
                  <a:pt x="1675195" y="25565"/>
                </a:lnTo>
                <a:lnTo>
                  <a:pt x="1674938" y="25645"/>
                </a:lnTo>
                <a:lnTo>
                  <a:pt x="1674682" y="25728"/>
                </a:lnTo>
                <a:lnTo>
                  <a:pt x="1674428" y="25814"/>
                </a:lnTo>
                <a:lnTo>
                  <a:pt x="1674174" y="25903"/>
                </a:lnTo>
                <a:lnTo>
                  <a:pt x="1673922" y="25995"/>
                </a:lnTo>
                <a:lnTo>
                  <a:pt x="1673672" y="26089"/>
                </a:lnTo>
                <a:lnTo>
                  <a:pt x="1673422" y="26187"/>
                </a:lnTo>
                <a:lnTo>
                  <a:pt x="1673174" y="26287"/>
                </a:lnTo>
                <a:lnTo>
                  <a:pt x="1672927" y="26389"/>
                </a:lnTo>
                <a:lnTo>
                  <a:pt x="1672681" y="26495"/>
                </a:lnTo>
                <a:lnTo>
                  <a:pt x="1672437" y="26603"/>
                </a:lnTo>
                <a:lnTo>
                  <a:pt x="1672194" y="26714"/>
                </a:lnTo>
                <a:lnTo>
                  <a:pt x="1671952" y="26828"/>
                </a:lnTo>
                <a:lnTo>
                  <a:pt x="1671711" y="26945"/>
                </a:lnTo>
                <a:lnTo>
                  <a:pt x="1671472" y="27064"/>
                </a:lnTo>
                <a:lnTo>
                  <a:pt x="1671234" y="27187"/>
                </a:lnTo>
                <a:lnTo>
                  <a:pt x="1670997" y="27312"/>
                </a:lnTo>
                <a:lnTo>
                  <a:pt x="1670762" y="27439"/>
                </a:lnTo>
                <a:lnTo>
                  <a:pt x="1670527" y="27570"/>
                </a:lnTo>
                <a:lnTo>
                  <a:pt x="1670295" y="27703"/>
                </a:lnTo>
                <a:lnTo>
                  <a:pt x="1670063" y="27839"/>
                </a:lnTo>
                <a:lnTo>
                  <a:pt x="1669833" y="27978"/>
                </a:lnTo>
                <a:lnTo>
                  <a:pt x="1669604" y="28120"/>
                </a:lnTo>
                <a:lnTo>
                  <a:pt x="1669376" y="28265"/>
                </a:lnTo>
                <a:lnTo>
                  <a:pt x="1669149" y="28412"/>
                </a:lnTo>
                <a:lnTo>
                  <a:pt x="1668924" y="28562"/>
                </a:lnTo>
                <a:lnTo>
                  <a:pt x="1668702" y="28714"/>
                </a:lnTo>
                <a:lnTo>
                  <a:pt x="1668481" y="28869"/>
                </a:lnTo>
                <a:lnTo>
                  <a:pt x="1668263" y="29027"/>
                </a:lnTo>
                <a:lnTo>
                  <a:pt x="1668047" y="29187"/>
                </a:lnTo>
                <a:lnTo>
                  <a:pt x="1667833" y="29350"/>
                </a:lnTo>
                <a:lnTo>
                  <a:pt x="1667621" y="29515"/>
                </a:lnTo>
                <a:lnTo>
                  <a:pt x="1667411" y="29683"/>
                </a:lnTo>
                <a:lnTo>
                  <a:pt x="1667203" y="29853"/>
                </a:lnTo>
                <a:lnTo>
                  <a:pt x="1666998" y="30026"/>
                </a:lnTo>
                <a:lnTo>
                  <a:pt x="1666794" y="30202"/>
                </a:lnTo>
                <a:lnTo>
                  <a:pt x="1666593" y="30380"/>
                </a:lnTo>
                <a:lnTo>
                  <a:pt x="1666394" y="30561"/>
                </a:lnTo>
                <a:lnTo>
                  <a:pt x="1666197" y="30744"/>
                </a:lnTo>
                <a:lnTo>
                  <a:pt x="1666002" y="30930"/>
                </a:lnTo>
                <a:lnTo>
                  <a:pt x="1665809" y="31118"/>
                </a:lnTo>
                <a:lnTo>
                  <a:pt x="1665619" y="31309"/>
                </a:lnTo>
                <a:lnTo>
                  <a:pt x="1665430" y="31503"/>
                </a:lnTo>
                <a:lnTo>
                  <a:pt x="1665244" y="31699"/>
                </a:lnTo>
                <a:lnTo>
                  <a:pt x="1665060" y="31898"/>
                </a:lnTo>
                <a:lnTo>
                  <a:pt x="1664878" y="32099"/>
                </a:lnTo>
                <a:lnTo>
                  <a:pt x="1664698" y="32303"/>
                </a:lnTo>
                <a:lnTo>
                  <a:pt x="1664521" y="32509"/>
                </a:lnTo>
                <a:lnTo>
                  <a:pt x="1664345" y="32718"/>
                </a:lnTo>
                <a:lnTo>
                  <a:pt x="1664172" y="32929"/>
                </a:lnTo>
                <a:lnTo>
                  <a:pt x="1664002" y="33141"/>
                </a:lnTo>
                <a:lnTo>
                  <a:pt x="1663835" y="33355"/>
                </a:lnTo>
                <a:lnTo>
                  <a:pt x="1663671" y="33571"/>
                </a:lnTo>
                <a:lnTo>
                  <a:pt x="1663510" y="33788"/>
                </a:lnTo>
                <a:lnTo>
                  <a:pt x="1663352" y="34006"/>
                </a:lnTo>
                <a:lnTo>
                  <a:pt x="1663197" y="34226"/>
                </a:lnTo>
                <a:lnTo>
                  <a:pt x="1663045" y="34447"/>
                </a:lnTo>
                <a:lnTo>
                  <a:pt x="1662896" y="34670"/>
                </a:lnTo>
                <a:lnTo>
                  <a:pt x="1662750" y="34895"/>
                </a:lnTo>
                <a:lnTo>
                  <a:pt x="1662607" y="35121"/>
                </a:lnTo>
                <a:lnTo>
                  <a:pt x="1662466" y="35348"/>
                </a:lnTo>
                <a:lnTo>
                  <a:pt x="1662329" y="35577"/>
                </a:lnTo>
                <a:lnTo>
                  <a:pt x="1662195" y="35807"/>
                </a:lnTo>
                <a:lnTo>
                  <a:pt x="1662064" y="36039"/>
                </a:lnTo>
                <a:lnTo>
                  <a:pt x="1661936" y="36272"/>
                </a:lnTo>
                <a:lnTo>
                  <a:pt x="1661811" y="36507"/>
                </a:lnTo>
                <a:lnTo>
                  <a:pt x="1661688" y="36744"/>
                </a:lnTo>
                <a:lnTo>
                  <a:pt x="1661569" y="36981"/>
                </a:lnTo>
                <a:lnTo>
                  <a:pt x="1661453" y="37221"/>
                </a:lnTo>
                <a:lnTo>
                  <a:pt x="1661340" y="37462"/>
                </a:lnTo>
                <a:lnTo>
                  <a:pt x="1661230" y="37704"/>
                </a:lnTo>
                <a:lnTo>
                  <a:pt x="1661122" y="37948"/>
                </a:lnTo>
                <a:lnTo>
                  <a:pt x="1661018" y="38193"/>
                </a:lnTo>
                <a:lnTo>
                  <a:pt x="1660772" y="38193"/>
                </a:lnTo>
                <a:lnTo>
                  <a:pt x="1660772" y="26369"/>
                </a:lnTo>
                <a:lnTo>
                  <a:pt x="1644143" y="26369"/>
                </a:lnTo>
                <a:lnTo>
                  <a:pt x="1644143" y="90100"/>
                </a:lnTo>
                <a:lnTo>
                  <a:pt x="1661635" y="90100"/>
                </a:lnTo>
                <a:lnTo>
                  <a:pt x="1661635" y="61368"/>
                </a:lnTo>
                <a:lnTo>
                  <a:pt x="1661636" y="61010"/>
                </a:lnTo>
                <a:lnTo>
                  <a:pt x="1661641" y="60653"/>
                </a:lnTo>
                <a:close/>
                <a:moveTo>
                  <a:pt x="1142394" y="44359"/>
                </a:moveTo>
                <a:lnTo>
                  <a:pt x="1142473" y="43974"/>
                </a:lnTo>
                <a:lnTo>
                  <a:pt x="1142561" y="43599"/>
                </a:lnTo>
                <a:lnTo>
                  <a:pt x="1142658" y="43235"/>
                </a:lnTo>
                <a:lnTo>
                  <a:pt x="1142763" y="42881"/>
                </a:lnTo>
                <a:lnTo>
                  <a:pt x="1142877" y="42537"/>
                </a:lnTo>
                <a:lnTo>
                  <a:pt x="1142999" y="42203"/>
                </a:lnTo>
                <a:lnTo>
                  <a:pt x="1143130" y="41880"/>
                </a:lnTo>
                <a:lnTo>
                  <a:pt x="1143270" y="41567"/>
                </a:lnTo>
                <a:lnTo>
                  <a:pt x="1143418" y="41264"/>
                </a:lnTo>
                <a:lnTo>
                  <a:pt x="1143574" y="40972"/>
                </a:lnTo>
                <a:lnTo>
                  <a:pt x="1143739" y="40689"/>
                </a:lnTo>
                <a:lnTo>
                  <a:pt x="1143913" y="40417"/>
                </a:lnTo>
                <a:lnTo>
                  <a:pt x="1144095" y="40156"/>
                </a:lnTo>
                <a:lnTo>
                  <a:pt x="1144286" y="39904"/>
                </a:lnTo>
                <a:lnTo>
                  <a:pt x="1144485" y="39663"/>
                </a:lnTo>
                <a:lnTo>
                  <a:pt x="1144693" y="39432"/>
                </a:lnTo>
                <a:lnTo>
                  <a:pt x="1144910" y="39211"/>
                </a:lnTo>
                <a:lnTo>
                  <a:pt x="1145135" y="39001"/>
                </a:lnTo>
                <a:lnTo>
                  <a:pt x="1145368" y="38800"/>
                </a:lnTo>
                <a:lnTo>
                  <a:pt x="1145610" y="38610"/>
                </a:lnTo>
                <a:lnTo>
                  <a:pt x="1145860" y="38429"/>
                </a:lnTo>
                <a:lnTo>
                  <a:pt x="1146118" y="38256"/>
                </a:lnTo>
                <a:lnTo>
                  <a:pt x="1146384" y="38091"/>
                </a:lnTo>
                <a:lnTo>
                  <a:pt x="1146657" y="37933"/>
                </a:lnTo>
                <a:lnTo>
                  <a:pt x="1146938" y="37783"/>
                </a:lnTo>
                <a:lnTo>
                  <a:pt x="1147227" y="37640"/>
                </a:lnTo>
                <a:lnTo>
                  <a:pt x="1147523" y="37505"/>
                </a:lnTo>
                <a:lnTo>
                  <a:pt x="1147827" y="37378"/>
                </a:lnTo>
                <a:lnTo>
                  <a:pt x="1148139" y="37259"/>
                </a:lnTo>
                <a:lnTo>
                  <a:pt x="1148459" y="37147"/>
                </a:lnTo>
                <a:lnTo>
                  <a:pt x="1148786" y="37043"/>
                </a:lnTo>
                <a:lnTo>
                  <a:pt x="1149121" y="36947"/>
                </a:lnTo>
                <a:lnTo>
                  <a:pt x="1149463" y="36858"/>
                </a:lnTo>
                <a:lnTo>
                  <a:pt x="1149814" y="36778"/>
                </a:lnTo>
                <a:lnTo>
                  <a:pt x="1150172" y="36704"/>
                </a:lnTo>
                <a:lnTo>
                  <a:pt x="1150537" y="36639"/>
                </a:lnTo>
                <a:lnTo>
                  <a:pt x="1150911" y="36581"/>
                </a:lnTo>
                <a:lnTo>
                  <a:pt x="1151292" y="36531"/>
                </a:lnTo>
                <a:lnTo>
                  <a:pt x="1151680" y="36489"/>
                </a:lnTo>
                <a:lnTo>
                  <a:pt x="1152077" y="36454"/>
                </a:lnTo>
                <a:lnTo>
                  <a:pt x="1152481" y="36427"/>
                </a:lnTo>
                <a:lnTo>
                  <a:pt x="1152893" y="36408"/>
                </a:lnTo>
                <a:lnTo>
                  <a:pt x="1153312" y="36396"/>
                </a:lnTo>
                <a:lnTo>
                  <a:pt x="1153739" y="36392"/>
                </a:lnTo>
                <a:lnTo>
                  <a:pt x="1153934" y="36393"/>
                </a:lnTo>
                <a:lnTo>
                  <a:pt x="1154127" y="36395"/>
                </a:lnTo>
                <a:lnTo>
                  <a:pt x="1154320" y="36397"/>
                </a:lnTo>
                <a:lnTo>
                  <a:pt x="1154511" y="36401"/>
                </a:lnTo>
                <a:lnTo>
                  <a:pt x="1154701" y="36406"/>
                </a:lnTo>
                <a:lnTo>
                  <a:pt x="1154890" y="36412"/>
                </a:lnTo>
                <a:lnTo>
                  <a:pt x="1155078" y="36419"/>
                </a:lnTo>
                <a:lnTo>
                  <a:pt x="1155265" y="36427"/>
                </a:lnTo>
                <a:lnTo>
                  <a:pt x="1155451" y="36436"/>
                </a:lnTo>
                <a:lnTo>
                  <a:pt x="1155636" y="36446"/>
                </a:lnTo>
                <a:lnTo>
                  <a:pt x="1155820" y="36457"/>
                </a:lnTo>
                <a:lnTo>
                  <a:pt x="1156002" y="36470"/>
                </a:lnTo>
                <a:lnTo>
                  <a:pt x="1156184" y="36483"/>
                </a:lnTo>
                <a:lnTo>
                  <a:pt x="1156365" y="36497"/>
                </a:lnTo>
                <a:lnTo>
                  <a:pt x="1156544" y="36513"/>
                </a:lnTo>
                <a:lnTo>
                  <a:pt x="1156723" y="36529"/>
                </a:lnTo>
                <a:lnTo>
                  <a:pt x="1156900" y="36547"/>
                </a:lnTo>
                <a:lnTo>
                  <a:pt x="1157076" y="36566"/>
                </a:lnTo>
                <a:lnTo>
                  <a:pt x="1157251" y="36586"/>
                </a:lnTo>
                <a:lnTo>
                  <a:pt x="1157425" y="36607"/>
                </a:lnTo>
                <a:lnTo>
                  <a:pt x="1157599" y="36629"/>
                </a:lnTo>
                <a:lnTo>
                  <a:pt x="1157771" y="36652"/>
                </a:lnTo>
                <a:lnTo>
                  <a:pt x="1157941" y="36676"/>
                </a:lnTo>
                <a:lnTo>
                  <a:pt x="1158111" y="36701"/>
                </a:lnTo>
                <a:lnTo>
                  <a:pt x="1158280" y="36728"/>
                </a:lnTo>
                <a:lnTo>
                  <a:pt x="1158447" y="36756"/>
                </a:lnTo>
                <a:lnTo>
                  <a:pt x="1158612" y="36787"/>
                </a:lnTo>
                <a:lnTo>
                  <a:pt x="1158775" y="36821"/>
                </a:lnTo>
                <a:lnTo>
                  <a:pt x="1158937" y="36856"/>
                </a:lnTo>
                <a:lnTo>
                  <a:pt x="1159097" y="36893"/>
                </a:lnTo>
                <a:lnTo>
                  <a:pt x="1159256" y="36933"/>
                </a:lnTo>
                <a:lnTo>
                  <a:pt x="1159412" y="36975"/>
                </a:lnTo>
                <a:lnTo>
                  <a:pt x="1159567" y="37019"/>
                </a:lnTo>
                <a:lnTo>
                  <a:pt x="1159720" y="37065"/>
                </a:lnTo>
                <a:lnTo>
                  <a:pt x="1159872" y="37113"/>
                </a:lnTo>
                <a:lnTo>
                  <a:pt x="1160021" y="37163"/>
                </a:lnTo>
                <a:lnTo>
                  <a:pt x="1160169" y="37216"/>
                </a:lnTo>
                <a:lnTo>
                  <a:pt x="1160316" y="37270"/>
                </a:lnTo>
                <a:lnTo>
                  <a:pt x="1160460" y="37327"/>
                </a:lnTo>
                <a:lnTo>
                  <a:pt x="1160603" y="37386"/>
                </a:lnTo>
                <a:lnTo>
                  <a:pt x="1160744" y="37447"/>
                </a:lnTo>
                <a:lnTo>
                  <a:pt x="1160884" y="37510"/>
                </a:lnTo>
                <a:lnTo>
                  <a:pt x="1161022" y="37575"/>
                </a:lnTo>
                <a:lnTo>
                  <a:pt x="1161158" y="37643"/>
                </a:lnTo>
                <a:lnTo>
                  <a:pt x="1161292" y="37712"/>
                </a:lnTo>
                <a:lnTo>
                  <a:pt x="1161424" y="37784"/>
                </a:lnTo>
                <a:lnTo>
                  <a:pt x="1161555" y="37858"/>
                </a:lnTo>
                <a:lnTo>
                  <a:pt x="1161684" y="37934"/>
                </a:lnTo>
                <a:lnTo>
                  <a:pt x="1161812" y="38012"/>
                </a:lnTo>
                <a:lnTo>
                  <a:pt x="1161937" y="38093"/>
                </a:lnTo>
                <a:lnTo>
                  <a:pt x="1162060" y="38176"/>
                </a:lnTo>
                <a:lnTo>
                  <a:pt x="1162180" y="38262"/>
                </a:lnTo>
                <a:lnTo>
                  <a:pt x="1162299" y="38350"/>
                </a:lnTo>
                <a:lnTo>
                  <a:pt x="1162416" y="38441"/>
                </a:lnTo>
                <a:lnTo>
                  <a:pt x="1162530" y="38535"/>
                </a:lnTo>
                <a:lnTo>
                  <a:pt x="1162642" y="38631"/>
                </a:lnTo>
                <a:lnTo>
                  <a:pt x="1162753" y="38730"/>
                </a:lnTo>
                <a:lnTo>
                  <a:pt x="1162861" y="38831"/>
                </a:lnTo>
                <a:lnTo>
                  <a:pt x="1162966" y="38935"/>
                </a:lnTo>
                <a:lnTo>
                  <a:pt x="1163070" y="39042"/>
                </a:lnTo>
                <a:lnTo>
                  <a:pt x="1163172" y="39151"/>
                </a:lnTo>
                <a:lnTo>
                  <a:pt x="1163271" y="39262"/>
                </a:lnTo>
                <a:lnTo>
                  <a:pt x="1163369" y="39377"/>
                </a:lnTo>
                <a:lnTo>
                  <a:pt x="1163464" y="39493"/>
                </a:lnTo>
                <a:lnTo>
                  <a:pt x="1163557" y="39613"/>
                </a:lnTo>
                <a:lnTo>
                  <a:pt x="1163648" y="39735"/>
                </a:lnTo>
                <a:lnTo>
                  <a:pt x="1163737" y="39859"/>
                </a:lnTo>
                <a:lnTo>
                  <a:pt x="1163823" y="39986"/>
                </a:lnTo>
                <a:lnTo>
                  <a:pt x="1163908" y="40116"/>
                </a:lnTo>
                <a:lnTo>
                  <a:pt x="1163990" y="40248"/>
                </a:lnTo>
                <a:lnTo>
                  <a:pt x="1164070" y="40383"/>
                </a:lnTo>
                <a:lnTo>
                  <a:pt x="1164149" y="40520"/>
                </a:lnTo>
                <a:lnTo>
                  <a:pt x="1164224" y="40661"/>
                </a:lnTo>
                <a:lnTo>
                  <a:pt x="1164296" y="40805"/>
                </a:lnTo>
                <a:lnTo>
                  <a:pt x="1164365" y="40954"/>
                </a:lnTo>
                <a:lnTo>
                  <a:pt x="1164431" y="41106"/>
                </a:lnTo>
                <a:lnTo>
                  <a:pt x="1164494" y="41263"/>
                </a:lnTo>
                <a:lnTo>
                  <a:pt x="1164553" y="41424"/>
                </a:lnTo>
                <a:lnTo>
                  <a:pt x="1164609" y="41589"/>
                </a:lnTo>
                <a:lnTo>
                  <a:pt x="1164662" y="41758"/>
                </a:lnTo>
                <a:lnTo>
                  <a:pt x="1164712" y="41931"/>
                </a:lnTo>
                <a:lnTo>
                  <a:pt x="1164759" y="42108"/>
                </a:lnTo>
                <a:lnTo>
                  <a:pt x="1164802" y="42290"/>
                </a:lnTo>
                <a:lnTo>
                  <a:pt x="1164842" y="42475"/>
                </a:lnTo>
                <a:lnTo>
                  <a:pt x="1164879" y="42664"/>
                </a:lnTo>
                <a:lnTo>
                  <a:pt x="1164913" y="42858"/>
                </a:lnTo>
                <a:lnTo>
                  <a:pt x="1164943" y="43055"/>
                </a:lnTo>
                <a:lnTo>
                  <a:pt x="1164971" y="43257"/>
                </a:lnTo>
                <a:lnTo>
                  <a:pt x="1164995" y="43462"/>
                </a:lnTo>
                <a:lnTo>
                  <a:pt x="1165015" y="43672"/>
                </a:lnTo>
                <a:lnTo>
                  <a:pt x="1165033" y="43886"/>
                </a:lnTo>
                <a:lnTo>
                  <a:pt x="1165048" y="44104"/>
                </a:lnTo>
                <a:lnTo>
                  <a:pt x="1165059" y="44326"/>
                </a:lnTo>
                <a:lnTo>
                  <a:pt x="1165067" y="44552"/>
                </a:lnTo>
                <a:lnTo>
                  <a:pt x="1165072" y="44782"/>
                </a:lnTo>
                <a:lnTo>
                  <a:pt x="1165073" y="45016"/>
                </a:lnTo>
                <a:lnTo>
                  <a:pt x="1165080" y="45240"/>
                </a:lnTo>
                <a:lnTo>
                  <a:pt x="1165081" y="45459"/>
                </a:lnTo>
                <a:lnTo>
                  <a:pt x="1165075" y="45673"/>
                </a:lnTo>
                <a:lnTo>
                  <a:pt x="1165063" y="45884"/>
                </a:lnTo>
                <a:lnTo>
                  <a:pt x="1165044" y="46089"/>
                </a:lnTo>
                <a:lnTo>
                  <a:pt x="1165019" y="46290"/>
                </a:lnTo>
                <a:lnTo>
                  <a:pt x="1164987" y="46487"/>
                </a:lnTo>
                <a:lnTo>
                  <a:pt x="1164949" y="46679"/>
                </a:lnTo>
                <a:lnTo>
                  <a:pt x="1164905" y="46867"/>
                </a:lnTo>
                <a:lnTo>
                  <a:pt x="1164854" y="47050"/>
                </a:lnTo>
                <a:lnTo>
                  <a:pt x="1164797" y="47229"/>
                </a:lnTo>
                <a:lnTo>
                  <a:pt x="1164734" y="47403"/>
                </a:lnTo>
                <a:lnTo>
                  <a:pt x="1164664" y="47573"/>
                </a:lnTo>
                <a:lnTo>
                  <a:pt x="1164587" y="47738"/>
                </a:lnTo>
                <a:lnTo>
                  <a:pt x="1164504" y="47899"/>
                </a:lnTo>
                <a:lnTo>
                  <a:pt x="1164415" y="48055"/>
                </a:lnTo>
                <a:lnTo>
                  <a:pt x="1164319" y="48207"/>
                </a:lnTo>
                <a:lnTo>
                  <a:pt x="1164217" y="48354"/>
                </a:lnTo>
                <a:lnTo>
                  <a:pt x="1164109" y="48497"/>
                </a:lnTo>
                <a:lnTo>
                  <a:pt x="1163994" y="48635"/>
                </a:lnTo>
                <a:lnTo>
                  <a:pt x="1163872" y="48769"/>
                </a:lnTo>
                <a:lnTo>
                  <a:pt x="1163745" y="48898"/>
                </a:lnTo>
                <a:lnTo>
                  <a:pt x="1163611" y="49023"/>
                </a:lnTo>
                <a:lnTo>
                  <a:pt x="1163470" y="49144"/>
                </a:lnTo>
                <a:lnTo>
                  <a:pt x="1163324" y="49260"/>
                </a:lnTo>
                <a:lnTo>
                  <a:pt x="1163174" y="49375"/>
                </a:lnTo>
                <a:lnTo>
                  <a:pt x="1163020" y="49487"/>
                </a:lnTo>
                <a:lnTo>
                  <a:pt x="1162861" y="49597"/>
                </a:lnTo>
                <a:lnTo>
                  <a:pt x="1162698" y="49704"/>
                </a:lnTo>
                <a:lnTo>
                  <a:pt x="1162531" y="49809"/>
                </a:lnTo>
                <a:lnTo>
                  <a:pt x="1162360" y="49912"/>
                </a:lnTo>
                <a:lnTo>
                  <a:pt x="1162184" y="50012"/>
                </a:lnTo>
                <a:lnTo>
                  <a:pt x="1162004" y="50110"/>
                </a:lnTo>
                <a:lnTo>
                  <a:pt x="1161820" y="50206"/>
                </a:lnTo>
                <a:lnTo>
                  <a:pt x="1161631" y="50299"/>
                </a:lnTo>
                <a:lnTo>
                  <a:pt x="1161438" y="50390"/>
                </a:lnTo>
                <a:lnTo>
                  <a:pt x="1161241" y="50478"/>
                </a:lnTo>
                <a:lnTo>
                  <a:pt x="1161040" y="50565"/>
                </a:lnTo>
                <a:lnTo>
                  <a:pt x="1160834" y="50648"/>
                </a:lnTo>
                <a:lnTo>
                  <a:pt x="1160624" y="50730"/>
                </a:lnTo>
                <a:lnTo>
                  <a:pt x="1160410" y="50809"/>
                </a:lnTo>
                <a:lnTo>
                  <a:pt x="1160191" y="50886"/>
                </a:lnTo>
                <a:lnTo>
                  <a:pt x="1159968" y="50960"/>
                </a:lnTo>
                <a:lnTo>
                  <a:pt x="1159741" y="51033"/>
                </a:lnTo>
                <a:lnTo>
                  <a:pt x="1159510" y="51102"/>
                </a:lnTo>
                <a:lnTo>
                  <a:pt x="1159274" y="51170"/>
                </a:lnTo>
                <a:lnTo>
                  <a:pt x="1159034" y="51235"/>
                </a:lnTo>
                <a:lnTo>
                  <a:pt x="1158790" y="51298"/>
                </a:lnTo>
                <a:lnTo>
                  <a:pt x="1158542" y="51359"/>
                </a:lnTo>
                <a:lnTo>
                  <a:pt x="1158291" y="51418"/>
                </a:lnTo>
                <a:lnTo>
                  <a:pt x="1158037" y="51477"/>
                </a:lnTo>
                <a:lnTo>
                  <a:pt x="1157780" y="51534"/>
                </a:lnTo>
                <a:lnTo>
                  <a:pt x="1157520" y="51589"/>
                </a:lnTo>
                <a:lnTo>
                  <a:pt x="1157258" y="51644"/>
                </a:lnTo>
                <a:lnTo>
                  <a:pt x="1156992" y="51697"/>
                </a:lnTo>
                <a:lnTo>
                  <a:pt x="1156723" y="51749"/>
                </a:lnTo>
                <a:lnTo>
                  <a:pt x="1156451" y="51800"/>
                </a:lnTo>
                <a:lnTo>
                  <a:pt x="1156176" y="51849"/>
                </a:lnTo>
                <a:lnTo>
                  <a:pt x="1155898" y="51897"/>
                </a:lnTo>
                <a:lnTo>
                  <a:pt x="1155618" y="51944"/>
                </a:lnTo>
                <a:lnTo>
                  <a:pt x="1155334" y="51990"/>
                </a:lnTo>
                <a:lnTo>
                  <a:pt x="1155047" y="52034"/>
                </a:lnTo>
                <a:lnTo>
                  <a:pt x="1154757" y="52077"/>
                </a:lnTo>
                <a:lnTo>
                  <a:pt x="1154464" y="52119"/>
                </a:lnTo>
                <a:lnTo>
                  <a:pt x="1154168" y="52159"/>
                </a:lnTo>
                <a:lnTo>
                  <a:pt x="1153870" y="52198"/>
                </a:lnTo>
                <a:lnTo>
                  <a:pt x="1153568" y="52236"/>
                </a:lnTo>
                <a:lnTo>
                  <a:pt x="1153263" y="52273"/>
                </a:lnTo>
                <a:lnTo>
                  <a:pt x="1152955" y="52308"/>
                </a:lnTo>
                <a:lnTo>
                  <a:pt x="1152645" y="52342"/>
                </a:lnTo>
                <a:lnTo>
                  <a:pt x="1152331" y="52375"/>
                </a:lnTo>
                <a:lnTo>
                  <a:pt x="1152014" y="52407"/>
                </a:lnTo>
                <a:lnTo>
                  <a:pt x="1151696" y="52438"/>
                </a:lnTo>
                <a:lnTo>
                  <a:pt x="1151377" y="52470"/>
                </a:lnTo>
                <a:lnTo>
                  <a:pt x="1151058" y="52503"/>
                </a:lnTo>
                <a:lnTo>
                  <a:pt x="1150738" y="52537"/>
                </a:lnTo>
                <a:lnTo>
                  <a:pt x="1150418" y="52572"/>
                </a:lnTo>
                <a:lnTo>
                  <a:pt x="1150097" y="52607"/>
                </a:lnTo>
                <a:lnTo>
                  <a:pt x="1149777" y="52643"/>
                </a:lnTo>
                <a:lnTo>
                  <a:pt x="1149455" y="52681"/>
                </a:lnTo>
                <a:lnTo>
                  <a:pt x="1149133" y="52719"/>
                </a:lnTo>
                <a:lnTo>
                  <a:pt x="1148811" y="52758"/>
                </a:lnTo>
                <a:lnTo>
                  <a:pt x="1148489" y="52798"/>
                </a:lnTo>
                <a:lnTo>
                  <a:pt x="1148165" y="52838"/>
                </a:lnTo>
                <a:lnTo>
                  <a:pt x="1147842" y="52880"/>
                </a:lnTo>
                <a:lnTo>
                  <a:pt x="1147518" y="52922"/>
                </a:lnTo>
                <a:lnTo>
                  <a:pt x="1147194" y="52966"/>
                </a:lnTo>
                <a:lnTo>
                  <a:pt x="1146869" y="53010"/>
                </a:lnTo>
                <a:lnTo>
                  <a:pt x="1146544" y="53055"/>
                </a:lnTo>
                <a:lnTo>
                  <a:pt x="1146218" y="53100"/>
                </a:lnTo>
                <a:lnTo>
                  <a:pt x="1145892" y="53147"/>
                </a:lnTo>
                <a:lnTo>
                  <a:pt x="1145565" y="53195"/>
                </a:lnTo>
                <a:lnTo>
                  <a:pt x="1145238" y="53243"/>
                </a:lnTo>
                <a:lnTo>
                  <a:pt x="1144911" y="53292"/>
                </a:lnTo>
                <a:lnTo>
                  <a:pt x="1144583" y="53342"/>
                </a:lnTo>
                <a:lnTo>
                  <a:pt x="1144255" y="53393"/>
                </a:lnTo>
                <a:lnTo>
                  <a:pt x="1143927" y="53445"/>
                </a:lnTo>
                <a:lnTo>
                  <a:pt x="1143599" y="53499"/>
                </a:lnTo>
                <a:lnTo>
                  <a:pt x="1143271" y="53554"/>
                </a:lnTo>
                <a:lnTo>
                  <a:pt x="1142943" y="53610"/>
                </a:lnTo>
                <a:lnTo>
                  <a:pt x="1142615" y="53668"/>
                </a:lnTo>
                <a:lnTo>
                  <a:pt x="1142288" y="53728"/>
                </a:lnTo>
                <a:lnTo>
                  <a:pt x="1141961" y="53789"/>
                </a:lnTo>
                <a:lnTo>
                  <a:pt x="1141634" y="53851"/>
                </a:lnTo>
                <a:lnTo>
                  <a:pt x="1141307" y="53915"/>
                </a:lnTo>
                <a:lnTo>
                  <a:pt x="1140981" y="53981"/>
                </a:lnTo>
                <a:lnTo>
                  <a:pt x="1140655" y="54048"/>
                </a:lnTo>
                <a:lnTo>
                  <a:pt x="1140329" y="54116"/>
                </a:lnTo>
                <a:lnTo>
                  <a:pt x="1140003" y="54186"/>
                </a:lnTo>
                <a:lnTo>
                  <a:pt x="1139677" y="54257"/>
                </a:lnTo>
                <a:lnTo>
                  <a:pt x="1139352" y="54330"/>
                </a:lnTo>
                <a:lnTo>
                  <a:pt x="1139026" y="54405"/>
                </a:lnTo>
                <a:lnTo>
                  <a:pt x="1138701" y="54481"/>
                </a:lnTo>
                <a:lnTo>
                  <a:pt x="1138377" y="54558"/>
                </a:lnTo>
                <a:lnTo>
                  <a:pt x="1138052" y="54637"/>
                </a:lnTo>
                <a:lnTo>
                  <a:pt x="1137728" y="54718"/>
                </a:lnTo>
                <a:lnTo>
                  <a:pt x="1137403" y="54800"/>
                </a:lnTo>
                <a:lnTo>
                  <a:pt x="1137080" y="54883"/>
                </a:lnTo>
                <a:lnTo>
                  <a:pt x="1136756" y="54968"/>
                </a:lnTo>
                <a:lnTo>
                  <a:pt x="1136432" y="55055"/>
                </a:lnTo>
                <a:lnTo>
                  <a:pt x="1136110" y="55144"/>
                </a:lnTo>
                <a:lnTo>
                  <a:pt x="1135792" y="55237"/>
                </a:lnTo>
                <a:lnTo>
                  <a:pt x="1135476" y="55333"/>
                </a:lnTo>
                <a:lnTo>
                  <a:pt x="1135163" y="55433"/>
                </a:lnTo>
                <a:lnTo>
                  <a:pt x="1134853" y="55537"/>
                </a:lnTo>
                <a:lnTo>
                  <a:pt x="1134546" y="55644"/>
                </a:lnTo>
                <a:lnTo>
                  <a:pt x="1134242" y="55755"/>
                </a:lnTo>
                <a:lnTo>
                  <a:pt x="1133942" y="55869"/>
                </a:lnTo>
                <a:lnTo>
                  <a:pt x="1133644" y="55987"/>
                </a:lnTo>
                <a:lnTo>
                  <a:pt x="1133349" y="56109"/>
                </a:lnTo>
                <a:lnTo>
                  <a:pt x="1133057" y="56234"/>
                </a:lnTo>
                <a:lnTo>
                  <a:pt x="1132768" y="56364"/>
                </a:lnTo>
                <a:lnTo>
                  <a:pt x="1132482" y="56496"/>
                </a:lnTo>
                <a:lnTo>
                  <a:pt x="1132199" y="56633"/>
                </a:lnTo>
                <a:lnTo>
                  <a:pt x="1131919" y="56772"/>
                </a:lnTo>
                <a:lnTo>
                  <a:pt x="1131642" y="56916"/>
                </a:lnTo>
                <a:lnTo>
                  <a:pt x="1131368" y="57063"/>
                </a:lnTo>
                <a:lnTo>
                  <a:pt x="1131097" y="57214"/>
                </a:lnTo>
                <a:lnTo>
                  <a:pt x="1130829" y="57369"/>
                </a:lnTo>
                <a:lnTo>
                  <a:pt x="1130564" y="57527"/>
                </a:lnTo>
                <a:lnTo>
                  <a:pt x="1130302" y="57689"/>
                </a:lnTo>
                <a:lnTo>
                  <a:pt x="1130043" y="57854"/>
                </a:lnTo>
                <a:lnTo>
                  <a:pt x="1129787" y="58023"/>
                </a:lnTo>
                <a:lnTo>
                  <a:pt x="1129534" y="58196"/>
                </a:lnTo>
                <a:lnTo>
                  <a:pt x="1129285" y="58373"/>
                </a:lnTo>
                <a:lnTo>
                  <a:pt x="1129039" y="58554"/>
                </a:lnTo>
                <a:lnTo>
                  <a:pt x="1128797" y="58741"/>
                </a:lnTo>
                <a:lnTo>
                  <a:pt x="1128559" y="58933"/>
                </a:lnTo>
                <a:lnTo>
                  <a:pt x="1128325" y="59130"/>
                </a:lnTo>
                <a:lnTo>
                  <a:pt x="1128095" y="59331"/>
                </a:lnTo>
                <a:lnTo>
                  <a:pt x="1127869" y="59538"/>
                </a:lnTo>
                <a:lnTo>
                  <a:pt x="1127646" y="59749"/>
                </a:lnTo>
                <a:lnTo>
                  <a:pt x="1127427" y="59965"/>
                </a:lnTo>
                <a:lnTo>
                  <a:pt x="1127212" y="60187"/>
                </a:lnTo>
                <a:lnTo>
                  <a:pt x="1127001" y="60413"/>
                </a:lnTo>
                <a:lnTo>
                  <a:pt x="1126794" y="60644"/>
                </a:lnTo>
                <a:lnTo>
                  <a:pt x="1126591" y="60880"/>
                </a:lnTo>
                <a:lnTo>
                  <a:pt x="1126391" y="61121"/>
                </a:lnTo>
                <a:lnTo>
                  <a:pt x="1126196" y="61367"/>
                </a:lnTo>
                <a:lnTo>
                  <a:pt x="1126004" y="61617"/>
                </a:lnTo>
                <a:lnTo>
                  <a:pt x="1125816" y="61873"/>
                </a:lnTo>
                <a:lnTo>
                  <a:pt x="1125632" y="62134"/>
                </a:lnTo>
                <a:lnTo>
                  <a:pt x="1125451" y="62399"/>
                </a:lnTo>
                <a:lnTo>
                  <a:pt x="1125275" y="62670"/>
                </a:lnTo>
                <a:lnTo>
                  <a:pt x="1125102" y="62945"/>
                </a:lnTo>
                <a:lnTo>
                  <a:pt x="1124934" y="63225"/>
                </a:lnTo>
                <a:lnTo>
                  <a:pt x="1124769" y="63510"/>
                </a:lnTo>
                <a:lnTo>
                  <a:pt x="1124608" y="63801"/>
                </a:lnTo>
                <a:lnTo>
                  <a:pt x="1124452" y="64096"/>
                </a:lnTo>
                <a:lnTo>
                  <a:pt x="1124303" y="64399"/>
                </a:lnTo>
                <a:lnTo>
                  <a:pt x="1124160" y="64708"/>
                </a:lnTo>
                <a:lnTo>
                  <a:pt x="1124024" y="65024"/>
                </a:lnTo>
                <a:lnTo>
                  <a:pt x="1123895" y="65346"/>
                </a:lnTo>
                <a:lnTo>
                  <a:pt x="1123772" y="65675"/>
                </a:lnTo>
                <a:lnTo>
                  <a:pt x="1123656" y="66011"/>
                </a:lnTo>
                <a:lnTo>
                  <a:pt x="1123547" y="66353"/>
                </a:lnTo>
                <a:lnTo>
                  <a:pt x="1123444" y="66702"/>
                </a:lnTo>
                <a:lnTo>
                  <a:pt x="1123348" y="67058"/>
                </a:lnTo>
                <a:lnTo>
                  <a:pt x="1123258" y="67420"/>
                </a:lnTo>
                <a:lnTo>
                  <a:pt x="1123175" y="67789"/>
                </a:lnTo>
                <a:lnTo>
                  <a:pt x="1123099" y="68164"/>
                </a:lnTo>
                <a:lnTo>
                  <a:pt x="1123030" y="68546"/>
                </a:lnTo>
                <a:lnTo>
                  <a:pt x="1122967" y="68935"/>
                </a:lnTo>
                <a:lnTo>
                  <a:pt x="1122910" y="69330"/>
                </a:lnTo>
                <a:lnTo>
                  <a:pt x="1122861" y="69732"/>
                </a:lnTo>
                <a:lnTo>
                  <a:pt x="1122817" y="70140"/>
                </a:lnTo>
                <a:lnTo>
                  <a:pt x="1122781" y="70555"/>
                </a:lnTo>
                <a:lnTo>
                  <a:pt x="1122751" y="70977"/>
                </a:lnTo>
                <a:lnTo>
                  <a:pt x="1122728" y="71406"/>
                </a:lnTo>
                <a:lnTo>
                  <a:pt x="1122711" y="71841"/>
                </a:lnTo>
                <a:lnTo>
                  <a:pt x="1122701" y="72282"/>
                </a:lnTo>
                <a:lnTo>
                  <a:pt x="1122698" y="72730"/>
                </a:lnTo>
                <a:lnTo>
                  <a:pt x="1122701" y="73139"/>
                </a:lnTo>
                <a:lnTo>
                  <a:pt x="1122710" y="73542"/>
                </a:lnTo>
                <a:lnTo>
                  <a:pt x="1122724" y="73941"/>
                </a:lnTo>
                <a:lnTo>
                  <a:pt x="1122744" y="74336"/>
                </a:lnTo>
                <a:lnTo>
                  <a:pt x="1122770" y="74725"/>
                </a:lnTo>
                <a:lnTo>
                  <a:pt x="1122802" y="75110"/>
                </a:lnTo>
                <a:lnTo>
                  <a:pt x="1122840" y="75490"/>
                </a:lnTo>
                <a:lnTo>
                  <a:pt x="1122883" y="75865"/>
                </a:lnTo>
                <a:lnTo>
                  <a:pt x="1122932" y="76236"/>
                </a:lnTo>
                <a:lnTo>
                  <a:pt x="1122987" y="76602"/>
                </a:lnTo>
                <a:lnTo>
                  <a:pt x="1123048" y="76963"/>
                </a:lnTo>
                <a:lnTo>
                  <a:pt x="1123114" y="77320"/>
                </a:lnTo>
                <a:lnTo>
                  <a:pt x="1123186" y="77672"/>
                </a:lnTo>
                <a:lnTo>
                  <a:pt x="1123264" y="78019"/>
                </a:lnTo>
                <a:lnTo>
                  <a:pt x="1123348" y="78361"/>
                </a:lnTo>
                <a:lnTo>
                  <a:pt x="1123437" y="78699"/>
                </a:lnTo>
                <a:lnTo>
                  <a:pt x="1123533" y="79032"/>
                </a:lnTo>
                <a:lnTo>
                  <a:pt x="1123634" y="79361"/>
                </a:lnTo>
                <a:lnTo>
                  <a:pt x="1123741" y="79684"/>
                </a:lnTo>
                <a:lnTo>
                  <a:pt x="1123853" y="80003"/>
                </a:lnTo>
                <a:lnTo>
                  <a:pt x="1123972" y="80317"/>
                </a:lnTo>
                <a:lnTo>
                  <a:pt x="1124096" y="80627"/>
                </a:lnTo>
                <a:lnTo>
                  <a:pt x="1124226" y="80932"/>
                </a:lnTo>
                <a:lnTo>
                  <a:pt x="1124362" y="81232"/>
                </a:lnTo>
                <a:lnTo>
                  <a:pt x="1124502" y="81527"/>
                </a:lnTo>
                <a:lnTo>
                  <a:pt x="1124648" y="81818"/>
                </a:lnTo>
                <a:lnTo>
                  <a:pt x="1124798" y="82105"/>
                </a:lnTo>
                <a:lnTo>
                  <a:pt x="1124952" y="82388"/>
                </a:lnTo>
                <a:lnTo>
                  <a:pt x="1125111" y="82666"/>
                </a:lnTo>
                <a:lnTo>
                  <a:pt x="1125274" y="82941"/>
                </a:lnTo>
                <a:lnTo>
                  <a:pt x="1125442" y="83210"/>
                </a:lnTo>
                <a:lnTo>
                  <a:pt x="1125614" y="83476"/>
                </a:lnTo>
                <a:lnTo>
                  <a:pt x="1125791" y="83737"/>
                </a:lnTo>
                <a:lnTo>
                  <a:pt x="1125972" y="83994"/>
                </a:lnTo>
                <a:lnTo>
                  <a:pt x="1126158" y="84247"/>
                </a:lnTo>
                <a:lnTo>
                  <a:pt x="1126348" y="84495"/>
                </a:lnTo>
                <a:lnTo>
                  <a:pt x="1126542" y="84739"/>
                </a:lnTo>
                <a:lnTo>
                  <a:pt x="1126742" y="84979"/>
                </a:lnTo>
                <a:lnTo>
                  <a:pt x="1126945" y="85215"/>
                </a:lnTo>
                <a:lnTo>
                  <a:pt x="1127153" y="85446"/>
                </a:lnTo>
                <a:lnTo>
                  <a:pt x="1127366" y="85673"/>
                </a:lnTo>
                <a:lnTo>
                  <a:pt x="1127583" y="85896"/>
                </a:lnTo>
                <a:lnTo>
                  <a:pt x="1127805" y="86115"/>
                </a:lnTo>
                <a:lnTo>
                  <a:pt x="1128031" y="86329"/>
                </a:lnTo>
                <a:lnTo>
                  <a:pt x="1128261" y="86539"/>
                </a:lnTo>
                <a:lnTo>
                  <a:pt x="1128496" y="86745"/>
                </a:lnTo>
                <a:lnTo>
                  <a:pt x="1128736" y="86946"/>
                </a:lnTo>
                <a:lnTo>
                  <a:pt x="1128980" y="87143"/>
                </a:lnTo>
                <a:lnTo>
                  <a:pt x="1129228" y="87336"/>
                </a:lnTo>
                <a:lnTo>
                  <a:pt x="1129479" y="87525"/>
                </a:lnTo>
                <a:lnTo>
                  <a:pt x="1129734" y="87709"/>
                </a:lnTo>
                <a:lnTo>
                  <a:pt x="1129993" y="87889"/>
                </a:lnTo>
                <a:lnTo>
                  <a:pt x="1130254" y="88065"/>
                </a:lnTo>
                <a:lnTo>
                  <a:pt x="1130519" y="88236"/>
                </a:lnTo>
                <a:lnTo>
                  <a:pt x="1130788" y="88403"/>
                </a:lnTo>
                <a:lnTo>
                  <a:pt x="1131060" y="88566"/>
                </a:lnTo>
                <a:lnTo>
                  <a:pt x="1131336" y="88725"/>
                </a:lnTo>
                <a:lnTo>
                  <a:pt x="1131614" y="88879"/>
                </a:lnTo>
                <a:lnTo>
                  <a:pt x="1131897" y="89030"/>
                </a:lnTo>
                <a:lnTo>
                  <a:pt x="1132182" y="89175"/>
                </a:lnTo>
                <a:lnTo>
                  <a:pt x="1132472" y="89317"/>
                </a:lnTo>
                <a:lnTo>
                  <a:pt x="1132764" y="89454"/>
                </a:lnTo>
                <a:lnTo>
                  <a:pt x="1133060" y="89587"/>
                </a:lnTo>
                <a:lnTo>
                  <a:pt x="1133359" y="89716"/>
                </a:lnTo>
                <a:lnTo>
                  <a:pt x="1133662" y="89841"/>
                </a:lnTo>
                <a:lnTo>
                  <a:pt x="1133969" y="89961"/>
                </a:lnTo>
                <a:lnTo>
                  <a:pt x="1134278" y="90077"/>
                </a:lnTo>
                <a:lnTo>
                  <a:pt x="1134591" y="90188"/>
                </a:lnTo>
                <a:lnTo>
                  <a:pt x="1134908" y="90296"/>
                </a:lnTo>
                <a:lnTo>
                  <a:pt x="1135228" y="90399"/>
                </a:lnTo>
                <a:lnTo>
                  <a:pt x="1135551" y="90498"/>
                </a:lnTo>
                <a:lnTo>
                  <a:pt x="1135878" y="90592"/>
                </a:lnTo>
                <a:lnTo>
                  <a:pt x="1136207" y="90683"/>
                </a:lnTo>
                <a:lnTo>
                  <a:pt x="1136539" y="90769"/>
                </a:lnTo>
                <a:lnTo>
                  <a:pt x="1136873" y="90852"/>
                </a:lnTo>
                <a:lnTo>
                  <a:pt x="1137209" y="90931"/>
                </a:lnTo>
                <a:lnTo>
                  <a:pt x="1137547" y="91006"/>
                </a:lnTo>
                <a:lnTo>
                  <a:pt x="1137888" y="91077"/>
                </a:lnTo>
                <a:lnTo>
                  <a:pt x="1138230" y="91145"/>
                </a:lnTo>
                <a:lnTo>
                  <a:pt x="1138575" y="91208"/>
                </a:lnTo>
                <a:lnTo>
                  <a:pt x="1138921" y="91268"/>
                </a:lnTo>
                <a:lnTo>
                  <a:pt x="1139270" y="91324"/>
                </a:lnTo>
                <a:lnTo>
                  <a:pt x="1139621" y="91376"/>
                </a:lnTo>
                <a:lnTo>
                  <a:pt x="1139974" y="91424"/>
                </a:lnTo>
                <a:lnTo>
                  <a:pt x="1140329" y="91468"/>
                </a:lnTo>
                <a:lnTo>
                  <a:pt x="1140687" y="91509"/>
                </a:lnTo>
                <a:lnTo>
                  <a:pt x="1141046" y="91545"/>
                </a:lnTo>
                <a:lnTo>
                  <a:pt x="1141408" y="91578"/>
                </a:lnTo>
                <a:lnTo>
                  <a:pt x="1141772" y="91607"/>
                </a:lnTo>
                <a:lnTo>
                  <a:pt x="1142137" y="91632"/>
                </a:lnTo>
                <a:lnTo>
                  <a:pt x="1142505" y="91653"/>
                </a:lnTo>
                <a:lnTo>
                  <a:pt x="1142876" y="91670"/>
                </a:lnTo>
                <a:lnTo>
                  <a:pt x="1143248" y="91684"/>
                </a:lnTo>
                <a:lnTo>
                  <a:pt x="1143622" y="91693"/>
                </a:lnTo>
                <a:lnTo>
                  <a:pt x="1143999" y="91699"/>
                </a:lnTo>
                <a:lnTo>
                  <a:pt x="1144377" y="91701"/>
                </a:lnTo>
                <a:lnTo>
                  <a:pt x="1144870" y="91698"/>
                </a:lnTo>
                <a:lnTo>
                  <a:pt x="1145361" y="91689"/>
                </a:lnTo>
                <a:lnTo>
                  <a:pt x="1145852" y="91674"/>
                </a:lnTo>
                <a:lnTo>
                  <a:pt x="1146341" y="91653"/>
                </a:lnTo>
                <a:lnTo>
                  <a:pt x="1146830" y="91626"/>
                </a:lnTo>
                <a:lnTo>
                  <a:pt x="1147318" y="91593"/>
                </a:lnTo>
                <a:lnTo>
                  <a:pt x="1147806" y="91555"/>
                </a:lnTo>
                <a:lnTo>
                  <a:pt x="1148292" y="91510"/>
                </a:lnTo>
                <a:lnTo>
                  <a:pt x="1148777" y="91459"/>
                </a:lnTo>
                <a:lnTo>
                  <a:pt x="1149262" y="91402"/>
                </a:lnTo>
                <a:lnTo>
                  <a:pt x="1149746" y="91339"/>
                </a:lnTo>
                <a:lnTo>
                  <a:pt x="1150229" y="91270"/>
                </a:lnTo>
                <a:lnTo>
                  <a:pt x="1150711" y="91195"/>
                </a:lnTo>
                <a:lnTo>
                  <a:pt x="1151192" y="91115"/>
                </a:lnTo>
                <a:lnTo>
                  <a:pt x="1151672" y="91028"/>
                </a:lnTo>
                <a:lnTo>
                  <a:pt x="1152152" y="90935"/>
                </a:lnTo>
                <a:lnTo>
                  <a:pt x="1152631" y="90836"/>
                </a:lnTo>
                <a:lnTo>
                  <a:pt x="1153108" y="90732"/>
                </a:lnTo>
                <a:lnTo>
                  <a:pt x="1153585" y="90621"/>
                </a:lnTo>
                <a:lnTo>
                  <a:pt x="1154061" y="90504"/>
                </a:lnTo>
                <a:lnTo>
                  <a:pt x="1154537" y="90382"/>
                </a:lnTo>
                <a:lnTo>
                  <a:pt x="1155011" y="90253"/>
                </a:lnTo>
                <a:lnTo>
                  <a:pt x="1155485" y="90118"/>
                </a:lnTo>
                <a:lnTo>
                  <a:pt x="1155957" y="89978"/>
                </a:lnTo>
                <a:lnTo>
                  <a:pt x="1156427" y="89829"/>
                </a:lnTo>
                <a:lnTo>
                  <a:pt x="1156892" y="89672"/>
                </a:lnTo>
                <a:lnTo>
                  <a:pt x="1157351" y="89506"/>
                </a:lnTo>
                <a:lnTo>
                  <a:pt x="1157805" y="89331"/>
                </a:lnTo>
                <a:lnTo>
                  <a:pt x="1158254" y="89146"/>
                </a:lnTo>
                <a:lnTo>
                  <a:pt x="1158698" y="88953"/>
                </a:lnTo>
                <a:lnTo>
                  <a:pt x="1159137" y="88751"/>
                </a:lnTo>
                <a:lnTo>
                  <a:pt x="1159571" y="88540"/>
                </a:lnTo>
                <a:lnTo>
                  <a:pt x="1160000" y="88320"/>
                </a:lnTo>
                <a:lnTo>
                  <a:pt x="1160423" y="88091"/>
                </a:lnTo>
                <a:lnTo>
                  <a:pt x="1160841" y="87853"/>
                </a:lnTo>
                <a:lnTo>
                  <a:pt x="1161254" y="87606"/>
                </a:lnTo>
                <a:lnTo>
                  <a:pt x="1161662" y="87349"/>
                </a:lnTo>
                <a:lnTo>
                  <a:pt x="1162065" y="87084"/>
                </a:lnTo>
                <a:lnTo>
                  <a:pt x="1162463" y="86810"/>
                </a:lnTo>
                <a:lnTo>
                  <a:pt x="1162856" y="86527"/>
                </a:lnTo>
                <a:lnTo>
                  <a:pt x="1163243" y="86236"/>
                </a:lnTo>
                <a:lnTo>
                  <a:pt x="1163626" y="85935"/>
                </a:lnTo>
                <a:lnTo>
                  <a:pt x="1164003" y="85625"/>
                </a:lnTo>
                <a:lnTo>
                  <a:pt x="1164375" y="85306"/>
                </a:lnTo>
                <a:lnTo>
                  <a:pt x="1164742" y="84978"/>
                </a:lnTo>
                <a:lnTo>
                  <a:pt x="1165104" y="84641"/>
                </a:lnTo>
                <a:lnTo>
                  <a:pt x="1165460" y="84295"/>
                </a:lnTo>
                <a:lnTo>
                  <a:pt x="1165812" y="83940"/>
                </a:lnTo>
                <a:lnTo>
                  <a:pt x="1165822" y="84074"/>
                </a:lnTo>
                <a:lnTo>
                  <a:pt x="1165834" y="84207"/>
                </a:lnTo>
                <a:lnTo>
                  <a:pt x="1165845" y="84340"/>
                </a:lnTo>
                <a:lnTo>
                  <a:pt x="1165858" y="84472"/>
                </a:lnTo>
                <a:lnTo>
                  <a:pt x="1165871" y="84605"/>
                </a:lnTo>
                <a:lnTo>
                  <a:pt x="1165885" y="84737"/>
                </a:lnTo>
                <a:lnTo>
                  <a:pt x="1165899" y="84869"/>
                </a:lnTo>
                <a:lnTo>
                  <a:pt x="1165914" y="85001"/>
                </a:lnTo>
                <a:lnTo>
                  <a:pt x="1165930" y="85133"/>
                </a:lnTo>
                <a:lnTo>
                  <a:pt x="1165946" y="85264"/>
                </a:lnTo>
                <a:lnTo>
                  <a:pt x="1165963" y="85396"/>
                </a:lnTo>
                <a:lnTo>
                  <a:pt x="1165981" y="85527"/>
                </a:lnTo>
                <a:lnTo>
                  <a:pt x="1165999" y="85658"/>
                </a:lnTo>
                <a:lnTo>
                  <a:pt x="1166018" y="85788"/>
                </a:lnTo>
                <a:lnTo>
                  <a:pt x="1166037" y="85919"/>
                </a:lnTo>
                <a:lnTo>
                  <a:pt x="1166058" y="86049"/>
                </a:lnTo>
                <a:lnTo>
                  <a:pt x="1166078" y="86179"/>
                </a:lnTo>
                <a:lnTo>
                  <a:pt x="1166100" y="86309"/>
                </a:lnTo>
                <a:lnTo>
                  <a:pt x="1166122" y="86438"/>
                </a:lnTo>
                <a:lnTo>
                  <a:pt x="1166145" y="86568"/>
                </a:lnTo>
                <a:lnTo>
                  <a:pt x="1166168" y="86697"/>
                </a:lnTo>
                <a:lnTo>
                  <a:pt x="1166192" y="86826"/>
                </a:lnTo>
                <a:lnTo>
                  <a:pt x="1166217" y="86954"/>
                </a:lnTo>
                <a:lnTo>
                  <a:pt x="1166242" y="87083"/>
                </a:lnTo>
                <a:lnTo>
                  <a:pt x="1166268" y="87211"/>
                </a:lnTo>
                <a:lnTo>
                  <a:pt x="1166295" y="87339"/>
                </a:lnTo>
                <a:lnTo>
                  <a:pt x="1166322" y="87467"/>
                </a:lnTo>
                <a:lnTo>
                  <a:pt x="1166350" y="87594"/>
                </a:lnTo>
                <a:lnTo>
                  <a:pt x="1166379" y="87722"/>
                </a:lnTo>
                <a:lnTo>
                  <a:pt x="1166408" y="87849"/>
                </a:lnTo>
                <a:lnTo>
                  <a:pt x="1166438" y="87976"/>
                </a:lnTo>
                <a:lnTo>
                  <a:pt x="1166468" y="88102"/>
                </a:lnTo>
                <a:lnTo>
                  <a:pt x="1166499" y="88229"/>
                </a:lnTo>
                <a:lnTo>
                  <a:pt x="1166531" y="88355"/>
                </a:lnTo>
                <a:lnTo>
                  <a:pt x="1166564" y="88481"/>
                </a:lnTo>
                <a:lnTo>
                  <a:pt x="1166597" y="88607"/>
                </a:lnTo>
                <a:lnTo>
                  <a:pt x="1166630" y="88732"/>
                </a:lnTo>
                <a:lnTo>
                  <a:pt x="1166665" y="88858"/>
                </a:lnTo>
                <a:lnTo>
                  <a:pt x="1166700" y="88983"/>
                </a:lnTo>
                <a:lnTo>
                  <a:pt x="1166735" y="89108"/>
                </a:lnTo>
                <a:lnTo>
                  <a:pt x="1166772" y="89233"/>
                </a:lnTo>
                <a:lnTo>
                  <a:pt x="1166808" y="89357"/>
                </a:lnTo>
                <a:lnTo>
                  <a:pt x="1166846" y="89481"/>
                </a:lnTo>
                <a:lnTo>
                  <a:pt x="1166884" y="89606"/>
                </a:lnTo>
                <a:lnTo>
                  <a:pt x="1166923" y="89729"/>
                </a:lnTo>
                <a:lnTo>
                  <a:pt x="1166962" y="89853"/>
                </a:lnTo>
                <a:lnTo>
                  <a:pt x="1167002" y="89977"/>
                </a:lnTo>
                <a:lnTo>
                  <a:pt x="1167043" y="90100"/>
                </a:lnTo>
                <a:lnTo>
                  <a:pt x="1184781" y="90100"/>
                </a:lnTo>
                <a:lnTo>
                  <a:pt x="1184679" y="89932"/>
                </a:lnTo>
                <a:lnTo>
                  <a:pt x="1184581" y="89757"/>
                </a:lnTo>
                <a:lnTo>
                  <a:pt x="1184484" y="89576"/>
                </a:lnTo>
                <a:lnTo>
                  <a:pt x="1184391" y="89388"/>
                </a:lnTo>
                <a:lnTo>
                  <a:pt x="1184300" y="89193"/>
                </a:lnTo>
                <a:lnTo>
                  <a:pt x="1184211" y="88991"/>
                </a:lnTo>
                <a:lnTo>
                  <a:pt x="1184125" y="88782"/>
                </a:lnTo>
                <a:lnTo>
                  <a:pt x="1184042" y="88566"/>
                </a:lnTo>
                <a:lnTo>
                  <a:pt x="1183961" y="88344"/>
                </a:lnTo>
                <a:lnTo>
                  <a:pt x="1183883" y="88115"/>
                </a:lnTo>
                <a:lnTo>
                  <a:pt x="1183807" y="87879"/>
                </a:lnTo>
                <a:lnTo>
                  <a:pt x="1183734" y="87636"/>
                </a:lnTo>
                <a:lnTo>
                  <a:pt x="1183664" y="87386"/>
                </a:lnTo>
                <a:lnTo>
                  <a:pt x="1183596" y="87129"/>
                </a:lnTo>
                <a:lnTo>
                  <a:pt x="1183530" y="86866"/>
                </a:lnTo>
                <a:lnTo>
                  <a:pt x="1183468" y="86595"/>
                </a:lnTo>
                <a:lnTo>
                  <a:pt x="1183407" y="86318"/>
                </a:lnTo>
                <a:lnTo>
                  <a:pt x="1183350" y="86034"/>
                </a:lnTo>
                <a:lnTo>
                  <a:pt x="1183294" y="85743"/>
                </a:lnTo>
                <a:lnTo>
                  <a:pt x="1183242" y="85446"/>
                </a:lnTo>
                <a:lnTo>
                  <a:pt x="1183192" y="85141"/>
                </a:lnTo>
                <a:lnTo>
                  <a:pt x="1183144" y="84830"/>
                </a:lnTo>
                <a:lnTo>
                  <a:pt x="1183099" y="84512"/>
                </a:lnTo>
                <a:lnTo>
                  <a:pt x="1183057" y="84187"/>
                </a:lnTo>
                <a:lnTo>
                  <a:pt x="1183017" y="83857"/>
                </a:lnTo>
                <a:lnTo>
                  <a:pt x="1182978" y="83527"/>
                </a:lnTo>
                <a:lnTo>
                  <a:pt x="1182942" y="83195"/>
                </a:lnTo>
                <a:lnTo>
                  <a:pt x="1182907" y="82862"/>
                </a:lnTo>
                <a:lnTo>
                  <a:pt x="1182873" y="82528"/>
                </a:lnTo>
                <a:lnTo>
                  <a:pt x="1182842" y="82193"/>
                </a:lnTo>
                <a:lnTo>
                  <a:pt x="1182812" y="81856"/>
                </a:lnTo>
                <a:lnTo>
                  <a:pt x="1182784" y="81518"/>
                </a:lnTo>
                <a:lnTo>
                  <a:pt x="1182757" y="81178"/>
                </a:lnTo>
                <a:lnTo>
                  <a:pt x="1182732" y="80838"/>
                </a:lnTo>
                <a:lnTo>
                  <a:pt x="1182709" y="80496"/>
                </a:lnTo>
                <a:lnTo>
                  <a:pt x="1182688" y="80152"/>
                </a:lnTo>
                <a:lnTo>
                  <a:pt x="1182668" y="79808"/>
                </a:lnTo>
                <a:lnTo>
                  <a:pt x="1182650" y="79462"/>
                </a:lnTo>
                <a:lnTo>
                  <a:pt x="1182634" y="79115"/>
                </a:lnTo>
                <a:lnTo>
                  <a:pt x="1182619" y="78767"/>
                </a:lnTo>
                <a:lnTo>
                  <a:pt x="1182607" y="78417"/>
                </a:lnTo>
                <a:lnTo>
                  <a:pt x="1182595" y="78066"/>
                </a:lnTo>
                <a:lnTo>
                  <a:pt x="1182586" y="77714"/>
                </a:lnTo>
                <a:lnTo>
                  <a:pt x="1182578" y="77360"/>
                </a:lnTo>
                <a:lnTo>
                  <a:pt x="1182572" y="77005"/>
                </a:lnTo>
                <a:lnTo>
                  <a:pt x="1182568" y="76649"/>
                </a:lnTo>
                <a:lnTo>
                  <a:pt x="1182566" y="76292"/>
                </a:lnTo>
                <a:lnTo>
                  <a:pt x="1182565" y="75933"/>
                </a:lnTo>
                <a:lnTo>
                  <a:pt x="1182565" y="42798"/>
                </a:lnTo>
                <a:lnTo>
                  <a:pt x="1182560" y="42320"/>
                </a:lnTo>
                <a:lnTo>
                  <a:pt x="1182547" y="41849"/>
                </a:lnTo>
                <a:lnTo>
                  <a:pt x="1182524" y="41386"/>
                </a:lnTo>
                <a:lnTo>
                  <a:pt x="1182493" y="40932"/>
                </a:lnTo>
                <a:lnTo>
                  <a:pt x="1182452" y="40485"/>
                </a:lnTo>
                <a:lnTo>
                  <a:pt x="1182403" y="40046"/>
                </a:lnTo>
                <a:lnTo>
                  <a:pt x="1182345" y="39615"/>
                </a:lnTo>
                <a:lnTo>
                  <a:pt x="1182277" y="39192"/>
                </a:lnTo>
                <a:lnTo>
                  <a:pt x="1182201" y="38777"/>
                </a:lnTo>
                <a:lnTo>
                  <a:pt x="1182115" y="38369"/>
                </a:lnTo>
                <a:lnTo>
                  <a:pt x="1182021" y="37970"/>
                </a:lnTo>
                <a:lnTo>
                  <a:pt x="1181918" y="37579"/>
                </a:lnTo>
                <a:lnTo>
                  <a:pt x="1181805" y="37195"/>
                </a:lnTo>
                <a:lnTo>
                  <a:pt x="1181684" y="36819"/>
                </a:lnTo>
                <a:lnTo>
                  <a:pt x="1181554" y="36452"/>
                </a:lnTo>
                <a:lnTo>
                  <a:pt x="1181414" y="36092"/>
                </a:lnTo>
                <a:lnTo>
                  <a:pt x="1181266" y="35740"/>
                </a:lnTo>
                <a:lnTo>
                  <a:pt x="1181109" y="35396"/>
                </a:lnTo>
                <a:lnTo>
                  <a:pt x="1180943" y="35060"/>
                </a:lnTo>
                <a:lnTo>
                  <a:pt x="1180767" y="34732"/>
                </a:lnTo>
                <a:lnTo>
                  <a:pt x="1180583" y="34411"/>
                </a:lnTo>
                <a:lnTo>
                  <a:pt x="1180390" y="34099"/>
                </a:lnTo>
                <a:lnTo>
                  <a:pt x="1180188" y="33794"/>
                </a:lnTo>
                <a:lnTo>
                  <a:pt x="1179977" y="33498"/>
                </a:lnTo>
                <a:lnTo>
                  <a:pt x="1179758" y="33208"/>
                </a:lnTo>
                <a:lnTo>
                  <a:pt x="1179535" y="32923"/>
                </a:lnTo>
                <a:lnTo>
                  <a:pt x="1179307" y="32644"/>
                </a:lnTo>
                <a:lnTo>
                  <a:pt x="1179073" y="32370"/>
                </a:lnTo>
                <a:lnTo>
                  <a:pt x="1178835" y="32102"/>
                </a:lnTo>
                <a:lnTo>
                  <a:pt x="1178591" y="31839"/>
                </a:lnTo>
                <a:lnTo>
                  <a:pt x="1178342" y="31581"/>
                </a:lnTo>
                <a:lnTo>
                  <a:pt x="1178088" y="31328"/>
                </a:lnTo>
                <a:lnTo>
                  <a:pt x="1177829" y="31081"/>
                </a:lnTo>
                <a:lnTo>
                  <a:pt x="1177564" y="30840"/>
                </a:lnTo>
                <a:lnTo>
                  <a:pt x="1177295" y="30603"/>
                </a:lnTo>
                <a:lnTo>
                  <a:pt x="1177020" y="30372"/>
                </a:lnTo>
                <a:lnTo>
                  <a:pt x="1176741" y="30146"/>
                </a:lnTo>
                <a:lnTo>
                  <a:pt x="1176456" y="29926"/>
                </a:lnTo>
                <a:lnTo>
                  <a:pt x="1176166" y="29711"/>
                </a:lnTo>
                <a:lnTo>
                  <a:pt x="1175871" y="29502"/>
                </a:lnTo>
                <a:lnTo>
                  <a:pt x="1175570" y="29297"/>
                </a:lnTo>
                <a:lnTo>
                  <a:pt x="1175265" y="29098"/>
                </a:lnTo>
                <a:lnTo>
                  <a:pt x="1174954" y="28905"/>
                </a:lnTo>
                <a:lnTo>
                  <a:pt x="1174639" y="28716"/>
                </a:lnTo>
                <a:lnTo>
                  <a:pt x="1174318" y="28534"/>
                </a:lnTo>
                <a:lnTo>
                  <a:pt x="1173992" y="28356"/>
                </a:lnTo>
                <a:lnTo>
                  <a:pt x="1173661" y="28184"/>
                </a:lnTo>
                <a:lnTo>
                  <a:pt x="1173325" y="28017"/>
                </a:lnTo>
                <a:lnTo>
                  <a:pt x="1172985" y="27855"/>
                </a:lnTo>
                <a:lnTo>
                  <a:pt x="1172641" y="27697"/>
                </a:lnTo>
                <a:lnTo>
                  <a:pt x="1172295" y="27544"/>
                </a:lnTo>
                <a:lnTo>
                  <a:pt x="1171946" y="27396"/>
                </a:lnTo>
                <a:lnTo>
                  <a:pt x="1171594" y="27252"/>
                </a:lnTo>
                <a:lnTo>
                  <a:pt x="1171239" y="27112"/>
                </a:lnTo>
                <a:lnTo>
                  <a:pt x="1170881" y="26977"/>
                </a:lnTo>
                <a:lnTo>
                  <a:pt x="1170519" y="26847"/>
                </a:lnTo>
                <a:lnTo>
                  <a:pt x="1170155" y="26720"/>
                </a:lnTo>
                <a:lnTo>
                  <a:pt x="1169788" y="26599"/>
                </a:lnTo>
                <a:lnTo>
                  <a:pt x="1169418" y="26482"/>
                </a:lnTo>
                <a:lnTo>
                  <a:pt x="1169045" y="26369"/>
                </a:lnTo>
                <a:lnTo>
                  <a:pt x="1168669" y="26261"/>
                </a:lnTo>
                <a:lnTo>
                  <a:pt x="1168290" y="26157"/>
                </a:lnTo>
                <a:lnTo>
                  <a:pt x="1167907" y="26058"/>
                </a:lnTo>
                <a:lnTo>
                  <a:pt x="1167522" y="25964"/>
                </a:lnTo>
                <a:lnTo>
                  <a:pt x="1167134" y="25874"/>
                </a:lnTo>
                <a:lnTo>
                  <a:pt x="1166743" y="25788"/>
                </a:lnTo>
                <a:lnTo>
                  <a:pt x="1166349" y="25707"/>
                </a:lnTo>
                <a:lnTo>
                  <a:pt x="1165951" y="25630"/>
                </a:lnTo>
                <a:lnTo>
                  <a:pt x="1165551" y="25558"/>
                </a:lnTo>
                <a:lnTo>
                  <a:pt x="1165148" y="25491"/>
                </a:lnTo>
                <a:lnTo>
                  <a:pt x="1164742" y="25427"/>
                </a:lnTo>
                <a:lnTo>
                  <a:pt x="1164333" y="25369"/>
                </a:lnTo>
                <a:lnTo>
                  <a:pt x="1163922" y="25313"/>
                </a:lnTo>
                <a:lnTo>
                  <a:pt x="1163513" y="25260"/>
                </a:lnTo>
                <a:lnTo>
                  <a:pt x="1163103" y="25210"/>
                </a:lnTo>
                <a:lnTo>
                  <a:pt x="1162694" y="25161"/>
                </a:lnTo>
                <a:lnTo>
                  <a:pt x="1162285" y="25115"/>
                </a:lnTo>
                <a:lnTo>
                  <a:pt x="1161877" y="25072"/>
                </a:lnTo>
                <a:lnTo>
                  <a:pt x="1161469" y="25031"/>
                </a:lnTo>
                <a:lnTo>
                  <a:pt x="1161062" y="24992"/>
                </a:lnTo>
                <a:lnTo>
                  <a:pt x="1160655" y="24955"/>
                </a:lnTo>
                <a:lnTo>
                  <a:pt x="1160249" y="24921"/>
                </a:lnTo>
                <a:lnTo>
                  <a:pt x="1159843" y="24889"/>
                </a:lnTo>
                <a:lnTo>
                  <a:pt x="1159437" y="24860"/>
                </a:lnTo>
                <a:lnTo>
                  <a:pt x="1159032" y="24833"/>
                </a:lnTo>
                <a:lnTo>
                  <a:pt x="1158627" y="24808"/>
                </a:lnTo>
                <a:lnTo>
                  <a:pt x="1158222" y="24786"/>
                </a:lnTo>
                <a:lnTo>
                  <a:pt x="1157819" y="24766"/>
                </a:lnTo>
                <a:lnTo>
                  <a:pt x="1157415" y="24748"/>
                </a:lnTo>
                <a:lnTo>
                  <a:pt x="1157012" y="24733"/>
                </a:lnTo>
                <a:lnTo>
                  <a:pt x="1156609" y="24720"/>
                </a:lnTo>
                <a:lnTo>
                  <a:pt x="1156207" y="24709"/>
                </a:lnTo>
                <a:lnTo>
                  <a:pt x="1155805" y="24701"/>
                </a:lnTo>
                <a:lnTo>
                  <a:pt x="1155404" y="24695"/>
                </a:lnTo>
                <a:lnTo>
                  <a:pt x="1155003" y="24691"/>
                </a:lnTo>
                <a:lnTo>
                  <a:pt x="1154602" y="24690"/>
                </a:lnTo>
                <a:lnTo>
                  <a:pt x="1154161" y="24692"/>
                </a:lnTo>
                <a:lnTo>
                  <a:pt x="1153720" y="24697"/>
                </a:lnTo>
                <a:lnTo>
                  <a:pt x="1153279" y="24707"/>
                </a:lnTo>
                <a:lnTo>
                  <a:pt x="1152838" y="24719"/>
                </a:lnTo>
                <a:lnTo>
                  <a:pt x="1152398" y="24736"/>
                </a:lnTo>
                <a:lnTo>
                  <a:pt x="1151958" y="24756"/>
                </a:lnTo>
                <a:lnTo>
                  <a:pt x="1151518" y="24779"/>
                </a:lnTo>
                <a:lnTo>
                  <a:pt x="1151078" y="24807"/>
                </a:lnTo>
                <a:lnTo>
                  <a:pt x="1150638" y="24837"/>
                </a:lnTo>
                <a:lnTo>
                  <a:pt x="1150199" y="24872"/>
                </a:lnTo>
                <a:lnTo>
                  <a:pt x="1149759" y="24910"/>
                </a:lnTo>
                <a:lnTo>
                  <a:pt x="1149320" y="24952"/>
                </a:lnTo>
                <a:lnTo>
                  <a:pt x="1148882" y="24997"/>
                </a:lnTo>
                <a:lnTo>
                  <a:pt x="1148443" y="25046"/>
                </a:lnTo>
                <a:lnTo>
                  <a:pt x="1148005" y="25099"/>
                </a:lnTo>
                <a:lnTo>
                  <a:pt x="1147567" y="25156"/>
                </a:lnTo>
                <a:lnTo>
                  <a:pt x="1147129" y="25215"/>
                </a:lnTo>
                <a:lnTo>
                  <a:pt x="1146691" y="25279"/>
                </a:lnTo>
                <a:lnTo>
                  <a:pt x="1146253" y="25346"/>
                </a:lnTo>
                <a:lnTo>
                  <a:pt x="1145816" y="25417"/>
                </a:lnTo>
                <a:lnTo>
                  <a:pt x="1145379" y="25492"/>
                </a:lnTo>
                <a:lnTo>
                  <a:pt x="1144942" y="25570"/>
                </a:lnTo>
                <a:lnTo>
                  <a:pt x="1144505" y="25652"/>
                </a:lnTo>
                <a:lnTo>
                  <a:pt x="1144069" y="25737"/>
                </a:lnTo>
                <a:lnTo>
                  <a:pt x="1143635" y="25827"/>
                </a:lnTo>
                <a:lnTo>
                  <a:pt x="1143204" y="25921"/>
                </a:lnTo>
                <a:lnTo>
                  <a:pt x="1142777" y="26021"/>
                </a:lnTo>
                <a:lnTo>
                  <a:pt x="1142353" y="26125"/>
                </a:lnTo>
                <a:lnTo>
                  <a:pt x="1141933" y="26235"/>
                </a:lnTo>
                <a:lnTo>
                  <a:pt x="1141517" y="26349"/>
                </a:lnTo>
                <a:lnTo>
                  <a:pt x="1141104" y="26468"/>
                </a:lnTo>
                <a:lnTo>
                  <a:pt x="1140696" y="26593"/>
                </a:lnTo>
                <a:lnTo>
                  <a:pt x="1140290" y="26722"/>
                </a:lnTo>
                <a:lnTo>
                  <a:pt x="1139888" y="26856"/>
                </a:lnTo>
                <a:lnTo>
                  <a:pt x="1139490" y="26995"/>
                </a:lnTo>
                <a:lnTo>
                  <a:pt x="1139096" y="27138"/>
                </a:lnTo>
                <a:lnTo>
                  <a:pt x="1138705" y="27287"/>
                </a:lnTo>
                <a:lnTo>
                  <a:pt x="1138318" y="27441"/>
                </a:lnTo>
                <a:lnTo>
                  <a:pt x="1137935" y="27599"/>
                </a:lnTo>
                <a:lnTo>
                  <a:pt x="1137555" y="27763"/>
                </a:lnTo>
                <a:lnTo>
                  <a:pt x="1137178" y="27931"/>
                </a:lnTo>
                <a:lnTo>
                  <a:pt x="1136806" y="28105"/>
                </a:lnTo>
                <a:lnTo>
                  <a:pt x="1136437" y="28283"/>
                </a:lnTo>
                <a:lnTo>
                  <a:pt x="1136072" y="28466"/>
                </a:lnTo>
                <a:lnTo>
                  <a:pt x="1135710" y="28654"/>
                </a:lnTo>
                <a:lnTo>
                  <a:pt x="1135352" y="28847"/>
                </a:lnTo>
                <a:lnTo>
                  <a:pt x="1134997" y="29045"/>
                </a:lnTo>
                <a:lnTo>
                  <a:pt x="1134647" y="29248"/>
                </a:lnTo>
                <a:lnTo>
                  <a:pt x="1134300" y="29456"/>
                </a:lnTo>
                <a:lnTo>
                  <a:pt x="1133959" y="29670"/>
                </a:lnTo>
                <a:lnTo>
                  <a:pt x="1133623" y="29889"/>
                </a:lnTo>
                <a:lnTo>
                  <a:pt x="1133292" y="30114"/>
                </a:lnTo>
                <a:lnTo>
                  <a:pt x="1132966" y="30344"/>
                </a:lnTo>
                <a:lnTo>
                  <a:pt x="1132645" y="30580"/>
                </a:lnTo>
                <a:lnTo>
                  <a:pt x="1132329" y="30822"/>
                </a:lnTo>
                <a:lnTo>
                  <a:pt x="1132019" y="31069"/>
                </a:lnTo>
                <a:lnTo>
                  <a:pt x="1131714" y="31321"/>
                </a:lnTo>
                <a:lnTo>
                  <a:pt x="1131413" y="31580"/>
                </a:lnTo>
                <a:lnTo>
                  <a:pt x="1131118" y="31843"/>
                </a:lnTo>
                <a:lnTo>
                  <a:pt x="1130828" y="32113"/>
                </a:lnTo>
                <a:lnTo>
                  <a:pt x="1130543" y="32388"/>
                </a:lnTo>
                <a:lnTo>
                  <a:pt x="1130264" y="32668"/>
                </a:lnTo>
                <a:lnTo>
                  <a:pt x="1129989" y="32954"/>
                </a:lnTo>
                <a:lnTo>
                  <a:pt x="1129720" y="33245"/>
                </a:lnTo>
                <a:lnTo>
                  <a:pt x="1129455" y="33543"/>
                </a:lnTo>
                <a:lnTo>
                  <a:pt x="1129196" y="33845"/>
                </a:lnTo>
                <a:lnTo>
                  <a:pt x="1128942" y="34153"/>
                </a:lnTo>
                <a:lnTo>
                  <a:pt x="1128693" y="34467"/>
                </a:lnTo>
                <a:lnTo>
                  <a:pt x="1128449" y="34787"/>
                </a:lnTo>
                <a:lnTo>
                  <a:pt x="1128211" y="35111"/>
                </a:lnTo>
                <a:lnTo>
                  <a:pt x="1127977" y="35442"/>
                </a:lnTo>
                <a:lnTo>
                  <a:pt x="1127749" y="35778"/>
                </a:lnTo>
                <a:lnTo>
                  <a:pt x="1127527" y="36120"/>
                </a:lnTo>
                <a:lnTo>
                  <a:pt x="1127313" y="36470"/>
                </a:lnTo>
                <a:lnTo>
                  <a:pt x="1127108" y="36827"/>
                </a:lnTo>
                <a:lnTo>
                  <a:pt x="1126910" y="37191"/>
                </a:lnTo>
                <a:lnTo>
                  <a:pt x="1126721" y="37562"/>
                </a:lnTo>
                <a:lnTo>
                  <a:pt x="1126540" y="37941"/>
                </a:lnTo>
                <a:lnTo>
                  <a:pt x="1126367" y="38327"/>
                </a:lnTo>
                <a:lnTo>
                  <a:pt x="1126202" y="38720"/>
                </a:lnTo>
                <a:lnTo>
                  <a:pt x="1126045" y="39120"/>
                </a:lnTo>
                <a:lnTo>
                  <a:pt x="1125896" y="39528"/>
                </a:lnTo>
                <a:lnTo>
                  <a:pt x="1125756" y="39943"/>
                </a:lnTo>
                <a:lnTo>
                  <a:pt x="1125624" y="40365"/>
                </a:lnTo>
                <a:lnTo>
                  <a:pt x="1125499" y="40795"/>
                </a:lnTo>
                <a:lnTo>
                  <a:pt x="1125383" y="41232"/>
                </a:lnTo>
                <a:lnTo>
                  <a:pt x="1125275" y="41676"/>
                </a:lnTo>
                <a:lnTo>
                  <a:pt x="1125176" y="42128"/>
                </a:lnTo>
                <a:lnTo>
                  <a:pt x="1125084" y="42586"/>
                </a:lnTo>
                <a:lnTo>
                  <a:pt x="1125000" y="43052"/>
                </a:lnTo>
                <a:lnTo>
                  <a:pt x="1124925" y="43525"/>
                </a:lnTo>
                <a:lnTo>
                  <a:pt x="1124858" y="44006"/>
                </a:lnTo>
                <a:lnTo>
                  <a:pt x="1124798" y="44494"/>
                </a:lnTo>
                <a:lnTo>
                  <a:pt x="1124747" y="44989"/>
                </a:lnTo>
                <a:lnTo>
                  <a:pt x="1124705" y="45491"/>
                </a:lnTo>
                <a:lnTo>
                  <a:pt x="1124670" y="46001"/>
                </a:lnTo>
                <a:lnTo>
                  <a:pt x="1142161" y="46001"/>
                </a:lnTo>
                <a:lnTo>
                  <a:pt x="1142206" y="45575"/>
                </a:lnTo>
                <a:lnTo>
                  <a:pt x="1142260" y="45159"/>
                </a:lnTo>
                <a:lnTo>
                  <a:pt x="1142323" y="44754"/>
                </a:lnTo>
                <a:lnTo>
                  <a:pt x="1142394" y="44359"/>
                </a:lnTo>
                <a:close/>
                <a:moveTo>
                  <a:pt x="1165065" y="65984"/>
                </a:moveTo>
                <a:lnTo>
                  <a:pt x="1165060" y="66122"/>
                </a:lnTo>
                <a:lnTo>
                  <a:pt x="1165054" y="66264"/>
                </a:lnTo>
                <a:lnTo>
                  <a:pt x="1165047" y="66410"/>
                </a:lnTo>
                <a:lnTo>
                  <a:pt x="1165039" y="66559"/>
                </a:lnTo>
                <a:lnTo>
                  <a:pt x="1165030" y="66711"/>
                </a:lnTo>
                <a:lnTo>
                  <a:pt x="1165020" y="66866"/>
                </a:lnTo>
                <a:lnTo>
                  <a:pt x="1165009" y="67026"/>
                </a:lnTo>
                <a:lnTo>
                  <a:pt x="1164996" y="67188"/>
                </a:lnTo>
                <a:lnTo>
                  <a:pt x="1164983" y="67354"/>
                </a:lnTo>
                <a:lnTo>
                  <a:pt x="1164968" y="67523"/>
                </a:lnTo>
                <a:lnTo>
                  <a:pt x="1164953" y="67696"/>
                </a:lnTo>
                <a:lnTo>
                  <a:pt x="1164936" y="67872"/>
                </a:lnTo>
                <a:lnTo>
                  <a:pt x="1164919" y="68052"/>
                </a:lnTo>
                <a:lnTo>
                  <a:pt x="1164900" y="68235"/>
                </a:lnTo>
                <a:lnTo>
                  <a:pt x="1164880" y="68422"/>
                </a:lnTo>
                <a:lnTo>
                  <a:pt x="1164859" y="68612"/>
                </a:lnTo>
                <a:lnTo>
                  <a:pt x="1164837" y="68805"/>
                </a:lnTo>
                <a:lnTo>
                  <a:pt x="1164814" y="69002"/>
                </a:lnTo>
                <a:lnTo>
                  <a:pt x="1164790" y="69202"/>
                </a:lnTo>
                <a:lnTo>
                  <a:pt x="1164765" y="69406"/>
                </a:lnTo>
                <a:lnTo>
                  <a:pt x="1164738" y="69611"/>
                </a:lnTo>
                <a:lnTo>
                  <a:pt x="1164706" y="69816"/>
                </a:lnTo>
                <a:lnTo>
                  <a:pt x="1164672" y="70021"/>
                </a:lnTo>
                <a:lnTo>
                  <a:pt x="1164633" y="70225"/>
                </a:lnTo>
                <a:lnTo>
                  <a:pt x="1164591" y="70430"/>
                </a:lnTo>
                <a:lnTo>
                  <a:pt x="1164545" y="70634"/>
                </a:lnTo>
                <a:lnTo>
                  <a:pt x="1164496" y="70838"/>
                </a:lnTo>
                <a:lnTo>
                  <a:pt x="1164443" y="71041"/>
                </a:lnTo>
                <a:lnTo>
                  <a:pt x="1164387" y="71245"/>
                </a:lnTo>
                <a:lnTo>
                  <a:pt x="1164326" y="71448"/>
                </a:lnTo>
                <a:lnTo>
                  <a:pt x="1164263" y="71651"/>
                </a:lnTo>
                <a:lnTo>
                  <a:pt x="1164195" y="71854"/>
                </a:lnTo>
                <a:lnTo>
                  <a:pt x="1164124" y="72057"/>
                </a:lnTo>
                <a:lnTo>
                  <a:pt x="1164049" y="72259"/>
                </a:lnTo>
                <a:lnTo>
                  <a:pt x="1163971" y="72461"/>
                </a:lnTo>
                <a:lnTo>
                  <a:pt x="1163889" y="72663"/>
                </a:lnTo>
                <a:lnTo>
                  <a:pt x="1163803" y="72865"/>
                </a:lnTo>
                <a:lnTo>
                  <a:pt x="1163714" y="73067"/>
                </a:lnTo>
                <a:lnTo>
                  <a:pt x="1163621" y="73268"/>
                </a:lnTo>
                <a:lnTo>
                  <a:pt x="1163524" y="73469"/>
                </a:lnTo>
                <a:lnTo>
                  <a:pt x="1163424" y="73670"/>
                </a:lnTo>
                <a:lnTo>
                  <a:pt x="1163320" y="73871"/>
                </a:lnTo>
                <a:lnTo>
                  <a:pt x="1163213" y="74071"/>
                </a:lnTo>
                <a:lnTo>
                  <a:pt x="1163102" y="74272"/>
                </a:lnTo>
                <a:lnTo>
                  <a:pt x="1162986" y="74471"/>
                </a:lnTo>
                <a:lnTo>
                  <a:pt x="1162865" y="74667"/>
                </a:lnTo>
                <a:lnTo>
                  <a:pt x="1162740" y="74862"/>
                </a:lnTo>
                <a:lnTo>
                  <a:pt x="1162609" y="75054"/>
                </a:lnTo>
                <a:lnTo>
                  <a:pt x="1162473" y="75243"/>
                </a:lnTo>
                <a:lnTo>
                  <a:pt x="1162332" y="75431"/>
                </a:lnTo>
                <a:lnTo>
                  <a:pt x="1162185" y="75615"/>
                </a:lnTo>
                <a:lnTo>
                  <a:pt x="1162034" y="75798"/>
                </a:lnTo>
                <a:lnTo>
                  <a:pt x="1161877" y="75978"/>
                </a:lnTo>
                <a:lnTo>
                  <a:pt x="1161715" y="76156"/>
                </a:lnTo>
                <a:lnTo>
                  <a:pt x="1161549" y="76332"/>
                </a:lnTo>
                <a:lnTo>
                  <a:pt x="1161377" y="76505"/>
                </a:lnTo>
                <a:lnTo>
                  <a:pt x="1161199" y="76675"/>
                </a:lnTo>
                <a:lnTo>
                  <a:pt x="1161017" y="76844"/>
                </a:lnTo>
                <a:lnTo>
                  <a:pt x="1160830" y="77010"/>
                </a:lnTo>
                <a:lnTo>
                  <a:pt x="1160637" y="77174"/>
                </a:lnTo>
                <a:lnTo>
                  <a:pt x="1160440" y="77335"/>
                </a:lnTo>
                <a:lnTo>
                  <a:pt x="1160237" y="77494"/>
                </a:lnTo>
                <a:lnTo>
                  <a:pt x="1160029" y="77651"/>
                </a:lnTo>
                <a:lnTo>
                  <a:pt x="1159816" y="77805"/>
                </a:lnTo>
                <a:lnTo>
                  <a:pt x="1159598" y="77957"/>
                </a:lnTo>
                <a:lnTo>
                  <a:pt x="1159374" y="78107"/>
                </a:lnTo>
                <a:lnTo>
                  <a:pt x="1159146" y="78254"/>
                </a:lnTo>
                <a:lnTo>
                  <a:pt x="1158912" y="78399"/>
                </a:lnTo>
                <a:lnTo>
                  <a:pt x="1158672" y="78540"/>
                </a:lnTo>
                <a:lnTo>
                  <a:pt x="1158424" y="78675"/>
                </a:lnTo>
                <a:lnTo>
                  <a:pt x="1158167" y="78803"/>
                </a:lnTo>
                <a:lnTo>
                  <a:pt x="1157903" y="78926"/>
                </a:lnTo>
                <a:lnTo>
                  <a:pt x="1157630" y="79043"/>
                </a:lnTo>
                <a:lnTo>
                  <a:pt x="1157349" y="79153"/>
                </a:lnTo>
                <a:lnTo>
                  <a:pt x="1157061" y="79258"/>
                </a:lnTo>
                <a:lnTo>
                  <a:pt x="1156764" y="79357"/>
                </a:lnTo>
                <a:lnTo>
                  <a:pt x="1156459" y="79450"/>
                </a:lnTo>
                <a:lnTo>
                  <a:pt x="1156145" y="79536"/>
                </a:lnTo>
                <a:lnTo>
                  <a:pt x="1155824" y="79617"/>
                </a:lnTo>
                <a:lnTo>
                  <a:pt x="1155494" y="79692"/>
                </a:lnTo>
                <a:lnTo>
                  <a:pt x="1155157" y="79761"/>
                </a:lnTo>
                <a:lnTo>
                  <a:pt x="1154811" y="79824"/>
                </a:lnTo>
                <a:lnTo>
                  <a:pt x="1154457" y="79881"/>
                </a:lnTo>
                <a:lnTo>
                  <a:pt x="1154095" y="79931"/>
                </a:lnTo>
                <a:lnTo>
                  <a:pt x="1153725" y="79976"/>
                </a:lnTo>
                <a:lnTo>
                  <a:pt x="1153347" y="80015"/>
                </a:lnTo>
                <a:lnTo>
                  <a:pt x="1152961" y="80048"/>
                </a:lnTo>
                <a:lnTo>
                  <a:pt x="1152566" y="80075"/>
                </a:lnTo>
                <a:lnTo>
                  <a:pt x="1152163" y="80096"/>
                </a:lnTo>
                <a:lnTo>
                  <a:pt x="1151753" y="80111"/>
                </a:lnTo>
                <a:lnTo>
                  <a:pt x="1151334" y="80120"/>
                </a:lnTo>
                <a:lnTo>
                  <a:pt x="1150907" y="80123"/>
                </a:lnTo>
                <a:lnTo>
                  <a:pt x="1150733" y="80122"/>
                </a:lnTo>
                <a:lnTo>
                  <a:pt x="1150559" y="80120"/>
                </a:lnTo>
                <a:lnTo>
                  <a:pt x="1150385" y="80117"/>
                </a:lnTo>
                <a:lnTo>
                  <a:pt x="1150212" y="80113"/>
                </a:lnTo>
                <a:lnTo>
                  <a:pt x="1150040" y="80107"/>
                </a:lnTo>
                <a:lnTo>
                  <a:pt x="1149868" y="80100"/>
                </a:lnTo>
                <a:lnTo>
                  <a:pt x="1149696" y="80091"/>
                </a:lnTo>
                <a:lnTo>
                  <a:pt x="1149525" y="80082"/>
                </a:lnTo>
                <a:lnTo>
                  <a:pt x="1149354" y="80071"/>
                </a:lnTo>
                <a:lnTo>
                  <a:pt x="1149183" y="80059"/>
                </a:lnTo>
                <a:lnTo>
                  <a:pt x="1149013" y="80045"/>
                </a:lnTo>
                <a:lnTo>
                  <a:pt x="1148844" y="80030"/>
                </a:lnTo>
                <a:lnTo>
                  <a:pt x="1148674" y="80014"/>
                </a:lnTo>
                <a:lnTo>
                  <a:pt x="1148506" y="79997"/>
                </a:lnTo>
                <a:lnTo>
                  <a:pt x="1148337" y="79978"/>
                </a:lnTo>
                <a:lnTo>
                  <a:pt x="1148169" y="79958"/>
                </a:lnTo>
                <a:lnTo>
                  <a:pt x="1148002" y="79937"/>
                </a:lnTo>
                <a:lnTo>
                  <a:pt x="1147835" y="79915"/>
                </a:lnTo>
                <a:lnTo>
                  <a:pt x="1147668" y="79891"/>
                </a:lnTo>
                <a:lnTo>
                  <a:pt x="1147502" y="79866"/>
                </a:lnTo>
                <a:lnTo>
                  <a:pt x="1147336" y="79839"/>
                </a:lnTo>
                <a:lnTo>
                  <a:pt x="1147171" y="79812"/>
                </a:lnTo>
                <a:lnTo>
                  <a:pt x="1147006" y="79783"/>
                </a:lnTo>
                <a:lnTo>
                  <a:pt x="1146841" y="79753"/>
                </a:lnTo>
                <a:lnTo>
                  <a:pt x="1146678" y="79721"/>
                </a:lnTo>
                <a:lnTo>
                  <a:pt x="1146516" y="79687"/>
                </a:lnTo>
                <a:lnTo>
                  <a:pt x="1146357" y="79651"/>
                </a:lnTo>
                <a:lnTo>
                  <a:pt x="1146198" y="79614"/>
                </a:lnTo>
                <a:lnTo>
                  <a:pt x="1146042" y="79574"/>
                </a:lnTo>
                <a:lnTo>
                  <a:pt x="1145887" y="79533"/>
                </a:lnTo>
                <a:lnTo>
                  <a:pt x="1145734" y="79490"/>
                </a:lnTo>
                <a:lnTo>
                  <a:pt x="1145583" y="79444"/>
                </a:lnTo>
                <a:lnTo>
                  <a:pt x="1145433" y="79397"/>
                </a:lnTo>
                <a:lnTo>
                  <a:pt x="1145285" y="79348"/>
                </a:lnTo>
                <a:lnTo>
                  <a:pt x="1145139" y="79297"/>
                </a:lnTo>
                <a:lnTo>
                  <a:pt x="1144994" y="79244"/>
                </a:lnTo>
                <a:lnTo>
                  <a:pt x="1144851" y="79189"/>
                </a:lnTo>
                <a:lnTo>
                  <a:pt x="1144710" y="79133"/>
                </a:lnTo>
                <a:lnTo>
                  <a:pt x="1144571" y="79074"/>
                </a:lnTo>
                <a:lnTo>
                  <a:pt x="1144433" y="79013"/>
                </a:lnTo>
                <a:lnTo>
                  <a:pt x="1144297" y="78951"/>
                </a:lnTo>
                <a:lnTo>
                  <a:pt x="1144163" y="78886"/>
                </a:lnTo>
                <a:lnTo>
                  <a:pt x="1144030" y="78820"/>
                </a:lnTo>
                <a:lnTo>
                  <a:pt x="1143899" y="78752"/>
                </a:lnTo>
                <a:lnTo>
                  <a:pt x="1143770" y="78682"/>
                </a:lnTo>
                <a:lnTo>
                  <a:pt x="1143642" y="78609"/>
                </a:lnTo>
                <a:lnTo>
                  <a:pt x="1143516" y="78535"/>
                </a:lnTo>
                <a:lnTo>
                  <a:pt x="1143392" y="78459"/>
                </a:lnTo>
                <a:lnTo>
                  <a:pt x="1143270" y="78381"/>
                </a:lnTo>
                <a:lnTo>
                  <a:pt x="1143150" y="78301"/>
                </a:lnTo>
                <a:lnTo>
                  <a:pt x="1143033" y="78218"/>
                </a:lnTo>
                <a:lnTo>
                  <a:pt x="1142917" y="78132"/>
                </a:lnTo>
                <a:lnTo>
                  <a:pt x="1142803" y="78045"/>
                </a:lnTo>
                <a:lnTo>
                  <a:pt x="1142692" y="77955"/>
                </a:lnTo>
                <a:lnTo>
                  <a:pt x="1142583" y="77862"/>
                </a:lnTo>
                <a:lnTo>
                  <a:pt x="1142476" y="77768"/>
                </a:lnTo>
                <a:lnTo>
                  <a:pt x="1142371" y="77671"/>
                </a:lnTo>
                <a:lnTo>
                  <a:pt x="1142268" y="77571"/>
                </a:lnTo>
                <a:lnTo>
                  <a:pt x="1142167" y="77470"/>
                </a:lnTo>
                <a:lnTo>
                  <a:pt x="1142069" y="77366"/>
                </a:lnTo>
                <a:lnTo>
                  <a:pt x="1141972" y="77259"/>
                </a:lnTo>
                <a:lnTo>
                  <a:pt x="1141878" y="77150"/>
                </a:lnTo>
                <a:lnTo>
                  <a:pt x="1141786" y="77039"/>
                </a:lnTo>
                <a:lnTo>
                  <a:pt x="1141696" y="76926"/>
                </a:lnTo>
                <a:lnTo>
                  <a:pt x="1141608" y="76810"/>
                </a:lnTo>
                <a:lnTo>
                  <a:pt x="1141522" y="76692"/>
                </a:lnTo>
                <a:lnTo>
                  <a:pt x="1141438" y="76571"/>
                </a:lnTo>
                <a:lnTo>
                  <a:pt x="1141357" y="76448"/>
                </a:lnTo>
                <a:lnTo>
                  <a:pt x="1141277" y="76323"/>
                </a:lnTo>
                <a:lnTo>
                  <a:pt x="1141200" y="76196"/>
                </a:lnTo>
                <a:lnTo>
                  <a:pt x="1141125" y="76066"/>
                </a:lnTo>
                <a:lnTo>
                  <a:pt x="1141052" y="75933"/>
                </a:lnTo>
                <a:lnTo>
                  <a:pt x="1140982" y="75799"/>
                </a:lnTo>
                <a:lnTo>
                  <a:pt x="1140914" y="75661"/>
                </a:lnTo>
                <a:lnTo>
                  <a:pt x="1140850" y="75521"/>
                </a:lnTo>
                <a:lnTo>
                  <a:pt x="1140789" y="75379"/>
                </a:lnTo>
                <a:lnTo>
                  <a:pt x="1140730" y="75234"/>
                </a:lnTo>
                <a:lnTo>
                  <a:pt x="1140675" y="75086"/>
                </a:lnTo>
                <a:lnTo>
                  <a:pt x="1140622" y="74936"/>
                </a:lnTo>
                <a:lnTo>
                  <a:pt x="1140573" y="74784"/>
                </a:lnTo>
                <a:lnTo>
                  <a:pt x="1140526" y="74628"/>
                </a:lnTo>
                <a:lnTo>
                  <a:pt x="1140483" y="74471"/>
                </a:lnTo>
                <a:lnTo>
                  <a:pt x="1140443" y="74310"/>
                </a:lnTo>
                <a:lnTo>
                  <a:pt x="1140405" y="74147"/>
                </a:lnTo>
                <a:lnTo>
                  <a:pt x="1140371" y="73982"/>
                </a:lnTo>
                <a:lnTo>
                  <a:pt x="1140339" y="73814"/>
                </a:lnTo>
                <a:lnTo>
                  <a:pt x="1140311" y="73643"/>
                </a:lnTo>
                <a:lnTo>
                  <a:pt x="1140285" y="73470"/>
                </a:lnTo>
                <a:lnTo>
                  <a:pt x="1140263" y="73294"/>
                </a:lnTo>
                <a:lnTo>
                  <a:pt x="1140243" y="73116"/>
                </a:lnTo>
                <a:lnTo>
                  <a:pt x="1140227" y="72935"/>
                </a:lnTo>
                <a:lnTo>
                  <a:pt x="1140213" y="72751"/>
                </a:lnTo>
                <a:lnTo>
                  <a:pt x="1140203" y="72565"/>
                </a:lnTo>
                <a:lnTo>
                  <a:pt x="1140195" y="72377"/>
                </a:lnTo>
                <a:lnTo>
                  <a:pt x="1140191" y="72186"/>
                </a:lnTo>
                <a:lnTo>
                  <a:pt x="1140189" y="71992"/>
                </a:lnTo>
                <a:lnTo>
                  <a:pt x="1140191" y="71788"/>
                </a:lnTo>
                <a:lnTo>
                  <a:pt x="1140195" y="71587"/>
                </a:lnTo>
                <a:lnTo>
                  <a:pt x="1140203" y="71389"/>
                </a:lnTo>
                <a:lnTo>
                  <a:pt x="1140213" y="71194"/>
                </a:lnTo>
                <a:lnTo>
                  <a:pt x="1140227" y="71003"/>
                </a:lnTo>
                <a:lnTo>
                  <a:pt x="1140243" y="70814"/>
                </a:lnTo>
                <a:lnTo>
                  <a:pt x="1140263" y="70628"/>
                </a:lnTo>
                <a:lnTo>
                  <a:pt x="1140285" y="70445"/>
                </a:lnTo>
                <a:lnTo>
                  <a:pt x="1140311" y="70265"/>
                </a:lnTo>
                <a:lnTo>
                  <a:pt x="1140339" y="70088"/>
                </a:lnTo>
                <a:lnTo>
                  <a:pt x="1140371" y="69915"/>
                </a:lnTo>
                <a:lnTo>
                  <a:pt x="1140405" y="69744"/>
                </a:lnTo>
                <a:lnTo>
                  <a:pt x="1140443" y="69576"/>
                </a:lnTo>
                <a:lnTo>
                  <a:pt x="1140483" y="69411"/>
                </a:lnTo>
                <a:lnTo>
                  <a:pt x="1140526" y="69249"/>
                </a:lnTo>
                <a:lnTo>
                  <a:pt x="1140573" y="69091"/>
                </a:lnTo>
                <a:lnTo>
                  <a:pt x="1140622" y="68935"/>
                </a:lnTo>
                <a:lnTo>
                  <a:pt x="1140675" y="68782"/>
                </a:lnTo>
                <a:lnTo>
                  <a:pt x="1140730" y="68632"/>
                </a:lnTo>
                <a:lnTo>
                  <a:pt x="1140789" y="68485"/>
                </a:lnTo>
                <a:lnTo>
                  <a:pt x="1140850" y="68342"/>
                </a:lnTo>
                <a:lnTo>
                  <a:pt x="1140914" y="68201"/>
                </a:lnTo>
                <a:lnTo>
                  <a:pt x="1140982" y="68063"/>
                </a:lnTo>
                <a:lnTo>
                  <a:pt x="1141052" y="67928"/>
                </a:lnTo>
                <a:lnTo>
                  <a:pt x="1141125" y="67796"/>
                </a:lnTo>
                <a:lnTo>
                  <a:pt x="1141200" y="67665"/>
                </a:lnTo>
                <a:lnTo>
                  <a:pt x="1141277" y="67536"/>
                </a:lnTo>
                <a:lnTo>
                  <a:pt x="1141355" y="67410"/>
                </a:lnTo>
                <a:lnTo>
                  <a:pt x="1141436" y="67285"/>
                </a:lnTo>
                <a:lnTo>
                  <a:pt x="1141518" y="67162"/>
                </a:lnTo>
                <a:lnTo>
                  <a:pt x="1141602" y="67041"/>
                </a:lnTo>
                <a:lnTo>
                  <a:pt x="1141689" y="66922"/>
                </a:lnTo>
                <a:lnTo>
                  <a:pt x="1141777" y="66805"/>
                </a:lnTo>
                <a:lnTo>
                  <a:pt x="1141867" y="66690"/>
                </a:lnTo>
                <a:lnTo>
                  <a:pt x="1141959" y="66577"/>
                </a:lnTo>
                <a:lnTo>
                  <a:pt x="1142053" y="66465"/>
                </a:lnTo>
                <a:lnTo>
                  <a:pt x="1142149" y="66356"/>
                </a:lnTo>
                <a:lnTo>
                  <a:pt x="1142247" y="66249"/>
                </a:lnTo>
                <a:lnTo>
                  <a:pt x="1142346" y="66143"/>
                </a:lnTo>
                <a:lnTo>
                  <a:pt x="1142448" y="66039"/>
                </a:lnTo>
                <a:lnTo>
                  <a:pt x="1142552" y="65938"/>
                </a:lnTo>
                <a:lnTo>
                  <a:pt x="1142657" y="65838"/>
                </a:lnTo>
                <a:lnTo>
                  <a:pt x="1142765" y="65740"/>
                </a:lnTo>
                <a:lnTo>
                  <a:pt x="1142874" y="65644"/>
                </a:lnTo>
                <a:lnTo>
                  <a:pt x="1142985" y="65550"/>
                </a:lnTo>
                <a:lnTo>
                  <a:pt x="1143098" y="65458"/>
                </a:lnTo>
                <a:lnTo>
                  <a:pt x="1143213" y="65368"/>
                </a:lnTo>
                <a:lnTo>
                  <a:pt x="1143330" y="65280"/>
                </a:lnTo>
                <a:lnTo>
                  <a:pt x="1143449" y="65193"/>
                </a:lnTo>
                <a:lnTo>
                  <a:pt x="1143570" y="65108"/>
                </a:lnTo>
                <a:lnTo>
                  <a:pt x="1143692" y="65024"/>
                </a:lnTo>
                <a:lnTo>
                  <a:pt x="1143816" y="64942"/>
                </a:lnTo>
                <a:lnTo>
                  <a:pt x="1143942" y="64862"/>
                </a:lnTo>
                <a:lnTo>
                  <a:pt x="1144070" y="64783"/>
                </a:lnTo>
                <a:lnTo>
                  <a:pt x="1144199" y="64705"/>
                </a:lnTo>
                <a:lnTo>
                  <a:pt x="1144330" y="64629"/>
                </a:lnTo>
                <a:lnTo>
                  <a:pt x="1144462" y="64554"/>
                </a:lnTo>
                <a:lnTo>
                  <a:pt x="1144597" y="64481"/>
                </a:lnTo>
                <a:lnTo>
                  <a:pt x="1144733" y="64410"/>
                </a:lnTo>
                <a:lnTo>
                  <a:pt x="1144871" y="64340"/>
                </a:lnTo>
                <a:lnTo>
                  <a:pt x="1145010" y="64271"/>
                </a:lnTo>
                <a:lnTo>
                  <a:pt x="1145151" y="64204"/>
                </a:lnTo>
                <a:lnTo>
                  <a:pt x="1145294" y="64138"/>
                </a:lnTo>
                <a:lnTo>
                  <a:pt x="1145439" y="64074"/>
                </a:lnTo>
                <a:lnTo>
                  <a:pt x="1145585" y="64012"/>
                </a:lnTo>
                <a:lnTo>
                  <a:pt x="1145733" y="63951"/>
                </a:lnTo>
                <a:lnTo>
                  <a:pt x="1145883" y="63891"/>
                </a:lnTo>
                <a:lnTo>
                  <a:pt x="1146034" y="63833"/>
                </a:lnTo>
                <a:lnTo>
                  <a:pt x="1146187" y="63777"/>
                </a:lnTo>
                <a:lnTo>
                  <a:pt x="1146342" y="63722"/>
                </a:lnTo>
                <a:lnTo>
                  <a:pt x="1146499" y="63668"/>
                </a:lnTo>
                <a:lnTo>
                  <a:pt x="1146657" y="63616"/>
                </a:lnTo>
                <a:lnTo>
                  <a:pt x="1146816" y="63565"/>
                </a:lnTo>
                <a:lnTo>
                  <a:pt x="1146976" y="63515"/>
                </a:lnTo>
                <a:lnTo>
                  <a:pt x="1147135" y="63466"/>
                </a:lnTo>
                <a:lnTo>
                  <a:pt x="1147295" y="63418"/>
                </a:lnTo>
                <a:lnTo>
                  <a:pt x="1147455" y="63370"/>
                </a:lnTo>
                <a:lnTo>
                  <a:pt x="1147616" y="63324"/>
                </a:lnTo>
                <a:lnTo>
                  <a:pt x="1147776" y="63278"/>
                </a:lnTo>
                <a:lnTo>
                  <a:pt x="1147937" y="63233"/>
                </a:lnTo>
                <a:lnTo>
                  <a:pt x="1148098" y="63189"/>
                </a:lnTo>
                <a:lnTo>
                  <a:pt x="1148259" y="63145"/>
                </a:lnTo>
                <a:lnTo>
                  <a:pt x="1148420" y="63103"/>
                </a:lnTo>
                <a:lnTo>
                  <a:pt x="1148582" y="63061"/>
                </a:lnTo>
                <a:lnTo>
                  <a:pt x="1148744" y="63021"/>
                </a:lnTo>
                <a:lnTo>
                  <a:pt x="1148906" y="62981"/>
                </a:lnTo>
                <a:lnTo>
                  <a:pt x="1149068" y="62942"/>
                </a:lnTo>
                <a:lnTo>
                  <a:pt x="1149230" y="62904"/>
                </a:lnTo>
                <a:lnTo>
                  <a:pt x="1149393" y="62867"/>
                </a:lnTo>
                <a:lnTo>
                  <a:pt x="1149555" y="62830"/>
                </a:lnTo>
                <a:lnTo>
                  <a:pt x="1149718" y="62795"/>
                </a:lnTo>
                <a:lnTo>
                  <a:pt x="1149882" y="62760"/>
                </a:lnTo>
                <a:lnTo>
                  <a:pt x="1150045" y="62726"/>
                </a:lnTo>
                <a:lnTo>
                  <a:pt x="1150209" y="62693"/>
                </a:lnTo>
                <a:lnTo>
                  <a:pt x="1150373" y="62661"/>
                </a:lnTo>
                <a:lnTo>
                  <a:pt x="1150537" y="62630"/>
                </a:lnTo>
                <a:lnTo>
                  <a:pt x="1150711" y="62599"/>
                </a:lnTo>
                <a:lnTo>
                  <a:pt x="1150886" y="62569"/>
                </a:lnTo>
                <a:lnTo>
                  <a:pt x="1151060" y="62539"/>
                </a:lnTo>
                <a:lnTo>
                  <a:pt x="1151235" y="62510"/>
                </a:lnTo>
                <a:lnTo>
                  <a:pt x="1151409" y="62481"/>
                </a:lnTo>
                <a:lnTo>
                  <a:pt x="1151584" y="62453"/>
                </a:lnTo>
                <a:lnTo>
                  <a:pt x="1151758" y="62425"/>
                </a:lnTo>
                <a:lnTo>
                  <a:pt x="1151932" y="62398"/>
                </a:lnTo>
                <a:lnTo>
                  <a:pt x="1152107" y="62370"/>
                </a:lnTo>
                <a:lnTo>
                  <a:pt x="1152281" y="62344"/>
                </a:lnTo>
                <a:lnTo>
                  <a:pt x="1152456" y="62318"/>
                </a:lnTo>
                <a:lnTo>
                  <a:pt x="1152630" y="62292"/>
                </a:lnTo>
                <a:lnTo>
                  <a:pt x="1152805" y="62266"/>
                </a:lnTo>
                <a:lnTo>
                  <a:pt x="1152979" y="62241"/>
                </a:lnTo>
                <a:lnTo>
                  <a:pt x="1153154" y="62217"/>
                </a:lnTo>
                <a:lnTo>
                  <a:pt x="1153328" y="62193"/>
                </a:lnTo>
                <a:lnTo>
                  <a:pt x="1153503" y="62169"/>
                </a:lnTo>
                <a:lnTo>
                  <a:pt x="1153677" y="62146"/>
                </a:lnTo>
                <a:lnTo>
                  <a:pt x="1153852" y="62123"/>
                </a:lnTo>
                <a:lnTo>
                  <a:pt x="1154026" y="62100"/>
                </a:lnTo>
                <a:lnTo>
                  <a:pt x="1154201" y="62078"/>
                </a:lnTo>
                <a:lnTo>
                  <a:pt x="1154375" y="62057"/>
                </a:lnTo>
                <a:lnTo>
                  <a:pt x="1154550" y="62036"/>
                </a:lnTo>
                <a:lnTo>
                  <a:pt x="1154724" y="62015"/>
                </a:lnTo>
                <a:lnTo>
                  <a:pt x="1154899" y="61994"/>
                </a:lnTo>
                <a:lnTo>
                  <a:pt x="1155072" y="61973"/>
                </a:lnTo>
                <a:lnTo>
                  <a:pt x="1155245" y="61952"/>
                </a:lnTo>
                <a:lnTo>
                  <a:pt x="1155418" y="61930"/>
                </a:lnTo>
                <a:lnTo>
                  <a:pt x="1155589" y="61907"/>
                </a:lnTo>
                <a:lnTo>
                  <a:pt x="1155760" y="61884"/>
                </a:lnTo>
                <a:lnTo>
                  <a:pt x="1155931" y="61861"/>
                </a:lnTo>
                <a:lnTo>
                  <a:pt x="1156101" y="61837"/>
                </a:lnTo>
                <a:lnTo>
                  <a:pt x="1156270" y="61813"/>
                </a:lnTo>
                <a:lnTo>
                  <a:pt x="1156438" y="61789"/>
                </a:lnTo>
                <a:lnTo>
                  <a:pt x="1156606" y="61764"/>
                </a:lnTo>
                <a:lnTo>
                  <a:pt x="1156773" y="61738"/>
                </a:lnTo>
                <a:lnTo>
                  <a:pt x="1156940" y="61712"/>
                </a:lnTo>
                <a:lnTo>
                  <a:pt x="1157105" y="61686"/>
                </a:lnTo>
                <a:lnTo>
                  <a:pt x="1157271" y="61659"/>
                </a:lnTo>
                <a:lnTo>
                  <a:pt x="1157435" y="61632"/>
                </a:lnTo>
                <a:lnTo>
                  <a:pt x="1157599" y="61605"/>
                </a:lnTo>
                <a:lnTo>
                  <a:pt x="1157762" y="61577"/>
                </a:lnTo>
                <a:lnTo>
                  <a:pt x="1157925" y="61549"/>
                </a:lnTo>
                <a:lnTo>
                  <a:pt x="1158087" y="61520"/>
                </a:lnTo>
                <a:lnTo>
                  <a:pt x="1158248" y="61491"/>
                </a:lnTo>
                <a:lnTo>
                  <a:pt x="1158409" y="61461"/>
                </a:lnTo>
                <a:lnTo>
                  <a:pt x="1158569" y="61431"/>
                </a:lnTo>
                <a:lnTo>
                  <a:pt x="1158728" y="61400"/>
                </a:lnTo>
                <a:lnTo>
                  <a:pt x="1158887" y="61369"/>
                </a:lnTo>
                <a:lnTo>
                  <a:pt x="1159044" y="61337"/>
                </a:lnTo>
                <a:lnTo>
                  <a:pt x="1159201" y="61305"/>
                </a:lnTo>
                <a:lnTo>
                  <a:pt x="1159358" y="61272"/>
                </a:lnTo>
                <a:lnTo>
                  <a:pt x="1159513" y="61238"/>
                </a:lnTo>
                <a:lnTo>
                  <a:pt x="1159667" y="61204"/>
                </a:lnTo>
                <a:lnTo>
                  <a:pt x="1159821" y="61169"/>
                </a:lnTo>
                <a:lnTo>
                  <a:pt x="1159974" y="61133"/>
                </a:lnTo>
                <a:lnTo>
                  <a:pt x="1160125" y="61097"/>
                </a:lnTo>
                <a:lnTo>
                  <a:pt x="1160276" y="61060"/>
                </a:lnTo>
                <a:lnTo>
                  <a:pt x="1160427" y="61022"/>
                </a:lnTo>
                <a:lnTo>
                  <a:pt x="1160576" y="60984"/>
                </a:lnTo>
                <a:lnTo>
                  <a:pt x="1160724" y="60945"/>
                </a:lnTo>
                <a:lnTo>
                  <a:pt x="1160872" y="60906"/>
                </a:lnTo>
                <a:lnTo>
                  <a:pt x="1161019" y="60866"/>
                </a:lnTo>
                <a:lnTo>
                  <a:pt x="1161165" y="60825"/>
                </a:lnTo>
                <a:lnTo>
                  <a:pt x="1161310" y="60783"/>
                </a:lnTo>
                <a:lnTo>
                  <a:pt x="1161454" y="60741"/>
                </a:lnTo>
                <a:lnTo>
                  <a:pt x="1161597" y="60699"/>
                </a:lnTo>
                <a:lnTo>
                  <a:pt x="1161740" y="60655"/>
                </a:lnTo>
                <a:lnTo>
                  <a:pt x="1161881" y="60611"/>
                </a:lnTo>
                <a:lnTo>
                  <a:pt x="1162022" y="60567"/>
                </a:lnTo>
                <a:lnTo>
                  <a:pt x="1162162" y="60521"/>
                </a:lnTo>
                <a:lnTo>
                  <a:pt x="1162301" y="60476"/>
                </a:lnTo>
                <a:lnTo>
                  <a:pt x="1162439" y="60429"/>
                </a:lnTo>
                <a:lnTo>
                  <a:pt x="1162574" y="60380"/>
                </a:lnTo>
                <a:lnTo>
                  <a:pt x="1162708" y="60330"/>
                </a:lnTo>
                <a:lnTo>
                  <a:pt x="1162840" y="60279"/>
                </a:lnTo>
                <a:lnTo>
                  <a:pt x="1162970" y="60226"/>
                </a:lnTo>
                <a:lnTo>
                  <a:pt x="1163098" y="60171"/>
                </a:lnTo>
                <a:lnTo>
                  <a:pt x="1163224" y="60115"/>
                </a:lnTo>
                <a:lnTo>
                  <a:pt x="1163348" y="60058"/>
                </a:lnTo>
                <a:lnTo>
                  <a:pt x="1163471" y="59999"/>
                </a:lnTo>
                <a:lnTo>
                  <a:pt x="1163591" y="59938"/>
                </a:lnTo>
                <a:lnTo>
                  <a:pt x="1163709" y="59877"/>
                </a:lnTo>
                <a:lnTo>
                  <a:pt x="1163826" y="59813"/>
                </a:lnTo>
                <a:lnTo>
                  <a:pt x="1163940" y="59748"/>
                </a:lnTo>
                <a:lnTo>
                  <a:pt x="1164053" y="59682"/>
                </a:lnTo>
                <a:lnTo>
                  <a:pt x="1164164" y="59614"/>
                </a:lnTo>
                <a:lnTo>
                  <a:pt x="1164272" y="59544"/>
                </a:lnTo>
                <a:lnTo>
                  <a:pt x="1164379" y="59473"/>
                </a:lnTo>
                <a:lnTo>
                  <a:pt x="1164484" y="59401"/>
                </a:lnTo>
                <a:lnTo>
                  <a:pt x="1164587" y="59327"/>
                </a:lnTo>
                <a:lnTo>
                  <a:pt x="1164688" y="59251"/>
                </a:lnTo>
                <a:lnTo>
                  <a:pt x="1164787" y="59174"/>
                </a:lnTo>
                <a:lnTo>
                  <a:pt x="1164885" y="59096"/>
                </a:lnTo>
                <a:lnTo>
                  <a:pt x="1164980" y="59016"/>
                </a:lnTo>
                <a:lnTo>
                  <a:pt x="1165073" y="58934"/>
                </a:lnTo>
                <a:lnTo>
                  <a:pt x="1165073" y="65464"/>
                </a:lnTo>
                <a:lnTo>
                  <a:pt x="1165073" y="65589"/>
                </a:lnTo>
                <a:lnTo>
                  <a:pt x="1165071" y="65717"/>
                </a:lnTo>
                <a:lnTo>
                  <a:pt x="1165068" y="65849"/>
                </a:lnTo>
                <a:lnTo>
                  <a:pt x="1165065" y="65984"/>
                </a:lnTo>
                <a:close/>
                <a:moveTo>
                  <a:pt x="1708643" y="43974"/>
                </a:moveTo>
                <a:lnTo>
                  <a:pt x="1708732" y="43599"/>
                </a:lnTo>
                <a:lnTo>
                  <a:pt x="1708828" y="43235"/>
                </a:lnTo>
                <a:lnTo>
                  <a:pt x="1708933" y="42881"/>
                </a:lnTo>
                <a:lnTo>
                  <a:pt x="1709047" y="42537"/>
                </a:lnTo>
                <a:lnTo>
                  <a:pt x="1709170" y="42203"/>
                </a:lnTo>
                <a:lnTo>
                  <a:pt x="1709300" y="41880"/>
                </a:lnTo>
                <a:lnTo>
                  <a:pt x="1709440" y="41567"/>
                </a:lnTo>
                <a:lnTo>
                  <a:pt x="1709588" y="41264"/>
                </a:lnTo>
                <a:lnTo>
                  <a:pt x="1709744" y="40972"/>
                </a:lnTo>
                <a:lnTo>
                  <a:pt x="1709909" y="40689"/>
                </a:lnTo>
                <a:lnTo>
                  <a:pt x="1710083" y="40417"/>
                </a:lnTo>
                <a:lnTo>
                  <a:pt x="1710265" y="40156"/>
                </a:lnTo>
                <a:lnTo>
                  <a:pt x="1710456" y="39904"/>
                </a:lnTo>
                <a:lnTo>
                  <a:pt x="1710655" y="39663"/>
                </a:lnTo>
                <a:lnTo>
                  <a:pt x="1710863" y="39432"/>
                </a:lnTo>
                <a:lnTo>
                  <a:pt x="1711080" y="39211"/>
                </a:lnTo>
                <a:lnTo>
                  <a:pt x="1711305" y="39001"/>
                </a:lnTo>
                <a:lnTo>
                  <a:pt x="1711538" y="38800"/>
                </a:lnTo>
                <a:lnTo>
                  <a:pt x="1711780" y="38610"/>
                </a:lnTo>
                <a:lnTo>
                  <a:pt x="1712031" y="38429"/>
                </a:lnTo>
                <a:lnTo>
                  <a:pt x="1712289" y="38256"/>
                </a:lnTo>
                <a:lnTo>
                  <a:pt x="1712554" y="38091"/>
                </a:lnTo>
                <a:lnTo>
                  <a:pt x="1712827" y="37933"/>
                </a:lnTo>
                <a:lnTo>
                  <a:pt x="1713108" y="37783"/>
                </a:lnTo>
                <a:lnTo>
                  <a:pt x="1713397" y="37640"/>
                </a:lnTo>
                <a:lnTo>
                  <a:pt x="1713694" y="37505"/>
                </a:lnTo>
                <a:lnTo>
                  <a:pt x="1713998" y="37378"/>
                </a:lnTo>
                <a:lnTo>
                  <a:pt x="1714309" y="37259"/>
                </a:lnTo>
                <a:lnTo>
                  <a:pt x="1714629" y="37147"/>
                </a:lnTo>
                <a:lnTo>
                  <a:pt x="1714956" y="37043"/>
                </a:lnTo>
                <a:lnTo>
                  <a:pt x="1715291" y="36947"/>
                </a:lnTo>
                <a:lnTo>
                  <a:pt x="1715634" y="36858"/>
                </a:lnTo>
                <a:lnTo>
                  <a:pt x="1715984" y="36778"/>
                </a:lnTo>
                <a:lnTo>
                  <a:pt x="1716342" y="36704"/>
                </a:lnTo>
                <a:lnTo>
                  <a:pt x="1716707" y="36639"/>
                </a:lnTo>
                <a:lnTo>
                  <a:pt x="1717081" y="36581"/>
                </a:lnTo>
                <a:lnTo>
                  <a:pt x="1717462" y="36531"/>
                </a:lnTo>
                <a:lnTo>
                  <a:pt x="1717851" y="36489"/>
                </a:lnTo>
                <a:lnTo>
                  <a:pt x="1718247" y="36454"/>
                </a:lnTo>
                <a:lnTo>
                  <a:pt x="1718651" y="36427"/>
                </a:lnTo>
                <a:lnTo>
                  <a:pt x="1719063" y="36408"/>
                </a:lnTo>
                <a:lnTo>
                  <a:pt x="1719482" y="36396"/>
                </a:lnTo>
                <a:lnTo>
                  <a:pt x="1719910" y="36392"/>
                </a:lnTo>
                <a:lnTo>
                  <a:pt x="1720104" y="36393"/>
                </a:lnTo>
                <a:lnTo>
                  <a:pt x="1720297" y="36395"/>
                </a:lnTo>
                <a:lnTo>
                  <a:pt x="1720490" y="36397"/>
                </a:lnTo>
                <a:lnTo>
                  <a:pt x="1720681" y="36401"/>
                </a:lnTo>
                <a:lnTo>
                  <a:pt x="1720871" y="36406"/>
                </a:lnTo>
                <a:lnTo>
                  <a:pt x="1721060" y="36412"/>
                </a:lnTo>
                <a:lnTo>
                  <a:pt x="1721248" y="36419"/>
                </a:lnTo>
                <a:lnTo>
                  <a:pt x="1721435" y="36427"/>
                </a:lnTo>
                <a:lnTo>
                  <a:pt x="1721621" y="36436"/>
                </a:lnTo>
                <a:lnTo>
                  <a:pt x="1721806" y="36446"/>
                </a:lnTo>
                <a:lnTo>
                  <a:pt x="1721990" y="36457"/>
                </a:lnTo>
                <a:lnTo>
                  <a:pt x="1722173" y="36470"/>
                </a:lnTo>
                <a:lnTo>
                  <a:pt x="1722354" y="36483"/>
                </a:lnTo>
                <a:lnTo>
                  <a:pt x="1722535" y="36497"/>
                </a:lnTo>
                <a:lnTo>
                  <a:pt x="1722714" y="36513"/>
                </a:lnTo>
                <a:lnTo>
                  <a:pt x="1722893" y="36529"/>
                </a:lnTo>
                <a:lnTo>
                  <a:pt x="1723070" y="36547"/>
                </a:lnTo>
                <a:lnTo>
                  <a:pt x="1723246" y="36566"/>
                </a:lnTo>
                <a:lnTo>
                  <a:pt x="1723422" y="36586"/>
                </a:lnTo>
                <a:lnTo>
                  <a:pt x="1723596" y="36607"/>
                </a:lnTo>
                <a:lnTo>
                  <a:pt x="1723769" y="36629"/>
                </a:lnTo>
                <a:lnTo>
                  <a:pt x="1723941" y="36652"/>
                </a:lnTo>
                <a:lnTo>
                  <a:pt x="1724112" y="36676"/>
                </a:lnTo>
                <a:lnTo>
                  <a:pt x="1724282" y="36701"/>
                </a:lnTo>
                <a:lnTo>
                  <a:pt x="1724450" y="36728"/>
                </a:lnTo>
                <a:lnTo>
                  <a:pt x="1724617" y="36756"/>
                </a:lnTo>
                <a:lnTo>
                  <a:pt x="1724782" y="36787"/>
                </a:lnTo>
                <a:lnTo>
                  <a:pt x="1724946" y="36821"/>
                </a:lnTo>
                <a:lnTo>
                  <a:pt x="1725107" y="36856"/>
                </a:lnTo>
                <a:lnTo>
                  <a:pt x="1725267" y="36893"/>
                </a:lnTo>
                <a:lnTo>
                  <a:pt x="1725426" y="36933"/>
                </a:lnTo>
                <a:lnTo>
                  <a:pt x="1725582" y="36975"/>
                </a:lnTo>
                <a:lnTo>
                  <a:pt x="1725737" y="37019"/>
                </a:lnTo>
                <a:lnTo>
                  <a:pt x="1725890" y="37065"/>
                </a:lnTo>
                <a:lnTo>
                  <a:pt x="1726042" y="37113"/>
                </a:lnTo>
                <a:lnTo>
                  <a:pt x="1726192" y="37163"/>
                </a:lnTo>
                <a:lnTo>
                  <a:pt x="1726340" y="37216"/>
                </a:lnTo>
                <a:lnTo>
                  <a:pt x="1726486" y="37270"/>
                </a:lnTo>
                <a:lnTo>
                  <a:pt x="1726631" y="37327"/>
                </a:lnTo>
                <a:lnTo>
                  <a:pt x="1726773" y="37386"/>
                </a:lnTo>
                <a:lnTo>
                  <a:pt x="1726915" y="37447"/>
                </a:lnTo>
                <a:lnTo>
                  <a:pt x="1727054" y="37510"/>
                </a:lnTo>
                <a:lnTo>
                  <a:pt x="1727192" y="37575"/>
                </a:lnTo>
                <a:lnTo>
                  <a:pt x="1727328" y="37643"/>
                </a:lnTo>
                <a:lnTo>
                  <a:pt x="1727462" y="37712"/>
                </a:lnTo>
                <a:lnTo>
                  <a:pt x="1727595" y="37784"/>
                </a:lnTo>
                <a:lnTo>
                  <a:pt x="1727725" y="37858"/>
                </a:lnTo>
                <a:lnTo>
                  <a:pt x="1727855" y="37934"/>
                </a:lnTo>
                <a:lnTo>
                  <a:pt x="1727982" y="38012"/>
                </a:lnTo>
                <a:lnTo>
                  <a:pt x="1728107" y="38093"/>
                </a:lnTo>
                <a:lnTo>
                  <a:pt x="1728230" y="38176"/>
                </a:lnTo>
                <a:lnTo>
                  <a:pt x="1728351" y="38262"/>
                </a:lnTo>
                <a:lnTo>
                  <a:pt x="1728469" y="38350"/>
                </a:lnTo>
                <a:lnTo>
                  <a:pt x="1728586" y="38441"/>
                </a:lnTo>
                <a:lnTo>
                  <a:pt x="1728700" y="38535"/>
                </a:lnTo>
                <a:lnTo>
                  <a:pt x="1728813" y="38631"/>
                </a:lnTo>
                <a:lnTo>
                  <a:pt x="1728923" y="38730"/>
                </a:lnTo>
                <a:lnTo>
                  <a:pt x="1729031" y="38831"/>
                </a:lnTo>
                <a:lnTo>
                  <a:pt x="1729137" y="38935"/>
                </a:lnTo>
                <a:lnTo>
                  <a:pt x="1729240" y="39042"/>
                </a:lnTo>
                <a:lnTo>
                  <a:pt x="1729342" y="39151"/>
                </a:lnTo>
                <a:lnTo>
                  <a:pt x="1729441" y="39262"/>
                </a:lnTo>
                <a:lnTo>
                  <a:pt x="1729539" y="39377"/>
                </a:lnTo>
                <a:lnTo>
                  <a:pt x="1729634" y="39493"/>
                </a:lnTo>
                <a:lnTo>
                  <a:pt x="1729727" y="39613"/>
                </a:lnTo>
                <a:lnTo>
                  <a:pt x="1729818" y="39735"/>
                </a:lnTo>
                <a:lnTo>
                  <a:pt x="1729907" y="39859"/>
                </a:lnTo>
                <a:lnTo>
                  <a:pt x="1729993" y="39986"/>
                </a:lnTo>
                <a:lnTo>
                  <a:pt x="1730078" y="40116"/>
                </a:lnTo>
                <a:lnTo>
                  <a:pt x="1730160" y="40248"/>
                </a:lnTo>
                <a:lnTo>
                  <a:pt x="1730241" y="40383"/>
                </a:lnTo>
                <a:lnTo>
                  <a:pt x="1730319" y="40520"/>
                </a:lnTo>
                <a:lnTo>
                  <a:pt x="1730394" y="40661"/>
                </a:lnTo>
                <a:lnTo>
                  <a:pt x="1730466" y="40805"/>
                </a:lnTo>
                <a:lnTo>
                  <a:pt x="1730535" y="40954"/>
                </a:lnTo>
                <a:lnTo>
                  <a:pt x="1730601" y="41106"/>
                </a:lnTo>
                <a:lnTo>
                  <a:pt x="1730664" y="41263"/>
                </a:lnTo>
                <a:lnTo>
                  <a:pt x="1730723" y="41424"/>
                </a:lnTo>
                <a:lnTo>
                  <a:pt x="1730779" y="41589"/>
                </a:lnTo>
                <a:lnTo>
                  <a:pt x="1730832" y="41758"/>
                </a:lnTo>
                <a:lnTo>
                  <a:pt x="1730882" y="41931"/>
                </a:lnTo>
                <a:lnTo>
                  <a:pt x="1730929" y="42108"/>
                </a:lnTo>
                <a:lnTo>
                  <a:pt x="1730972" y="42290"/>
                </a:lnTo>
                <a:lnTo>
                  <a:pt x="1731012" y="42475"/>
                </a:lnTo>
                <a:lnTo>
                  <a:pt x="1731049" y="42664"/>
                </a:lnTo>
                <a:lnTo>
                  <a:pt x="1731083" y="42858"/>
                </a:lnTo>
                <a:lnTo>
                  <a:pt x="1731113" y="43055"/>
                </a:lnTo>
                <a:lnTo>
                  <a:pt x="1731141" y="43257"/>
                </a:lnTo>
                <a:lnTo>
                  <a:pt x="1731165" y="43462"/>
                </a:lnTo>
                <a:lnTo>
                  <a:pt x="1731186" y="43672"/>
                </a:lnTo>
                <a:lnTo>
                  <a:pt x="1731203" y="43886"/>
                </a:lnTo>
                <a:lnTo>
                  <a:pt x="1731218" y="44104"/>
                </a:lnTo>
                <a:lnTo>
                  <a:pt x="1731229" y="44326"/>
                </a:lnTo>
                <a:lnTo>
                  <a:pt x="1731237" y="44552"/>
                </a:lnTo>
                <a:lnTo>
                  <a:pt x="1731242" y="44782"/>
                </a:lnTo>
                <a:lnTo>
                  <a:pt x="1731243" y="45016"/>
                </a:lnTo>
                <a:lnTo>
                  <a:pt x="1731250" y="45240"/>
                </a:lnTo>
                <a:lnTo>
                  <a:pt x="1731251" y="45459"/>
                </a:lnTo>
                <a:lnTo>
                  <a:pt x="1731245" y="45673"/>
                </a:lnTo>
                <a:lnTo>
                  <a:pt x="1731233" y="45884"/>
                </a:lnTo>
                <a:lnTo>
                  <a:pt x="1731214" y="46089"/>
                </a:lnTo>
                <a:lnTo>
                  <a:pt x="1731189" y="46290"/>
                </a:lnTo>
                <a:lnTo>
                  <a:pt x="1731158" y="46487"/>
                </a:lnTo>
                <a:lnTo>
                  <a:pt x="1731120" y="46679"/>
                </a:lnTo>
                <a:lnTo>
                  <a:pt x="1731075" y="46867"/>
                </a:lnTo>
                <a:lnTo>
                  <a:pt x="1731025" y="47050"/>
                </a:lnTo>
                <a:lnTo>
                  <a:pt x="1730967" y="47229"/>
                </a:lnTo>
                <a:lnTo>
                  <a:pt x="1730904" y="47403"/>
                </a:lnTo>
                <a:lnTo>
                  <a:pt x="1730834" y="47573"/>
                </a:lnTo>
                <a:lnTo>
                  <a:pt x="1730757" y="47738"/>
                </a:lnTo>
                <a:lnTo>
                  <a:pt x="1730674" y="47899"/>
                </a:lnTo>
                <a:lnTo>
                  <a:pt x="1730585" y="48055"/>
                </a:lnTo>
                <a:lnTo>
                  <a:pt x="1730490" y="48207"/>
                </a:lnTo>
                <a:lnTo>
                  <a:pt x="1730387" y="48354"/>
                </a:lnTo>
                <a:lnTo>
                  <a:pt x="1730279" y="48497"/>
                </a:lnTo>
                <a:lnTo>
                  <a:pt x="1730164" y="48635"/>
                </a:lnTo>
                <a:lnTo>
                  <a:pt x="1730043" y="48769"/>
                </a:lnTo>
                <a:lnTo>
                  <a:pt x="1729915" y="48898"/>
                </a:lnTo>
                <a:lnTo>
                  <a:pt x="1729781" y="49023"/>
                </a:lnTo>
                <a:lnTo>
                  <a:pt x="1729640" y="49144"/>
                </a:lnTo>
                <a:lnTo>
                  <a:pt x="1729494" y="49260"/>
                </a:lnTo>
                <a:lnTo>
                  <a:pt x="1729344" y="49375"/>
                </a:lnTo>
                <a:lnTo>
                  <a:pt x="1729190" y="49487"/>
                </a:lnTo>
                <a:lnTo>
                  <a:pt x="1729031" y="49597"/>
                </a:lnTo>
                <a:lnTo>
                  <a:pt x="1728869" y="49704"/>
                </a:lnTo>
                <a:lnTo>
                  <a:pt x="1728701" y="49809"/>
                </a:lnTo>
                <a:lnTo>
                  <a:pt x="1728530" y="49912"/>
                </a:lnTo>
                <a:lnTo>
                  <a:pt x="1728354" y="50012"/>
                </a:lnTo>
                <a:lnTo>
                  <a:pt x="1728174" y="50110"/>
                </a:lnTo>
                <a:lnTo>
                  <a:pt x="1727990" y="50206"/>
                </a:lnTo>
                <a:lnTo>
                  <a:pt x="1727801" y="50299"/>
                </a:lnTo>
                <a:lnTo>
                  <a:pt x="1727608" y="50390"/>
                </a:lnTo>
                <a:lnTo>
                  <a:pt x="1727411" y="50478"/>
                </a:lnTo>
                <a:lnTo>
                  <a:pt x="1727210" y="50565"/>
                </a:lnTo>
                <a:lnTo>
                  <a:pt x="1727004" y="50648"/>
                </a:lnTo>
                <a:lnTo>
                  <a:pt x="1726794" y="50730"/>
                </a:lnTo>
                <a:lnTo>
                  <a:pt x="1726580" y="50809"/>
                </a:lnTo>
                <a:lnTo>
                  <a:pt x="1726361" y="50886"/>
                </a:lnTo>
                <a:lnTo>
                  <a:pt x="1726138" y="50960"/>
                </a:lnTo>
                <a:lnTo>
                  <a:pt x="1725911" y="51033"/>
                </a:lnTo>
                <a:lnTo>
                  <a:pt x="1725680" y="51102"/>
                </a:lnTo>
                <a:lnTo>
                  <a:pt x="1725444" y="51170"/>
                </a:lnTo>
                <a:lnTo>
                  <a:pt x="1725204" y="51235"/>
                </a:lnTo>
                <a:lnTo>
                  <a:pt x="1724960" y="51298"/>
                </a:lnTo>
                <a:lnTo>
                  <a:pt x="1724712" y="51359"/>
                </a:lnTo>
                <a:lnTo>
                  <a:pt x="1724461" y="51418"/>
                </a:lnTo>
                <a:lnTo>
                  <a:pt x="1724207" y="51477"/>
                </a:lnTo>
                <a:lnTo>
                  <a:pt x="1723951" y="51534"/>
                </a:lnTo>
                <a:lnTo>
                  <a:pt x="1723691" y="51589"/>
                </a:lnTo>
                <a:lnTo>
                  <a:pt x="1723428" y="51644"/>
                </a:lnTo>
                <a:lnTo>
                  <a:pt x="1723162" y="51697"/>
                </a:lnTo>
                <a:lnTo>
                  <a:pt x="1722893" y="51749"/>
                </a:lnTo>
                <a:lnTo>
                  <a:pt x="1722621" y="51800"/>
                </a:lnTo>
                <a:lnTo>
                  <a:pt x="1722346" y="51849"/>
                </a:lnTo>
                <a:lnTo>
                  <a:pt x="1722069" y="51897"/>
                </a:lnTo>
                <a:lnTo>
                  <a:pt x="1721788" y="51944"/>
                </a:lnTo>
                <a:lnTo>
                  <a:pt x="1721504" y="51990"/>
                </a:lnTo>
                <a:lnTo>
                  <a:pt x="1721217" y="52034"/>
                </a:lnTo>
                <a:lnTo>
                  <a:pt x="1720927" y="52077"/>
                </a:lnTo>
                <a:lnTo>
                  <a:pt x="1720634" y="52119"/>
                </a:lnTo>
                <a:lnTo>
                  <a:pt x="1720339" y="52159"/>
                </a:lnTo>
                <a:lnTo>
                  <a:pt x="1720040" y="52198"/>
                </a:lnTo>
                <a:lnTo>
                  <a:pt x="1719738" y="52236"/>
                </a:lnTo>
                <a:lnTo>
                  <a:pt x="1719433" y="52273"/>
                </a:lnTo>
                <a:lnTo>
                  <a:pt x="1719125" y="52308"/>
                </a:lnTo>
                <a:lnTo>
                  <a:pt x="1718815" y="52342"/>
                </a:lnTo>
                <a:lnTo>
                  <a:pt x="1718501" y="52375"/>
                </a:lnTo>
                <a:lnTo>
                  <a:pt x="1718184" y="52407"/>
                </a:lnTo>
                <a:lnTo>
                  <a:pt x="1717866" y="52438"/>
                </a:lnTo>
                <a:lnTo>
                  <a:pt x="1717547" y="52470"/>
                </a:lnTo>
                <a:lnTo>
                  <a:pt x="1717228" y="52503"/>
                </a:lnTo>
                <a:lnTo>
                  <a:pt x="1716908" y="52537"/>
                </a:lnTo>
                <a:lnTo>
                  <a:pt x="1716588" y="52572"/>
                </a:lnTo>
                <a:lnTo>
                  <a:pt x="1716268" y="52607"/>
                </a:lnTo>
                <a:lnTo>
                  <a:pt x="1715947" y="52643"/>
                </a:lnTo>
                <a:lnTo>
                  <a:pt x="1715625" y="52681"/>
                </a:lnTo>
                <a:lnTo>
                  <a:pt x="1715304" y="52719"/>
                </a:lnTo>
                <a:lnTo>
                  <a:pt x="1714981" y="52758"/>
                </a:lnTo>
                <a:lnTo>
                  <a:pt x="1714659" y="52798"/>
                </a:lnTo>
                <a:lnTo>
                  <a:pt x="1714336" y="52838"/>
                </a:lnTo>
                <a:lnTo>
                  <a:pt x="1714012" y="52880"/>
                </a:lnTo>
                <a:lnTo>
                  <a:pt x="1713688" y="52922"/>
                </a:lnTo>
                <a:lnTo>
                  <a:pt x="1713364" y="52966"/>
                </a:lnTo>
                <a:lnTo>
                  <a:pt x="1713039" y="53010"/>
                </a:lnTo>
                <a:lnTo>
                  <a:pt x="1712714" y="53055"/>
                </a:lnTo>
                <a:lnTo>
                  <a:pt x="1712388" y="53100"/>
                </a:lnTo>
                <a:lnTo>
                  <a:pt x="1712062" y="53147"/>
                </a:lnTo>
                <a:lnTo>
                  <a:pt x="1711736" y="53195"/>
                </a:lnTo>
                <a:lnTo>
                  <a:pt x="1711409" y="53243"/>
                </a:lnTo>
                <a:lnTo>
                  <a:pt x="1711081" y="53292"/>
                </a:lnTo>
                <a:lnTo>
                  <a:pt x="1710753" y="53342"/>
                </a:lnTo>
                <a:lnTo>
                  <a:pt x="1710425" y="53393"/>
                </a:lnTo>
                <a:lnTo>
                  <a:pt x="1710097" y="53445"/>
                </a:lnTo>
                <a:lnTo>
                  <a:pt x="1709769" y="53499"/>
                </a:lnTo>
                <a:lnTo>
                  <a:pt x="1709441" y="53554"/>
                </a:lnTo>
                <a:lnTo>
                  <a:pt x="1709113" y="53610"/>
                </a:lnTo>
                <a:lnTo>
                  <a:pt x="1708786" y="53668"/>
                </a:lnTo>
                <a:lnTo>
                  <a:pt x="1708458" y="53728"/>
                </a:lnTo>
                <a:lnTo>
                  <a:pt x="1708131" y="53789"/>
                </a:lnTo>
                <a:lnTo>
                  <a:pt x="1707804" y="53851"/>
                </a:lnTo>
                <a:lnTo>
                  <a:pt x="1707478" y="53915"/>
                </a:lnTo>
                <a:lnTo>
                  <a:pt x="1707151" y="53981"/>
                </a:lnTo>
                <a:lnTo>
                  <a:pt x="1706825" y="54048"/>
                </a:lnTo>
                <a:lnTo>
                  <a:pt x="1706499" y="54116"/>
                </a:lnTo>
                <a:lnTo>
                  <a:pt x="1706173" y="54186"/>
                </a:lnTo>
                <a:lnTo>
                  <a:pt x="1705847" y="54257"/>
                </a:lnTo>
                <a:lnTo>
                  <a:pt x="1705522" y="54330"/>
                </a:lnTo>
                <a:lnTo>
                  <a:pt x="1705197" y="54405"/>
                </a:lnTo>
                <a:lnTo>
                  <a:pt x="1704872" y="54481"/>
                </a:lnTo>
                <a:lnTo>
                  <a:pt x="1704547" y="54558"/>
                </a:lnTo>
                <a:lnTo>
                  <a:pt x="1704222" y="54637"/>
                </a:lnTo>
                <a:lnTo>
                  <a:pt x="1703898" y="54718"/>
                </a:lnTo>
                <a:lnTo>
                  <a:pt x="1703574" y="54800"/>
                </a:lnTo>
                <a:lnTo>
                  <a:pt x="1703250" y="54883"/>
                </a:lnTo>
                <a:lnTo>
                  <a:pt x="1702926" y="54968"/>
                </a:lnTo>
                <a:lnTo>
                  <a:pt x="1702602" y="55055"/>
                </a:lnTo>
                <a:lnTo>
                  <a:pt x="1702281" y="55144"/>
                </a:lnTo>
                <a:lnTo>
                  <a:pt x="1701962" y="55237"/>
                </a:lnTo>
                <a:lnTo>
                  <a:pt x="1701646" y="55333"/>
                </a:lnTo>
                <a:lnTo>
                  <a:pt x="1701333" y="55433"/>
                </a:lnTo>
                <a:lnTo>
                  <a:pt x="1701023" y="55537"/>
                </a:lnTo>
                <a:lnTo>
                  <a:pt x="1700716" y="55644"/>
                </a:lnTo>
                <a:lnTo>
                  <a:pt x="1700413" y="55755"/>
                </a:lnTo>
                <a:lnTo>
                  <a:pt x="1700112" y="55869"/>
                </a:lnTo>
                <a:lnTo>
                  <a:pt x="1699814" y="55987"/>
                </a:lnTo>
                <a:lnTo>
                  <a:pt x="1699519" y="56109"/>
                </a:lnTo>
                <a:lnTo>
                  <a:pt x="1699227" y="56234"/>
                </a:lnTo>
                <a:lnTo>
                  <a:pt x="1698938" y="56364"/>
                </a:lnTo>
                <a:lnTo>
                  <a:pt x="1698652" y="56496"/>
                </a:lnTo>
                <a:lnTo>
                  <a:pt x="1698369" y="56633"/>
                </a:lnTo>
                <a:lnTo>
                  <a:pt x="1698089" y="56772"/>
                </a:lnTo>
                <a:lnTo>
                  <a:pt x="1697812" y="56916"/>
                </a:lnTo>
                <a:lnTo>
                  <a:pt x="1697538" y="57063"/>
                </a:lnTo>
                <a:lnTo>
                  <a:pt x="1697267" y="57214"/>
                </a:lnTo>
                <a:lnTo>
                  <a:pt x="1696999" y="57369"/>
                </a:lnTo>
                <a:lnTo>
                  <a:pt x="1696734" y="57527"/>
                </a:lnTo>
                <a:lnTo>
                  <a:pt x="1696472" y="57689"/>
                </a:lnTo>
                <a:lnTo>
                  <a:pt x="1696213" y="57854"/>
                </a:lnTo>
                <a:lnTo>
                  <a:pt x="1695957" y="58023"/>
                </a:lnTo>
                <a:lnTo>
                  <a:pt x="1695704" y="58196"/>
                </a:lnTo>
                <a:lnTo>
                  <a:pt x="1695455" y="58373"/>
                </a:lnTo>
                <a:lnTo>
                  <a:pt x="1695209" y="58554"/>
                </a:lnTo>
                <a:lnTo>
                  <a:pt x="1694967" y="58741"/>
                </a:lnTo>
                <a:lnTo>
                  <a:pt x="1694729" y="58933"/>
                </a:lnTo>
                <a:lnTo>
                  <a:pt x="1694495" y="59130"/>
                </a:lnTo>
                <a:lnTo>
                  <a:pt x="1694265" y="59331"/>
                </a:lnTo>
                <a:lnTo>
                  <a:pt x="1694039" y="59538"/>
                </a:lnTo>
                <a:lnTo>
                  <a:pt x="1693816" y="59749"/>
                </a:lnTo>
                <a:lnTo>
                  <a:pt x="1693597" y="59965"/>
                </a:lnTo>
                <a:lnTo>
                  <a:pt x="1693383" y="60187"/>
                </a:lnTo>
                <a:lnTo>
                  <a:pt x="1693172" y="60413"/>
                </a:lnTo>
                <a:lnTo>
                  <a:pt x="1692964" y="60644"/>
                </a:lnTo>
                <a:lnTo>
                  <a:pt x="1692761" y="60880"/>
                </a:lnTo>
                <a:lnTo>
                  <a:pt x="1692562" y="61121"/>
                </a:lnTo>
                <a:lnTo>
                  <a:pt x="1692366" y="61367"/>
                </a:lnTo>
                <a:lnTo>
                  <a:pt x="1692174" y="61617"/>
                </a:lnTo>
                <a:lnTo>
                  <a:pt x="1691986" y="61873"/>
                </a:lnTo>
                <a:lnTo>
                  <a:pt x="1691802" y="62134"/>
                </a:lnTo>
                <a:lnTo>
                  <a:pt x="1691622" y="62399"/>
                </a:lnTo>
                <a:lnTo>
                  <a:pt x="1691445" y="62670"/>
                </a:lnTo>
                <a:lnTo>
                  <a:pt x="1691273" y="62945"/>
                </a:lnTo>
                <a:lnTo>
                  <a:pt x="1691104" y="63225"/>
                </a:lnTo>
                <a:lnTo>
                  <a:pt x="1690939" y="63510"/>
                </a:lnTo>
                <a:lnTo>
                  <a:pt x="1690778" y="63801"/>
                </a:lnTo>
                <a:lnTo>
                  <a:pt x="1690622" y="64096"/>
                </a:lnTo>
                <a:lnTo>
                  <a:pt x="1690473" y="64399"/>
                </a:lnTo>
                <a:lnTo>
                  <a:pt x="1690330" y="64708"/>
                </a:lnTo>
                <a:lnTo>
                  <a:pt x="1690194" y="65024"/>
                </a:lnTo>
                <a:lnTo>
                  <a:pt x="1690065" y="65346"/>
                </a:lnTo>
                <a:lnTo>
                  <a:pt x="1689942" y="65675"/>
                </a:lnTo>
                <a:lnTo>
                  <a:pt x="1689826" y="66011"/>
                </a:lnTo>
                <a:lnTo>
                  <a:pt x="1689717" y="66353"/>
                </a:lnTo>
                <a:lnTo>
                  <a:pt x="1689614" y="66702"/>
                </a:lnTo>
                <a:lnTo>
                  <a:pt x="1689518" y="67058"/>
                </a:lnTo>
                <a:lnTo>
                  <a:pt x="1689429" y="67420"/>
                </a:lnTo>
                <a:lnTo>
                  <a:pt x="1689346" y="67789"/>
                </a:lnTo>
                <a:lnTo>
                  <a:pt x="1689269" y="68164"/>
                </a:lnTo>
                <a:lnTo>
                  <a:pt x="1689200" y="68546"/>
                </a:lnTo>
                <a:lnTo>
                  <a:pt x="1689137" y="68935"/>
                </a:lnTo>
                <a:lnTo>
                  <a:pt x="1689080" y="69330"/>
                </a:lnTo>
                <a:lnTo>
                  <a:pt x="1689031" y="69732"/>
                </a:lnTo>
                <a:lnTo>
                  <a:pt x="1688988" y="70140"/>
                </a:lnTo>
                <a:lnTo>
                  <a:pt x="1688951" y="70555"/>
                </a:lnTo>
                <a:lnTo>
                  <a:pt x="1688921" y="70977"/>
                </a:lnTo>
                <a:lnTo>
                  <a:pt x="1688898" y="71406"/>
                </a:lnTo>
                <a:lnTo>
                  <a:pt x="1688882" y="71841"/>
                </a:lnTo>
                <a:lnTo>
                  <a:pt x="1688872" y="72282"/>
                </a:lnTo>
                <a:lnTo>
                  <a:pt x="1688868" y="72730"/>
                </a:lnTo>
                <a:lnTo>
                  <a:pt x="1688871" y="73139"/>
                </a:lnTo>
                <a:lnTo>
                  <a:pt x="1688880" y="73542"/>
                </a:lnTo>
                <a:lnTo>
                  <a:pt x="1688894" y="73941"/>
                </a:lnTo>
                <a:lnTo>
                  <a:pt x="1688914" y="74336"/>
                </a:lnTo>
                <a:lnTo>
                  <a:pt x="1688940" y="74725"/>
                </a:lnTo>
                <a:lnTo>
                  <a:pt x="1688972" y="75110"/>
                </a:lnTo>
                <a:lnTo>
                  <a:pt x="1689010" y="75490"/>
                </a:lnTo>
                <a:lnTo>
                  <a:pt x="1689053" y="75865"/>
                </a:lnTo>
                <a:lnTo>
                  <a:pt x="1689102" y="76236"/>
                </a:lnTo>
                <a:lnTo>
                  <a:pt x="1689157" y="76602"/>
                </a:lnTo>
                <a:lnTo>
                  <a:pt x="1689218" y="76963"/>
                </a:lnTo>
                <a:lnTo>
                  <a:pt x="1689284" y="77320"/>
                </a:lnTo>
                <a:lnTo>
                  <a:pt x="1689356" y="77672"/>
                </a:lnTo>
                <a:lnTo>
                  <a:pt x="1689434" y="78019"/>
                </a:lnTo>
                <a:lnTo>
                  <a:pt x="1689518" y="78361"/>
                </a:lnTo>
                <a:lnTo>
                  <a:pt x="1689608" y="78699"/>
                </a:lnTo>
                <a:lnTo>
                  <a:pt x="1689703" y="79032"/>
                </a:lnTo>
                <a:lnTo>
                  <a:pt x="1689804" y="79361"/>
                </a:lnTo>
                <a:lnTo>
                  <a:pt x="1689911" y="79684"/>
                </a:lnTo>
                <a:lnTo>
                  <a:pt x="1690023" y="80003"/>
                </a:lnTo>
                <a:lnTo>
                  <a:pt x="1690142" y="80317"/>
                </a:lnTo>
                <a:lnTo>
                  <a:pt x="1690266" y="80627"/>
                </a:lnTo>
                <a:lnTo>
                  <a:pt x="1690396" y="80932"/>
                </a:lnTo>
                <a:lnTo>
                  <a:pt x="1690532" y="81232"/>
                </a:lnTo>
                <a:lnTo>
                  <a:pt x="1690673" y="81527"/>
                </a:lnTo>
                <a:lnTo>
                  <a:pt x="1690818" y="81818"/>
                </a:lnTo>
                <a:lnTo>
                  <a:pt x="1690968" y="82105"/>
                </a:lnTo>
                <a:lnTo>
                  <a:pt x="1691122" y="82388"/>
                </a:lnTo>
                <a:lnTo>
                  <a:pt x="1691281" y="82666"/>
                </a:lnTo>
                <a:lnTo>
                  <a:pt x="1691444" y="82941"/>
                </a:lnTo>
                <a:lnTo>
                  <a:pt x="1691612" y="83210"/>
                </a:lnTo>
                <a:lnTo>
                  <a:pt x="1691784" y="83476"/>
                </a:lnTo>
                <a:lnTo>
                  <a:pt x="1691961" y="83737"/>
                </a:lnTo>
                <a:lnTo>
                  <a:pt x="1692142" y="83994"/>
                </a:lnTo>
                <a:lnTo>
                  <a:pt x="1692328" y="84247"/>
                </a:lnTo>
                <a:lnTo>
                  <a:pt x="1692518" y="84495"/>
                </a:lnTo>
                <a:lnTo>
                  <a:pt x="1692713" y="84739"/>
                </a:lnTo>
                <a:lnTo>
                  <a:pt x="1692912" y="84979"/>
                </a:lnTo>
                <a:lnTo>
                  <a:pt x="1693115" y="85215"/>
                </a:lnTo>
                <a:lnTo>
                  <a:pt x="1693324" y="85446"/>
                </a:lnTo>
                <a:lnTo>
                  <a:pt x="1693536" y="85673"/>
                </a:lnTo>
                <a:lnTo>
                  <a:pt x="1693753" y="85896"/>
                </a:lnTo>
                <a:lnTo>
                  <a:pt x="1693975" y="86115"/>
                </a:lnTo>
                <a:lnTo>
                  <a:pt x="1694201" y="86329"/>
                </a:lnTo>
                <a:lnTo>
                  <a:pt x="1694431" y="86539"/>
                </a:lnTo>
                <a:lnTo>
                  <a:pt x="1694666" y="86745"/>
                </a:lnTo>
                <a:lnTo>
                  <a:pt x="1694906" y="86946"/>
                </a:lnTo>
                <a:lnTo>
                  <a:pt x="1695150" y="87143"/>
                </a:lnTo>
                <a:lnTo>
                  <a:pt x="1695398" y="87336"/>
                </a:lnTo>
                <a:lnTo>
                  <a:pt x="1695649" y="87525"/>
                </a:lnTo>
                <a:lnTo>
                  <a:pt x="1695904" y="87709"/>
                </a:lnTo>
                <a:lnTo>
                  <a:pt x="1696163" y="87889"/>
                </a:lnTo>
                <a:lnTo>
                  <a:pt x="1696424" y="88065"/>
                </a:lnTo>
                <a:lnTo>
                  <a:pt x="1696690" y="88236"/>
                </a:lnTo>
                <a:lnTo>
                  <a:pt x="1696958" y="88403"/>
                </a:lnTo>
                <a:lnTo>
                  <a:pt x="1697230" y="88566"/>
                </a:lnTo>
                <a:lnTo>
                  <a:pt x="1697506" y="88725"/>
                </a:lnTo>
                <a:lnTo>
                  <a:pt x="1697785" y="88879"/>
                </a:lnTo>
                <a:lnTo>
                  <a:pt x="1698067" y="89030"/>
                </a:lnTo>
                <a:lnTo>
                  <a:pt x="1698353" y="89175"/>
                </a:lnTo>
                <a:lnTo>
                  <a:pt x="1698642" y="89317"/>
                </a:lnTo>
                <a:lnTo>
                  <a:pt x="1698934" y="89454"/>
                </a:lnTo>
                <a:lnTo>
                  <a:pt x="1699230" y="89587"/>
                </a:lnTo>
                <a:lnTo>
                  <a:pt x="1699530" y="89716"/>
                </a:lnTo>
                <a:lnTo>
                  <a:pt x="1699832" y="89841"/>
                </a:lnTo>
                <a:lnTo>
                  <a:pt x="1700139" y="89961"/>
                </a:lnTo>
                <a:lnTo>
                  <a:pt x="1700448" y="90077"/>
                </a:lnTo>
                <a:lnTo>
                  <a:pt x="1700761" y="90188"/>
                </a:lnTo>
                <a:lnTo>
                  <a:pt x="1701078" y="90296"/>
                </a:lnTo>
                <a:lnTo>
                  <a:pt x="1701398" y="90399"/>
                </a:lnTo>
                <a:lnTo>
                  <a:pt x="1701721" y="90498"/>
                </a:lnTo>
                <a:lnTo>
                  <a:pt x="1702048" y="90592"/>
                </a:lnTo>
                <a:lnTo>
                  <a:pt x="1702378" y="90683"/>
                </a:lnTo>
                <a:lnTo>
                  <a:pt x="1702709" y="90769"/>
                </a:lnTo>
                <a:lnTo>
                  <a:pt x="1703043" y="90852"/>
                </a:lnTo>
                <a:lnTo>
                  <a:pt x="1703379" y="90931"/>
                </a:lnTo>
                <a:lnTo>
                  <a:pt x="1703718" y="91006"/>
                </a:lnTo>
                <a:lnTo>
                  <a:pt x="1704058" y="91077"/>
                </a:lnTo>
                <a:lnTo>
                  <a:pt x="1704400" y="91145"/>
                </a:lnTo>
                <a:lnTo>
                  <a:pt x="1704745" y="91208"/>
                </a:lnTo>
                <a:lnTo>
                  <a:pt x="1705092" y="91268"/>
                </a:lnTo>
                <a:lnTo>
                  <a:pt x="1705440" y="91324"/>
                </a:lnTo>
                <a:lnTo>
                  <a:pt x="1705791" y="91376"/>
                </a:lnTo>
                <a:lnTo>
                  <a:pt x="1706144" y="91424"/>
                </a:lnTo>
                <a:lnTo>
                  <a:pt x="1706500" y="91468"/>
                </a:lnTo>
                <a:lnTo>
                  <a:pt x="1706857" y="91509"/>
                </a:lnTo>
                <a:lnTo>
                  <a:pt x="1707216" y="91545"/>
                </a:lnTo>
                <a:lnTo>
                  <a:pt x="1707578" y="91578"/>
                </a:lnTo>
                <a:lnTo>
                  <a:pt x="1707942" y="91607"/>
                </a:lnTo>
                <a:lnTo>
                  <a:pt x="1708308" y="91632"/>
                </a:lnTo>
                <a:lnTo>
                  <a:pt x="1708676" y="91653"/>
                </a:lnTo>
                <a:lnTo>
                  <a:pt x="1709046" y="91670"/>
                </a:lnTo>
                <a:lnTo>
                  <a:pt x="1709418" y="91684"/>
                </a:lnTo>
                <a:lnTo>
                  <a:pt x="1709792" y="91693"/>
                </a:lnTo>
                <a:lnTo>
                  <a:pt x="1710169" y="91699"/>
                </a:lnTo>
                <a:lnTo>
                  <a:pt x="1710547" y="91701"/>
                </a:lnTo>
                <a:lnTo>
                  <a:pt x="1711040" y="91698"/>
                </a:lnTo>
                <a:lnTo>
                  <a:pt x="1711531" y="91689"/>
                </a:lnTo>
                <a:lnTo>
                  <a:pt x="1712022" y="91674"/>
                </a:lnTo>
                <a:lnTo>
                  <a:pt x="1712512" y="91653"/>
                </a:lnTo>
                <a:lnTo>
                  <a:pt x="1713001" y="91626"/>
                </a:lnTo>
                <a:lnTo>
                  <a:pt x="1713489" y="91593"/>
                </a:lnTo>
                <a:lnTo>
                  <a:pt x="1713976" y="91555"/>
                </a:lnTo>
                <a:lnTo>
                  <a:pt x="1714462" y="91510"/>
                </a:lnTo>
                <a:lnTo>
                  <a:pt x="1714948" y="91459"/>
                </a:lnTo>
                <a:lnTo>
                  <a:pt x="1715432" y="91402"/>
                </a:lnTo>
                <a:lnTo>
                  <a:pt x="1715916" y="91339"/>
                </a:lnTo>
                <a:lnTo>
                  <a:pt x="1716399" y="91270"/>
                </a:lnTo>
                <a:lnTo>
                  <a:pt x="1716881" y="91195"/>
                </a:lnTo>
                <a:lnTo>
                  <a:pt x="1717362" y="91115"/>
                </a:lnTo>
                <a:lnTo>
                  <a:pt x="1717843" y="91028"/>
                </a:lnTo>
                <a:lnTo>
                  <a:pt x="1718322" y="90935"/>
                </a:lnTo>
                <a:lnTo>
                  <a:pt x="1718801" y="90836"/>
                </a:lnTo>
                <a:lnTo>
                  <a:pt x="1719279" y="90732"/>
                </a:lnTo>
                <a:lnTo>
                  <a:pt x="1719756" y="90621"/>
                </a:lnTo>
                <a:lnTo>
                  <a:pt x="1720232" y="90504"/>
                </a:lnTo>
                <a:lnTo>
                  <a:pt x="1720707" y="90382"/>
                </a:lnTo>
                <a:lnTo>
                  <a:pt x="1721181" y="90253"/>
                </a:lnTo>
                <a:lnTo>
                  <a:pt x="1721655" y="90118"/>
                </a:lnTo>
                <a:lnTo>
                  <a:pt x="1722128" y="89978"/>
                </a:lnTo>
                <a:lnTo>
                  <a:pt x="1722597" y="89829"/>
                </a:lnTo>
                <a:lnTo>
                  <a:pt x="1723062" y="89672"/>
                </a:lnTo>
                <a:lnTo>
                  <a:pt x="1723521" y="89506"/>
                </a:lnTo>
                <a:lnTo>
                  <a:pt x="1723975" y="89331"/>
                </a:lnTo>
                <a:lnTo>
                  <a:pt x="1724425" y="89146"/>
                </a:lnTo>
                <a:lnTo>
                  <a:pt x="1724869" y="88953"/>
                </a:lnTo>
                <a:lnTo>
                  <a:pt x="1725307" y="88751"/>
                </a:lnTo>
                <a:lnTo>
                  <a:pt x="1725741" y="88540"/>
                </a:lnTo>
                <a:lnTo>
                  <a:pt x="1726170" y="88320"/>
                </a:lnTo>
                <a:lnTo>
                  <a:pt x="1726593" y="88091"/>
                </a:lnTo>
                <a:lnTo>
                  <a:pt x="1727011" y="87853"/>
                </a:lnTo>
                <a:lnTo>
                  <a:pt x="1727425" y="87606"/>
                </a:lnTo>
                <a:lnTo>
                  <a:pt x="1727833" y="87349"/>
                </a:lnTo>
                <a:lnTo>
                  <a:pt x="1728236" y="87084"/>
                </a:lnTo>
                <a:lnTo>
                  <a:pt x="1728633" y="86810"/>
                </a:lnTo>
                <a:lnTo>
                  <a:pt x="1729026" y="86527"/>
                </a:lnTo>
                <a:lnTo>
                  <a:pt x="1729413" y="86236"/>
                </a:lnTo>
                <a:lnTo>
                  <a:pt x="1729796" y="85935"/>
                </a:lnTo>
                <a:lnTo>
                  <a:pt x="1730173" y="85625"/>
                </a:lnTo>
                <a:lnTo>
                  <a:pt x="1730545" y="85306"/>
                </a:lnTo>
                <a:lnTo>
                  <a:pt x="1730912" y="84978"/>
                </a:lnTo>
                <a:lnTo>
                  <a:pt x="1731274" y="84641"/>
                </a:lnTo>
                <a:lnTo>
                  <a:pt x="1731631" y="84295"/>
                </a:lnTo>
                <a:lnTo>
                  <a:pt x="1731982" y="83940"/>
                </a:lnTo>
                <a:lnTo>
                  <a:pt x="1731993" y="84074"/>
                </a:lnTo>
                <a:lnTo>
                  <a:pt x="1732004" y="84207"/>
                </a:lnTo>
                <a:lnTo>
                  <a:pt x="1732016" y="84340"/>
                </a:lnTo>
                <a:lnTo>
                  <a:pt x="1732028" y="84472"/>
                </a:lnTo>
                <a:lnTo>
                  <a:pt x="1732041" y="84605"/>
                </a:lnTo>
                <a:lnTo>
                  <a:pt x="1732055" y="84737"/>
                </a:lnTo>
                <a:lnTo>
                  <a:pt x="1732069" y="84869"/>
                </a:lnTo>
                <a:lnTo>
                  <a:pt x="1732084" y="85001"/>
                </a:lnTo>
                <a:lnTo>
                  <a:pt x="1732100" y="85133"/>
                </a:lnTo>
                <a:lnTo>
                  <a:pt x="1732116" y="85264"/>
                </a:lnTo>
                <a:lnTo>
                  <a:pt x="1732133" y="85396"/>
                </a:lnTo>
                <a:lnTo>
                  <a:pt x="1732151" y="85527"/>
                </a:lnTo>
                <a:lnTo>
                  <a:pt x="1732169" y="85658"/>
                </a:lnTo>
                <a:lnTo>
                  <a:pt x="1732188" y="85788"/>
                </a:lnTo>
                <a:lnTo>
                  <a:pt x="1732208" y="85919"/>
                </a:lnTo>
                <a:lnTo>
                  <a:pt x="1732228" y="86049"/>
                </a:lnTo>
                <a:lnTo>
                  <a:pt x="1732249" y="86179"/>
                </a:lnTo>
                <a:lnTo>
                  <a:pt x="1732270" y="86309"/>
                </a:lnTo>
                <a:lnTo>
                  <a:pt x="1732292" y="86438"/>
                </a:lnTo>
                <a:lnTo>
                  <a:pt x="1732315" y="86568"/>
                </a:lnTo>
                <a:lnTo>
                  <a:pt x="1732338" y="86697"/>
                </a:lnTo>
                <a:lnTo>
                  <a:pt x="1732362" y="86826"/>
                </a:lnTo>
                <a:lnTo>
                  <a:pt x="1732387" y="86954"/>
                </a:lnTo>
                <a:lnTo>
                  <a:pt x="1732413" y="87083"/>
                </a:lnTo>
                <a:lnTo>
                  <a:pt x="1732439" y="87211"/>
                </a:lnTo>
                <a:lnTo>
                  <a:pt x="1732465" y="87339"/>
                </a:lnTo>
                <a:lnTo>
                  <a:pt x="1732493" y="87467"/>
                </a:lnTo>
                <a:lnTo>
                  <a:pt x="1732520" y="87594"/>
                </a:lnTo>
                <a:lnTo>
                  <a:pt x="1732549" y="87722"/>
                </a:lnTo>
                <a:lnTo>
                  <a:pt x="1732578" y="87849"/>
                </a:lnTo>
                <a:lnTo>
                  <a:pt x="1732608" y="87976"/>
                </a:lnTo>
                <a:lnTo>
                  <a:pt x="1732639" y="88102"/>
                </a:lnTo>
                <a:lnTo>
                  <a:pt x="1732670" y="88229"/>
                </a:lnTo>
                <a:lnTo>
                  <a:pt x="1732701" y="88355"/>
                </a:lnTo>
                <a:lnTo>
                  <a:pt x="1732734" y="88481"/>
                </a:lnTo>
                <a:lnTo>
                  <a:pt x="1732767" y="88607"/>
                </a:lnTo>
                <a:lnTo>
                  <a:pt x="1732801" y="88732"/>
                </a:lnTo>
                <a:lnTo>
                  <a:pt x="1732835" y="88858"/>
                </a:lnTo>
                <a:lnTo>
                  <a:pt x="1732870" y="88983"/>
                </a:lnTo>
                <a:lnTo>
                  <a:pt x="1732905" y="89108"/>
                </a:lnTo>
                <a:lnTo>
                  <a:pt x="1732942" y="89233"/>
                </a:lnTo>
                <a:lnTo>
                  <a:pt x="1732979" y="89357"/>
                </a:lnTo>
                <a:lnTo>
                  <a:pt x="1733016" y="89481"/>
                </a:lnTo>
                <a:lnTo>
                  <a:pt x="1733054" y="89606"/>
                </a:lnTo>
                <a:lnTo>
                  <a:pt x="1733093" y="89729"/>
                </a:lnTo>
                <a:lnTo>
                  <a:pt x="1733132" y="89853"/>
                </a:lnTo>
                <a:lnTo>
                  <a:pt x="1733173" y="89977"/>
                </a:lnTo>
                <a:lnTo>
                  <a:pt x="1733213" y="90100"/>
                </a:lnTo>
                <a:lnTo>
                  <a:pt x="1750951" y="90100"/>
                </a:lnTo>
                <a:lnTo>
                  <a:pt x="1750850" y="89932"/>
                </a:lnTo>
                <a:lnTo>
                  <a:pt x="1750751" y="89757"/>
                </a:lnTo>
                <a:lnTo>
                  <a:pt x="1750655" y="89576"/>
                </a:lnTo>
                <a:lnTo>
                  <a:pt x="1750561" y="89388"/>
                </a:lnTo>
                <a:lnTo>
                  <a:pt x="1750470" y="89193"/>
                </a:lnTo>
                <a:lnTo>
                  <a:pt x="1750382" y="88991"/>
                </a:lnTo>
                <a:lnTo>
                  <a:pt x="1750296" y="88782"/>
                </a:lnTo>
                <a:lnTo>
                  <a:pt x="1750212" y="88566"/>
                </a:lnTo>
                <a:lnTo>
                  <a:pt x="1750131" y="88344"/>
                </a:lnTo>
                <a:lnTo>
                  <a:pt x="1750053" y="88115"/>
                </a:lnTo>
                <a:lnTo>
                  <a:pt x="1749978" y="87879"/>
                </a:lnTo>
                <a:lnTo>
                  <a:pt x="1749904" y="87636"/>
                </a:lnTo>
                <a:lnTo>
                  <a:pt x="1749834" y="87386"/>
                </a:lnTo>
                <a:lnTo>
                  <a:pt x="1749766" y="87129"/>
                </a:lnTo>
                <a:lnTo>
                  <a:pt x="1749701" y="86866"/>
                </a:lnTo>
                <a:lnTo>
                  <a:pt x="1749638" y="86595"/>
                </a:lnTo>
                <a:lnTo>
                  <a:pt x="1749577" y="86318"/>
                </a:lnTo>
                <a:lnTo>
                  <a:pt x="1749520" y="86034"/>
                </a:lnTo>
                <a:lnTo>
                  <a:pt x="1749465" y="85743"/>
                </a:lnTo>
                <a:lnTo>
                  <a:pt x="1749412" y="85446"/>
                </a:lnTo>
                <a:lnTo>
                  <a:pt x="1749362" y="85141"/>
                </a:lnTo>
                <a:lnTo>
                  <a:pt x="1749315" y="84830"/>
                </a:lnTo>
                <a:lnTo>
                  <a:pt x="1749270" y="84512"/>
                </a:lnTo>
                <a:lnTo>
                  <a:pt x="1749227" y="84187"/>
                </a:lnTo>
                <a:lnTo>
                  <a:pt x="1749187" y="83857"/>
                </a:lnTo>
                <a:lnTo>
                  <a:pt x="1749149" y="83527"/>
                </a:lnTo>
                <a:lnTo>
                  <a:pt x="1749112" y="83195"/>
                </a:lnTo>
                <a:lnTo>
                  <a:pt x="1749077" y="82862"/>
                </a:lnTo>
                <a:lnTo>
                  <a:pt x="1749044" y="82528"/>
                </a:lnTo>
                <a:lnTo>
                  <a:pt x="1749012" y="82193"/>
                </a:lnTo>
                <a:lnTo>
                  <a:pt x="1748982" y="81856"/>
                </a:lnTo>
                <a:lnTo>
                  <a:pt x="1748954" y="81518"/>
                </a:lnTo>
                <a:lnTo>
                  <a:pt x="1748927" y="81178"/>
                </a:lnTo>
                <a:lnTo>
                  <a:pt x="1748902" y="80838"/>
                </a:lnTo>
                <a:lnTo>
                  <a:pt x="1748879" y="80496"/>
                </a:lnTo>
                <a:lnTo>
                  <a:pt x="1748858" y="80152"/>
                </a:lnTo>
                <a:lnTo>
                  <a:pt x="1748838" y="79808"/>
                </a:lnTo>
                <a:lnTo>
                  <a:pt x="1748820" y="79462"/>
                </a:lnTo>
                <a:lnTo>
                  <a:pt x="1748804" y="79115"/>
                </a:lnTo>
                <a:lnTo>
                  <a:pt x="1748790" y="78767"/>
                </a:lnTo>
                <a:lnTo>
                  <a:pt x="1748777" y="78417"/>
                </a:lnTo>
                <a:lnTo>
                  <a:pt x="1748766" y="78066"/>
                </a:lnTo>
                <a:lnTo>
                  <a:pt x="1748756" y="77714"/>
                </a:lnTo>
                <a:lnTo>
                  <a:pt x="1748749" y="77360"/>
                </a:lnTo>
                <a:lnTo>
                  <a:pt x="1748743" y="77005"/>
                </a:lnTo>
                <a:lnTo>
                  <a:pt x="1748738" y="76649"/>
                </a:lnTo>
                <a:lnTo>
                  <a:pt x="1748736" y="76292"/>
                </a:lnTo>
                <a:lnTo>
                  <a:pt x="1748735" y="75933"/>
                </a:lnTo>
                <a:lnTo>
                  <a:pt x="1748735" y="42798"/>
                </a:lnTo>
                <a:lnTo>
                  <a:pt x="1748730" y="42320"/>
                </a:lnTo>
                <a:lnTo>
                  <a:pt x="1748717" y="41849"/>
                </a:lnTo>
                <a:lnTo>
                  <a:pt x="1748694" y="41386"/>
                </a:lnTo>
                <a:lnTo>
                  <a:pt x="1748663" y="40932"/>
                </a:lnTo>
                <a:lnTo>
                  <a:pt x="1748623" y="40485"/>
                </a:lnTo>
                <a:lnTo>
                  <a:pt x="1748573" y="40046"/>
                </a:lnTo>
                <a:lnTo>
                  <a:pt x="1748515" y="39615"/>
                </a:lnTo>
                <a:lnTo>
                  <a:pt x="1748447" y="39192"/>
                </a:lnTo>
                <a:lnTo>
                  <a:pt x="1748371" y="38777"/>
                </a:lnTo>
                <a:lnTo>
                  <a:pt x="1748286" y="38369"/>
                </a:lnTo>
                <a:lnTo>
                  <a:pt x="1748191" y="37970"/>
                </a:lnTo>
                <a:lnTo>
                  <a:pt x="1748088" y="37579"/>
                </a:lnTo>
                <a:lnTo>
                  <a:pt x="1747976" y="37195"/>
                </a:lnTo>
                <a:lnTo>
                  <a:pt x="1747854" y="36819"/>
                </a:lnTo>
                <a:lnTo>
                  <a:pt x="1747724" y="36452"/>
                </a:lnTo>
                <a:lnTo>
                  <a:pt x="1747585" y="36092"/>
                </a:lnTo>
                <a:lnTo>
                  <a:pt x="1747436" y="35740"/>
                </a:lnTo>
                <a:lnTo>
                  <a:pt x="1747279" y="35396"/>
                </a:lnTo>
                <a:lnTo>
                  <a:pt x="1747113" y="35060"/>
                </a:lnTo>
                <a:lnTo>
                  <a:pt x="1746938" y="34732"/>
                </a:lnTo>
                <a:lnTo>
                  <a:pt x="1746753" y="34411"/>
                </a:lnTo>
                <a:lnTo>
                  <a:pt x="1746560" y="34099"/>
                </a:lnTo>
                <a:lnTo>
                  <a:pt x="1746358" y="33794"/>
                </a:lnTo>
                <a:lnTo>
                  <a:pt x="1746147" y="33498"/>
                </a:lnTo>
                <a:lnTo>
                  <a:pt x="1745929" y="33208"/>
                </a:lnTo>
                <a:lnTo>
                  <a:pt x="1745705" y="32923"/>
                </a:lnTo>
                <a:lnTo>
                  <a:pt x="1745477" y="32644"/>
                </a:lnTo>
                <a:lnTo>
                  <a:pt x="1745244" y="32370"/>
                </a:lnTo>
                <a:lnTo>
                  <a:pt x="1745005" y="32102"/>
                </a:lnTo>
                <a:lnTo>
                  <a:pt x="1744761" y="31839"/>
                </a:lnTo>
                <a:lnTo>
                  <a:pt x="1744512" y="31581"/>
                </a:lnTo>
                <a:lnTo>
                  <a:pt x="1744258" y="31328"/>
                </a:lnTo>
                <a:lnTo>
                  <a:pt x="1743999" y="31081"/>
                </a:lnTo>
                <a:lnTo>
                  <a:pt x="1743735" y="30840"/>
                </a:lnTo>
                <a:lnTo>
                  <a:pt x="1743465" y="30603"/>
                </a:lnTo>
                <a:lnTo>
                  <a:pt x="1743191" y="30372"/>
                </a:lnTo>
                <a:lnTo>
                  <a:pt x="1742911" y="30146"/>
                </a:lnTo>
                <a:lnTo>
                  <a:pt x="1742626" y="29926"/>
                </a:lnTo>
                <a:lnTo>
                  <a:pt x="1742336" y="29711"/>
                </a:lnTo>
                <a:lnTo>
                  <a:pt x="1742041" y="29502"/>
                </a:lnTo>
                <a:lnTo>
                  <a:pt x="1741741" y="29297"/>
                </a:lnTo>
                <a:lnTo>
                  <a:pt x="1741435" y="29098"/>
                </a:lnTo>
                <a:lnTo>
                  <a:pt x="1741125" y="28905"/>
                </a:lnTo>
                <a:lnTo>
                  <a:pt x="1740809" y="28716"/>
                </a:lnTo>
                <a:lnTo>
                  <a:pt x="1740488" y="28534"/>
                </a:lnTo>
                <a:lnTo>
                  <a:pt x="1740162" y="28356"/>
                </a:lnTo>
                <a:lnTo>
                  <a:pt x="1739831" y="28184"/>
                </a:lnTo>
                <a:lnTo>
                  <a:pt x="1739495" y="28017"/>
                </a:lnTo>
                <a:lnTo>
                  <a:pt x="1739155" y="27855"/>
                </a:lnTo>
                <a:lnTo>
                  <a:pt x="1738812" y="27697"/>
                </a:lnTo>
                <a:lnTo>
                  <a:pt x="1738465" y="27544"/>
                </a:lnTo>
                <a:lnTo>
                  <a:pt x="1738116" y="27396"/>
                </a:lnTo>
                <a:lnTo>
                  <a:pt x="1737764" y="27252"/>
                </a:lnTo>
                <a:lnTo>
                  <a:pt x="1737409" y="27112"/>
                </a:lnTo>
                <a:lnTo>
                  <a:pt x="1737051" y="26977"/>
                </a:lnTo>
                <a:lnTo>
                  <a:pt x="1736690" y="26847"/>
                </a:lnTo>
                <a:lnTo>
                  <a:pt x="1736326" y="26720"/>
                </a:lnTo>
                <a:lnTo>
                  <a:pt x="1735958" y="26599"/>
                </a:lnTo>
                <a:lnTo>
                  <a:pt x="1735588" y="26482"/>
                </a:lnTo>
                <a:lnTo>
                  <a:pt x="1735215" y="26369"/>
                </a:lnTo>
                <a:lnTo>
                  <a:pt x="1734839" y="26261"/>
                </a:lnTo>
                <a:lnTo>
                  <a:pt x="1734460" y="26157"/>
                </a:lnTo>
                <a:lnTo>
                  <a:pt x="1734078" y="26058"/>
                </a:lnTo>
                <a:lnTo>
                  <a:pt x="1733692" y="25964"/>
                </a:lnTo>
                <a:lnTo>
                  <a:pt x="1733304" y="25874"/>
                </a:lnTo>
                <a:lnTo>
                  <a:pt x="1732913" y="25788"/>
                </a:lnTo>
                <a:lnTo>
                  <a:pt x="1732519" y="25707"/>
                </a:lnTo>
                <a:lnTo>
                  <a:pt x="1732122" y="25630"/>
                </a:lnTo>
                <a:lnTo>
                  <a:pt x="1731721" y="25558"/>
                </a:lnTo>
                <a:lnTo>
                  <a:pt x="1731318" y="25491"/>
                </a:lnTo>
                <a:lnTo>
                  <a:pt x="1730912" y="25427"/>
                </a:lnTo>
                <a:lnTo>
                  <a:pt x="1730503" y="25369"/>
                </a:lnTo>
                <a:lnTo>
                  <a:pt x="1730093" y="25313"/>
                </a:lnTo>
                <a:lnTo>
                  <a:pt x="1729683" y="25260"/>
                </a:lnTo>
                <a:lnTo>
                  <a:pt x="1729273" y="25210"/>
                </a:lnTo>
                <a:lnTo>
                  <a:pt x="1728864" y="25161"/>
                </a:lnTo>
                <a:lnTo>
                  <a:pt x="1728456" y="25115"/>
                </a:lnTo>
                <a:lnTo>
                  <a:pt x="1728047" y="25072"/>
                </a:lnTo>
                <a:lnTo>
                  <a:pt x="1727640" y="25031"/>
                </a:lnTo>
                <a:lnTo>
                  <a:pt x="1727232" y="24992"/>
                </a:lnTo>
                <a:lnTo>
                  <a:pt x="1726825" y="24955"/>
                </a:lnTo>
                <a:lnTo>
                  <a:pt x="1726419" y="24921"/>
                </a:lnTo>
                <a:lnTo>
                  <a:pt x="1726013" y="24889"/>
                </a:lnTo>
                <a:lnTo>
                  <a:pt x="1725607" y="24860"/>
                </a:lnTo>
                <a:lnTo>
                  <a:pt x="1725202" y="24833"/>
                </a:lnTo>
                <a:lnTo>
                  <a:pt x="1724797" y="24808"/>
                </a:lnTo>
                <a:lnTo>
                  <a:pt x="1724393" y="24786"/>
                </a:lnTo>
                <a:lnTo>
                  <a:pt x="1723989" y="24766"/>
                </a:lnTo>
                <a:lnTo>
                  <a:pt x="1723585" y="24748"/>
                </a:lnTo>
                <a:lnTo>
                  <a:pt x="1723182" y="24733"/>
                </a:lnTo>
                <a:lnTo>
                  <a:pt x="1722779" y="24720"/>
                </a:lnTo>
                <a:lnTo>
                  <a:pt x="1722377" y="24709"/>
                </a:lnTo>
                <a:lnTo>
                  <a:pt x="1721975" y="24701"/>
                </a:lnTo>
                <a:lnTo>
                  <a:pt x="1721574" y="24695"/>
                </a:lnTo>
                <a:lnTo>
                  <a:pt x="1721173" y="24691"/>
                </a:lnTo>
                <a:lnTo>
                  <a:pt x="1720772" y="24690"/>
                </a:lnTo>
                <a:lnTo>
                  <a:pt x="1720331" y="24692"/>
                </a:lnTo>
                <a:lnTo>
                  <a:pt x="1719890" y="24697"/>
                </a:lnTo>
                <a:lnTo>
                  <a:pt x="1719449" y="24707"/>
                </a:lnTo>
                <a:lnTo>
                  <a:pt x="1719008" y="24719"/>
                </a:lnTo>
                <a:lnTo>
                  <a:pt x="1718568" y="24736"/>
                </a:lnTo>
                <a:lnTo>
                  <a:pt x="1718128" y="24756"/>
                </a:lnTo>
                <a:lnTo>
                  <a:pt x="1717688" y="24779"/>
                </a:lnTo>
                <a:lnTo>
                  <a:pt x="1717248" y="24807"/>
                </a:lnTo>
                <a:lnTo>
                  <a:pt x="1716808" y="24837"/>
                </a:lnTo>
                <a:lnTo>
                  <a:pt x="1716369" y="24872"/>
                </a:lnTo>
                <a:lnTo>
                  <a:pt x="1715930" y="24910"/>
                </a:lnTo>
                <a:lnTo>
                  <a:pt x="1715491" y="24952"/>
                </a:lnTo>
                <a:lnTo>
                  <a:pt x="1715052" y="24997"/>
                </a:lnTo>
                <a:lnTo>
                  <a:pt x="1714613" y="25046"/>
                </a:lnTo>
                <a:lnTo>
                  <a:pt x="1714175" y="25099"/>
                </a:lnTo>
                <a:lnTo>
                  <a:pt x="1713737" y="25156"/>
                </a:lnTo>
                <a:lnTo>
                  <a:pt x="1713299" y="25215"/>
                </a:lnTo>
                <a:lnTo>
                  <a:pt x="1712861" y="25279"/>
                </a:lnTo>
                <a:lnTo>
                  <a:pt x="1712424" y="25346"/>
                </a:lnTo>
                <a:lnTo>
                  <a:pt x="1711986" y="25417"/>
                </a:lnTo>
                <a:lnTo>
                  <a:pt x="1711549" y="25492"/>
                </a:lnTo>
                <a:lnTo>
                  <a:pt x="1711112" y="25570"/>
                </a:lnTo>
                <a:lnTo>
                  <a:pt x="1710676" y="25652"/>
                </a:lnTo>
                <a:lnTo>
                  <a:pt x="1710239" y="25737"/>
                </a:lnTo>
                <a:lnTo>
                  <a:pt x="1709805" y="25827"/>
                </a:lnTo>
                <a:lnTo>
                  <a:pt x="1709374" y="25921"/>
                </a:lnTo>
                <a:lnTo>
                  <a:pt x="1708947" y="26021"/>
                </a:lnTo>
                <a:lnTo>
                  <a:pt x="1708523" y="26125"/>
                </a:lnTo>
                <a:lnTo>
                  <a:pt x="1708103" y="26235"/>
                </a:lnTo>
                <a:lnTo>
                  <a:pt x="1707687" y="26349"/>
                </a:lnTo>
                <a:lnTo>
                  <a:pt x="1707275" y="26468"/>
                </a:lnTo>
                <a:lnTo>
                  <a:pt x="1706866" y="26593"/>
                </a:lnTo>
                <a:lnTo>
                  <a:pt x="1706460" y="26722"/>
                </a:lnTo>
                <a:lnTo>
                  <a:pt x="1706059" y="26856"/>
                </a:lnTo>
                <a:lnTo>
                  <a:pt x="1705661" y="26995"/>
                </a:lnTo>
                <a:lnTo>
                  <a:pt x="1705266" y="27138"/>
                </a:lnTo>
                <a:lnTo>
                  <a:pt x="1704875" y="27287"/>
                </a:lnTo>
                <a:lnTo>
                  <a:pt x="1704488" y="27441"/>
                </a:lnTo>
                <a:lnTo>
                  <a:pt x="1704105" y="27599"/>
                </a:lnTo>
                <a:lnTo>
                  <a:pt x="1703725" y="27763"/>
                </a:lnTo>
                <a:lnTo>
                  <a:pt x="1703349" y="27931"/>
                </a:lnTo>
                <a:lnTo>
                  <a:pt x="1702976" y="28105"/>
                </a:lnTo>
                <a:lnTo>
                  <a:pt x="1702607" y="28283"/>
                </a:lnTo>
                <a:lnTo>
                  <a:pt x="1702242" y="28466"/>
                </a:lnTo>
                <a:lnTo>
                  <a:pt x="1701880" y="28654"/>
                </a:lnTo>
                <a:lnTo>
                  <a:pt x="1701522" y="28847"/>
                </a:lnTo>
                <a:lnTo>
                  <a:pt x="1701168" y="29045"/>
                </a:lnTo>
                <a:lnTo>
                  <a:pt x="1700817" y="29248"/>
                </a:lnTo>
                <a:lnTo>
                  <a:pt x="1700470" y="29456"/>
                </a:lnTo>
                <a:lnTo>
                  <a:pt x="1700129" y="29670"/>
                </a:lnTo>
                <a:lnTo>
                  <a:pt x="1699793" y="29889"/>
                </a:lnTo>
                <a:lnTo>
                  <a:pt x="1699462" y="30114"/>
                </a:lnTo>
                <a:lnTo>
                  <a:pt x="1699136" y="30344"/>
                </a:lnTo>
                <a:lnTo>
                  <a:pt x="1698815" y="30580"/>
                </a:lnTo>
                <a:lnTo>
                  <a:pt x="1698500" y="30822"/>
                </a:lnTo>
                <a:lnTo>
                  <a:pt x="1698189" y="31069"/>
                </a:lnTo>
                <a:lnTo>
                  <a:pt x="1697884" y="31321"/>
                </a:lnTo>
                <a:lnTo>
                  <a:pt x="1697584" y="31580"/>
                </a:lnTo>
                <a:lnTo>
                  <a:pt x="1697288" y="31843"/>
                </a:lnTo>
                <a:lnTo>
                  <a:pt x="1696998" y="32113"/>
                </a:lnTo>
                <a:lnTo>
                  <a:pt x="1696714" y="32388"/>
                </a:lnTo>
                <a:lnTo>
                  <a:pt x="1696434" y="32668"/>
                </a:lnTo>
                <a:lnTo>
                  <a:pt x="1696159" y="32954"/>
                </a:lnTo>
                <a:lnTo>
                  <a:pt x="1695890" y="33245"/>
                </a:lnTo>
                <a:lnTo>
                  <a:pt x="1695625" y="33543"/>
                </a:lnTo>
                <a:lnTo>
                  <a:pt x="1695366" y="33845"/>
                </a:lnTo>
                <a:lnTo>
                  <a:pt x="1695112" y="34153"/>
                </a:lnTo>
                <a:lnTo>
                  <a:pt x="1694863" y="34467"/>
                </a:lnTo>
                <a:lnTo>
                  <a:pt x="1694619" y="34787"/>
                </a:lnTo>
                <a:lnTo>
                  <a:pt x="1694381" y="35111"/>
                </a:lnTo>
                <a:lnTo>
                  <a:pt x="1694147" y="35442"/>
                </a:lnTo>
                <a:lnTo>
                  <a:pt x="1693919" y="35778"/>
                </a:lnTo>
                <a:lnTo>
                  <a:pt x="1693697" y="36120"/>
                </a:lnTo>
                <a:lnTo>
                  <a:pt x="1693483" y="36470"/>
                </a:lnTo>
                <a:lnTo>
                  <a:pt x="1693278" y="36827"/>
                </a:lnTo>
                <a:lnTo>
                  <a:pt x="1693080" y="37191"/>
                </a:lnTo>
                <a:lnTo>
                  <a:pt x="1692891" y="37562"/>
                </a:lnTo>
                <a:lnTo>
                  <a:pt x="1692710" y="37941"/>
                </a:lnTo>
                <a:lnTo>
                  <a:pt x="1692537" y="38327"/>
                </a:lnTo>
                <a:lnTo>
                  <a:pt x="1692372" y="38720"/>
                </a:lnTo>
                <a:lnTo>
                  <a:pt x="1692215" y="39120"/>
                </a:lnTo>
                <a:lnTo>
                  <a:pt x="1692067" y="39528"/>
                </a:lnTo>
                <a:lnTo>
                  <a:pt x="1691926" y="39943"/>
                </a:lnTo>
                <a:lnTo>
                  <a:pt x="1691794" y="40365"/>
                </a:lnTo>
                <a:lnTo>
                  <a:pt x="1691670" y="40795"/>
                </a:lnTo>
                <a:lnTo>
                  <a:pt x="1691554" y="41232"/>
                </a:lnTo>
                <a:lnTo>
                  <a:pt x="1691446" y="41676"/>
                </a:lnTo>
                <a:lnTo>
                  <a:pt x="1691346" y="42128"/>
                </a:lnTo>
                <a:lnTo>
                  <a:pt x="1691254" y="42586"/>
                </a:lnTo>
                <a:lnTo>
                  <a:pt x="1691171" y="43052"/>
                </a:lnTo>
                <a:lnTo>
                  <a:pt x="1691095" y="43525"/>
                </a:lnTo>
                <a:lnTo>
                  <a:pt x="1691028" y="44006"/>
                </a:lnTo>
                <a:lnTo>
                  <a:pt x="1690969" y="44494"/>
                </a:lnTo>
                <a:lnTo>
                  <a:pt x="1690918" y="44989"/>
                </a:lnTo>
                <a:lnTo>
                  <a:pt x="1690875" y="45491"/>
                </a:lnTo>
                <a:lnTo>
                  <a:pt x="1690840" y="46001"/>
                </a:lnTo>
                <a:lnTo>
                  <a:pt x="1708331" y="46001"/>
                </a:lnTo>
                <a:lnTo>
                  <a:pt x="1708377" y="45575"/>
                </a:lnTo>
                <a:lnTo>
                  <a:pt x="1708431" y="45159"/>
                </a:lnTo>
                <a:lnTo>
                  <a:pt x="1708493" y="44754"/>
                </a:lnTo>
                <a:lnTo>
                  <a:pt x="1708564" y="44359"/>
                </a:lnTo>
                <a:lnTo>
                  <a:pt x="1708643" y="43974"/>
                </a:lnTo>
                <a:close/>
                <a:moveTo>
                  <a:pt x="1731230" y="66122"/>
                </a:moveTo>
                <a:lnTo>
                  <a:pt x="1731224" y="66264"/>
                </a:lnTo>
                <a:lnTo>
                  <a:pt x="1731217" y="66410"/>
                </a:lnTo>
                <a:lnTo>
                  <a:pt x="1731209" y="66559"/>
                </a:lnTo>
                <a:lnTo>
                  <a:pt x="1731200" y="66711"/>
                </a:lnTo>
                <a:lnTo>
                  <a:pt x="1731190" y="66866"/>
                </a:lnTo>
                <a:lnTo>
                  <a:pt x="1731179" y="67026"/>
                </a:lnTo>
                <a:lnTo>
                  <a:pt x="1731166" y="67188"/>
                </a:lnTo>
                <a:lnTo>
                  <a:pt x="1731153" y="67354"/>
                </a:lnTo>
                <a:lnTo>
                  <a:pt x="1731139" y="67523"/>
                </a:lnTo>
                <a:lnTo>
                  <a:pt x="1731123" y="67696"/>
                </a:lnTo>
                <a:lnTo>
                  <a:pt x="1731106" y="67872"/>
                </a:lnTo>
                <a:lnTo>
                  <a:pt x="1731089" y="68052"/>
                </a:lnTo>
                <a:lnTo>
                  <a:pt x="1731070" y="68235"/>
                </a:lnTo>
                <a:lnTo>
                  <a:pt x="1731050" y="68422"/>
                </a:lnTo>
                <a:lnTo>
                  <a:pt x="1731029" y="68612"/>
                </a:lnTo>
                <a:lnTo>
                  <a:pt x="1731007" y="68805"/>
                </a:lnTo>
                <a:lnTo>
                  <a:pt x="1730984" y="69002"/>
                </a:lnTo>
                <a:lnTo>
                  <a:pt x="1730960" y="69202"/>
                </a:lnTo>
                <a:lnTo>
                  <a:pt x="1730935" y="69406"/>
                </a:lnTo>
                <a:lnTo>
                  <a:pt x="1730908" y="69611"/>
                </a:lnTo>
                <a:lnTo>
                  <a:pt x="1730877" y="69816"/>
                </a:lnTo>
                <a:lnTo>
                  <a:pt x="1730842" y="70021"/>
                </a:lnTo>
                <a:lnTo>
                  <a:pt x="1730803" y="70225"/>
                </a:lnTo>
                <a:lnTo>
                  <a:pt x="1730761" y="70430"/>
                </a:lnTo>
                <a:lnTo>
                  <a:pt x="1730716" y="70634"/>
                </a:lnTo>
                <a:lnTo>
                  <a:pt x="1730666" y="70838"/>
                </a:lnTo>
                <a:lnTo>
                  <a:pt x="1730613" y="71041"/>
                </a:lnTo>
                <a:lnTo>
                  <a:pt x="1730557" y="71245"/>
                </a:lnTo>
                <a:lnTo>
                  <a:pt x="1730497" y="71448"/>
                </a:lnTo>
                <a:lnTo>
                  <a:pt x="1730433" y="71651"/>
                </a:lnTo>
                <a:lnTo>
                  <a:pt x="1730365" y="71854"/>
                </a:lnTo>
                <a:lnTo>
                  <a:pt x="1730294" y="72057"/>
                </a:lnTo>
                <a:lnTo>
                  <a:pt x="1730219" y="72259"/>
                </a:lnTo>
                <a:lnTo>
                  <a:pt x="1730141" y="72461"/>
                </a:lnTo>
                <a:lnTo>
                  <a:pt x="1730059" y="72663"/>
                </a:lnTo>
                <a:lnTo>
                  <a:pt x="1729973" y="72865"/>
                </a:lnTo>
                <a:lnTo>
                  <a:pt x="1729884" y="73067"/>
                </a:lnTo>
                <a:lnTo>
                  <a:pt x="1729791" y="73268"/>
                </a:lnTo>
                <a:lnTo>
                  <a:pt x="1729694" y="73469"/>
                </a:lnTo>
                <a:lnTo>
                  <a:pt x="1729594" y="73670"/>
                </a:lnTo>
                <a:lnTo>
                  <a:pt x="1729490" y="73871"/>
                </a:lnTo>
                <a:lnTo>
                  <a:pt x="1729383" y="74071"/>
                </a:lnTo>
                <a:lnTo>
                  <a:pt x="1729272" y="74272"/>
                </a:lnTo>
                <a:lnTo>
                  <a:pt x="1729156" y="74471"/>
                </a:lnTo>
                <a:lnTo>
                  <a:pt x="1729036" y="74667"/>
                </a:lnTo>
                <a:lnTo>
                  <a:pt x="1728910" y="74862"/>
                </a:lnTo>
                <a:lnTo>
                  <a:pt x="1728779" y="75054"/>
                </a:lnTo>
                <a:lnTo>
                  <a:pt x="1728643" y="75243"/>
                </a:lnTo>
                <a:lnTo>
                  <a:pt x="1728502" y="75431"/>
                </a:lnTo>
                <a:lnTo>
                  <a:pt x="1728355" y="75615"/>
                </a:lnTo>
                <a:lnTo>
                  <a:pt x="1728204" y="75798"/>
                </a:lnTo>
                <a:lnTo>
                  <a:pt x="1728047" y="75978"/>
                </a:lnTo>
                <a:lnTo>
                  <a:pt x="1727886" y="76156"/>
                </a:lnTo>
                <a:lnTo>
                  <a:pt x="1727719" y="76332"/>
                </a:lnTo>
                <a:lnTo>
                  <a:pt x="1727547" y="76505"/>
                </a:lnTo>
                <a:lnTo>
                  <a:pt x="1727370" y="76675"/>
                </a:lnTo>
                <a:lnTo>
                  <a:pt x="1727187" y="76844"/>
                </a:lnTo>
                <a:lnTo>
                  <a:pt x="1727000" y="77010"/>
                </a:lnTo>
                <a:lnTo>
                  <a:pt x="1726807" y="77174"/>
                </a:lnTo>
                <a:lnTo>
                  <a:pt x="1726610" y="77335"/>
                </a:lnTo>
                <a:lnTo>
                  <a:pt x="1726407" y="77494"/>
                </a:lnTo>
                <a:lnTo>
                  <a:pt x="1726199" y="77651"/>
                </a:lnTo>
                <a:lnTo>
                  <a:pt x="1725986" y="77805"/>
                </a:lnTo>
                <a:lnTo>
                  <a:pt x="1725768" y="77957"/>
                </a:lnTo>
                <a:lnTo>
                  <a:pt x="1725544" y="78107"/>
                </a:lnTo>
                <a:lnTo>
                  <a:pt x="1725316" y="78254"/>
                </a:lnTo>
                <a:lnTo>
                  <a:pt x="1725082" y="78399"/>
                </a:lnTo>
                <a:lnTo>
                  <a:pt x="1724842" y="78540"/>
                </a:lnTo>
                <a:lnTo>
                  <a:pt x="1724594" y="78675"/>
                </a:lnTo>
                <a:lnTo>
                  <a:pt x="1724338" y="78803"/>
                </a:lnTo>
                <a:lnTo>
                  <a:pt x="1724073" y="78926"/>
                </a:lnTo>
                <a:lnTo>
                  <a:pt x="1723800" y="79043"/>
                </a:lnTo>
                <a:lnTo>
                  <a:pt x="1723520" y="79153"/>
                </a:lnTo>
                <a:lnTo>
                  <a:pt x="1723231" y="79258"/>
                </a:lnTo>
                <a:lnTo>
                  <a:pt x="1722934" y="79357"/>
                </a:lnTo>
                <a:lnTo>
                  <a:pt x="1722629" y="79450"/>
                </a:lnTo>
                <a:lnTo>
                  <a:pt x="1722315" y="79536"/>
                </a:lnTo>
                <a:lnTo>
                  <a:pt x="1721994" y="79617"/>
                </a:lnTo>
                <a:lnTo>
                  <a:pt x="1721665" y="79692"/>
                </a:lnTo>
                <a:lnTo>
                  <a:pt x="1721327" y="79761"/>
                </a:lnTo>
                <a:lnTo>
                  <a:pt x="1720981" y="79824"/>
                </a:lnTo>
                <a:lnTo>
                  <a:pt x="1720627" y="79881"/>
                </a:lnTo>
                <a:lnTo>
                  <a:pt x="1720265" y="79931"/>
                </a:lnTo>
                <a:lnTo>
                  <a:pt x="1719895" y="79976"/>
                </a:lnTo>
                <a:lnTo>
                  <a:pt x="1719517" y="80015"/>
                </a:lnTo>
                <a:lnTo>
                  <a:pt x="1719131" y="80048"/>
                </a:lnTo>
                <a:lnTo>
                  <a:pt x="1718736" y="80075"/>
                </a:lnTo>
                <a:lnTo>
                  <a:pt x="1718334" y="80096"/>
                </a:lnTo>
                <a:lnTo>
                  <a:pt x="1717923" y="80111"/>
                </a:lnTo>
                <a:lnTo>
                  <a:pt x="1717504" y="80120"/>
                </a:lnTo>
                <a:lnTo>
                  <a:pt x="1717077" y="80123"/>
                </a:lnTo>
                <a:lnTo>
                  <a:pt x="1716903" y="80122"/>
                </a:lnTo>
                <a:lnTo>
                  <a:pt x="1716729" y="80120"/>
                </a:lnTo>
                <a:lnTo>
                  <a:pt x="1716556" y="80117"/>
                </a:lnTo>
                <a:lnTo>
                  <a:pt x="1716383" y="80113"/>
                </a:lnTo>
                <a:lnTo>
                  <a:pt x="1716210" y="80107"/>
                </a:lnTo>
                <a:lnTo>
                  <a:pt x="1716038" y="80100"/>
                </a:lnTo>
                <a:lnTo>
                  <a:pt x="1715866" y="80091"/>
                </a:lnTo>
                <a:lnTo>
                  <a:pt x="1715695" y="80082"/>
                </a:lnTo>
                <a:lnTo>
                  <a:pt x="1715524" y="80071"/>
                </a:lnTo>
                <a:lnTo>
                  <a:pt x="1715353" y="80059"/>
                </a:lnTo>
                <a:lnTo>
                  <a:pt x="1715183" y="80045"/>
                </a:lnTo>
                <a:lnTo>
                  <a:pt x="1715014" y="80030"/>
                </a:lnTo>
                <a:lnTo>
                  <a:pt x="1714845" y="80014"/>
                </a:lnTo>
                <a:lnTo>
                  <a:pt x="1714676" y="79997"/>
                </a:lnTo>
                <a:lnTo>
                  <a:pt x="1714507" y="79978"/>
                </a:lnTo>
                <a:lnTo>
                  <a:pt x="1714340" y="79958"/>
                </a:lnTo>
                <a:lnTo>
                  <a:pt x="1714172" y="79937"/>
                </a:lnTo>
                <a:lnTo>
                  <a:pt x="1714005" y="79915"/>
                </a:lnTo>
                <a:lnTo>
                  <a:pt x="1713838" y="79891"/>
                </a:lnTo>
                <a:lnTo>
                  <a:pt x="1713672" y="79866"/>
                </a:lnTo>
                <a:lnTo>
                  <a:pt x="1713506" y="79839"/>
                </a:lnTo>
                <a:lnTo>
                  <a:pt x="1713341" y="79812"/>
                </a:lnTo>
                <a:lnTo>
                  <a:pt x="1713176" y="79783"/>
                </a:lnTo>
                <a:lnTo>
                  <a:pt x="1713012" y="79753"/>
                </a:lnTo>
                <a:lnTo>
                  <a:pt x="1712848" y="79721"/>
                </a:lnTo>
                <a:lnTo>
                  <a:pt x="1712687" y="79687"/>
                </a:lnTo>
                <a:lnTo>
                  <a:pt x="1712527" y="79651"/>
                </a:lnTo>
                <a:lnTo>
                  <a:pt x="1712369" y="79614"/>
                </a:lnTo>
                <a:lnTo>
                  <a:pt x="1712212" y="79574"/>
                </a:lnTo>
                <a:lnTo>
                  <a:pt x="1712057" y="79533"/>
                </a:lnTo>
                <a:lnTo>
                  <a:pt x="1711904" y="79490"/>
                </a:lnTo>
                <a:lnTo>
                  <a:pt x="1711753" y="79444"/>
                </a:lnTo>
                <a:lnTo>
                  <a:pt x="1711603" y="79397"/>
                </a:lnTo>
                <a:lnTo>
                  <a:pt x="1711455" y="79348"/>
                </a:lnTo>
                <a:lnTo>
                  <a:pt x="1711309" y="79297"/>
                </a:lnTo>
                <a:lnTo>
                  <a:pt x="1711164" y="79244"/>
                </a:lnTo>
                <a:lnTo>
                  <a:pt x="1711022" y="79189"/>
                </a:lnTo>
                <a:lnTo>
                  <a:pt x="1710880" y="79133"/>
                </a:lnTo>
                <a:lnTo>
                  <a:pt x="1710741" y="79074"/>
                </a:lnTo>
                <a:lnTo>
                  <a:pt x="1710603" y="79013"/>
                </a:lnTo>
                <a:lnTo>
                  <a:pt x="1710467" y="78951"/>
                </a:lnTo>
                <a:lnTo>
                  <a:pt x="1710333" y="78886"/>
                </a:lnTo>
                <a:lnTo>
                  <a:pt x="1710200" y="78820"/>
                </a:lnTo>
                <a:lnTo>
                  <a:pt x="1710069" y="78752"/>
                </a:lnTo>
                <a:lnTo>
                  <a:pt x="1709940" y="78682"/>
                </a:lnTo>
                <a:lnTo>
                  <a:pt x="1709812" y="78609"/>
                </a:lnTo>
                <a:lnTo>
                  <a:pt x="1709687" y="78535"/>
                </a:lnTo>
                <a:lnTo>
                  <a:pt x="1709562" y="78459"/>
                </a:lnTo>
                <a:lnTo>
                  <a:pt x="1709440" y="78381"/>
                </a:lnTo>
                <a:lnTo>
                  <a:pt x="1709321" y="78301"/>
                </a:lnTo>
                <a:lnTo>
                  <a:pt x="1709203" y="78218"/>
                </a:lnTo>
                <a:lnTo>
                  <a:pt x="1709087" y="78132"/>
                </a:lnTo>
                <a:lnTo>
                  <a:pt x="1708974" y="78045"/>
                </a:lnTo>
                <a:lnTo>
                  <a:pt x="1708862" y="77955"/>
                </a:lnTo>
                <a:lnTo>
                  <a:pt x="1708753" y="77862"/>
                </a:lnTo>
                <a:lnTo>
                  <a:pt x="1708646" y="77768"/>
                </a:lnTo>
                <a:lnTo>
                  <a:pt x="1708541" y="77671"/>
                </a:lnTo>
                <a:lnTo>
                  <a:pt x="1708438" y="77571"/>
                </a:lnTo>
                <a:lnTo>
                  <a:pt x="1708337" y="77470"/>
                </a:lnTo>
                <a:lnTo>
                  <a:pt x="1708239" y="77366"/>
                </a:lnTo>
                <a:lnTo>
                  <a:pt x="1708142" y="77259"/>
                </a:lnTo>
                <a:lnTo>
                  <a:pt x="1708048" y="77150"/>
                </a:lnTo>
                <a:lnTo>
                  <a:pt x="1707956" y="77039"/>
                </a:lnTo>
                <a:lnTo>
                  <a:pt x="1707866" y="76926"/>
                </a:lnTo>
                <a:lnTo>
                  <a:pt x="1707778" y="76810"/>
                </a:lnTo>
                <a:lnTo>
                  <a:pt x="1707692" y="76692"/>
                </a:lnTo>
                <a:lnTo>
                  <a:pt x="1707609" y="76571"/>
                </a:lnTo>
                <a:lnTo>
                  <a:pt x="1707527" y="76448"/>
                </a:lnTo>
                <a:lnTo>
                  <a:pt x="1707448" y="76323"/>
                </a:lnTo>
                <a:lnTo>
                  <a:pt x="1707370" y="76196"/>
                </a:lnTo>
                <a:lnTo>
                  <a:pt x="1707295" y="76066"/>
                </a:lnTo>
                <a:lnTo>
                  <a:pt x="1707222" y="75933"/>
                </a:lnTo>
                <a:lnTo>
                  <a:pt x="1707152" y="75799"/>
                </a:lnTo>
                <a:lnTo>
                  <a:pt x="1707085" y="75661"/>
                </a:lnTo>
                <a:lnTo>
                  <a:pt x="1707020" y="75521"/>
                </a:lnTo>
                <a:lnTo>
                  <a:pt x="1706959" y="75379"/>
                </a:lnTo>
                <a:lnTo>
                  <a:pt x="1706900" y="75234"/>
                </a:lnTo>
                <a:lnTo>
                  <a:pt x="1706845" y="75086"/>
                </a:lnTo>
                <a:lnTo>
                  <a:pt x="1706793" y="74936"/>
                </a:lnTo>
                <a:lnTo>
                  <a:pt x="1706743" y="74784"/>
                </a:lnTo>
                <a:lnTo>
                  <a:pt x="1706697" y="74628"/>
                </a:lnTo>
                <a:lnTo>
                  <a:pt x="1706653" y="74471"/>
                </a:lnTo>
                <a:lnTo>
                  <a:pt x="1706613" y="74310"/>
                </a:lnTo>
                <a:lnTo>
                  <a:pt x="1706575" y="74147"/>
                </a:lnTo>
                <a:lnTo>
                  <a:pt x="1706541" y="73982"/>
                </a:lnTo>
                <a:lnTo>
                  <a:pt x="1706509" y="73814"/>
                </a:lnTo>
                <a:lnTo>
                  <a:pt x="1706481" y="73643"/>
                </a:lnTo>
                <a:lnTo>
                  <a:pt x="1706456" y="73470"/>
                </a:lnTo>
                <a:lnTo>
                  <a:pt x="1706433" y="73294"/>
                </a:lnTo>
                <a:lnTo>
                  <a:pt x="1706414" y="73116"/>
                </a:lnTo>
                <a:lnTo>
                  <a:pt x="1706397" y="72935"/>
                </a:lnTo>
                <a:lnTo>
                  <a:pt x="1706384" y="72751"/>
                </a:lnTo>
                <a:lnTo>
                  <a:pt x="1706373" y="72565"/>
                </a:lnTo>
                <a:lnTo>
                  <a:pt x="1706366" y="72377"/>
                </a:lnTo>
                <a:lnTo>
                  <a:pt x="1706361" y="72186"/>
                </a:lnTo>
                <a:lnTo>
                  <a:pt x="1706360" y="71992"/>
                </a:lnTo>
                <a:lnTo>
                  <a:pt x="1706361" y="71788"/>
                </a:lnTo>
                <a:lnTo>
                  <a:pt x="1706366" y="71587"/>
                </a:lnTo>
                <a:lnTo>
                  <a:pt x="1706373" y="71389"/>
                </a:lnTo>
                <a:lnTo>
                  <a:pt x="1706384" y="71194"/>
                </a:lnTo>
                <a:lnTo>
                  <a:pt x="1706397" y="71003"/>
                </a:lnTo>
                <a:lnTo>
                  <a:pt x="1706414" y="70814"/>
                </a:lnTo>
                <a:lnTo>
                  <a:pt x="1706433" y="70628"/>
                </a:lnTo>
                <a:lnTo>
                  <a:pt x="1706456" y="70445"/>
                </a:lnTo>
                <a:lnTo>
                  <a:pt x="1706481" y="70265"/>
                </a:lnTo>
                <a:lnTo>
                  <a:pt x="1706509" y="70088"/>
                </a:lnTo>
                <a:lnTo>
                  <a:pt x="1706541" y="69915"/>
                </a:lnTo>
                <a:lnTo>
                  <a:pt x="1706575" y="69744"/>
                </a:lnTo>
                <a:lnTo>
                  <a:pt x="1706613" y="69576"/>
                </a:lnTo>
                <a:lnTo>
                  <a:pt x="1706653" y="69411"/>
                </a:lnTo>
                <a:lnTo>
                  <a:pt x="1706697" y="69249"/>
                </a:lnTo>
                <a:lnTo>
                  <a:pt x="1706743" y="69091"/>
                </a:lnTo>
                <a:lnTo>
                  <a:pt x="1706793" y="68935"/>
                </a:lnTo>
                <a:lnTo>
                  <a:pt x="1706845" y="68782"/>
                </a:lnTo>
                <a:lnTo>
                  <a:pt x="1706900" y="68632"/>
                </a:lnTo>
                <a:lnTo>
                  <a:pt x="1706959" y="68485"/>
                </a:lnTo>
                <a:lnTo>
                  <a:pt x="1707020" y="68342"/>
                </a:lnTo>
                <a:lnTo>
                  <a:pt x="1707085" y="68201"/>
                </a:lnTo>
                <a:lnTo>
                  <a:pt x="1707152" y="68063"/>
                </a:lnTo>
                <a:lnTo>
                  <a:pt x="1707222" y="67928"/>
                </a:lnTo>
                <a:lnTo>
                  <a:pt x="1707295" y="67796"/>
                </a:lnTo>
                <a:lnTo>
                  <a:pt x="1707370" y="67665"/>
                </a:lnTo>
                <a:lnTo>
                  <a:pt x="1707447" y="67536"/>
                </a:lnTo>
                <a:lnTo>
                  <a:pt x="1707525" y="67410"/>
                </a:lnTo>
                <a:lnTo>
                  <a:pt x="1707606" y="67285"/>
                </a:lnTo>
                <a:lnTo>
                  <a:pt x="1707688" y="67162"/>
                </a:lnTo>
                <a:lnTo>
                  <a:pt x="1707773" y="67041"/>
                </a:lnTo>
                <a:lnTo>
                  <a:pt x="1707859" y="66922"/>
                </a:lnTo>
                <a:lnTo>
                  <a:pt x="1707947" y="66805"/>
                </a:lnTo>
                <a:lnTo>
                  <a:pt x="1708037" y="66690"/>
                </a:lnTo>
                <a:lnTo>
                  <a:pt x="1708129" y="66577"/>
                </a:lnTo>
                <a:lnTo>
                  <a:pt x="1708223" y="66465"/>
                </a:lnTo>
                <a:lnTo>
                  <a:pt x="1708319" y="66356"/>
                </a:lnTo>
                <a:lnTo>
                  <a:pt x="1708417" y="66249"/>
                </a:lnTo>
                <a:lnTo>
                  <a:pt x="1708517" y="66143"/>
                </a:lnTo>
                <a:lnTo>
                  <a:pt x="1708618" y="66039"/>
                </a:lnTo>
                <a:lnTo>
                  <a:pt x="1708722" y="65938"/>
                </a:lnTo>
                <a:lnTo>
                  <a:pt x="1708827" y="65838"/>
                </a:lnTo>
                <a:lnTo>
                  <a:pt x="1708935" y="65740"/>
                </a:lnTo>
                <a:lnTo>
                  <a:pt x="1709044" y="65644"/>
                </a:lnTo>
                <a:lnTo>
                  <a:pt x="1709155" y="65550"/>
                </a:lnTo>
                <a:lnTo>
                  <a:pt x="1709268" y="65458"/>
                </a:lnTo>
                <a:lnTo>
                  <a:pt x="1709383" y="65368"/>
                </a:lnTo>
                <a:lnTo>
                  <a:pt x="1709500" y="65280"/>
                </a:lnTo>
                <a:lnTo>
                  <a:pt x="1709619" y="65193"/>
                </a:lnTo>
                <a:lnTo>
                  <a:pt x="1709740" y="65108"/>
                </a:lnTo>
                <a:lnTo>
                  <a:pt x="1709862" y="65024"/>
                </a:lnTo>
                <a:lnTo>
                  <a:pt x="1709987" y="64942"/>
                </a:lnTo>
                <a:lnTo>
                  <a:pt x="1710112" y="64862"/>
                </a:lnTo>
                <a:lnTo>
                  <a:pt x="1710240" y="64783"/>
                </a:lnTo>
                <a:lnTo>
                  <a:pt x="1710369" y="64705"/>
                </a:lnTo>
                <a:lnTo>
                  <a:pt x="1710500" y="64629"/>
                </a:lnTo>
                <a:lnTo>
                  <a:pt x="1710633" y="64554"/>
                </a:lnTo>
                <a:lnTo>
                  <a:pt x="1710767" y="64481"/>
                </a:lnTo>
                <a:lnTo>
                  <a:pt x="1710903" y="64410"/>
                </a:lnTo>
                <a:lnTo>
                  <a:pt x="1711041" y="64340"/>
                </a:lnTo>
                <a:lnTo>
                  <a:pt x="1711180" y="64271"/>
                </a:lnTo>
                <a:lnTo>
                  <a:pt x="1711321" y="64204"/>
                </a:lnTo>
                <a:lnTo>
                  <a:pt x="1711464" y="64138"/>
                </a:lnTo>
                <a:lnTo>
                  <a:pt x="1711609" y="64074"/>
                </a:lnTo>
                <a:lnTo>
                  <a:pt x="1711755" y="64012"/>
                </a:lnTo>
                <a:lnTo>
                  <a:pt x="1711903" y="63951"/>
                </a:lnTo>
                <a:lnTo>
                  <a:pt x="1712053" y="63891"/>
                </a:lnTo>
                <a:lnTo>
                  <a:pt x="1712204" y="63833"/>
                </a:lnTo>
                <a:lnTo>
                  <a:pt x="1712358" y="63777"/>
                </a:lnTo>
                <a:lnTo>
                  <a:pt x="1712512" y="63722"/>
                </a:lnTo>
                <a:lnTo>
                  <a:pt x="1712669" y="63668"/>
                </a:lnTo>
                <a:lnTo>
                  <a:pt x="1712827" y="63616"/>
                </a:lnTo>
                <a:lnTo>
                  <a:pt x="1712987" y="63565"/>
                </a:lnTo>
                <a:lnTo>
                  <a:pt x="1713146" y="63515"/>
                </a:lnTo>
                <a:lnTo>
                  <a:pt x="1713306" y="63466"/>
                </a:lnTo>
                <a:lnTo>
                  <a:pt x="1713466" y="63418"/>
                </a:lnTo>
                <a:lnTo>
                  <a:pt x="1713626" y="63370"/>
                </a:lnTo>
                <a:lnTo>
                  <a:pt x="1713786" y="63324"/>
                </a:lnTo>
                <a:lnTo>
                  <a:pt x="1713946" y="63278"/>
                </a:lnTo>
                <a:lnTo>
                  <a:pt x="1714107" y="63233"/>
                </a:lnTo>
                <a:lnTo>
                  <a:pt x="1714268" y="63189"/>
                </a:lnTo>
                <a:lnTo>
                  <a:pt x="1714429" y="63145"/>
                </a:lnTo>
                <a:lnTo>
                  <a:pt x="1714590" y="63103"/>
                </a:lnTo>
                <a:lnTo>
                  <a:pt x="1714752" y="63061"/>
                </a:lnTo>
                <a:lnTo>
                  <a:pt x="1714914" y="63021"/>
                </a:lnTo>
                <a:lnTo>
                  <a:pt x="1715076" y="62981"/>
                </a:lnTo>
                <a:lnTo>
                  <a:pt x="1715238" y="62942"/>
                </a:lnTo>
                <a:lnTo>
                  <a:pt x="1715400" y="62904"/>
                </a:lnTo>
                <a:lnTo>
                  <a:pt x="1715563" y="62867"/>
                </a:lnTo>
                <a:lnTo>
                  <a:pt x="1715726" y="62830"/>
                </a:lnTo>
                <a:lnTo>
                  <a:pt x="1715889" y="62795"/>
                </a:lnTo>
                <a:lnTo>
                  <a:pt x="1716052" y="62760"/>
                </a:lnTo>
                <a:lnTo>
                  <a:pt x="1716215" y="62726"/>
                </a:lnTo>
                <a:lnTo>
                  <a:pt x="1716379" y="62693"/>
                </a:lnTo>
                <a:lnTo>
                  <a:pt x="1716543" y="62661"/>
                </a:lnTo>
                <a:lnTo>
                  <a:pt x="1716707" y="62630"/>
                </a:lnTo>
                <a:lnTo>
                  <a:pt x="1716881" y="62599"/>
                </a:lnTo>
                <a:lnTo>
                  <a:pt x="1717056" y="62569"/>
                </a:lnTo>
                <a:lnTo>
                  <a:pt x="1717230" y="62539"/>
                </a:lnTo>
                <a:lnTo>
                  <a:pt x="1717405" y="62510"/>
                </a:lnTo>
                <a:lnTo>
                  <a:pt x="1717579" y="62481"/>
                </a:lnTo>
                <a:lnTo>
                  <a:pt x="1717754" y="62453"/>
                </a:lnTo>
                <a:lnTo>
                  <a:pt x="1717928" y="62425"/>
                </a:lnTo>
                <a:lnTo>
                  <a:pt x="1718103" y="62398"/>
                </a:lnTo>
                <a:lnTo>
                  <a:pt x="1718277" y="62370"/>
                </a:lnTo>
                <a:lnTo>
                  <a:pt x="1718452" y="62344"/>
                </a:lnTo>
                <a:lnTo>
                  <a:pt x="1718626" y="62318"/>
                </a:lnTo>
                <a:lnTo>
                  <a:pt x="1718801" y="62292"/>
                </a:lnTo>
                <a:lnTo>
                  <a:pt x="1718975" y="62266"/>
                </a:lnTo>
                <a:lnTo>
                  <a:pt x="1719150" y="62241"/>
                </a:lnTo>
                <a:lnTo>
                  <a:pt x="1719324" y="62217"/>
                </a:lnTo>
                <a:lnTo>
                  <a:pt x="1719499" y="62193"/>
                </a:lnTo>
                <a:lnTo>
                  <a:pt x="1719673" y="62169"/>
                </a:lnTo>
                <a:lnTo>
                  <a:pt x="1719848" y="62146"/>
                </a:lnTo>
                <a:lnTo>
                  <a:pt x="1720022" y="62123"/>
                </a:lnTo>
                <a:lnTo>
                  <a:pt x="1720197" y="62100"/>
                </a:lnTo>
                <a:lnTo>
                  <a:pt x="1720371" y="62078"/>
                </a:lnTo>
                <a:lnTo>
                  <a:pt x="1720546" y="62057"/>
                </a:lnTo>
                <a:lnTo>
                  <a:pt x="1720720" y="62036"/>
                </a:lnTo>
                <a:lnTo>
                  <a:pt x="1720894" y="62015"/>
                </a:lnTo>
                <a:lnTo>
                  <a:pt x="1721069" y="61994"/>
                </a:lnTo>
                <a:lnTo>
                  <a:pt x="1721242" y="61973"/>
                </a:lnTo>
                <a:lnTo>
                  <a:pt x="1721415" y="61952"/>
                </a:lnTo>
                <a:lnTo>
                  <a:pt x="1721588" y="61930"/>
                </a:lnTo>
                <a:lnTo>
                  <a:pt x="1721760" y="61907"/>
                </a:lnTo>
                <a:lnTo>
                  <a:pt x="1721931" y="61884"/>
                </a:lnTo>
                <a:lnTo>
                  <a:pt x="1722101" y="61861"/>
                </a:lnTo>
                <a:lnTo>
                  <a:pt x="1722271" y="61837"/>
                </a:lnTo>
                <a:lnTo>
                  <a:pt x="1722440" y="61813"/>
                </a:lnTo>
                <a:lnTo>
                  <a:pt x="1722608" y="61789"/>
                </a:lnTo>
                <a:lnTo>
                  <a:pt x="1722776" y="61764"/>
                </a:lnTo>
                <a:lnTo>
                  <a:pt x="1722943" y="61738"/>
                </a:lnTo>
                <a:lnTo>
                  <a:pt x="1723110" y="61712"/>
                </a:lnTo>
                <a:lnTo>
                  <a:pt x="1723276" y="61686"/>
                </a:lnTo>
                <a:lnTo>
                  <a:pt x="1723441" y="61659"/>
                </a:lnTo>
                <a:lnTo>
                  <a:pt x="1723605" y="61632"/>
                </a:lnTo>
                <a:lnTo>
                  <a:pt x="1723769" y="61605"/>
                </a:lnTo>
                <a:lnTo>
                  <a:pt x="1723932" y="61577"/>
                </a:lnTo>
                <a:lnTo>
                  <a:pt x="1724095" y="61549"/>
                </a:lnTo>
                <a:lnTo>
                  <a:pt x="1724257" y="61520"/>
                </a:lnTo>
                <a:lnTo>
                  <a:pt x="1724418" y="61491"/>
                </a:lnTo>
                <a:lnTo>
                  <a:pt x="1724579" y="61461"/>
                </a:lnTo>
                <a:lnTo>
                  <a:pt x="1724739" y="61431"/>
                </a:lnTo>
                <a:lnTo>
                  <a:pt x="1724898" y="61400"/>
                </a:lnTo>
                <a:lnTo>
                  <a:pt x="1725057" y="61369"/>
                </a:lnTo>
                <a:lnTo>
                  <a:pt x="1725215" y="61337"/>
                </a:lnTo>
                <a:lnTo>
                  <a:pt x="1725372" y="61305"/>
                </a:lnTo>
                <a:lnTo>
                  <a:pt x="1725528" y="61272"/>
                </a:lnTo>
                <a:lnTo>
                  <a:pt x="1725683" y="61238"/>
                </a:lnTo>
                <a:lnTo>
                  <a:pt x="1725837" y="61204"/>
                </a:lnTo>
                <a:lnTo>
                  <a:pt x="1725991" y="61169"/>
                </a:lnTo>
                <a:lnTo>
                  <a:pt x="1726144" y="61133"/>
                </a:lnTo>
                <a:lnTo>
                  <a:pt x="1726296" y="61097"/>
                </a:lnTo>
                <a:lnTo>
                  <a:pt x="1726447" y="61060"/>
                </a:lnTo>
                <a:lnTo>
                  <a:pt x="1726597" y="61022"/>
                </a:lnTo>
                <a:lnTo>
                  <a:pt x="1726746" y="60984"/>
                </a:lnTo>
                <a:lnTo>
                  <a:pt x="1726895" y="60945"/>
                </a:lnTo>
                <a:lnTo>
                  <a:pt x="1727042" y="60906"/>
                </a:lnTo>
                <a:lnTo>
                  <a:pt x="1727189" y="60866"/>
                </a:lnTo>
                <a:lnTo>
                  <a:pt x="1727335" y="60825"/>
                </a:lnTo>
                <a:lnTo>
                  <a:pt x="1727480" y="60783"/>
                </a:lnTo>
                <a:lnTo>
                  <a:pt x="1727624" y="60741"/>
                </a:lnTo>
                <a:lnTo>
                  <a:pt x="1727767" y="60699"/>
                </a:lnTo>
                <a:lnTo>
                  <a:pt x="1727910" y="60655"/>
                </a:lnTo>
                <a:lnTo>
                  <a:pt x="1728051" y="60611"/>
                </a:lnTo>
                <a:lnTo>
                  <a:pt x="1728192" y="60567"/>
                </a:lnTo>
                <a:lnTo>
                  <a:pt x="1728332" y="60521"/>
                </a:lnTo>
                <a:lnTo>
                  <a:pt x="1728471" y="60476"/>
                </a:lnTo>
                <a:lnTo>
                  <a:pt x="1728609" y="60429"/>
                </a:lnTo>
                <a:lnTo>
                  <a:pt x="1728744" y="60380"/>
                </a:lnTo>
                <a:lnTo>
                  <a:pt x="1728878" y="60330"/>
                </a:lnTo>
                <a:lnTo>
                  <a:pt x="1729010" y="60279"/>
                </a:lnTo>
                <a:lnTo>
                  <a:pt x="1729140" y="60226"/>
                </a:lnTo>
                <a:lnTo>
                  <a:pt x="1729268" y="60171"/>
                </a:lnTo>
                <a:lnTo>
                  <a:pt x="1729394" y="60115"/>
                </a:lnTo>
                <a:lnTo>
                  <a:pt x="1729518" y="60058"/>
                </a:lnTo>
                <a:lnTo>
                  <a:pt x="1729641" y="59999"/>
                </a:lnTo>
                <a:lnTo>
                  <a:pt x="1729761" y="59938"/>
                </a:lnTo>
                <a:lnTo>
                  <a:pt x="1729879" y="59877"/>
                </a:lnTo>
                <a:lnTo>
                  <a:pt x="1729996" y="59813"/>
                </a:lnTo>
                <a:lnTo>
                  <a:pt x="1730110" y="59748"/>
                </a:lnTo>
                <a:lnTo>
                  <a:pt x="1730223" y="59682"/>
                </a:lnTo>
                <a:lnTo>
                  <a:pt x="1730334" y="59614"/>
                </a:lnTo>
                <a:lnTo>
                  <a:pt x="1730443" y="59544"/>
                </a:lnTo>
                <a:lnTo>
                  <a:pt x="1730549" y="59473"/>
                </a:lnTo>
                <a:lnTo>
                  <a:pt x="1730654" y="59401"/>
                </a:lnTo>
                <a:lnTo>
                  <a:pt x="1730757" y="59327"/>
                </a:lnTo>
                <a:lnTo>
                  <a:pt x="1730858" y="59251"/>
                </a:lnTo>
                <a:lnTo>
                  <a:pt x="1730958" y="59174"/>
                </a:lnTo>
                <a:lnTo>
                  <a:pt x="1731055" y="59096"/>
                </a:lnTo>
                <a:lnTo>
                  <a:pt x="1731150" y="59016"/>
                </a:lnTo>
                <a:lnTo>
                  <a:pt x="1731243" y="58934"/>
                </a:lnTo>
                <a:lnTo>
                  <a:pt x="1731243" y="65464"/>
                </a:lnTo>
                <a:lnTo>
                  <a:pt x="1731243" y="65589"/>
                </a:lnTo>
                <a:lnTo>
                  <a:pt x="1731241" y="65717"/>
                </a:lnTo>
                <a:lnTo>
                  <a:pt x="1731239" y="65849"/>
                </a:lnTo>
                <a:lnTo>
                  <a:pt x="1731235" y="65984"/>
                </a:lnTo>
                <a:lnTo>
                  <a:pt x="1731230" y="66122"/>
                </a:lnTo>
                <a:close/>
                <a:moveTo>
                  <a:pt x="1378680" y="59494"/>
                </a:moveTo>
                <a:lnTo>
                  <a:pt x="1378679" y="58888"/>
                </a:lnTo>
                <a:lnTo>
                  <a:pt x="1378670" y="58285"/>
                </a:lnTo>
                <a:lnTo>
                  <a:pt x="1378653" y="57684"/>
                </a:lnTo>
                <a:lnTo>
                  <a:pt x="1378628" y="57085"/>
                </a:lnTo>
                <a:lnTo>
                  <a:pt x="1378596" y="56488"/>
                </a:lnTo>
                <a:lnTo>
                  <a:pt x="1378557" y="55894"/>
                </a:lnTo>
                <a:lnTo>
                  <a:pt x="1378509" y="55301"/>
                </a:lnTo>
                <a:lnTo>
                  <a:pt x="1378454" y="54711"/>
                </a:lnTo>
                <a:lnTo>
                  <a:pt x="1378391" y="54123"/>
                </a:lnTo>
                <a:lnTo>
                  <a:pt x="1378320" y="53536"/>
                </a:lnTo>
                <a:lnTo>
                  <a:pt x="1378242" y="52952"/>
                </a:lnTo>
                <a:lnTo>
                  <a:pt x="1378156" y="52371"/>
                </a:lnTo>
                <a:lnTo>
                  <a:pt x="1378062" y="51791"/>
                </a:lnTo>
                <a:lnTo>
                  <a:pt x="1377961" y="51213"/>
                </a:lnTo>
                <a:lnTo>
                  <a:pt x="1377852" y="50638"/>
                </a:lnTo>
                <a:lnTo>
                  <a:pt x="1377735" y="50065"/>
                </a:lnTo>
                <a:lnTo>
                  <a:pt x="1377610" y="49494"/>
                </a:lnTo>
                <a:lnTo>
                  <a:pt x="1377478" y="48925"/>
                </a:lnTo>
                <a:lnTo>
                  <a:pt x="1377338" y="48358"/>
                </a:lnTo>
                <a:lnTo>
                  <a:pt x="1377191" y="47795"/>
                </a:lnTo>
                <a:lnTo>
                  <a:pt x="1377036" y="47237"/>
                </a:lnTo>
                <a:lnTo>
                  <a:pt x="1376873" y="46684"/>
                </a:lnTo>
                <a:lnTo>
                  <a:pt x="1376704" y="46136"/>
                </a:lnTo>
                <a:lnTo>
                  <a:pt x="1376526" y="45594"/>
                </a:lnTo>
                <a:lnTo>
                  <a:pt x="1376341" y="45056"/>
                </a:lnTo>
                <a:lnTo>
                  <a:pt x="1376149" y="44524"/>
                </a:lnTo>
                <a:lnTo>
                  <a:pt x="1375949" y="43997"/>
                </a:lnTo>
                <a:lnTo>
                  <a:pt x="1375742" y="43475"/>
                </a:lnTo>
                <a:lnTo>
                  <a:pt x="1375527" y="42958"/>
                </a:lnTo>
                <a:lnTo>
                  <a:pt x="1375305" y="42446"/>
                </a:lnTo>
                <a:lnTo>
                  <a:pt x="1375075" y="41940"/>
                </a:lnTo>
                <a:lnTo>
                  <a:pt x="1374838" y="41438"/>
                </a:lnTo>
                <a:lnTo>
                  <a:pt x="1374593" y="40942"/>
                </a:lnTo>
                <a:lnTo>
                  <a:pt x="1374341" y="40451"/>
                </a:lnTo>
                <a:lnTo>
                  <a:pt x="1374081" y="39965"/>
                </a:lnTo>
                <a:lnTo>
                  <a:pt x="1373814" y="39484"/>
                </a:lnTo>
                <a:lnTo>
                  <a:pt x="1373539" y="39009"/>
                </a:lnTo>
                <a:lnTo>
                  <a:pt x="1373257" y="38538"/>
                </a:lnTo>
                <a:lnTo>
                  <a:pt x="1372967" y="38073"/>
                </a:lnTo>
                <a:lnTo>
                  <a:pt x="1372670" y="37612"/>
                </a:lnTo>
                <a:lnTo>
                  <a:pt x="1372365" y="37157"/>
                </a:lnTo>
                <a:lnTo>
                  <a:pt x="1372053" y="36708"/>
                </a:lnTo>
                <a:lnTo>
                  <a:pt x="1371733" y="36263"/>
                </a:lnTo>
                <a:lnTo>
                  <a:pt x="1371406" y="35824"/>
                </a:lnTo>
                <a:lnTo>
                  <a:pt x="1371072" y="35393"/>
                </a:lnTo>
                <a:lnTo>
                  <a:pt x="1370730" y="34970"/>
                </a:lnTo>
                <a:lnTo>
                  <a:pt x="1370380" y="34554"/>
                </a:lnTo>
                <a:lnTo>
                  <a:pt x="1370023" y="34145"/>
                </a:lnTo>
                <a:lnTo>
                  <a:pt x="1369659" y="33744"/>
                </a:lnTo>
                <a:lnTo>
                  <a:pt x="1369287" y="33350"/>
                </a:lnTo>
                <a:lnTo>
                  <a:pt x="1368907" y="32964"/>
                </a:lnTo>
                <a:lnTo>
                  <a:pt x="1368520" y="32586"/>
                </a:lnTo>
                <a:lnTo>
                  <a:pt x="1368126" y="32215"/>
                </a:lnTo>
                <a:lnTo>
                  <a:pt x="1367724" y="31851"/>
                </a:lnTo>
                <a:lnTo>
                  <a:pt x="1367314" y="31495"/>
                </a:lnTo>
                <a:lnTo>
                  <a:pt x="1366897" y="31147"/>
                </a:lnTo>
                <a:lnTo>
                  <a:pt x="1366473" y="30806"/>
                </a:lnTo>
                <a:lnTo>
                  <a:pt x="1366041" y="30472"/>
                </a:lnTo>
                <a:lnTo>
                  <a:pt x="1365601" y="30146"/>
                </a:lnTo>
                <a:lnTo>
                  <a:pt x="1365155" y="29828"/>
                </a:lnTo>
                <a:lnTo>
                  <a:pt x="1364700" y="29517"/>
                </a:lnTo>
                <a:lnTo>
                  <a:pt x="1364238" y="29213"/>
                </a:lnTo>
                <a:lnTo>
                  <a:pt x="1363769" y="28917"/>
                </a:lnTo>
                <a:lnTo>
                  <a:pt x="1363292" y="28629"/>
                </a:lnTo>
                <a:lnTo>
                  <a:pt x="1362808" y="28348"/>
                </a:lnTo>
                <a:lnTo>
                  <a:pt x="1362316" y="28074"/>
                </a:lnTo>
                <a:lnTo>
                  <a:pt x="1361816" y="27808"/>
                </a:lnTo>
                <a:lnTo>
                  <a:pt x="1361310" y="27552"/>
                </a:lnTo>
                <a:lnTo>
                  <a:pt x="1360796" y="27306"/>
                </a:lnTo>
                <a:lnTo>
                  <a:pt x="1360275" y="27071"/>
                </a:lnTo>
                <a:lnTo>
                  <a:pt x="1359746" y="26846"/>
                </a:lnTo>
                <a:lnTo>
                  <a:pt x="1359211" y="26633"/>
                </a:lnTo>
                <a:lnTo>
                  <a:pt x="1358668" y="26431"/>
                </a:lnTo>
                <a:lnTo>
                  <a:pt x="1358118" y="26240"/>
                </a:lnTo>
                <a:lnTo>
                  <a:pt x="1357560" y="26059"/>
                </a:lnTo>
                <a:lnTo>
                  <a:pt x="1356995" y="25890"/>
                </a:lnTo>
                <a:lnTo>
                  <a:pt x="1356423" y="25731"/>
                </a:lnTo>
                <a:lnTo>
                  <a:pt x="1355844" y="25584"/>
                </a:lnTo>
                <a:lnTo>
                  <a:pt x="1355258" y="25447"/>
                </a:lnTo>
                <a:lnTo>
                  <a:pt x="1354664" y="25321"/>
                </a:lnTo>
                <a:lnTo>
                  <a:pt x="1354063" y="25207"/>
                </a:lnTo>
                <a:lnTo>
                  <a:pt x="1353454" y="25103"/>
                </a:lnTo>
                <a:lnTo>
                  <a:pt x="1352839" y="25010"/>
                </a:lnTo>
                <a:lnTo>
                  <a:pt x="1352216" y="24928"/>
                </a:lnTo>
                <a:lnTo>
                  <a:pt x="1351586" y="24857"/>
                </a:lnTo>
                <a:lnTo>
                  <a:pt x="1350948" y="24797"/>
                </a:lnTo>
                <a:lnTo>
                  <a:pt x="1350303" y="24748"/>
                </a:lnTo>
                <a:lnTo>
                  <a:pt x="1349651" y="24709"/>
                </a:lnTo>
                <a:lnTo>
                  <a:pt x="1348992" y="24682"/>
                </a:lnTo>
                <a:lnTo>
                  <a:pt x="1348326" y="24666"/>
                </a:lnTo>
                <a:lnTo>
                  <a:pt x="1347652" y="24660"/>
                </a:lnTo>
                <a:lnTo>
                  <a:pt x="1347048" y="24665"/>
                </a:lnTo>
                <a:lnTo>
                  <a:pt x="1346449" y="24678"/>
                </a:lnTo>
                <a:lnTo>
                  <a:pt x="1345855" y="24701"/>
                </a:lnTo>
                <a:lnTo>
                  <a:pt x="1345265" y="24732"/>
                </a:lnTo>
                <a:lnTo>
                  <a:pt x="1344680" y="24773"/>
                </a:lnTo>
                <a:lnTo>
                  <a:pt x="1344099" y="24822"/>
                </a:lnTo>
                <a:lnTo>
                  <a:pt x="1343522" y="24881"/>
                </a:lnTo>
                <a:lnTo>
                  <a:pt x="1342950" y="24948"/>
                </a:lnTo>
                <a:lnTo>
                  <a:pt x="1342383" y="25025"/>
                </a:lnTo>
                <a:lnTo>
                  <a:pt x="1341820" y="25110"/>
                </a:lnTo>
                <a:lnTo>
                  <a:pt x="1341261" y="25205"/>
                </a:lnTo>
                <a:lnTo>
                  <a:pt x="1340707" y="25308"/>
                </a:lnTo>
                <a:lnTo>
                  <a:pt x="1340158" y="25421"/>
                </a:lnTo>
                <a:lnTo>
                  <a:pt x="1339613" y="25542"/>
                </a:lnTo>
                <a:lnTo>
                  <a:pt x="1339072" y="25673"/>
                </a:lnTo>
                <a:lnTo>
                  <a:pt x="1338536" y="25812"/>
                </a:lnTo>
                <a:lnTo>
                  <a:pt x="1338005" y="25961"/>
                </a:lnTo>
                <a:lnTo>
                  <a:pt x="1337478" y="26118"/>
                </a:lnTo>
                <a:lnTo>
                  <a:pt x="1336955" y="26285"/>
                </a:lnTo>
                <a:lnTo>
                  <a:pt x="1336437" y="26460"/>
                </a:lnTo>
                <a:lnTo>
                  <a:pt x="1335924" y="26645"/>
                </a:lnTo>
                <a:lnTo>
                  <a:pt x="1335415" y="26838"/>
                </a:lnTo>
                <a:lnTo>
                  <a:pt x="1334910" y="27041"/>
                </a:lnTo>
                <a:lnTo>
                  <a:pt x="1334410" y="27252"/>
                </a:lnTo>
                <a:lnTo>
                  <a:pt x="1333915" y="27471"/>
                </a:lnTo>
                <a:lnTo>
                  <a:pt x="1333426" y="27697"/>
                </a:lnTo>
                <a:lnTo>
                  <a:pt x="1332943" y="27929"/>
                </a:lnTo>
                <a:lnTo>
                  <a:pt x="1332465" y="28169"/>
                </a:lnTo>
                <a:lnTo>
                  <a:pt x="1331993" y="28414"/>
                </a:lnTo>
                <a:lnTo>
                  <a:pt x="1331527" y="28667"/>
                </a:lnTo>
                <a:lnTo>
                  <a:pt x="1331067" y="28926"/>
                </a:lnTo>
                <a:lnTo>
                  <a:pt x="1330613" y="29191"/>
                </a:lnTo>
                <a:lnTo>
                  <a:pt x="1330164" y="29464"/>
                </a:lnTo>
                <a:lnTo>
                  <a:pt x="1329721" y="29743"/>
                </a:lnTo>
                <a:lnTo>
                  <a:pt x="1329284" y="30028"/>
                </a:lnTo>
                <a:lnTo>
                  <a:pt x="1328852" y="30321"/>
                </a:lnTo>
                <a:lnTo>
                  <a:pt x="1328427" y="30619"/>
                </a:lnTo>
                <a:lnTo>
                  <a:pt x="1328007" y="30925"/>
                </a:lnTo>
                <a:lnTo>
                  <a:pt x="1327593" y="31237"/>
                </a:lnTo>
                <a:lnTo>
                  <a:pt x="1327184" y="31556"/>
                </a:lnTo>
                <a:lnTo>
                  <a:pt x="1326782" y="31881"/>
                </a:lnTo>
                <a:lnTo>
                  <a:pt x="1326385" y="32213"/>
                </a:lnTo>
                <a:lnTo>
                  <a:pt x="1325994" y="32552"/>
                </a:lnTo>
                <a:lnTo>
                  <a:pt x="1325609" y="32898"/>
                </a:lnTo>
                <a:lnTo>
                  <a:pt x="1325229" y="33250"/>
                </a:lnTo>
                <a:lnTo>
                  <a:pt x="1324855" y="33608"/>
                </a:lnTo>
                <a:lnTo>
                  <a:pt x="1324487" y="33974"/>
                </a:lnTo>
                <a:lnTo>
                  <a:pt x="1324125" y="34346"/>
                </a:lnTo>
                <a:lnTo>
                  <a:pt x="1323769" y="34724"/>
                </a:lnTo>
                <a:lnTo>
                  <a:pt x="1323420" y="35108"/>
                </a:lnTo>
                <a:lnTo>
                  <a:pt x="1323078" y="35498"/>
                </a:lnTo>
                <a:lnTo>
                  <a:pt x="1322743" y="35893"/>
                </a:lnTo>
                <a:lnTo>
                  <a:pt x="1322414" y="36294"/>
                </a:lnTo>
                <a:lnTo>
                  <a:pt x="1322092" y="36702"/>
                </a:lnTo>
                <a:lnTo>
                  <a:pt x="1321778" y="37114"/>
                </a:lnTo>
                <a:lnTo>
                  <a:pt x="1321470" y="37533"/>
                </a:lnTo>
                <a:lnTo>
                  <a:pt x="1321169" y="37958"/>
                </a:lnTo>
                <a:lnTo>
                  <a:pt x="1320874" y="38388"/>
                </a:lnTo>
                <a:lnTo>
                  <a:pt x="1320587" y="38824"/>
                </a:lnTo>
                <a:lnTo>
                  <a:pt x="1320306" y="39266"/>
                </a:lnTo>
                <a:lnTo>
                  <a:pt x="1320033" y="39714"/>
                </a:lnTo>
                <a:lnTo>
                  <a:pt x="1319766" y="40167"/>
                </a:lnTo>
                <a:lnTo>
                  <a:pt x="1319506" y="40626"/>
                </a:lnTo>
                <a:lnTo>
                  <a:pt x="1319252" y="41091"/>
                </a:lnTo>
                <a:lnTo>
                  <a:pt x="1319006" y="41562"/>
                </a:lnTo>
                <a:lnTo>
                  <a:pt x="1318767" y="42039"/>
                </a:lnTo>
                <a:lnTo>
                  <a:pt x="1318534" y="42521"/>
                </a:lnTo>
                <a:lnTo>
                  <a:pt x="1318308" y="43009"/>
                </a:lnTo>
                <a:lnTo>
                  <a:pt x="1318089" y="43503"/>
                </a:lnTo>
                <a:lnTo>
                  <a:pt x="1317877" y="44003"/>
                </a:lnTo>
                <a:lnTo>
                  <a:pt x="1317672" y="44508"/>
                </a:lnTo>
                <a:lnTo>
                  <a:pt x="1317473" y="45020"/>
                </a:lnTo>
                <a:lnTo>
                  <a:pt x="1317282" y="45536"/>
                </a:lnTo>
                <a:lnTo>
                  <a:pt x="1317100" y="46055"/>
                </a:lnTo>
                <a:lnTo>
                  <a:pt x="1316925" y="46577"/>
                </a:lnTo>
                <a:lnTo>
                  <a:pt x="1316758" y="47104"/>
                </a:lnTo>
                <a:lnTo>
                  <a:pt x="1316600" y="47633"/>
                </a:lnTo>
                <a:lnTo>
                  <a:pt x="1316449" y="48166"/>
                </a:lnTo>
                <a:lnTo>
                  <a:pt x="1316307" y="48702"/>
                </a:lnTo>
                <a:lnTo>
                  <a:pt x="1316173" y="49242"/>
                </a:lnTo>
                <a:lnTo>
                  <a:pt x="1316047" y="49785"/>
                </a:lnTo>
                <a:lnTo>
                  <a:pt x="1315929" y="50332"/>
                </a:lnTo>
                <a:lnTo>
                  <a:pt x="1315820" y="50882"/>
                </a:lnTo>
                <a:lnTo>
                  <a:pt x="1315718" y="51436"/>
                </a:lnTo>
                <a:lnTo>
                  <a:pt x="1315625" y="51993"/>
                </a:lnTo>
                <a:lnTo>
                  <a:pt x="1315539" y="52553"/>
                </a:lnTo>
                <a:lnTo>
                  <a:pt x="1315462" y="53117"/>
                </a:lnTo>
                <a:lnTo>
                  <a:pt x="1315393" y="53684"/>
                </a:lnTo>
                <a:lnTo>
                  <a:pt x="1315332" y="54255"/>
                </a:lnTo>
                <a:lnTo>
                  <a:pt x="1315279" y="54829"/>
                </a:lnTo>
                <a:lnTo>
                  <a:pt x="1315235" y="55407"/>
                </a:lnTo>
                <a:lnTo>
                  <a:pt x="1315198" y="55988"/>
                </a:lnTo>
                <a:lnTo>
                  <a:pt x="1315170" y="56572"/>
                </a:lnTo>
                <a:lnTo>
                  <a:pt x="1315149" y="57160"/>
                </a:lnTo>
                <a:lnTo>
                  <a:pt x="1315137" y="57751"/>
                </a:lnTo>
                <a:lnTo>
                  <a:pt x="1315133" y="58346"/>
                </a:lnTo>
                <a:lnTo>
                  <a:pt x="1315137" y="58961"/>
                </a:lnTo>
                <a:lnTo>
                  <a:pt x="1315149" y="59571"/>
                </a:lnTo>
                <a:lnTo>
                  <a:pt x="1315169" y="60177"/>
                </a:lnTo>
                <a:lnTo>
                  <a:pt x="1315196" y="60779"/>
                </a:lnTo>
                <a:lnTo>
                  <a:pt x="1315232" y="61377"/>
                </a:lnTo>
                <a:lnTo>
                  <a:pt x="1315276" y="61970"/>
                </a:lnTo>
                <a:lnTo>
                  <a:pt x="1315327" y="62559"/>
                </a:lnTo>
                <a:lnTo>
                  <a:pt x="1315386" y="63144"/>
                </a:lnTo>
                <a:lnTo>
                  <a:pt x="1315454" y="63724"/>
                </a:lnTo>
                <a:lnTo>
                  <a:pt x="1315529" y="64300"/>
                </a:lnTo>
                <a:lnTo>
                  <a:pt x="1315612" y="64872"/>
                </a:lnTo>
                <a:lnTo>
                  <a:pt x="1315703" y="65440"/>
                </a:lnTo>
                <a:lnTo>
                  <a:pt x="1315802" y="66003"/>
                </a:lnTo>
                <a:lnTo>
                  <a:pt x="1315908" y="66563"/>
                </a:lnTo>
                <a:lnTo>
                  <a:pt x="1316023" y="67117"/>
                </a:lnTo>
                <a:lnTo>
                  <a:pt x="1316146" y="67668"/>
                </a:lnTo>
                <a:lnTo>
                  <a:pt x="1316276" y="68214"/>
                </a:lnTo>
                <a:lnTo>
                  <a:pt x="1316415" y="68756"/>
                </a:lnTo>
                <a:lnTo>
                  <a:pt x="1316561" y="69294"/>
                </a:lnTo>
                <a:lnTo>
                  <a:pt x="1316715" y="69827"/>
                </a:lnTo>
                <a:lnTo>
                  <a:pt x="1316877" y="70357"/>
                </a:lnTo>
                <a:lnTo>
                  <a:pt x="1317047" y="70882"/>
                </a:lnTo>
                <a:lnTo>
                  <a:pt x="1317225" y="71402"/>
                </a:lnTo>
                <a:lnTo>
                  <a:pt x="1317411" y="71919"/>
                </a:lnTo>
                <a:lnTo>
                  <a:pt x="1317605" y="72430"/>
                </a:lnTo>
                <a:lnTo>
                  <a:pt x="1317804" y="72935"/>
                </a:lnTo>
                <a:lnTo>
                  <a:pt x="1318011" y="73434"/>
                </a:lnTo>
                <a:lnTo>
                  <a:pt x="1318224" y="73927"/>
                </a:lnTo>
                <a:lnTo>
                  <a:pt x="1318444" y="74414"/>
                </a:lnTo>
                <a:lnTo>
                  <a:pt x="1318670" y="74895"/>
                </a:lnTo>
                <a:lnTo>
                  <a:pt x="1318904" y="75370"/>
                </a:lnTo>
                <a:lnTo>
                  <a:pt x="1319143" y="75839"/>
                </a:lnTo>
                <a:lnTo>
                  <a:pt x="1319389" y="76302"/>
                </a:lnTo>
                <a:lnTo>
                  <a:pt x="1319642" y="76760"/>
                </a:lnTo>
                <a:lnTo>
                  <a:pt x="1319902" y="77211"/>
                </a:lnTo>
                <a:lnTo>
                  <a:pt x="1320168" y="77656"/>
                </a:lnTo>
                <a:lnTo>
                  <a:pt x="1320441" y="78095"/>
                </a:lnTo>
                <a:lnTo>
                  <a:pt x="1320720" y="78528"/>
                </a:lnTo>
                <a:lnTo>
                  <a:pt x="1321006" y="78955"/>
                </a:lnTo>
                <a:lnTo>
                  <a:pt x="1321299" y="79377"/>
                </a:lnTo>
                <a:lnTo>
                  <a:pt x="1321598" y="79792"/>
                </a:lnTo>
                <a:lnTo>
                  <a:pt x="1321904" y="80201"/>
                </a:lnTo>
                <a:lnTo>
                  <a:pt x="1322217" y="80604"/>
                </a:lnTo>
                <a:lnTo>
                  <a:pt x="1322536" y="81002"/>
                </a:lnTo>
                <a:lnTo>
                  <a:pt x="1322862" y="81393"/>
                </a:lnTo>
                <a:lnTo>
                  <a:pt x="1323194" y="81778"/>
                </a:lnTo>
                <a:lnTo>
                  <a:pt x="1323533" y="82157"/>
                </a:lnTo>
                <a:lnTo>
                  <a:pt x="1323879" y="82531"/>
                </a:lnTo>
                <a:lnTo>
                  <a:pt x="1324231" y="82897"/>
                </a:lnTo>
                <a:lnTo>
                  <a:pt x="1324590" y="83257"/>
                </a:lnTo>
                <a:lnTo>
                  <a:pt x="1324955" y="83609"/>
                </a:lnTo>
                <a:lnTo>
                  <a:pt x="1325326" y="83955"/>
                </a:lnTo>
                <a:lnTo>
                  <a:pt x="1325704" y="84293"/>
                </a:lnTo>
                <a:lnTo>
                  <a:pt x="1326088" y="84624"/>
                </a:lnTo>
                <a:lnTo>
                  <a:pt x="1326479" y="84948"/>
                </a:lnTo>
                <a:lnTo>
                  <a:pt x="1326876" y="85265"/>
                </a:lnTo>
                <a:lnTo>
                  <a:pt x="1327280" y="85575"/>
                </a:lnTo>
                <a:lnTo>
                  <a:pt x="1327689" y="85878"/>
                </a:lnTo>
                <a:lnTo>
                  <a:pt x="1328106" y="86174"/>
                </a:lnTo>
                <a:lnTo>
                  <a:pt x="1328529" y="86463"/>
                </a:lnTo>
                <a:lnTo>
                  <a:pt x="1328958" y="86745"/>
                </a:lnTo>
                <a:lnTo>
                  <a:pt x="1329393" y="87020"/>
                </a:lnTo>
                <a:lnTo>
                  <a:pt x="1329835" y="87287"/>
                </a:lnTo>
                <a:lnTo>
                  <a:pt x="1330284" y="87548"/>
                </a:lnTo>
                <a:lnTo>
                  <a:pt x="1330739" y="87801"/>
                </a:lnTo>
                <a:lnTo>
                  <a:pt x="1331200" y="88048"/>
                </a:lnTo>
                <a:lnTo>
                  <a:pt x="1331667" y="88287"/>
                </a:lnTo>
                <a:lnTo>
                  <a:pt x="1332142" y="88519"/>
                </a:lnTo>
                <a:lnTo>
                  <a:pt x="1332622" y="88745"/>
                </a:lnTo>
                <a:lnTo>
                  <a:pt x="1333109" y="88963"/>
                </a:lnTo>
                <a:lnTo>
                  <a:pt x="1333602" y="89174"/>
                </a:lnTo>
                <a:lnTo>
                  <a:pt x="1334102" y="89378"/>
                </a:lnTo>
                <a:lnTo>
                  <a:pt x="1334607" y="89574"/>
                </a:lnTo>
                <a:lnTo>
                  <a:pt x="1335118" y="89762"/>
                </a:lnTo>
                <a:lnTo>
                  <a:pt x="1335634" y="89942"/>
                </a:lnTo>
                <a:lnTo>
                  <a:pt x="1336155" y="90113"/>
                </a:lnTo>
                <a:lnTo>
                  <a:pt x="1336681" y="90276"/>
                </a:lnTo>
                <a:lnTo>
                  <a:pt x="1337212" y="90431"/>
                </a:lnTo>
                <a:lnTo>
                  <a:pt x="1337748" y="90577"/>
                </a:lnTo>
                <a:lnTo>
                  <a:pt x="1338290" y="90715"/>
                </a:lnTo>
                <a:lnTo>
                  <a:pt x="1338836" y="90844"/>
                </a:lnTo>
                <a:lnTo>
                  <a:pt x="1339388" y="90965"/>
                </a:lnTo>
                <a:lnTo>
                  <a:pt x="1339945" y="91078"/>
                </a:lnTo>
                <a:lnTo>
                  <a:pt x="1340507" y="91182"/>
                </a:lnTo>
                <a:lnTo>
                  <a:pt x="1341074" y="91278"/>
                </a:lnTo>
                <a:lnTo>
                  <a:pt x="1341647" y="91366"/>
                </a:lnTo>
                <a:lnTo>
                  <a:pt x="1342224" y="91446"/>
                </a:lnTo>
                <a:lnTo>
                  <a:pt x="1342807" y="91517"/>
                </a:lnTo>
                <a:lnTo>
                  <a:pt x="1343394" y="91579"/>
                </a:lnTo>
                <a:lnTo>
                  <a:pt x="1343987" y="91633"/>
                </a:lnTo>
                <a:lnTo>
                  <a:pt x="1344585" y="91679"/>
                </a:lnTo>
                <a:lnTo>
                  <a:pt x="1345188" y="91717"/>
                </a:lnTo>
                <a:lnTo>
                  <a:pt x="1345796" y="91746"/>
                </a:lnTo>
                <a:lnTo>
                  <a:pt x="1346410" y="91767"/>
                </a:lnTo>
                <a:lnTo>
                  <a:pt x="1347028" y="91780"/>
                </a:lnTo>
                <a:lnTo>
                  <a:pt x="1347652" y="91784"/>
                </a:lnTo>
                <a:lnTo>
                  <a:pt x="1348550" y="91775"/>
                </a:lnTo>
                <a:lnTo>
                  <a:pt x="1349436" y="91750"/>
                </a:lnTo>
                <a:lnTo>
                  <a:pt x="1350312" y="91707"/>
                </a:lnTo>
                <a:lnTo>
                  <a:pt x="1351176" y="91647"/>
                </a:lnTo>
                <a:lnTo>
                  <a:pt x="1352029" y="91570"/>
                </a:lnTo>
                <a:lnTo>
                  <a:pt x="1352871" y="91476"/>
                </a:lnTo>
                <a:lnTo>
                  <a:pt x="1353702" y="91365"/>
                </a:lnTo>
                <a:lnTo>
                  <a:pt x="1354522" y="91237"/>
                </a:lnTo>
                <a:lnTo>
                  <a:pt x="1355331" y="91092"/>
                </a:lnTo>
                <a:lnTo>
                  <a:pt x="1356129" y="90929"/>
                </a:lnTo>
                <a:lnTo>
                  <a:pt x="1356915" y="90750"/>
                </a:lnTo>
                <a:lnTo>
                  <a:pt x="1357691" y="90553"/>
                </a:lnTo>
                <a:lnTo>
                  <a:pt x="1358455" y="90340"/>
                </a:lnTo>
                <a:lnTo>
                  <a:pt x="1359208" y="90109"/>
                </a:lnTo>
                <a:lnTo>
                  <a:pt x="1359950" y="89861"/>
                </a:lnTo>
                <a:lnTo>
                  <a:pt x="1360681" y="89596"/>
                </a:lnTo>
                <a:lnTo>
                  <a:pt x="1361401" y="89314"/>
                </a:lnTo>
                <a:lnTo>
                  <a:pt x="1362110" y="89015"/>
                </a:lnTo>
                <a:lnTo>
                  <a:pt x="1362807" y="88699"/>
                </a:lnTo>
                <a:lnTo>
                  <a:pt x="1363494" y="88365"/>
                </a:lnTo>
                <a:lnTo>
                  <a:pt x="1364169" y="88015"/>
                </a:lnTo>
                <a:lnTo>
                  <a:pt x="1364833" y="87647"/>
                </a:lnTo>
                <a:lnTo>
                  <a:pt x="1365486" y="87263"/>
                </a:lnTo>
                <a:lnTo>
                  <a:pt x="1366128" y="86861"/>
                </a:lnTo>
                <a:lnTo>
                  <a:pt x="1366758" y="86440"/>
                </a:lnTo>
                <a:lnTo>
                  <a:pt x="1367374" y="85995"/>
                </a:lnTo>
                <a:lnTo>
                  <a:pt x="1367976" y="85529"/>
                </a:lnTo>
                <a:lnTo>
                  <a:pt x="1368565" y="85039"/>
                </a:lnTo>
                <a:lnTo>
                  <a:pt x="1369140" y="84527"/>
                </a:lnTo>
                <a:lnTo>
                  <a:pt x="1369701" y="83992"/>
                </a:lnTo>
                <a:lnTo>
                  <a:pt x="1370249" y="83435"/>
                </a:lnTo>
                <a:lnTo>
                  <a:pt x="1370782" y="82855"/>
                </a:lnTo>
                <a:lnTo>
                  <a:pt x="1371303" y="82252"/>
                </a:lnTo>
                <a:lnTo>
                  <a:pt x="1371809" y="81626"/>
                </a:lnTo>
                <a:lnTo>
                  <a:pt x="1372302" y="80978"/>
                </a:lnTo>
                <a:lnTo>
                  <a:pt x="1372781" y="80308"/>
                </a:lnTo>
                <a:lnTo>
                  <a:pt x="1373246" y="79614"/>
                </a:lnTo>
                <a:lnTo>
                  <a:pt x="1373698" y="78898"/>
                </a:lnTo>
                <a:lnTo>
                  <a:pt x="1374136" y="78159"/>
                </a:lnTo>
                <a:lnTo>
                  <a:pt x="1374560" y="77398"/>
                </a:lnTo>
                <a:lnTo>
                  <a:pt x="1374971" y="76614"/>
                </a:lnTo>
                <a:lnTo>
                  <a:pt x="1375368" y="75807"/>
                </a:lnTo>
                <a:lnTo>
                  <a:pt x="1375751" y="74978"/>
                </a:lnTo>
                <a:lnTo>
                  <a:pt x="1376121" y="74126"/>
                </a:lnTo>
                <a:lnTo>
                  <a:pt x="1376477" y="73252"/>
                </a:lnTo>
                <a:lnTo>
                  <a:pt x="1376819" y="72354"/>
                </a:lnTo>
                <a:lnTo>
                  <a:pt x="1377147" y="71434"/>
                </a:lnTo>
                <a:lnTo>
                  <a:pt x="1377462" y="70492"/>
                </a:lnTo>
                <a:lnTo>
                  <a:pt x="1362065" y="70492"/>
                </a:lnTo>
                <a:lnTo>
                  <a:pt x="1361988" y="70736"/>
                </a:lnTo>
                <a:lnTo>
                  <a:pt x="1361900" y="70978"/>
                </a:lnTo>
                <a:lnTo>
                  <a:pt x="1361803" y="71220"/>
                </a:lnTo>
                <a:lnTo>
                  <a:pt x="1361695" y="71460"/>
                </a:lnTo>
                <a:lnTo>
                  <a:pt x="1361577" y="71700"/>
                </a:lnTo>
                <a:lnTo>
                  <a:pt x="1361448" y="71938"/>
                </a:lnTo>
                <a:lnTo>
                  <a:pt x="1361310" y="72175"/>
                </a:lnTo>
                <a:lnTo>
                  <a:pt x="1361161" y="72412"/>
                </a:lnTo>
                <a:lnTo>
                  <a:pt x="1361002" y="72647"/>
                </a:lnTo>
                <a:lnTo>
                  <a:pt x="1360832" y="72881"/>
                </a:lnTo>
                <a:lnTo>
                  <a:pt x="1360653" y="73114"/>
                </a:lnTo>
                <a:lnTo>
                  <a:pt x="1360463" y="73346"/>
                </a:lnTo>
                <a:lnTo>
                  <a:pt x="1360262" y="73577"/>
                </a:lnTo>
                <a:lnTo>
                  <a:pt x="1360052" y="73807"/>
                </a:lnTo>
                <a:lnTo>
                  <a:pt x="1359831" y="74036"/>
                </a:lnTo>
                <a:lnTo>
                  <a:pt x="1359600" y="74264"/>
                </a:lnTo>
                <a:lnTo>
                  <a:pt x="1359359" y="74490"/>
                </a:lnTo>
                <a:lnTo>
                  <a:pt x="1359107" y="74716"/>
                </a:lnTo>
                <a:lnTo>
                  <a:pt x="1358846" y="74941"/>
                </a:lnTo>
                <a:lnTo>
                  <a:pt x="1358573" y="75164"/>
                </a:lnTo>
                <a:lnTo>
                  <a:pt x="1358291" y="75387"/>
                </a:lnTo>
                <a:lnTo>
                  <a:pt x="1357999" y="75608"/>
                </a:lnTo>
                <a:lnTo>
                  <a:pt x="1357696" y="75829"/>
                </a:lnTo>
                <a:lnTo>
                  <a:pt x="1357382" y="76048"/>
                </a:lnTo>
                <a:lnTo>
                  <a:pt x="1357062" y="76262"/>
                </a:lnTo>
                <a:lnTo>
                  <a:pt x="1356736" y="76467"/>
                </a:lnTo>
                <a:lnTo>
                  <a:pt x="1356405" y="76663"/>
                </a:lnTo>
                <a:lnTo>
                  <a:pt x="1356069" y="76850"/>
                </a:lnTo>
                <a:lnTo>
                  <a:pt x="1355728" y="77027"/>
                </a:lnTo>
                <a:lnTo>
                  <a:pt x="1355381" y="77196"/>
                </a:lnTo>
                <a:lnTo>
                  <a:pt x="1355030" y="77355"/>
                </a:lnTo>
                <a:lnTo>
                  <a:pt x="1354673" y="77506"/>
                </a:lnTo>
                <a:lnTo>
                  <a:pt x="1354311" y="77647"/>
                </a:lnTo>
                <a:lnTo>
                  <a:pt x="1353944" y="77779"/>
                </a:lnTo>
                <a:lnTo>
                  <a:pt x="1353572" y="77902"/>
                </a:lnTo>
                <a:lnTo>
                  <a:pt x="1353195" y="78016"/>
                </a:lnTo>
                <a:lnTo>
                  <a:pt x="1352813" y="78121"/>
                </a:lnTo>
                <a:lnTo>
                  <a:pt x="1352425" y="78216"/>
                </a:lnTo>
                <a:lnTo>
                  <a:pt x="1352033" y="78303"/>
                </a:lnTo>
                <a:lnTo>
                  <a:pt x="1351635" y="78380"/>
                </a:lnTo>
                <a:lnTo>
                  <a:pt x="1351232" y="78449"/>
                </a:lnTo>
                <a:lnTo>
                  <a:pt x="1350824" y="78508"/>
                </a:lnTo>
                <a:lnTo>
                  <a:pt x="1350411" y="78558"/>
                </a:lnTo>
                <a:lnTo>
                  <a:pt x="1349993" y="78599"/>
                </a:lnTo>
                <a:lnTo>
                  <a:pt x="1349569" y="78631"/>
                </a:lnTo>
                <a:lnTo>
                  <a:pt x="1349141" y="78654"/>
                </a:lnTo>
                <a:lnTo>
                  <a:pt x="1348707" y="78667"/>
                </a:lnTo>
                <a:lnTo>
                  <a:pt x="1348268" y="78672"/>
                </a:lnTo>
                <a:lnTo>
                  <a:pt x="1347658" y="78665"/>
                </a:lnTo>
                <a:lnTo>
                  <a:pt x="1347061" y="78645"/>
                </a:lnTo>
                <a:lnTo>
                  <a:pt x="1346475" y="78612"/>
                </a:lnTo>
                <a:lnTo>
                  <a:pt x="1345901" y="78566"/>
                </a:lnTo>
                <a:lnTo>
                  <a:pt x="1345339" y="78506"/>
                </a:lnTo>
                <a:lnTo>
                  <a:pt x="1344789" y="78433"/>
                </a:lnTo>
                <a:lnTo>
                  <a:pt x="1344250" y="78347"/>
                </a:lnTo>
                <a:lnTo>
                  <a:pt x="1343724" y="78248"/>
                </a:lnTo>
                <a:lnTo>
                  <a:pt x="1343210" y="78136"/>
                </a:lnTo>
                <a:lnTo>
                  <a:pt x="1342708" y="78010"/>
                </a:lnTo>
                <a:lnTo>
                  <a:pt x="1342218" y="77871"/>
                </a:lnTo>
                <a:lnTo>
                  <a:pt x="1341740" y="77718"/>
                </a:lnTo>
                <a:lnTo>
                  <a:pt x="1341273" y="77553"/>
                </a:lnTo>
                <a:lnTo>
                  <a:pt x="1340819" y="77374"/>
                </a:lnTo>
                <a:lnTo>
                  <a:pt x="1340377" y="77182"/>
                </a:lnTo>
                <a:lnTo>
                  <a:pt x="1339946" y="76977"/>
                </a:lnTo>
                <a:lnTo>
                  <a:pt x="1339528" y="76758"/>
                </a:lnTo>
                <a:lnTo>
                  <a:pt x="1339122" y="76527"/>
                </a:lnTo>
                <a:lnTo>
                  <a:pt x="1338727" y="76282"/>
                </a:lnTo>
                <a:lnTo>
                  <a:pt x="1338345" y="76023"/>
                </a:lnTo>
                <a:lnTo>
                  <a:pt x="1337974" y="75752"/>
                </a:lnTo>
                <a:lnTo>
                  <a:pt x="1337616" y="75467"/>
                </a:lnTo>
                <a:lnTo>
                  <a:pt x="1337269" y="75169"/>
                </a:lnTo>
                <a:lnTo>
                  <a:pt x="1336934" y="74858"/>
                </a:lnTo>
                <a:lnTo>
                  <a:pt x="1336612" y="74532"/>
                </a:lnTo>
                <a:lnTo>
                  <a:pt x="1336302" y="74190"/>
                </a:lnTo>
                <a:lnTo>
                  <a:pt x="1336005" y="73831"/>
                </a:lnTo>
                <a:lnTo>
                  <a:pt x="1335720" y="73456"/>
                </a:lnTo>
                <a:lnTo>
                  <a:pt x="1335447" y="73065"/>
                </a:lnTo>
                <a:lnTo>
                  <a:pt x="1335187" y="72658"/>
                </a:lnTo>
                <a:lnTo>
                  <a:pt x="1334939" y="72235"/>
                </a:lnTo>
                <a:lnTo>
                  <a:pt x="1334704" y="71795"/>
                </a:lnTo>
                <a:lnTo>
                  <a:pt x="1334481" y="71339"/>
                </a:lnTo>
                <a:lnTo>
                  <a:pt x="1334270" y="70867"/>
                </a:lnTo>
                <a:lnTo>
                  <a:pt x="1334072" y="70379"/>
                </a:lnTo>
                <a:lnTo>
                  <a:pt x="1333886" y="69874"/>
                </a:lnTo>
                <a:lnTo>
                  <a:pt x="1333713" y="69353"/>
                </a:lnTo>
                <a:lnTo>
                  <a:pt x="1333552" y="68816"/>
                </a:lnTo>
                <a:lnTo>
                  <a:pt x="1333403" y="68263"/>
                </a:lnTo>
                <a:lnTo>
                  <a:pt x="1333267" y="67693"/>
                </a:lnTo>
                <a:lnTo>
                  <a:pt x="1333143" y="67107"/>
                </a:lnTo>
                <a:lnTo>
                  <a:pt x="1333032" y="66505"/>
                </a:lnTo>
                <a:lnTo>
                  <a:pt x="1332933" y="65887"/>
                </a:lnTo>
                <a:lnTo>
                  <a:pt x="1332847" y="65253"/>
                </a:lnTo>
                <a:lnTo>
                  <a:pt x="1332773" y="64602"/>
                </a:lnTo>
                <a:lnTo>
                  <a:pt x="1332711" y="63935"/>
                </a:lnTo>
                <a:lnTo>
                  <a:pt x="1332662" y="63252"/>
                </a:lnTo>
                <a:lnTo>
                  <a:pt x="1332625" y="62553"/>
                </a:lnTo>
                <a:lnTo>
                  <a:pt x="1378571" y="62553"/>
                </a:lnTo>
                <a:lnTo>
                  <a:pt x="1378608" y="61936"/>
                </a:lnTo>
                <a:lnTo>
                  <a:pt x="1378638" y="61323"/>
                </a:lnTo>
                <a:lnTo>
                  <a:pt x="1378659" y="60711"/>
                </a:lnTo>
                <a:lnTo>
                  <a:pt x="1378674" y="60101"/>
                </a:lnTo>
                <a:lnTo>
                  <a:pt x="1378680" y="59494"/>
                </a:lnTo>
                <a:close/>
                <a:moveTo>
                  <a:pt x="1332700" y="50692"/>
                </a:moveTo>
                <a:lnTo>
                  <a:pt x="1332720" y="50528"/>
                </a:lnTo>
                <a:lnTo>
                  <a:pt x="1332743" y="50362"/>
                </a:lnTo>
                <a:lnTo>
                  <a:pt x="1332768" y="50195"/>
                </a:lnTo>
                <a:lnTo>
                  <a:pt x="1332794" y="50026"/>
                </a:lnTo>
                <a:lnTo>
                  <a:pt x="1332823" y="49855"/>
                </a:lnTo>
                <a:lnTo>
                  <a:pt x="1332853" y="49683"/>
                </a:lnTo>
                <a:lnTo>
                  <a:pt x="1332885" y="49509"/>
                </a:lnTo>
                <a:lnTo>
                  <a:pt x="1332920" y="49333"/>
                </a:lnTo>
                <a:lnTo>
                  <a:pt x="1332956" y="49155"/>
                </a:lnTo>
                <a:lnTo>
                  <a:pt x="1332994" y="48976"/>
                </a:lnTo>
                <a:lnTo>
                  <a:pt x="1333034" y="48795"/>
                </a:lnTo>
                <a:lnTo>
                  <a:pt x="1333076" y="48612"/>
                </a:lnTo>
                <a:lnTo>
                  <a:pt x="1333120" y="48428"/>
                </a:lnTo>
                <a:lnTo>
                  <a:pt x="1333166" y="48241"/>
                </a:lnTo>
                <a:lnTo>
                  <a:pt x="1333213" y="48053"/>
                </a:lnTo>
                <a:lnTo>
                  <a:pt x="1333263" y="47864"/>
                </a:lnTo>
                <a:lnTo>
                  <a:pt x="1333315" y="47673"/>
                </a:lnTo>
                <a:lnTo>
                  <a:pt x="1333368" y="47479"/>
                </a:lnTo>
                <a:lnTo>
                  <a:pt x="1333423" y="47285"/>
                </a:lnTo>
                <a:lnTo>
                  <a:pt x="1333482" y="47089"/>
                </a:lnTo>
                <a:lnTo>
                  <a:pt x="1333543" y="46895"/>
                </a:lnTo>
                <a:lnTo>
                  <a:pt x="1333608" y="46701"/>
                </a:lnTo>
                <a:lnTo>
                  <a:pt x="1333677" y="46508"/>
                </a:lnTo>
                <a:lnTo>
                  <a:pt x="1333749" y="46317"/>
                </a:lnTo>
                <a:lnTo>
                  <a:pt x="1333824" y="46126"/>
                </a:lnTo>
                <a:lnTo>
                  <a:pt x="1333903" y="45935"/>
                </a:lnTo>
                <a:lnTo>
                  <a:pt x="1333985" y="45746"/>
                </a:lnTo>
                <a:lnTo>
                  <a:pt x="1334071" y="45558"/>
                </a:lnTo>
                <a:lnTo>
                  <a:pt x="1334160" y="45370"/>
                </a:lnTo>
                <a:lnTo>
                  <a:pt x="1334252" y="45184"/>
                </a:lnTo>
                <a:lnTo>
                  <a:pt x="1334348" y="44998"/>
                </a:lnTo>
                <a:lnTo>
                  <a:pt x="1334447" y="44813"/>
                </a:lnTo>
                <a:lnTo>
                  <a:pt x="1334550" y="44629"/>
                </a:lnTo>
                <a:lnTo>
                  <a:pt x="1334656" y="44445"/>
                </a:lnTo>
                <a:lnTo>
                  <a:pt x="1334766" y="44263"/>
                </a:lnTo>
                <a:lnTo>
                  <a:pt x="1334879" y="44082"/>
                </a:lnTo>
                <a:lnTo>
                  <a:pt x="1334995" y="43901"/>
                </a:lnTo>
                <a:lnTo>
                  <a:pt x="1335115" y="43721"/>
                </a:lnTo>
                <a:lnTo>
                  <a:pt x="1335238" y="43542"/>
                </a:lnTo>
                <a:lnTo>
                  <a:pt x="1335365" y="43364"/>
                </a:lnTo>
                <a:lnTo>
                  <a:pt x="1335495" y="43187"/>
                </a:lnTo>
                <a:lnTo>
                  <a:pt x="1335628" y="43011"/>
                </a:lnTo>
                <a:lnTo>
                  <a:pt x="1335765" y="42836"/>
                </a:lnTo>
                <a:lnTo>
                  <a:pt x="1335906" y="42662"/>
                </a:lnTo>
                <a:lnTo>
                  <a:pt x="1336050" y="42490"/>
                </a:lnTo>
                <a:lnTo>
                  <a:pt x="1336199" y="42321"/>
                </a:lnTo>
                <a:lnTo>
                  <a:pt x="1336351" y="42154"/>
                </a:lnTo>
                <a:lnTo>
                  <a:pt x="1336507" y="41990"/>
                </a:lnTo>
                <a:lnTo>
                  <a:pt x="1336666" y="41828"/>
                </a:lnTo>
                <a:lnTo>
                  <a:pt x="1336830" y="41668"/>
                </a:lnTo>
                <a:lnTo>
                  <a:pt x="1336997" y="41510"/>
                </a:lnTo>
                <a:lnTo>
                  <a:pt x="1337169" y="41355"/>
                </a:lnTo>
                <a:lnTo>
                  <a:pt x="1337344" y="41203"/>
                </a:lnTo>
                <a:lnTo>
                  <a:pt x="1337523" y="41052"/>
                </a:lnTo>
                <a:lnTo>
                  <a:pt x="1337706" y="40904"/>
                </a:lnTo>
                <a:lnTo>
                  <a:pt x="1337892" y="40759"/>
                </a:lnTo>
                <a:lnTo>
                  <a:pt x="1338083" y="40616"/>
                </a:lnTo>
                <a:lnTo>
                  <a:pt x="1338277" y="40475"/>
                </a:lnTo>
                <a:lnTo>
                  <a:pt x="1338475" y="40336"/>
                </a:lnTo>
                <a:lnTo>
                  <a:pt x="1338677" y="40200"/>
                </a:lnTo>
                <a:lnTo>
                  <a:pt x="1338883" y="40066"/>
                </a:lnTo>
                <a:lnTo>
                  <a:pt x="1339093" y="39935"/>
                </a:lnTo>
                <a:lnTo>
                  <a:pt x="1339307" y="39806"/>
                </a:lnTo>
                <a:lnTo>
                  <a:pt x="1339524" y="39679"/>
                </a:lnTo>
                <a:lnTo>
                  <a:pt x="1339745" y="39555"/>
                </a:lnTo>
                <a:lnTo>
                  <a:pt x="1339970" y="39433"/>
                </a:lnTo>
                <a:lnTo>
                  <a:pt x="1340199" y="39313"/>
                </a:lnTo>
                <a:lnTo>
                  <a:pt x="1340433" y="39197"/>
                </a:lnTo>
                <a:lnTo>
                  <a:pt x="1340671" y="39086"/>
                </a:lnTo>
                <a:lnTo>
                  <a:pt x="1340915" y="38980"/>
                </a:lnTo>
                <a:lnTo>
                  <a:pt x="1341163" y="38879"/>
                </a:lnTo>
                <a:lnTo>
                  <a:pt x="1341416" y="38783"/>
                </a:lnTo>
                <a:lnTo>
                  <a:pt x="1341674" y="38692"/>
                </a:lnTo>
                <a:lnTo>
                  <a:pt x="1341937" y="38605"/>
                </a:lnTo>
                <a:lnTo>
                  <a:pt x="1342205" y="38524"/>
                </a:lnTo>
                <a:lnTo>
                  <a:pt x="1342478" y="38447"/>
                </a:lnTo>
                <a:lnTo>
                  <a:pt x="1342755" y="38376"/>
                </a:lnTo>
                <a:lnTo>
                  <a:pt x="1343038" y="38309"/>
                </a:lnTo>
                <a:lnTo>
                  <a:pt x="1343326" y="38248"/>
                </a:lnTo>
                <a:lnTo>
                  <a:pt x="1343618" y="38191"/>
                </a:lnTo>
                <a:lnTo>
                  <a:pt x="1343915" y="38139"/>
                </a:lnTo>
                <a:lnTo>
                  <a:pt x="1344218" y="38092"/>
                </a:lnTo>
                <a:lnTo>
                  <a:pt x="1344525" y="38050"/>
                </a:lnTo>
                <a:lnTo>
                  <a:pt x="1344837" y="38013"/>
                </a:lnTo>
                <a:lnTo>
                  <a:pt x="1345154" y="37981"/>
                </a:lnTo>
                <a:lnTo>
                  <a:pt x="1345476" y="37954"/>
                </a:lnTo>
                <a:lnTo>
                  <a:pt x="1345803" y="37932"/>
                </a:lnTo>
                <a:lnTo>
                  <a:pt x="1346135" y="37915"/>
                </a:lnTo>
                <a:lnTo>
                  <a:pt x="1346471" y="37902"/>
                </a:lnTo>
                <a:lnTo>
                  <a:pt x="1346813" y="37895"/>
                </a:lnTo>
                <a:lnTo>
                  <a:pt x="1347159" y="37892"/>
                </a:lnTo>
                <a:lnTo>
                  <a:pt x="1347688" y="37898"/>
                </a:lnTo>
                <a:lnTo>
                  <a:pt x="1348204" y="37916"/>
                </a:lnTo>
                <a:lnTo>
                  <a:pt x="1348710" y="37946"/>
                </a:lnTo>
                <a:lnTo>
                  <a:pt x="1349204" y="37989"/>
                </a:lnTo>
                <a:lnTo>
                  <a:pt x="1349687" y="38043"/>
                </a:lnTo>
                <a:lnTo>
                  <a:pt x="1350158" y="38109"/>
                </a:lnTo>
                <a:lnTo>
                  <a:pt x="1350618" y="38187"/>
                </a:lnTo>
                <a:lnTo>
                  <a:pt x="1351067" y="38277"/>
                </a:lnTo>
                <a:lnTo>
                  <a:pt x="1351505" y="38379"/>
                </a:lnTo>
                <a:lnTo>
                  <a:pt x="1351931" y="38493"/>
                </a:lnTo>
                <a:lnTo>
                  <a:pt x="1352345" y="38619"/>
                </a:lnTo>
                <a:lnTo>
                  <a:pt x="1352749" y="38757"/>
                </a:lnTo>
                <a:lnTo>
                  <a:pt x="1353141" y="38908"/>
                </a:lnTo>
                <a:lnTo>
                  <a:pt x="1353522" y="39070"/>
                </a:lnTo>
                <a:lnTo>
                  <a:pt x="1353891" y="39244"/>
                </a:lnTo>
                <a:lnTo>
                  <a:pt x="1354249" y="39430"/>
                </a:lnTo>
                <a:lnTo>
                  <a:pt x="1354596" y="39629"/>
                </a:lnTo>
                <a:lnTo>
                  <a:pt x="1354931" y="39839"/>
                </a:lnTo>
                <a:lnTo>
                  <a:pt x="1355255" y="40061"/>
                </a:lnTo>
                <a:lnTo>
                  <a:pt x="1355568" y="40295"/>
                </a:lnTo>
                <a:lnTo>
                  <a:pt x="1355870" y="40542"/>
                </a:lnTo>
                <a:lnTo>
                  <a:pt x="1356160" y="40800"/>
                </a:lnTo>
                <a:lnTo>
                  <a:pt x="1356438" y="41070"/>
                </a:lnTo>
                <a:lnTo>
                  <a:pt x="1356706" y="41353"/>
                </a:lnTo>
                <a:lnTo>
                  <a:pt x="1356964" y="41647"/>
                </a:lnTo>
                <a:lnTo>
                  <a:pt x="1357216" y="41952"/>
                </a:lnTo>
                <a:lnTo>
                  <a:pt x="1357461" y="42268"/>
                </a:lnTo>
                <a:lnTo>
                  <a:pt x="1357700" y="42595"/>
                </a:lnTo>
                <a:lnTo>
                  <a:pt x="1357932" y="42934"/>
                </a:lnTo>
                <a:lnTo>
                  <a:pt x="1358157" y="43284"/>
                </a:lnTo>
                <a:lnTo>
                  <a:pt x="1358376" y="43644"/>
                </a:lnTo>
                <a:lnTo>
                  <a:pt x="1358588" y="44017"/>
                </a:lnTo>
                <a:lnTo>
                  <a:pt x="1358793" y="44400"/>
                </a:lnTo>
                <a:lnTo>
                  <a:pt x="1358992" y="44794"/>
                </a:lnTo>
                <a:lnTo>
                  <a:pt x="1359184" y="45199"/>
                </a:lnTo>
                <a:lnTo>
                  <a:pt x="1359369" y="45616"/>
                </a:lnTo>
                <a:lnTo>
                  <a:pt x="1359548" y="46044"/>
                </a:lnTo>
                <a:lnTo>
                  <a:pt x="1359720" y="46483"/>
                </a:lnTo>
                <a:lnTo>
                  <a:pt x="1359886" y="46933"/>
                </a:lnTo>
                <a:lnTo>
                  <a:pt x="1360045" y="47394"/>
                </a:lnTo>
                <a:lnTo>
                  <a:pt x="1360197" y="47867"/>
                </a:lnTo>
                <a:lnTo>
                  <a:pt x="1360343" y="48350"/>
                </a:lnTo>
                <a:lnTo>
                  <a:pt x="1360482" y="48845"/>
                </a:lnTo>
                <a:lnTo>
                  <a:pt x="1360614" y="49351"/>
                </a:lnTo>
                <a:lnTo>
                  <a:pt x="1360740" y="49868"/>
                </a:lnTo>
                <a:lnTo>
                  <a:pt x="1360859" y="50396"/>
                </a:lnTo>
                <a:lnTo>
                  <a:pt x="1360972" y="50935"/>
                </a:lnTo>
                <a:lnTo>
                  <a:pt x="1361078" y="51486"/>
                </a:lnTo>
                <a:lnTo>
                  <a:pt x="1332625" y="51486"/>
                </a:lnTo>
                <a:lnTo>
                  <a:pt x="1332636" y="51330"/>
                </a:lnTo>
                <a:lnTo>
                  <a:pt x="1332649" y="51173"/>
                </a:lnTo>
                <a:lnTo>
                  <a:pt x="1332664" y="51015"/>
                </a:lnTo>
                <a:lnTo>
                  <a:pt x="1332681" y="50854"/>
                </a:lnTo>
                <a:lnTo>
                  <a:pt x="1332700" y="50692"/>
                </a:lnTo>
                <a:close/>
                <a:moveTo>
                  <a:pt x="1538288" y="90100"/>
                </a:moveTo>
                <a:lnTo>
                  <a:pt x="1555779" y="90100"/>
                </a:lnTo>
                <a:lnTo>
                  <a:pt x="1555779" y="26416"/>
                </a:lnTo>
                <a:lnTo>
                  <a:pt x="1538288" y="26416"/>
                </a:lnTo>
                <a:lnTo>
                  <a:pt x="1538288" y="90100"/>
                </a:lnTo>
                <a:close/>
                <a:moveTo>
                  <a:pt x="1287309" y="34466"/>
                </a:moveTo>
                <a:lnTo>
                  <a:pt x="1287034" y="34019"/>
                </a:lnTo>
                <a:lnTo>
                  <a:pt x="1286753" y="33583"/>
                </a:lnTo>
                <a:lnTo>
                  <a:pt x="1286468" y="33159"/>
                </a:lnTo>
                <a:lnTo>
                  <a:pt x="1286177" y="32745"/>
                </a:lnTo>
                <a:lnTo>
                  <a:pt x="1285881" y="32343"/>
                </a:lnTo>
                <a:lnTo>
                  <a:pt x="1285579" y="31952"/>
                </a:lnTo>
                <a:lnTo>
                  <a:pt x="1285272" y="31572"/>
                </a:lnTo>
                <a:lnTo>
                  <a:pt x="1284960" y="31203"/>
                </a:lnTo>
                <a:lnTo>
                  <a:pt x="1284642" y="30845"/>
                </a:lnTo>
                <a:lnTo>
                  <a:pt x="1284319" y="30498"/>
                </a:lnTo>
                <a:lnTo>
                  <a:pt x="1283991" y="30163"/>
                </a:lnTo>
                <a:lnTo>
                  <a:pt x="1283657" y="29839"/>
                </a:lnTo>
                <a:lnTo>
                  <a:pt x="1283318" y="29526"/>
                </a:lnTo>
                <a:lnTo>
                  <a:pt x="1282973" y="29224"/>
                </a:lnTo>
                <a:lnTo>
                  <a:pt x="1282624" y="28933"/>
                </a:lnTo>
                <a:lnTo>
                  <a:pt x="1282269" y="28654"/>
                </a:lnTo>
                <a:lnTo>
                  <a:pt x="1281908" y="28385"/>
                </a:lnTo>
                <a:lnTo>
                  <a:pt x="1281542" y="28128"/>
                </a:lnTo>
                <a:lnTo>
                  <a:pt x="1281171" y="27882"/>
                </a:lnTo>
                <a:lnTo>
                  <a:pt x="1280795" y="27647"/>
                </a:lnTo>
                <a:lnTo>
                  <a:pt x="1280413" y="27424"/>
                </a:lnTo>
                <a:lnTo>
                  <a:pt x="1280026" y="27211"/>
                </a:lnTo>
                <a:lnTo>
                  <a:pt x="1279633" y="27010"/>
                </a:lnTo>
                <a:lnTo>
                  <a:pt x="1279235" y="26818"/>
                </a:lnTo>
                <a:lnTo>
                  <a:pt x="1278832" y="26634"/>
                </a:lnTo>
                <a:lnTo>
                  <a:pt x="1278424" y="26459"/>
                </a:lnTo>
                <a:lnTo>
                  <a:pt x="1278010" y="26292"/>
                </a:lnTo>
                <a:lnTo>
                  <a:pt x="1277590" y="26133"/>
                </a:lnTo>
                <a:lnTo>
                  <a:pt x="1277166" y="25982"/>
                </a:lnTo>
                <a:lnTo>
                  <a:pt x="1276736" y="25839"/>
                </a:lnTo>
                <a:lnTo>
                  <a:pt x="1276300" y="25704"/>
                </a:lnTo>
                <a:lnTo>
                  <a:pt x="1275860" y="25578"/>
                </a:lnTo>
                <a:lnTo>
                  <a:pt x="1275414" y="25460"/>
                </a:lnTo>
                <a:lnTo>
                  <a:pt x="1274962" y="25349"/>
                </a:lnTo>
                <a:lnTo>
                  <a:pt x="1274506" y="25248"/>
                </a:lnTo>
                <a:lnTo>
                  <a:pt x="1274044" y="25154"/>
                </a:lnTo>
                <a:lnTo>
                  <a:pt x="1273576" y="25068"/>
                </a:lnTo>
                <a:lnTo>
                  <a:pt x="1273103" y="24991"/>
                </a:lnTo>
                <a:lnTo>
                  <a:pt x="1272625" y="24921"/>
                </a:lnTo>
                <a:lnTo>
                  <a:pt x="1272142" y="24860"/>
                </a:lnTo>
                <a:lnTo>
                  <a:pt x="1271653" y="24807"/>
                </a:lnTo>
                <a:lnTo>
                  <a:pt x="1271159" y="24762"/>
                </a:lnTo>
                <a:lnTo>
                  <a:pt x="1270659" y="24725"/>
                </a:lnTo>
                <a:lnTo>
                  <a:pt x="1270154" y="24697"/>
                </a:lnTo>
                <a:lnTo>
                  <a:pt x="1269644" y="24676"/>
                </a:lnTo>
                <a:lnTo>
                  <a:pt x="1269128" y="24664"/>
                </a:lnTo>
                <a:lnTo>
                  <a:pt x="1268608" y="24660"/>
                </a:lnTo>
                <a:lnTo>
                  <a:pt x="1268056" y="24665"/>
                </a:lnTo>
                <a:lnTo>
                  <a:pt x="1267510" y="24678"/>
                </a:lnTo>
                <a:lnTo>
                  <a:pt x="1266969" y="24701"/>
                </a:lnTo>
                <a:lnTo>
                  <a:pt x="1266433" y="24732"/>
                </a:lnTo>
                <a:lnTo>
                  <a:pt x="1265903" y="24773"/>
                </a:lnTo>
                <a:lnTo>
                  <a:pt x="1265378" y="24822"/>
                </a:lnTo>
                <a:lnTo>
                  <a:pt x="1264858" y="24880"/>
                </a:lnTo>
                <a:lnTo>
                  <a:pt x="1264344" y="24948"/>
                </a:lnTo>
                <a:lnTo>
                  <a:pt x="1263835" y="25024"/>
                </a:lnTo>
                <a:lnTo>
                  <a:pt x="1263332" y="25110"/>
                </a:lnTo>
                <a:lnTo>
                  <a:pt x="1262833" y="25204"/>
                </a:lnTo>
                <a:lnTo>
                  <a:pt x="1262341" y="25308"/>
                </a:lnTo>
                <a:lnTo>
                  <a:pt x="1261853" y="25420"/>
                </a:lnTo>
                <a:lnTo>
                  <a:pt x="1261371" y="25541"/>
                </a:lnTo>
                <a:lnTo>
                  <a:pt x="1260894" y="25672"/>
                </a:lnTo>
                <a:lnTo>
                  <a:pt x="1260423" y="25811"/>
                </a:lnTo>
                <a:lnTo>
                  <a:pt x="1259956" y="25960"/>
                </a:lnTo>
                <a:lnTo>
                  <a:pt x="1259496" y="26117"/>
                </a:lnTo>
                <a:lnTo>
                  <a:pt x="1259040" y="26283"/>
                </a:lnTo>
                <a:lnTo>
                  <a:pt x="1258590" y="26459"/>
                </a:lnTo>
                <a:lnTo>
                  <a:pt x="1258145" y="26643"/>
                </a:lnTo>
                <a:lnTo>
                  <a:pt x="1257706" y="26837"/>
                </a:lnTo>
                <a:lnTo>
                  <a:pt x="1257272" y="27039"/>
                </a:lnTo>
                <a:lnTo>
                  <a:pt x="1256843" y="27250"/>
                </a:lnTo>
                <a:lnTo>
                  <a:pt x="1256420" y="27469"/>
                </a:lnTo>
                <a:lnTo>
                  <a:pt x="1256003" y="27694"/>
                </a:lnTo>
                <a:lnTo>
                  <a:pt x="1255592" y="27926"/>
                </a:lnTo>
                <a:lnTo>
                  <a:pt x="1255186" y="28163"/>
                </a:lnTo>
                <a:lnTo>
                  <a:pt x="1254786" y="28407"/>
                </a:lnTo>
                <a:lnTo>
                  <a:pt x="1254392" y="28657"/>
                </a:lnTo>
                <a:lnTo>
                  <a:pt x="1254003" y="28913"/>
                </a:lnTo>
                <a:lnTo>
                  <a:pt x="1253621" y="29176"/>
                </a:lnTo>
                <a:lnTo>
                  <a:pt x="1253244" y="29444"/>
                </a:lnTo>
                <a:lnTo>
                  <a:pt x="1252873" y="29719"/>
                </a:lnTo>
                <a:lnTo>
                  <a:pt x="1252508" y="30000"/>
                </a:lnTo>
                <a:lnTo>
                  <a:pt x="1252148" y="30287"/>
                </a:lnTo>
                <a:lnTo>
                  <a:pt x="1251794" y="30581"/>
                </a:lnTo>
                <a:lnTo>
                  <a:pt x="1251446" y="30880"/>
                </a:lnTo>
                <a:lnTo>
                  <a:pt x="1251104" y="31186"/>
                </a:lnTo>
                <a:lnTo>
                  <a:pt x="1250768" y="31498"/>
                </a:lnTo>
                <a:lnTo>
                  <a:pt x="1250437" y="31816"/>
                </a:lnTo>
                <a:lnTo>
                  <a:pt x="1250112" y="32141"/>
                </a:lnTo>
                <a:lnTo>
                  <a:pt x="1249793" y="32471"/>
                </a:lnTo>
                <a:lnTo>
                  <a:pt x="1249479" y="32808"/>
                </a:lnTo>
                <a:lnTo>
                  <a:pt x="1249172" y="33151"/>
                </a:lnTo>
                <a:lnTo>
                  <a:pt x="1248870" y="33501"/>
                </a:lnTo>
                <a:lnTo>
                  <a:pt x="1248574" y="33856"/>
                </a:lnTo>
                <a:lnTo>
                  <a:pt x="1248284" y="34218"/>
                </a:lnTo>
                <a:lnTo>
                  <a:pt x="1247999" y="34585"/>
                </a:lnTo>
                <a:lnTo>
                  <a:pt x="1247720" y="34957"/>
                </a:lnTo>
                <a:lnTo>
                  <a:pt x="1247447" y="35333"/>
                </a:lnTo>
                <a:lnTo>
                  <a:pt x="1247180" y="35715"/>
                </a:lnTo>
                <a:lnTo>
                  <a:pt x="1246919" y="36101"/>
                </a:lnTo>
                <a:lnTo>
                  <a:pt x="1246663" y="36491"/>
                </a:lnTo>
                <a:lnTo>
                  <a:pt x="1246413" y="36887"/>
                </a:lnTo>
                <a:lnTo>
                  <a:pt x="1246169" y="37287"/>
                </a:lnTo>
                <a:lnTo>
                  <a:pt x="1245930" y="37692"/>
                </a:lnTo>
                <a:lnTo>
                  <a:pt x="1245698" y="38101"/>
                </a:lnTo>
                <a:lnTo>
                  <a:pt x="1245471" y="38516"/>
                </a:lnTo>
                <a:lnTo>
                  <a:pt x="1245250" y="38935"/>
                </a:lnTo>
                <a:lnTo>
                  <a:pt x="1245035" y="39358"/>
                </a:lnTo>
                <a:lnTo>
                  <a:pt x="1244825" y="39787"/>
                </a:lnTo>
                <a:lnTo>
                  <a:pt x="1244621" y="40220"/>
                </a:lnTo>
                <a:lnTo>
                  <a:pt x="1244423" y="40658"/>
                </a:lnTo>
                <a:lnTo>
                  <a:pt x="1244231" y="41100"/>
                </a:lnTo>
                <a:lnTo>
                  <a:pt x="1244045" y="41547"/>
                </a:lnTo>
                <a:lnTo>
                  <a:pt x="1243864" y="41999"/>
                </a:lnTo>
                <a:lnTo>
                  <a:pt x="1243689" y="42456"/>
                </a:lnTo>
                <a:lnTo>
                  <a:pt x="1243520" y="42918"/>
                </a:lnTo>
                <a:lnTo>
                  <a:pt x="1243357" y="43384"/>
                </a:lnTo>
                <a:lnTo>
                  <a:pt x="1243199" y="43854"/>
                </a:lnTo>
                <a:lnTo>
                  <a:pt x="1243047" y="44330"/>
                </a:lnTo>
                <a:lnTo>
                  <a:pt x="1242901" y="44809"/>
                </a:lnTo>
                <a:lnTo>
                  <a:pt x="1242762" y="45289"/>
                </a:lnTo>
                <a:lnTo>
                  <a:pt x="1242629" y="45770"/>
                </a:lnTo>
                <a:lnTo>
                  <a:pt x="1242501" y="46254"/>
                </a:lnTo>
                <a:lnTo>
                  <a:pt x="1242381" y="46738"/>
                </a:lnTo>
                <a:lnTo>
                  <a:pt x="1242266" y="47224"/>
                </a:lnTo>
                <a:lnTo>
                  <a:pt x="1242157" y="47712"/>
                </a:lnTo>
                <a:lnTo>
                  <a:pt x="1242055" y="48201"/>
                </a:lnTo>
                <a:lnTo>
                  <a:pt x="1241959" y="48692"/>
                </a:lnTo>
                <a:lnTo>
                  <a:pt x="1241869" y="49184"/>
                </a:lnTo>
                <a:lnTo>
                  <a:pt x="1241785" y="49678"/>
                </a:lnTo>
                <a:lnTo>
                  <a:pt x="1241708" y="50173"/>
                </a:lnTo>
                <a:lnTo>
                  <a:pt x="1241637" y="50669"/>
                </a:lnTo>
                <a:lnTo>
                  <a:pt x="1241571" y="51167"/>
                </a:lnTo>
                <a:lnTo>
                  <a:pt x="1241513" y="51667"/>
                </a:lnTo>
                <a:lnTo>
                  <a:pt x="1241460" y="52168"/>
                </a:lnTo>
                <a:lnTo>
                  <a:pt x="1241413" y="52671"/>
                </a:lnTo>
                <a:lnTo>
                  <a:pt x="1241373" y="53175"/>
                </a:lnTo>
                <a:lnTo>
                  <a:pt x="1241339" y="53681"/>
                </a:lnTo>
                <a:lnTo>
                  <a:pt x="1241311" y="54188"/>
                </a:lnTo>
                <a:lnTo>
                  <a:pt x="1241289" y="54697"/>
                </a:lnTo>
                <a:lnTo>
                  <a:pt x="1241274" y="55207"/>
                </a:lnTo>
                <a:lnTo>
                  <a:pt x="1241265" y="55718"/>
                </a:lnTo>
                <a:lnTo>
                  <a:pt x="1241261" y="56232"/>
                </a:lnTo>
                <a:lnTo>
                  <a:pt x="1241264" y="56775"/>
                </a:lnTo>
                <a:lnTo>
                  <a:pt x="1241272" y="57316"/>
                </a:lnTo>
                <a:lnTo>
                  <a:pt x="1241286" y="57855"/>
                </a:lnTo>
                <a:lnTo>
                  <a:pt x="1241304" y="58391"/>
                </a:lnTo>
                <a:lnTo>
                  <a:pt x="1241328" y="58925"/>
                </a:lnTo>
                <a:lnTo>
                  <a:pt x="1241358" y="59457"/>
                </a:lnTo>
                <a:lnTo>
                  <a:pt x="1241392" y="59986"/>
                </a:lnTo>
                <a:lnTo>
                  <a:pt x="1241433" y="60513"/>
                </a:lnTo>
                <a:lnTo>
                  <a:pt x="1241478" y="61038"/>
                </a:lnTo>
                <a:lnTo>
                  <a:pt x="1241529" y="61560"/>
                </a:lnTo>
                <a:lnTo>
                  <a:pt x="1241585" y="62080"/>
                </a:lnTo>
                <a:lnTo>
                  <a:pt x="1241646" y="62598"/>
                </a:lnTo>
                <a:lnTo>
                  <a:pt x="1241713" y="63113"/>
                </a:lnTo>
                <a:lnTo>
                  <a:pt x="1241785" y="63626"/>
                </a:lnTo>
                <a:lnTo>
                  <a:pt x="1241863" y="64136"/>
                </a:lnTo>
                <a:lnTo>
                  <a:pt x="1241946" y="64645"/>
                </a:lnTo>
                <a:lnTo>
                  <a:pt x="1242034" y="65150"/>
                </a:lnTo>
                <a:lnTo>
                  <a:pt x="1242127" y="65654"/>
                </a:lnTo>
                <a:lnTo>
                  <a:pt x="1242226" y="66155"/>
                </a:lnTo>
                <a:lnTo>
                  <a:pt x="1242330" y="66654"/>
                </a:lnTo>
                <a:lnTo>
                  <a:pt x="1242440" y="67150"/>
                </a:lnTo>
                <a:lnTo>
                  <a:pt x="1242555" y="67644"/>
                </a:lnTo>
                <a:lnTo>
                  <a:pt x="1242675" y="68136"/>
                </a:lnTo>
                <a:lnTo>
                  <a:pt x="1242801" y="68625"/>
                </a:lnTo>
                <a:lnTo>
                  <a:pt x="1242932" y="69111"/>
                </a:lnTo>
                <a:lnTo>
                  <a:pt x="1243070" y="69591"/>
                </a:lnTo>
                <a:lnTo>
                  <a:pt x="1243214" y="70067"/>
                </a:lnTo>
                <a:lnTo>
                  <a:pt x="1243364" y="70537"/>
                </a:lnTo>
                <a:lnTo>
                  <a:pt x="1243520" y="71002"/>
                </a:lnTo>
                <a:lnTo>
                  <a:pt x="1243682" y="71462"/>
                </a:lnTo>
                <a:lnTo>
                  <a:pt x="1243851" y="71916"/>
                </a:lnTo>
                <a:lnTo>
                  <a:pt x="1244026" y="72366"/>
                </a:lnTo>
                <a:lnTo>
                  <a:pt x="1244206" y="72810"/>
                </a:lnTo>
                <a:lnTo>
                  <a:pt x="1244394" y="73250"/>
                </a:lnTo>
                <a:lnTo>
                  <a:pt x="1244587" y="73684"/>
                </a:lnTo>
                <a:lnTo>
                  <a:pt x="1244787" y="74113"/>
                </a:lnTo>
                <a:lnTo>
                  <a:pt x="1244992" y="74537"/>
                </a:lnTo>
                <a:lnTo>
                  <a:pt x="1245204" y="74956"/>
                </a:lnTo>
                <a:lnTo>
                  <a:pt x="1245423" y="75369"/>
                </a:lnTo>
                <a:lnTo>
                  <a:pt x="1245647" y="75778"/>
                </a:lnTo>
                <a:lnTo>
                  <a:pt x="1245878" y="76181"/>
                </a:lnTo>
                <a:lnTo>
                  <a:pt x="1246114" y="76580"/>
                </a:lnTo>
                <a:lnTo>
                  <a:pt x="1246357" y="76973"/>
                </a:lnTo>
                <a:lnTo>
                  <a:pt x="1246606" y="77361"/>
                </a:lnTo>
                <a:lnTo>
                  <a:pt x="1246862" y="77744"/>
                </a:lnTo>
                <a:lnTo>
                  <a:pt x="1247123" y="78122"/>
                </a:lnTo>
                <a:lnTo>
                  <a:pt x="1247391" y="78494"/>
                </a:lnTo>
                <a:lnTo>
                  <a:pt x="1247665" y="78862"/>
                </a:lnTo>
                <a:lnTo>
                  <a:pt x="1247946" y="79223"/>
                </a:lnTo>
                <a:lnTo>
                  <a:pt x="1248233" y="79578"/>
                </a:lnTo>
                <a:lnTo>
                  <a:pt x="1248526" y="79927"/>
                </a:lnTo>
                <a:lnTo>
                  <a:pt x="1248825" y="80269"/>
                </a:lnTo>
                <a:lnTo>
                  <a:pt x="1249132" y="80605"/>
                </a:lnTo>
                <a:lnTo>
                  <a:pt x="1249444" y="80935"/>
                </a:lnTo>
                <a:lnTo>
                  <a:pt x="1249763" y="81258"/>
                </a:lnTo>
                <a:lnTo>
                  <a:pt x="1250088" y="81575"/>
                </a:lnTo>
                <a:lnTo>
                  <a:pt x="1250420" y="81885"/>
                </a:lnTo>
                <a:lnTo>
                  <a:pt x="1250758" y="82189"/>
                </a:lnTo>
                <a:lnTo>
                  <a:pt x="1251103" y="82486"/>
                </a:lnTo>
                <a:lnTo>
                  <a:pt x="1251454" y="82777"/>
                </a:lnTo>
                <a:lnTo>
                  <a:pt x="1251811" y="83061"/>
                </a:lnTo>
                <a:lnTo>
                  <a:pt x="1252175" y="83339"/>
                </a:lnTo>
                <a:lnTo>
                  <a:pt x="1252546" y="83611"/>
                </a:lnTo>
                <a:lnTo>
                  <a:pt x="1252922" y="83876"/>
                </a:lnTo>
                <a:lnTo>
                  <a:pt x="1253305" y="84135"/>
                </a:lnTo>
                <a:lnTo>
                  <a:pt x="1253695" y="84388"/>
                </a:lnTo>
                <a:lnTo>
                  <a:pt x="1254091" y="84634"/>
                </a:lnTo>
                <a:lnTo>
                  <a:pt x="1254493" y="84873"/>
                </a:lnTo>
                <a:lnTo>
                  <a:pt x="1254902" y="85106"/>
                </a:lnTo>
                <a:lnTo>
                  <a:pt x="1255317" y="85333"/>
                </a:lnTo>
                <a:lnTo>
                  <a:pt x="1255739" y="85553"/>
                </a:lnTo>
                <a:lnTo>
                  <a:pt x="1256167" y="85767"/>
                </a:lnTo>
                <a:lnTo>
                  <a:pt x="1256601" y="85974"/>
                </a:lnTo>
                <a:lnTo>
                  <a:pt x="1257043" y="86171"/>
                </a:lnTo>
                <a:lnTo>
                  <a:pt x="1257491" y="86360"/>
                </a:lnTo>
                <a:lnTo>
                  <a:pt x="1257946" y="86540"/>
                </a:lnTo>
                <a:lnTo>
                  <a:pt x="1258408" y="86711"/>
                </a:lnTo>
                <a:lnTo>
                  <a:pt x="1258877" y="86873"/>
                </a:lnTo>
                <a:lnTo>
                  <a:pt x="1259353" y="87027"/>
                </a:lnTo>
                <a:lnTo>
                  <a:pt x="1259835" y="87172"/>
                </a:lnTo>
                <a:lnTo>
                  <a:pt x="1260324" y="87308"/>
                </a:lnTo>
                <a:lnTo>
                  <a:pt x="1260821" y="87435"/>
                </a:lnTo>
                <a:lnTo>
                  <a:pt x="1261324" y="87554"/>
                </a:lnTo>
                <a:lnTo>
                  <a:pt x="1261834" y="87663"/>
                </a:lnTo>
                <a:lnTo>
                  <a:pt x="1262350" y="87764"/>
                </a:lnTo>
                <a:lnTo>
                  <a:pt x="1262874" y="87856"/>
                </a:lnTo>
                <a:lnTo>
                  <a:pt x="1263404" y="87940"/>
                </a:lnTo>
                <a:lnTo>
                  <a:pt x="1263941" y="88014"/>
                </a:lnTo>
                <a:lnTo>
                  <a:pt x="1264485" y="88080"/>
                </a:lnTo>
                <a:lnTo>
                  <a:pt x="1265036" y="88137"/>
                </a:lnTo>
                <a:lnTo>
                  <a:pt x="1265594" y="88186"/>
                </a:lnTo>
                <a:lnTo>
                  <a:pt x="1266159" y="88225"/>
                </a:lnTo>
                <a:lnTo>
                  <a:pt x="1266730" y="88256"/>
                </a:lnTo>
                <a:lnTo>
                  <a:pt x="1267308" y="88278"/>
                </a:lnTo>
                <a:lnTo>
                  <a:pt x="1267893" y="88291"/>
                </a:lnTo>
                <a:lnTo>
                  <a:pt x="1268485" y="88295"/>
                </a:lnTo>
                <a:lnTo>
                  <a:pt x="1268967" y="88291"/>
                </a:lnTo>
                <a:lnTo>
                  <a:pt x="1269446" y="88279"/>
                </a:lnTo>
                <a:lnTo>
                  <a:pt x="1269924" y="88258"/>
                </a:lnTo>
                <a:lnTo>
                  <a:pt x="1270400" y="88228"/>
                </a:lnTo>
                <a:lnTo>
                  <a:pt x="1270873" y="88191"/>
                </a:lnTo>
                <a:lnTo>
                  <a:pt x="1271345" y="88145"/>
                </a:lnTo>
                <a:lnTo>
                  <a:pt x="1271815" y="88090"/>
                </a:lnTo>
                <a:lnTo>
                  <a:pt x="1272283" y="88027"/>
                </a:lnTo>
                <a:lnTo>
                  <a:pt x="1272749" y="87956"/>
                </a:lnTo>
                <a:lnTo>
                  <a:pt x="1273213" y="87877"/>
                </a:lnTo>
                <a:lnTo>
                  <a:pt x="1273676" y="87789"/>
                </a:lnTo>
                <a:lnTo>
                  <a:pt x="1274136" y="87692"/>
                </a:lnTo>
                <a:lnTo>
                  <a:pt x="1274594" y="87588"/>
                </a:lnTo>
                <a:lnTo>
                  <a:pt x="1275051" y="87475"/>
                </a:lnTo>
                <a:lnTo>
                  <a:pt x="1275505" y="87353"/>
                </a:lnTo>
                <a:lnTo>
                  <a:pt x="1275958" y="87224"/>
                </a:lnTo>
                <a:lnTo>
                  <a:pt x="1276408" y="87085"/>
                </a:lnTo>
                <a:lnTo>
                  <a:pt x="1276857" y="86939"/>
                </a:lnTo>
                <a:lnTo>
                  <a:pt x="1277304" y="86784"/>
                </a:lnTo>
                <a:lnTo>
                  <a:pt x="1277749" y="86621"/>
                </a:lnTo>
                <a:lnTo>
                  <a:pt x="1278192" y="86449"/>
                </a:lnTo>
                <a:lnTo>
                  <a:pt x="1278633" y="86269"/>
                </a:lnTo>
                <a:lnTo>
                  <a:pt x="1279072" y="86081"/>
                </a:lnTo>
                <a:lnTo>
                  <a:pt x="1279509" y="85884"/>
                </a:lnTo>
                <a:lnTo>
                  <a:pt x="1279941" y="85678"/>
                </a:lnTo>
                <a:lnTo>
                  <a:pt x="1280365" y="85463"/>
                </a:lnTo>
                <a:lnTo>
                  <a:pt x="1280781" y="85239"/>
                </a:lnTo>
                <a:lnTo>
                  <a:pt x="1281188" y="85006"/>
                </a:lnTo>
                <a:lnTo>
                  <a:pt x="1281587" y="84764"/>
                </a:lnTo>
                <a:lnTo>
                  <a:pt x="1281977" y="84512"/>
                </a:lnTo>
                <a:lnTo>
                  <a:pt x="1282359" y="84251"/>
                </a:lnTo>
                <a:lnTo>
                  <a:pt x="1282733" y="83981"/>
                </a:lnTo>
                <a:lnTo>
                  <a:pt x="1283098" y="83701"/>
                </a:lnTo>
                <a:lnTo>
                  <a:pt x="1283456" y="83412"/>
                </a:lnTo>
                <a:lnTo>
                  <a:pt x="1283804" y="83115"/>
                </a:lnTo>
                <a:lnTo>
                  <a:pt x="1284145" y="82807"/>
                </a:lnTo>
                <a:lnTo>
                  <a:pt x="1284477" y="82491"/>
                </a:lnTo>
                <a:lnTo>
                  <a:pt x="1284800" y="82165"/>
                </a:lnTo>
                <a:lnTo>
                  <a:pt x="1285116" y="81831"/>
                </a:lnTo>
                <a:lnTo>
                  <a:pt x="1285423" y="81486"/>
                </a:lnTo>
                <a:lnTo>
                  <a:pt x="1285721" y="81133"/>
                </a:lnTo>
                <a:lnTo>
                  <a:pt x="1286012" y="80771"/>
                </a:lnTo>
                <a:lnTo>
                  <a:pt x="1286294" y="80399"/>
                </a:lnTo>
                <a:lnTo>
                  <a:pt x="1286567" y="80018"/>
                </a:lnTo>
                <a:lnTo>
                  <a:pt x="1286832" y="79627"/>
                </a:lnTo>
                <a:lnTo>
                  <a:pt x="1287089" y="79228"/>
                </a:lnTo>
                <a:lnTo>
                  <a:pt x="1287338" y="78819"/>
                </a:lnTo>
                <a:lnTo>
                  <a:pt x="1287578" y="78401"/>
                </a:lnTo>
                <a:lnTo>
                  <a:pt x="1287824" y="78401"/>
                </a:lnTo>
                <a:lnTo>
                  <a:pt x="1287824" y="86801"/>
                </a:lnTo>
                <a:lnTo>
                  <a:pt x="1287829" y="87363"/>
                </a:lnTo>
                <a:lnTo>
                  <a:pt x="1287821" y="87917"/>
                </a:lnTo>
                <a:lnTo>
                  <a:pt x="1287801" y="88463"/>
                </a:lnTo>
                <a:lnTo>
                  <a:pt x="1287768" y="89001"/>
                </a:lnTo>
                <a:lnTo>
                  <a:pt x="1287724" y="89530"/>
                </a:lnTo>
                <a:lnTo>
                  <a:pt x="1287667" y="90052"/>
                </a:lnTo>
                <a:lnTo>
                  <a:pt x="1287598" y="90565"/>
                </a:lnTo>
                <a:lnTo>
                  <a:pt x="1287517" y="91070"/>
                </a:lnTo>
                <a:lnTo>
                  <a:pt x="1287423" y="91567"/>
                </a:lnTo>
                <a:lnTo>
                  <a:pt x="1287318" y="92056"/>
                </a:lnTo>
                <a:lnTo>
                  <a:pt x="1287200" y="92536"/>
                </a:lnTo>
                <a:lnTo>
                  <a:pt x="1287070" y="93009"/>
                </a:lnTo>
                <a:lnTo>
                  <a:pt x="1286928" y="93473"/>
                </a:lnTo>
                <a:lnTo>
                  <a:pt x="1286774" y="93929"/>
                </a:lnTo>
                <a:lnTo>
                  <a:pt x="1286607" y="94377"/>
                </a:lnTo>
                <a:lnTo>
                  <a:pt x="1286429" y="94817"/>
                </a:lnTo>
                <a:lnTo>
                  <a:pt x="1286238" y="95249"/>
                </a:lnTo>
                <a:lnTo>
                  <a:pt x="1286034" y="95673"/>
                </a:lnTo>
                <a:lnTo>
                  <a:pt x="1285819" y="96088"/>
                </a:lnTo>
                <a:lnTo>
                  <a:pt x="1285592" y="96495"/>
                </a:lnTo>
                <a:lnTo>
                  <a:pt x="1285352" y="96894"/>
                </a:lnTo>
                <a:lnTo>
                  <a:pt x="1285100" y="97285"/>
                </a:lnTo>
                <a:lnTo>
                  <a:pt x="1284836" y="97668"/>
                </a:lnTo>
                <a:lnTo>
                  <a:pt x="1284560" y="98043"/>
                </a:lnTo>
                <a:lnTo>
                  <a:pt x="1284270" y="98406"/>
                </a:lnTo>
                <a:lnTo>
                  <a:pt x="1283967" y="98753"/>
                </a:lnTo>
                <a:lnTo>
                  <a:pt x="1283650" y="99085"/>
                </a:lnTo>
                <a:lnTo>
                  <a:pt x="1283319" y="99402"/>
                </a:lnTo>
                <a:lnTo>
                  <a:pt x="1282975" y="99703"/>
                </a:lnTo>
                <a:lnTo>
                  <a:pt x="1282616" y="99988"/>
                </a:lnTo>
                <a:lnTo>
                  <a:pt x="1282243" y="100259"/>
                </a:lnTo>
                <a:lnTo>
                  <a:pt x="1281857" y="100513"/>
                </a:lnTo>
                <a:lnTo>
                  <a:pt x="1281456" y="100753"/>
                </a:lnTo>
                <a:lnTo>
                  <a:pt x="1281042" y="100977"/>
                </a:lnTo>
                <a:lnTo>
                  <a:pt x="1280614" y="101185"/>
                </a:lnTo>
                <a:lnTo>
                  <a:pt x="1280172" y="101378"/>
                </a:lnTo>
                <a:lnTo>
                  <a:pt x="1279716" y="101556"/>
                </a:lnTo>
                <a:lnTo>
                  <a:pt x="1279246" y="101718"/>
                </a:lnTo>
                <a:lnTo>
                  <a:pt x="1278762" y="101865"/>
                </a:lnTo>
                <a:lnTo>
                  <a:pt x="1278264" y="101996"/>
                </a:lnTo>
                <a:lnTo>
                  <a:pt x="1277753" y="102112"/>
                </a:lnTo>
                <a:lnTo>
                  <a:pt x="1277227" y="102212"/>
                </a:lnTo>
                <a:lnTo>
                  <a:pt x="1276688" y="102297"/>
                </a:lnTo>
                <a:lnTo>
                  <a:pt x="1276134" y="102366"/>
                </a:lnTo>
                <a:lnTo>
                  <a:pt x="1275567" y="102420"/>
                </a:lnTo>
                <a:lnTo>
                  <a:pt x="1274986" y="102459"/>
                </a:lnTo>
                <a:lnTo>
                  <a:pt x="1274391" y="102482"/>
                </a:lnTo>
                <a:lnTo>
                  <a:pt x="1273782" y="102490"/>
                </a:lnTo>
                <a:lnTo>
                  <a:pt x="1273394" y="102487"/>
                </a:lnTo>
                <a:lnTo>
                  <a:pt x="1273010" y="102477"/>
                </a:lnTo>
                <a:lnTo>
                  <a:pt x="1272629" y="102460"/>
                </a:lnTo>
                <a:lnTo>
                  <a:pt x="1272253" y="102437"/>
                </a:lnTo>
                <a:lnTo>
                  <a:pt x="1271880" y="102407"/>
                </a:lnTo>
                <a:lnTo>
                  <a:pt x="1271511" y="102370"/>
                </a:lnTo>
                <a:lnTo>
                  <a:pt x="1271146" y="102327"/>
                </a:lnTo>
                <a:lnTo>
                  <a:pt x="1270785" y="102277"/>
                </a:lnTo>
                <a:lnTo>
                  <a:pt x="1270428" y="102220"/>
                </a:lnTo>
                <a:lnTo>
                  <a:pt x="1270074" y="102157"/>
                </a:lnTo>
                <a:lnTo>
                  <a:pt x="1269724" y="102087"/>
                </a:lnTo>
                <a:lnTo>
                  <a:pt x="1269379" y="102011"/>
                </a:lnTo>
                <a:lnTo>
                  <a:pt x="1269037" y="101927"/>
                </a:lnTo>
                <a:lnTo>
                  <a:pt x="1268699" y="101838"/>
                </a:lnTo>
                <a:lnTo>
                  <a:pt x="1268364" y="101741"/>
                </a:lnTo>
                <a:lnTo>
                  <a:pt x="1268034" y="101638"/>
                </a:lnTo>
                <a:lnTo>
                  <a:pt x="1267707" y="101528"/>
                </a:lnTo>
                <a:lnTo>
                  <a:pt x="1267385" y="101412"/>
                </a:lnTo>
                <a:lnTo>
                  <a:pt x="1267066" y="101288"/>
                </a:lnTo>
                <a:lnTo>
                  <a:pt x="1266751" y="101159"/>
                </a:lnTo>
                <a:lnTo>
                  <a:pt x="1266439" y="101022"/>
                </a:lnTo>
                <a:lnTo>
                  <a:pt x="1266132" y="100879"/>
                </a:lnTo>
                <a:lnTo>
                  <a:pt x="1265828" y="100729"/>
                </a:lnTo>
                <a:lnTo>
                  <a:pt x="1265529" y="100573"/>
                </a:lnTo>
                <a:lnTo>
                  <a:pt x="1265235" y="100408"/>
                </a:lnTo>
                <a:lnTo>
                  <a:pt x="1264950" y="100232"/>
                </a:lnTo>
                <a:lnTo>
                  <a:pt x="1264672" y="100046"/>
                </a:lnTo>
                <a:lnTo>
                  <a:pt x="1264403" y="99850"/>
                </a:lnTo>
                <a:lnTo>
                  <a:pt x="1264142" y="99642"/>
                </a:lnTo>
                <a:lnTo>
                  <a:pt x="1263889" y="99425"/>
                </a:lnTo>
                <a:lnTo>
                  <a:pt x="1263644" y="99197"/>
                </a:lnTo>
                <a:lnTo>
                  <a:pt x="1263407" y="98958"/>
                </a:lnTo>
                <a:lnTo>
                  <a:pt x="1263178" y="98709"/>
                </a:lnTo>
                <a:lnTo>
                  <a:pt x="1262958" y="98449"/>
                </a:lnTo>
                <a:lnTo>
                  <a:pt x="1262745" y="98179"/>
                </a:lnTo>
                <a:lnTo>
                  <a:pt x="1262541" y="97898"/>
                </a:lnTo>
                <a:lnTo>
                  <a:pt x="1262345" y="97607"/>
                </a:lnTo>
                <a:lnTo>
                  <a:pt x="1262157" y="97305"/>
                </a:lnTo>
                <a:lnTo>
                  <a:pt x="1261977" y="96993"/>
                </a:lnTo>
                <a:lnTo>
                  <a:pt x="1261806" y="96670"/>
                </a:lnTo>
                <a:lnTo>
                  <a:pt x="1261642" y="96337"/>
                </a:lnTo>
                <a:lnTo>
                  <a:pt x="1261487" y="95993"/>
                </a:lnTo>
                <a:lnTo>
                  <a:pt x="1261339" y="95638"/>
                </a:lnTo>
                <a:lnTo>
                  <a:pt x="1261200" y="95273"/>
                </a:lnTo>
                <a:lnTo>
                  <a:pt x="1261069" y="94898"/>
                </a:lnTo>
                <a:lnTo>
                  <a:pt x="1260946" y="94512"/>
                </a:lnTo>
                <a:lnTo>
                  <a:pt x="1260831" y="94116"/>
                </a:lnTo>
                <a:lnTo>
                  <a:pt x="1260725" y="93709"/>
                </a:lnTo>
                <a:lnTo>
                  <a:pt x="1243355" y="93709"/>
                </a:lnTo>
                <a:lnTo>
                  <a:pt x="1243390" y="94158"/>
                </a:lnTo>
                <a:lnTo>
                  <a:pt x="1243433" y="94601"/>
                </a:lnTo>
                <a:lnTo>
                  <a:pt x="1243483" y="95040"/>
                </a:lnTo>
                <a:lnTo>
                  <a:pt x="1243542" y="95473"/>
                </a:lnTo>
                <a:lnTo>
                  <a:pt x="1243608" y="95900"/>
                </a:lnTo>
                <a:lnTo>
                  <a:pt x="1243683" y="96323"/>
                </a:lnTo>
                <a:lnTo>
                  <a:pt x="1243765" y="96739"/>
                </a:lnTo>
                <a:lnTo>
                  <a:pt x="1243855" y="97151"/>
                </a:lnTo>
                <a:lnTo>
                  <a:pt x="1243953" y="97557"/>
                </a:lnTo>
                <a:lnTo>
                  <a:pt x="1244059" y="97958"/>
                </a:lnTo>
                <a:lnTo>
                  <a:pt x="1244173" y="98354"/>
                </a:lnTo>
                <a:lnTo>
                  <a:pt x="1244295" y="98744"/>
                </a:lnTo>
                <a:lnTo>
                  <a:pt x="1244425" y="99129"/>
                </a:lnTo>
                <a:lnTo>
                  <a:pt x="1244562" y="99508"/>
                </a:lnTo>
                <a:lnTo>
                  <a:pt x="1244708" y="99882"/>
                </a:lnTo>
                <a:lnTo>
                  <a:pt x="1244862" y="100251"/>
                </a:lnTo>
                <a:lnTo>
                  <a:pt x="1245023" y="100615"/>
                </a:lnTo>
                <a:lnTo>
                  <a:pt x="1245192" y="100973"/>
                </a:lnTo>
                <a:lnTo>
                  <a:pt x="1245369" y="101325"/>
                </a:lnTo>
                <a:lnTo>
                  <a:pt x="1245554" y="101673"/>
                </a:lnTo>
                <a:lnTo>
                  <a:pt x="1245747" y="102015"/>
                </a:lnTo>
                <a:lnTo>
                  <a:pt x="1245948" y="102351"/>
                </a:lnTo>
                <a:lnTo>
                  <a:pt x="1246157" y="102683"/>
                </a:lnTo>
                <a:lnTo>
                  <a:pt x="1246374" y="103009"/>
                </a:lnTo>
                <a:lnTo>
                  <a:pt x="1246597" y="103330"/>
                </a:lnTo>
                <a:lnTo>
                  <a:pt x="1246825" y="103646"/>
                </a:lnTo>
                <a:lnTo>
                  <a:pt x="1247057" y="103957"/>
                </a:lnTo>
                <a:lnTo>
                  <a:pt x="1247294" y="104263"/>
                </a:lnTo>
                <a:lnTo>
                  <a:pt x="1247536" y="104564"/>
                </a:lnTo>
                <a:lnTo>
                  <a:pt x="1247783" y="104861"/>
                </a:lnTo>
                <a:lnTo>
                  <a:pt x="1248034" y="105152"/>
                </a:lnTo>
                <a:lnTo>
                  <a:pt x="1248290" y="105439"/>
                </a:lnTo>
                <a:lnTo>
                  <a:pt x="1248551" y="105720"/>
                </a:lnTo>
                <a:lnTo>
                  <a:pt x="1248816" y="105997"/>
                </a:lnTo>
                <a:lnTo>
                  <a:pt x="1249086" y="106269"/>
                </a:lnTo>
                <a:lnTo>
                  <a:pt x="1249361" y="106536"/>
                </a:lnTo>
                <a:lnTo>
                  <a:pt x="1249641" y="106798"/>
                </a:lnTo>
                <a:lnTo>
                  <a:pt x="1249925" y="107055"/>
                </a:lnTo>
                <a:lnTo>
                  <a:pt x="1250214" y="107307"/>
                </a:lnTo>
                <a:lnTo>
                  <a:pt x="1250507" y="107554"/>
                </a:lnTo>
                <a:lnTo>
                  <a:pt x="1250806" y="107796"/>
                </a:lnTo>
                <a:lnTo>
                  <a:pt x="1251109" y="108034"/>
                </a:lnTo>
                <a:lnTo>
                  <a:pt x="1251416" y="108266"/>
                </a:lnTo>
                <a:lnTo>
                  <a:pt x="1251729" y="108493"/>
                </a:lnTo>
                <a:lnTo>
                  <a:pt x="1252046" y="108716"/>
                </a:lnTo>
                <a:lnTo>
                  <a:pt x="1252368" y="108934"/>
                </a:lnTo>
                <a:lnTo>
                  <a:pt x="1252695" y="109146"/>
                </a:lnTo>
                <a:lnTo>
                  <a:pt x="1253026" y="109354"/>
                </a:lnTo>
                <a:lnTo>
                  <a:pt x="1253361" y="109557"/>
                </a:lnTo>
                <a:lnTo>
                  <a:pt x="1253699" y="109756"/>
                </a:lnTo>
                <a:lnTo>
                  <a:pt x="1254040" y="109950"/>
                </a:lnTo>
                <a:lnTo>
                  <a:pt x="1254384" y="110140"/>
                </a:lnTo>
                <a:lnTo>
                  <a:pt x="1254731" y="110325"/>
                </a:lnTo>
                <a:lnTo>
                  <a:pt x="1255081" y="110505"/>
                </a:lnTo>
                <a:lnTo>
                  <a:pt x="1255434" y="110681"/>
                </a:lnTo>
                <a:lnTo>
                  <a:pt x="1255790" y="110853"/>
                </a:lnTo>
                <a:lnTo>
                  <a:pt x="1256149" y="111020"/>
                </a:lnTo>
                <a:lnTo>
                  <a:pt x="1256512" y="111183"/>
                </a:lnTo>
                <a:lnTo>
                  <a:pt x="1256877" y="111341"/>
                </a:lnTo>
                <a:lnTo>
                  <a:pt x="1257245" y="111495"/>
                </a:lnTo>
                <a:lnTo>
                  <a:pt x="1257616" y="111644"/>
                </a:lnTo>
                <a:lnTo>
                  <a:pt x="1257989" y="111788"/>
                </a:lnTo>
                <a:lnTo>
                  <a:pt x="1258366" y="111928"/>
                </a:lnTo>
                <a:lnTo>
                  <a:pt x="1258746" y="112064"/>
                </a:lnTo>
                <a:lnTo>
                  <a:pt x="1259129" y="112195"/>
                </a:lnTo>
                <a:lnTo>
                  <a:pt x="1259515" y="112322"/>
                </a:lnTo>
                <a:lnTo>
                  <a:pt x="1259904" y="112444"/>
                </a:lnTo>
                <a:lnTo>
                  <a:pt x="1260296" y="112562"/>
                </a:lnTo>
                <a:lnTo>
                  <a:pt x="1260691" y="112675"/>
                </a:lnTo>
                <a:lnTo>
                  <a:pt x="1261089" y="112784"/>
                </a:lnTo>
                <a:lnTo>
                  <a:pt x="1261490" y="112888"/>
                </a:lnTo>
                <a:lnTo>
                  <a:pt x="1261894" y="112987"/>
                </a:lnTo>
                <a:lnTo>
                  <a:pt x="1262299" y="113083"/>
                </a:lnTo>
                <a:lnTo>
                  <a:pt x="1262703" y="113174"/>
                </a:lnTo>
                <a:lnTo>
                  <a:pt x="1263107" y="113262"/>
                </a:lnTo>
                <a:lnTo>
                  <a:pt x="1263511" y="113345"/>
                </a:lnTo>
                <a:lnTo>
                  <a:pt x="1263913" y="113424"/>
                </a:lnTo>
                <a:lnTo>
                  <a:pt x="1264315" y="113500"/>
                </a:lnTo>
                <a:lnTo>
                  <a:pt x="1264717" y="113571"/>
                </a:lnTo>
                <a:lnTo>
                  <a:pt x="1265117" y="113638"/>
                </a:lnTo>
                <a:lnTo>
                  <a:pt x="1265517" y="113701"/>
                </a:lnTo>
                <a:lnTo>
                  <a:pt x="1265917" y="113760"/>
                </a:lnTo>
                <a:lnTo>
                  <a:pt x="1266316" y="113815"/>
                </a:lnTo>
                <a:lnTo>
                  <a:pt x="1266714" y="113866"/>
                </a:lnTo>
                <a:lnTo>
                  <a:pt x="1267111" y="113912"/>
                </a:lnTo>
                <a:lnTo>
                  <a:pt x="1267508" y="113955"/>
                </a:lnTo>
                <a:lnTo>
                  <a:pt x="1267905" y="113994"/>
                </a:lnTo>
                <a:lnTo>
                  <a:pt x="1268300" y="114028"/>
                </a:lnTo>
                <a:lnTo>
                  <a:pt x="1268695" y="114059"/>
                </a:lnTo>
                <a:lnTo>
                  <a:pt x="1269089" y="114085"/>
                </a:lnTo>
                <a:lnTo>
                  <a:pt x="1269483" y="114108"/>
                </a:lnTo>
                <a:lnTo>
                  <a:pt x="1269876" y="114126"/>
                </a:lnTo>
                <a:lnTo>
                  <a:pt x="1270269" y="114140"/>
                </a:lnTo>
                <a:lnTo>
                  <a:pt x="1270660" y="114150"/>
                </a:lnTo>
                <a:lnTo>
                  <a:pt x="1271051" y="114156"/>
                </a:lnTo>
                <a:lnTo>
                  <a:pt x="1271442" y="114158"/>
                </a:lnTo>
                <a:lnTo>
                  <a:pt x="1272348" y="114153"/>
                </a:lnTo>
                <a:lnTo>
                  <a:pt x="1273238" y="114138"/>
                </a:lnTo>
                <a:lnTo>
                  <a:pt x="1274113" y="114112"/>
                </a:lnTo>
                <a:lnTo>
                  <a:pt x="1274973" y="114076"/>
                </a:lnTo>
                <a:lnTo>
                  <a:pt x="1275817" y="114030"/>
                </a:lnTo>
                <a:lnTo>
                  <a:pt x="1276646" y="113973"/>
                </a:lnTo>
                <a:lnTo>
                  <a:pt x="1277459" y="113907"/>
                </a:lnTo>
                <a:lnTo>
                  <a:pt x="1278257" y="113830"/>
                </a:lnTo>
                <a:lnTo>
                  <a:pt x="1279040" y="113742"/>
                </a:lnTo>
                <a:lnTo>
                  <a:pt x="1279807" y="113645"/>
                </a:lnTo>
                <a:lnTo>
                  <a:pt x="1280559" y="113537"/>
                </a:lnTo>
                <a:lnTo>
                  <a:pt x="1281295" y="113419"/>
                </a:lnTo>
                <a:lnTo>
                  <a:pt x="1282016" y="113290"/>
                </a:lnTo>
                <a:lnTo>
                  <a:pt x="1282722" y="113152"/>
                </a:lnTo>
                <a:lnTo>
                  <a:pt x="1283412" y="113003"/>
                </a:lnTo>
                <a:lnTo>
                  <a:pt x="1284087" y="112844"/>
                </a:lnTo>
                <a:lnTo>
                  <a:pt x="1284746" y="112674"/>
                </a:lnTo>
                <a:lnTo>
                  <a:pt x="1285390" y="112494"/>
                </a:lnTo>
                <a:lnTo>
                  <a:pt x="1286019" y="112304"/>
                </a:lnTo>
                <a:lnTo>
                  <a:pt x="1286632" y="112104"/>
                </a:lnTo>
                <a:lnTo>
                  <a:pt x="1287230" y="111893"/>
                </a:lnTo>
                <a:lnTo>
                  <a:pt x="1287813" y="111672"/>
                </a:lnTo>
                <a:lnTo>
                  <a:pt x="1288380" y="111441"/>
                </a:lnTo>
                <a:lnTo>
                  <a:pt x="1288931" y="111200"/>
                </a:lnTo>
                <a:lnTo>
                  <a:pt x="1289470" y="110951"/>
                </a:lnTo>
                <a:lnTo>
                  <a:pt x="1289998" y="110698"/>
                </a:lnTo>
                <a:lnTo>
                  <a:pt x="1290516" y="110441"/>
                </a:lnTo>
                <a:lnTo>
                  <a:pt x="1291022" y="110178"/>
                </a:lnTo>
                <a:lnTo>
                  <a:pt x="1291518" y="109912"/>
                </a:lnTo>
                <a:lnTo>
                  <a:pt x="1292004" y="109641"/>
                </a:lnTo>
                <a:lnTo>
                  <a:pt x="1292478" y="109365"/>
                </a:lnTo>
                <a:lnTo>
                  <a:pt x="1292942" y="109085"/>
                </a:lnTo>
                <a:lnTo>
                  <a:pt x="1293396" y="108800"/>
                </a:lnTo>
                <a:lnTo>
                  <a:pt x="1293838" y="108511"/>
                </a:lnTo>
                <a:lnTo>
                  <a:pt x="1294270" y="108218"/>
                </a:lnTo>
                <a:lnTo>
                  <a:pt x="1294691" y="107920"/>
                </a:lnTo>
                <a:lnTo>
                  <a:pt x="1295101" y="107617"/>
                </a:lnTo>
                <a:lnTo>
                  <a:pt x="1295501" y="107310"/>
                </a:lnTo>
                <a:lnTo>
                  <a:pt x="1295890" y="106998"/>
                </a:lnTo>
                <a:lnTo>
                  <a:pt x="1296269" y="106682"/>
                </a:lnTo>
                <a:lnTo>
                  <a:pt x="1296636" y="106362"/>
                </a:lnTo>
                <a:lnTo>
                  <a:pt x="1296993" y="106037"/>
                </a:lnTo>
                <a:lnTo>
                  <a:pt x="1297339" y="105707"/>
                </a:lnTo>
                <a:lnTo>
                  <a:pt x="1297675" y="105373"/>
                </a:lnTo>
                <a:lnTo>
                  <a:pt x="1298000" y="105034"/>
                </a:lnTo>
                <a:lnTo>
                  <a:pt x="1298314" y="104691"/>
                </a:lnTo>
                <a:lnTo>
                  <a:pt x="1298617" y="104344"/>
                </a:lnTo>
                <a:lnTo>
                  <a:pt x="1298910" y="103992"/>
                </a:lnTo>
                <a:lnTo>
                  <a:pt x="1299193" y="103636"/>
                </a:lnTo>
                <a:lnTo>
                  <a:pt x="1299468" y="103278"/>
                </a:lnTo>
                <a:lnTo>
                  <a:pt x="1299735" y="102918"/>
                </a:lnTo>
                <a:lnTo>
                  <a:pt x="1299993" y="102556"/>
                </a:lnTo>
                <a:lnTo>
                  <a:pt x="1300243" y="102191"/>
                </a:lnTo>
                <a:lnTo>
                  <a:pt x="1300485" y="101824"/>
                </a:lnTo>
                <a:lnTo>
                  <a:pt x="1300718" y="101454"/>
                </a:lnTo>
                <a:lnTo>
                  <a:pt x="1300943" y="101082"/>
                </a:lnTo>
                <a:lnTo>
                  <a:pt x="1301159" y="100708"/>
                </a:lnTo>
                <a:lnTo>
                  <a:pt x="1301367" y="100331"/>
                </a:lnTo>
                <a:lnTo>
                  <a:pt x="1301567" y="99952"/>
                </a:lnTo>
                <a:lnTo>
                  <a:pt x="1301759" y="99571"/>
                </a:lnTo>
                <a:lnTo>
                  <a:pt x="1301942" y="99187"/>
                </a:lnTo>
                <a:lnTo>
                  <a:pt x="1302117" y="98801"/>
                </a:lnTo>
                <a:lnTo>
                  <a:pt x="1302283" y="98413"/>
                </a:lnTo>
                <a:lnTo>
                  <a:pt x="1302441" y="98022"/>
                </a:lnTo>
                <a:lnTo>
                  <a:pt x="1302591" y="97629"/>
                </a:lnTo>
                <a:lnTo>
                  <a:pt x="1302733" y="97234"/>
                </a:lnTo>
                <a:lnTo>
                  <a:pt x="1302866" y="96836"/>
                </a:lnTo>
                <a:lnTo>
                  <a:pt x="1302990" y="96436"/>
                </a:lnTo>
                <a:lnTo>
                  <a:pt x="1303107" y="96033"/>
                </a:lnTo>
                <a:lnTo>
                  <a:pt x="1303215" y="95629"/>
                </a:lnTo>
                <a:lnTo>
                  <a:pt x="1303315" y="95221"/>
                </a:lnTo>
                <a:lnTo>
                  <a:pt x="1303406" y="94812"/>
                </a:lnTo>
                <a:lnTo>
                  <a:pt x="1303492" y="94403"/>
                </a:lnTo>
                <a:lnTo>
                  <a:pt x="1303573" y="93998"/>
                </a:lnTo>
                <a:lnTo>
                  <a:pt x="1303652" y="93597"/>
                </a:lnTo>
                <a:lnTo>
                  <a:pt x="1303726" y="93200"/>
                </a:lnTo>
                <a:lnTo>
                  <a:pt x="1303797" y="92806"/>
                </a:lnTo>
                <a:lnTo>
                  <a:pt x="1303864" y="92417"/>
                </a:lnTo>
                <a:lnTo>
                  <a:pt x="1303928" y="92031"/>
                </a:lnTo>
                <a:lnTo>
                  <a:pt x="1303988" y="91649"/>
                </a:lnTo>
                <a:lnTo>
                  <a:pt x="1304044" y="91271"/>
                </a:lnTo>
                <a:lnTo>
                  <a:pt x="1304097" y="90897"/>
                </a:lnTo>
                <a:lnTo>
                  <a:pt x="1304146" y="90527"/>
                </a:lnTo>
                <a:lnTo>
                  <a:pt x="1304191" y="90160"/>
                </a:lnTo>
                <a:lnTo>
                  <a:pt x="1304233" y="89798"/>
                </a:lnTo>
                <a:lnTo>
                  <a:pt x="1304271" y="89439"/>
                </a:lnTo>
                <a:lnTo>
                  <a:pt x="1304306" y="89084"/>
                </a:lnTo>
                <a:lnTo>
                  <a:pt x="1304337" y="88733"/>
                </a:lnTo>
                <a:lnTo>
                  <a:pt x="1304364" y="88386"/>
                </a:lnTo>
                <a:lnTo>
                  <a:pt x="1304388" y="88042"/>
                </a:lnTo>
                <a:lnTo>
                  <a:pt x="1304408" y="87703"/>
                </a:lnTo>
                <a:lnTo>
                  <a:pt x="1304424" y="87367"/>
                </a:lnTo>
                <a:lnTo>
                  <a:pt x="1304437" y="87035"/>
                </a:lnTo>
                <a:lnTo>
                  <a:pt x="1304446" y="86707"/>
                </a:lnTo>
                <a:lnTo>
                  <a:pt x="1304451" y="86383"/>
                </a:lnTo>
                <a:lnTo>
                  <a:pt x="1304453" y="86062"/>
                </a:lnTo>
                <a:lnTo>
                  <a:pt x="1304453" y="26425"/>
                </a:lnTo>
                <a:lnTo>
                  <a:pt x="1287824" y="26425"/>
                </a:lnTo>
                <a:lnTo>
                  <a:pt x="1287824" y="34925"/>
                </a:lnTo>
                <a:lnTo>
                  <a:pt x="1287578" y="34925"/>
                </a:lnTo>
                <a:lnTo>
                  <a:pt x="1287309" y="34466"/>
                </a:lnTo>
                <a:close/>
                <a:moveTo>
                  <a:pt x="1271284" y="74988"/>
                </a:moveTo>
                <a:lnTo>
                  <a:pt x="1270971" y="74955"/>
                </a:lnTo>
                <a:lnTo>
                  <a:pt x="1270663" y="74916"/>
                </a:lnTo>
                <a:lnTo>
                  <a:pt x="1270360" y="74872"/>
                </a:lnTo>
                <a:lnTo>
                  <a:pt x="1270061" y="74821"/>
                </a:lnTo>
                <a:lnTo>
                  <a:pt x="1269767" y="74764"/>
                </a:lnTo>
                <a:lnTo>
                  <a:pt x="1269477" y="74701"/>
                </a:lnTo>
                <a:lnTo>
                  <a:pt x="1269193" y="74632"/>
                </a:lnTo>
                <a:lnTo>
                  <a:pt x="1268913" y="74557"/>
                </a:lnTo>
                <a:lnTo>
                  <a:pt x="1268637" y="74477"/>
                </a:lnTo>
                <a:lnTo>
                  <a:pt x="1268367" y="74390"/>
                </a:lnTo>
                <a:lnTo>
                  <a:pt x="1268101" y="74297"/>
                </a:lnTo>
                <a:lnTo>
                  <a:pt x="1267840" y="74198"/>
                </a:lnTo>
                <a:lnTo>
                  <a:pt x="1267583" y="74094"/>
                </a:lnTo>
                <a:lnTo>
                  <a:pt x="1267332" y="73983"/>
                </a:lnTo>
                <a:lnTo>
                  <a:pt x="1267085" y="73866"/>
                </a:lnTo>
                <a:lnTo>
                  <a:pt x="1266842" y="73743"/>
                </a:lnTo>
                <a:lnTo>
                  <a:pt x="1266605" y="73615"/>
                </a:lnTo>
                <a:lnTo>
                  <a:pt x="1266372" y="73480"/>
                </a:lnTo>
                <a:lnTo>
                  <a:pt x="1266143" y="73339"/>
                </a:lnTo>
                <a:lnTo>
                  <a:pt x="1265919" y="73194"/>
                </a:lnTo>
                <a:lnTo>
                  <a:pt x="1265699" y="73045"/>
                </a:lnTo>
                <a:lnTo>
                  <a:pt x="1265482" y="72893"/>
                </a:lnTo>
                <a:lnTo>
                  <a:pt x="1265269" y="72738"/>
                </a:lnTo>
                <a:lnTo>
                  <a:pt x="1265060" y="72579"/>
                </a:lnTo>
                <a:lnTo>
                  <a:pt x="1264854" y="72416"/>
                </a:lnTo>
                <a:lnTo>
                  <a:pt x="1264651" y="72250"/>
                </a:lnTo>
                <a:lnTo>
                  <a:pt x="1264453" y="72081"/>
                </a:lnTo>
                <a:lnTo>
                  <a:pt x="1264258" y="71909"/>
                </a:lnTo>
                <a:lnTo>
                  <a:pt x="1264067" y="71732"/>
                </a:lnTo>
                <a:lnTo>
                  <a:pt x="1263879" y="71553"/>
                </a:lnTo>
                <a:lnTo>
                  <a:pt x="1263695" y="71370"/>
                </a:lnTo>
                <a:lnTo>
                  <a:pt x="1263514" y="71184"/>
                </a:lnTo>
                <a:lnTo>
                  <a:pt x="1263338" y="70994"/>
                </a:lnTo>
                <a:lnTo>
                  <a:pt x="1263164" y="70801"/>
                </a:lnTo>
                <a:lnTo>
                  <a:pt x="1262995" y="70604"/>
                </a:lnTo>
                <a:lnTo>
                  <a:pt x="1262829" y="70405"/>
                </a:lnTo>
                <a:lnTo>
                  <a:pt x="1262667" y="70201"/>
                </a:lnTo>
                <a:lnTo>
                  <a:pt x="1262508" y="69994"/>
                </a:lnTo>
                <a:lnTo>
                  <a:pt x="1262353" y="69784"/>
                </a:lnTo>
                <a:lnTo>
                  <a:pt x="1262202" y="69571"/>
                </a:lnTo>
                <a:lnTo>
                  <a:pt x="1262054" y="69354"/>
                </a:lnTo>
                <a:lnTo>
                  <a:pt x="1261910" y="69133"/>
                </a:lnTo>
                <a:lnTo>
                  <a:pt x="1261770" y="68909"/>
                </a:lnTo>
                <a:lnTo>
                  <a:pt x="1261633" y="68682"/>
                </a:lnTo>
                <a:lnTo>
                  <a:pt x="1261500" y="68453"/>
                </a:lnTo>
                <a:lnTo>
                  <a:pt x="1261370" y="68222"/>
                </a:lnTo>
                <a:lnTo>
                  <a:pt x="1261243" y="67988"/>
                </a:lnTo>
                <a:lnTo>
                  <a:pt x="1261120" y="67751"/>
                </a:lnTo>
                <a:lnTo>
                  <a:pt x="1261000" y="67513"/>
                </a:lnTo>
                <a:lnTo>
                  <a:pt x="1260884" y="67272"/>
                </a:lnTo>
                <a:lnTo>
                  <a:pt x="1260771" y="67029"/>
                </a:lnTo>
                <a:lnTo>
                  <a:pt x="1260662" y="66783"/>
                </a:lnTo>
                <a:lnTo>
                  <a:pt x="1260556" y="66535"/>
                </a:lnTo>
                <a:lnTo>
                  <a:pt x="1260453" y="66285"/>
                </a:lnTo>
                <a:lnTo>
                  <a:pt x="1260354" y="66032"/>
                </a:lnTo>
                <a:lnTo>
                  <a:pt x="1260258" y="65777"/>
                </a:lnTo>
                <a:lnTo>
                  <a:pt x="1260166" y="65520"/>
                </a:lnTo>
                <a:lnTo>
                  <a:pt x="1260077" y="65260"/>
                </a:lnTo>
                <a:lnTo>
                  <a:pt x="1259991" y="64998"/>
                </a:lnTo>
                <a:lnTo>
                  <a:pt x="1259909" y="64734"/>
                </a:lnTo>
                <a:lnTo>
                  <a:pt x="1259830" y="64467"/>
                </a:lnTo>
                <a:lnTo>
                  <a:pt x="1259755" y="64198"/>
                </a:lnTo>
                <a:lnTo>
                  <a:pt x="1259683" y="63927"/>
                </a:lnTo>
                <a:lnTo>
                  <a:pt x="1259615" y="63653"/>
                </a:lnTo>
                <a:lnTo>
                  <a:pt x="1259549" y="63377"/>
                </a:lnTo>
                <a:lnTo>
                  <a:pt x="1259488" y="63098"/>
                </a:lnTo>
                <a:lnTo>
                  <a:pt x="1259430" y="62818"/>
                </a:lnTo>
                <a:lnTo>
                  <a:pt x="1259374" y="62535"/>
                </a:lnTo>
                <a:lnTo>
                  <a:pt x="1259321" y="62253"/>
                </a:lnTo>
                <a:lnTo>
                  <a:pt x="1259271" y="61970"/>
                </a:lnTo>
                <a:lnTo>
                  <a:pt x="1259223" y="61687"/>
                </a:lnTo>
                <a:lnTo>
                  <a:pt x="1259177" y="61404"/>
                </a:lnTo>
                <a:lnTo>
                  <a:pt x="1259133" y="61121"/>
                </a:lnTo>
                <a:lnTo>
                  <a:pt x="1259092" y="60838"/>
                </a:lnTo>
                <a:lnTo>
                  <a:pt x="1259054" y="60554"/>
                </a:lnTo>
                <a:lnTo>
                  <a:pt x="1259017" y="60270"/>
                </a:lnTo>
                <a:lnTo>
                  <a:pt x="1258983" y="59986"/>
                </a:lnTo>
                <a:lnTo>
                  <a:pt x="1258951" y="59701"/>
                </a:lnTo>
                <a:lnTo>
                  <a:pt x="1258922" y="59417"/>
                </a:lnTo>
                <a:lnTo>
                  <a:pt x="1258895" y="59132"/>
                </a:lnTo>
                <a:lnTo>
                  <a:pt x="1258870" y="58847"/>
                </a:lnTo>
                <a:lnTo>
                  <a:pt x="1258848" y="58562"/>
                </a:lnTo>
                <a:lnTo>
                  <a:pt x="1258828" y="58276"/>
                </a:lnTo>
                <a:lnTo>
                  <a:pt x="1258810" y="57991"/>
                </a:lnTo>
                <a:lnTo>
                  <a:pt x="1258795" y="57705"/>
                </a:lnTo>
                <a:lnTo>
                  <a:pt x="1258782" y="57419"/>
                </a:lnTo>
                <a:lnTo>
                  <a:pt x="1258772" y="57133"/>
                </a:lnTo>
                <a:lnTo>
                  <a:pt x="1258763" y="56846"/>
                </a:lnTo>
                <a:lnTo>
                  <a:pt x="1258758" y="56559"/>
                </a:lnTo>
                <a:lnTo>
                  <a:pt x="1258754" y="56272"/>
                </a:lnTo>
                <a:lnTo>
                  <a:pt x="1258753" y="55985"/>
                </a:lnTo>
                <a:lnTo>
                  <a:pt x="1258754" y="55688"/>
                </a:lnTo>
                <a:lnTo>
                  <a:pt x="1258758" y="55393"/>
                </a:lnTo>
                <a:lnTo>
                  <a:pt x="1258765" y="55098"/>
                </a:lnTo>
                <a:lnTo>
                  <a:pt x="1258775" y="54804"/>
                </a:lnTo>
                <a:lnTo>
                  <a:pt x="1258788" y="54511"/>
                </a:lnTo>
                <a:lnTo>
                  <a:pt x="1258803" y="54220"/>
                </a:lnTo>
                <a:lnTo>
                  <a:pt x="1258821" y="53929"/>
                </a:lnTo>
                <a:lnTo>
                  <a:pt x="1258842" y="53640"/>
                </a:lnTo>
                <a:lnTo>
                  <a:pt x="1258865" y="53352"/>
                </a:lnTo>
                <a:lnTo>
                  <a:pt x="1258892" y="53064"/>
                </a:lnTo>
                <a:lnTo>
                  <a:pt x="1258921" y="52778"/>
                </a:lnTo>
                <a:lnTo>
                  <a:pt x="1258953" y="52493"/>
                </a:lnTo>
                <a:lnTo>
                  <a:pt x="1258988" y="52209"/>
                </a:lnTo>
                <a:lnTo>
                  <a:pt x="1259025" y="51926"/>
                </a:lnTo>
                <a:lnTo>
                  <a:pt x="1259066" y="51644"/>
                </a:lnTo>
                <a:lnTo>
                  <a:pt x="1259109" y="51363"/>
                </a:lnTo>
                <a:lnTo>
                  <a:pt x="1259155" y="51083"/>
                </a:lnTo>
                <a:lnTo>
                  <a:pt x="1259203" y="50805"/>
                </a:lnTo>
                <a:lnTo>
                  <a:pt x="1259255" y="50527"/>
                </a:lnTo>
                <a:lnTo>
                  <a:pt x="1259309" y="50250"/>
                </a:lnTo>
                <a:lnTo>
                  <a:pt x="1259366" y="49975"/>
                </a:lnTo>
                <a:lnTo>
                  <a:pt x="1259426" y="49701"/>
                </a:lnTo>
                <a:lnTo>
                  <a:pt x="1259488" y="49427"/>
                </a:lnTo>
                <a:lnTo>
                  <a:pt x="1259554" y="49155"/>
                </a:lnTo>
                <a:lnTo>
                  <a:pt x="1259622" y="48884"/>
                </a:lnTo>
                <a:lnTo>
                  <a:pt x="1259694" y="48616"/>
                </a:lnTo>
                <a:lnTo>
                  <a:pt x="1259769" y="48351"/>
                </a:lnTo>
                <a:lnTo>
                  <a:pt x="1259848" y="48088"/>
                </a:lnTo>
                <a:lnTo>
                  <a:pt x="1259930" y="47827"/>
                </a:lnTo>
                <a:lnTo>
                  <a:pt x="1260015" y="47570"/>
                </a:lnTo>
                <a:lnTo>
                  <a:pt x="1260104" y="47314"/>
                </a:lnTo>
                <a:lnTo>
                  <a:pt x="1260197" y="47062"/>
                </a:lnTo>
                <a:lnTo>
                  <a:pt x="1260293" y="46812"/>
                </a:lnTo>
                <a:lnTo>
                  <a:pt x="1260392" y="46564"/>
                </a:lnTo>
                <a:lnTo>
                  <a:pt x="1260494" y="46319"/>
                </a:lnTo>
                <a:lnTo>
                  <a:pt x="1260601" y="46077"/>
                </a:lnTo>
                <a:lnTo>
                  <a:pt x="1260710" y="45837"/>
                </a:lnTo>
                <a:lnTo>
                  <a:pt x="1260823" y="45600"/>
                </a:lnTo>
                <a:lnTo>
                  <a:pt x="1260939" y="45365"/>
                </a:lnTo>
                <a:lnTo>
                  <a:pt x="1261059" y="45133"/>
                </a:lnTo>
                <a:lnTo>
                  <a:pt x="1261182" y="44904"/>
                </a:lnTo>
                <a:lnTo>
                  <a:pt x="1261309" y="44677"/>
                </a:lnTo>
                <a:lnTo>
                  <a:pt x="1261439" y="44453"/>
                </a:lnTo>
                <a:lnTo>
                  <a:pt x="1261572" y="44231"/>
                </a:lnTo>
                <a:lnTo>
                  <a:pt x="1261709" y="44012"/>
                </a:lnTo>
                <a:lnTo>
                  <a:pt x="1261849" y="43795"/>
                </a:lnTo>
                <a:lnTo>
                  <a:pt x="1261993" y="43581"/>
                </a:lnTo>
                <a:lnTo>
                  <a:pt x="1262140" y="43370"/>
                </a:lnTo>
                <a:lnTo>
                  <a:pt x="1262290" y="43161"/>
                </a:lnTo>
                <a:lnTo>
                  <a:pt x="1262444" y="42956"/>
                </a:lnTo>
                <a:lnTo>
                  <a:pt x="1262600" y="42755"/>
                </a:lnTo>
                <a:lnTo>
                  <a:pt x="1262760" y="42558"/>
                </a:lnTo>
                <a:lnTo>
                  <a:pt x="1262922" y="42364"/>
                </a:lnTo>
                <a:lnTo>
                  <a:pt x="1263087" y="42174"/>
                </a:lnTo>
                <a:lnTo>
                  <a:pt x="1263256" y="41987"/>
                </a:lnTo>
                <a:lnTo>
                  <a:pt x="1263427" y="41804"/>
                </a:lnTo>
                <a:lnTo>
                  <a:pt x="1263602" y="41625"/>
                </a:lnTo>
                <a:lnTo>
                  <a:pt x="1263779" y="41449"/>
                </a:lnTo>
                <a:lnTo>
                  <a:pt x="1263959" y="41277"/>
                </a:lnTo>
                <a:lnTo>
                  <a:pt x="1264143" y="41108"/>
                </a:lnTo>
                <a:lnTo>
                  <a:pt x="1264329" y="40944"/>
                </a:lnTo>
                <a:lnTo>
                  <a:pt x="1264518" y="40782"/>
                </a:lnTo>
                <a:lnTo>
                  <a:pt x="1264711" y="40625"/>
                </a:lnTo>
                <a:lnTo>
                  <a:pt x="1264906" y="40471"/>
                </a:lnTo>
                <a:lnTo>
                  <a:pt x="1265104" y="40320"/>
                </a:lnTo>
                <a:lnTo>
                  <a:pt x="1265305" y="40174"/>
                </a:lnTo>
                <a:lnTo>
                  <a:pt x="1265510" y="40031"/>
                </a:lnTo>
                <a:lnTo>
                  <a:pt x="1265717" y="39891"/>
                </a:lnTo>
                <a:lnTo>
                  <a:pt x="1265927" y="39755"/>
                </a:lnTo>
                <a:lnTo>
                  <a:pt x="1266140" y="39623"/>
                </a:lnTo>
                <a:lnTo>
                  <a:pt x="1266357" y="39495"/>
                </a:lnTo>
                <a:lnTo>
                  <a:pt x="1266576" y="39370"/>
                </a:lnTo>
                <a:lnTo>
                  <a:pt x="1266798" y="39249"/>
                </a:lnTo>
                <a:lnTo>
                  <a:pt x="1267024" y="39134"/>
                </a:lnTo>
                <a:lnTo>
                  <a:pt x="1267254" y="39024"/>
                </a:lnTo>
                <a:lnTo>
                  <a:pt x="1267488" y="38918"/>
                </a:lnTo>
                <a:lnTo>
                  <a:pt x="1267725" y="38818"/>
                </a:lnTo>
                <a:lnTo>
                  <a:pt x="1267965" y="38723"/>
                </a:lnTo>
                <a:lnTo>
                  <a:pt x="1268210" y="38634"/>
                </a:lnTo>
                <a:lnTo>
                  <a:pt x="1268458" y="38549"/>
                </a:lnTo>
                <a:lnTo>
                  <a:pt x="1268709" y="38469"/>
                </a:lnTo>
                <a:lnTo>
                  <a:pt x="1268964" y="38395"/>
                </a:lnTo>
                <a:lnTo>
                  <a:pt x="1269223" y="38326"/>
                </a:lnTo>
                <a:lnTo>
                  <a:pt x="1269486" y="38262"/>
                </a:lnTo>
                <a:lnTo>
                  <a:pt x="1269752" y="38203"/>
                </a:lnTo>
                <a:lnTo>
                  <a:pt x="1270022" y="38149"/>
                </a:lnTo>
                <a:lnTo>
                  <a:pt x="1270295" y="38100"/>
                </a:lnTo>
                <a:lnTo>
                  <a:pt x="1270572" y="38057"/>
                </a:lnTo>
                <a:lnTo>
                  <a:pt x="1270853" y="38018"/>
                </a:lnTo>
                <a:lnTo>
                  <a:pt x="1271137" y="37985"/>
                </a:lnTo>
                <a:lnTo>
                  <a:pt x="1271425" y="37957"/>
                </a:lnTo>
                <a:lnTo>
                  <a:pt x="1271717" y="37933"/>
                </a:lnTo>
                <a:lnTo>
                  <a:pt x="1272012" y="37915"/>
                </a:lnTo>
                <a:lnTo>
                  <a:pt x="1272311" y="37903"/>
                </a:lnTo>
                <a:lnTo>
                  <a:pt x="1272613" y="37895"/>
                </a:lnTo>
                <a:lnTo>
                  <a:pt x="1272919" y="37892"/>
                </a:lnTo>
                <a:lnTo>
                  <a:pt x="1273276" y="37895"/>
                </a:lnTo>
                <a:lnTo>
                  <a:pt x="1273628" y="37904"/>
                </a:lnTo>
                <a:lnTo>
                  <a:pt x="1273974" y="37917"/>
                </a:lnTo>
                <a:lnTo>
                  <a:pt x="1274315" y="37937"/>
                </a:lnTo>
                <a:lnTo>
                  <a:pt x="1274652" y="37962"/>
                </a:lnTo>
                <a:lnTo>
                  <a:pt x="1274983" y="37992"/>
                </a:lnTo>
                <a:lnTo>
                  <a:pt x="1275309" y="38029"/>
                </a:lnTo>
                <a:lnTo>
                  <a:pt x="1275629" y="38070"/>
                </a:lnTo>
                <a:lnTo>
                  <a:pt x="1275945" y="38118"/>
                </a:lnTo>
                <a:lnTo>
                  <a:pt x="1276256" y="38170"/>
                </a:lnTo>
                <a:lnTo>
                  <a:pt x="1276561" y="38229"/>
                </a:lnTo>
                <a:lnTo>
                  <a:pt x="1276861" y="38293"/>
                </a:lnTo>
                <a:lnTo>
                  <a:pt x="1277156" y="38362"/>
                </a:lnTo>
                <a:lnTo>
                  <a:pt x="1277446" y="38437"/>
                </a:lnTo>
                <a:lnTo>
                  <a:pt x="1277731" y="38518"/>
                </a:lnTo>
                <a:lnTo>
                  <a:pt x="1278011" y="38604"/>
                </a:lnTo>
                <a:lnTo>
                  <a:pt x="1278285" y="38696"/>
                </a:lnTo>
                <a:lnTo>
                  <a:pt x="1278555" y="38793"/>
                </a:lnTo>
                <a:lnTo>
                  <a:pt x="1278819" y="38896"/>
                </a:lnTo>
                <a:lnTo>
                  <a:pt x="1279078" y="39004"/>
                </a:lnTo>
                <a:lnTo>
                  <a:pt x="1279332" y="39118"/>
                </a:lnTo>
                <a:lnTo>
                  <a:pt x="1279581" y="39238"/>
                </a:lnTo>
                <a:lnTo>
                  <a:pt x="1279825" y="39363"/>
                </a:lnTo>
                <a:lnTo>
                  <a:pt x="1280064" y="39494"/>
                </a:lnTo>
                <a:lnTo>
                  <a:pt x="1280298" y="39629"/>
                </a:lnTo>
                <a:lnTo>
                  <a:pt x="1280528" y="39768"/>
                </a:lnTo>
                <a:lnTo>
                  <a:pt x="1280754" y="39911"/>
                </a:lnTo>
                <a:lnTo>
                  <a:pt x="1280977" y="40058"/>
                </a:lnTo>
                <a:lnTo>
                  <a:pt x="1281196" y="40208"/>
                </a:lnTo>
                <a:lnTo>
                  <a:pt x="1281411" y="40363"/>
                </a:lnTo>
                <a:lnTo>
                  <a:pt x="1281622" y="40521"/>
                </a:lnTo>
                <a:lnTo>
                  <a:pt x="1281829" y="40683"/>
                </a:lnTo>
                <a:lnTo>
                  <a:pt x="1282032" y="40849"/>
                </a:lnTo>
                <a:lnTo>
                  <a:pt x="1282232" y="41019"/>
                </a:lnTo>
                <a:lnTo>
                  <a:pt x="1282428" y="41193"/>
                </a:lnTo>
                <a:lnTo>
                  <a:pt x="1282619" y="41371"/>
                </a:lnTo>
                <a:lnTo>
                  <a:pt x="1282807" y="41552"/>
                </a:lnTo>
                <a:lnTo>
                  <a:pt x="1282992" y="41737"/>
                </a:lnTo>
                <a:lnTo>
                  <a:pt x="1283172" y="41926"/>
                </a:lnTo>
                <a:lnTo>
                  <a:pt x="1283348" y="42119"/>
                </a:lnTo>
                <a:lnTo>
                  <a:pt x="1283521" y="42316"/>
                </a:lnTo>
                <a:lnTo>
                  <a:pt x="1283690" y="42517"/>
                </a:lnTo>
                <a:lnTo>
                  <a:pt x="1283855" y="42721"/>
                </a:lnTo>
                <a:lnTo>
                  <a:pt x="1284016" y="42930"/>
                </a:lnTo>
                <a:lnTo>
                  <a:pt x="1284173" y="43142"/>
                </a:lnTo>
                <a:lnTo>
                  <a:pt x="1284326" y="43358"/>
                </a:lnTo>
                <a:lnTo>
                  <a:pt x="1284476" y="43578"/>
                </a:lnTo>
                <a:lnTo>
                  <a:pt x="1284622" y="43802"/>
                </a:lnTo>
                <a:lnTo>
                  <a:pt x="1284764" y="44029"/>
                </a:lnTo>
                <a:lnTo>
                  <a:pt x="1284902" y="44258"/>
                </a:lnTo>
                <a:lnTo>
                  <a:pt x="1285038" y="44491"/>
                </a:lnTo>
                <a:lnTo>
                  <a:pt x="1285169" y="44726"/>
                </a:lnTo>
                <a:lnTo>
                  <a:pt x="1285298" y="44964"/>
                </a:lnTo>
                <a:lnTo>
                  <a:pt x="1285423" y="45205"/>
                </a:lnTo>
                <a:lnTo>
                  <a:pt x="1285544" y="45449"/>
                </a:lnTo>
                <a:lnTo>
                  <a:pt x="1285662" y="45695"/>
                </a:lnTo>
                <a:lnTo>
                  <a:pt x="1285777" y="45944"/>
                </a:lnTo>
                <a:lnTo>
                  <a:pt x="1285888" y="46196"/>
                </a:lnTo>
                <a:lnTo>
                  <a:pt x="1285996" y="46451"/>
                </a:lnTo>
                <a:lnTo>
                  <a:pt x="1286100" y="46709"/>
                </a:lnTo>
                <a:lnTo>
                  <a:pt x="1286201" y="46969"/>
                </a:lnTo>
                <a:lnTo>
                  <a:pt x="1286299" y="47232"/>
                </a:lnTo>
                <a:lnTo>
                  <a:pt x="1286393" y="47498"/>
                </a:lnTo>
                <a:lnTo>
                  <a:pt x="1286484" y="47766"/>
                </a:lnTo>
                <a:lnTo>
                  <a:pt x="1286571" y="48038"/>
                </a:lnTo>
                <a:lnTo>
                  <a:pt x="1286655" y="48312"/>
                </a:lnTo>
                <a:lnTo>
                  <a:pt x="1286735" y="48589"/>
                </a:lnTo>
                <a:lnTo>
                  <a:pt x="1286812" y="48869"/>
                </a:lnTo>
                <a:lnTo>
                  <a:pt x="1286886" y="49151"/>
                </a:lnTo>
                <a:lnTo>
                  <a:pt x="1286956" y="49437"/>
                </a:lnTo>
                <a:lnTo>
                  <a:pt x="1287022" y="49725"/>
                </a:lnTo>
                <a:lnTo>
                  <a:pt x="1287086" y="50016"/>
                </a:lnTo>
                <a:lnTo>
                  <a:pt x="1287146" y="50309"/>
                </a:lnTo>
                <a:lnTo>
                  <a:pt x="1287204" y="50603"/>
                </a:lnTo>
                <a:lnTo>
                  <a:pt x="1287259" y="50899"/>
                </a:lnTo>
                <a:lnTo>
                  <a:pt x="1287311" y="51197"/>
                </a:lnTo>
                <a:lnTo>
                  <a:pt x="1287361" y="51496"/>
                </a:lnTo>
                <a:lnTo>
                  <a:pt x="1287409" y="51796"/>
                </a:lnTo>
                <a:lnTo>
                  <a:pt x="1287454" y="52098"/>
                </a:lnTo>
                <a:lnTo>
                  <a:pt x="1287496" y="52402"/>
                </a:lnTo>
                <a:lnTo>
                  <a:pt x="1287536" y="52707"/>
                </a:lnTo>
                <a:lnTo>
                  <a:pt x="1287573" y="53014"/>
                </a:lnTo>
                <a:lnTo>
                  <a:pt x="1287608" y="53322"/>
                </a:lnTo>
                <a:lnTo>
                  <a:pt x="1287640" y="53631"/>
                </a:lnTo>
                <a:lnTo>
                  <a:pt x="1287669" y="53942"/>
                </a:lnTo>
                <a:lnTo>
                  <a:pt x="1287696" y="54255"/>
                </a:lnTo>
                <a:lnTo>
                  <a:pt x="1287721" y="54569"/>
                </a:lnTo>
                <a:lnTo>
                  <a:pt x="1287742" y="54884"/>
                </a:lnTo>
                <a:lnTo>
                  <a:pt x="1287762" y="55201"/>
                </a:lnTo>
                <a:lnTo>
                  <a:pt x="1287778" y="55520"/>
                </a:lnTo>
                <a:lnTo>
                  <a:pt x="1287792" y="55840"/>
                </a:lnTo>
                <a:lnTo>
                  <a:pt x="1287804" y="56161"/>
                </a:lnTo>
                <a:lnTo>
                  <a:pt x="1287813" y="56484"/>
                </a:lnTo>
                <a:lnTo>
                  <a:pt x="1287819" y="56809"/>
                </a:lnTo>
                <a:lnTo>
                  <a:pt x="1287823" y="57135"/>
                </a:lnTo>
                <a:lnTo>
                  <a:pt x="1287824" y="57463"/>
                </a:lnTo>
                <a:lnTo>
                  <a:pt x="1287823" y="57749"/>
                </a:lnTo>
                <a:lnTo>
                  <a:pt x="1287818" y="58035"/>
                </a:lnTo>
                <a:lnTo>
                  <a:pt x="1287810" y="58319"/>
                </a:lnTo>
                <a:lnTo>
                  <a:pt x="1287799" y="58603"/>
                </a:lnTo>
                <a:lnTo>
                  <a:pt x="1287784" y="58885"/>
                </a:lnTo>
                <a:lnTo>
                  <a:pt x="1287767" y="59166"/>
                </a:lnTo>
                <a:lnTo>
                  <a:pt x="1287746" y="59446"/>
                </a:lnTo>
                <a:lnTo>
                  <a:pt x="1287722" y="59725"/>
                </a:lnTo>
                <a:lnTo>
                  <a:pt x="1287694" y="60004"/>
                </a:lnTo>
                <a:lnTo>
                  <a:pt x="1287664" y="60281"/>
                </a:lnTo>
                <a:lnTo>
                  <a:pt x="1287630" y="60556"/>
                </a:lnTo>
                <a:lnTo>
                  <a:pt x="1287593" y="60831"/>
                </a:lnTo>
                <a:lnTo>
                  <a:pt x="1287553" y="61105"/>
                </a:lnTo>
                <a:lnTo>
                  <a:pt x="1287510" y="61378"/>
                </a:lnTo>
                <a:lnTo>
                  <a:pt x="1287463" y="61650"/>
                </a:lnTo>
                <a:lnTo>
                  <a:pt x="1287413" y="61920"/>
                </a:lnTo>
                <a:lnTo>
                  <a:pt x="1287360" y="62190"/>
                </a:lnTo>
                <a:lnTo>
                  <a:pt x="1287304" y="62458"/>
                </a:lnTo>
                <a:lnTo>
                  <a:pt x="1287245" y="62726"/>
                </a:lnTo>
                <a:lnTo>
                  <a:pt x="1287182" y="62992"/>
                </a:lnTo>
                <a:lnTo>
                  <a:pt x="1287116" y="63257"/>
                </a:lnTo>
                <a:lnTo>
                  <a:pt x="1287047" y="63522"/>
                </a:lnTo>
                <a:lnTo>
                  <a:pt x="1286975" y="63785"/>
                </a:lnTo>
                <a:lnTo>
                  <a:pt x="1286900" y="64047"/>
                </a:lnTo>
                <a:lnTo>
                  <a:pt x="1286821" y="64307"/>
                </a:lnTo>
                <a:lnTo>
                  <a:pt x="1286739" y="64565"/>
                </a:lnTo>
                <a:lnTo>
                  <a:pt x="1286654" y="64821"/>
                </a:lnTo>
                <a:lnTo>
                  <a:pt x="1286566" y="65074"/>
                </a:lnTo>
                <a:lnTo>
                  <a:pt x="1286475" y="65325"/>
                </a:lnTo>
                <a:lnTo>
                  <a:pt x="1286380" y="65574"/>
                </a:lnTo>
                <a:lnTo>
                  <a:pt x="1286283" y="65820"/>
                </a:lnTo>
                <a:lnTo>
                  <a:pt x="1286182" y="66064"/>
                </a:lnTo>
                <a:lnTo>
                  <a:pt x="1286077" y="66306"/>
                </a:lnTo>
                <a:lnTo>
                  <a:pt x="1285970" y="66545"/>
                </a:lnTo>
                <a:lnTo>
                  <a:pt x="1285859" y="66782"/>
                </a:lnTo>
                <a:lnTo>
                  <a:pt x="1285746" y="67017"/>
                </a:lnTo>
                <a:lnTo>
                  <a:pt x="1285629" y="67249"/>
                </a:lnTo>
                <a:lnTo>
                  <a:pt x="1285508" y="67479"/>
                </a:lnTo>
                <a:lnTo>
                  <a:pt x="1285385" y="67706"/>
                </a:lnTo>
                <a:lnTo>
                  <a:pt x="1285258" y="67931"/>
                </a:lnTo>
                <a:lnTo>
                  <a:pt x="1285128" y="68154"/>
                </a:lnTo>
                <a:lnTo>
                  <a:pt x="1284995" y="68375"/>
                </a:lnTo>
                <a:lnTo>
                  <a:pt x="1284859" y="68593"/>
                </a:lnTo>
                <a:lnTo>
                  <a:pt x="1284719" y="68808"/>
                </a:lnTo>
                <a:lnTo>
                  <a:pt x="1284577" y="69022"/>
                </a:lnTo>
                <a:lnTo>
                  <a:pt x="1284431" y="69233"/>
                </a:lnTo>
                <a:lnTo>
                  <a:pt x="1284282" y="69442"/>
                </a:lnTo>
                <a:lnTo>
                  <a:pt x="1284129" y="69648"/>
                </a:lnTo>
                <a:lnTo>
                  <a:pt x="1283973" y="69851"/>
                </a:lnTo>
                <a:lnTo>
                  <a:pt x="1283814" y="70051"/>
                </a:lnTo>
                <a:lnTo>
                  <a:pt x="1283652" y="70248"/>
                </a:lnTo>
                <a:lnTo>
                  <a:pt x="1283486" y="70441"/>
                </a:lnTo>
                <a:lnTo>
                  <a:pt x="1283316" y="70630"/>
                </a:lnTo>
                <a:lnTo>
                  <a:pt x="1283144" y="70817"/>
                </a:lnTo>
                <a:lnTo>
                  <a:pt x="1282967" y="71000"/>
                </a:lnTo>
                <a:lnTo>
                  <a:pt x="1282788" y="71179"/>
                </a:lnTo>
                <a:lnTo>
                  <a:pt x="1282605" y="71355"/>
                </a:lnTo>
                <a:lnTo>
                  <a:pt x="1282418" y="71528"/>
                </a:lnTo>
                <a:lnTo>
                  <a:pt x="1282228" y="71697"/>
                </a:lnTo>
                <a:lnTo>
                  <a:pt x="1282035" y="71863"/>
                </a:lnTo>
                <a:lnTo>
                  <a:pt x="1281838" y="72025"/>
                </a:lnTo>
                <a:lnTo>
                  <a:pt x="1281638" y="72184"/>
                </a:lnTo>
                <a:lnTo>
                  <a:pt x="1281434" y="72339"/>
                </a:lnTo>
                <a:lnTo>
                  <a:pt x="1281227" y="72492"/>
                </a:lnTo>
                <a:lnTo>
                  <a:pt x="1281017" y="72640"/>
                </a:lnTo>
                <a:lnTo>
                  <a:pt x="1280803" y="72786"/>
                </a:lnTo>
                <a:lnTo>
                  <a:pt x="1280585" y="72927"/>
                </a:lnTo>
                <a:lnTo>
                  <a:pt x="1280364" y="73066"/>
                </a:lnTo>
                <a:lnTo>
                  <a:pt x="1280140" y="73201"/>
                </a:lnTo>
                <a:lnTo>
                  <a:pt x="1279913" y="73333"/>
                </a:lnTo>
                <a:lnTo>
                  <a:pt x="1279682" y="73461"/>
                </a:lnTo>
                <a:lnTo>
                  <a:pt x="1279447" y="73586"/>
                </a:lnTo>
                <a:lnTo>
                  <a:pt x="1279210" y="73706"/>
                </a:lnTo>
                <a:lnTo>
                  <a:pt x="1278969" y="73822"/>
                </a:lnTo>
                <a:lnTo>
                  <a:pt x="1278725" y="73932"/>
                </a:lnTo>
                <a:lnTo>
                  <a:pt x="1278479" y="74037"/>
                </a:lnTo>
                <a:lnTo>
                  <a:pt x="1278229" y="74137"/>
                </a:lnTo>
                <a:lnTo>
                  <a:pt x="1277977" y="74232"/>
                </a:lnTo>
                <a:lnTo>
                  <a:pt x="1277721" y="74322"/>
                </a:lnTo>
                <a:lnTo>
                  <a:pt x="1277463" y="74406"/>
                </a:lnTo>
                <a:lnTo>
                  <a:pt x="1277201" y="74486"/>
                </a:lnTo>
                <a:lnTo>
                  <a:pt x="1276937" y="74560"/>
                </a:lnTo>
                <a:lnTo>
                  <a:pt x="1276669" y="74630"/>
                </a:lnTo>
                <a:lnTo>
                  <a:pt x="1276399" y="74694"/>
                </a:lnTo>
                <a:lnTo>
                  <a:pt x="1276125" y="74753"/>
                </a:lnTo>
                <a:lnTo>
                  <a:pt x="1275849" y="74807"/>
                </a:lnTo>
                <a:lnTo>
                  <a:pt x="1275569" y="74855"/>
                </a:lnTo>
                <a:lnTo>
                  <a:pt x="1275287" y="74899"/>
                </a:lnTo>
                <a:lnTo>
                  <a:pt x="1275001" y="74937"/>
                </a:lnTo>
                <a:lnTo>
                  <a:pt x="1274713" y="74971"/>
                </a:lnTo>
                <a:lnTo>
                  <a:pt x="1274422" y="74999"/>
                </a:lnTo>
                <a:lnTo>
                  <a:pt x="1274127" y="75022"/>
                </a:lnTo>
                <a:lnTo>
                  <a:pt x="1273830" y="75040"/>
                </a:lnTo>
                <a:lnTo>
                  <a:pt x="1273529" y="75053"/>
                </a:lnTo>
                <a:lnTo>
                  <a:pt x="1273226" y="75060"/>
                </a:lnTo>
                <a:lnTo>
                  <a:pt x="1272919" y="75063"/>
                </a:lnTo>
                <a:lnTo>
                  <a:pt x="1272583" y="75060"/>
                </a:lnTo>
                <a:lnTo>
                  <a:pt x="1272251" y="75051"/>
                </a:lnTo>
                <a:lnTo>
                  <a:pt x="1271924" y="75036"/>
                </a:lnTo>
                <a:lnTo>
                  <a:pt x="1271602" y="75015"/>
                </a:lnTo>
                <a:lnTo>
                  <a:pt x="1271284" y="74988"/>
                </a:lnTo>
                <a:close/>
                <a:moveTo>
                  <a:pt x="2404376" y="2165"/>
                </a:moveTo>
                <a:lnTo>
                  <a:pt x="2404376" y="16600"/>
                </a:lnTo>
                <a:lnTo>
                  <a:pt x="2421867" y="16600"/>
                </a:lnTo>
                <a:lnTo>
                  <a:pt x="2421867" y="2165"/>
                </a:lnTo>
                <a:lnTo>
                  <a:pt x="2404376" y="2165"/>
                </a:lnTo>
                <a:close/>
                <a:moveTo>
                  <a:pt x="1985421" y="29260"/>
                </a:moveTo>
                <a:lnTo>
                  <a:pt x="1985310" y="28650"/>
                </a:lnTo>
                <a:lnTo>
                  <a:pt x="1985191" y="28047"/>
                </a:lnTo>
                <a:lnTo>
                  <a:pt x="1985064" y="27450"/>
                </a:lnTo>
                <a:lnTo>
                  <a:pt x="1984928" y="26858"/>
                </a:lnTo>
                <a:lnTo>
                  <a:pt x="1984783" y="26273"/>
                </a:lnTo>
                <a:lnTo>
                  <a:pt x="1984630" y="25693"/>
                </a:lnTo>
                <a:lnTo>
                  <a:pt x="1984468" y="25120"/>
                </a:lnTo>
                <a:lnTo>
                  <a:pt x="1984298" y="24553"/>
                </a:lnTo>
                <a:lnTo>
                  <a:pt x="1984119" y="23991"/>
                </a:lnTo>
                <a:lnTo>
                  <a:pt x="1983932" y="23436"/>
                </a:lnTo>
                <a:lnTo>
                  <a:pt x="1983736" y="22886"/>
                </a:lnTo>
                <a:lnTo>
                  <a:pt x="1983531" y="22343"/>
                </a:lnTo>
                <a:lnTo>
                  <a:pt x="1983318" y="21805"/>
                </a:lnTo>
                <a:lnTo>
                  <a:pt x="1983097" y="21274"/>
                </a:lnTo>
                <a:lnTo>
                  <a:pt x="1982867" y="20749"/>
                </a:lnTo>
                <a:lnTo>
                  <a:pt x="1982628" y="20229"/>
                </a:lnTo>
                <a:lnTo>
                  <a:pt x="1982380" y="19716"/>
                </a:lnTo>
                <a:lnTo>
                  <a:pt x="1982125" y="19208"/>
                </a:lnTo>
                <a:lnTo>
                  <a:pt x="1981860" y="18707"/>
                </a:lnTo>
                <a:lnTo>
                  <a:pt x="1981587" y="18211"/>
                </a:lnTo>
                <a:lnTo>
                  <a:pt x="1981307" y="17722"/>
                </a:lnTo>
                <a:lnTo>
                  <a:pt x="1981021" y="17239"/>
                </a:lnTo>
                <a:lnTo>
                  <a:pt x="1980728" y="16763"/>
                </a:lnTo>
                <a:lnTo>
                  <a:pt x="1980429" y="16294"/>
                </a:lnTo>
                <a:lnTo>
                  <a:pt x="1980124" y="15831"/>
                </a:lnTo>
                <a:lnTo>
                  <a:pt x="1979813" y="15375"/>
                </a:lnTo>
                <a:lnTo>
                  <a:pt x="1979496" y="14926"/>
                </a:lnTo>
                <a:lnTo>
                  <a:pt x="1979172" y="14483"/>
                </a:lnTo>
                <a:lnTo>
                  <a:pt x="1978842" y="14047"/>
                </a:lnTo>
                <a:lnTo>
                  <a:pt x="1978506" y="13617"/>
                </a:lnTo>
                <a:lnTo>
                  <a:pt x="1978164" y="13195"/>
                </a:lnTo>
                <a:lnTo>
                  <a:pt x="1977815" y="12778"/>
                </a:lnTo>
                <a:lnTo>
                  <a:pt x="1977461" y="12369"/>
                </a:lnTo>
                <a:lnTo>
                  <a:pt x="1977100" y="11966"/>
                </a:lnTo>
                <a:lnTo>
                  <a:pt x="1976733" y="11570"/>
                </a:lnTo>
                <a:lnTo>
                  <a:pt x="1976360" y="11180"/>
                </a:lnTo>
                <a:lnTo>
                  <a:pt x="1975980" y="10797"/>
                </a:lnTo>
                <a:lnTo>
                  <a:pt x="1975594" y="10421"/>
                </a:lnTo>
                <a:lnTo>
                  <a:pt x="1975202" y="10051"/>
                </a:lnTo>
                <a:lnTo>
                  <a:pt x="1974804" y="9688"/>
                </a:lnTo>
                <a:lnTo>
                  <a:pt x="1974400" y="9331"/>
                </a:lnTo>
                <a:lnTo>
                  <a:pt x="1973989" y="8982"/>
                </a:lnTo>
                <a:lnTo>
                  <a:pt x="1973573" y="8639"/>
                </a:lnTo>
                <a:lnTo>
                  <a:pt x="1973150" y="8302"/>
                </a:lnTo>
                <a:lnTo>
                  <a:pt x="1972721" y="7972"/>
                </a:lnTo>
                <a:lnTo>
                  <a:pt x="1972288" y="7649"/>
                </a:lnTo>
                <a:lnTo>
                  <a:pt x="1971851" y="7332"/>
                </a:lnTo>
                <a:lnTo>
                  <a:pt x="1971408" y="7022"/>
                </a:lnTo>
                <a:lnTo>
                  <a:pt x="1970961" y="6718"/>
                </a:lnTo>
                <a:lnTo>
                  <a:pt x="1970509" y="6422"/>
                </a:lnTo>
                <a:lnTo>
                  <a:pt x="1970052" y="6131"/>
                </a:lnTo>
                <a:lnTo>
                  <a:pt x="1969591" y="5848"/>
                </a:lnTo>
                <a:lnTo>
                  <a:pt x="1969125" y="5571"/>
                </a:lnTo>
                <a:lnTo>
                  <a:pt x="1968654" y="5301"/>
                </a:lnTo>
                <a:lnTo>
                  <a:pt x="1968179" y="5037"/>
                </a:lnTo>
                <a:lnTo>
                  <a:pt x="1967699" y="4780"/>
                </a:lnTo>
                <a:lnTo>
                  <a:pt x="1967214" y="4529"/>
                </a:lnTo>
                <a:lnTo>
                  <a:pt x="1966724" y="4286"/>
                </a:lnTo>
                <a:lnTo>
                  <a:pt x="1966230" y="4048"/>
                </a:lnTo>
                <a:lnTo>
                  <a:pt x="1965731" y="3818"/>
                </a:lnTo>
                <a:lnTo>
                  <a:pt x="1965227" y="3594"/>
                </a:lnTo>
                <a:lnTo>
                  <a:pt x="1964719" y="3377"/>
                </a:lnTo>
                <a:lnTo>
                  <a:pt x="1964206" y="3166"/>
                </a:lnTo>
                <a:lnTo>
                  <a:pt x="1963688" y="2962"/>
                </a:lnTo>
                <a:lnTo>
                  <a:pt x="1963165" y="2765"/>
                </a:lnTo>
                <a:lnTo>
                  <a:pt x="1962638" y="2574"/>
                </a:lnTo>
                <a:lnTo>
                  <a:pt x="1962106" y="2390"/>
                </a:lnTo>
                <a:lnTo>
                  <a:pt x="1961570" y="2212"/>
                </a:lnTo>
                <a:lnTo>
                  <a:pt x="1961030" y="2042"/>
                </a:lnTo>
                <a:lnTo>
                  <a:pt x="1960487" y="1878"/>
                </a:lnTo>
                <a:lnTo>
                  <a:pt x="1959941" y="1722"/>
                </a:lnTo>
                <a:lnTo>
                  <a:pt x="1959392" y="1573"/>
                </a:lnTo>
                <a:lnTo>
                  <a:pt x="1958841" y="1431"/>
                </a:lnTo>
                <a:lnTo>
                  <a:pt x="1958287" y="1297"/>
                </a:lnTo>
                <a:lnTo>
                  <a:pt x="1957730" y="1170"/>
                </a:lnTo>
                <a:lnTo>
                  <a:pt x="1957170" y="1050"/>
                </a:lnTo>
                <a:lnTo>
                  <a:pt x="1956608" y="937"/>
                </a:lnTo>
                <a:lnTo>
                  <a:pt x="1956043" y="832"/>
                </a:lnTo>
                <a:lnTo>
                  <a:pt x="1955475" y="734"/>
                </a:lnTo>
                <a:lnTo>
                  <a:pt x="1954904" y="643"/>
                </a:lnTo>
                <a:lnTo>
                  <a:pt x="1954330" y="560"/>
                </a:lnTo>
                <a:lnTo>
                  <a:pt x="1953754" y="483"/>
                </a:lnTo>
                <a:lnTo>
                  <a:pt x="1953175" y="414"/>
                </a:lnTo>
                <a:lnTo>
                  <a:pt x="1952593" y="353"/>
                </a:lnTo>
                <a:lnTo>
                  <a:pt x="1952008" y="298"/>
                </a:lnTo>
                <a:lnTo>
                  <a:pt x="1951421" y="251"/>
                </a:lnTo>
                <a:lnTo>
                  <a:pt x="1950830" y="211"/>
                </a:lnTo>
                <a:lnTo>
                  <a:pt x="1950237" y="178"/>
                </a:lnTo>
                <a:lnTo>
                  <a:pt x="1949642" y="153"/>
                </a:lnTo>
                <a:lnTo>
                  <a:pt x="1949043" y="135"/>
                </a:lnTo>
                <a:lnTo>
                  <a:pt x="1948442" y="124"/>
                </a:lnTo>
                <a:lnTo>
                  <a:pt x="1947837" y="120"/>
                </a:lnTo>
                <a:lnTo>
                  <a:pt x="1946999" y="126"/>
                </a:lnTo>
                <a:lnTo>
                  <a:pt x="1946168" y="145"/>
                </a:lnTo>
                <a:lnTo>
                  <a:pt x="1945344" y="176"/>
                </a:lnTo>
                <a:lnTo>
                  <a:pt x="1944527" y="219"/>
                </a:lnTo>
                <a:lnTo>
                  <a:pt x="1943717" y="275"/>
                </a:lnTo>
                <a:lnTo>
                  <a:pt x="1942914" y="343"/>
                </a:lnTo>
                <a:lnTo>
                  <a:pt x="1942118" y="424"/>
                </a:lnTo>
                <a:lnTo>
                  <a:pt x="1941329" y="517"/>
                </a:lnTo>
                <a:lnTo>
                  <a:pt x="1940548" y="622"/>
                </a:lnTo>
                <a:lnTo>
                  <a:pt x="1939773" y="740"/>
                </a:lnTo>
                <a:lnTo>
                  <a:pt x="1939005" y="870"/>
                </a:lnTo>
                <a:lnTo>
                  <a:pt x="1938245" y="1012"/>
                </a:lnTo>
                <a:lnTo>
                  <a:pt x="1937491" y="1167"/>
                </a:lnTo>
                <a:lnTo>
                  <a:pt x="1936744" y="1334"/>
                </a:lnTo>
                <a:lnTo>
                  <a:pt x="1936005" y="1514"/>
                </a:lnTo>
                <a:lnTo>
                  <a:pt x="1935273" y="1706"/>
                </a:lnTo>
                <a:lnTo>
                  <a:pt x="1934547" y="1910"/>
                </a:lnTo>
                <a:lnTo>
                  <a:pt x="1933829" y="2127"/>
                </a:lnTo>
                <a:lnTo>
                  <a:pt x="1933118" y="2356"/>
                </a:lnTo>
                <a:lnTo>
                  <a:pt x="1932414" y="2598"/>
                </a:lnTo>
                <a:lnTo>
                  <a:pt x="1931717" y="2852"/>
                </a:lnTo>
                <a:lnTo>
                  <a:pt x="1931026" y="3118"/>
                </a:lnTo>
                <a:lnTo>
                  <a:pt x="1930343" y="3397"/>
                </a:lnTo>
                <a:lnTo>
                  <a:pt x="1929668" y="3688"/>
                </a:lnTo>
                <a:lnTo>
                  <a:pt x="1929000" y="3990"/>
                </a:lnTo>
                <a:lnTo>
                  <a:pt x="1928341" y="4301"/>
                </a:lnTo>
                <a:lnTo>
                  <a:pt x="1927690" y="4622"/>
                </a:lnTo>
                <a:lnTo>
                  <a:pt x="1927049" y="4952"/>
                </a:lnTo>
                <a:lnTo>
                  <a:pt x="1926416" y="5292"/>
                </a:lnTo>
                <a:lnTo>
                  <a:pt x="1925792" y="5641"/>
                </a:lnTo>
                <a:lnTo>
                  <a:pt x="1925176" y="5999"/>
                </a:lnTo>
                <a:lnTo>
                  <a:pt x="1924570" y="6367"/>
                </a:lnTo>
                <a:lnTo>
                  <a:pt x="1923972" y="6744"/>
                </a:lnTo>
                <a:lnTo>
                  <a:pt x="1923383" y="7131"/>
                </a:lnTo>
                <a:lnTo>
                  <a:pt x="1922803" y="7527"/>
                </a:lnTo>
                <a:lnTo>
                  <a:pt x="1922231" y="7932"/>
                </a:lnTo>
                <a:lnTo>
                  <a:pt x="1921668" y="8347"/>
                </a:lnTo>
                <a:lnTo>
                  <a:pt x="1921114" y="8771"/>
                </a:lnTo>
                <a:lnTo>
                  <a:pt x="1920569" y="9205"/>
                </a:lnTo>
                <a:lnTo>
                  <a:pt x="1920032" y="9648"/>
                </a:lnTo>
                <a:lnTo>
                  <a:pt x="1919505" y="10101"/>
                </a:lnTo>
                <a:lnTo>
                  <a:pt x="1918986" y="10562"/>
                </a:lnTo>
                <a:lnTo>
                  <a:pt x="1918475" y="11034"/>
                </a:lnTo>
                <a:lnTo>
                  <a:pt x="1917974" y="11514"/>
                </a:lnTo>
                <a:lnTo>
                  <a:pt x="1917481" y="12004"/>
                </a:lnTo>
                <a:lnTo>
                  <a:pt x="1916997" y="12504"/>
                </a:lnTo>
                <a:lnTo>
                  <a:pt x="1916522" y="13013"/>
                </a:lnTo>
                <a:lnTo>
                  <a:pt x="1916056" y="13531"/>
                </a:lnTo>
                <a:lnTo>
                  <a:pt x="1915598" y="14058"/>
                </a:lnTo>
                <a:lnTo>
                  <a:pt x="1915150" y="14592"/>
                </a:lnTo>
                <a:lnTo>
                  <a:pt x="1914710" y="15133"/>
                </a:lnTo>
                <a:lnTo>
                  <a:pt x="1914280" y="15682"/>
                </a:lnTo>
                <a:lnTo>
                  <a:pt x="1913858" y="16239"/>
                </a:lnTo>
                <a:lnTo>
                  <a:pt x="1913446" y="16803"/>
                </a:lnTo>
                <a:lnTo>
                  <a:pt x="1913042" y="17374"/>
                </a:lnTo>
                <a:lnTo>
                  <a:pt x="1912648" y="17953"/>
                </a:lnTo>
                <a:lnTo>
                  <a:pt x="1912262" y="18540"/>
                </a:lnTo>
                <a:lnTo>
                  <a:pt x="1911886" y="19133"/>
                </a:lnTo>
                <a:lnTo>
                  <a:pt x="1911518" y="19735"/>
                </a:lnTo>
                <a:lnTo>
                  <a:pt x="1911159" y="20344"/>
                </a:lnTo>
                <a:lnTo>
                  <a:pt x="1910810" y="20960"/>
                </a:lnTo>
                <a:lnTo>
                  <a:pt x="1910469" y="21584"/>
                </a:lnTo>
                <a:lnTo>
                  <a:pt x="1910137" y="22215"/>
                </a:lnTo>
                <a:lnTo>
                  <a:pt x="1909815" y="22854"/>
                </a:lnTo>
                <a:lnTo>
                  <a:pt x="1909501" y="23500"/>
                </a:lnTo>
                <a:lnTo>
                  <a:pt x="1909196" y="24154"/>
                </a:lnTo>
                <a:lnTo>
                  <a:pt x="1908900" y="24815"/>
                </a:lnTo>
                <a:lnTo>
                  <a:pt x="1908613" y="25484"/>
                </a:lnTo>
                <a:lnTo>
                  <a:pt x="1908336" y="26160"/>
                </a:lnTo>
                <a:lnTo>
                  <a:pt x="1908067" y="26844"/>
                </a:lnTo>
                <a:lnTo>
                  <a:pt x="1907807" y="27535"/>
                </a:lnTo>
                <a:lnTo>
                  <a:pt x="1907556" y="28233"/>
                </a:lnTo>
                <a:lnTo>
                  <a:pt x="1907315" y="28938"/>
                </a:lnTo>
                <a:lnTo>
                  <a:pt x="1907084" y="29648"/>
                </a:lnTo>
                <a:lnTo>
                  <a:pt x="1906863" y="30362"/>
                </a:lnTo>
                <a:lnTo>
                  <a:pt x="1906653" y="31082"/>
                </a:lnTo>
                <a:lnTo>
                  <a:pt x="1906453" y="31806"/>
                </a:lnTo>
                <a:lnTo>
                  <a:pt x="1906263" y="32536"/>
                </a:lnTo>
                <a:lnTo>
                  <a:pt x="1906083" y="33270"/>
                </a:lnTo>
                <a:lnTo>
                  <a:pt x="1905914" y="34009"/>
                </a:lnTo>
                <a:lnTo>
                  <a:pt x="1905754" y="34753"/>
                </a:lnTo>
                <a:lnTo>
                  <a:pt x="1905606" y="35502"/>
                </a:lnTo>
                <a:lnTo>
                  <a:pt x="1905467" y="36256"/>
                </a:lnTo>
                <a:lnTo>
                  <a:pt x="1905339" y="37015"/>
                </a:lnTo>
                <a:lnTo>
                  <a:pt x="1905221" y="37778"/>
                </a:lnTo>
                <a:lnTo>
                  <a:pt x="1905113" y="38547"/>
                </a:lnTo>
                <a:lnTo>
                  <a:pt x="1905015" y="39320"/>
                </a:lnTo>
                <a:lnTo>
                  <a:pt x="1904928" y="40099"/>
                </a:lnTo>
                <a:lnTo>
                  <a:pt x="1904851" y="40882"/>
                </a:lnTo>
                <a:lnTo>
                  <a:pt x="1904784" y="41670"/>
                </a:lnTo>
                <a:lnTo>
                  <a:pt x="1904728" y="42464"/>
                </a:lnTo>
                <a:lnTo>
                  <a:pt x="1904682" y="43262"/>
                </a:lnTo>
                <a:lnTo>
                  <a:pt x="1904646" y="44064"/>
                </a:lnTo>
                <a:lnTo>
                  <a:pt x="1904620" y="44872"/>
                </a:lnTo>
                <a:lnTo>
                  <a:pt x="1904605" y="45685"/>
                </a:lnTo>
                <a:lnTo>
                  <a:pt x="1904600" y="46503"/>
                </a:lnTo>
                <a:lnTo>
                  <a:pt x="1904605" y="47300"/>
                </a:lnTo>
                <a:lnTo>
                  <a:pt x="1904620" y="48093"/>
                </a:lnTo>
                <a:lnTo>
                  <a:pt x="1904646" y="48882"/>
                </a:lnTo>
                <a:lnTo>
                  <a:pt x="1904682" y="49666"/>
                </a:lnTo>
                <a:lnTo>
                  <a:pt x="1904728" y="50445"/>
                </a:lnTo>
                <a:lnTo>
                  <a:pt x="1904784" y="51221"/>
                </a:lnTo>
                <a:lnTo>
                  <a:pt x="1904851" y="51991"/>
                </a:lnTo>
                <a:lnTo>
                  <a:pt x="1904928" y="52757"/>
                </a:lnTo>
                <a:lnTo>
                  <a:pt x="1905015" y="53519"/>
                </a:lnTo>
                <a:lnTo>
                  <a:pt x="1905113" y="54276"/>
                </a:lnTo>
                <a:lnTo>
                  <a:pt x="1905221" y="55029"/>
                </a:lnTo>
                <a:lnTo>
                  <a:pt x="1905339" y="55777"/>
                </a:lnTo>
                <a:lnTo>
                  <a:pt x="1905467" y="56520"/>
                </a:lnTo>
                <a:lnTo>
                  <a:pt x="1905606" y="57259"/>
                </a:lnTo>
                <a:lnTo>
                  <a:pt x="1905754" y="57994"/>
                </a:lnTo>
                <a:lnTo>
                  <a:pt x="1905914" y="58724"/>
                </a:lnTo>
                <a:lnTo>
                  <a:pt x="1906083" y="59450"/>
                </a:lnTo>
                <a:lnTo>
                  <a:pt x="1906263" y="60171"/>
                </a:lnTo>
                <a:lnTo>
                  <a:pt x="1906453" y="60888"/>
                </a:lnTo>
                <a:lnTo>
                  <a:pt x="1906653" y="61600"/>
                </a:lnTo>
                <a:lnTo>
                  <a:pt x="1906863" y="62308"/>
                </a:lnTo>
                <a:lnTo>
                  <a:pt x="1907084" y="63011"/>
                </a:lnTo>
                <a:lnTo>
                  <a:pt x="1907315" y="63710"/>
                </a:lnTo>
                <a:lnTo>
                  <a:pt x="1907556" y="64404"/>
                </a:lnTo>
                <a:lnTo>
                  <a:pt x="1907807" y="65092"/>
                </a:lnTo>
                <a:lnTo>
                  <a:pt x="1908067" y="65773"/>
                </a:lnTo>
                <a:lnTo>
                  <a:pt x="1908336" y="66446"/>
                </a:lnTo>
                <a:lnTo>
                  <a:pt x="1908613" y="67112"/>
                </a:lnTo>
                <a:lnTo>
                  <a:pt x="1908900" y="67771"/>
                </a:lnTo>
                <a:lnTo>
                  <a:pt x="1909196" y="68421"/>
                </a:lnTo>
                <a:lnTo>
                  <a:pt x="1909501" y="69065"/>
                </a:lnTo>
                <a:lnTo>
                  <a:pt x="1909815" y="69701"/>
                </a:lnTo>
                <a:lnTo>
                  <a:pt x="1910137" y="70329"/>
                </a:lnTo>
                <a:lnTo>
                  <a:pt x="1910469" y="70950"/>
                </a:lnTo>
                <a:lnTo>
                  <a:pt x="1910810" y="71564"/>
                </a:lnTo>
                <a:lnTo>
                  <a:pt x="1911159" y="72170"/>
                </a:lnTo>
                <a:lnTo>
                  <a:pt x="1911518" y="72768"/>
                </a:lnTo>
                <a:lnTo>
                  <a:pt x="1911886" y="73360"/>
                </a:lnTo>
                <a:lnTo>
                  <a:pt x="1912262" y="73943"/>
                </a:lnTo>
                <a:lnTo>
                  <a:pt x="1912648" y="74519"/>
                </a:lnTo>
                <a:lnTo>
                  <a:pt x="1913042" y="75088"/>
                </a:lnTo>
                <a:lnTo>
                  <a:pt x="1913446" y="75649"/>
                </a:lnTo>
                <a:lnTo>
                  <a:pt x="1913858" y="76203"/>
                </a:lnTo>
                <a:lnTo>
                  <a:pt x="1914280" y="76749"/>
                </a:lnTo>
                <a:lnTo>
                  <a:pt x="1914710" y="77288"/>
                </a:lnTo>
                <a:lnTo>
                  <a:pt x="1915150" y="77820"/>
                </a:lnTo>
                <a:lnTo>
                  <a:pt x="1915598" y="78343"/>
                </a:lnTo>
                <a:lnTo>
                  <a:pt x="1916056" y="78860"/>
                </a:lnTo>
                <a:lnTo>
                  <a:pt x="1916522" y="79368"/>
                </a:lnTo>
                <a:lnTo>
                  <a:pt x="1916997" y="79867"/>
                </a:lnTo>
                <a:lnTo>
                  <a:pt x="1917481" y="80356"/>
                </a:lnTo>
                <a:lnTo>
                  <a:pt x="1917974" y="80837"/>
                </a:lnTo>
                <a:lnTo>
                  <a:pt x="1918475" y="81308"/>
                </a:lnTo>
                <a:lnTo>
                  <a:pt x="1918986" y="81770"/>
                </a:lnTo>
                <a:lnTo>
                  <a:pt x="1919505" y="82223"/>
                </a:lnTo>
                <a:lnTo>
                  <a:pt x="1920032" y="82667"/>
                </a:lnTo>
                <a:lnTo>
                  <a:pt x="1920569" y="83102"/>
                </a:lnTo>
                <a:lnTo>
                  <a:pt x="1921114" y="83527"/>
                </a:lnTo>
                <a:lnTo>
                  <a:pt x="1921668" y="83943"/>
                </a:lnTo>
                <a:lnTo>
                  <a:pt x="1922231" y="84351"/>
                </a:lnTo>
                <a:lnTo>
                  <a:pt x="1922803" y="84748"/>
                </a:lnTo>
                <a:lnTo>
                  <a:pt x="1923383" y="85137"/>
                </a:lnTo>
                <a:lnTo>
                  <a:pt x="1923972" y="85517"/>
                </a:lnTo>
                <a:lnTo>
                  <a:pt x="1924570" y="85887"/>
                </a:lnTo>
                <a:lnTo>
                  <a:pt x="1925176" y="86248"/>
                </a:lnTo>
                <a:lnTo>
                  <a:pt x="1925792" y="86600"/>
                </a:lnTo>
                <a:lnTo>
                  <a:pt x="1926416" y="86943"/>
                </a:lnTo>
                <a:lnTo>
                  <a:pt x="1927049" y="87276"/>
                </a:lnTo>
                <a:lnTo>
                  <a:pt x="1927690" y="87601"/>
                </a:lnTo>
                <a:lnTo>
                  <a:pt x="1928341" y="87916"/>
                </a:lnTo>
                <a:lnTo>
                  <a:pt x="1929000" y="88222"/>
                </a:lnTo>
                <a:lnTo>
                  <a:pt x="1929668" y="88519"/>
                </a:lnTo>
                <a:lnTo>
                  <a:pt x="1930343" y="88805"/>
                </a:lnTo>
                <a:lnTo>
                  <a:pt x="1931026" y="89079"/>
                </a:lnTo>
                <a:lnTo>
                  <a:pt x="1931717" y="89341"/>
                </a:lnTo>
                <a:lnTo>
                  <a:pt x="1932414" y="89590"/>
                </a:lnTo>
                <a:lnTo>
                  <a:pt x="1933118" y="89827"/>
                </a:lnTo>
                <a:lnTo>
                  <a:pt x="1933829" y="90053"/>
                </a:lnTo>
                <a:lnTo>
                  <a:pt x="1934547" y="90266"/>
                </a:lnTo>
                <a:lnTo>
                  <a:pt x="1935273" y="90466"/>
                </a:lnTo>
                <a:lnTo>
                  <a:pt x="1936005" y="90655"/>
                </a:lnTo>
                <a:lnTo>
                  <a:pt x="1936744" y="90832"/>
                </a:lnTo>
                <a:lnTo>
                  <a:pt x="1937491" y="90996"/>
                </a:lnTo>
                <a:lnTo>
                  <a:pt x="1938245" y="91148"/>
                </a:lnTo>
                <a:lnTo>
                  <a:pt x="1939005" y="91288"/>
                </a:lnTo>
                <a:lnTo>
                  <a:pt x="1939773" y="91416"/>
                </a:lnTo>
                <a:lnTo>
                  <a:pt x="1940548" y="91531"/>
                </a:lnTo>
                <a:lnTo>
                  <a:pt x="1941329" y="91635"/>
                </a:lnTo>
                <a:lnTo>
                  <a:pt x="1942118" y="91726"/>
                </a:lnTo>
                <a:lnTo>
                  <a:pt x="1942914" y="91805"/>
                </a:lnTo>
                <a:lnTo>
                  <a:pt x="1943717" y="91872"/>
                </a:lnTo>
                <a:lnTo>
                  <a:pt x="1944527" y="91927"/>
                </a:lnTo>
                <a:lnTo>
                  <a:pt x="1945344" y="91970"/>
                </a:lnTo>
                <a:lnTo>
                  <a:pt x="1946168" y="92000"/>
                </a:lnTo>
                <a:lnTo>
                  <a:pt x="1946999" y="92018"/>
                </a:lnTo>
                <a:lnTo>
                  <a:pt x="1947837" y="92024"/>
                </a:lnTo>
                <a:lnTo>
                  <a:pt x="1948513" y="92020"/>
                </a:lnTo>
                <a:lnTo>
                  <a:pt x="1949183" y="92007"/>
                </a:lnTo>
                <a:lnTo>
                  <a:pt x="1949849" y="91986"/>
                </a:lnTo>
                <a:lnTo>
                  <a:pt x="1950510" y="91956"/>
                </a:lnTo>
                <a:lnTo>
                  <a:pt x="1951166" y="91918"/>
                </a:lnTo>
                <a:lnTo>
                  <a:pt x="1951817" y="91871"/>
                </a:lnTo>
                <a:lnTo>
                  <a:pt x="1952464" y="91815"/>
                </a:lnTo>
                <a:lnTo>
                  <a:pt x="1953106" y="91751"/>
                </a:lnTo>
                <a:lnTo>
                  <a:pt x="1953744" y="91678"/>
                </a:lnTo>
                <a:lnTo>
                  <a:pt x="1954377" y="91597"/>
                </a:lnTo>
                <a:lnTo>
                  <a:pt x="1955005" y="91508"/>
                </a:lnTo>
                <a:lnTo>
                  <a:pt x="1955628" y="91409"/>
                </a:lnTo>
                <a:lnTo>
                  <a:pt x="1956246" y="91303"/>
                </a:lnTo>
                <a:lnTo>
                  <a:pt x="1956860" y="91187"/>
                </a:lnTo>
                <a:lnTo>
                  <a:pt x="1957470" y="91063"/>
                </a:lnTo>
                <a:lnTo>
                  <a:pt x="1958074" y="90931"/>
                </a:lnTo>
                <a:lnTo>
                  <a:pt x="1958674" y="90790"/>
                </a:lnTo>
                <a:lnTo>
                  <a:pt x="1959269" y="90640"/>
                </a:lnTo>
                <a:lnTo>
                  <a:pt x="1959859" y="90482"/>
                </a:lnTo>
                <a:lnTo>
                  <a:pt x="1960445" y="90316"/>
                </a:lnTo>
                <a:lnTo>
                  <a:pt x="1961026" y="90141"/>
                </a:lnTo>
                <a:lnTo>
                  <a:pt x="1961602" y="89957"/>
                </a:lnTo>
                <a:lnTo>
                  <a:pt x="1962174" y="89765"/>
                </a:lnTo>
                <a:lnTo>
                  <a:pt x="1962741" y="89564"/>
                </a:lnTo>
                <a:lnTo>
                  <a:pt x="1963302" y="89355"/>
                </a:lnTo>
                <a:lnTo>
                  <a:pt x="1963858" y="89138"/>
                </a:lnTo>
                <a:lnTo>
                  <a:pt x="1964408" y="88914"/>
                </a:lnTo>
                <a:lnTo>
                  <a:pt x="1964951" y="88682"/>
                </a:lnTo>
                <a:lnTo>
                  <a:pt x="1965489" y="88442"/>
                </a:lnTo>
                <a:lnTo>
                  <a:pt x="1966021" y="88195"/>
                </a:lnTo>
                <a:lnTo>
                  <a:pt x="1966547" y="87940"/>
                </a:lnTo>
                <a:lnTo>
                  <a:pt x="1967066" y="87677"/>
                </a:lnTo>
                <a:lnTo>
                  <a:pt x="1967580" y="87406"/>
                </a:lnTo>
                <a:lnTo>
                  <a:pt x="1968088" y="87128"/>
                </a:lnTo>
                <a:lnTo>
                  <a:pt x="1968589" y="86842"/>
                </a:lnTo>
                <a:lnTo>
                  <a:pt x="1969085" y="86549"/>
                </a:lnTo>
                <a:lnTo>
                  <a:pt x="1969575" y="86248"/>
                </a:lnTo>
                <a:lnTo>
                  <a:pt x="1970059" y="85939"/>
                </a:lnTo>
                <a:lnTo>
                  <a:pt x="1970537" y="85622"/>
                </a:lnTo>
                <a:lnTo>
                  <a:pt x="1971008" y="85298"/>
                </a:lnTo>
                <a:lnTo>
                  <a:pt x="1971474" y="84966"/>
                </a:lnTo>
                <a:lnTo>
                  <a:pt x="1971934" y="84626"/>
                </a:lnTo>
                <a:lnTo>
                  <a:pt x="1972388" y="84279"/>
                </a:lnTo>
                <a:lnTo>
                  <a:pt x="1972836" y="83924"/>
                </a:lnTo>
                <a:lnTo>
                  <a:pt x="1973277" y="83561"/>
                </a:lnTo>
                <a:lnTo>
                  <a:pt x="1973713" y="83191"/>
                </a:lnTo>
                <a:lnTo>
                  <a:pt x="1974143" y="82813"/>
                </a:lnTo>
                <a:lnTo>
                  <a:pt x="1974567" y="82427"/>
                </a:lnTo>
                <a:lnTo>
                  <a:pt x="1974984" y="82034"/>
                </a:lnTo>
                <a:lnTo>
                  <a:pt x="1975395" y="81634"/>
                </a:lnTo>
                <a:lnTo>
                  <a:pt x="1975799" y="81227"/>
                </a:lnTo>
                <a:lnTo>
                  <a:pt x="1976196" y="80814"/>
                </a:lnTo>
                <a:lnTo>
                  <a:pt x="1976586" y="80393"/>
                </a:lnTo>
                <a:lnTo>
                  <a:pt x="1976969" y="79966"/>
                </a:lnTo>
                <a:lnTo>
                  <a:pt x="1977345" y="79531"/>
                </a:lnTo>
                <a:lnTo>
                  <a:pt x="1977715" y="79090"/>
                </a:lnTo>
                <a:lnTo>
                  <a:pt x="1978078" y="78642"/>
                </a:lnTo>
                <a:lnTo>
                  <a:pt x="1978433" y="78188"/>
                </a:lnTo>
                <a:lnTo>
                  <a:pt x="1978782" y="77726"/>
                </a:lnTo>
                <a:lnTo>
                  <a:pt x="1979125" y="77257"/>
                </a:lnTo>
                <a:lnTo>
                  <a:pt x="1979460" y="76782"/>
                </a:lnTo>
                <a:lnTo>
                  <a:pt x="1979788" y="76300"/>
                </a:lnTo>
                <a:lnTo>
                  <a:pt x="1980110" y="75811"/>
                </a:lnTo>
                <a:lnTo>
                  <a:pt x="1980425" y="75315"/>
                </a:lnTo>
                <a:lnTo>
                  <a:pt x="1980733" y="74812"/>
                </a:lnTo>
                <a:lnTo>
                  <a:pt x="1981034" y="74303"/>
                </a:lnTo>
                <a:lnTo>
                  <a:pt x="1981328" y="73786"/>
                </a:lnTo>
                <a:lnTo>
                  <a:pt x="1981615" y="73263"/>
                </a:lnTo>
                <a:lnTo>
                  <a:pt x="1981896" y="72733"/>
                </a:lnTo>
                <a:lnTo>
                  <a:pt x="1982169" y="72196"/>
                </a:lnTo>
                <a:lnTo>
                  <a:pt x="1982436" y="71652"/>
                </a:lnTo>
                <a:lnTo>
                  <a:pt x="1982696" y="71101"/>
                </a:lnTo>
                <a:lnTo>
                  <a:pt x="1982949" y="70544"/>
                </a:lnTo>
                <a:lnTo>
                  <a:pt x="1983193" y="69981"/>
                </a:lnTo>
                <a:lnTo>
                  <a:pt x="1983430" y="69413"/>
                </a:lnTo>
                <a:lnTo>
                  <a:pt x="1983658" y="68840"/>
                </a:lnTo>
                <a:lnTo>
                  <a:pt x="1983878" y="68260"/>
                </a:lnTo>
                <a:lnTo>
                  <a:pt x="1984090" y="67676"/>
                </a:lnTo>
                <a:lnTo>
                  <a:pt x="1984294" y="67085"/>
                </a:lnTo>
                <a:lnTo>
                  <a:pt x="1984490" y="66489"/>
                </a:lnTo>
                <a:lnTo>
                  <a:pt x="1984677" y="65888"/>
                </a:lnTo>
                <a:lnTo>
                  <a:pt x="1984857" y="65281"/>
                </a:lnTo>
                <a:lnTo>
                  <a:pt x="1985028" y="64668"/>
                </a:lnTo>
                <a:lnTo>
                  <a:pt x="1985191" y="64050"/>
                </a:lnTo>
                <a:lnTo>
                  <a:pt x="1985346" y="63426"/>
                </a:lnTo>
                <a:lnTo>
                  <a:pt x="1985493" y="62797"/>
                </a:lnTo>
                <a:lnTo>
                  <a:pt x="1985632" y="62162"/>
                </a:lnTo>
                <a:lnTo>
                  <a:pt x="1985763" y="61522"/>
                </a:lnTo>
                <a:lnTo>
                  <a:pt x="1985885" y="60876"/>
                </a:lnTo>
                <a:lnTo>
                  <a:pt x="1986000" y="60224"/>
                </a:lnTo>
                <a:lnTo>
                  <a:pt x="1986106" y="59567"/>
                </a:lnTo>
                <a:lnTo>
                  <a:pt x="1986204" y="58904"/>
                </a:lnTo>
                <a:lnTo>
                  <a:pt x="1986294" y="58236"/>
                </a:lnTo>
                <a:lnTo>
                  <a:pt x="1986376" y="57562"/>
                </a:lnTo>
                <a:lnTo>
                  <a:pt x="1986450" y="56883"/>
                </a:lnTo>
                <a:lnTo>
                  <a:pt x="1986516" y="56198"/>
                </a:lnTo>
                <a:lnTo>
                  <a:pt x="1967791" y="56198"/>
                </a:lnTo>
                <a:lnTo>
                  <a:pt x="1967692" y="56931"/>
                </a:lnTo>
                <a:lnTo>
                  <a:pt x="1967580" y="57652"/>
                </a:lnTo>
                <a:lnTo>
                  <a:pt x="1967454" y="58361"/>
                </a:lnTo>
                <a:lnTo>
                  <a:pt x="1967314" y="59058"/>
                </a:lnTo>
                <a:lnTo>
                  <a:pt x="1967161" y="59743"/>
                </a:lnTo>
                <a:lnTo>
                  <a:pt x="1966995" y="60416"/>
                </a:lnTo>
                <a:lnTo>
                  <a:pt x="1966815" y="61077"/>
                </a:lnTo>
                <a:lnTo>
                  <a:pt x="1966622" y="61727"/>
                </a:lnTo>
                <a:lnTo>
                  <a:pt x="1966415" y="62364"/>
                </a:lnTo>
                <a:lnTo>
                  <a:pt x="1966194" y="62989"/>
                </a:lnTo>
                <a:lnTo>
                  <a:pt x="1965961" y="63602"/>
                </a:lnTo>
                <a:lnTo>
                  <a:pt x="1965713" y="64204"/>
                </a:lnTo>
                <a:lnTo>
                  <a:pt x="1965452" y="64793"/>
                </a:lnTo>
                <a:lnTo>
                  <a:pt x="1965178" y="65371"/>
                </a:lnTo>
                <a:lnTo>
                  <a:pt x="1964890" y="65936"/>
                </a:lnTo>
                <a:lnTo>
                  <a:pt x="1964589" y="66489"/>
                </a:lnTo>
                <a:lnTo>
                  <a:pt x="1964274" y="67031"/>
                </a:lnTo>
                <a:lnTo>
                  <a:pt x="1963946" y="67560"/>
                </a:lnTo>
                <a:lnTo>
                  <a:pt x="1963605" y="68078"/>
                </a:lnTo>
                <a:lnTo>
                  <a:pt x="1963249" y="68584"/>
                </a:lnTo>
                <a:lnTo>
                  <a:pt x="1962881" y="69077"/>
                </a:lnTo>
                <a:lnTo>
                  <a:pt x="1962499" y="69559"/>
                </a:lnTo>
                <a:lnTo>
                  <a:pt x="1962103" y="70029"/>
                </a:lnTo>
                <a:lnTo>
                  <a:pt x="1961694" y="70486"/>
                </a:lnTo>
                <a:lnTo>
                  <a:pt x="1961271" y="70928"/>
                </a:lnTo>
                <a:lnTo>
                  <a:pt x="1960835" y="71352"/>
                </a:lnTo>
                <a:lnTo>
                  <a:pt x="1960386" y="71756"/>
                </a:lnTo>
                <a:lnTo>
                  <a:pt x="1959923" y="72142"/>
                </a:lnTo>
                <a:lnTo>
                  <a:pt x="1959447" y="72509"/>
                </a:lnTo>
                <a:lnTo>
                  <a:pt x="1958957" y="72857"/>
                </a:lnTo>
                <a:lnTo>
                  <a:pt x="1958454" y="73186"/>
                </a:lnTo>
                <a:lnTo>
                  <a:pt x="1957937" y="73497"/>
                </a:lnTo>
                <a:lnTo>
                  <a:pt x="1957407" y="73788"/>
                </a:lnTo>
                <a:lnTo>
                  <a:pt x="1956863" y="74061"/>
                </a:lnTo>
                <a:lnTo>
                  <a:pt x="1956306" y="74315"/>
                </a:lnTo>
                <a:lnTo>
                  <a:pt x="1955735" y="74550"/>
                </a:lnTo>
                <a:lnTo>
                  <a:pt x="1955151" y="74767"/>
                </a:lnTo>
                <a:lnTo>
                  <a:pt x="1954554" y="74964"/>
                </a:lnTo>
                <a:lnTo>
                  <a:pt x="1953943" y="75143"/>
                </a:lnTo>
                <a:lnTo>
                  <a:pt x="1953318" y="75303"/>
                </a:lnTo>
                <a:lnTo>
                  <a:pt x="1952680" y="75444"/>
                </a:lnTo>
                <a:lnTo>
                  <a:pt x="1952029" y="75566"/>
                </a:lnTo>
                <a:lnTo>
                  <a:pt x="1951364" y="75670"/>
                </a:lnTo>
                <a:lnTo>
                  <a:pt x="1950686" y="75755"/>
                </a:lnTo>
                <a:lnTo>
                  <a:pt x="1949994" y="75820"/>
                </a:lnTo>
                <a:lnTo>
                  <a:pt x="1949289" y="75867"/>
                </a:lnTo>
                <a:lnTo>
                  <a:pt x="1948570" y="75896"/>
                </a:lnTo>
                <a:lnTo>
                  <a:pt x="1947837" y="75905"/>
                </a:lnTo>
                <a:lnTo>
                  <a:pt x="1947297" y="75901"/>
                </a:lnTo>
                <a:lnTo>
                  <a:pt x="1946763" y="75888"/>
                </a:lnTo>
                <a:lnTo>
                  <a:pt x="1946236" y="75866"/>
                </a:lnTo>
                <a:lnTo>
                  <a:pt x="1945716" y="75835"/>
                </a:lnTo>
                <a:lnTo>
                  <a:pt x="1945202" y="75796"/>
                </a:lnTo>
                <a:lnTo>
                  <a:pt x="1944696" y="75747"/>
                </a:lnTo>
                <a:lnTo>
                  <a:pt x="1944196" y="75691"/>
                </a:lnTo>
                <a:lnTo>
                  <a:pt x="1943703" y="75625"/>
                </a:lnTo>
                <a:lnTo>
                  <a:pt x="1943217" y="75550"/>
                </a:lnTo>
                <a:lnTo>
                  <a:pt x="1942738" y="75467"/>
                </a:lnTo>
                <a:lnTo>
                  <a:pt x="1942266" y="75375"/>
                </a:lnTo>
                <a:lnTo>
                  <a:pt x="1941801" y="75275"/>
                </a:lnTo>
                <a:lnTo>
                  <a:pt x="1941342" y="75165"/>
                </a:lnTo>
                <a:lnTo>
                  <a:pt x="1940890" y="75047"/>
                </a:lnTo>
                <a:lnTo>
                  <a:pt x="1940446" y="74920"/>
                </a:lnTo>
                <a:lnTo>
                  <a:pt x="1940008" y="74784"/>
                </a:lnTo>
                <a:lnTo>
                  <a:pt x="1939576" y="74640"/>
                </a:lnTo>
                <a:lnTo>
                  <a:pt x="1939152" y="74486"/>
                </a:lnTo>
                <a:lnTo>
                  <a:pt x="1938735" y="74324"/>
                </a:lnTo>
                <a:lnTo>
                  <a:pt x="1938324" y="74153"/>
                </a:lnTo>
                <a:lnTo>
                  <a:pt x="1937920" y="73974"/>
                </a:lnTo>
                <a:lnTo>
                  <a:pt x="1937523" y="73786"/>
                </a:lnTo>
                <a:lnTo>
                  <a:pt x="1937133" y="73589"/>
                </a:lnTo>
                <a:lnTo>
                  <a:pt x="1936750" y="73383"/>
                </a:lnTo>
                <a:lnTo>
                  <a:pt x="1936373" y="73170"/>
                </a:lnTo>
                <a:lnTo>
                  <a:pt x="1936002" y="72951"/>
                </a:lnTo>
                <a:lnTo>
                  <a:pt x="1935637" y="72726"/>
                </a:lnTo>
                <a:lnTo>
                  <a:pt x="1935278" y="72496"/>
                </a:lnTo>
                <a:lnTo>
                  <a:pt x="1934926" y="72260"/>
                </a:lnTo>
                <a:lnTo>
                  <a:pt x="1934579" y="72018"/>
                </a:lnTo>
                <a:lnTo>
                  <a:pt x="1934238" y="71770"/>
                </a:lnTo>
                <a:lnTo>
                  <a:pt x="1933903" y="71517"/>
                </a:lnTo>
                <a:lnTo>
                  <a:pt x="1933574" y="71258"/>
                </a:lnTo>
                <a:lnTo>
                  <a:pt x="1933251" y="70993"/>
                </a:lnTo>
                <a:lnTo>
                  <a:pt x="1932934" y="70722"/>
                </a:lnTo>
                <a:lnTo>
                  <a:pt x="1932623" y="70445"/>
                </a:lnTo>
                <a:lnTo>
                  <a:pt x="1932318" y="70163"/>
                </a:lnTo>
                <a:lnTo>
                  <a:pt x="1932019" y="69875"/>
                </a:lnTo>
                <a:lnTo>
                  <a:pt x="1931726" y="69581"/>
                </a:lnTo>
                <a:lnTo>
                  <a:pt x="1931439" y="69282"/>
                </a:lnTo>
                <a:lnTo>
                  <a:pt x="1931158" y="68977"/>
                </a:lnTo>
                <a:lnTo>
                  <a:pt x="1930883" y="68666"/>
                </a:lnTo>
                <a:lnTo>
                  <a:pt x="1930614" y="68349"/>
                </a:lnTo>
                <a:lnTo>
                  <a:pt x="1930351" y="68026"/>
                </a:lnTo>
                <a:lnTo>
                  <a:pt x="1930094" y="67698"/>
                </a:lnTo>
                <a:lnTo>
                  <a:pt x="1929843" y="67364"/>
                </a:lnTo>
                <a:lnTo>
                  <a:pt x="1929598" y="67024"/>
                </a:lnTo>
                <a:lnTo>
                  <a:pt x="1929359" y="66678"/>
                </a:lnTo>
                <a:lnTo>
                  <a:pt x="1929126" y="66328"/>
                </a:lnTo>
                <a:lnTo>
                  <a:pt x="1928898" y="65974"/>
                </a:lnTo>
                <a:lnTo>
                  <a:pt x="1928675" y="65616"/>
                </a:lnTo>
                <a:lnTo>
                  <a:pt x="1928458" y="65255"/>
                </a:lnTo>
                <a:lnTo>
                  <a:pt x="1928246" y="64890"/>
                </a:lnTo>
                <a:lnTo>
                  <a:pt x="1928039" y="64521"/>
                </a:lnTo>
                <a:lnTo>
                  <a:pt x="1927838" y="64149"/>
                </a:lnTo>
                <a:lnTo>
                  <a:pt x="1927642" y="63773"/>
                </a:lnTo>
                <a:lnTo>
                  <a:pt x="1927451" y="63394"/>
                </a:lnTo>
                <a:lnTo>
                  <a:pt x="1927266" y="63010"/>
                </a:lnTo>
                <a:lnTo>
                  <a:pt x="1927086" y="62624"/>
                </a:lnTo>
                <a:lnTo>
                  <a:pt x="1926912" y="62233"/>
                </a:lnTo>
                <a:lnTo>
                  <a:pt x="1926742" y="61840"/>
                </a:lnTo>
                <a:lnTo>
                  <a:pt x="1926578" y="61442"/>
                </a:lnTo>
                <a:lnTo>
                  <a:pt x="1926420" y="61041"/>
                </a:lnTo>
                <a:lnTo>
                  <a:pt x="1926267" y="60636"/>
                </a:lnTo>
                <a:lnTo>
                  <a:pt x="1926119" y="60228"/>
                </a:lnTo>
                <a:lnTo>
                  <a:pt x="1925976" y="59816"/>
                </a:lnTo>
                <a:lnTo>
                  <a:pt x="1925839" y="59400"/>
                </a:lnTo>
                <a:lnTo>
                  <a:pt x="1925707" y="58981"/>
                </a:lnTo>
                <a:lnTo>
                  <a:pt x="1925581" y="58558"/>
                </a:lnTo>
                <a:lnTo>
                  <a:pt x="1925460" y="58131"/>
                </a:lnTo>
                <a:lnTo>
                  <a:pt x="1925344" y="57701"/>
                </a:lnTo>
                <a:lnTo>
                  <a:pt x="1925234" y="57267"/>
                </a:lnTo>
                <a:lnTo>
                  <a:pt x="1925128" y="56831"/>
                </a:lnTo>
                <a:lnTo>
                  <a:pt x="1925027" y="56394"/>
                </a:lnTo>
                <a:lnTo>
                  <a:pt x="1924931" y="55955"/>
                </a:lnTo>
                <a:lnTo>
                  <a:pt x="1924838" y="55516"/>
                </a:lnTo>
                <a:lnTo>
                  <a:pt x="1924751" y="55075"/>
                </a:lnTo>
                <a:lnTo>
                  <a:pt x="1924668" y="54633"/>
                </a:lnTo>
                <a:lnTo>
                  <a:pt x="1924589" y="54191"/>
                </a:lnTo>
                <a:lnTo>
                  <a:pt x="1924515" y="53747"/>
                </a:lnTo>
                <a:lnTo>
                  <a:pt x="1924446" y="53302"/>
                </a:lnTo>
                <a:lnTo>
                  <a:pt x="1924380" y="52856"/>
                </a:lnTo>
                <a:lnTo>
                  <a:pt x="1924320" y="52409"/>
                </a:lnTo>
                <a:lnTo>
                  <a:pt x="1924264" y="51961"/>
                </a:lnTo>
                <a:lnTo>
                  <a:pt x="1924212" y="51512"/>
                </a:lnTo>
                <a:lnTo>
                  <a:pt x="1924165" y="51062"/>
                </a:lnTo>
                <a:lnTo>
                  <a:pt x="1924122" y="50610"/>
                </a:lnTo>
                <a:lnTo>
                  <a:pt x="1924084" y="50158"/>
                </a:lnTo>
                <a:lnTo>
                  <a:pt x="1924050" y="49705"/>
                </a:lnTo>
                <a:lnTo>
                  <a:pt x="1924021" y="49250"/>
                </a:lnTo>
                <a:lnTo>
                  <a:pt x="1923997" y="48795"/>
                </a:lnTo>
                <a:lnTo>
                  <a:pt x="1923976" y="48338"/>
                </a:lnTo>
                <a:lnTo>
                  <a:pt x="1923961" y="47880"/>
                </a:lnTo>
                <a:lnTo>
                  <a:pt x="1923949" y="47422"/>
                </a:lnTo>
                <a:lnTo>
                  <a:pt x="1923943" y="46962"/>
                </a:lnTo>
                <a:lnTo>
                  <a:pt x="1923940" y="46501"/>
                </a:lnTo>
                <a:lnTo>
                  <a:pt x="1923943" y="46020"/>
                </a:lnTo>
                <a:lnTo>
                  <a:pt x="1923949" y="45540"/>
                </a:lnTo>
                <a:lnTo>
                  <a:pt x="1923961" y="45061"/>
                </a:lnTo>
                <a:lnTo>
                  <a:pt x="1923976" y="44584"/>
                </a:lnTo>
                <a:lnTo>
                  <a:pt x="1923997" y="44108"/>
                </a:lnTo>
                <a:lnTo>
                  <a:pt x="1924021" y="43633"/>
                </a:lnTo>
                <a:lnTo>
                  <a:pt x="1924050" y="43160"/>
                </a:lnTo>
                <a:lnTo>
                  <a:pt x="1924084" y="42687"/>
                </a:lnTo>
                <a:lnTo>
                  <a:pt x="1924122" y="42217"/>
                </a:lnTo>
                <a:lnTo>
                  <a:pt x="1924165" y="41747"/>
                </a:lnTo>
                <a:lnTo>
                  <a:pt x="1924212" y="41278"/>
                </a:lnTo>
                <a:lnTo>
                  <a:pt x="1924264" y="40811"/>
                </a:lnTo>
                <a:lnTo>
                  <a:pt x="1924320" y="40346"/>
                </a:lnTo>
                <a:lnTo>
                  <a:pt x="1924380" y="39881"/>
                </a:lnTo>
                <a:lnTo>
                  <a:pt x="1924446" y="39418"/>
                </a:lnTo>
                <a:lnTo>
                  <a:pt x="1924515" y="38956"/>
                </a:lnTo>
                <a:lnTo>
                  <a:pt x="1924589" y="38495"/>
                </a:lnTo>
                <a:lnTo>
                  <a:pt x="1924668" y="38036"/>
                </a:lnTo>
                <a:lnTo>
                  <a:pt x="1924751" y="37578"/>
                </a:lnTo>
                <a:lnTo>
                  <a:pt x="1924838" y="37121"/>
                </a:lnTo>
                <a:lnTo>
                  <a:pt x="1924931" y="36665"/>
                </a:lnTo>
                <a:lnTo>
                  <a:pt x="1925027" y="36211"/>
                </a:lnTo>
                <a:lnTo>
                  <a:pt x="1925128" y="35758"/>
                </a:lnTo>
                <a:lnTo>
                  <a:pt x="1925234" y="35306"/>
                </a:lnTo>
                <a:lnTo>
                  <a:pt x="1925344" y="34857"/>
                </a:lnTo>
                <a:lnTo>
                  <a:pt x="1925460" y="34412"/>
                </a:lnTo>
                <a:lnTo>
                  <a:pt x="1925581" y="33971"/>
                </a:lnTo>
                <a:lnTo>
                  <a:pt x="1925707" y="33534"/>
                </a:lnTo>
                <a:lnTo>
                  <a:pt x="1925839" y="33101"/>
                </a:lnTo>
                <a:lnTo>
                  <a:pt x="1925976" y="32673"/>
                </a:lnTo>
                <a:lnTo>
                  <a:pt x="1926119" y="32248"/>
                </a:lnTo>
                <a:lnTo>
                  <a:pt x="1926267" y="31827"/>
                </a:lnTo>
                <a:lnTo>
                  <a:pt x="1926420" y="31411"/>
                </a:lnTo>
                <a:lnTo>
                  <a:pt x="1926578" y="30998"/>
                </a:lnTo>
                <a:lnTo>
                  <a:pt x="1926742" y="30590"/>
                </a:lnTo>
                <a:lnTo>
                  <a:pt x="1926912" y="30185"/>
                </a:lnTo>
                <a:lnTo>
                  <a:pt x="1927086" y="29785"/>
                </a:lnTo>
                <a:lnTo>
                  <a:pt x="1927266" y="29389"/>
                </a:lnTo>
                <a:lnTo>
                  <a:pt x="1927451" y="28996"/>
                </a:lnTo>
                <a:lnTo>
                  <a:pt x="1927642" y="28608"/>
                </a:lnTo>
                <a:lnTo>
                  <a:pt x="1927838" y="28224"/>
                </a:lnTo>
                <a:lnTo>
                  <a:pt x="1928039" y="27844"/>
                </a:lnTo>
                <a:lnTo>
                  <a:pt x="1928246" y="27468"/>
                </a:lnTo>
                <a:lnTo>
                  <a:pt x="1928458" y="27096"/>
                </a:lnTo>
                <a:lnTo>
                  <a:pt x="1928675" y="26728"/>
                </a:lnTo>
                <a:lnTo>
                  <a:pt x="1928898" y="26364"/>
                </a:lnTo>
                <a:lnTo>
                  <a:pt x="1929126" y="26004"/>
                </a:lnTo>
                <a:lnTo>
                  <a:pt x="1929359" y="25649"/>
                </a:lnTo>
                <a:lnTo>
                  <a:pt x="1929598" y="25298"/>
                </a:lnTo>
                <a:lnTo>
                  <a:pt x="1929843" y="24953"/>
                </a:lnTo>
                <a:lnTo>
                  <a:pt x="1930094" y="24615"/>
                </a:lnTo>
                <a:lnTo>
                  <a:pt x="1930351" y="24282"/>
                </a:lnTo>
                <a:lnTo>
                  <a:pt x="1930614" y="23955"/>
                </a:lnTo>
                <a:lnTo>
                  <a:pt x="1930883" y="23634"/>
                </a:lnTo>
                <a:lnTo>
                  <a:pt x="1931158" y="23320"/>
                </a:lnTo>
                <a:lnTo>
                  <a:pt x="1931439" y="23011"/>
                </a:lnTo>
                <a:lnTo>
                  <a:pt x="1931726" y="22708"/>
                </a:lnTo>
                <a:lnTo>
                  <a:pt x="1932019" y="22411"/>
                </a:lnTo>
                <a:lnTo>
                  <a:pt x="1932318" y="22120"/>
                </a:lnTo>
                <a:lnTo>
                  <a:pt x="1932623" y="21835"/>
                </a:lnTo>
                <a:lnTo>
                  <a:pt x="1932934" y="21556"/>
                </a:lnTo>
                <a:lnTo>
                  <a:pt x="1933251" y="21283"/>
                </a:lnTo>
                <a:lnTo>
                  <a:pt x="1933574" y="21016"/>
                </a:lnTo>
                <a:lnTo>
                  <a:pt x="1933903" y="20755"/>
                </a:lnTo>
                <a:lnTo>
                  <a:pt x="1934238" y="20500"/>
                </a:lnTo>
                <a:lnTo>
                  <a:pt x="1934579" y="20251"/>
                </a:lnTo>
                <a:lnTo>
                  <a:pt x="1934926" y="20008"/>
                </a:lnTo>
                <a:lnTo>
                  <a:pt x="1935278" y="19771"/>
                </a:lnTo>
                <a:lnTo>
                  <a:pt x="1935637" y="19540"/>
                </a:lnTo>
                <a:lnTo>
                  <a:pt x="1936002" y="19315"/>
                </a:lnTo>
                <a:lnTo>
                  <a:pt x="1936373" y="19095"/>
                </a:lnTo>
                <a:lnTo>
                  <a:pt x="1936750" y="18882"/>
                </a:lnTo>
                <a:lnTo>
                  <a:pt x="1937133" y="18676"/>
                </a:lnTo>
                <a:lnTo>
                  <a:pt x="1937523" y="18479"/>
                </a:lnTo>
                <a:lnTo>
                  <a:pt x="1937920" y="18291"/>
                </a:lnTo>
                <a:lnTo>
                  <a:pt x="1938324" y="18112"/>
                </a:lnTo>
                <a:lnTo>
                  <a:pt x="1938735" y="17941"/>
                </a:lnTo>
                <a:lnTo>
                  <a:pt x="1939152" y="17779"/>
                </a:lnTo>
                <a:lnTo>
                  <a:pt x="1939576" y="17625"/>
                </a:lnTo>
                <a:lnTo>
                  <a:pt x="1940008" y="17481"/>
                </a:lnTo>
                <a:lnTo>
                  <a:pt x="1940446" y="17345"/>
                </a:lnTo>
                <a:lnTo>
                  <a:pt x="1940890" y="17218"/>
                </a:lnTo>
                <a:lnTo>
                  <a:pt x="1941342" y="17100"/>
                </a:lnTo>
                <a:lnTo>
                  <a:pt x="1941801" y="16990"/>
                </a:lnTo>
                <a:lnTo>
                  <a:pt x="1942266" y="16890"/>
                </a:lnTo>
                <a:lnTo>
                  <a:pt x="1942738" y="16798"/>
                </a:lnTo>
                <a:lnTo>
                  <a:pt x="1943217" y="16715"/>
                </a:lnTo>
                <a:lnTo>
                  <a:pt x="1943703" y="16640"/>
                </a:lnTo>
                <a:lnTo>
                  <a:pt x="1944196" y="16574"/>
                </a:lnTo>
                <a:lnTo>
                  <a:pt x="1944696" y="16518"/>
                </a:lnTo>
                <a:lnTo>
                  <a:pt x="1945202" y="16469"/>
                </a:lnTo>
                <a:lnTo>
                  <a:pt x="1945716" y="16430"/>
                </a:lnTo>
                <a:lnTo>
                  <a:pt x="1946236" y="16399"/>
                </a:lnTo>
                <a:lnTo>
                  <a:pt x="1946763" y="16377"/>
                </a:lnTo>
                <a:lnTo>
                  <a:pt x="1947297" y="16364"/>
                </a:lnTo>
                <a:lnTo>
                  <a:pt x="1947837" y="16360"/>
                </a:lnTo>
                <a:lnTo>
                  <a:pt x="1948135" y="16362"/>
                </a:lnTo>
                <a:lnTo>
                  <a:pt x="1948431" y="16368"/>
                </a:lnTo>
                <a:lnTo>
                  <a:pt x="1948725" y="16378"/>
                </a:lnTo>
                <a:lnTo>
                  <a:pt x="1949019" y="16392"/>
                </a:lnTo>
                <a:lnTo>
                  <a:pt x="1949312" y="16411"/>
                </a:lnTo>
                <a:lnTo>
                  <a:pt x="1949604" y="16433"/>
                </a:lnTo>
                <a:lnTo>
                  <a:pt x="1949894" y="16460"/>
                </a:lnTo>
                <a:lnTo>
                  <a:pt x="1950184" y="16490"/>
                </a:lnTo>
                <a:lnTo>
                  <a:pt x="1950473" y="16525"/>
                </a:lnTo>
                <a:lnTo>
                  <a:pt x="1950760" y="16563"/>
                </a:lnTo>
                <a:lnTo>
                  <a:pt x="1951046" y="16606"/>
                </a:lnTo>
                <a:lnTo>
                  <a:pt x="1951332" y="16653"/>
                </a:lnTo>
                <a:lnTo>
                  <a:pt x="1951616" y="16703"/>
                </a:lnTo>
                <a:lnTo>
                  <a:pt x="1951899" y="16758"/>
                </a:lnTo>
                <a:lnTo>
                  <a:pt x="1952181" y="16817"/>
                </a:lnTo>
                <a:lnTo>
                  <a:pt x="1952462" y="16880"/>
                </a:lnTo>
                <a:lnTo>
                  <a:pt x="1952742" y="16947"/>
                </a:lnTo>
                <a:lnTo>
                  <a:pt x="1953021" y="17019"/>
                </a:lnTo>
                <a:lnTo>
                  <a:pt x="1953299" y="17094"/>
                </a:lnTo>
                <a:lnTo>
                  <a:pt x="1953575" y="17173"/>
                </a:lnTo>
                <a:lnTo>
                  <a:pt x="1953851" y="17256"/>
                </a:lnTo>
                <a:lnTo>
                  <a:pt x="1954126" y="17344"/>
                </a:lnTo>
                <a:lnTo>
                  <a:pt x="1954399" y="17435"/>
                </a:lnTo>
                <a:lnTo>
                  <a:pt x="1954672" y="17531"/>
                </a:lnTo>
                <a:lnTo>
                  <a:pt x="1954943" y="17630"/>
                </a:lnTo>
                <a:lnTo>
                  <a:pt x="1955211" y="17732"/>
                </a:lnTo>
                <a:lnTo>
                  <a:pt x="1955477" y="17838"/>
                </a:lnTo>
                <a:lnTo>
                  <a:pt x="1955741" y="17946"/>
                </a:lnTo>
                <a:lnTo>
                  <a:pt x="1956003" y="18058"/>
                </a:lnTo>
                <a:lnTo>
                  <a:pt x="1956262" y="18173"/>
                </a:lnTo>
                <a:lnTo>
                  <a:pt x="1956518" y="18292"/>
                </a:lnTo>
                <a:lnTo>
                  <a:pt x="1956773" y="18413"/>
                </a:lnTo>
                <a:lnTo>
                  <a:pt x="1957025" y="18538"/>
                </a:lnTo>
                <a:lnTo>
                  <a:pt x="1957275" y="18666"/>
                </a:lnTo>
                <a:lnTo>
                  <a:pt x="1957522" y="18797"/>
                </a:lnTo>
                <a:lnTo>
                  <a:pt x="1957767" y="18931"/>
                </a:lnTo>
                <a:lnTo>
                  <a:pt x="1958009" y="19069"/>
                </a:lnTo>
                <a:lnTo>
                  <a:pt x="1958250" y="19209"/>
                </a:lnTo>
                <a:lnTo>
                  <a:pt x="1958488" y="19353"/>
                </a:lnTo>
                <a:lnTo>
                  <a:pt x="1958723" y="19501"/>
                </a:lnTo>
                <a:lnTo>
                  <a:pt x="1958956" y="19651"/>
                </a:lnTo>
                <a:lnTo>
                  <a:pt x="1959187" y="19805"/>
                </a:lnTo>
                <a:lnTo>
                  <a:pt x="1959416" y="19962"/>
                </a:lnTo>
                <a:lnTo>
                  <a:pt x="1959642" y="20122"/>
                </a:lnTo>
                <a:lnTo>
                  <a:pt x="1959866" y="20285"/>
                </a:lnTo>
                <a:lnTo>
                  <a:pt x="1960087" y="20451"/>
                </a:lnTo>
                <a:lnTo>
                  <a:pt x="1960306" y="20621"/>
                </a:lnTo>
                <a:lnTo>
                  <a:pt x="1960523" y="20794"/>
                </a:lnTo>
                <a:lnTo>
                  <a:pt x="1960737" y="20970"/>
                </a:lnTo>
                <a:lnTo>
                  <a:pt x="1960948" y="21148"/>
                </a:lnTo>
                <a:lnTo>
                  <a:pt x="1961156" y="21328"/>
                </a:lnTo>
                <a:lnTo>
                  <a:pt x="1961361" y="21511"/>
                </a:lnTo>
                <a:lnTo>
                  <a:pt x="1961564" y="21696"/>
                </a:lnTo>
                <a:lnTo>
                  <a:pt x="1961763" y="21883"/>
                </a:lnTo>
                <a:lnTo>
                  <a:pt x="1961959" y="22073"/>
                </a:lnTo>
                <a:lnTo>
                  <a:pt x="1962152" y="22265"/>
                </a:lnTo>
                <a:lnTo>
                  <a:pt x="1962342" y="22460"/>
                </a:lnTo>
                <a:lnTo>
                  <a:pt x="1962529" y="22657"/>
                </a:lnTo>
                <a:lnTo>
                  <a:pt x="1962714" y="22856"/>
                </a:lnTo>
                <a:lnTo>
                  <a:pt x="1962895" y="23057"/>
                </a:lnTo>
                <a:lnTo>
                  <a:pt x="1963073" y="23261"/>
                </a:lnTo>
                <a:lnTo>
                  <a:pt x="1963248" y="23468"/>
                </a:lnTo>
                <a:lnTo>
                  <a:pt x="1963420" y="23676"/>
                </a:lnTo>
                <a:lnTo>
                  <a:pt x="1963589" y="23887"/>
                </a:lnTo>
                <a:lnTo>
                  <a:pt x="1963756" y="24101"/>
                </a:lnTo>
                <a:lnTo>
                  <a:pt x="1963919" y="24316"/>
                </a:lnTo>
                <a:lnTo>
                  <a:pt x="1964079" y="24534"/>
                </a:lnTo>
                <a:lnTo>
                  <a:pt x="1964236" y="24755"/>
                </a:lnTo>
                <a:lnTo>
                  <a:pt x="1964390" y="24978"/>
                </a:lnTo>
                <a:lnTo>
                  <a:pt x="1964541" y="25203"/>
                </a:lnTo>
                <a:lnTo>
                  <a:pt x="1964689" y="25430"/>
                </a:lnTo>
                <a:lnTo>
                  <a:pt x="1964835" y="25660"/>
                </a:lnTo>
                <a:lnTo>
                  <a:pt x="1964976" y="25892"/>
                </a:lnTo>
                <a:lnTo>
                  <a:pt x="1965114" y="26126"/>
                </a:lnTo>
                <a:lnTo>
                  <a:pt x="1965247" y="26361"/>
                </a:lnTo>
                <a:lnTo>
                  <a:pt x="1965375" y="26599"/>
                </a:lnTo>
                <a:lnTo>
                  <a:pt x="1965500" y="26839"/>
                </a:lnTo>
                <a:lnTo>
                  <a:pt x="1965620" y="27080"/>
                </a:lnTo>
                <a:lnTo>
                  <a:pt x="1965736" y="27324"/>
                </a:lnTo>
                <a:lnTo>
                  <a:pt x="1965848" y="27569"/>
                </a:lnTo>
                <a:lnTo>
                  <a:pt x="1965955" y="27816"/>
                </a:lnTo>
                <a:lnTo>
                  <a:pt x="1966058" y="28065"/>
                </a:lnTo>
                <a:lnTo>
                  <a:pt x="1966157" y="28317"/>
                </a:lnTo>
                <a:lnTo>
                  <a:pt x="1966252" y="28570"/>
                </a:lnTo>
                <a:lnTo>
                  <a:pt x="1966342" y="28825"/>
                </a:lnTo>
                <a:lnTo>
                  <a:pt x="1966428" y="29082"/>
                </a:lnTo>
                <a:lnTo>
                  <a:pt x="1966510" y="29341"/>
                </a:lnTo>
                <a:lnTo>
                  <a:pt x="1966587" y="29601"/>
                </a:lnTo>
                <a:lnTo>
                  <a:pt x="1966660" y="29864"/>
                </a:lnTo>
                <a:lnTo>
                  <a:pt x="1966729" y="30129"/>
                </a:lnTo>
                <a:lnTo>
                  <a:pt x="1966794" y="30395"/>
                </a:lnTo>
                <a:lnTo>
                  <a:pt x="1966854" y="30664"/>
                </a:lnTo>
                <a:lnTo>
                  <a:pt x="1966910" y="30934"/>
                </a:lnTo>
                <a:lnTo>
                  <a:pt x="1966962" y="31207"/>
                </a:lnTo>
                <a:lnTo>
                  <a:pt x="1967009" y="31481"/>
                </a:lnTo>
                <a:lnTo>
                  <a:pt x="1967052" y="31757"/>
                </a:lnTo>
                <a:lnTo>
                  <a:pt x="1985777" y="31757"/>
                </a:lnTo>
                <a:lnTo>
                  <a:pt x="1985701" y="31124"/>
                </a:lnTo>
                <a:lnTo>
                  <a:pt x="1985616" y="30497"/>
                </a:lnTo>
                <a:lnTo>
                  <a:pt x="1985523" y="29875"/>
                </a:lnTo>
                <a:lnTo>
                  <a:pt x="1985421" y="29260"/>
                </a:lnTo>
                <a:close/>
                <a:moveTo>
                  <a:pt x="2293826" y="58579"/>
                </a:moveTo>
                <a:lnTo>
                  <a:pt x="2294500" y="58566"/>
                </a:lnTo>
                <a:lnTo>
                  <a:pt x="2295167" y="58545"/>
                </a:lnTo>
                <a:lnTo>
                  <a:pt x="2295824" y="58516"/>
                </a:lnTo>
                <a:lnTo>
                  <a:pt x="2296473" y="58479"/>
                </a:lnTo>
                <a:lnTo>
                  <a:pt x="2297114" y="58433"/>
                </a:lnTo>
                <a:lnTo>
                  <a:pt x="2297746" y="58379"/>
                </a:lnTo>
                <a:lnTo>
                  <a:pt x="2298370" y="58316"/>
                </a:lnTo>
                <a:lnTo>
                  <a:pt x="2298985" y="58245"/>
                </a:lnTo>
                <a:lnTo>
                  <a:pt x="2299591" y="58166"/>
                </a:lnTo>
                <a:lnTo>
                  <a:pt x="2300189" y="58078"/>
                </a:lnTo>
                <a:lnTo>
                  <a:pt x="2300778" y="57982"/>
                </a:lnTo>
                <a:lnTo>
                  <a:pt x="2301359" y="57878"/>
                </a:lnTo>
                <a:lnTo>
                  <a:pt x="2301931" y="57765"/>
                </a:lnTo>
                <a:lnTo>
                  <a:pt x="2302495" y="57645"/>
                </a:lnTo>
                <a:lnTo>
                  <a:pt x="2303050" y="57515"/>
                </a:lnTo>
                <a:lnTo>
                  <a:pt x="2303596" y="57378"/>
                </a:lnTo>
                <a:lnTo>
                  <a:pt x="2304134" y="57232"/>
                </a:lnTo>
                <a:lnTo>
                  <a:pt x="2304664" y="57077"/>
                </a:lnTo>
                <a:lnTo>
                  <a:pt x="2305185" y="56915"/>
                </a:lnTo>
                <a:lnTo>
                  <a:pt x="2305697" y="56744"/>
                </a:lnTo>
                <a:lnTo>
                  <a:pt x="2306201" y="56564"/>
                </a:lnTo>
                <a:lnTo>
                  <a:pt x="2306696" y="56377"/>
                </a:lnTo>
                <a:lnTo>
                  <a:pt x="2307183" y="56181"/>
                </a:lnTo>
                <a:lnTo>
                  <a:pt x="2307662" y="55978"/>
                </a:lnTo>
                <a:lnTo>
                  <a:pt x="2308133" y="55770"/>
                </a:lnTo>
                <a:lnTo>
                  <a:pt x="2308597" y="55556"/>
                </a:lnTo>
                <a:lnTo>
                  <a:pt x="2309053" y="55337"/>
                </a:lnTo>
                <a:lnTo>
                  <a:pt x="2309502" y="55113"/>
                </a:lnTo>
                <a:lnTo>
                  <a:pt x="2309943" y="54883"/>
                </a:lnTo>
                <a:lnTo>
                  <a:pt x="2310377" y="54649"/>
                </a:lnTo>
                <a:lnTo>
                  <a:pt x="2310804" y="54408"/>
                </a:lnTo>
                <a:lnTo>
                  <a:pt x="2311223" y="54163"/>
                </a:lnTo>
                <a:lnTo>
                  <a:pt x="2311634" y="53912"/>
                </a:lnTo>
                <a:lnTo>
                  <a:pt x="2312038" y="53655"/>
                </a:lnTo>
                <a:lnTo>
                  <a:pt x="2312434" y="53394"/>
                </a:lnTo>
                <a:lnTo>
                  <a:pt x="2312823" y="53127"/>
                </a:lnTo>
                <a:lnTo>
                  <a:pt x="2313205" y="52854"/>
                </a:lnTo>
                <a:lnTo>
                  <a:pt x="2313579" y="52577"/>
                </a:lnTo>
                <a:lnTo>
                  <a:pt x="2313945" y="52294"/>
                </a:lnTo>
                <a:lnTo>
                  <a:pt x="2314304" y="52005"/>
                </a:lnTo>
                <a:lnTo>
                  <a:pt x="2314655" y="51712"/>
                </a:lnTo>
                <a:lnTo>
                  <a:pt x="2314999" y="51413"/>
                </a:lnTo>
                <a:lnTo>
                  <a:pt x="2315336" y="51108"/>
                </a:lnTo>
                <a:lnTo>
                  <a:pt x="2315665" y="50798"/>
                </a:lnTo>
                <a:lnTo>
                  <a:pt x="2315986" y="50483"/>
                </a:lnTo>
                <a:lnTo>
                  <a:pt x="2316300" y="50163"/>
                </a:lnTo>
                <a:lnTo>
                  <a:pt x="2316607" y="49837"/>
                </a:lnTo>
                <a:lnTo>
                  <a:pt x="2316906" y="49507"/>
                </a:lnTo>
                <a:lnTo>
                  <a:pt x="2317199" y="49172"/>
                </a:lnTo>
                <a:lnTo>
                  <a:pt x="2317485" y="48833"/>
                </a:lnTo>
                <a:lnTo>
                  <a:pt x="2317764" y="48491"/>
                </a:lnTo>
                <a:lnTo>
                  <a:pt x="2318036" y="48144"/>
                </a:lnTo>
                <a:lnTo>
                  <a:pt x="2318301" y="47793"/>
                </a:lnTo>
                <a:lnTo>
                  <a:pt x="2318560" y="47438"/>
                </a:lnTo>
                <a:lnTo>
                  <a:pt x="2318811" y="47079"/>
                </a:lnTo>
                <a:lnTo>
                  <a:pt x="2319056" y="46716"/>
                </a:lnTo>
                <a:lnTo>
                  <a:pt x="2319294" y="46349"/>
                </a:lnTo>
                <a:lnTo>
                  <a:pt x="2319525" y="45978"/>
                </a:lnTo>
                <a:lnTo>
                  <a:pt x="2319749" y="45603"/>
                </a:lnTo>
                <a:lnTo>
                  <a:pt x="2319966" y="45224"/>
                </a:lnTo>
                <a:lnTo>
                  <a:pt x="2320176" y="44840"/>
                </a:lnTo>
                <a:lnTo>
                  <a:pt x="2320380" y="44453"/>
                </a:lnTo>
                <a:lnTo>
                  <a:pt x="2320577" y="44061"/>
                </a:lnTo>
                <a:lnTo>
                  <a:pt x="2320767" y="43666"/>
                </a:lnTo>
                <a:lnTo>
                  <a:pt x="2320950" y="43266"/>
                </a:lnTo>
                <a:lnTo>
                  <a:pt x="2321126" y="42863"/>
                </a:lnTo>
                <a:lnTo>
                  <a:pt x="2321295" y="42455"/>
                </a:lnTo>
                <a:lnTo>
                  <a:pt x="2321457" y="42043"/>
                </a:lnTo>
                <a:lnTo>
                  <a:pt x="2321613" y="41627"/>
                </a:lnTo>
                <a:lnTo>
                  <a:pt x="2321762" y="41207"/>
                </a:lnTo>
                <a:lnTo>
                  <a:pt x="2321904" y="40783"/>
                </a:lnTo>
                <a:lnTo>
                  <a:pt x="2322039" y="40357"/>
                </a:lnTo>
                <a:lnTo>
                  <a:pt x="2322169" y="39930"/>
                </a:lnTo>
                <a:lnTo>
                  <a:pt x="2322294" y="39502"/>
                </a:lnTo>
                <a:lnTo>
                  <a:pt x="2322412" y="39074"/>
                </a:lnTo>
                <a:lnTo>
                  <a:pt x="2322525" y="38645"/>
                </a:lnTo>
                <a:lnTo>
                  <a:pt x="2322631" y="38215"/>
                </a:lnTo>
                <a:lnTo>
                  <a:pt x="2322732" y="37785"/>
                </a:lnTo>
                <a:lnTo>
                  <a:pt x="2322828" y="37354"/>
                </a:lnTo>
                <a:lnTo>
                  <a:pt x="2322917" y="36923"/>
                </a:lnTo>
                <a:lnTo>
                  <a:pt x="2323001" y="36491"/>
                </a:lnTo>
                <a:lnTo>
                  <a:pt x="2323079" y="36058"/>
                </a:lnTo>
                <a:lnTo>
                  <a:pt x="2323151" y="35625"/>
                </a:lnTo>
                <a:lnTo>
                  <a:pt x="2323218" y="35191"/>
                </a:lnTo>
                <a:lnTo>
                  <a:pt x="2323278" y="34756"/>
                </a:lnTo>
                <a:lnTo>
                  <a:pt x="2323333" y="34321"/>
                </a:lnTo>
                <a:lnTo>
                  <a:pt x="2323382" y="33885"/>
                </a:lnTo>
                <a:lnTo>
                  <a:pt x="2323426" y="33448"/>
                </a:lnTo>
                <a:lnTo>
                  <a:pt x="2323463" y="33011"/>
                </a:lnTo>
                <a:lnTo>
                  <a:pt x="2323495" y="32573"/>
                </a:lnTo>
                <a:lnTo>
                  <a:pt x="2323521" y="32135"/>
                </a:lnTo>
                <a:lnTo>
                  <a:pt x="2323541" y="31695"/>
                </a:lnTo>
                <a:lnTo>
                  <a:pt x="2323556" y="31256"/>
                </a:lnTo>
                <a:lnTo>
                  <a:pt x="2323564" y="30815"/>
                </a:lnTo>
                <a:lnTo>
                  <a:pt x="2323567" y="30374"/>
                </a:lnTo>
                <a:lnTo>
                  <a:pt x="2323564" y="29923"/>
                </a:lnTo>
                <a:lnTo>
                  <a:pt x="2323556" y="29473"/>
                </a:lnTo>
                <a:lnTo>
                  <a:pt x="2323541" y="29025"/>
                </a:lnTo>
                <a:lnTo>
                  <a:pt x="2323521" y="28577"/>
                </a:lnTo>
                <a:lnTo>
                  <a:pt x="2323495" y="28132"/>
                </a:lnTo>
                <a:lnTo>
                  <a:pt x="2323463" y="27687"/>
                </a:lnTo>
                <a:lnTo>
                  <a:pt x="2323426" y="27243"/>
                </a:lnTo>
                <a:lnTo>
                  <a:pt x="2323382" y="26801"/>
                </a:lnTo>
                <a:lnTo>
                  <a:pt x="2323333" y="26361"/>
                </a:lnTo>
                <a:lnTo>
                  <a:pt x="2323278" y="25921"/>
                </a:lnTo>
                <a:lnTo>
                  <a:pt x="2323218" y="25483"/>
                </a:lnTo>
                <a:lnTo>
                  <a:pt x="2323151" y="25046"/>
                </a:lnTo>
                <a:lnTo>
                  <a:pt x="2323079" y="24610"/>
                </a:lnTo>
                <a:lnTo>
                  <a:pt x="2323001" y="24176"/>
                </a:lnTo>
                <a:lnTo>
                  <a:pt x="2322917" y="23743"/>
                </a:lnTo>
                <a:lnTo>
                  <a:pt x="2322828" y="23311"/>
                </a:lnTo>
                <a:lnTo>
                  <a:pt x="2322732" y="22880"/>
                </a:lnTo>
                <a:lnTo>
                  <a:pt x="2322631" y="22451"/>
                </a:lnTo>
                <a:lnTo>
                  <a:pt x="2322525" y="22023"/>
                </a:lnTo>
                <a:lnTo>
                  <a:pt x="2322412" y="21597"/>
                </a:lnTo>
                <a:lnTo>
                  <a:pt x="2322294" y="21171"/>
                </a:lnTo>
                <a:lnTo>
                  <a:pt x="2322169" y="20747"/>
                </a:lnTo>
                <a:lnTo>
                  <a:pt x="2322039" y="20324"/>
                </a:lnTo>
                <a:lnTo>
                  <a:pt x="2321904" y="19903"/>
                </a:lnTo>
                <a:lnTo>
                  <a:pt x="2321762" y="19484"/>
                </a:lnTo>
                <a:lnTo>
                  <a:pt x="2321613" y="19069"/>
                </a:lnTo>
                <a:lnTo>
                  <a:pt x="2321457" y="18658"/>
                </a:lnTo>
                <a:lnTo>
                  <a:pt x="2321295" y="18250"/>
                </a:lnTo>
                <a:lnTo>
                  <a:pt x="2321126" y="17847"/>
                </a:lnTo>
                <a:lnTo>
                  <a:pt x="2320950" y="17447"/>
                </a:lnTo>
                <a:lnTo>
                  <a:pt x="2320767" y="17051"/>
                </a:lnTo>
                <a:lnTo>
                  <a:pt x="2320577" y="16659"/>
                </a:lnTo>
                <a:lnTo>
                  <a:pt x="2320380" y="16271"/>
                </a:lnTo>
                <a:lnTo>
                  <a:pt x="2320176" y="15887"/>
                </a:lnTo>
                <a:lnTo>
                  <a:pt x="2319966" y="15506"/>
                </a:lnTo>
                <a:lnTo>
                  <a:pt x="2319749" y="15130"/>
                </a:lnTo>
                <a:lnTo>
                  <a:pt x="2319525" y="14757"/>
                </a:lnTo>
                <a:lnTo>
                  <a:pt x="2319294" y="14388"/>
                </a:lnTo>
                <a:lnTo>
                  <a:pt x="2319056" y="14023"/>
                </a:lnTo>
                <a:lnTo>
                  <a:pt x="2318811" y="13662"/>
                </a:lnTo>
                <a:lnTo>
                  <a:pt x="2318560" y="13305"/>
                </a:lnTo>
                <a:lnTo>
                  <a:pt x="2318301" y="12951"/>
                </a:lnTo>
                <a:lnTo>
                  <a:pt x="2318036" y="12601"/>
                </a:lnTo>
                <a:lnTo>
                  <a:pt x="2317764" y="12256"/>
                </a:lnTo>
                <a:lnTo>
                  <a:pt x="2317485" y="11914"/>
                </a:lnTo>
                <a:lnTo>
                  <a:pt x="2317199" y="11576"/>
                </a:lnTo>
                <a:lnTo>
                  <a:pt x="2316906" y="11241"/>
                </a:lnTo>
                <a:lnTo>
                  <a:pt x="2316607" y="10911"/>
                </a:lnTo>
                <a:lnTo>
                  <a:pt x="2316300" y="10585"/>
                </a:lnTo>
                <a:lnTo>
                  <a:pt x="2315986" y="10265"/>
                </a:lnTo>
                <a:lnTo>
                  <a:pt x="2315665" y="9950"/>
                </a:lnTo>
                <a:lnTo>
                  <a:pt x="2315336" y="9640"/>
                </a:lnTo>
                <a:lnTo>
                  <a:pt x="2315000" y="9336"/>
                </a:lnTo>
                <a:lnTo>
                  <a:pt x="2314656" y="9036"/>
                </a:lnTo>
                <a:lnTo>
                  <a:pt x="2314304" y="8743"/>
                </a:lnTo>
                <a:lnTo>
                  <a:pt x="2313945" y="8454"/>
                </a:lnTo>
                <a:lnTo>
                  <a:pt x="2313579" y="8171"/>
                </a:lnTo>
                <a:lnTo>
                  <a:pt x="2313205" y="7894"/>
                </a:lnTo>
                <a:lnTo>
                  <a:pt x="2312824" y="7621"/>
                </a:lnTo>
                <a:lnTo>
                  <a:pt x="2312435" y="7354"/>
                </a:lnTo>
                <a:lnTo>
                  <a:pt x="2312038" y="7093"/>
                </a:lnTo>
                <a:lnTo>
                  <a:pt x="2311635" y="6836"/>
                </a:lnTo>
                <a:lnTo>
                  <a:pt x="2311223" y="6585"/>
                </a:lnTo>
                <a:lnTo>
                  <a:pt x="2310804" y="6340"/>
                </a:lnTo>
                <a:lnTo>
                  <a:pt x="2310378" y="6100"/>
                </a:lnTo>
                <a:lnTo>
                  <a:pt x="2309944" y="5865"/>
                </a:lnTo>
                <a:lnTo>
                  <a:pt x="2309503" y="5635"/>
                </a:lnTo>
                <a:lnTo>
                  <a:pt x="2309054" y="5411"/>
                </a:lnTo>
                <a:lnTo>
                  <a:pt x="2308598" y="5192"/>
                </a:lnTo>
                <a:lnTo>
                  <a:pt x="2308135" y="4978"/>
                </a:lnTo>
                <a:lnTo>
                  <a:pt x="2307663" y="4770"/>
                </a:lnTo>
                <a:lnTo>
                  <a:pt x="2307185" y="4567"/>
                </a:lnTo>
                <a:lnTo>
                  <a:pt x="2306698" y="4371"/>
                </a:lnTo>
                <a:lnTo>
                  <a:pt x="2306203" y="4184"/>
                </a:lnTo>
                <a:lnTo>
                  <a:pt x="2305699" y="4004"/>
                </a:lnTo>
                <a:lnTo>
                  <a:pt x="2305186" y="3833"/>
                </a:lnTo>
                <a:lnTo>
                  <a:pt x="2304666" y="3671"/>
                </a:lnTo>
                <a:lnTo>
                  <a:pt x="2304136" y="3516"/>
                </a:lnTo>
                <a:lnTo>
                  <a:pt x="2303598" y="3371"/>
                </a:lnTo>
                <a:lnTo>
                  <a:pt x="2303051" y="3233"/>
                </a:lnTo>
                <a:lnTo>
                  <a:pt x="2302496" y="3104"/>
                </a:lnTo>
                <a:lnTo>
                  <a:pt x="2301933" y="2983"/>
                </a:lnTo>
                <a:lnTo>
                  <a:pt x="2301360" y="2870"/>
                </a:lnTo>
                <a:lnTo>
                  <a:pt x="2300779" y="2766"/>
                </a:lnTo>
                <a:lnTo>
                  <a:pt x="2300190" y="2670"/>
                </a:lnTo>
                <a:lnTo>
                  <a:pt x="2299592" y="2582"/>
                </a:lnTo>
                <a:lnTo>
                  <a:pt x="2298986" y="2503"/>
                </a:lnTo>
                <a:lnTo>
                  <a:pt x="2298371" y="2432"/>
                </a:lnTo>
                <a:lnTo>
                  <a:pt x="2297747" y="2370"/>
                </a:lnTo>
                <a:lnTo>
                  <a:pt x="2297115" y="2315"/>
                </a:lnTo>
                <a:lnTo>
                  <a:pt x="2296474" y="2270"/>
                </a:lnTo>
                <a:lnTo>
                  <a:pt x="2295825" y="2232"/>
                </a:lnTo>
                <a:lnTo>
                  <a:pt x="2295167" y="2203"/>
                </a:lnTo>
                <a:lnTo>
                  <a:pt x="2294501" y="2182"/>
                </a:lnTo>
                <a:lnTo>
                  <a:pt x="2293826" y="2169"/>
                </a:lnTo>
                <a:lnTo>
                  <a:pt x="2293142" y="2165"/>
                </a:lnTo>
                <a:lnTo>
                  <a:pt x="2253477" y="2165"/>
                </a:lnTo>
                <a:lnTo>
                  <a:pt x="2253477" y="90100"/>
                </a:lnTo>
                <a:lnTo>
                  <a:pt x="2272816" y="90100"/>
                </a:lnTo>
                <a:lnTo>
                  <a:pt x="2272816" y="58583"/>
                </a:lnTo>
                <a:lnTo>
                  <a:pt x="2293142" y="58583"/>
                </a:lnTo>
                <a:lnTo>
                  <a:pt x="2293826" y="58579"/>
                </a:lnTo>
                <a:close/>
                <a:moveTo>
                  <a:pt x="2288672" y="17210"/>
                </a:moveTo>
                <a:lnTo>
                  <a:pt x="2288946" y="17216"/>
                </a:lnTo>
                <a:lnTo>
                  <a:pt x="2289219" y="17223"/>
                </a:lnTo>
                <a:lnTo>
                  <a:pt x="2289492" y="17233"/>
                </a:lnTo>
                <a:lnTo>
                  <a:pt x="2289763" y="17244"/>
                </a:lnTo>
                <a:lnTo>
                  <a:pt x="2290034" y="17257"/>
                </a:lnTo>
                <a:lnTo>
                  <a:pt x="2290304" y="17271"/>
                </a:lnTo>
                <a:lnTo>
                  <a:pt x="2290573" y="17287"/>
                </a:lnTo>
                <a:lnTo>
                  <a:pt x="2290841" y="17305"/>
                </a:lnTo>
                <a:lnTo>
                  <a:pt x="2291109" y="17325"/>
                </a:lnTo>
                <a:lnTo>
                  <a:pt x="2291375" y="17346"/>
                </a:lnTo>
                <a:lnTo>
                  <a:pt x="2291641" y="17370"/>
                </a:lnTo>
                <a:lnTo>
                  <a:pt x="2291905" y="17394"/>
                </a:lnTo>
                <a:lnTo>
                  <a:pt x="2292169" y="17421"/>
                </a:lnTo>
                <a:lnTo>
                  <a:pt x="2292432" y="17449"/>
                </a:lnTo>
                <a:lnTo>
                  <a:pt x="2292694" y="17479"/>
                </a:lnTo>
                <a:lnTo>
                  <a:pt x="2292956" y="17511"/>
                </a:lnTo>
                <a:lnTo>
                  <a:pt x="2293216" y="17544"/>
                </a:lnTo>
                <a:lnTo>
                  <a:pt x="2293476" y="17579"/>
                </a:lnTo>
                <a:lnTo>
                  <a:pt x="2293734" y="17616"/>
                </a:lnTo>
                <a:lnTo>
                  <a:pt x="2293992" y="17654"/>
                </a:lnTo>
                <a:lnTo>
                  <a:pt x="2294249" y="17694"/>
                </a:lnTo>
                <a:lnTo>
                  <a:pt x="2294505" y="17737"/>
                </a:lnTo>
                <a:lnTo>
                  <a:pt x="2294757" y="17783"/>
                </a:lnTo>
                <a:lnTo>
                  <a:pt x="2295007" y="17832"/>
                </a:lnTo>
                <a:lnTo>
                  <a:pt x="2295255" y="17884"/>
                </a:lnTo>
                <a:lnTo>
                  <a:pt x="2295500" y="17940"/>
                </a:lnTo>
                <a:lnTo>
                  <a:pt x="2295743" y="17998"/>
                </a:lnTo>
                <a:lnTo>
                  <a:pt x="2295982" y="18060"/>
                </a:lnTo>
                <a:lnTo>
                  <a:pt x="2296220" y="18125"/>
                </a:lnTo>
                <a:lnTo>
                  <a:pt x="2296455" y="18194"/>
                </a:lnTo>
                <a:lnTo>
                  <a:pt x="2296687" y="18265"/>
                </a:lnTo>
                <a:lnTo>
                  <a:pt x="2296916" y="18340"/>
                </a:lnTo>
                <a:lnTo>
                  <a:pt x="2297143" y="18418"/>
                </a:lnTo>
                <a:lnTo>
                  <a:pt x="2297368" y="18499"/>
                </a:lnTo>
                <a:lnTo>
                  <a:pt x="2297590" y="18583"/>
                </a:lnTo>
                <a:lnTo>
                  <a:pt x="2297809" y="18670"/>
                </a:lnTo>
                <a:lnTo>
                  <a:pt x="2298026" y="18761"/>
                </a:lnTo>
                <a:lnTo>
                  <a:pt x="2298240" y="18855"/>
                </a:lnTo>
                <a:lnTo>
                  <a:pt x="2298452" y="18952"/>
                </a:lnTo>
                <a:lnTo>
                  <a:pt x="2298661" y="19053"/>
                </a:lnTo>
                <a:lnTo>
                  <a:pt x="2298868" y="19156"/>
                </a:lnTo>
                <a:lnTo>
                  <a:pt x="2299072" y="19263"/>
                </a:lnTo>
                <a:lnTo>
                  <a:pt x="2299273" y="19373"/>
                </a:lnTo>
                <a:lnTo>
                  <a:pt x="2299472" y="19486"/>
                </a:lnTo>
                <a:lnTo>
                  <a:pt x="2299668" y="19602"/>
                </a:lnTo>
                <a:lnTo>
                  <a:pt x="2299862" y="19722"/>
                </a:lnTo>
                <a:lnTo>
                  <a:pt x="2300052" y="19846"/>
                </a:lnTo>
                <a:lnTo>
                  <a:pt x="2300239" y="19974"/>
                </a:lnTo>
                <a:lnTo>
                  <a:pt x="2300423" y="20106"/>
                </a:lnTo>
                <a:lnTo>
                  <a:pt x="2300604" y="20243"/>
                </a:lnTo>
                <a:lnTo>
                  <a:pt x="2300781" y="20383"/>
                </a:lnTo>
                <a:lnTo>
                  <a:pt x="2300955" y="20527"/>
                </a:lnTo>
                <a:lnTo>
                  <a:pt x="2301127" y="20676"/>
                </a:lnTo>
                <a:lnTo>
                  <a:pt x="2301294" y="20828"/>
                </a:lnTo>
                <a:lnTo>
                  <a:pt x="2301459" y="20985"/>
                </a:lnTo>
                <a:lnTo>
                  <a:pt x="2301620" y="21146"/>
                </a:lnTo>
                <a:lnTo>
                  <a:pt x="2301778" y="21310"/>
                </a:lnTo>
                <a:lnTo>
                  <a:pt x="2301933" y="21479"/>
                </a:lnTo>
                <a:lnTo>
                  <a:pt x="2302085" y="21652"/>
                </a:lnTo>
                <a:lnTo>
                  <a:pt x="2302234" y="21829"/>
                </a:lnTo>
                <a:lnTo>
                  <a:pt x="2302379" y="22010"/>
                </a:lnTo>
                <a:lnTo>
                  <a:pt x="2302521" y="22195"/>
                </a:lnTo>
                <a:lnTo>
                  <a:pt x="2302660" y="22384"/>
                </a:lnTo>
                <a:lnTo>
                  <a:pt x="2302796" y="22577"/>
                </a:lnTo>
                <a:lnTo>
                  <a:pt x="2302928" y="22774"/>
                </a:lnTo>
                <a:lnTo>
                  <a:pt x="2303057" y="22976"/>
                </a:lnTo>
                <a:lnTo>
                  <a:pt x="2303183" y="23181"/>
                </a:lnTo>
                <a:lnTo>
                  <a:pt x="2303306" y="23390"/>
                </a:lnTo>
                <a:lnTo>
                  <a:pt x="2303425" y="23604"/>
                </a:lnTo>
                <a:lnTo>
                  <a:pt x="2303541" y="23822"/>
                </a:lnTo>
                <a:lnTo>
                  <a:pt x="2303652" y="24046"/>
                </a:lnTo>
                <a:lnTo>
                  <a:pt x="2303758" y="24275"/>
                </a:lnTo>
                <a:lnTo>
                  <a:pt x="2303858" y="24510"/>
                </a:lnTo>
                <a:lnTo>
                  <a:pt x="2303954" y="24750"/>
                </a:lnTo>
                <a:lnTo>
                  <a:pt x="2304045" y="24996"/>
                </a:lnTo>
                <a:lnTo>
                  <a:pt x="2304132" y="25248"/>
                </a:lnTo>
                <a:lnTo>
                  <a:pt x="2304213" y="25505"/>
                </a:lnTo>
                <a:lnTo>
                  <a:pt x="2304289" y="25767"/>
                </a:lnTo>
                <a:lnTo>
                  <a:pt x="2304360" y="26036"/>
                </a:lnTo>
                <a:lnTo>
                  <a:pt x="2304427" y="26309"/>
                </a:lnTo>
                <a:lnTo>
                  <a:pt x="2304488" y="26589"/>
                </a:lnTo>
                <a:lnTo>
                  <a:pt x="2304545" y="26873"/>
                </a:lnTo>
                <a:lnTo>
                  <a:pt x="2304597" y="27164"/>
                </a:lnTo>
                <a:lnTo>
                  <a:pt x="2304643" y="27460"/>
                </a:lnTo>
                <a:lnTo>
                  <a:pt x="2304685" y="27761"/>
                </a:lnTo>
                <a:lnTo>
                  <a:pt x="2304722" y="28069"/>
                </a:lnTo>
                <a:lnTo>
                  <a:pt x="2304754" y="28381"/>
                </a:lnTo>
                <a:lnTo>
                  <a:pt x="2304781" y="28699"/>
                </a:lnTo>
                <a:lnTo>
                  <a:pt x="2304803" y="29023"/>
                </a:lnTo>
                <a:lnTo>
                  <a:pt x="2304821" y="29353"/>
                </a:lnTo>
                <a:lnTo>
                  <a:pt x="2304833" y="29688"/>
                </a:lnTo>
                <a:lnTo>
                  <a:pt x="2304840" y="30028"/>
                </a:lnTo>
                <a:lnTo>
                  <a:pt x="2304843" y="30374"/>
                </a:lnTo>
                <a:lnTo>
                  <a:pt x="2304840" y="30720"/>
                </a:lnTo>
                <a:lnTo>
                  <a:pt x="2304833" y="31061"/>
                </a:lnTo>
                <a:lnTo>
                  <a:pt x="2304821" y="31396"/>
                </a:lnTo>
                <a:lnTo>
                  <a:pt x="2304803" y="31725"/>
                </a:lnTo>
                <a:lnTo>
                  <a:pt x="2304781" y="32049"/>
                </a:lnTo>
                <a:lnTo>
                  <a:pt x="2304754" y="32367"/>
                </a:lnTo>
                <a:lnTo>
                  <a:pt x="2304722" y="32680"/>
                </a:lnTo>
                <a:lnTo>
                  <a:pt x="2304685" y="32987"/>
                </a:lnTo>
                <a:lnTo>
                  <a:pt x="2304643" y="33289"/>
                </a:lnTo>
                <a:lnTo>
                  <a:pt x="2304597" y="33585"/>
                </a:lnTo>
                <a:lnTo>
                  <a:pt x="2304545" y="33875"/>
                </a:lnTo>
                <a:lnTo>
                  <a:pt x="2304488" y="34160"/>
                </a:lnTo>
                <a:lnTo>
                  <a:pt x="2304427" y="34439"/>
                </a:lnTo>
                <a:lnTo>
                  <a:pt x="2304360" y="34713"/>
                </a:lnTo>
                <a:lnTo>
                  <a:pt x="2304289" y="34982"/>
                </a:lnTo>
                <a:lnTo>
                  <a:pt x="2304213" y="35244"/>
                </a:lnTo>
                <a:lnTo>
                  <a:pt x="2304132" y="35501"/>
                </a:lnTo>
                <a:lnTo>
                  <a:pt x="2304045" y="35753"/>
                </a:lnTo>
                <a:lnTo>
                  <a:pt x="2303954" y="35999"/>
                </a:lnTo>
                <a:lnTo>
                  <a:pt x="2303858" y="36240"/>
                </a:lnTo>
                <a:lnTo>
                  <a:pt x="2303758" y="36475"/>
                </a:lnTo>
                <a:lnTo>
                  <a:pt x="2303652" y="36704"/>
                </a:lnTo>
                <a:lnTo>
                  <a:pt x="2303541" y="36928"/>
                </a:lnTo>
                <a:lnTo>
                  <a:pt x="2303425" y="37146"/>
                </a:lnTo>
                <a:lnTo>
                  <a:pt x="2303306" y="37360"/>
                </a:lnTo>
                <a:lnTo>
                  <a:pt x="2303183" y="37569"/>
                </a:lnTo>
                <a:lnTo>
                  <a:pt x="2303057" y="37774"/>
                </a:lnTo>
                <a:lnTo>
                  <a:pt x="2302928" y="37975"/>
                </a:lnTo>
                <a:lnTo>
                  <a:pt x="2302796" y="38172"/>
                </a:lnTo>
                <a:lnTo>
                  <a:pt x="2302660" y="38365"/>
                </a:lnTo>
                <a:lnTo>
                  <a:pt x="2302521" y="38554"/>
                </a:lnTo>
                <a:lnTo>
                  <a:pt x="2302379" y="38739"/>
                </a:lnTo>
                <a:lnTo>
                  <a:pt x="2302234" y="38920"/>
                </a:lnTo>
                <a:lnTo>
                  <a:pt x="2302085" y="39097"/>
                </a:lnTo>
                <a:lnTo>
                  <a:pt x="2301933" y="39270"/>
                </a:lnTo>
                <a:lnTo>
                  <a:pt x="2301778" y="39438"/>
                </a:lnTo>
                <a:lnTo>
                  <a:pt x="2301620" y="39603"/>
                </a:lnTo>
                <a:lnTo>
                  <a:pt x="2301459" y="39764"/>
                </a:lnTo>
                <a:lnTo>
                  <a:pt x="2301294" y="39920"/>
                </a:lnTo>
                <a:lnTo>
                  <a:pt x="2301127" y="40073"/>
                </a:lnTo>
                <a:lnTo>
                  <a:pt x="2300955" y="40221"/>
                </a:lnTo>
                <a:lnTo>
                  <a:pt x="2300781" y="40365"/>
                </a:lnTo>
                <a:lnTo>
                  <a:pt x="2300604" y="40506"/>
                </a:lnTo>
                <a:lnTo>
                  <a:pt x="2300423" y="40642"/>
                </a:lnTo>
                <a:lnTo>
                  <a:pt x="2300239" y="40774"/>
                </a:lnTo>
                <a:lnTo>
                  <a:pt x="2300052" y="40902"/>
                </a:lnTo>
                <a:lnTo>
                  <a:pt x="2299862" y="41026"/>
                </a:lnTo>
                <a:lnTo>
                  <a:pt x="2299668" y="41146"/>
                </a:lnTo>
                <a:lnTo>
                  <a:pt x="2299472" y="41262"/>
                </a:lnTo>
                <a:lnTo>
                  <a:pt x="2299273" y="41375"/>
                </a:lnTo>
                <a:lnTo>
                  <a:pt x="2299072" y="41485"/>
                </a:lnTo>
                <a:lnTo>
                  <a:pt x="2298868" y="41592"/>
                </a:lnTo>
                <a:lnTo>
                  <a:pt x="2298661" y="41696"/>
                </a:lnTo>
                <a:lnTo>
                  <a:pt x="2298452" y="41796"/>
                </a:lnTo>
                <a:lnTo>
                  <a:pt x="2298240" y="41893"/>
                </a:lnTo>
                <a:lnTo>
                  <a:pt x="2298026" y="41987"/>
                </a:lnTo>
                <a:lnTo>
                  <a:pt x="2297809" y="42078"/>
                </a:lnTo>
                <a:lnTo>
                  <a:pt x="2297590" y="42165"/>
                </a:lnTo>
                <a:lnTo>
                  <a:pt x="2297368" y="42249"/>
                </a:lnTo>
                <a:lnTo>
                  <a:pt x="2297143" y="42331"/>
                </a:lnTo>
                <a:lnTo>
                  <a:pt x="2296916" y="42408"/>
                </a:lnTo>
                <a:lnTo>
                  <a:pt x="2296687" y="42483"/>
                </a:lnTo>
                <a:lnTo>
                  <a:pt x="2296455" y="42555"/>
                </a:lnTo>
                <a:lnTo>
                  <a:pt x="2296220" y="42623"/>
                </a:lnTo>
                <a:lnTo>
                  <a:pt x="2295982" y="42688"/>
                </a:lnTo>
                <a:lnTo>
                  <a:pt x="2295743" y="42750"/>
                </a:lnTo>
                <a:lnTo>
                  <a:pt x="2295500" y="42808"/>
                </a:lnTo>
                <a:lnTo>
                  <a:pt x="2295255" y="42864"/>
                </a:lnTo>
                <a:lnTo>
                  <a:pt x="2295007" y="42916"/>
                </a:lnTo>
                <a:lnTo>
                  <a:pt x="2294757" y="42965"/>
                </a:lnTo>
                <a:lnTo>
                  <a:pt x="2294505" y="43011"/>
                </a:lnTo>
                <a:lnTo>
                  <a:pt x="2294249" y="43054"/>
                </a:lnTo>
                <a:lnTo>
                  <a:pt x="2293992" y="43094"/>
                </a:lnTo>
                <a:lnTo>
                  <a:pt x="2293734" y="43132"/>
                </a:lnTo>
                <a:lnTo>
                  <a:pt x="2293476" y="43169"/>
                </a:lnTo>
                <a:lnTo>
                  <a:pt x="2293216" y="43204"/>
                </a:lnTo>
                <a:lnTo>
                  <a:pt x="2292956" y="43238"/>
                </a:lnTo>
                <a:lnTo>
                  <a:pt x="2292694" y="43269"/>
                </a:lnTo>
                <a:lnTo>
                  <a:pt x="2292432" y="43299"/>
                </a:lnTo>
                <a:lnTo>
                  <a:pt x="2292169" y="43327"/>
                </a:lnTo>
                <a:lnTo>
                  <a:pt x="2291905" y="43354"/>
                </a:lnTo>
                <a:lnTo>
                  <a:pt x="2291641" y="43379"/>
                </a:lnTo>
                <a:lnTo>
                  <a:pt x="2291375" y="43402"/>
                </a:lnTo>
                <a:lnTo>
                  <a:pt x="2291109" y="43423"/>
                </a:lnTo>
                <a:lnTo>
                  <a:pt x="2290841" y="43443"/>
                </a:lnTo>
                <a:lnTo>
                  <a:pt x="2290573" y="43461"/>
                </a:lnTo>
                <a:lnTo>
                  <a:pt x="2290304" y="43477"/>
                </a:lnTo>
                <a:lnTo>
                  <a:pt x="2290034" y="43491"/>
                </a:lnTo>
                <a:lnTo>
                  <a:pt x="2289763" y="43504"/>
                </a:lnTo>
                <a:lnTo>
                  <a:pt x="2289492" y="43515"/>
                </a:lnTo>
                <a:lnTo>
                  <a:pt x="2289219" y="43525"/>
                </a:lnTo>
                <a:lnTo>
                  <a:pt x="2288946" y="43533"/>
                </a:lnTo>
                <a:lnTo>
                  <a:pt x="2288672" y="43538"/>
                </a:lnTo>
                <a:lnTo>
                  <a:pt x="2288396" y="43543"/>
                </a:lnTo>
                <a:lnTo>
                  <a:pt x="2288121" y="43545"/>
                </a:lnTo>
                <a:lnTo>
                  <a:pt x="2287844" y="43546"/>
                </a:lnTo>
                <a:lnTo>
                  <a:pt x="2272816" y="43546"/>
                </a:lnTo>
                <a:lnTo>
                  <a:pt x="2272816" y="17202"/>
                </a:lnTo>
                <a:lnTo>
                  <a:pt x="2287844" y="17202"/>
                </a:lnTo>
                <a:lnTo>
                  <a:pt x="2288121" y="17203"/>
                </a:lnTo>
                <a:lnTo>
                  <a:pt x="2288396" y="17205"/>
                </a:lnTo>
                <a:lnTo>
                  <a:pt x="2288672" y="17210"/>
                </a:lnTo>
                <a:close/>
                <a:moveTo>
                  <a:pt x="2117188" y="34182"/>
                </a:moveTo>
                <a:lnTo>
                  <a:pt x="2116942" y="34182"/>
                </a:lnTo>
                <a:lnTo>
                  <a:pt x="2116692" y="33794"/>
                </a:lnTo>
                <a:lnTo>
                  <a:pt x="2116434" y="33415"/>
                </a:lnTo>
                <a:lnTo>
                  <a:pt x="2116169" y="33043"/>
                </a:lnTo>
                <a:lnTo>
                  <a:pt x="2115897" y="32679"/>
                </a:lnTo>
                <a:lnTo>
                  <a:pt x="2115617" y="32323"/>
                </a:lnTo>
                <a:lnTo>
                  <a:pt x="2115329" y="31976"/>
                </a:lnTo>
                <a:lnTo>
                  <a:pt x="2115034" y="31636"/>
                </a:lnTo>
                <a:lnTo>
                  <a:pt x="2114732" y="31304"/>
                </a:lnTo>
                <a:lnTo>
                  <a:pt x="2114422" y="30980"/>
                </a:lnTo>
                <a:lnTo>
                  <a:pt x="2114104" y="30663"/>
                </a:lnTo>
                <a:lnTo>
                  <a:pt x="2113779" y="30355"/>
                </a:lnTo>
                <a:lnTo>
                  <a:pt x="2113447" y="30055"/>
                </a:lnTo>
                <a:lnTo>
                  <a:pt x="2113107" y="29763"/>
                </a:lnTo>
                <a:lnTo>
                  <a:pt x="2112759" y="29478"/>
                </a:lnTo>
                <a:lnTo>
                  <a:pt x="2112404" y="29202"/>
                </a:lnTo>
                <a:lnTo>
                  <a:pt x="2112042" y="28933"/>
                </a:lnTo>
                <a:lnTo>
                  <a:pt x="2111672" y="28673"/>
                </a:lnTo>
                <a:lnTo>
                  <a:pt x="2111295" y="28420"/>
                </a:lnTo>
                <a:lnTo>
                  <a:pt x="2110910" y="28176"/>
                </a:lnTo>
                <a:lnTo>
                  <a:pt x="2110517" y="27939"/>
                </a:lnTo>
                <a:lnTo>
                  <a:pt x="2110118" y="27710"/>
                </a:lnTo>
                <a:lnTo>
                  <a:pt x="2109710" y="27489"/>
                </a:lnTo>
                <a:lnTo>
                  <a:pt x="2109295" y="27277"/>
                </a:lnTo>
                <a:lnTo>
                  <a:pt x="2108873" y="27072"/>
                </a:lnTo>
                <a:lnTo>
                  <a:pt x="2108446" y="26875"/>
                </a:lnTo>
                <a:lnTo>
                  <a:pt x="2108017" y="26686"/>
                </a:lnTo>
                <a:lnTo>
                  <a:pt x="2107587" y="26506"/>
                </a:lnTo>
                <a:lnTo>
                  <a:pt x="2107154" y="26335"/>
                </a:lnTo>
                <a:lnTo>
                  <a:pt x="2106720" y="26172"/>
                </a:lnTo>
                <a:lnTo>
                  <a:pt x="2106283" y="26017"/>
                </a:lnTo>
                <a:lnTo>
                  <a:pt x="2105845" y="25870"/>
                </a:lnTo>
                <a:lnTo>
                  <a:pt x="2105404" y="25732"/>
                </a:lnTo>
                <a:lnTo>
                  <a:pt x="2104962" y="25602"/>
                </a:lnTo>
                <a:lnTo>
                  <a:pt x="2104518" y="25481"/>
                </a:lnTo>
                <a:lnTo>
                  <a:pt x="2104071" y="25368"/>
                </a:lnTo>
                <a:lnTo>
                  <a:pt x="2103623" y="25263"/>
                </a:lnTo>
                <a:lnTo>
                  <a:pt x="2103173" y="25167"/>
                </a:lnTo>
                <a:lnTo>
                  <a:pt x="2102721" y="25079"/>
                </a:lnTo>
                <a:lnTo>
                  <a:pt x="2102268" y="24999"/>
                </a:lnTo>
                <a:lnTo>
                  <a:pt x="2101812" y="24928"/>
                </a:lnTo>
                <a:lnTo>
                  <a:pt x="2101354" y="24865"/>
                </a:lnTo>
                <a:lnTo>
                  <a:pt x="2100894" y="24811"/>
                </a:lnTo>
                <a:lnTo>
                  <a:pt x="2100433" y="24765"/>
                </a:lnTo>
                <a:lnTo>
                  <a:pt x="2099969" y="24727"/>
                </a:lnTo>
                <a:lnTo>
                  <a:pt x="2099504" y="24698"/>
                </a:lnTo>
                <a:lnTo>
                  <a:pt x="2099036" y="24677"/>
                </a:lnTo>
                <a:lnTo>
                  <a:pt x="2098567" y="24664"/>
                </a:lnTo>
                <a:lnTo>
                  <a:pt x="2098096" y="24660"/>
                </a:lnTo>
                <a:lnTo>
                  <a:pt x="2097513" y="24665"/>
                </a:lnTo>
                <a:lnTo>
                  <a:pt x="2096937" y="24679"/>
                </a:lnTo>
                <a:lnTo>
                  <a:pt x="2096367" y="24704"/>
                </a:lnTo>
                <a:lnTo>
                  <a:pt x="2095803" y="24737"/>
                </a:lnTo>
                <a:lnTo>
                  <a:pt x="2095245" y="24781"/>
                </a:lnTo>
                <a:lnTo>
                  <a:pt x="2094692" y="24834"/>
                </a:lnTo>
                <a:lnTo>
                  <a:pt x="2094146" y="24896"/>
                </a:lnTo>
                <a:lnTo>
                  <a:pt x="2093606" y="24969"/>
                </a:lnTo>
                <a:lnTo>
                  <a:pt x="2093072" y="25051"/>
                </a:lnTo>
                <a:lnTo>
                  <a:pt x="2092543" y="25142"/>
                </a:lnTo>
                <a:lnTo>
                  <a:pt x="2092021" y="25243"/>
                </a:lnTo>
                <a:lnTo>
                  <a:pt x="2091505" y="25354"/>
                </a:lnTo>
                <a:lnTo>
                  <a:pt x="2090994" y="25475"/>
                </a:lnTo>
                <a:lnTo>
                  <a:pt x="2090490" y="25605"/>
                </a:lnTo>
                <a:lnTo>
                  <a:pt x="2089992" y="25745"/>
                </a:lnTo>
                <a:lnTo>
                  <a:pt x="2089500" y="25894"/>
                </a:lnTo>
                <a:lnTo>
                  <a:pt x="2089013" y="26053"/>
                </a:lnTo>
                <a:lnTo>
                  <a:pt x="2088533" y="26222"/>
                </a:lnTo>
                <a:lnTo>
                  <a:pt x="2088059" y="26400"/>
                </a:lnTo>
                <a:lnTo>
                  <a:pt x="2087590" y="26588"/>
                </a:lnTo>
                <a:lnTo>
                  <a:pt x="2087128" y="26786"/>
                </a:lnTo>
                <a:lnTo>
                  <a:pt x="2086672" y="26993"/>
                </a:lnTo>
                <a:lnTo>
                  <a:pt x="2086221" y="27210"/>
                </a:lnTo>
                <a:lnTo>
                  <a:pt x="2085777" y="27436"/>
                </a:lnTo>
                <a:lnTo>
                  <a:pt x="2085338" y="27671"/>
                </a:lnTo>
                <a:lnTo>
                  <a:pt x="2084906" y="27911"/>
                </a:lnTo>
                <a:lnTo>
                  <a:pt x="2084480" y="28158"/>
                </a:lnTo>
                <a:lnTo>
                  <a:pt x="2084061" y="28411"/>
                </a:lnTo>
                <a:lnTo>
                  <a:pt x="2083647" y="28671"/>
                </a:lnTo>
                <a:lnTo>
                  <a:pt x="2083240" y="28936"/>
                </a:lnTo>
                <a:lnTo>
                  <a:pt x="2082839" y="29208"/>
                </a:lnTo>
                <a:lnTo>
                  <a:pt x="2082444" y="29486"/>
                </a:lnTo>
                <a:lnTo>
                  <a:pt x="2082055" y="29770"/>
                </a:lnTo>
                <a:lnTo>
                  <a:pt x="2081673" y="30060"/>
                </a:lnTo>
                <a:lnTo>
                  <a:pt x="2081297" y="30357"/>
                </a:lnTo>
                <a:lnTo>
                  <a:pt x="2080926" y="30660"/>
                </a:lnTo>
                <a:lnTo>
                  <a:pt x="2080563" y="30969"/>
                </a:lnTo>
                <a:lnTo>
                  <a:pt x="2080205" y="31284"/>
                </a:lnTo>
                <a:lnTo>
                  <a:pt x="2079853" y="31605"/>
                </a:lnTo>
                <a:lnTo>
                  <a:pt x="2079508" y="31933"/>
                </a:lnTo>
                <a:lnTo>
                  <a:pt x="2079169" y="32267"/>
                </a:lnTo>
                <a:lnTo>
                  <a:pt x="2078836" y="32607"/>
                </a:lnTo>
                <a:lnTo>
                  <a:pt x="2078509" y="32953"/>
                </a:lnTo>
                <a:lnTo>
                  <a:pt x="2078189" y="33306"/>
                </a:lnTo>
                <a:lnTo>
                  <a:pt x="2077875" y="33665"/>
                </a:lnTo>
                <a:lnTo>
                  <a:pt x="2077567" y="34029"/>
                </a:lnTo>
                <a:lnTo>
                  <a:pt x="2077265" y="34401"/>
                </a:lnTo>
                <a:lnTo>
                  <a:pt x="2076969" y="34778"/>
                </a:lnTo>
                <a:lnTo>
                  <a:pt x="2076680" y="35161"/>
                </a:lnTo>
                <a:lnTo>
                  <a:pt x="2076396" y="35549"/>
                </a:lnTo>
                <a:lnTo>
                  <a:pt x="2076119" y="35941"/>
                </a:lnTo>
                <a:lnTo>
                  <a:pt x="2075847" y="36339"/>
                </a:lnTo>
                <a:lnTo>
                  <a:pt x="2075582" y="36742"/>
                </a:lnTo>
                <a:lnTo>
                  <a:pt x="2075322" y="37149"/>
                </a:lnTo>
                <a:lnTo>
                  <a:pt x="2075068" y="37562"/>
                </a:lnTo>
                <a:lnTo>
                  <a:pt x="2074821" y="37979"/>
                </a:lnTo>
                <a:lnTo>
                  <a:pt x="2074579" y="38402"/>
                </a:lnTo>
                <a:lnTo>
                  <a:pt x="2074344" y="38829"/>
                </a:lnTo>
                <a:lnTo>
                  <a:pt x="2074114" y="39261"/>
                </a:lnTo>
                <a:lnTo>
                  <a:pt x="2073890" y="39698"/>
                </a:lnTo>
                <a:lnTo>
                  <a:pt x="2073673" y="40140"/>
                </a:lnTo>
                <a:lnTo>
                  <a:pt x="2073461" y="40587"/>
                </a:lnTo>
                <a:lnTo>
                  <a:pt x="2073255" y="41039"/>
                </a:lnTo>
                <a:lnTo>
                  <a:pt x="2073055" y="41496"/>
                </a:lnTo>
                <a:lnTo>
                  <a:pt x="2072862" y="41958"/>
                </a:lnTo>
                <a:lnTo>
                  <a:pt x="2072674" y="42424"/>
                </a:lnTo>
                <a:lnTo>
                  <a:pt x="2072492" y="42896"/>
                </a:lnTo>
                <a:lnTo>
                  <a:pt x="2072316" y="43373"/>
                </a:lnTo>
                <a:lnTo>
                  <a:pt x="2072146" y="43854"/>
                </a:lnTo>
                <a:lnTo>
                  <a:pt x="2071982" y="44340"/>
                </a:lnTo>
                <a:lnTo>
                  <a:pt x="2071824" y="44832"/>
                </a:lnTo>
                <a:lnTo>
                  <a:pt x="2071672" y="45328"/>
                </a:lnTo>
                <a:lnTo>
                  <a:pt x="2071527" y="45827"/>
                </a:lnTo>
                <a:lnTo>
                  <a:pt x="2071387" y="46328"/>
                </a:lnTo>
                <a:lnTo>
                  <a:pt x="2071254" y="46831"/>
                </a:lnTo>
                <a:lnTo>
                  <a:pt x="2071127" y="47335"/>
                </a:lnTo>
                <a:lnTo>
                  <a:pt x="2071006" y="47840"/>
                </a:lnTo>
                <a:lnTo>
                  <a:pt x="2070891" y="48347"/>
                </a:lnTo>
                <a:lnTo>
                  <a:pt x="2070783" y="48856"/>
                </a:lnTo>
                <a:lnTo>
                  <a:pt x="2070680" y="49366"/>
                </a:lnTo>
                <a:lnTo>
                  <a:pt x="2070584" y="49877"/>
                </a:lnTo>
                <a:lnTo>
                  <a:pt x="2070494" y="50390"/>
                </a:lnTo>
                <a:lnTo>
                  <a:pt x="2070411" y="50904"/>
                </a:lnTo>
                <a:lnTo>
                  <a:pt x="2070333" y="51420"/>
                </a:lnTo>
                <a:lnTo>
                  <a:pt x="2070262" y="51938"/>
                </a:lnTo>
                <a:lnTo>
                  <a:pt x="2070197" y="52457"/>
                </a:lnTo>
                <a:lnTo>
                  <a:pt x="2070138" y="52977"/>
                </a:lnTo>
                <a:lnTo>
                  <a:pt x="2070085" y="53499"/>
                </a:lnTo>
                <a:lnTo>
                  <a:pt x="2070039" y="54022"/>
                </a:lnTo>
                <a:lnTo>
                  <a:pt x="2069998" y="54547"/>
                </a:lnTo>
                <a:lnTo>
                  <a:pt x="2069964" y="55073"/>
                </a:lnTo>
                <a:lnTo>
                  <a:pt x="2069936" y="55601"/>
                </a:lnTo>
                <a:lnTo>
                  <a:pt x="2069915" y="56131"/>
                </a:lnTo>
                <a:lnTo>
                  <a:pt x="2069899" y="56661"/>
                </a:lnTo>
                <a:lnTo>
                  <a:pt x="2069890" y="57194"/>
                </a:lnTo>
                <a:lnTo>
                  <a:pt x="2069887" y="57728"/>
                </a:lnTo>
                <a:lnTo>
                  <a:pt x="2069890" y="58282"/>
                </a:lnTo>
                <a:lnTo>
                  <a:pt x="2069899" y="58835"/>
                </a:lnTo>
                <a:lnTo>
                  <a:pt x="2069915" y="59386"/>
                </a:lnTo>
                <a:lnTo>
                  <a:pt x="2069936" y="59935"/>
                </a:lnTo>
                <a:lnTo>
                  <a:pt x="2069964" y="60483"/>
                </a:lnTo>
                <a:lnTo>
                  <a:pt x="2069998" y="61028"/>
                </a:lnTo>
                <a:lnTo>
                  <a:pt x="2070039" y="61573"/>
                </a:lnTo>
                <a:lnTo>
                  <a:pt x="2070085" y="62115"/>
                </a:lnTo>
                <a:lnTo>
                  <a:pt x="2070138" y="62656"/>
                </a:lnTo>
                <a:lnTo>
                  <a:pt x="2070197" y="63195"/>
                </a:lnTo>
                <a:lnTo>
                  <a:pt x="2070262" y="63732"/>
                </a:lnTo>
                <a:lnTo>
                  <a:pt x="2070333" y="64268"/>
                </a:lnTo>
                <a:lnTo>
                  <a:pt x="2070411" y="64802"/>
                </a:lnTo>
                <a:lnTo>
                  <a:pt x="2070494" y="65334"/>
                </a:lnTo>
                <a:lnTo>
                  <a:pt x="2070584" y="65864"/>
                </a:lnTo>
                <a:lnTo>
                  <a:pt x="2070680" y="66393"/>
                </a:lnTo>
                <a:lnTo>
                  <a:pt x="2070783" y="66920"/>
                </a:lnTo>
                <a:lnTo>
                  <a:pt x="2070891" y="67445"/>
                </a:lnTo>
                <a:lnTo>
                  <a:pt x="2071006" y="67969"/>
                </a:lnTo>
                <a:lnTo>
                  <a:pt x="2071127" y="68491"/>
                </a:lnTo>
                <a:lnTo>
                  <a:pt x="2071254" y="69011"/>
                </a:lnTo>
                <a:lnTo>
                  <a:pt x="2071387" y="69530"/>
                </a:lnTo>
                <a:lnTo>
                  <a:pt x="2071527" y="70046"/>
                </a:lnTo>
                <a:lnTo>
                  <a:pt x="2071672" y="70561"/>
                </a:lnTo>
                <a:lnTo>
                  <a:pt x="2071824" y="71073"/>
                </a:lnTo>
                <a:lnTo>
                  <a:pt x="2071982" y="71580"/>
                </a:lnTo>
                <a:lnTo>
                  <a:pt x="2072146" y="72082"/>
                </a:lnTo>
                <a:lnTo>
                  <a:pt x="2072316" y="72578"/>
                </a:lnTo>
                <a:lnTo>
                  <a:pt x="2072492" y="73070"/>
                </a:lnTo>
                <a:lnTo>
                  <a:pt x="2072674" y="73557"/>
                </a:lnTo>
                <a:lnTo>
                  <a:pt x="2072862" y="74039"/>
                </a:lnTo>
                <a:lnTo>
                  <a:pt x="2073055" y="74517"/>
                </a:lnTo>
                <a:lnTo>
                  <a:pt x="2073255" y="74989"/>
                </a:lnTo>
                <a:lnTo>
                  <a:pt x="2073461" y="75456"/>
                </a:lnTo>
                <a:lnTo>
                  <a:pt x="2073673" y="75918"/>
                </a:lnTo>
                <a:lnTo>
                  <a:pt x="2073890" y="76376"/>
                </a:lnTo>
                <a:lnTo>
                  <a:pt x="2074114" y="76828"/>
                </a:lnTo>
                <a:lnTo>
                  <a:pt x="2074344" y="77276"/>
                </a:lnTo>
                <a:lnTo>
                  <a:pt x="2074579" y="77719"/>
                </a:lnTo>
                <a:lnTo>
                  <a:pt x="2074821" y="78157"/>
                </a:lnTo>
                <a:lnTo>
                  <a:pt x="2075068" y="78590"/>
                </a:lnTo>
                <a:lnTo>
                  <a:pt x="2075322" y="79017"/>
                </a:lnTo>
                <a:lnTo>
                  <a:pt x="2075582" y="79440"/>
                </a:lnTo>
                <a:lnTo>
                  <a:pt x="2075847" y="79859"/>
                </a:lnTo>
                <a:lnTo>
                  <a:pt x="2076119" y="80272"/>
                </a:lnTo>
                <a:lnTo>
                  <a:pt x="2076396" y="80680"/>
                </a:lnTo>
                <a:lnTo>
                  <a:pt x="2076680" y="81083"/>
                </a:lnTo>
                <a:lnTo>
                  <a:pt x="2076969" y="81482"/>
                </a:lnTo>
                <a:lnTo>
                  <a:pt x="2077265" y="81874"/>
                </a:lnTo>
                <a:lnTo>
                  <a:pt x="2077567" y="82260"/>
                </a:lnTo>
                <a:lnTo>
                  <a:pt x="2077877" y="82638"/>
                </a:lnTo>
                <a:lnTo>
                  <a:pt x="2078192" y="83010"/>
                </a:lnTo>
                <a:lnTo>
                  <a:pt x="2078515" y="83375"/>
                </a:lnTo>
                <a:lnTo>
                  <a:pt x="2078844" y="83733"/>
                </a:lnTo>
                <a:lnTo>
                  <a:pt x="2079179" y="84085"/>
                </a:lnTo>
                <a:lnTo>
                  <a:pt x="2079522" y="84429"/>
                </a:lnTo>
                <a:lnTo>
                  <a:pt x="2079871" y="84767"/>
                </a:lnTo>
                <a:lnTo>
                  <a:pt x="2080226" y="85097"/>
                </a:lnTo>
                <a:lnTo>
                  <a:pt x="2080588" y="85421"/>
                </a:lnTo>
                <a:lnTo>
                  <a:pt x="2080957" y="85738"/>
                </a:lnTo>
                <a:lnTo>
                  <a:pt x="2081332" y="86048"/>
                </a:lnTo>
                <a:lnTo>
                  <a:pt x="2081714" y="86352"/>
                </a:lnTo>
                <a:lnTo>
                  <a:pt x="2082103" y="86648"/>
                </a:lnTo>
                <a:lnTo>
                  <a:pt x="2082498" y="86938"/>
                </a:lnTo>
                <a:lnTo>
                  <a:pt x="2082900" y="87220"/>
                </a:lnTo>
                <a:lnTo>
                  <a:pt x="2083309" y="87496"/>
                </a:lnTo>
                <a:lnTo>
                  <a:pt x="2083724" y="87765"/>
                </a:lnTo>
                <a:lnTo>
                  <a:pt x="2084146" y="88027"/>
                </a:lnTo>
                <a:lnTo>
                  <a:pt x="2084574" y="88283"/>
                </a:lnTo>
                <a:lnTo>
                  <a:pt x="2085009" y="88531"/>
                </a:lnTo>
                <a:lnTo>
                  <a:pt x="2085451" y="88773"/>
                </a:lnTo>
                <a:lnTo>
                  <a:pt x="2085899" y="89008"/>
                </a:lnTo>
                <a:lnTo>
                  <a:pt x="2086354" y="89234"/>
                </a:lnTo>
                <a:lnTo>
                  <a:pt x="2086814" y="89451"/>
                </a:lnTo>
                <a:lnTo>
                  <a:pt x="2087281" y="89658"/>
                </a:lnTo>
                <a:lnTo>
                  <a:pt x="2087754" y="89856"/>
                </a:lnTo>
                <a:lnTo>
                  <a:pt x="2088232" y="90044"/>
                </a:lnTo>
                <a:lnTo>
                  <a:pt x="2088717" y="90222"/>
                </a:lnTo>
                <a:lnTo>
                  <a:pt x="2089208" y="90391"/>
                </a:lnTo>
                <a:lnTo>
                  <a:pt x="2089704" y="90550"/>
                </a:lnTo>
                <a:lnTo>
                  <a:pt x="2090207" y="90699"/>
                </a:lnTo>
                <a:lnTo>
                  <a:pt x="2090716" y="90839"/>
                </a:lnTo>
                <a:lnTo>
                  <a:pt x="2091230" y="90969"/>
                </a:lnTo>
                <a:lnTo>
                  <a:pt x="2091751" y="91090"/>
                </a:lnTo>
                <a:lnTo>
                  <a:pt x="2092278" y="91201"/>
                </a:lnTo>
                <a:lnTo>
                  <a:pt x="2092810" y="91302"/>
                </a:lnTo>
                <a:lnTo>
                  <a:pt x="2093349" y="91393"/>
                </a:lnTo>
                <a:lnTo>
                  <a:pt x="2093893" y="91475"/>
                </a:lnTo>
                <a:lnTo>
                  <a:pt x="2094444" y="91548"/>
                </a:lnTo>
                <a:lnTo>
                  <a:pt x="2095001" y="91610"/>
                </a:lnTo>
                <a:lnTo>
                  <a:pt x="2095563" y="91663"/>
                </a:lnTo>
                <a:lnTo>
                  <a:pt x="2096132" y="91707"/>
                </a:lnTo>
                <a:lnTo>
                  <a:pt x="2096706" y="91740"/>
                </a:lnTo>
                <a:lnTo>
                  <a:pt x="2097287" y="91765"/>
                </a:lnTo>
                <a:lnTo>
                  <a:pt x="2097873" y="91779"/>
                </a:lnTo>
                <a:lnTo>
                  <a:pt x="2098466" y="91784"/>
                </a:lnTo>
                <a:lnTo>
                  <a:pt x="2098987" y="91780"/>
                </a:lnTo>
                <a:lnTo>
                  <a:pt x="2099504" y="91768"/>
                </a:lnTo>
                <a:lnTo>
                  <a:pt x="2100016" y="91748"/>
                </a:lnTo>
                <a:lnTo>
                  <a:pt x="2100524" y="91720"/>
                </a:lnTo>
                <a:lnTo>
                  <a:pt x="2101027" y="91685"/>
                </a:lnTo>
                <a:lnTo>
                  <a:pt x="2101526" y="91641"/>
                </a:lnTo>
                <a:lnTo>
                  <a:pt x="2102020" y="91590"/>
                </a:lnTo>
                <a:lnTo>
                  <a:pt x="2102510" y="91531"/>
                </a:lnTo>
                <a:lnTo>
                  <a:pt x="2102995" y="91463"/>
                </a:lnTo>
                <a:lnTo>
                  <a:pt x="2103476" y="91388"/>
                </a:lnTo>
                <a:lnTo>
                  <a:pt x="2103952" y="91305"/>
                </a:lnTo>
                <a:lnTo>
                  <a:pt x="2104424" y="91214"/>
                </a:lnTo>
                <a:lnTo>
                  <a:pt x="2104891" y="91115"/>
                </a:lnTo>
                <a:lnTo>
                  <a:pt x="2105354" y="91008"/>
                </a:lnTo>
                <a:lnTo>
                  <a:pt x="2105813" y="90893"/>
                </a:lnTo>
                <a:lnTo>
                  <a:pt x="2106267" y="90771"/>
                </a:lnTo>
                <a:lnTo>
                  <a:pt x="2106716" y="90640"/>
                </a:lnTo>
                <a:lnTo>
                  <a:pt x="2107161" y="90501"/>
                </a:lnTo>
                <a:lnTo>
                  <a:pt x="2107601" y="90355"/>
                </a:lnTo>
                <a:lnTo>
                  <a:pt x="2108037" y="90201"/>
                </a:lnTo>
                <a:lnTo>
                  <a:pt x="2108468" y="90038"/>
                </a:lnTo>
                <a:lnTo>
                  <a:pt x="2108895" y="89868"/>
                </a:lnTo>
                <a:lnTo>
                  <a:pt x="2109318" y="89690"/>
                </a:lnTo>
                <a:lnTo>
                  <a:pt x="2109736" y="89504"/>
                </a:lnTo>
                <a:lnTo>
                  <a:pt x="2110148" y="89309"/>
                </a:lnTo>
                <a:lnTo>
                  <a:pt x="2110554" y="89103"/>
                </a:lnTo>
                <a:lnTo>
                  <a:pt x="2110954" y="88888"/>
                </a:lnTo>
                <a:lnTo>
                  <a:pt x="2111346" y="88663"/>
                </a:lnTo>
                <a:lnTo>
                  <a:pt x="2111732" y="88428"/>
                </a:lnTo>
                <a:lnTo>
                  <a:pt x="2112111" y="88182"/>
                </a:lnTo>
                <a:lnTo>
                  <a:pt x="2112484" y="87927"/>
                </a:lnTo>
                <a:lnTo>
                  <a:pt x="2112850" y="87661"/>
                </a:lnTo>
                <a:lnTo>
                  <a:pt x="2113210" y="87385"/>
                </a:lnTo>
                <a:lnTo>
                  <a:pt x="2113563" y="87100"/>
                </a:lnTo>
                <a:lnTo>
                  <a:pt x="2113909" y="86804"/>
                </a:lnTo>
                <a:lnTo>
                  <a:pt x="2114248" y="86498"/>
                </a:lnTo>
                <a:lnTo>
                  <a:pt x="2114581" y="86183"/>
                </a:lnTo>
                <a:lnTo>
                  <a:pt x="2114907" y="85857"/>
                </a:lnTo>
                <a:lnTo>
                  <a:pt x="2115227" y="85521"/>
                </a:lnTo>
                <a:lnTo>
                  <a:pt x="2115540" y="85175"/>
                </a:lnTo>
                <a:lnTo>
                  <a:pt x="2115846" y="84819"/>
                </a:lnTo>
                <a:lnTo>
                  <a:pt x="2116146" y="84453"/>
                </a:lnTo>
                <a:lnTo>
                  <a:pt x="2116439" y="84077"/>
                </a:lnTo>
                <a:lnTo>
                  <a:pt x="2116726" y="83691"/>
                </a:lnTo>
                <a:lnTo>
                  <a:pt x="2117005" y="83295"/>
                </a:lnTo>
                <a:lnTo>
                  <a:pt x="2117278" y="82888"/>
                </a:lnTo>
                <a:lnTo>
                  <a:pt x="2117545" y="82472"/>
                </a:lnTo>
                <a:lnTo>
                  <a:pt x="2117805" y="82046"/>
                </a:lnTo>
                <a:lnTo>
                  <a:pt x="2118051" y="82046"/>
                </a:lnTo>
                <a:lnTo>
                  <a:pt x="2118051" y="90181"/>
                </a:lnTo>
                <a:lnTo>
                  <a:pt x="2134680" y="90181"/>
                </a:lnTo>
                <a:lnTo>
                  <a:pt x="2134680" y="2165"/>
                </a:lnTo>
                <a:lnTo>
                  <a:pt x="2117188" y="2165"/>
                </a:lnTo>
                <a:lnTo>
                  <a:pt x="2117188" y="34182"/>
                </a:lnTo>
                <a:close/>
                <a:moveTo>
                  <a:pt x="2117773" y="59730"/>
                </a:moveTo>
                <a:lnTo>
                  <a:pt x="2117759" y="60053"/>
                </a:lnTo>
                <a:lnTo>
                  <a:pt x="2117742" y="60376"/>
                </a:lnTo>
                <a:lnTo>
                  <a:pt x="2117723" y="60698"/>
                </a:lnTo>
                <a:lnTo>
                  <a:pt x="2117701" y="61020"/>
                </a:lnTo>
                <a:lnTo>
                  <a:pt x="2117677" y="61340"/>
                </a:lnTo>
                <a:lnTo>
                  <a:pt x="2117650" y="61660"/>
                </a:lnTo>
                <a:lnTo>
                  <a:pt x="2117620" y="61978"/>
                </a:lnTo>
                <a:lnTo>
                  <a:pt x="2117588" y="62296"/>
                </a:lnTo>
                <a:lnTo>
                  <a:pt x="2117553" y="62613"/>
                </a:lnTo>
                <a:lnTo>
                  <a:pt x="2117516" y="62929"/>
                </a:lnTo>
                <a:lnTo>
                  <a:pt x="2117477" y="63245"/>
                </a:lnTo>
                <a:lnTo>
                  <a:pt x="2117434" y="63559"/>
                </a:lnTo>
                <a:lnTo>
                  <a:pt x="2117389" y="63873"/>
                </a:lnTo>
                <a:lnTo>
                  <a:pt x="2117342" y="64185"/>
                </a:lnTo>
                <a:lnTo>
                  <a:pt x="2117292" y="64497"/>
                </a:lnTo>
                <a:lnTo>
                  <a:pt x="2117239" y="64808"/>
                </a:lnTo>
                <a:lnTo>
                  <a:pt x="2117184" y="65119"/>
                </a:lnTo>
                <a:lnTo>
                  <a:pt x="2117126" y="65428"/>
                </a:lnTo>
                <a:lnTo>
                  <a:pt x="2117066" y="65737"/>
                </a:lnTo>
                <a:lnTo>
                  <a:pt x="2117003" y="66043"/>
                </a:lnTo>
                <a:lnTo>
                  <a:pt x="2116936" y="66347"/>
                </a:lnTo>
                <a:lnTo>
                  <a:pt x="2116866" y="66648"/>
                </a:lnTo>
                <a:lnTo>
                  <a:pt x="2116793" y="66946"/>
                </a:lnTo>
                <a:lnTo>
                  <a:pt x="2116716" y="67242"/>
                </a:lnTo>
                <a:lnTo>
                  <a:pt x="2116635" y="67534"/>
                </a:lnTo>
                <a:lnTo>
                  <a:pt x="2116551" y="67824"/>
                </a:lnTo>
                <a:lnTo>
                  <a:pt x="2116464" y="68111"/>
                </a:lnTo>
                <a:lnTo>
                  <a:pt x="2116373" y="68396"/>
                </a:lnTo>
                <a:lnTo>
                  <a:pt x="2116279" y="68677"/>
                </a:lnTo>
                <a:lnTo>
                  <a:pt x="2116182" y="68956"/>
                </a:lnTo>
                <a:lnTo>
                  <a:pt x="2116081" y="69232"/>
                </a:lnTo>
                <a:lnTo>
                  <a:pt x="2115976" y="69505"/>
                </a:lnTo>
                <a:lnTo>
                  <a:pt x="2115869" y="69776"/>
                </a:lnTo>
                <a:lnTo>
                  <a:pt x="2115757" y="70044"/>
                </a:lnTo>
                <a:lnTo>
                  <a:pt x="2115643" y="70309"/>
                </a:lnTo>
                <a:lnTo>
                  <a:pt x="2115525" y="70571"/>
                </a:lnTo>
                <a:lnTo>
                  <a:pt x="2115403" y="70830"/>
                </a:lnTo>
                <a:lnTo>
                  <a:pt x="2115278" y="71087"/>
                </a:lnTo>
                <a:lnTo>
                  <a:pt x="2115150" y="71341"/>
                </a:lnTo>
                <a:lnTo>
                  <a:pt x="2115018" y="71592"/>
                </a:lnTo>
                <a:lnTo>
                  <a:pt x="2114883" y="71840"/>
                </a:lnTo>
                <a:lnTo>
                  <a:pt x="2114744" y="72086"/>
                </a:lnTo>
                <a:lnTo>
                  <a:pt x="2114602" y="72328"/>
                </a:lnTo>
                <a:lnTo>
                  <a:pt x="2114456" y="72567"/>
                </a:lnTo>
                <a:lnTo>
                  <a:pt x="2114306" y="72803"/>
                </a:lnTo>
                <a:lnTo>
                  <a:pt x="2114152" y="73034"/>
                </a:lnTo>
                <a:lnTo>
                  <a:pt x="2113994" y="73261"/>
                </a:lnTo>
                <a:lnTo>
                  <a:pt x="2113832" y="73484"/>
                </a:lnTo>
                <a:lnTo>
                  <a:pt x="2113666" y="73702"/>
                </a:lnTo>
                <a:lnTo>
                  <a:pt x="2113496" y="73917"/>
                </a:lnTo>
                <a:lnTo>
                  <a:pt x="2113322" y="74128"/>
                </a:lnTo>
                <a:lnTo>
                  <a:pt x="2113144" y="74335"/>
                </a:lnTo>
                <a:lnTo>
                  <a:pt x="2112961" y="74537"/>
                </a:lnTo>
                <a:lnTo>
                  <a:pt x="2112775" y="74736"/>
                </a:lnTo>
                <a:lnTo>
                  <a:pt x="2112584" y="74931"/>
                </a:lnTo>
                <a:lnTo>
                  <a:pt x="2112390" y="75121"/>
                </a:lnTo>
                <a:lnTo>
                  <a:pt x="2112191" y="75307"/>
                </a:lnTo>
                <a:lnTo>
                  <a:pt x="2111989" y="75490"/>
                </a:lnTo>
                <a:lnTo>
                  <a:pt x="2111782" y="75668"/>
                </a:lnTo>
                <a:lnTo>
                  <a:pt x="2111571" y="75842"/>
                </a:lnTo>
                <a:lnTo>
                  <a:pt x="2111356" y="76012"/>
                </a:lnTo>
                <a:lnTo>
                  <a:pt x="2111137" y="76179"/>
                </a:lnTo>
                <a:lnTo>
                  <a:pt x="2110914" y="76341"/>
                </a:lnTo>
                <a:lnTo>
                  <a:pt x="2110687" y="76499"/>
                </a:lnTo>
                <a:lnTo>
                  <a:pt x="2110456" y="76653"/>
                </a:lnTo>
                <a:lnTo>
                  <a:pt x="2110221" y="76802"/>
                </a:lnTo>
                <a:lnTo>
                  <a:pt x="2109982" y="76948"/>
                </a:lnTo>
                <a:lnTo>
                  <a:pt x="2109738" y="77089"/>
                </a:lnTo>
                <a:lnTo>
                  <a:pt x="2109490" y="77224"/>
                </a:lnTo>
                <a:lnTo>
                  <a:pt x="2109236" y="77352"/>
                </a:lnTo>
                <a:lnTo>
                  <a:pt x="2108978" y="77475"/>
                </a:lnTo>
                <a:lnTo>
                  <a:pt x="2108714" y="77592"/>
                </a:lnTo>
                <a:lnTo>
                  <a:pt x="2108446" y="77702"/>
                </a:lnTo>
                <a:lnTo>
                  <a:pt x="2108173" y="77807"/>
                </a:lnTo>
                <a:lnTo>
                  <a:pt x="2107895" y="77906"/>
                </a:lnTo>
                <a:lnTo>
                  <a:pt x="2107612" y="77999"/>
                </a:lnTo>
                <a:lnTo>
                  <a:pt x="2107324" y="78085"/>
                </a:lnTo>
                <a:lnTo>
                  <a:pt x="2107031" y="78166"/>
                </a:lnTo>
                <a:lnTo>
                  <a:pt x="2106733" y="78241"/>
                </a:lnTo>
                <a:lnTo>
                  <a:pt x="2106430" y="78310"/>
                </a:lnTo>
                <a:lnTo>
                  <a:pt x="2106123" y="78373"/>
                </a:lnTo>
                <a:lnTo>
                  <a:pt x="2105810" y="78429"/>
                </a:lnTo>
                <a:lnTo>
                  <a:pt x="2105493" y="78480"/>
                </a:lnTo>
                <a:lnTo>
                  <a:pt x="2105170" y="78525"/>
                </a:lnTo>
                <a:lnTo>
                  <a:pt x="2104843" y="78564"/>
                </a:lnTo>
                <a:lnTo>
                  <a:pt x="2104511" y="78597"/>
                </a:lnTo>
                <a:lnTo>
                  <a:pt x="2104174" y="78624"/>
                </a:lnTo>
                <a:lnTo>
                  <a:pt x="2103831" y="78645"/>
                </a:lnTo>
                <a:lnTo>
                  <a:pt x="2103484" y="78660"/>
                </a:lnTo>
                <a:lnTo>
                  <a:pt x="2103133" y="78669"/>
                </a:lnTo>
                <a:lnTo>
                  <a:pt x="2102776" y="78672"/>
                </a:lnTo>
                <a:lnTo>
                  <a:pt x="2102439" y="78669"/>
                </a:lnTo>
                <a:lnTo>
                  <a:pt x="2102107" y="78659"/>
                </a:lnTo>
                <a:lnTo>
                  <a:pt x="2101778" y="78644"/>
                </a:lnTo>
                <a:lnTo>
                  <a:pt x="2101454" y="78622"/>
                </a:lnTo>
                <a:lnTo>
                  <a:pt x="2101133" y="78594"/>
                </a:lnTo>
                <a:lnTo>
                  <a:pt x="2100817" y="78560"/>
                </a:lnTo>
                <a:lnTo>
                  <a:pt x="2100505" y="78520"/>
                </a:lnTo>
                <a:lnTo>
                  <a:pt x="2100196" y="78473"/>
                </a:lnTo>
                <a:lnTo>
                  <a:pt x="2099892" y="78421"/>
                </a:lnTo>
                <a:lnTo>
                  <a:pt x="2099592" y="78362"/>
                </a:lnTo>
                <a:lnTo>
                  <a:pt x="2099296" y="78297"/>
                </a:lnTo>
                <a:lnTo>
                  <a:pt x="2099004" y="78225"/>
                </a:lnTo>
                <a:lnTo>
                  <a:pt x="2098716" y="78148"/>
                </a:lnTo>
                <a:lnTo>
                  <a:pt x="2098432" y="78064"/>
                </a:lnTo>
                <a:lnTo>
                  <a:pt x="2098152" y="77974"/>
                </a:lnTo>
                <a:lnTo>
                  <a:pt x="2097876" y="77878"/>
                </a:lnTo>
                <a:lnTo>
                  <a:pt x="2097604" y="77776"/>
                </a:lnTo>
                <a:lnTo>
                  <a:pt x="2097337" y="77667"/>
                </a:lnTo>
                <a:lnTo>
                  <a:pt x="2097073" y="77553"/>
                </a:lnTo>
                <a:lnTo>
                  <a:pt x="2096814" y="77432"/>
                </a:lnTo>
                <a:lnTo>
                  <a:pt x="2096558" y="77305"/>
                </a:lnTo>
                <a:lnTo>
                  <a:pt x="2096306" y="77171"/>
                </a:lnTo>
                <a:lnTo>
                  <a:pt x="2096059" y="77032"/>
                </a:lnTo>
                <a:lnTo>
                  <a:pt x="2095816" y="76886"/>
                </a:lnTo>
                <a:lnTo>
                  <a:pt x="2095576" y="76735"/>
                </a:lnTo>
                <a:lnTo>
                  <a:pt x="2095340" y="76581"/>
                </a:lnTo>
                <a:lnTo>
                  <a:pt x="2095107" y="76422"/>
                </a:lnTo>
                <a:lnTo>
                  <a:pt x="2094878" y="76260"/>
                </a:lnTo>
                <a:lnTo>
                  <a:pt x="2094652" y="76093"/>
                </a:lnTo>
                <a:lnTo>
                  <a:pt x="2094430" y="75923"/>
                </a:lnTo>
                <a:lnTo>
                  <a:pt x="2094211" y="75749"/>
                </a:lnTo>
                <a:lnTo>
                  <a:pt x="2093995" y="75572"/>
                </a:lnTo>
                <a:lnTo>
                  <a:pt x="2093783" y="75390"/>
                </a:lnTo>
                <a:lnTo>
                  <a:pt x="2093574" y="75204"/>
                </a:lnTo>
                <a:lnTo>
                  <a:pt x="2093369" y="75015"/>
                </a:lnTo>
                <a:lnTo>
                  <a:pt x="2093167" y="74822"/>
                </a:lnTo>
                <a:lnTo>
                  <a:pt x="2092969" y="74625"/>
                </a:lnTo>
                <a:lnTo>
                  <a:pt x="2092774" y="74424"/>
                </a:lnTo>
                <a:lnTo>
                  <a:pt x="2092582" y="74219"/>
                </a:lnTo>
                <a:lnTo>
                  <a:pt x="2092394" y="74011"/>
                </a:lnTo>
                <a:lnTo>
                  <a:pt x="2092209" y="73799"/>
                </a:lnTo>
                <a:lnTo>
                  <a:pt x="2092028" y="73582"/>
                </a:lnTo>
                <a:lnTo>
                  <a:pt x="2091850" y="73362"/>
                </a:lnTo>
                <a:lnTo>
                  <a:pt x="2091675" y="73138"/>
                </a:lnTo>
                <a:lnTo>
                  <a:pt x="2091504" y="72911"/>
                </a:lnTo>
                <a:lnTo>
                  <a:pt x="2091337" y="72679"/>
                </a:lnTo>
                <a:lnTo>
                  <a:pt x="2091172" y="72443"/>
                </a:lnTo>
                <a:lnTo>
                  <a:pt x="2091011" y="72204"/>
                </a:lnTo>
                <a:lnTo>
                  <a:pt x="2090854" y="71961"/>
                </a:lnTo>
                <a:lnTo>
                  <a:pt x="2090701" y="71716"/>
                </a:lnTo>
                <a:lnTo>
                  <a:pt x="2090551" y="71468"/>
                </a:lnTo>
                <a:lnTo>
                  <a:pt x="2090404" y="71217"/>
                </a:lnTo>
                <a:lnTo>
                  <a:pt x="2090262" y="70963"/>
                </a:lnTo>
                <a:lnTo>
                  <a:pt x="2090123" y="70706"/>
                </a:lnTo>
                <a:lnTo>
                  <a:pt x="2089987" y="70447"/>
                </a:lnTo>
                <a:lnTo>
                  <a:pt x="2089856" y="70184"/>
                </a:lnTo>
                <a:lnTo>
                  <a:pt x="2089728" y="69920"/>
                </a:lnTo>
                <a:lnTo>
                  <a:pt x="2089603" y="69652"/>
                </a:lnTo>
                <a:lnTo>
                  <a:pt x="2089482" y="69381"/>
                </a:lnTo>
                <a:lnTo>
                  <a:pt x="2089365" y="69108"/>
                </a:lnTo>
                <a:lnTo>
                  <a:pt x="2089251" y="68832"/>
                </a:lnTo>
                <a:lnTo>
                  <a:pt x="2089141" y="68553"/>
                </a:lnTo>
                <a:lnTo>
                  <a:pt x="2089035" y="68272"/>
                </a:lnTo>
                <a:lnTo>
                  <a:pt x="2088932" y="67987"/>
                </a:lnTo>
                <a:lnTo>
                  <a:pt x="2088833" y="67700"/>
                </a:lnTo>
                <a:lnTo>
                  <a:pt x="2088738" y="67410"/>
                </a:lnTo>
                <a:lnTo>
                  <a:pt x="2088646" y="67118"/>
                </a:lnTo>
                <a:lnTo>
                  <a:pt x="2088557" y="66822"/>
                </a:lnTo>
                <a:lnTo>
                  <a:pt x="2088473" y="66524"/>
                </a:lnTo>
                <a:lnTo>
                  <a:pt x="2088392" y="66223"/>
                </a:lnTo>
                <a:lnTo>
                  <a:pt x="2088315" y="65919"/>
                </a:lnTo>
                <a:lnTo>
                  <a:pt x="2088241" y="65613"/>
                </a:lnTo>
                <a:lnTo>
                  <a:pt x="2088170" y="65305"/>
                </a:lnTo>
                <a:lnTo>
                  <a:pt x="2088103" y="64997"/>
                </a:lnTo>
                <a:lnTo>
                  <a:pt x="2088039" y="64689"/>
                </a:lnTo>
                <a:lnTo>
                  <a:pt x="2087977" y="64381"/>
                </a:lnTo>
                <a:lnTo>
                  <a:pt x="2087919" y="64073"/>
                </a:lnTo>
                <a:lnTo>
                  <a:pt x="2087863" y="63765"/>
                </a:lnTo>
                <a:lnTo>
                  <a:pt x="2087811" y="63457"/>
                </a:lnTo>
                <a:lnTo>
                  <a:pt x="2087762" y="63149"/>
                </a:lnTo>
                <a:lnTo>
                  <a:pt x="2087715" y="62841"/>
                </a:lnTo>
                <a:lnTo>
                  <a:pt x="2087672" y="62533"/>
                </a:lnTo>
                <a:lnTo>
                  <a:pt x="2087631" y="62225"/>
                </a:lnTo>
                <a:lnTo>
                  <a:pt x="2087594" y="61917"/>
                </a:lnTo>
                <a:lnTo>
                  <a:pt x="2087559" y="61609"/>
                </a:lnTo>
                <a:lnTo>
                  <a:pt x="2087528" y="61301"/>
                </a:lnTo>
                <a:lnTo>
                  <a:pt x="2087499" y="60993"/>
                </a:lnTo>
                <a:lnTo>
                  <a:pt x="2087474" y="60685"/>
                </a:lnTo>
                <a:lnTo>
                  <a:pt x="2087452" y="60377"/>
                </a:lnTo>
                <a:lnTo>
                  <a:pt x="2087432" y="60069"/>
                </a:lnTo>
                <a:lnTo>
                  <a:pt x="2087416" y="59760"/>
                </a:lnTo>
                <a:lnTo>
                  <a:pt x="2087402" y="59452"/>
                </a:lnTo>
                <a:lnTo>
                  <a:pt x="2087392" y="59144"/>
                </a:lnTo>
                <a:lnTo>
                  <a:pt x="2087384" y="58836"/>
                </a:lnTo>
                <a:lnTo>
                  <a:pt x="2087380" y="58528"/>
                </a:lnTo>
                <a:lnTo>
                  <a:pt x="2087378" y="58220"/>
                </a:lnTo>
                <a:lnTo>
                  <a:pt x="2087380" y="57892"/>
                </a:lnTo>
                <a:lnTo>
                  <a:pt x="2087384" y="57565"/>
                </a:lnTo>
                <a:lnTo>
                  <a:pt x="2087391" y="57240"/>
                </a:lnTo>
                <a:lnTo>
                  <a:pt x="2087400" y="56915"/>
                </a:lnTo>
                <a:lnTo>
                  <a:pt x="2087413" y="56591"/>
                </a:lnTo>
                <a:lnTo>
                  <a:pt x="2087428" y="56269"/>
                </a:lnTo>
                <a:lnTo>
                  <a:pt x="2087446" y="55947"/>
                </a:lnTo>
                <a:lnTo>
                  <a:pt x="2087467" y="55626"/>
                </a:lnTo>
                <a:lnTo>
                  <a:pt x="2087491" y="55307"/>
                </a:lnTo>
                <a:lnTo>
                  <a:pt x="2087517" y="54989"/>
                </a:lnTo>
                <a:lnTo>
                  <a:pt x="2087546" y="54671"/>
                </a:lnTo>
                <a:lnTo>
                  <a:pt x="2087578" y="54355"/>
                </a:lnTo>
                <a:lnTo>
                  <a:pt x="2087613" y="54040"/>
                </a:lnTo>
                <a:lnTo>
                  <a:pt x="2087651" y="53726"/>
                </a:lnTo>
                <a:lnTo>
                  <a:pt x="2087691" y="53413"/>
                </a:lnTo>
                <a:lnTo>
                  <a:pt x="2087734" y="53101"/>
                </a:lnTo>
                <a:lnTo>
                  <a:pt x="2087780" y="52790"/>
                </a:lnTo>
                <a:lnTo>
                  <a:pt x="2087829" y="52480"/>
                </a:lnTo>
                <a:lnTo>
                  <a:pt x="2087880" y="52171"/>
                </a:lnTo>
                <a:lnTo>
                  <a:pt x="2087934" y="51864"/>
                </a:lnTo>
                <a:lnTo>
                  <a:pt x="2087991" y="51557"/>
                </a:lnTo>
                <a:lnTo>
                  <a:pt x="2088051" y="51251"/>
                </a:lnTo>
                <a:lnTo>
                  <a:pt x="2088114" y="50947"/>
                </a:lnTo>
                <a:lnTo>
                  <a:pt x="2088179" y="50644"/>
                </a:lnTo>
                <a:lnTo>
                  <a:pt x="2088247" y="50342"/>
                </a:lnTo>
                <a:lnTo>
                  <a:pt x="2088319" y="50043"/>
                </a:lnTo>
                <a:lnTo>
                  <a:pt x="2088394" y="49747"/>
                </a:lnTo>
                <a:lnTo>
                  <a:pt x="2088473" y="49454"/>
                </a:lnTo>
                <a:lnTo>
                  <a:pt x="2088555" y="49164"/>
                </a:lnTo>
                <a:lnTo>
                  <a:pt x="2088641" y="48876"/>
                </a:lnTo>
                <a:lnTo>
                  <a:pt x="2088730" y="48591"/>
                </a:lnTo>
                <a:lnTo>
                  <a:pt x="2088822" y="48309"/>
                </a:lnTo>
                <a:lnTo>
                  <a:pt x="2088918" y="48030"/>
                </a:lnTo>
                <a:lnTo>
                  <a:pt x="2089017" y="47754"/>
                </a:lnTo>
                <a:lnTo>
                  <a:pt x="2089120" y="47480"/>
                </a:lnTo>
                <a:lnTo>
                  <a:pt x="2089226" y="47209"/>
                </a:lnTo>
                <a:lnTo>
                  <a:pt x="2089335" y="46941"/>
                </a:lnTo>
                <a:lnTo>
                  <a:pt x="2089448" y="46676"/>
                </a:lnTo>
                <a:lnTo>
                  <a:pt x="2089564" y="46413"/>
                </a:lnTo>
                <a:lnTo>
                  <a:pt x="2089684" y="46153"/>
                </a:lnTo>
                <a:lnTo>
                  <a:pt x="2089807" y="45896"/>
                </a:lnTo>
                <a:lnTo>
                  <a:pt x="2089934" y="45642"/>
                </a:lnTo>
                <a:lnTo>
                  <a:pt x="2090064" y="45391"/>
                </a:lnTo>
                <a:lnTo>
                  <a:pt x="2090197" y="45142"/>
                </a:lnTo>
                <a:lnTo>
                  <a:pt x="2090334" y="44897"/>
                </a:lnTo>
                <a:lnTo>
                  <a:pt x="2090474" y="44654"/>
                </a:lnTo>
                <a:lnTo>
                  <a:pt x="2090618" y="44413"/>
                </a:lnTo>
                <a:lnTo>
                  <a:pt x="2090765" y="44176"/>
                </a:lnTo>
                <a:lnTo>
                  <a:pt x="2090916" y="43942"/>
                </a:lnTo>
                <a:lnTo>
                  <a:pt x="2091071" y="43711"/>
                </a:lnTo>
                <a:lnTo>
                  <a:pt x="2091230" y="43485"/>
                </a:lnTo>
                <a:lnTo>
                  <a:pt x="2091393" y="43262"/>
                </a:lnTo>
                <a:lnTo>
                  <a:pt x="2091561" y="43043"/>
                </a:lnTo>
                <a:lnTo>
                  <a:pt x="2091732" y="42828"/>
                </a:lnTo>
                <a:lnTo>
                  <a:pt x="2091907" y="42617"/>
                </a:lnTo>
                <a:lnTo>
                  <a:pt x="2092087" y="42410"/>
                </a:lnTo>
                <a:lnTo>
                  <a:pt x="2092270" y="42206"/>
                </a:lnTo>
                <a:lnTo>
                  <a:pt x="2092457" y="42007"/>
                </a:lnTo>
                <a:lnTo>
                  <a:pt x="2092649" y="41811"/>
                </a:lnTo>
                <a:lnTo>
                  <a:pt x="2092844" y="41619"/>
                </a:lnTo>
                <a:lnTo>
                  <a:pt x="2093044" y="41431"/>
                </a:lnTo>
                <a:lnTo>
                  <a:pt x="2093248" y="41247"/>
                </a:lnTo>
                <a:lnTo>
                  <a:pt x="2093455" y="41067"/>
                </a:lnTo>
                <a:lnTo>
                  <a:pt x="2093667" y="40890"/>
                </a:lnTo>
                <a:lnTo>
                  <a:pt x="2093883" y="40718"/>
                </a:lnTo>
                <a:lnTo>
                  <a:pt x="2094103" y="40549"/>
                </a:lnTo>
                <a:lnTo>
                  <a:pt x="2094327" y="40384"/>
                </a:lnTo>
                <a:lnTo>
                  <a:pt x="2094555" y="40223"/>
                </a:lnTo>
                <a:lnTo>
                  <a:pt x="2094787" y="40066"/>
                </a:lnTo>
                <a:lnTo>
                  <a:pt x="2095023" y="39913"/>
                </a:lnTo>
                <a:lnTo>
                  <a:pt x="2095263" y="39763"/>
                </a:lnTo>
                <a:lnTo>
                  <a:pt x="2095507" y="39618"/>
                </a:lnTo>
                <a:lnTo>
                  <a:pt x="2095756" y="39477"/>
                </a:lnTo>
                <a:lnTo>
                  <a:pt x="2096010" y="39342"/>
                </a:lnTo>
                <a:lnTo>
                  <a:pt x="2096268" y="39213"/>
                </a:lnTo>
                <a:lnTo>
                  <a:pt x="2096531" y="39091"/>
                </a:lnTo>
                <a:lnTo>
                  <a:pt x="2096798" y="38974"/>
                </a:lnTo>
                <a:lnTo>
                  <a:pt x="2097070" y="38863"/>
                </a:lnTo>
                <a:lnTo>
                  <a:pt x="2097347" y="38758"/>
                </a:lnTo>
                <a:lnTo>
                  <a:pt x="2097629" y="38659"/>
                </a:lnTo>
                <a:lnTo>
                  <a:pt x="2097915" y="38566"/>
                </a:lnTo>
                <a:lnTo>
                  <a:pt x="2098206" y="38480"/>
                </a:lnTo>
                <a:lnTo>
                  <a:pt x="2098502" y="38399"/>
                </a:lnTo>
                <a:lnTo>
                  <a:pt x="2098803" y="38324"/>
                </a:lnTo>
                <a:lnTo>
                  <a:pt x="2099108" y="38255"/>
                </a:lnTo>
                <a:lnTo>
                  <a:pt x="2099418" y="38192"/>
                </a:lnTo>
                <a:lnTo>
                  <a:pt x="2099732" y="38135"/>
                </a:lnTo>
                <a:lnTo>
                  <a:pt x="2100052" y="38084"/>
                </a:lnTo>
                <a:lnTo>
                  <a:pt x="2100376" y="38039"/>
                </a:lnTo>
                <a:lnTo>
                  <a:pt x="2100705" y="38000"/>
                </a:lnTo>
                <a:lnTo>
                  <a:pt x="2101038" y="37967"/>
                </a:lnTo>
                <a:lnTo>
                  <a:pt x="2101376" y="37940"/>
                </a:lnTo>
                <a:lnTo>
                  <a:pt x="2101719" y="37919"/>
                </a:lnTo>
                <a:lnTo>
                  <a:pt x="2102066" y="37904"/>
                </a:lnTo>
                <a:lnTo>
                  <a:pt x="2102419" y="37895"/>
                </a:lnTo>
                <a:lnTo>
                  <a:pt x="2102776" y="37892"/>
                </a:lnTo>
                <a:lnTo>
                  <a:pt x="2103132" y="37895"/>
                </a:lnTo>
                <a:lnTo>
                  <a:pt x="2103484" y="37904"/>
                </a:lnTo>
                <a:lnTo>
                  <a:pt x="2103831" y="37919"/>
                </a:lnTo>
                <a:lnTo>
                  <a:pt x="2104172" y="37940"/>
                </a:lnTo>
                <a:lnTo>
                  <a:pt x="2104508" y="37967"/>
                </a:lnTo>
                <a:lnTo>
                  <a:pt x="2104839" y="38000"/>
                </a:lnTo>
                <a:lnTo>
                  <a:pt x="2105165" y="38039"/>
                </a:lnTo>
                <a:lnTo>
                  <a:pt x="2105486" y="38084"/>
                </a:lnTo>
                <a:lnTo>
                  <a:pt x="2105802" y="38135"/>
                </a:lnTo>
                <a:lnTo>
                  <a:pt x="2106112" y="38192"/>
                </a:lnTo>
                <a:lnTo>
                  <a:pt x="2106417" y="38255"/>
                </a:lnTo>
                <a:lnTo>
                  <a:pt x="2106718" y="38324"/>
                </a:lnTo>
                <a:lnTo>
                  <a:pt x="2107013" y="38399"/>
                </a:lnTo>
                <a:lnTo>
                  <a:pt x="2107303" y="38480"/>
                </a:lnTo>
                <a:lnTo>
                  <a:pt x="2107588" y="38566"/>
                </a:lnTo>
                <a:lnTo>
                  <a:pt x="2107867" y="38659"/>
                </a:lnTo>
                <a:lnTo>
                  <a:pt x="2108142" y="38758"/>
                </a:lnTo>
                <a:lnTo>
                  <a:pt x="2108411" y="38863"/>
                </a:lnTo>
                <a:lnTo>
                  <a:pt x="2108676" y="38974"/>
                </a:lnTo>
                <a:lnTo>
                  <a:pt x="2108935" y="39091"/>
                </a:lnTo>
                <a:lnTo>
                  <a:pt x="2109189" y="39213"/>
                </a:lnTo>
                <a:lnTo>
                  <a:pt x="2109438" y="39342"/>
                </a:lnTo>
                <a:lnTo>
                  <a:pt x="2109681" y="39477"/>
                </a:lnTo>
                <a:lnTo>
                  <a:pt x="2109920" y="39618"/>
                </a:lnTo>
                <a:lnTo>
                  <a:pt x="2110154" y="39763"/>
                </a:lnTo>
                <a:lnTo>
                  <a:pt x="2110385" y="39912"/>
                </a:lnTo>
                <a:lnTo>
                  <a:pt x="2110612" y="40065"/>
                </a:lnTo>
                <a:lnTo>
                  <a:pt x="2110836" y="40222"/>
                </a:lnTo>
                <a:lnTo>
                  <a:pt x="2111055" y="40382"/>
                </a:lnTo>
                <a:lnTo>
                  <a:pt x="2111272" y="40545"/>
                </a:lnTo>
                <a:lnTo>
                  <a:pt x="2111484" y="40713"/>
                </a:lnTo>
                <a:lnTo>
                  <a:pt x="2111693" y="40883"/>
                </a:lnTo>
                <a:lnTo>
                  <a:pt x="2111898" y="41058"/>
                </a:lnTo>
                <a:lnTo>
                  <a:pt x="2112100" y="41236"/>
                </a:lnTo>
                <a:lnTo>
                  <a:pt x="2112298" y="41418"/>
                </a:lnTo>
                <a:lnTo>
                  <a:pt x="2112492" y="41604"/>
                </a:lnTo>
                <a:lnTo>
                  <a:pt x="2112683" y="41793"/>
                </a:lnTo>
                <a:lnTo>
                  <a:pt x="2112870" y="41986"/>
                </a:lnTo>
                <a:lnTo>
                  <a:pt x="2113053" y="42182"/>
                </a:lnTo>
                <a:lnTo>
                  <a:pt x="2113233" y="42382"/>
                </a:lnTo>
                <a:lnTo>
                  <a:pt x="2113409" y="42586"/>
                </a:lnTo>
                <a:lnTo>
                  <a:pt x="2113582" y="42793"/>
                </a:lnTo>
                <a:lnTo>
                  <a:pt x="2113750" y="43004"/>
                </a:lnTo>
                <a:lnTo>
                  <a:pt x="2113916" y="43219"/>
                </a:lnTo>
                <a:lnTo>
                  <a:pt x="2114077" y="43437"/>
                </a:lnTo>
                <a:lnTo>
                  <a:pt x="2114235" y="43659"/>
                </a:lnTo>
                <a:lnTo>
                  <a:pt x="2114389" y="43885"/>
                </a:lnTo>
                <a:lnTo>
                  <a:pt x="2114540" y="44114"/>
                </a:lnTo>
                <a:lnTo>
                  <a:pt x="2114687" y="44346"/>
                </a:lnTo>
                <a:lnTo>
                  <a:pt x="2114831" y="44582"/>
                </a:lnTo>
                <a:lnTo>
                  <a:pt x="2114970" y="44820"/>
                </a:lnTo>
                <a:lnTo>
                  <a:pt x="2115107" y="45062"/>
                </a:lnTo>
                <a:lnTo>
                  <a:pt x="2115239" y="45306"/>
                </a:lnTo>
                <a:lnTo>
                  <a:pt x="2115368" y="45554"/>
                </a:lnTo>
                <a:lnTo>
                  <a:pt x="2115493" y="45804"/>
                </a:lnTo>
                <a:lnTo>
                  <a:pt x="2115615" y="46058"/>
                </a:lnTo>
                <a:lnTo>
                  <a:pt x="2115733" y="46314"/>
                </a:lnTo>
                <a:lnTo>
                  <a:pt x="2115847" y="46574"/>
                </a:lnTo>
                <a:lnTo>
                  <a:pt x="2115958" y="46836"/>
                </a:lnTo>
                <a:lnTo>
                  <a:pt x="2116065" y="47102"/>
                </a:lnTo>
                <a:lnTo>
                  <a:pt x="2116169" y="47370"/>
                </a:lnTo>
                <a:lnTo>
                  <a:pt x="2116269" y="47642"/>
                </a:lnTo>
                <a:lnTo>
                  <a:pt x="2116365" y="47916"/>
                </a:lnTo>
                <a:lnTo>
                  <a:pt x="2116457" y="48194"/>
                </a:lnTo>
                <a:lnTo>
                  <a:pt x="2116546" y="48474"/>
                </a:lnTo>
                <a:lnTo>
                  <a:pt x="2116631" y="48758"/>
                </a:lnTo>
                <a:lnTo>
                  <a:pt x="2116713" y="49044"/>
                </a:lnTo>
                <a:lnTo>
                  <a:pt x="2116791" y="49334"/>
                </a:lnTo>
                <a:lnTo>
                  <a:pt x="2116865" y="49626"/>
                </a:lnTo>
                <a:lnTo>
                  <a:pt x="2116936" y="49921"/>
                </a:lnTo>
                <a:lnTo>
                  <a:pt x="2117003" y="50220"/>
                </a:lnTo>
                <a:lnTo>
                  <a:pt x="2117066" y="50521"/>
                </a:lnTo>
                <a:lnTo>
                  <a:pt x="2117126" y="50825"/>
                </a:lnTo>
                <a:lnTo>
                  <a:pt x="2117184" y="51129"/>
                </a:lnTo>
                <a:lnTo>
                  <a:pt x="2117239" y="51434"/>
                </a:lnTo>
                <a:lnTo>
                  <a:pt x="2117292" y="51741"/>
                </a:lnTo>
                <a:lnTo>
                  <a:pt x="2117342" y="52049"/>
                </a:lnTo>
                <a:lnTo>
                  <a:pt x="2117389" y="52357"/>
                </a:lnTo>
                <a:lnTo>
                  <a:pt x="2117434" y="52667"/>
                </a:lnTo>
                <a:lnTo>
                  <a:pt x="2117477" y="52978"/>
                </a:lnTo>
                <a:lnTo>
                  <a:pt x="2117516" y="53290"/>
                </a:lnTo>
                <a:lnTo>
                  <a:pt x="2117553" y="53603"/>
                </a:lnTo>
                <a:lnTo>
                  <a:pt x="2117588" y="53917"/>
                </a:lnTo>
                <a:lnTo>
                  <a:pt x="2117620" y="54232"/>
                </a:lnTo>
                <a:lnTo>
                  <a:pt x="2117650" y="54548"/>
                </a:lnTo>
                <a:lnTo>
                  <a:pt x="2117677" y="54866"/>
                </a:lnTo>
                <a:lnTo>
                  <a:pt x="2117701" y="55184"/>
                </a:lnTo>
                <a:lnTo>
                  <a:pt x="2117723" y="55503"/>
                </a:lnTo>
                <a:lnTo>
                  <a:pt x="2117742" y="55824"/>
                </a:lnTo>
                <a:lnTo>
                  <a:pt x="2117759" y="56146"/>
                </a:lnTo>
                <a:lnTo>
                  <a:pt x="2117773" y="56468"/>
                </a:lnTo>
                <a:lnTo>
                  <a:pt x="2117784" y="56792"/>
                </a:lnTo>
                <a:lnTo>
                  <a:pt x="2117793" y="57117"/>
                </a:lnTo>
                <a:lnTo>
                  <a:pt x="2117800" y="57443"/>
                </a:lnTo>
                <a:lnTo>
                  <a:pt x="2117804" y="57770"/>
                </a:lnTo>
                <a:lnTo>
                  <a:pt x="2117805" y="58098"/>
                </a:lnTo>
                <a:lnTo>
                  <a:pt x="2117804" y="58426"/>
                </a:lnTo>
                <a:lnTo>
                  <a:pt x="2117800" y="58753"/>
                </a:lnTo>
                <a:lnTo>
                  <a:pt x="2117793" y="59079"/>
                </a:lnTo>
                <a:lnTo>
                  <a:pt x="2117784" y="59405"/>
                </a:lnTo>
                <a:lnTo>
                  <a:pt x="2117773" y="59730"/>
                </a:lnTo>
                <a:close/>
                <a:moveTo>
                  <a:pt x="1779472" y="60299"/>
                </a:moveTo>
                <a:lnTo>
                  <a:pt x="1779483" y="59947"/>
                </a:lnTo>
                <a:lnTo>
                  <a:pt x="1779496" y="59597"/>
                </a:lnTo>
                <a:lnTo>
                  <a:pt x="1779513" y="59249"/>
                </a:lnTo>
                <a:lnTo>
                  <a:pt x="1779532" y="58903"/>
                </a:lnTo>
                <a:lnTo>
                  <a:pt x="1779555" y="58560"/>
                </a:lnTo>
                <a:lnTo>
                  <a:pt x="1779580" y="58218"/>
                </a:lnTo>
                <a:lnTo>
                  <a:pt x="1779609" y="57879"/>
                </a:lnTo>
                <a:lnTo>
                  <a:pt x="1779640" y="57542"/>
                </a:lnTo>
                <a:lnTo>
                  <a:pt x="1779675" y="57207"/>
                </a:lnTo>
                <a:lnTo>
                  <a:pt x="1779712" y="56874"/>
                </a:lnTo>
                <a:lnTo>
                  <a:pt x="1779752" y="56543"/>
                </a:lnTo>
                <a:lnTo>
                  <a:pt x="1779796" y="56215"/>
                </a:lnTo>
                <a:lnTo>
                  <a:pt x="1779842" y="55888"/>
                </a:lnTo>
                <a:lnTo>
                  <a:pt x="1779892" y="55564"/>
                </a:lnTo>
                <a:lnTo>
                  <a:pt x="1779944" y="55242"/>
                </a:lnTo>
                <a:lnTo>
                  <a:pt x="1780000" y="54922"/>
                </a:lnTo>
                <a:lnTo>
                  <a:pt x="1780058" y="54604"/>
                </a:lnTo>
                <a:lnTo>
                  <a:pt x="1780119" y="54288"/>
                </a:lnTo>
                <a:lnTo>
                  <a:pt x="1780184" y="53975"/>
                </a:lnTo>
                <a:lnTo>
                  <a:pt x="1780251" y="53663"/>
                </a:lnTo>
                <a:lnTo>
                  <a:pt x="1780322" y="53354"/>
                </a:lnTo>
                <a:lnTo>
                  <a:pt x="1780395" y="53047"/>
                </a:lnTo>
                <a:lnTo>
                  <a:pt x="1780473" y="52744"/>
                </a:lnTo>
                <a:lnTo>
                  <a:pt x="1780556" y="52444"/>
                </a:lnTo>
                <a:lnTo>
                  <a:pt x="1780642" y="52147"/>
                </a:lnTo>
                <a:lnTo>
                  <a:pt x="1780732" y="51853"/>
                </a:lnTo>
                <a:lnTo>
                  <a:pt x="1780826" y="51562"/>
                </a:lnTo>
                <a:lnTo>
                  <a:pt x="1780924" y="51275"/>
                </a:lnTo>
                <a:lnTo>
                  <a:pt x="1781027" y="50991"/>
                </a:lnTo>
                <a:lnTo>
                  <a:pt x="1781133" y="50710"/>
                </a:lnTo>
                <a:lnTo>
                  <a:pt x="1781243" y="50432"/>
                </a:lnTo>
                <a:lnTo>
                  <a:pt x="1781358" y="50157"/>
                </a:lnTo>
                <a:lnTo>
                  <a:pt x="1781477" y="49886"/>
                </a:lnTo>
                <a:lnTo>
                  <a:pt x="1781599" y="49618"/>
                </a:lnTo>
                <a:lnTo>
                  <a:pt x="1781726" y="49353"/>
                </a:lnTo>
                <a:lnTo>
                  <a:pt x="1781857" y="49091"/>
                </a:lnTo>
                <a:lnTo>
                  <a:pt x="1781991" y="48833"/>
                </a:lnTo>
                <a:lnTo>
                  <a:pt x="1782130" y="48578"/>
                </a:lnTo>
                <a:lnTo>
                  <a:pt x="1782273" y="48326"/>
                </a:lnTo>
                <a:lnTo>
                  <a:pt x="1782420" y="48077"/>
                </a:lnTo>
                <a:lnTo>
                  <a:pt x="1782571" y="47831"/>
                </a:lnTo>
                <a:lnTo>
                  <a:pt x="1782726" y="47589"/>
                </a:lnTo>
                <a:lnTo>
                  <a:pt x="1782886" y="47349"/>
                </a:lnTo>
                <a:lnTo>
                  <a:pt x="1783049" y="47113"/>
                </a:lnTo>
                <a:lnTo>
                  <a:pt x="1783216" y="46881"/>
                </a:lnTo>
                <a:lnTo>
                  <a:pt x="1783388" y="46651"/>
                </a:lnTo>
                <a:lnTo>
                  <a:pt x="1783564" y="46426"/>
                </a:lnTo>
                <a:lnTo>
                  <a:pt x="1783744" y="46205"/>
                </a:lnTo>
                <a:lnTo>
                  <a:pt x="1783929" y="45988"/>
                </a:lnTo>
                <a:lnTo>
                  <a:pt x="1784119" y="45775"/>
                </a:lnTo>
                <a:lnTo>
                  <a:pt x="1784313" y="45567"/>
                </a:lnTo>
                <a:lnTo>
                  <a:pt x="1784511" y="45362"/>
                </a:lnTo>
                <a:lnTo>
                  <a:pt x="1784714" y="45161"/>
                </a:lnTo>
                <a:lnTo>
                  <a:pt x="1784922" y="44965"/>
                </a:lnTo>
                <a:lnTo>
                  <a:pt x="1785134" y="44772"/>
                </a:lnTo>
                <a:lnTo>
                  <a:pt x="1785350" y="44583"/>
                </a:lnTo>
                <a:lnTo>
                  <a:pt x="1785571" y="44399"/>
                </a:lnTo>
                <a:lnTo>
                  <a:pt x="1785797" y="44219"/>
                </a:lnTo>
                <a:lnTo>
                  <a:pt x="1786027" y="44042"/>
                </a:lnTo>
                <a:lnTo>
                  <a:pt x="1786261" y="43870"/>
                </a:lnTo>
                <a:lnTo>
                  <a:pt x="1786500" y="43702"/>
                </a:lnTo>
                <a:lnTo>
                  <a:pt x="1786743" y="43538"/>
                </a:lnTo>
                <a:lnTo>
                  <a:pt x="1786991" y="43378"/>
                </a:lnTo>
                <a:lnTo>
                  <a:pt x="1787244" y="43222"/>
                </a:lnTo>
                <a:lnTo>
                  <a:pt x="1787501" y="43070"/>
                </a:lnTo>
                <a:lnTo>
                  <a:pt x="1787762" y="42922"/>
                </a:lnTo>
                <a:lnTo>
                  <a:pt x="1788028" y="42778"/>
                </a:lnTo>
                <a:lnTo>
                  <a:pt x="1788298" y="42639"/>
                </a:lnTo>
                <a:lnTo>
                  <a:pt x="1788573" y="42503"/>
                </a:lnTo>
                <a:lnTo>
                  <a:pt x="1788853" y="42372"/>
                </a:lnTo>
                <a:lnTo>
                  <a:pt x="1789138" y="42247"/>
                </a:lnTo>
                <a:lnTo>
                  <a:pt x="1789428" y="42127"/>
                </a:lnTo>
                <a:lnTo>
                  <a:pt x="1789723" y="42013"/>
                </a:lnTo>
                <a:lnTo>
                  <a:pt x="1790023" y="41905"/>
                </a:lnTo>
                <a:lnTo>
                  <a:pt x="1790329" y="41802"/>
                </a:lnTo>
                <a:lnTo>
                  <a:pt x="1790639" y="41704"/>
                </a:lnTo>
                <a:lnTo>
                  <a:pt x="1790955" y="41612"/>
                </a:lnTo>
                <a:lnTo>
                  <a:pt x="1791276" y="41526"/>
                </a:lnTo>
                <a:lnTo>
                  <a:pt x="1791602" y="41445"/>
                </a:lnTo>
                <a:lnTo>
                  <a:pt x="1791933" y="41370"/>
                </a:lnTo>
                <a:lnTo>
                  <a:pt x="1792269" y="41301"/>
                </a:lnTo>
                <a:lnTo>
                  <a:pt x="1792610" y="41237"/>
                </a:lnTo>
                <a:lnTo>
                  <a:pt x="1792957" y="41178"/>
                </a:lnTo>
                <a:lnTo>
                  <a:pt x="1793309" y="41125"/>
                </a:lnTo>
                <a:lnTo>
                  <a:pt x="1793665" y="41078"/>
                </a:lnTo>
                <a:lnTo>
                  <a:pt x="1794027" y="41036"/>
                </a:lnTo>
                <a:lnTo>
                  <a:pt x="1794394" y="41000"/>
                </a:lnTo>
                <a:lnTo>
                  <a:pt x="1794766" y="40969"/>
                </a:lnTo>
                <a:lnTo>
                  <a:pt x="1795144" y="40944"/>
                </a:lnTo>
                <a:lnTo>
                  <a:pt x="1795526" y="40925"/>
                </a:lnTo>
                <a:lnTo>
                  <a:pt x="1795914" y="40911"/>
                </a:lnTo>
                <a:lnTo>
                  <a:pt x="1796306" y="40903"/>
                </a:lnTo>
                <a:lnTo>
                  <a:pt x="1796704" y="40900"/>
                </a:lnTo>
                <a:lnTo>
                  <a:pt x="1796838" y="40900"/>
                </a:lnTo>
                <a:lnTo>
                  <a:pt x="1796972" y="40901"/>
                </a:lnTo>
                <a:lnTo>
                  <a:pt x="1797106" y="40903"/>
                </a:lnTo>
                <a:lnTo>
                  <a:pt x="1797241" y="40905"/>
                </a:lnTo>
                <a:lnTo>
                  <a:pt x="1797377" y="40908"/>
                </a:lnTo>
                <a:lnTo>
                  <a:pt x="1797512" y="40911"/>
                </a:lnTo>
                <a:lnTo>
                  <a:pt x="1797649" y="40916"/>
                </a:lnTo>
                <a:lnTo>
                  <a:pt x="1797785" y="40920"/>
                </a:lnTo>
                <a:lnTo>
                  <a:pt x="1797922" y="40926"/>
                </a:lnTo>
                <a:lnTo>
                  <a:pt x="1798060" y="40932"/>
                </a:lnTo>
                <a:lnTo>
                  <a:pt x="1798198" y="40939"/>
                </a:lnTo>
                <a:lnTo>
                  <a:pt x="1798336" y="40946"/>
                </a:lnTo>
                <a:lnTo>
                  <a:pt x="1798475" y="40954"/>
                </a:lnTo>
                <a:lnTo>
                  <a:pt x="1798614" y="40963"/>
                </a:lnTo>
                <a:lnTo>
                  <a:pt x="1798753" y="40972"/>
                </a:lnTo>
                <a:lnTo>
                  <a:pt x="1798894" y="40982"/>
                </a:lnTo>
                <a:lnTo>
                  <a:pt x="1799034" y="40993"/>
                </a:lnTo>
                <a:lnTo>
                  <a:pt x="1799175" y="41004"/>
                </a:lnTo>
                <a:lnTo>
                  <a:pt x="1799316" y="41016"/>
                </a:lnTo>
                <a:lnTo>
                  <a:pt x="1799458" y="41029"/>
                </a:lnTo>
                <a:lnTo>
                  <a:pt x="1799600" y="41042"/>
                </a:lnTo>
                <a:lnTo>
                  <a:pt x="1799743" y="41056"/>
                </a:lnTo>
                <a:lnTo>
                  <a:pt x="1799886" y="41071"/>
                </a:lnTo>
                <a:lnTo>
                  <a:pt x="1800029" y="41086"/>
                </a:lnTo>
                <a:lnTo>
                  <a:pt x="1800172" y="41101"/>
                </a:lnTo>
                <a:lnTo>
                  <a:pt x="1800313" y="41117"/>
                </a:lnTo>
                <a:lnTo>
                  <a:pt x="1800453" y="41133"/>
                </a:lnTo>
                <a:lnTo>
                  <a:pt x="1800590" y="41149"/>
                </a:lnTo>
                <a:lnTo>
                  <a:pt x="1800726" y="41165"/>
                </a:lnTo>
                <a:lnTo>
                  <a:pt x="1800861" y="41182"/>
                </a:lnTo>
                <a:lnTo>
                  <a:pt x="1800993" y="41199"/>
                </a:lnTo>
                <a:lnTo>
                  <a:pt x="1801124" y="41216"/>
                </a:lnTo>
                <a:lnTo>
                  <a:pt x="1801254" y="41233"/>
                </a:lnTo>
                <a:lnTo>
                  <a:pt x="1801381" y="41250"/>
                </a:lnTo>
                <a:lnTo>
                  <a:pt x="1801507" y="41268"/>
                </a:lnTo>
                <a:lnTo>
                  <a:pt x="1801631" y="41286"/>
                </a:lnTo>
                <a:lnTo>
                  <a:pt x="1801753" y="41304"/>
                </a:lnTo>
                <a:lnTo>
                  <a:pt x="1801874" y="41322"/>
                </a:lnTo>
                <a:lnTo>
                  <a:pt x="1801993" y="41340"/>
                </a:lnTo>
                <a:lnTo>
                  <a:pt x="1802110" y="41359"/>
                </a:lnTo>
                <a:lnTo>
                  <a:pt x="1802225" y="41378"/>
                </a:lnTo>
                <a:lnTo>
                  <a:pt x="1802339" y="41397"/>
                </a:lnTo>
                <a:lnTo>
                  <a:pt x="1802451" y="41416"/>
                </a:lnTo>
                <a:lnTo>
                  <a:pt x="1802561" y="41436"/>
                </a:lnTo>
                <a:lnTo>
                  <a:pt x="1802670" y="41456"/>
                </a:lnTo>
                <a:lnTo>
                  <a:pt x="1802777" y="41476"/>
                </a:lnTo>
                <a:lnTo>
                  <a:pt x="1802882" y="41496"/>
                </a:lnTo>
                <a:lnTo>
                  <a:pt x="1802986" y="41516"/>
                </a:lnTo>
                <a:lnTo>
                  <a:pt x="1802986" y="28742"/>
                </a:lnTo>
                <a:lnTo>
                  <a:pt x="1824431" y="86154"/>
                </a:lnTo>
                <a:lnTo>
                  <a:pt x="1824491" y="86309"/>
                </a:lnTo>
                <a:lnTo>
                  <a:pt x="1824549" y="86464"/>
                </a:lnTo>
                <a:lnTo>
                  <a:pt x="1824604" y="86620"/>
                </a:lnTo>
                <a:lnTo>
                  <a:pt x="1824657" y="86777"/>
                </a:lnTo>
                <a:lnTo>
                  <a:pt x="1824707" y="86934"/>
                </a:lnTo>
                <a:lnTo>
                  <a:pt x="1824755" y="87093"/>
                </a:lnTo>
                <a:lnTo>
                  <a:pt x="1824800" y="87252"/>
                </a:lnTo>
                <a:lnTo>
                  <a:pt x="1824842" y="87412"/>
                </a:lnTo>
                <a:lnTo>
                  <a:pt x="1824882" y="87573"/>
                </a:lnTo>
                <a:lnTo>
                  <a:pt x="1824919" y="87735"/>
                </a:lnTo>
                <a:lnTo>
                  <a:pt x="1824954" y="87898"/>
                </a:lnTo>
                <a:lnTo>
                  <a:pt x="1824986" y="88062"/>
                </a:lnTo>
                <a:lnTo>
                  <a:pt x="1825016" y="88226"/>
                </a:lnTo>
                <a:lnTo>
                  <a:pt x="1825043" y="88392"/>
                </a:lnTo>
                <a:lnTo>
                  <a:pt x="1825067" y="88558"/>
                </a:lnTo>
                <a:lnTo>
                  <a:pt x="1825089" y="88725"/>
                </a:lnTo>
                <a:lnTo>
                  <a:pt x="1825108" y="88893"/>
                </a:lnTo>
                <a:lnTo>
                  <a:pt x="1825125" y="89062"/>
                </a:lnTo>
                <a:lnTo>
                  <a:pt x="1825139" y="89231"/>
                </a:lnTo>
                <a:lnTo>
                  <a:pt x="1825151" y="89402"/>
                </a:lnTo>
                <a:lnTo>
                  <a:pt x="1825160" y="89573"/>
                </a:lnTo>
                <a:lnTo>
                  <a:pt x="1825166" y="89745"/>
                </a:lnTo>
                <a:lnTo>
                  <a:pt x="1825170" y="89918"/>
                </a:lnTo>
                <a:lnTo>
                  <a:pt x="1825171" y="90092"/>
                </a:lnTo>
                <a:lnTo>
                  <a:pt x="1825168" y="90327"/>
                </a:lnTo>
                <a:lnTo>
                  <a:pt x="1825160" y="90561"/>
                </a:lnTo>
                <a:lnTo>
                  <a:pt x="1825145" y="90792"/>
                </a:lnTo>
                <a:lnTo>
                  <a:pt x="1825125" y="91022"/>
                </a:lnTo>
                <a:lnTo>
                  <a:pt x="1825099" y="91250"/>
                </a:lnTo>
                <a:lnTo>
                  <a:pt x="1825067" y="91477"/>
                </a:lnTo>
                <a:lnTo>
                  <a:pt x="1825030" y="91702"/>
                </a:lnTo>
                <a:lnTo>
                  <a:pt x="1824986" y="91925"/>
                </a:lnTo>
                <a:lnTo>
                  <a:pt x="1824937" y="92146"/>
                </a:lnTo>
                <a:lnTo>
                  <a:pt x="1824882" y="92366"/>
                </a:lnTo>
                <a:lnTo>
                  <a:pt x="1824822" y="92584"/>
                </a:lnTo>
                <a:lnTo>
                  <a:pt x="1824755" y="92800"/>
                </a:lnTo>
                <a:lnTo>
                  <a:pt x="1824683" y="93014"/>
                </a:lnTo>
                <a:lnTo>
                  <a:pt x="1824605" y="93227"/>
                </a:lnTo>
                <a:lnTo>
                  <a:pt x="1824521" y="93438"/>
                </a:lnTo>
                <a:lnTo>
                  <a:pt x="1824432" y="93648"/>
                </a:lnTo>
                <a:lnTo>
                  <a:pt x="1824337" y="93855"/>
                </a:lnTo>
                <a:lnTo>
                  <a:pt x="1824236" y="94061"/>
                </a:lnTo>
                <a:lnTo>
                  <a:pt x="1824129" y="94265"/>
                </a:lnTo>
                <a:lnTo>
                  <a:pt x="1824016" y="94468"/>
                </a:lnTo>
                <a:lnTo>
                  <a:pt x="1823898" y="94669"/>
                </a:lnTo>
                <a:lnTo>
                  <a:pt x="1823773" y="94868"/>
                </a:lnTo>
                <a:lnTo>
                  <a:pt x="1823643" y="95065"/>
                </a:lnTo>
                <a:lnTo>
                  <a:pt x="1823508" y="95261"/>
                </a:lnTo>
                <a:lnTo>
                  <a:pt x="1823366" y="95452"/>
                </a:lnTo>
                <a:lnTo>
                  <a:pt x="1823218" y="95637"/>
                </a:lnTo>
                <a:lnTo>
                  <a:pt x="1823064" y="95815"/>
                </a:lnTo>
                <a:lnTo>
                  <a:pt x="1822904" y="95986"/>
                </a:lnTo>
                <a:lnTo>
                  <a:pt x="1822737" y="96150"/>
                </a:lnTo>
                <a:lnTo>
                  <a:pt x="1822564" y="96307"/>
                </a:lnTo>
                <a:lnTo>
                  <a:pt x="1822386" y="96458"/>
                </a:lnTo>
                <a:lnTo>
                  <a:pt x="1822200" y="96601"/>
                </a:lnTo>
                <a:lnTo>
                  <a:pt x="1822009" y="96738"/>
                </a:lnTo>
                <a:lnTo>
                  <a:pt x="1821812" y="96868"/>
                </a:lnTo>
                <a:lnTo>
                  <a:pt x="1821608" y="96991"/>
                </a:lnTo>
                <a:lnTo>
                  <a:pt x="1821398" y="97107"/>
                </a:lnTo>
                <a:lnTo>
                  <a:pt x="1821182" y="97217"/>
                </a:lnTo>
                <a:lnTo>
                  <a:pt x="1820959" y="97319"/>
                </a:lnTo>
                <a:lnTo>
                  <a:pt x="1820731" y="97415"/>
                </a:lnTo>
                <a:lnTo>
                  <a:pt x="1820496" y="97504"/>
                </a:lnTo>
                <a:lnTo>
                  <a:pt x="1820255" y="97586"/>
                </a:lnTo>
                <a:lnTo>
                  <a:pt x="1820008" y="97661"/>
                </a:lnTo>
                <a:lnTo>
                  <a:pt x="1819755" y="97730"/>
                </a:lnTo>
                <a:lnTo>
                  <a:pt x="1819495" y="97791"/>
                </a:lnTo>
                <a:lnTo>
                  <a:pt x="1819230" y="97846"/>
                </a:lnTo>
                <a:lnTo>
                  <a:pt x="1818958" y="97894"/>
                </a:lnTo>
                <a:lnTo>
                  <a:pt x="1818680" y="97935"/>
                </a:lnTo>
                <a:lnTo>
                  <a:pt x="1818395" y="97970"/>
                </a:lnTo>
                <a:lnTo>
                  <a:pt x="1818180" y="97979"/>
                </a:lnTo>
                <a:lnTo>
                  <a:pt x="1817964" y="97987"/>
                </a:lnTo>
                <a:lnTo>
                  <a:pt x="1817749" y="97994"/>
                </a:lnTo>
                <a:lnTo>
                  <a:pt x="1817533" y="98000"/>
                </a:lnTo>
                <a:lnTo>
                  <a:pt x="1817318" y="98004"/>
                </a:lnTo>
                <a:lnTo>
                  <a:pt x="1817102" y="98008"/>
                </a:lnTo>
                <a:lnTo>
                  <a:pt x="1816886" y="98009"/>
                </a:lnTo>
                <a:lnTo>
                  <a:pt x="1816671" y="98010"/>
                </a:lnTo>
                <a:lnTo>
                  <a:pt x="1816455" y="98009"/>
                </a:lnTo>
                <a:lnTo>
                  <a:pt x="1816240" y="98007"/>
                </a:lnTo>
                <a:lnTo>
                  <a:pt x="1816024" y="98004"/>
                </a:lnTo>
                <a:lnTo>
                  <a:pt x="1815809" y="98000"/>
                </a:lnTo>
                <a:lnTo>
                  <a:pt x="1815593" y="97994"/>
                </a:lnTo>
                <a:lnTo>
                  <a:pt x="1815377" y="97987"/>
                </a:lnTo>
                <a:lnTo>
                  <a:pt x="1815162" y="97978"/>
                </a:lnTo>
                <a:lnTo>
                  <a:pt x="1814946" y="97969"/>
                </a:lnTo>
                <a:lnTo>
                  <a:pt x="1814730" y="97958"/>
                </a:lnTo>
                <a:lnTo>
                  <a:pt x="1814515" y="97946"/>
                </a:lnTo>
                <a:lnTo>
                  <a:pt x="1814299" y="97932"/>
                </a:lnTo>
                <a:lnTo>
                  <a:pt x="1814083" y="97917"/>
                </a:lnTo>
                <a:lnTo>
                  <a:pt x="1813868" y="97901"/>
                </a:lnTo>
                <a:lnTo>
                  <a:pt x="1813652" y="97884"/>
                </a:lnTo>
                <a:lnTo>
                  <a:pt x="1813436" y="97865"/>
                </a:lnTo>
                <a:lnTo>
                  <a:pt x="1813221" y="97845"/>
                </a:lnTo>
                <a:lnTo>
                  <a:pt x="1813005" y="97825"/>
                </a:lnTo>
                <a:lnTo>
                  <a:pt x="1812791" y="97804"/>
                </a:lnTo>
                <a:lnTo>
                  <a:pt x="1812576" y="97784"/>
                </a:lnTo>
                <a:lnTo>
                  <a:pt x="1812362" y="97763"/>
                </a:lnTo>
                <a:lnTo>
                  <a:pt x="1812149" y="97743"/>
                </a:lnTo>
                <a:lnTo>
                  <a:pt x="1811935" y="97722"/>
                </a:lnTo>
                <a:lnTo>
                  <a:pt x="1811723" y="97702"/>
                </a:lnTo>
                <a:lnTo>
                  <a:pt x="1811510" y="97681"/>
                </a:lnTo>
                <a:lnTo>
                  <a:pt x="1811299" y="97661"/>
                </a:lnTo>
                <a:lnTo>
                  <a:pt x="1811087" y="97640"/>
                </a:lnTo>
                <a:lnTo>
                  <a:pt x="1810876" y="97620"/>
                </a:lnTo>
                <a:lnTo>
                  <a:pt x="1810665" y="97599"/>
                </a:lnTo>
                <a:lnTo>
                  <a:pt x="1810455" y="97579"/>
                </a:lnTo>
                <a:lnTo>
                  <a:pt x="1810246" y="97558"/>
                </a:lnTo>
                <a:lnTo>
                  <a:pt x="1810036" y="97538"/>
                </a:lnTo>
                <a:lnTo>
                  <a:pt x="1809828" y="97517"/>
                </a:lnTo>
                <a:lnTo>
                  <a:pt x="1809619" y="97497"/>
                </a:lnTo>
                <a:lnTo>
                  <a:pt x="1809411" y="97476"/>
                </a:lnTo>
                <a:lnTo>
                  <a:pt x="1809204" y="97456"/>
                </a:lnTo>
                <a:lnTo>
                  <a:pt x="1808996" y="97435"/>
                </a:lnTo>
                <a:lnTo>
                  <a:pt x="1808790" y="97415"/>
                </a:lnTo>
                <a:lnTo>
                  <a:pt x="1808583" y="97394"/>
                </a:lnTo>
                <a:lnTo>
                  <a:pt x="1808378" y="97374"/>
                </a:lnTo>
                <a:lnTo>
                  <a:pt x="1808172" y="97353"/>
                </a:lnTo>
                <a:lnTo>
                  <a:pt x="1808172" y="111753"/>
                </a:lnTo>
                <a:lnTo>
                  <a:pt x="1808398" y="111772"/>
                </a:lnTo>
                <a:lnTo>
                  <a:pt x="1808623" y="111792"/>
                </a:lnTo>
                <a:lnTo>
                  <a:pt x="1808848" y="111812"/>
                </a:lnTo>
                <a:lnTo>
                  <a:pt x="1809073" y="111831"/>
                </a:lnTo>
                <a:lnTo>
                  <a:pt x="1809298" y="111850"/>
                </a:lnTo>
                <a:lnTo>
                  <a:pt x="1809523" y="111869"/>
                </a:lnTo>
                <a:lnTo>
                  <a:pt x="1809747" y="111888"/>
                </a:lnTo>
                <a:lnTo>
                  <a:pt x="1809971" y="111906"/>
                </a:lnTo>
                <a:lnTo>
                  <a:pt x="1810195" y="111925"/>
                </a:lnTo>
                <a:lnTo>
                  <a:pt x="1810419" y="111943"/>
                </a:lnTo>
                <a:lnTo>
                  <a:pt x="1810642" y="111960"/>
                </a:lnTo>
                <a:lnTo>
                  <a:pt x="1810866" y="111978"/>
                </a:lnTo>
                <a:lnTo>
                  <a:pt x="1811089" y="111996"/>
                </a:lnTo>
                <a:lnTo>
                  <a:pt x="1811312" y="112013"/>
                </a:lnTo>
                <a:lnTo>
                  <a:pt x="1811534" y="112030"/>
                </a:lnTo>
                <a:lnTo>
                  <a:pt x="1811757" y="112047"/>
                </a:lnTo>
                <a:lnTo>
                  <a:pt x="1811979" y="112063"/>
                </a:lnTo>
                <a:lnTo>
                  <a:pt x="1812201" y="112080"/>
                </a:lnTo>
                <a:lnTo>
                  <a:pt x="1812423" y="112096"/>
                </a:lnTo>
                <a:lnTo>
                  <a:pt x="1812645" y="112112"/>
                </a:lnTo>
                <a:lnTo>
                  <a:pt x="1812866" y="112128"/>
                </a:lnTo>
                <a:lnTo>
                  <a:pt x="1813087" y="112143"/>
                </a:lnTo>
                <a:lnTo>
                  <a:pt x="1813308" y="112158"/>
                </a:lnTo>
                <a:lnTo>
                  <a:pt x="1813529" y="112174"/>
                </a:lnTo>
                <a:lnTo>
                  <a:pt x="1813750" y="112188"/>
                </a:lnTo>
                <a:lnTo>
                  <a:pt x="1813971" y="112202"/>
                </a:lnTo>
                <a:lnTo>
                  <a:pt x="1814192" y="112216"/>
                </a:lnTo>
                <a:lnTo>
                  <a:pt x="1814414" y="112229"/>
                </a:lnTo>
                <a:lnTo>
                  <a:pt x="1814635" y="112241"/>
                </a:lnTo>
                <a:lnTo>
                  <a:pt x="1814857" y="112252"/>
                </a:lnTo>
                <a:lnTo>
                  <a:pt x="1815079" y="112263"/>
                </a:lnTo>
                <a:lnTo>
                  <a:pt x="1815301" y="112274"/>
                </a:lnTo>
                <a:lnTo>
                  <a:pt x="1815524" y="112284"/>
                </a:lnTo>
                <a:lnTo>
                  <a:pt x="1815747" y="112293"/>
                </a:lnTo>
                <a:lnTo>
                  <a:pt x="1815970" y="112301"/>
                </a:lnTo>
                <a:lnTo>
                  <a:pt x="1816193" y="112309"/>
                </a:lnTo>
                <a:lnTo>
                  <a:pt x="1816416" y="112316"/>
                </a:lnTo>
                <a:lnTo>
                  <a:pt x="1816640" y="112323"/>
                </a:lnTo>
                <a:lnTo>
                  <a:pt x="1816864" y="112329"/>
                </a:lnTo>
                <a:lnTo>
                  <a:pt x="1817088" y="112334"/>
                </a:lnTo>
                <a:lnTo>
                  <a:pt x="1817312" y="112339"/>
                </a:lnTo>
                <a:lnTo>
                  <a:pt x="1817536" y="112343"/>
                </a:lnTo>
                <a:lnTo>
                  <a:pt x="1817761" y="112346"/>
                </a:lnTo>
                <a:lnTo>
                  <a:pt x="1817986" y="112349"/>
                </a:lnTo>
                <a:lnTo>
                  <a:pt x="1818211" y="112351"/>
                </a:lnTo>
                <a:lnTo>
                  <a:pt x="1818436" y="112353"/>
                </a:lnTo>
                <a:lnTo>
                  <a:pt x="1818662" y="112354"/>
                </a:lnTo>
                <a:lnTo>
                  <a:pt x="1818888" y="112354"/>
                </a:lnTo>
                <a:lnTo>
                  <a:pt x="1819630" y="112348"/>
                </a:lnTo>
                <a:lnTo>
                  <a:pt x="1820359" y="112331"/>
                </a:lnTo>
                <a:lnTo>
                  <a:pt x="1821074" y="112302"/>
                </a:lnTo>
                <a:lnTo>
                  <a:pt x="1821776" y="112262"/>
                </a:lnTo>
                <a:lnTo>
                  <a:pt x="1822463" y="112210"/>
                </a:lnTo>
                <a:lnTo>
                  <a:pt x="1823137" y="112146"/>
                </a:lnTo>
                <a:lnTo>
                  <a:pt x="1823798" y="112071"/>
                </a:lnTo>
                <a:lnTo>
                  <a:pt x="1824444" y="111985"/>
                </a:lnTo>
                <a:lnTo>
                  <a:pt x="1825077" y="111887"/>
                </a:lnTo>
                <a:lnTo>
                  <a:pt x="1825697" y="111777"/>
                </a:lnTo>
                <a:lnTo>
                  <a:pt x="1826302" y="111656"/>
                </a:lnTo>
                <a:lnTo>
                  <a:pt x="1826894" y="111523"/>
                </a:lnTo>
                <a:lnTo>
                  <a:pt x="1827473" y="111379"/>
                </a:lnTo>
                <a:lnTo>
                  <a:pt x="1828037" y="111223"/>
                </a:lnTo>
                <a:lnTo>
                  <a:pt x="1828588" y="111056"/>
                </a:lnTo>
                <a:lnTo>
                  <a:pt x="1829125" y="110877"/>
                </a:lnTo>
                <a:lnTo>
                  <a:pt x="1829649" y="110687"/>
                </a:lnTo>
                <a:lnTo>
                  <a:pt x="1830159" y="110485"/>
                </a:lnTo>
                <a:lnTo>
                  <a:pt x="1830655" y="110271"/>
                </a:lnTo>
                <a:lnTo>
                  <a:pt x="1831137" y="110046"/>
                </a:lnTo>
                <a:lnTo>
                  <a:pt x="1831606" y="109810"/>
                </a:lnTo>
                <a:lnTo>
                  <a:pt x="1832061" y="109562"/>
                </a:lnTo>
                <a:lnTo>
                  <a:pt x="1832502" y="109302"/>
                </a:lnTo>
                <a:lnTo>
                  <a:pt x="1832930" y="109031"/>
                </a:lnTo>
                <a:lnTo>
                  <a:pt x="1833347" y="108746"/>
                </a:lnTo>
                <a:lnTo>
                  <a:pt x="1833756" y="108447"/>
                </a:lnTo>
                <a:lnTo>
                  <a:pt x="1834158" y="108131"/>
                </a:lnTo>
                <a:lnTo>
                  <a:pt x="1834552" y="107801"/>
                </a:lnTo>
                <a:lnTo>
                  <a:pt x="1834938" y="107455"/>
                </a:lnTo>
                <a:lnTo>
                  <a:pt x="1835317" y="107093"/>
                </a:lnTo>
                <a:lnTo>
                  <a:pt x="1835688" y="106716"/>
                </a:lnTo>
                <a:lnTo>
                  <a:pt x="1836051" y="106324"/>
                </a:lnTo>
                <a:lnTo>
                  <a:pt x="1836406" y="105917"/>
                </a:lnTo>
                <a:lnTo>
                  <a:pt x="1836754" y="105494"/>
                </a:lnTo>
                <a:lnTo>
                  <a:pt x="1837094" y="105055"/>
                </a:lnTo>
                <a:lnTo>
                  <a:pt x="1837427" y="104602"/>
                </a:lnTo>
                <a:lnTo>
                  <a:pt x="1837751" y="104133"/>
                </a:lnTo>
                <a:lnTo>
                  <a:pt x="1838068" y="103648"/>
                </a:lnTo>
                <a:lnTo>
                  <a:pt x="1838378" y="103148"/>
                </a:lnTo>
                <a:lnTo>
                  <a:pt x="1838679" y="102633"/>
                </a:lnTo>
                <a:lnTo>
                  <a:pt x="1838973" y="102102"/>
                </a:lnTo>
                <a:lnTo>
                  <a:pt x="1839259" y="101556"/>
                </a:lnTo>
                <a:lnTo>
                  <a:pt x="1839538" y="100995"/>
                </a:lnTo>
                <a:lnTo>
                  <a:pt x="1839809" y="100418"/>
                </a:lnTo>
                <a:lnTo>
                  <a:pt x="1840072" y="99825"/>
                </a:lnTo>
                <a:lnTo>
                  <a:pt x="1840327" y="99218"/>
                </a:lnTo>
                <a:lnTo>
                  <a:pt x="1840575" y="98595"/>
                </a:lnTo>
                <a:lnTo>
                  <a:pt x="1840815" y="97956"/>
                </a:lnTo>
                <a:lnTo>
                  <a:pt x="1867420" y="26465"/>
                </a:lnTo>
                <a:lnTo>
                  <a:pt x="1849314" y="26465"/>
                </a:lnTo>
                <a:lnTo>
                  <a:pt x="1835394" y="70024"/>
                </a:lnTo>
                <a:lnTo>
                  <a:pt x="1835148" y="70024"/>
                </a:lnTo>
                <a:lnTo>
                  <a:pt x="1820735" y="26465"/>
                </a:lnTo>
                <a:lnTo>
                  <a:pt x="1802986" y="26465"/>
                </a:lnTo>
                <a:lnTo>
                  <a:pt x="1802986" y="25275"/>
                </a:lnTo>
                <a:lnTo>
                  <a:pt x="1802812" y="25225"/>
                </a:lnTo>
                <a:lnTo>
                  <a:pt x="1802639" y="25177"/>
                </a:lnTo>
                <a:lnTo>
                  <a:pt x="1802468" y="25131"/>
                </a:lnTo>
                <a:lnTo>
                  <a:pt x="1802298" y="25087"/>
                </a:lnTo>
                <a:lnTo>
                  <a:pt x="1802129" y="25045"/>
                </a:lnTo>
                <a:lnTo>
                  <a:pt x="1801962" y="25006"/>
                </a:lnTo>
                <a:lnTo>
                  <a:pt x="1801796" y="24969"/>
                </a:lnTo>
                <a:lnTo>
                  <a:pt x="1801631" y="24933"/>
                </a:lnTo>
                <a:lnTo>
                  <a:pt x="1801467" y="24900"/>
                </a:lnTo>
                <a:lnTo>
                  <a:pt x="1801305" y="24869"/>
                </a:lnTo>
                <a:lnTo>
                  <a:pt x="1801144" y="24840"/>
                </a:lnTo>
                <a:lnTo>
                  <a:pt x="1800984" y="24814"/>
                </a:lnTo>
                <a:lnTo>
                  <a:pt x="1800826" y="24789"/>
                </a:lnTo>
                <a:lnTo>
                  <a:pt x="1800669" y="24767"/>
                </a:lnTo>
                <a:lnTo>
                  <a:pt x="1800513" y="24747"/>
                </a:lnTo>
                <a:lnTo>
                  <a:pt x="1800358" y="24728"/>
                </a:lnTo>
                <a:lnTo>
                  <a:pt x="1800205" y="24712"/>
                </a:lnTo>
                <a:lnTo>
                  <a:pt x="1800053" y="24699"/>
                </a:lnTo>
                <a:lnTo>
                  <a:pt x="1799902" y="24687"/>
                </a:lnTo>
                <a:lnTo>
                  <a:pt x="1799753" y="24677"/>
                </a:lnTo>
                <a:lnTo>
                  <a:pt x="1799605" y="24670"/>
                </a:lnTo>
                <a:lnTo>
                  <a:pt x="1799458" y="24664"/>
                </a:lnTo>
                <a:lnTo>
                  <a:pt x="1799312" y="24661"/>
                </a:lnTo>
                <a:lnTo>
                  <a:pt x="1799168" y="24660"/>
                </a:lnTo>
                <a:lnTo>
                  <a:pt x="1798891" y="24662"/>
                </a:lnTo>
                <a:lnTo>
                  <a:pt x="1798615" y="24667"/>
                </a:lnTo>
                <a:lnTo>
                  <a:pt x="1798340" y="24676"/>
                </a:lnTo>
                <a:lnTo>
                  <a:pt x="1798066" y="24687"/>
                </a:lnTo>
                <a:lnTo>
                  <a:pt x="1797793" y="24703"/>
                </a:lnTo>
                <a:lnTo>
                  <a:pt x="1797520" y="24722"/>
                </a:lnTo>
                <a:lnTo>
                  <a:pt x="1797249" y="24744"/>
                </a:lnTo>
                <a:lnTo>
                  <a:pt x="1796978" y="24770"/>
                </a:lnTo>
                <a:lnTo>
                  <a:pt x="1796708" y="24799"/>
                </a:lnTo>
                <a:lnTo>
                  <a:pt x="1796439" y="24831"/>
                </a:lnTo>
                <a:lnTo>
                  <a:pt x="1796171" y="24867"/>
                </a:lnTo>
                <a:lnTo>
                  <a:pt x="1795903" y="24906"/>
                </a:lnTo>
                <a:lnTo>
                  <a:pt x="1795637" y="24949"/>
                </a:lnTo>
                <a:lnTo>
                  <a:pt x="1795371" y="24995"/>
                </a:lnTo>
                <a:lnTo>
                  <a:pt x="1795106" y="25045"/>
                </a:lnTo>
                <a:lnTo>
                  <a:pt x="1794843" y="25098"/>
                </a:lnTo>
                <a:lnTo>
                  <a:pt x="1794580" y="25154"/>
                </a:lnTo>
                <a:lnTo>
                  <a:pt x="1794317" y="25214"/>
                </a:lnTo>
                <a:lnTo>
                  <a:pt x="1794056" y="25277"/>
                </a:lnTo>
                <a:lnTo>
                  <a:pt x="1793796" y="25344"/>
                </a:lnTo>
                <a:lnTo>
                  <a:pt x="1793536" y="25414"/>
                </a:lnTo>
                <a:lnTo>
                  <a:pt x="1793277" y="25488"/>
                </a:lnTo>
                <a:lnTo>
                  <a:pt x="1793020" y="25565"/>
                </a:lnTo>
                <a:lnTo>
                  <a:pt x="1792763" y="25645"/>
                </a:lnTo>
                <a:lnTo>
                  <a:pt x="1792507" y="25728"/>
                </a:lnTo>
                <a:lnTo>
                  <a:pt x="1792252" y="25814"/>
                </a:lnTo>
                <a:lnTo>
                  <a:pt x="1791999" y="25903"/>
                </a:lnTo>
                <a:lnTo>
                  <a:pt x="1791747" y="25995"/>
                </a:lnTo>
                <a:lnTo>
                  <a:pt x="1791496" y="26089"/>
                </a:lnTo>
                <a:lnTo>
                  <a:pt x="1791246" y="26187"/>
                </a:lnTo>
                <a:lnTo>
                  <a:pt x="1790998" y="26287"/>
                </a:lnTo>
                <a:lnTo>
                  <a:pt x="1790751" y="26389"/>
                </a:lnTo>
                <a:lnTo>
                  <a:pt x="1790505" y="26495"/>
                </a:lnTo>
                <a:lnTo>
                  <a:pt x="1790261" y="26603"/>
                </a:lnTo>
                <a:lnTo>
                  <a:pt x="1790018" y="26714"/>
                </a:lnTo>
                <a:lnTo>
                  <a:pt x="1789776" y="26828"/>
                </a:lnTo>
                <a:lnTo>
                  <a:pt x="1789535" y="26945"/>
                </a:lnTo>
                <a:lnTo>
                  <a:pt x="1789296" y="27064"/>
                </a:lnTo>
                <a:lnTo>
                  <a:pt x="1789058" y="27187"/>
                </a:lnTo>
                <a:lnTo>
                  <a:pt x="1788821" y="27312"/>
                </a:lnTo>
                <a:lnTo>
                  <a:pt x="1788586" y="27439"/>
                </a:lnTo>
                <a:lnTo>
                  <a:pt x="1788352" y="27570"/>
                </a:lnTo>
                <a:lnTo>
                  <a:pt x="1788119" y="27703"/>
                </a:lnTo>
                <a:lnTo>
                  <a:pt x="1787887" y="27839"/>
                </a:lnTo>
                <a:lnTo>
                  <a:pt x="1787657" y="27978"/>
                </a:lnTo>
                <a:lnTo>
                  <a:pt x="1787428" y="28120"/>
                </a:lnTo>
                <a:lnTo>
                  <a:pt x="1787200" y="28265"/>
                </a:lnTo>
                <a:lnTo>
                  <a:pt x="1786973" y="28412"/>
                </a:lnTo>
                <a:lnTo>
                  <a:pt x="1786749" y="28562"/>
                </a:lnTo>
                <a:lnTo>
                  <a:pt x="1786526" y="28714"/>
                </a:lnTo>
                <a:lnTo>
                  <a:pt x="1786305" y="28869"/>
                </a:lnTo>
                <a:lnTo>
                  <a:pt x="1786087" y="29027"/>
                </a:lnTo>
                <a:lnTo>
                  <a:pt x="1785871" y="29187"/>
                </a:lnTo>
                <a:lnTo>
                  <a:pt x="1785657" y="29350"/>
                </a:lnTo>
                <a:lnTo>
                  <a:pt x="1785445" y="29515"/>
                </a:lnTo>
                <a:lnTo>
                  <a:pt x="1785235" y="29683"/>
                </a:lnTo>
                <a:lnTo>
                  <a:pt x="1785027" y="29853"/>
                </a:lnTo>
                <a:lnTo>
                  <a:pt x="1784822" y="30026"/>
                </a:lnTo>
                <a:lnTo>
                  <a:pt x="1784618" y="30202"/>
                </a:lnTo>
                <a:lnTo>
                  <a:pt x="1784417" y="30380"/>
                </a:lnTo>
                <a:lnTo>
                  <a:pt x="1784218" y="30561"/>
                </a:lnTo>
                <a:lnTo>
                  <a:pt x="1784021" y="30744"/>
                </a:lnTo>
                <a:lnTo>
                  <a:pt x="1783826" y="30930"/>
                </a:lnTo>
                <a:lnTo>
                  <a:pt x="1783634" y="31118"/>
                </a:lnTo>
                <a:lnTo>
                  <a:pt x="1783443" y="31309"/>
                </a:lnTo>
                <a:lnTo>
                  <a:pt x="1783255" y="31503"/>
                </a:lnTo>
                <a:lnTo>
                  <a:pt x="1783068" y="31699"/>
                </a:lnTo>
                <a:lnTo>
                  <a:pt x="1782884" y="31898"/>
                </a:lnTo>
                <a:lnTo>
                  <a:pt x="1782702" y="32099"/>
                </a:lnTo>
                <a:lnTo>
                  <a:pt x="1782522" y="32303"/>
                </a:lnTo>
                <a:lnTo>
                  <a:pt x="1782345" y="32509"/>
                </a:lnTo>
                <a:lnTo>
                  <a:pt x="1782169" y="32718"/>
                </a:lnTo>
                <a:lnTo>
                  <a:pt x="1781996" y="32929"/>
                </a:lnTo>
                <a:lnTo>
                  <a:pt x="1781826" y="33141"/>
                </a:lnTo>
                <a:lnTo>
                  <a:pt x="1781659" y="33355"/>
                </a:lnTo>
                <a:lnTo>
                  <a:pt x="1781495" y="33571"/>
                </a:lnTo>
                <a:lnTo>
                  <a:pt x="1781334" y="33788"/>
                </a:lnTo>
                <a:lnTo>
                  <a:pt x="1781176" y="34006"/>
                </a:lnTo>
                <a:lnTo>
                  <a:pt x="1781021" y="34226"/>
                </a:lnTo>
                <a:lnTo>
                  <a:pt x="1780869" y="34447"/>
                </a:lnTo>
                <a:lnTo>
                  <a:pt x="1780720" y="34670"/>
                </a:lnTo>
                <a:lnTo>
                  <a:pt x="1780574" y="34895"/>
                </a:lnTo>
                <a:lnTo>
                  <a:pt x="1780431" y="35121"/>
                </a:lnTo>
                <a:lnTo>
                  <a:pt x="1780291" y="35348"/>
                </a:lnTo>
                <a:lnTo>
                  <a:pt x="1780153" y="35577"/>
                </a:lnTo>
                <a:lnTo>
                  <a:pt x="1780019" y="35807"/>
                </a:lnTo>
                <a:lnTo>
                  <a:pt x="1779888" y="36039"/>
                </a:lnTo>
                <a:lnTo>
                  <a:pt x="1779760" y="36272"/>
                </a:lnTo>
                <a:lnTo>
                  <a:pt x="1779635" y="36507"/>
                </a:lnTo>
                <a:lnTo>
                  <a:pt x="1779513" y="36744"/>
                </a:lnTo>
                <a:lnTo>
                  <a:pt x="1779393" y="36981"/>
                </a:lnTo>
                <a:lnTo>
                  <a:pt x="1779277" y="37221"/>
                </a:lnTo>
                <a:lnTo>
                  <a:pt x="1779164" y="37462"/>
                </a:lnTo>
                <a:lnTo>
                  <a:pt x="1779054" y="37704"/>
                </a:lnTo>
                <a:lnTo>
                  <a:pt x="1778947" y="37948"/>
                </a:lnTo>
                <a:lnTo>
                  <a:pt x="1778842" y="38193"/>
                </a:lnTo>
                <a:lnTo>
                  <a:pt x="1778596" y="38193"/>
                </a:lnTo>
                <a:lnTo>
                  <a:pt x="1778596" y="26369"/>
                </a:lnTo>
                <a:lnTo>
                  <a:pt x="1761967" y="26369"/>
                </a:lnTo>
                <a:lnTo>
                  <a:pt x="1761967" y="90100"/>
                </a:lnTo>
                <a:lnTo>
                  <a:pt x="1779459" y="90100"/>
                </a:lnTo>
                <a:lnTo>
                  <a:pt x="1779459" y="61368"/>
                </a:lnTo>
                <a:lnTo>
                  <a:pt x="1779460" y="61010"/>
                </a:lnTo>
                <a:lnTo>
                  <a:pt x="1779465" y="60653"/>
                </a:lnTo>
                <a:lnTo>
                  <a:pt x="1779472" y="60299"/>
                </a:lnTo>
                <a:close/>
                <a:moveTo>
                  <a:pt x="2452756" y="60299"/>
                </a:moveTo>
                <a:lnTo>
                  <a:pt x="2452767" y="59947"/>
                </a:lnTo>
                <a:lnTo>
                  <a:pt x="2452780" y="59597"/>
                </a:lnTo>
                <a:lnTo>
                  <a:pt x="2452797" y="59249"/>
                </a:lnTo>
                <a:lnTo>
                  <a:pt x="2452816" y="58903"/>
                </a:lnTo>
                <a:lnTo>
                  <a:pt x="2452839" y="58560"/>
                </a:lnTo>
                <a:lnTo>
                  <a:pt x="2452864" y="58218"/>
                </a:lnTo>
                <a:lnTo>
                  <a:pt x="2452893" y="57879"/>
                </a:lnTo>
                <a:lnTo>
                  <a:pt x="2452924" y="57542"/>
                </a:lnTo>
                <a:lnTo>
                  <a:pt x="2452959" y="57207"/>
                </a:lnTo>
                <a:lnTo>
                  <a:pt x="2452996" y="56874"/>
                </a:lnTo>
                <a:lnTo>
                  <a:pt x="2453037" y="56543"/>
                </a:lnTo>
                <a:lnTo>
                  <a:pt x="2453080" y="56215"/>
                </a:lnTo>
                <a:lnTo>
                  <a:pt x="2453126" y="55888"/>
                </a:lnTo>
                <a:lnTo>
                  <a:pt x="2453176" y="55564"/>
                </a:lnTo>
                <a:lnTo>
                  <a:pt x="2453228" y="55242"/>
                </a:lnTo>
                <a:lnTo>
                  <a:pt x="2453284" y="54922"/>
                </a:lnTo>
                <a:lnTo>
                  <a:pt x="2453342" y="54604"/>
                </a:lnTo>
                <a:lnTo>
                  <a:pt x="2453404" y="54288"/>
                </a:lnTo>
                <a:lnTo>
                  <a:pt x="2453468" y="53975"/>
                </a:lnTo>
                <a:lnTo>
                  <a:pt x="2453535" y="53663"/>
                </a:lnTo>
                <a:lnTo>
                  <a:pt x="2453606" y="53354"/>
                </a:lnTo>
                <a:lnTo>
                  <a:pt x="2453680" y="53047"/>
                </a:lnTo>
                <a:lnTo>
                  <a:pt x="2453758" y="52744"/>
                </a:lnTo>
                <a:lnTo>
                  <a:pt x="2453840" y="52444"/>
                </a:lnTo>
                <a:lnTo>
                  <a:pt x="2453926" y="52147"/>
                </a:lnTo>
                <a:lnTo>
                  <a:pt x="2454016" y="51853"/>
                </a:lnTo>
                <a:lnTo>
                  <a:pt x="2454110" y="51562"/>
                </a:lnTo>
                <a:lnTo>
                  <a:pt x="2454208" y="51275"/>
                </a:lnTo>
                <a:lnTo>
                  <a:pt x="2454311" y="50991"/>
                </a:lnTo>
                <a:lnTo>
                  <a:pt x="2454417" y="50710"/>
                </a:lnTo>
                <a:lnTo>
                  <a:pt x="2454528" y="50432"/>
                </a:lnTo>
                <a:lnTo>
                  <a:pt x="2454642" y="50157"/>
                </a:lnTo>
                <a:lnTo>
                  <a:pt x="2454761" y="49886"/>
                </a:lnTo>
                <a:lnTo>
                  <a:pt x="2454883" y="49618"/>
                </a:lnTo>
                <a:lnTo>
                  <a:pt x="2455010" y="49353"/>
                </a:lnTo>
                <a:lnTo>
                  <a:pt x="2455141" y="49091"/>
                </a:lnTo>
                <a:lnTo>
                  <a:pt x="2455276" y="48833"/>
                </a:lnTo>
                <a:lnTo>
                  <a:pt x="2455414" y="48578"/>
                </a:lnTo>
                <a:lnTo>
                  <a:pt x="2455557" y="48326"/>
                </a:lnTo>
                <a:lnTo>
                  <a:pt x="2455704" y="48077"/>
                </a:lnTo>
                <a:lnTo>
                  <a:pt x="2455855" y="47831"/>
                </a:lnTo>
                <a:lnTo>
                  <a:pt x="2456011" y="47589"/>
                </a:lnTo>
                <a:lnTo>
                  <a:pt x="2456170" y="47349"/>
                </a:lnTo>
                <a:lnTo>
                  <a:pt x="2456333" y="47113"/>
                </a:lnTo>
                <a:lnTo>
                  <a:pt x="2456500" y="46881"/>
                </a:lnTo>
                <a:lnTo>
                  <a:pt x="2456672" y="46651"/>
                </a:lnTo>
                <a:lnTo>
                  <a:pt x="2456848" y="46426"/>
                </a:lnTo>
                <a:lnTo>
                  <a:pt x="2457028" y="46205"/>
                </a:lnTo>
                <a:lnTo>
                  <a:pt x="2457213" y="45988"/>
                </a:lnTo>
                <a:lnTo>
                  <a:pt x="2457403" y="45775"/>
                </a:lnTo>
                <a:lnTo>
                  <a:pt x="2457597" y="45567"/>
                </a:lnTo>
                <a:lnTo>
                  <a:pt x="2457796" y="45362"/>
                </a:lnTo>
                <a:lnTo>
                  <a:pt x="2457999" y="45161"/>
                </a:lnTo>
                <a:lnTo>
                  <a:pt x="2458206" y="44965"/>
                </a:lnTo>
                <a:lnTo>
                  <a:pt x="2458418" y="44772"/>
                </a:lnTo>
                <a:lnTo>
                  <a:pt x="2458634" y="44583"/>
                </a:lnTo>
                <a:lnTo>
                  <a:pt x="2458855" y="44399"/>
                </a:lnTo>
                <a:lnTo>
                  <a:pt x="2459081" y="44219"/>
                </a:lnTo>
                <a:lnTo>
                  <a:pt x="2459311" y="44042"/>
                </a:lnTo>
                <a:lnTo>
                  <a:pt x="2459545" y="43870"/>
                </a:lnTo>
                <a:lnTo>
                  <a:pt x="2459784" y="43702"/>
                </a:lnTo>
                <a:lnTo>
                  <a:pt x="2460028" y="43538"/>
                </a:lnTo>
                <a:lnTo>
                  <a:pt x="2460275" y="43378"/>
                </a:lnTo>
                <a:lnTo>
                  <a:pt x="2460528" y="43222"/>
                </a:lnTo>
                <a:lnTo>
                  <a:pt x="2460785" y="43070"/>
                </a:lnTo>
                <a:lnTo>
                  <a:pt x="2461046" y="42922"/>
                </a:lnTo>
                <a:lnTo>
                  <a:pt x="2461312" y="42778"/>
                </a:lnTo>
                <a:lnTo>
                  <a:pt x="2461582" y="42639"/>
                </a:lnTo>
                <a:lnTo>
                  <a:pt x="2461857" y="42503"/>
                </a:lnTo>
                <a:lnTo>
                  <a:pt x="2462137" y="42372"/>
                </a:lnTo>
                <a:lnTo>
                  <a:pt x="2462422" y="42247"/>
                </a:lnTo>
                <a:lnTo>
                  <a:pt x="2462712" y="42127"/>
                </a:lnTo>
                <a:lnTo>
                  <a:pt x="2463007" y="42013"/>
                </a:lnTo>
                <a:lnTo>
                  <a:pt x="2463307" y="41905"/>
                </a:lnTo>
                <a:lnTo>
                  <a:pt x="2463613" y="41802"/>
                </a:lnTo>
                <a:lnTo>
                  <a:pt x="2463923" y="41704"/>
                </a:lnTo>
                <a:lnTo>
                  <a:pt x="2464239" y="41612"/>
                </a:lnTo>
                <a:lnTo>
                  <a:pt x="2464560" y="41526"/>
                </a:lnTo>
                <a:lnTo>
                  <a:pt x="2464886" y="41445"/>
                </a:lnTo>
                <a:lnTo>
                  <a:pt x="2465217" y="41370"/>
                </a:lnTo>
                <a:lnTo>
                  <a:pt x="2465553" y="41301"/>
                </a:lnTo>
                <a:lnTo>
                  <a:pt x="2465895" y="41237"/>
                </a:lnTo>
                <a:lnTo>
                  <a:pt x="2466241" y="41178"/>
                </a:lnTo>
                <a:lnTo>
                  <a:pt x="2466593" y="41125"/>
                </a:lnTo>
                <a:lnTo>
                  <a:pt x="2466950" y="41078"/>
                </a:lnTo>
                <a:lnTo>
                  <a:pt x="2467311" y="41036"/>
                </a:lnTo>
                <a:lnTo>
                  <a:pt x="2467678" y="41000"/>
                </a:lnTo>
                <a:lnTo>
                  <a:pt x="2468051" y="40969"/>
                </a:lnTo>
                <a:lnTo>
                  <a:pt x="2468428" y="40944"/>
                </a:lnTo>
                <a:lnTo>
                  <a:pt x="2468810" y="40925"/>
                </a:lnTo>
                <a:lnTo>
                  <a:pt x="2469198" y="40911"/>
                </a:lnTo>
                <a:lnTo>
                  <a:pt x="2469590" y="40903"/>
                </a:lnTo>
                <a:lnTo>
                  <a:pt x="2469988" y="40900"/>
                </a:lnTo>
                <a:lnTo>
                  <a:pt x="2470122" y="40900"/>
                </a:lnTo>
                <a:lnTo>
                  <a:pt x="2470256" y="40901"/>
                </a:lnTo>
                <a:lnTo>
                  <a:pt x="2470390" y="40903"/>
                </a:lnTo>
                <a:lnTo>
                  <a:pt x="2470525" y="40905"/>
                </a:lnTo>
                <a:lnTo>
                  <a:pt x="2470661" y="40908"/>
                </a:lnTo>
                <a:lnTo>
                  <a:pt x="2470796" y="40911"/>
                </a:lnTo>
                <a:lnTo>
                  <a:pt x="2470933" y="40916"/>
                </a:lnTo>
                <a:lnTo>
                  <a:pt x="2471069" y="40920"/>
                </a:lnTo>
                <a:lnTo>
                  <a:pt x="2471206" y="40926"/>
                </a:lnTo>
                <a:lnTo>
                  <a:pt x="2471344" y="40932"/>
                </a:lnTo>
                <a:lnTo>
                  <a:pt x="2471482" y="40939"/>
                </a:lnTo>
                <a:lnTo>
                  <a:pt x="2471620" y="40946"/>
                </a:lnTo>
                <a:lnTo>
                  <a:pt x="2471759" y="40954"/>
                </a:lnTo>
                <a:lnTo>
                  <a:pt x="2471898" y="40963"/>
                </a:lnTo>
                <a:lnTo>
                  <a:pt x="2472038" y="40972"/>
                </a:lnTo>
                <a:lnTo>
                  <a:pt x="2472178" y="40982"/>
                </a:lnTo>
                <a:lnTo>
                  <a:pt x="2472318" y="40993"/>
                </a:lnTo>
                <a:lnTo>
                  <a:pt x="2472459" y="41004"/>
                </a:lnTo>
                <a:lnTo>
                  <a:pt x="2472600" y="41016"/>
                </a:lnTo>
                <a:lnTo>
                  <a:pt x="2472742" y="41029"/>
                </a:lnTo>
                <a:lnTo>
                  <a:pt x="2472884" y="41042"/>
                </a:lnTo>
                <a:lnTo>
                  <a:pt x="2473027" y="41056"/>
                </a:lnTo>
                <a:lnTo>
                  <a:pt x="2473170" y="41071"/>
                </a:lnTo>
                <a:lnTo>
                  <a:pt x="2473313" y="41086"/>
                </a:lnTo>
                <a:lnTo>
                  <a:pt x="2473456" y="41101"/>
                </a:lnTo>
                <a:lnTo>
                  <a:pt x="2473597" y="41117"/>
                </a:lnTo>
                <a:lnTo>
                  <a:pt x="2473737" y="41133"/>
                </a:lnTo>
                <a:lnTo>
                  <a:pt x="2473875" y="41149"/>
                </a:lnTo>
                <a:lnTo>
                  <a:pt x="2474011" y="41165"/>
                </a:lnTo>
                <a:lnTo>
                  <a:pt x="2474145" y="41182"/>
                </a:lnTo>
                <a:lnTo>
                  <a:pt x="2474278" y="41199"/>
                </a:lnTo>
                <a:lnTo>
                  <a:pt x="2474409" y="41216"/>
                </a:lnTo>
                <a:lnTo>
                  <a:pt x="2474538" y="41233"/>
                </a:lnTo>
                <a:lnTo>
                  <a:pt x="2474665" y="41250"/>
                </a:lnTo>
                <a:lnTo>
                  <a:pt x="2474791" y="41268"/>
                </a:lnTo>
                <a:lnTo>
                  <a:pt x="2474915" y="41286"/>
                </a:lnTo>
                <a:lnTo>
                  <a:pt x="2475037" y="41304"/>
                </a:lnTo>
                <a:lnTo>
                  <a:pt x="2475158" y="41322"/>
                </a:lnTo>
                <a:lnTo>
                  <a:pt x="2475277" y="41340"/>
                </a:lnTo>
                <a:lnTo>
                  <a:pt x="2475394" y="41359"/>
                </a:lnTo>
                <a:lnTo>
                  <a:pt x="2475510" y="41378"/>
                </a:lnTo>
                <a:lnTo>
                  <a:pt x="2475623" y="41397"/>
                </a:lnTo>
                <a:lnTo>
                  <a:pt x="2475735" y="41416"/>
                </a:lnTo>
                <a:lnTo>
                  <a:pt x="2475846" y="41436"/>
                </a:lnTo>
                <a:lnTo>
                  <a:pt x="2475954" y="41456"/>
                </a:lnTo>
                <a:lnTo>
                  <a:pt x="2476061" y="41476"/>
                </a:lnTo>
                <a:lnTo>
                  <a:pt x="2476166" y="41496"/>
                </a:lnTo>
                <a:lnTo>
                  <a:pt x="2476270" y="41516"/>
                </a:lnTo>
                <a:lnTo>
                  <a:pt x="2476270" y="25275"/>
                </a:lnTo>
                <a:lnTo>
                  <a:pt x="2476096" y="25225"/>
                </a:lnTo>
                <a:lnTo>
                  <a:pt x="2475923" y="25177"/>
                </a:lnTo>
                <a:lnTo>
                  <a:pt x="2475752" y="25131"/>
                </a:lnTo>
                <a:lnTo>
                  <a:pt x="2475582" y="25087"/>
                </a:lnTo>
                <a:lnTo>
                  <a:pt x="2475413" y="25045"/>
                </a:lnTo>
                <a:lnTo>
                  <a:pt x="2475246" y="25006"/>
                </a:lnTo>
                <a:lnTo>
                  <a:pt x="2475080" y="24969"/>
                </a:lnTo>
                <a:lnTo>
                  <a:pt x="2474915" y="24933"/>
                </a:lnTo>
                <a:lnTo>
                  <a:pt x="2474751" y="24900"/>
                </a:lnTo>
                <a:lnTo>
                  <a:pt x="2474589" y="24869"/>
                </a:lnTo>
                <a:lnTo>
                  <a:pt x="2474428" y="24840"/>
                </a:lnTo>
                <a:lnTo>
                  <a:pt x="2474268" y="24814"/>
                </a:lnTo>
                <a:lnTo>
                  <a:pt x="2474110" y="24789"/>
                </a:lnTo>
                <a:lnTo>
                  <a:pt x="2473953" y="24767"/>
                </a:lnTo>
                <a:lnTo>
                  <a:pt x="2473797" y="24747"/>
                </a:lnTo>
                <a:lnTo>
                  <a:pt x="2473642" y="24728"/>
                </a:lnTo>
                <a:lnTo>
                  <a:pt x="2473489" y="24712"/>
                </a:lnTo>
                <a:lnTo>
                  <a:pt x="2473337" y="24699"/>
                </a:lnTo>
                <a:lnTo>
                  <a:pt x="2473187" y="24687"/>
                </a:lnTo>
                <a:lnTo>
                  <a:pt x="2473037" y="24677"/>
                </a:lnTo>
                <a:lnTo>
                  <a:pt x="2472889" y="24670"/>
                </a:lnTo>
                <a:lnTo>
                  <a:pt x="2472742" y="24664"/>
                </a:lnTo>
                <a:lnTo>
                  <a:pt x="2472597" y="24661"/>
                </a:lnTo>
                <a:lnTo>
                  <a:pt x="2472452" y="24660"/>
                </a:lnTo>
                <a:lnTo>
                  <a:pt x="2472175" y="24662"/>
                </a:lnTo>
                <a:lnTo>
                  <a:pt x="2471900" y="24667"/>
                </a:lnTo>
                <a:lnTo>
                  <a:pt x="2471624" y="24676"/>
                </a:lnTo>
                <a:lnTo>
                  <a:pt x="2471350" y="24687"/>
                </a:lnTo>
                <a:lnTo>
                  <a:pt x="2471077" y="24703"/>
                </a:lnTo>
                <a:lnTo>
                  <a:pt x="2470804" y="24722"/>
                </a:lnTo>
                <a:lnTo>
                  <a:pt x="2470533" y="24744"/>
                </a:lnTo>
                <a:lnTo>
                  <a:pt x="2470262" y="24770"/>
                </a:lnTo>
                <a:lnTo>
                  <a:pt x="2469992" y="24799"/>
                </a:lnTo>
                <a:lnTo>
                  <a:pt x="2469723" y="24831"/>
                </a:lnTo>
                <a:lnTo>
                  <a:pt x="2469455" y="24867"/>
                </a:lnTo>
                <a:lnTo>
                  <a:pt x="2469187" y="24906"/>
                </a:lnTo>
                <a:lnTo>
                  <a:pt x="2468921" y="24949"/>
                </a:lnTo>
                <a:lnTo>
                  <a:pt x="2468655" y="24995"/>
                </a:lnTo>
                <a:lnTo>
                  <a:pt x="2468391" y="25045"/>
                </a:lnTo>
                <a:lnTo>
                  <a:pt x="2468127" y="25098"/>
                </a:lnTo>
                <a:lnTo>
                  <a:pt x="2467864" y="25154"/>
                </a:lnTo>
                <a:lnTo>
                  <a:pt x="2467602" y="25214"/>
                </a:lnTo>
                <a:lnTo>
                  <a:pt x="2467340" y="25277"/>
                </a:lnTo>
                <a:lnTo>
                  <a:pt x="2467080" y="25344"/>
                </a:lnTo>
                <a:lnTo>
                  <a:pt x="2466820" y="25414"/>
                </a:lnTo>
                <a:lnTo>
                  <a:pt x="2466562" y="25488"/>
                </a:lnTo>
                <a:lnTo>
                  <a:pt x="2466304" y="25565"/>
                </a:lnTo>
                <a:lnTo>
                  <a:pt x="2466047" y="25645"/>
                </a:lnTo>
                <a:lnTo>
                  <a:pt x="2465791" y="25728"/>
                </a:lnTo>
                <a:lnTo>
                  <a:pt x="2465536" y="25814"/>
                </a:lnTo>
                <a:lnTo>
                  <a:pt x="2465283" y="25903"/>
                </a:lnTo>
                <a:lnTo>
                  <a:pt x="2465031" y="25995"/>
                </a:lnTo>
                <a:lnTo>
                  <a:pt x="2464780" y="26089"/>
                </a:lnTo>
                <a:lnTo>
                  <a:pt x="2464530" y="26187"/>
                </a:lnTo>
                <a:lnTo>
                  <a:pt x="2464282" y="26287"/>
                </a:lnTo>
                <a:lnTo>
                  <a:pt x="2464035" y="26389"/>
                </a:lnTo>
                <a:lnTo>
                  <a:pt x="2463789" y="26495"/>
                </a:lnTo>
                <a:lnTo>
                  <a:pt x="2463545" y="26603"/>
                </a:lnTo>
                <a:lnTo>
                  <a:pt x="2463302" y="26714"/>
                </a:lnTo>
                <a:lnTo>
                  <a:pt x="2463060" y="26828"/>
                </a:lnTo>
                <a:lnTo>
                  <a:pt x="2462819" y="26945"/>
                </a:lnTo>
                <a:lnTo>
                  <a:pt x="2462580" y="27064"/>
                </a:lnTo>
                <a:lnTo>
                  <a:pt x="2462342" y="27187"/>
                </a:lnTo>
                <a:lnTo>
                  <a:pt x="2462105" y="27312"/>
                </a:lnTo>
                <a:lnTo>
                  <a:pt x="2461870" y="27439"/>
                </a:lnTo>
                <a:lnTo>
                  <a:pt x="2461636" y="27570"/>
                </a:lnTo>
                <a:lnTo>
                  <a:pt x="2461403" y="27703"/>
                </a:lnTo>
                <a:lnTo>
                  <a:pt x="2461171" y="27839"/>
                </a:lnTo>
                <a:lnTo>
                  <a:pt x="2460941" y="27978"/>
                </a:lnTo>
                <a:lnTo>
                  <a:pt x="2460712" y="28120"/>
                </a:lnTo>
                <a:lnTo>
                  <a:pt x="2460484" y="28265"/>
                </a:lnTo>
                <a:lnTo>
                  <a:pt x="2460258" y="28412"/>
                </a:lnTo>
                <a:lnTo>
                  <a:pt x="2460033" y="28562"/>
                </a:lnTo>
                <a:lnTo>
                  <a:pt x="2459810" y="28714"/>
                </a:lnTo>
                <a:lnTo>
                  <a:pt x="2459590" y="28869"/>
                </a:lnTo>
                <a:lnTo>
                  <a:pt x="2459371" y="29027"/>
                </a:lnTo>
                <a:lnTo>
                  <a:pt x="2459155" y="29187"/>
                </a:lnTo>
                <a:lnTo>
                  <a:pt x="2458941" y="29350"/>
                </a:lnTo>
                <a:lnTo>
                  <a:pt x="2458729" y="29515"/>
                </a:lnTo>
                <a:lnTo>
                  <a:pt x="2458519" y="29683"/>
                </a:lnTo>
                <a:lnTo>
                  <a:pt x="2458311" y="29853"/>
                </a:lnTo>
                <a:lnTo>
                  <a:pt x="2458106" y="30026"/>
                </a:lnTo>
                <a:lnTo>
                  <a:pt x="2457903" y="30202"/>
                </a:lnTo>
                <a:lnTo>
                  <a:pt x="2457701" y="30380"/>
                </a:lnTo>
                <a:lnTo>
                  <a:pt x="2457502" y="30561"/>
                </a:lnTo>
                <a:lnTo>
                  <a:pt x="2457305" y="30744"/>
                </a:lnTo>
                <a:lnTo>
                  <a:pt x="2457110" y="30930"/>
                </a:lnTo>
                <a:lnTo>
                  <a:pt x="2456918" y="31118"/>
                </a:lnTo>
                <a:lnTo>
                  <a:pt x="2456727" y="31309"/>
                </a:lnTo>
                <a:lnTo>
                  <a:pt x="2456539" y="31503"/>
                </a:lnTo>
                <a:lnTo>
                  <a:pt x="2456353" y="31699"/>
                </a:lnTo>
                <a:lnTo>
                  <a:pt x="2456168" y="31898"/>
                </a:lnTo>
                <a:lnTo>
                  <a:pt x="2455986" y="32099"/>
                </a:lnTo>
                <a:lnTo>
                  <a:pt x="2455807" y="32303"/>
                </a:lnTo>
                <a:lnTo>
                  <a:pt x="2455629" y="32509"/>
                </a:lnTo>
                <a:lnTo>
                  <a:pt x="2455453" y="32718"/>
                </a:lnTo>
                <a:lnTo>
                  <a:pt x="2455280" y="32929"/>
                </a:lnTo>
                <a:lnTo>
                  <a:pt x="2455110" y="33141"/>
                </a:lnTo>
                <a:lnTo>
                  <a:pt x="2454943" y="33355"/>
                </a:lnTo>
                <a:lnTo>
                  <a:pt x="2454779" y="33571"/>
                </a:lnTo>
                <a:lnTo>
                  <a:pt x="2454618" y="33788"/>
                </a:lnTo>
                <a:lnTo>
                  <a:pt x="2454460" y="34006"/>
                </a:lnTo>
                <a:lnTo>
                  <a:pt x="2454305" y="34226"/>
                </a:lnTo>
                <a:lnTo>
                  <a:pt x="2454153" y="34447"/>
                </a:lnTo>
                <a:lnTo>
                  <a:pt x="2454004" y="34670"/>
                </a:lnTo>
                <a:lnTo>
                  <a:pt x="2453858" y="34895"/>
                </a:lnTo>
                <a:lnTo>
                  <a:pt x="2453715" y="35121"/>
                </a:lnTo>
                <a:lnTo>
                  <a:pt x="2453575" y="35348"/>
                </a:lnTo>
                <a:lnTo>
                  <a:pt x="2453438" y="35577"/>
                </a:lnTo>
                <a:lnTo>
                  <a:pt x="2453303" y="35807"/>
                </a:lnTo>
                <a:lnTo>
                  <a:pt x="2453172" y="36039"/>
                </a:lnTo>
                <a:lnTo>
                  <a:pt x="2453044" y="36272"/>
                </a:lnTo>
                <a:lnTo>
                  <a:pt x="2452919" y="36507"/>
                </a:lnTo>
                <a:lnTo>
                  <a:pt x="2452797" y="36744"/>
                </a:lnTo>
                <a:lnTo>
                  <a:pt x="2452678" y="36981"/>
                </a:lnTo>
                <a:lnTo>
                  <a:pt x="2452561" y="37221"/>
                </a:lnTo>
                <a:lnTo>
                  <a:pt x="2452448" y="37462"/>
                </a:lnTo>
                <a:lnTo>
                  <a:pt x="2452338" y="37704"/>
                </a:lnTo>
                <a:lnTo>
                  <a:pt x="2452231" y="37948"/>
                </a:lnTo>
                <a:lnTo>
                  <a:pt x="2452126" y="38193"/>
                </a:lnTo>
                <a:lnTo>
                  <a:pt x="2451880" y="38193"/>
                </a:lnTo>
                <a:lnTo>
                  <a:pt x="2451880" y="26369"/>
                </a:lnTo>
                <a:lnTo>
                  <a:pt x="2435252" y="26369"/>
                </a:lnTo>
                <a:lnTo>
                  <a:pt x="2435252" y="90100"/>
                </a:lnTo>
                <a:lnTo>
                  <a:pt x="2452743" y="90100"/>
                </a:lnTo>
                <a:lnTo>
                  <a:pt x="2452743" y="61368"/>
                </a:lnTo>
                <a:lnTo>
                  <a:pt x="2452744" y="61010"/>
                </a:lnTo>
                <a:lnTo>
                  <a:pt x="2452749" y="60653"/>
                </a:lnTo>
                <a:lnTo>
                  <a:pt x="2452756" y="60299"/>
                </a:lnTo>
                <a:close/>
                <a:moveTo>
                  <a:pt x="2479758" y="71481"/>
                </a:moveTo>
                <a:lnTo>
                  <a:pt x="2479816" y="71980"/>
                </a:lnTo>
                <a:lnTo>
                  <a:pt x="2479882" y="72472"/>
                </a:lnTo>
                <a:lnTo>
                  <a:pt x="2479957" y="72956"/>
                </a:lnTo>
                <a:lnTo>
                  <a:pt x="2480040" y="73433"/>
                </a:lnTo>
                <a:lnTo>
                  <a:pt x="2480131" y="73902"/>
                </a:lnTo>
                <a:lnTo>
                  <a:pt x="2480231" y="74364"/>
                </a:lnTo>
                <a:lnTo>
                  <a:pt x="2480339" y="74819"/>
                </a:lnTo>
                <a:lnTo>
                  <a:pt x="2480456" y="75266"/>
                </a:lnTo>
                <a:lnTo>
                  <a:pt x="2480581" y="75705"/>
                </a:lnTo>
                <a:lnTo>
                  <a:pt x="2480714" y="76137"/>
                </a:lnTo>
                <a:lnTo>
                  <a:pt x="2480855" y="76562"/>
                </a:lnTo>
                <a:lnTo>
                  <a:pt x="2481005" y="76979"/>
                </a:lnTo>
                <a:lnTo>
                  <a:pt x="2481163" y="77388"/>
                </a:lnTo>
                <a:lnTo>
                  <a:pt x="2481330" y="77790"/>
                </a:lnTo>
                <a:lnTo>
                  <a:pt x="2481504" y="78185"/>
                </a:lnTo>
                <a:lnTo>
                  <a:pt x="2481688" y="78572"/>
                </a:lnTo>
                <a:lnTo>
                  <a:pt x="2481879" y="78952"/>
                </a:lnTo>
                <a:lnTo>
                  <a:pt x="2482079" y="79324"/>
                </a:lnTo>
                <a:lnTo>
                  <a:pt x="2482287" y="79689"/>
                </a:lnTo>
                <a:lnTo>
                  <a:pt x="2482504" y="80046"/>
                </a:lnTo>
                <a:lnTo>
                  <a:pt x="2482727" y="80396"/>
                </a:lnTo>
                <a:lnTo>
                  <a:pt x="2482955" y="80741"/>
                </a:lnTo>
                <a:lnTo>
                  <a:pt x="2483189" y="81080"/>
                </a:lnTo>
                <a:lnTo>
                  <a:pt x="2483427" y="81413"/>
                </a:lnTo>
                <a:lnTo>
                  <a:pt x="2483671" y="81741"/>
                </a:lnTo>
                <a:lnTo>
                  <a:pt x="2483920" y="82062"/>
                </a:lnTo>
                <a:lnTo>
                  <a:pt x="2484174" y="82378"/>
                </a:lnTo>
                <a:lnTo>
                  <a:pt x="2484433" y="82689"/>
                </a:lnTo>
                <a:lnTo>
                  <a:pt x="2484698" y="82993"/>
                </a:lnTo>
                <a:lnTo>
                  <a:pt x="2484967" y="83292"/>
                </a:lnTo>
                <a:lnTo>
                  <a:pt x="2485242" y="83585"/>
                </a:lnTo>
                <a:lnTo>
                  <a:pt x="2485521" y="83872"/>
                </a:lnTo>
                <a:lnTo>
                  <a:pt x="2485806" y="84153"/>
                </a:lnTo>
                <a:lnTo>
                  <a:pt x="2486096" y="84429"/>
                </a:lnTo>
                <a:lnTo>
                  <a:pt x="2486391" y="84699"/>
                </a:lnTo>
                <a:lnTo>
                  <a:pt x="2486691" y="84963"/>
                </a:lnTo>
                <a:lnTo>
                  <a:pt x="2486997" y="85221"/>
                </a:lnTo>
                <a:lnTo>
                  <a:pt x="2487307" y="85474"/>
                </a:lnTo>
                <a:lnTo>
                  <a:pt x="2487623" y="85721"/>
                </a:lnTo>
                <a:lnTo>
                  <a:pt x="2487943" y="85962"/>
                </a:lnTo>
                <a:lnTo>
                  <a:pt x="2488269" y="86197"/>
                </a:lnTo>
                <a:lnTo>
                  <a:pt x="2488600" y="86427"/>
                </a:lnTo>
                <a:lnTo>
                  <a:pt x="2488936" y="86651"/>
                </a:lnTo>
                <a:lnTo>
                  <a:pt x="2489278" y="86869"/>
                </a:lnTo>
                <a:lnTo>
                  <a:pt x="2489624" y="87081"/>
                </a:lnTo>
                <a:lnTo>
                  <a:pt x="2489974" y="87289"/>
                </a:lnTo>
                <a:lnTo>
                  <a:pt x="2490328" y="87491"/>
                </a:lnTo>
                <a:lnTo>
                  <a:pt x="2490686" y="87689"/>
                </a:lnTo>
                <a:lnTo>
                  <a:pt x="2491048" y="87881"/>
                </a:lnTo>
                <a:lnTo>
                  <a:pt x="2491414" y="88068"/>
                </a:lnTo>
                <a:lnTo>
                  <a:pt x="2491785" y="88250"/>
                </a:lnTo>
                <a:lnTo>
                  <a:pt x="2492159" y="88426"/>
                </a:lnTo>
                <a:lnTo>
                  <a:pt x="2492538" y="88598"/>
                </a:lnTo>
                <a:lnTo>
                  <a:pt x="2492920" y="88764"/>
                </a:lnTo>
                <a:lnTo>
                  <a:pt x="2493307" y="88926"/>
                </a:lnTo>
                <a:lnTo>
                  <a:pt x="2493697" y="89082"/>
                </a:lnTo>
                <a:lnTo>
                  <a:pt x="2494092" y="89233"/>
                </a:lnTo>
                <a:lnTo>
                  <a:pt x="2494491" y="89379"/>
                </a:lnTo>
                <a:lnTo>
                  <a:pt x="2494894" y="89520"/>
                </a:lnTo>
                <a:lnTo>
                  <a:pt x="2495301" y="89656"/>
                </a:lnTo>
                <a:lnTo>
                  <a:pt x="2495712" y="89786"/>
                </a:lnTo>
                <a:lnTo>
                  <a:pt x="2496127" y="89912"/>
                </a:lnTo>
                <a:lnTo>
                  <a:pt x="2496546" y="90032"/>
                </a:lnTo>
                <a:lnTo>
                  <a:pt x="2496969" y="90147"/>
                </a:lnTo>
                <a:lnTo>
                  <a:pt x="2497396" y="90257"/>
                </a:lnTo>
                <a:lnTo>
                  <a:pt x="2497827" y="90362"/>
                </a:lnTo>
                <a:lnTo>
                  <a:pt x="2498262" y="90462"/>
                </a:lnTo>
                <a:lnTo>
                  <a:pt x="2498702" y="90556"/>
                </a:lnTo>
                <a:lnTo>
                  <a:pt x="2499144" y="90647"/>
                </a:lnTo>
                <a:lnTo>
                  <a:pt x="2499586" y="90733"/>
                </a:lnTo>
                <a:lnTo>
                  <a:pt x="2500030" y="90816"/>
                </a:lnTo>
                <a:lnTo>
                  <a:pt x="2500474" y="90895"/>
                </a:lnTo>
                <a:lnTo>
                  <a:pt x="2500919" y="90970"/>
                </a:lnTo>
                <a:lnTo>
                  <a:pt x="2501366" y="91041"/>
                </a:lnTo>
                <a:lnTo>
                  <a:pt x="2501813" y="91108"/>
                </a:lnTo>
                <a:lnTo>
                  <a:pt x="2502260" y="91172"/>
                </a:lnTo>
                <a:lnTo>
                  <a:pt x="2502709" y="91231"/>
                </a:lnTo>
                <a:lnTo>
                  <a:pt x="2503158" y="91287"/>
                </a:lnTo>
                <a:lnTo>
                  <a:pt x="2503609" y="91339"/>
                </a:lnTo>
                <a:lnTo>
                  <a:pt x="2504060" y="91387"/>
                </a:lnTo>
                <a:lnTo>
                  <a:pt x="2504512" y="91431"/>
                </a:lnTo>
                <a:lnTo>
                  <a:pt x="2504965" y="91471"/>
                </a:lnTo>
                <a:lnTo>
                  <a:pt x="2505419" y="91508"/>
                </a:lnTo>
                <a:lnTo>
                  <a:pt x="2505873" y="91541"/>
                </a:lnTo>
                <a:lnTo>
                  <a:pt x="2506329" y="91569"/>
                </a:lnTo>
                <a:lnTo>
                  <a:pt x="2506785" y="91594"/>
                </a:lnTo>
                <a:lnTo>
                  <a:pt x="2507243" y="91615"/>
                </a:lnTo>
                <a:lnTo>
                  <a:pt x="2507701" y="91633"/>
                </a:lnTo>
                <a:lnTo>
                  <a:pt x="2508160" y="91646"/>
                </a:lnTo>
                <a:lnTo>
                  <a:pt x="2508619" y="91656"/>
                </a:lnTo>
                <a:lnTo>
                  <a:pt x="2509080" y="91662"/>
                </a:lnTo>
                <a:lnTo>
                  <a:pt x="2509541" y="91664"/>
                </a:lnTo>
                <a:lnTo>
                  <a:pt x="2509993" y="91662"/>
                </a:lnTo>
                <a:lnTo>
                  <a:pt x="2510443" y="91656"/>
                </a:lnTo>
                <a:lnTo>
                  <a:pt x="2510893" y="91647"/>
                </a:lnTo>
                <a:lnTo>
                  <a:pt x="2511343" y="91634"/>
                </a:lnTo>
                <a:lnTo>
                  <a:pt x="2511791" y="91618"/>
                </a:lnTo>
                <a:lnTo>
                  <a:pt x="2512239" y="91598"/>
                </a:lnTo>
                <a:lnTo>
                  <a:pt x="2512687" y="91574"/>
                </a:lnTo>
                <a:lnTo>
                  <a:pt x="2513133" y="91547"/>
                </a:lnTo>
                <a:lnTo>
                  <a:pt x="2513580" y="91516"/>
                </a:lnTo>
                <a:lnTo>
                  <a:pt x="2514025" y="91481"/>
                </a:lnTo>
                <a:lnTo>
                  <a:pt x="2514470" y="91443"/>
                </a:lnTo>
                <a:lnTo>
                  <a:pt x="2514914" y="91401"/>
                </a:lnTo>
                <a:lnTo>
                  <a:pt x="2515358" y="91356"/>
                </a:lnTo>
                <a:lnTo>
                  <a:pt x="2515801" y="91307"/>
                </a:lnTo>
                <a:lnTo>
                  <a:pt x="2516243" y="91254"/>
                </a:lnTo>
                <a:lnTo>
                  <a:pt x="2516685" y="91197"/>
                </a:lnTo>
                <a:lnTo>
                  <a:pt x="2517126" y="91137"/>
                </a:lnTo>
                <a:lnTo>
                  <a:pt x="2517566" y="91074"/>
                </a:lnTo>
                <a:lnTo>
                  <a:pt x="2518006" y="91006"/>
                </a:lnTo>
                <a:lnTo>
                  <a:pt x="2518445" y="90935"/>
                </a:lnTo>
                <a:lnTo>
                  <a:pt x="2518883" y="90861"/>
                </a:lnTo>
                <a:lnTo>
                  <a:pt x="2519321" y="90782"/>
                </a:lnTo>
                <a:lnTo>
                  <a:pt x="2519758" y="90700"/>
                </a:lnTo>
                <a:lnTo>
                  <a:pt x="2520195" y="90615"/>
                </a:lnTo>
                <a:lnTo>
                  <a:pt x="2520629" y="90525"/>
                </a:lnTo>
                <a:lnTo>
                  <a:pt x="2521059" y="90430"/>
                </a:lnTo>
                <a:lnTo>
                  <a:pt x="2521486" y="90329"/>
                </a:lnTo>
                <a:lnTo>
                  <a:pt x="2521908" y="90223"/>
                </a:lnTo>
                <a:lnTo>
                  <a:pt x="2522326" y="90112"/>
                </a:lnTo>
                <a:lnTo>
                  <a:pt x="2522740" y="89995"/>
                </a:lnTo>
                <a:lnTo>
                  <a:pt x="2523150" y="89873"/>
                </a:lnTo>
                <a:lnTo>
                  <a:pt x="2523556" y="89746"/>
                </a:lnTo>
                <a:lnTo>
                  <a:pt x="2523957" y="89613"/>
                </a:lnTo>
                <a:lnTo>
                  <a:pt x="2524355" y="89475"/>
                </a:lnTo>
                <a:lnTo>
                  <a:pt x="2524749" y="89331"/>
                </a:lnTo>
                <a:lnTo>
                  <a:pt x="2525138" y="89182"/>
                </a:lnTo>
                <a:lnTo>
                  <a:pt x="2525524" y="89028"/>
                </a:lnTo>
                <a:lnTo>
                  <a:pt x="2525905" y="88869"/>
                </a:lnTo>
                <a:lnTo>
                  <a:pt x="2526282" y="88704"/>
                </a:lnTo>
                <a:lnTo>
                  <a:pt x="2526656" y="88534"/>
                </a:lnTo>
                <a:lnTo>
                  <a:pt x="2527025" y="88358"/>
                </a:lnTo>
                <a:lnTo>
                  <a:pt x="2527390" y="88177"/>
                </a:lnTo>
                <a:lnTo>
                  <a:pt x="2527751" y="87991"/>
                </a:lnTo>
                <a:lnTo>
                  <a:pt x="2528108" y="87800"/>
                </a:lnTo>
                <a:lnTo>
                  <a:pt x="2528461" y="87603"/>
                </a:lnTo>
                <a:lnTo>
                  <a:pt x="2528810" y="87400"/>
                </a:lnTo>
                <a:lnTo>
                  <a:pt x="2529154" y="87193"/>
                </a:lnTo>
                <a:lnTo>
                  <a:pt x="2529495" y="86980"/>
                </a:lnTo>
                <a:lnTo>
                  <a:pt x="2529831" y="86761"/>
                </a:lnTo>
                <a:lnTo>
                  <a:pt x="2530162" y="86537"/>
                </a:lnTo>
                <a:lnTo>
                  <a:pt x="2530487" y="86307"/>
                </a:lnTo>
                <a:lnTo>
                  <a:pt x="2530807" y="86071"/>
                </a:lnTo>
                <a:lnTo>
                  <a:pt x="2531122" y="85829"/>
                </a:lnTo>
                <a:lnTo>
                  <a:pt x="2531432" y="85582"/>
                </a:lnTo>
                <a:lnTo>
                  <a:pt x="2531736" y="85328"/>
                </a:lnTo>
                <a:lnTo>
                  <a:pt x="2532034" y="85069"/>
                </a:lnTo>
                <a:lnTo>
                  <a:pt x="2532327" y="84805"/>
                </a:lnTo>
                <a:lnTo>
                  <a:pt x="2532615" y="84534"/>
                </a:lnTo>
                <a:lnTo>
                  <a:pt x="2532898" y="84258"/>
                </a:lnTo>
                <a:lnTo>
                  <a:pt x="2533175" y="83976"/>
                </a:lnTo>
                <a:lnTo>
                  <a:pt x="2533447" y="83688"/>
                </a:lnTo>
                <a:lnTo>
                  <a:pt x="2533714" y="83394"/>
                </a:lnTo>
                <a:lnTo>
                  <a:pt x="2533975" y="83095"/>
                </a:lnTo>
                <a:lnTo>
                  <a:pt x="2534231" y="82789"/>
                </a:lnTo>
                <a:lnTo>
                  <a:pt x="2534481" y="82478"/>
                </a:lnTo>
                <a:lnTo>
                  <a:pt x="2534726" y="82162"/>
                </a:lnTo>
                <a:lnTo>
                  <a:pt x="2534966" y="81839"/>
                </a:lnTo>
                <a:lnTo>
                  <a:pt x="2535201" y="81511"/>
                </a:lnTo>
                <a:lnTo>
                  <a:pt x="2535430" y="81177"/>
                </a:lnTo>
                <a:lnTo>
                  <a:pt x="2535653" y="80837"/>
                </a:lnTo>
                <a:lnTo>
                  <a:pt x="2535872" y="80491"/>
                </a:lnTo>
                <a:lnTo>
                  <a:pt x="2536085" y="80140"/>
                </a:lnTo>
                <a:lnTo>
                  <a:pt x="2536291" y="79782"/>
                </a:lnTo>
                <a:lnTo>
                  <a:pt x="2536488" y="79417"/>
                </a:lnTo>
                <a:lnTo>
                  <a:pt x="2536677" y="79045"/>
                </a:lnTo>
                <a:lnTo>
                  <a:pt x="2536857" y="78666"/>
                </a:lnTo>
                <a:lnTo>
                  <a:pt x="2537028" y="78280"/>
                </a:lnTo>
                <a:lnTo>
                  <a:pt x="2537190" y="77887"/>
                </a:lnTo>
                <a:lnTo>
                  <a:pt x="2537344" y="77487"/>
                </a:lnTo>
                <a:lnTo>
                  <a:pt x="2537488" y="77079"/>
                </a:lnTo>
                <a:lnTo>
                  <a:pt x="2537624" y="76665"/>
                </a:lnTo>
                <a:lnTo>
                  <a:pt x="2537751" y="76244"/>
                </a:lnTo>
                <a:lnTo>
                  <a:pt x="2537870" y="75815"/>
                </a:lnTo>
                <a:lnTo>
                  <a:pt x="2537980" y="75380"/>
                </a:lnTo>
                <a:lnTo>
                  <a:pt x="2538080" y="74937"/>
                </a:lnTo>
                <a:lnTo>
                  <a:pt x="2538172" y="74488"/>
                </a:lnTo>
                <a:lnTo>
                  <a:pt x="2538256" y="74031"/>
                </a:lnTo>
                <a:lnTo>
                  <a:pt x="2538330" y="73567"/>
                </a:lnTo>
                <a:lnTo>
                  <a:pt x="2538396" y="73096"/>
                </a:lnTo>
                <a:lnTo>
                  <a:pt x="2538453" y="72618"/>
                </a:lnTo>
                <a:lnTo>
                  <a:pt x="2538501" y="72133"/>
                </a:lnTo>
                <a:lnTo>
                  <a:pt x="2538541" y="71641"/>
                </a:lnTo>
                <a:lnTo>
                  <a:pt x="2538572" y="71142"/>
                </a:lnTo>
                <a:lnTo>
                  <a:pt x="2538593" y="70636"/>
                </a:lnTo>
                <a:lnTo>
                  <a:pt x="2538607" y="70123"/>
                </a:lnTo>
                <a:lnTo>
                  <a:pt x="2538611" y="69603"/>
                </a:lnTo>
                <a:lnTo>
                  <a:pt x="2538608" y="69236"/>
                </a:lnTo>
                <a:lnTo>
                  <a:pt x="2538599" y="68873"/>
                </a:lnTo>
                <a:lnTo>
                  <a:pt x="2538584" y="68516"/>
                </a:lnTo>
                <a:lnTo>
                  <a:pt x="2538563" y="68164"/>
                </a:lnTo>
                <a:lnTo>
                  <a:pt x="2538536" y="67816"/>
                </a:lnTo>
                <a:lnTo>
                  <a:pt x="2538503" y="67474"/>
                </a:lnTo>
                <a:lnTo>
                  <a:pt x="2538464" y="67136"/>
                </a:lnTo>
                <a:lnTo>
                  <a:pt x="2538419" y="66803"/>
                </a:lnTo>
                <a:lnTo>
                  <a:pt x="2538368" y="66475"/>
                </a:lnTo>
                <a:lnTo>
                  <a:pt x="2538311" y="66152"/>
                </a:lnTo>
                <a:lnTo>
                  <a:pt x="2538249" y="65834"/>
                </a:lnTo>
                <a:lnTo>
                  <a:pt x="2538180" y="65521"/>
                </a:lnTo>
                <a:lnTo>
                  <a:pt x="2538105" y="65213"/>
                </a:lnTo>
                <a:lnTo>
                  <a:pt x="2538024" y="64910"/>
                </a:lnTo>
                <a:lnTo>
                  <a:pt x="2537937" y="64612"/>
                </a:lnTo>
                <a:lnTo>
                  <a:pt x="2537844" y="64318"/>
                </a:lnTo>
                <a:lnTo>
                  <a:pt x="2537745" y="64030"/>
                </a:lnTo>
                <a:lnTo>
                  <a:pt x="2537640" y="63746"/>
                </a:lnTo>
                <a:lnTo>
                  <a:pt x="2537530" y="63468"/>
                </a:lnTo>
                <a:lnTo>
                  <a:pt x="2537413" y="63194"/>
                </a:lnTo>
                <a:lnTo>
                  <a:pt x="2537290" y="62925"/>
                </a:lnTo>
                <a:lnTo>
                  <a:pt x="2537161" y="62661"/>
                </a:lnTo>
                <a:lnTo>
                  <a:pt x="2537026" y="62402"/>
                </a:lnTo>
                <a:lnTo>
                  <a:pt x="2536886" y="62148"/>
                </a:lnTo>
                <a:lnTo>
                  <a:pt x="2536740" y="61898"/>
                </a:lnTo>
                <a:lnTo>
                  <a:pt x="2536591" y="61652"/>
                </a:lnTo>
                <a:lnTo>
                  <a:pt x="2536437" y="61409"/>
                </a:lnTo>
                <a:lnTo>
                  <a:pt x="2536280" y="61169"/>
                </a:lnTo>
                <a:lnTo>
                  <a:pt x="2536119" y="60933"/>
                </a:lnTo>
                <a:lnTo>
                  <a:pt x="2535954" y="60700"/>
                </a:lnTo>
                <a:lnTo>
                  <a:pt x="2535786" y="60470"/>
                </a:lnTo>
                <a:lnTo>
                  <a:pt x="2535613" y="60244"/>
                </a:lnTo>
                <a:lnTo>
                  <a:pt x="2535437" y="60022"/>
                </a:lnTo>
                <a:lnTo>
                  <a:pt x="2535256" y="59803"/>
                </a:lnTo>
                <a:lnTo>
                  <a:pt x="2535072" y="59587"/>
                </a:lnTo>
                <a:lnTo>
                  <a:pt x="2534884" y="59375"/>
                </a:lnTo>
                <a:lnTo>
                  <a:pt x="2534692" y="59166"/>
                </a:lnTo>
                <a:lnTo>
                  <a:pt x="2534497" y="58960"/>
                </a:lnTo>
                <a:lnTo>
                  <a:pt x="2534297" y="58758"/>
                </a:lnTo>
                <a:lnTo>
                  <a:pt x="2534094" y="58560"/>
                </a:lnTo>
                <a:lnTo>
                  <a:pt x="2533887" y="58365"/>
                </a:lnTo>
                <a:lnTo>
                  <a:pt x="2533675" y="58173"/>
                </a:lnTo>
                <a:lnTo>
                  <a:pt x="2533460" y="57984"/>
                </a:lnTo>
                <a:lnTo>
                  <a:pt x="2533242" y="57800"/>
                </a:lnTo>
                <a:lnTo>
                  <a:pt x="2533019" y="57618"/>
                </a:lnTo>
                <a:lnTo>
                  <a:pt x="2532792" y="57440"/>
                </a:lnTo>
                <a:lnTo>
                  <a:pt x="2532562" y="57265"/>
                </a:lnTo>
                <a:lnTo>
                  <a:pt x="2532328" y="57094"/>
                </a:lnTo>
                <a:lnTo>
                  <a:pt x="2532090" y="56926"/>
                </a:lnTo>
                <a:lnTo>
                  <a:pt x="2531850" y="56761"/>
                </a:lnTo>
                <a:lnTo>
                  <a:pt x="2531607" y="56598"/>
                </a:lnTo>
                <a:lnTo>
                  <a:pt x="2531361" y="56439"/>
                </a:lnTo>
                <a:lnTo>
                  <a:pt x="2531113" y="56282"/>
                </a:lnTo>
                <a:lnTo>
                  <a:pt x="2530861" y="56128"/>
                </a:lnTo>
                <a:lnTo>
                  <a:pt x="2530607" y="55976"/>
                </a:lnTo>
                <a:lnTo>
                  <a:pt x="2530350" y="55828"/>
                </a:lnTo>
                <a:lnTo>
                  <a:pt x="2530091" y="55682"/>
                </a:lnTo>
                <a:lnTo>
                  <a:pt x="2529828" y="55539"/>
                </a:lnTo>
                <a:lnTo>
                  <a:pt x="2529563" y="55399"/>
                </a:lnTo>
                <a:lnTo>
                  <a:pt x="2529295" y="55261"/>
                </a:lnTo>
                <a:lnTo>
                  <a:pt x="2529024" y="55127"/>
                </a:lnTo>
                <a:lnTo>
                  <a:pt x="2528751" y="54995"/>
                </a:lnTo>
                <a:lnTo>
                  <a:pt x="2528474" y="54866"/>
                </a:lnTo>
                <a:lnTo>
                  <a:pt x="2528195" y="54739"/>
                </a:lnTo>
                <a:lnTo>
                  <a:pt x="2527913" y="54616"/>
                </a:lnTo>
                <a:lnTo>
                  <a:pt x="2527628" y="54495"/>
                </a:lnTo>
                <a:lnTo>
                  <a:pt x="2527341" y="54377"/>
                </a:lnTo>
                <a:lnTo>
                  <a:pt x="2527051" y="54262"/>
                </a:lnTo>
                <a:lnTo>
                  <a:pt x="2526758" y="54150"/>
                </a:lnTo>
                <a:lnTo>
                  <a:pt x="2526462" y="54040"/>
                </a:lnTo>
                <a:lnTo>
                  <a:pt x="2526163" y="53933"/>
                </a:lnTo>
                <a:lnTo>
                  <a:pt x="2525862" y="53829"/>
                </a:lnTo>
                <a:lnTo>
                  <a:pt x="2525559" y="53727"/>
                </a:lnTo>
                <a:lnTo>
                  <a:pt x="2525255" y="53626"/>
                </a:lnTo>
                <a:lnTo>
                  <a:pt x="2524951" y="53527"/>
                </a:lnTo>
                <a:lnTo>
                  <a:pt x="2524646" y="53429"/>
                </a:lnTo>
                <a:lnTo>
                  <a:pt x="2524340" y="53332"/>
                </a:lnTo>
                <a:lnTo>
                  <a:pt x="2524034" y="53236"/>
                </a:lnTo>
                <a:lnTo>
                  <a:pt x="2523727" y="53142"/>
                </a:lnTo>
                <a:lnTo>
                  <a:pt x="2523419" y="53049"/>
                </a:lnTo>
                <a:lnTo>
                  <a:pt x="2523111" y="52957"/>
                </a:lnTo>
                <a:lnTo>
                  <a:pt x="2522802" y="52866"/>
                </a:lnTo>
                <a:lnTo>
                  <a:pt x="2522492" y="52777"/>
                </a:lnTo>
                <a:lnTo>
                  <a:pt x="2522182" y="52689"/>
                </a:lnTo>
                <a:lnTo>
                  <a:pt x="2521871" y="52602"/>
                </a:lnTo>
                <a:lnTo>
                  <a:pt x="2521560" y="52517"/>
                </a:lnTo>
                <a:lnTo>
                  <a:pt x="2521248" y="52433"/>
                </a:lnTo>
                <a:lnTo>
                  <a:pt x="2520935" y="52350"/>
                </a:lnTo>
                <a:lnTo>
                  <a:pt x="2520621" y="52268"/>
                </a:lnTo>
                <a:lnTo>
                  <a:pt x="2520307" y="52188"/>
                </a:lnTo>
                <a:lnTo>
                  <a:pt x="2519993" y="52109"/>
                </a:lnTo>
                <a:lnTo>
                  <a:pt x="2519677" y="52032"/>
                </a:lnTo>
                <a:lnTo>
                  <a:pt x="2519361" y="51955"/>
                </a:lnTo>
                <a:lnTo>
                  <a:pt x="2519045" y="51880"/>
                </a:lnTo>
                <a:lnTo>
                  <a:pt x="2518727" y="51806"/>
                </a:lnTo>
                <a:lnTo>
                  <a:pt x="2518409" y="51734"/>
                </a:lnTo>
                <a:lnTo>
                  <a:pt x="2518102" y="51662"/>
                </a:lnTo>
                <a:lnTo>
                  <a:pt x="2517794" y="51591"/>
                </a:lnTo>
                <a:lnTo>
                  <a:pt x="2517487" y="51520"/>
                </a:lnTo>
                <a:lnTo>
                  <a:pt x="2517181" y="51450"/>
                </a:lnTo>
                <a:lnTo>
                  <a:pt x="2516875" y="51380"/>
                </a:lnTo>
                <a:lnTo>
                  <a:pt x="2516569" y="51310"/>
                </a:lnTo>
                <a:lnTo>
                  <a:pt x="2516264" y="51241"/>
                </a:lnTo>
                <a:lnTo>
                  <a:pt x="2515959" y="51172"/>
                </a:lnTo>
                <a:lnTo>
                  <a:pt x="2515655" y="51104"/>
                </a:lnTo>
                <a:lnTo>
                  <a:pt x="2515351" y="51036"/>
                </a:lnTo>
                <a:lnTo>
                  <a:pt x="2515048" y="50969"/>
                </a:lnTo>
                <a:lnTo>
                  <a:pt x="2514745" y="50902"/>
                </a:lnTo>
                <a:lnTo>
                  <a:pt x="2514442" y="50835"/>
                </a:lnTo>
                <a:lnTo>
                  <a:pt x="2514140" y="50769"/>
                </a:lnTo>
                <a:lnTo>
                  <a:pt x="2513838" y="50704"/>
                </a:lnTo>
                <a:lnTo>
                  <a:pt x="2513537" y="50638"/>
                </a:lnTo>
                <a:lnTo>
                  <a:pt x="2513236" y="50574"/>
                </a:lnTo>
                <a:lnTo>
                  <a:pt x="2512935" y="50509"/>
                </a:lnTo>
                <a:lnTo>
                  <a:pt x="2512635" y="50445"/>
                </a:lnTo>
                <a:lnTo>
                  <a:pt x="2512335" y="50382"/>
                </a:lnTo>
                <a:lnTo>
                  <a:pt x="2512036" y="50319"/>
                </a:lnTo>
                <a:lnTo>
                  <a:pt x="2511737" y="50256"/>
                </a:lnTo>
                <a:lnTo>
                  <a:pt x="2511439" y="50194"/>
                </a:lnTo>
                <a:lnTo>
                  <a:pt x="2511141" y="50132"/>
                </a:lnTo>
                <a:lnTo>
                  <a:pt x="2510845" y="50070"/>
                </a:lnTo>
                <a:lnTo>
                  <a:pt x="2510551" y="50008"/>
                </a:lnTo>
                <a:lnTo>
                  <a:pt x="2510261" y="49944"/>
                </a:lnTo>
                <a:lnTo>
                  <a:pt x="2509973" y="49880"/>
                </a:lnTo>
                <a:lnTo>
                  <a:pt x="2509688" y="49816"/>
                </a:lnTo>
                <a:lnTo>
                  <a:pt x="2509405" y="49751"/>
                </a:lnTo>
                <a:lnTo>
                  <a:pt x="2509126" y="49685"/>
                </a:lnTo>
                <a:lnTo>
                  <a:pt x="2508849" y="49618"/>
                </a:lnTo>
                <a:lnTo>
                  <a:pt x="2508575" y="49551"/>
                </a:lnTo>
                <a:lnTo>
                  <a:pt x="2508304" y="49483"/>
                </a:lnTo>
                <a:lnTo>
                  <a:pt x="2508035" y="49415"/>
                </a:lnTo>
                <a:lnTo>
                  <a:pt x="2507769" y="49346"/>
                </a:lnTo>
                <a:lnTo>
                  <a:pt x="2507506" y="49276"/>
                </a:lnTo>
                <a:lnTo>
                  <a:pt x="2507246" y="49206"/>
                </a:lnTo>
                <a:lnTo>
                  <a:pt x="2506989" y="49135"/>
                </a:lnTo>
                <a:lnTo>
                  <a:pt x="2506734" y="49064"/>
                </a:lnTo>
                <a:lnTo>
                  <a:pt x="2506483" y="48992"/>
                </a:lnTo>
                <a:lnTo>
                  <a:pt x="2506233" y="48919"/>
                </a:lnTo>
                <a:lnTo>
                  <a:pt x="2505987" y="48845"/>
                </a:lnTo>
                <a:lnTo>
                  <a:pt x="2505744" y="48771"/>
                </a:lnTo>
                <a:lnTo>
                  <a:pt x="2505503" y="48697"/>
                </a:lnTo>
                <a:lnTo>
                  <a:pt x="2505265" y="48621"/>
                </a:lnTo>
                <a:lnTo>
                  <a:pt x="2505030" y="48545"/>
                </a:lnTo>
                <a:lnTo>
                  <a:pt x="2504797" y="48469"/>
                </a:lnTo>
                <a:lnTo>
                  <a:pt x="2504568" y="48391"/>
                </a:lnTo>
                <a:lnTo>
                  <a:pt x="2504343" y="48311"/>
                </a:lnTo>
                <a:lnTo>
                  <a:pt x="2504121" y="48229"/>
                </a:lnTo>
                <a:lnTo>
                  <a:pt x="2503903" y="48145"/>
                </a:lnTo>
                <a:lnTo>
                  <a:pt x="2503688" y="48059"/>
                </a:lnTo>
                <a:lnTo>
                  <a:pt x="2503477" y="47972"/>
                </a:lnTo>
                <a:lnTo>
                  <a:pt x="2503270" y="47882"/>
                </a:lnTo>
                <a:lnTo>
                  <a:pt x="2503066" y="47791"/>
                </a:lnTo>
                <a:lnTo>
                  <a:pt x="2502866" y="47697"/>
                </a:lnTo>
                <a:lnTo>
                  <a:pt x="2502670" y="47602"/>
                </a:lnTo>
                <a:lnTo>
                  <a:pt x="2502477" y="47505"/>
                </a:lnTo>
                <a:lnTo>
                  <a:pt x="2502288" y="47405"/>
                </a:lnTo>
                <a:lnTo>
                  <a:pt x="2502103" y="47304"/>
                </a:lnTo>
                <a:lnTo>
                  <a:pt x="2501921" y="47201"/>
                </a:lnTo>
                <a:lnTo>
                  <a:pt x="2501742" y="47096"/>
                </a:lnTo>
                <a:lnTo>
                  <a:pt x="2501568" y="46989"/>
                </a:lnTo>
                <a:lnTo>
                  <a:pt x="2501397" y="46881"/>
                </a:lnTo>
                <a:lnTo>
                  <a:pt x="2501229" y="46770"/>
                </a:lnTo>
                <a:lnTo>
                  <a:pt x="2501066" y="46657"/>
                </a:lnTo>
                <a:lnTo>
                  <a:pt x="2500906" y="46543"/>
                </a:lnTo>
                <a:lnTo>
                  <a:pt x="2500749" y="46426"/>
                </a:lnTo>
                <a:lnTo>
                  <a:pt x="2500596" y="46308"/>
                </a:lnTo>
                <a:lnTo>
                  <a:pt x="2500447" y="46187"/>
                </a:lnTo>
                <a:lnTo>
                  <a:pt x="2500301" y="46065"/>
                </a:lnTo>
                <a:lnTo>
                  <a:pt x="2500161" y="45940"/>
                </a:lnTo>
                <a:lnTo>
                  <a:pt x="2500026" y="45812"/>
                </a:lnTo>
                <a:lnTo>
                  <a:pt x="2499897" y="45682"/>
                </a:lnTo>
                <a:lnTo>
                  <a:pt x="2499775" y="45548"/>
                </a:lnTo>
                <a:lnTo>
                  <a:pt x="2499658" y="45411"/>
                </a:lnTo>
                <a:lnTo>
                  <a:pt x="2499547" y="45271"/>
                </a:lnTo>
                <a:lnTo>
                  <a:pt x="2499443" y="45129"/>
                </a:lnTo>
                <a:lnTo>
                  <a:pt x="2499344" y="44983"/>
                </a:lnTo>
                <a:lnTo>
                  <a:pt x="2499251" y="44834"/>
                </a:lnTo>
                <a:lnTo>
                  <a:pt x="2499164" y="44682"/>
                </a:lnTo>
                <a:lnTo>
                  <a:pt x="2499083" y="44528"/>
                </a:lnTo>
                <a:lnTo>
                  <a:pt x="2499009" y="44370"/>
                </a:lnTo>
                <a:lnTo>
                  <a:pt x="2498940" y="44209"/>
                </a:lnTo>
                <a:lnTo>
                  <a:pt x="2498877" y="44045"/>
                </a:lnTo>
                <a:lnTo>
                  <a:pt x="2498820" y="43879"/>
                </a:lnTo>
                <a:lnTo>
                  <a:pt x="2498769" y="43709"/>
                </a:lnTo>
                <a:lnTo>
                  <a:pt x="2498724" y="43536"/>
                </a:lnTo>
                <a:lnTo>
                  <a:pt x="2498686" y="43361"/>
                </a:lnTo>
                <a:lnTo>
                  <a:pt x="2498653" y="43182"/>
                </a:lnTo>
                <a:lnTo>
                  <a:pt x="2498626" y="43000"/>
                </a:lnTo>
                <a:lnTo>
                  <a:pt x="2498605" y="42816"/>
                </a:lnTo>
                <a:lnTo>
                  <a:pt x="2498590" y="42628"/>
                </a:lnTo>
                <a:lnTo>
                  <a:pt x="2498581" y="42437"/>
                </a:lnTo>
                <a:lnTo>
                  <a:pt x="2498578" y="42244"/>
                </a:lnTo>
                <a:lnTo>
                  <a:pt x="2498579" y="42081"/>
                </a:lnTo>
                <a:lnTo>
                  <a:pt x="2498585" y="41921"/>
                </a:lnTo>
                <a:lnTo>
                  <a:pt x="2498593" y="41763"/>
                </a:lnTo>
                <a:lnTo>
                  <a:pt x="2498605" y="41609"/>
                </a:lnTo>
                <a:lnTo>
                  <a:pt x="2498621" y="41457"/>
                </a:lnTo>
                <a:lnTo>
                  <a:pt x="2498639" y="41308"/>
                </a:lnTo>
                <a:lnTo>
                  <a:pt x="2498662" y="41162"/>
                </a:lnTo>
                <a:lnTo>
                  <a:pt x="2498687" y="41018"/>
                </a:lnTo>
                <a:lnTo>
                  <a:pt x="2498716" y="40877"/>
                </a:lnTo>
                <a:lnTo>
                  <a:pt x="2498749" y="40740"/>
                </a:lnTo>
                <a:lnTo>
                  <a:pt x="2498785" y="40604"/>
                </a:lnTo>
                <a:lnTo>
                  <a:pt x="2498824" y="40472"/>
                </a:lnTo>
                <a:lnTo>
                  <a:pt x="2498867" y="40343"/>
                </a:lnTo>
                <a:lnTo>
                  <a:pt x="2498913" y="40216"/>
                </a:lnTo>
                <a:lnTo>
                  <a:pt x="2498963" y="40092"/>
                </a:lnTo>
                <a:lnTo>
                  <a:pt x="2499016" y="39971"/>
                </a:lnTo>
                <a:lnTo>
                  <a:pt x="2499072" y="39852"/>
                </a:lnTo>
                <a:lnTo>
                  <a:pt x="2499132" y="39737"/>
                </a:lnTo>
                <a:lnTo>
                  <a:pt x="2499195" y="39624"/>
                </a:lnTo>
                <a:lnTo>
                  <a:pt x="2499262" y="39514"/>
                </a:lnTo>
                <a:lnTo>
                  <a:pt x="2499332" y="39406"/>
                </a:lnTo>
                <a:lnTo>
                  <a:pt x="2499405" y="39302"/>
                </a:lnTo>
                <a:lnTo>
                  <a:pt x="2499482" y="39200"/>
                </a:lnTo>
                <a:lnTo>
                  <a:pt x="2499563" y="39101"/>
                </a:lnTo>
                <a:lnTo>
                  <a:pt x="2499646" y="39004"/>
                </a:lnTo>
                <a:lnTo>
                  <a:pt x="2499730" y="38910"/>
                </a:lnTo>
                <a:lnTo>
                  <a:pt x="2499816" y="38817"/>
                </a:lnTo>
                <a:lnTo>
                  <a:pt x="2499904" y="38726"/>
                </a:lnTo>
                <a:lnTo>
                  <a:pt x="2499992" y="38637"/>
                </a:lnTo>
                <a:lnTo>
                  <a:pt x="2500083" y="38550"/>
                </a:lnTo>
                <a:lnTo>
                  <a:pt x="2500175" y="38465"/>
                </a:lnTo>
                <a:lnTo>
                  <a:pt x="2500268" y="38382"/>
                </a:lnTo>
                <a:lnTo>
                  <a:pt x="2500363" y="38301"/>
                </a:lnTo>
                <a:lnTo>
                  <a:pt x="2500459" y="38222"/>
                </a:lnTo>
                <a:lnTo>
                  <a:pt x="2500557" y="38144"/>
                </a:lnTo>
                <a:lnTo>
                  <a:pt x="2500657" y="38069"/>
                </a:lnTo>
                <a:lnTo>
                  <a:pt x="2500757" y="37996"/>
                </a:lnTo>
                <a:lnTo>
                  <a:pt x="2500860" y="37924"/>
                </a:lnTo>
                <a:lnTo>
                  <a:pt x="2500964" y="37855"/>
                </a:lnTo>
                <a:lnTo>
                  <a:pt x="2501069" y="37787"/>
                </a:lnTo>
                <a:lnTo>
                  <a:pt x="2501176" y="37721"/>
                </a:lnTo>
                <a:lnTo>
                  <a:pt x="2501284" y="37657"/>
                </a:lnTo>
                <a:lnTo>
                  <a:pt x="2501394" y="37596"/>
                </a:lnTo>
                <a:lnTo>
                  <a:pt x="2501505" y="37536"/>
                </a:lnTo>
                <a:lnTo>
                  <a:pt x="2501618" y="37478"/>
                </a:lnTo>
                <a:lnTo>
                  <a:pt x="2501732" y="37422"/>
                </a:lnTo>
                <a:lnTo>
                  <a:pt x="2501848" y="37368"/>
                </a:lnTo>
                <a:lnTo>
                  <a:pt x="2501965" y="37315"/>
                </a:lnTo>
                <a:lnTo>
                  <a:pt x="2502083" y="37265"/>
                </a:lnTo>
                <a:lnTo>
                  <a:pt x="2502203" y="37216"/>
                </a:lnTo>
                <a:lnTo>
                  <a:pt x="2502324" y="37168"/>
                </a:lnTo>
                <a:lnTo>
                  <a:pt x="2502446" y="37122"/>
                </a:lnTo>
                <a:lnTo>
                  <a:pt x="2502569" y="37077"/>
                </a:lnTo>
                <a:lnTo>
                  <a:pt x="2502693" y="37034"/>
                </a:lnTo>
                <a:lnTo>
                  <a:pt x="2502818" y="36993"/>
                </a:lnTo>
                <a:lnTo>
                  <a:pt x="2502944" y="36952"/>
                </a:lnTo>
                <a:lnTo>
                  <a:pt x="2503071" y="36914"/>
                </a:lnTo>
                <a:lnTo>
                  <a:pt x="2503199" y="36877"/>
                </a:lnTo>
                <a:lnTo>
                  <a:pt x="2503328" y="36841"/>
                </a:lnTo>
                <a:lnTo>
                  <a:pt x="2503459" y="36807"/>
                </a:lnTo>
                <a:lnTo>
                  <a:pt x="2503590" y="36774"/>
                </a:lnTo>
                <a:lnTo>
                  <a:pt x="2503722" y="36743"/>
                </a:lnTo>
                <a:lnTo>
                  <a:pt x="2503856" y="36714"/>
                </a:lnTo>
                <a:lnTo>
                  <a:pt x="2503991" y="36686"/>
                </a:lnTo>
                <a:lnTo>
                  <a:pt x="2504126" y="36659"/>
                </a:lnTo>
                <a:lnTo>
                  <a:pt x="2504263" y="36634"/>
                </a:lnTo>
                <a:lnTo>
                  <a:pt x="2504401" y="36610"/>
                </a:lnTo>
                <a:lnTo>
                  <a:pt x="2504540" y="36588"/>
                </a:lnTo>
                <a:lnTo>
                  <a:pt x="2504679" y="36567"/>
                </a:lnTo>
                <a:lnTo>
                  <a:pt x="2504820" y="36548"/>
                </a:lnTo>
                <a:lnTo>
                  <a:pt x="2504962" y="36531"/>
                </a:lnTo>
                <a:lnTo>
                  <a:pt x="2505106" y="36515"/>
                </a:lnTo>
                <a:lnTo>
                  <a:pt x="2505249" y="36499"/>
                </a:lnTo>
                <a:lnTo>
                  <a:pt x="2505391" y="36485"/>
                </a:lnTo>
                <a:lnTo>
                  <a:pt x="2505533" y="36471"/>
                </a:lnTo>
                <a:lnTo>
                  <a:pt x="2505674" y="36458"/>
                </a:lnTo>
                <a:lnTo>
                  <a:pt x="2505814" y="36445"/>
                </a:lnTo>
                <a:lnTo>
                  <a:pt x="2505953" y="36433"/>
                </a:lnTo>
                <a:lnTo>
                  <a:pt x="2506091" y="36422"/>
                </a:lnTo>
                <a:lnTo>
                  <a:pt x="2506228" y="36411"/>
                </a:lnTo>
                <a:lnTo>
                  <a:pt x="2506365" y="36401"/>
                </a:lnTo>
                <a:lnTo>
                  <a:pt x="2506500" y="36392"/>
                </a:lnTo>
                <a:lnTo>
                  <a:pt x="2506635" y="36383"/>
                </a:lnTo>
                <a:lnTo>
                  <a:pt x="2506769" y="36375"/>
                </a:lnTo>
                <a:lnTo>
                  <a:pt x="2506902" y="36368"/>
                </a:lnTo>
                <a:lnTo>
                  <a:pt x="2507034" y="36361"/>
                </a:lnTo>
                <a:lnTo>
                  <a:pt x="2507165" y="36355"/>
                </a:lnTo>
                <a:lnTo>
                  <a:pt x="2507296" y="36349"/>
                </a:lnTo>
                <a:lnTo>
                  <a:pt x="2507425" y="36344"/>
                </a:lnTo>
                <a:lnTo>
                  <a:pt x="2507554" y="36340"/>
                </a:lnTo>
                <a:lnTo>
                  <a:pt x="2507682" y="36337"/>
                </a:lnTo>
                <a:lnTo>
                  <a:pt x="2507809" y="36334"/>
                </a:lnTo>
                <a:lnTo>
                  <a:pt x="2507935" y="36331"/>
                </a:lnTo>
                <a:lnTo>
                  <a:pt x="2508060" y="36330"/>
                </a:lnTo>
                <a:lnTo>
                  <a:pt x="2508185" y="36329"/>
                </a:lnTo>
                <a:lnTo>
                  <a:pt x="2508308" y="36329"/>
                </a:lnTo>
                <a:lnTo>
                  <a:pt x="2508696" y="36332"/>
                </a:lnTo>
                <a:lnTo>
                  <a:pt x="2509080" y="36341"/>
                </a:lnTo>
                <a:lnTo>
                  <a:pt x="2509459" y="36357"/>
                </a:lnTo>
                <a:lnTo>
                  <a:pt x="2509834" y="36378"/>
                </a:lnTo>
                <a:lnTo>
                  <a:pt x="2510205" y="36406"/>
                </a:lnTo>
                <a:lnTo>
                  <a:pt x="2510572" y="36441"/>
                </a:lnTo>
                <a:lnTo>
                  <a:pt x="2510934" y="36481"/>
                </a:lnTo>
                <a:lnTo>
                  <a:pt x="2511292" y="36528"/>
                </a:lnTo>
                <a:lnTo>
                  <a:pt x="2511645" y="36581"/>
                </a:lnTo>
                <a:lnTo>
                  <a:pt x="2511995" y="36640"/>
                </a:lnTo>
                <a:lnTo>
                  <a:pt x="2512340" y="36706"/>
                </a:lnTo>
                <a:lnTo>
                  <a:pt x="2512681" y="36777"/>
                </a:lnTo>
                <a:lnTo>
                  <a:pt x="2513017" y="36855"/>
                </a:lnTo>
                <a:lnTo>
                  <a:pt x="2513350" y="36939"/>
                </a:lnTo>
                <a:lnTo>
                  <a:pt x="2513678" y="37030"/>
                </a:lnTo>
                <a:lnTo>
                  <a:pt x="2514001" y="37126"/>
                </a:lnTo>
                <a:lnTo>
                  <a:pt x="2514321" y="37229"/>
                </a:lnTo>
                <a:lnTo>
                  <a:pt x="2514636" y="37338"/>
                </a:lnTo>
                <a:lnTo>
                  <a:pt x="2514947" y="37454"/>
                </a:lnTo>
                <a:lnTo>
                  <a:pt x="2515254" y="37575"/>
                </a:lnTo>
                <a:lnTo>
                  <a:pt x="2515556" y="37703"/>
                </a:lnTo>
                <a:lnTo>
                  <a:pt x="2515854" y="37837"/>
                </a:lnTo>
                <a:lnTo>
                  <a:pt x="2516148" y="37977"/>
                </a:lnTo>
                <a:lnTo>
                  <a:pt x="2516438" y="38124"/>
                </a:lnTo>
                <a:lnTo>
                  <a:pt x="2516720" y="38279"/>
                </a:lnTo>
                <a:lnTo>
                  <a:pt x="2516991" y="38445"/>
                </a:lnTo>
                <a:lnTo>
                  <a:pt x="2517252" y="38623"/>
                </a:lnTo>
                <a:lnTo>
                  <a:pt x="2517502" y="38812"/>
                </a:lnTo>
                <a:lnTo>
                  <a:pt x="2517741" y="39013"/>
                </a:lnTo>
                <a:lnTo>
                  <a:pt x="2517970" y="39225"/>
                </a:lnTo>
                <a:lnTo>
                  <a:pt x="2518188" y="39449"/>
                </a:lnTo>
                <a:lnTo>
                  <a:pt x="2518395" y="39683"/>
                </a:lnTo>
                <a:lnTo>
                  <a:pt x="2518591" y="39930"/>
                </a:lnTo>
                <a:lnTo>
                  <a:pt x="2518777" y="40187"/>
                </a:lnTo>
                <a:lnTo>
                  <a:pt x="2518952" y="40456"/>
                </a:lnTo>
                <a:lnTo>
                  <a:pt x="2519117" y="40737"/>
                </a:lnTo>
                <a:lnTo>
                  <a:pt x="2519271" y="41028"/>
                </a:lnTo>
                <a:lnTo>
                  <a:pt x="2519414" y="41332"/>
                </a:lnTo>
                <a:lnTo>
                  <a:pt x="2519546" y="41646"/>
                </a:lnTo>
                <a:lnTo>
                  <a:pt x="2519668" y="41972"/>
                </a:lnTo>
                <a:lnTo>
                  <a:pt x="2519779" y="42309"/>
                </a:lnTo>
                <a:lnTo>
                  <a:pt x="2519879" y="42658"/>
                </a:lnTo>
                <a:lnTo>
                  <a:pt x="2519969" y="43018"/>
                </a:lnTo>
                <a:lnTo>
                  <a:pt x="2520048" y="43390"/>
                </a:lnTo>
                <a:lnTo>
                  <a:pt x="2520116" y="43773"/>
                </a:lnTo>
                <a:lnTo>
                  <a:pt x="2520174" y="44167"/>
                </a:lnTo>
                <a:lnTo>
                  <a:pt x="2520221" y="44573"/>
                </a:lnTo>
                <a:lnTo>
                  <a:pt x="2520257" y="44990"/>
                </a:lnTo>
                <a:lnTo>
                  <a:pt x="2536887" y="44990"/>
                </a:lnTo>
                <a:lnTo>
                  <a:pt x="2536843" y="44500"/>
                </a:lnTo>
                <a:lnTo>
                  <a:pt x="2536791" y="44018"/>
                </a:lnTo>
                <a:lnTo>
                  <a:pt x="2536733" y="43543"/>
                </a:lnTo>
                <a:lnTo>
                  <a:pt x="2536667" y="43075"/>
                </a:lnTo>
                <a:lnTo>
                  <a:pt x="2536594" y="42614"/>
                </a:lnTo>
                <a:lnTo>
                  <a:pt x="2536514" y="42160"/>
                </a:lnTo>
                <a:lnTo>
                  <a:pt x="2536427" y="41713"/>
                </a:lnTo>
                <a:lnTo>
                  <a:pt x="2536333" y="41273"/>
                </a:lnTo>
                <a:lnTo>
                  <a:pt x="2536232" y="40841"/>
                </a:lnTo>
                <a:lnTo>
                  <a:pt x="2536124" y="40415"/>
                </a:lnTo>
                <a:lnTo>
                  <a:pt x="2536009" y="39996"/>
                </a:lnTo>
                <a:lnTo>
                  <a:pt x="2535887" y="39584"/>
                </a:lnTo>
                <a:lnTo>
                  <a:pt x="2535757" y="39180"/>
                </a:lnTo>
                <a:lnTo>
                  <a:pt x="2535621" y="38782"/>
                </a:lnTo>
                <a:lnTo>
                  <a:pt x="2535477" y="38392"/>
                </a:lnTo>
                <a:lnTo>
                  <a:pt x="2535327" y="38009"/>
                </a:lnTo>
                <a:lnTo>
                  <a:pt x="2535169" y="37632"/>
                </a:lnTo>
                <a:lnTo>
                  <a:pt x="2535005" y="37263"/>
                </a:lnTo>
                <a:lnTo>
                  <a:pt x="2534833" y="36901"/>
                </a:lnTo>
                <a:lnTo>
                  <a:pt x="2534654" y="36545"/>
                </a:lnTo>
                <a:lnTo>
                  <a:pt x="2534469" y="36197"/>
                </a:lnTo>
                <a:lnTo>
                  <a:pt x="2534276" y="35856"/>
                </a:lnTo>
                <a:lnTo>
                  <a:pt x="2534076" y="35522"/>
                </a:lnTo>
                <a:lnTo>
                  <a:pt x="2533869" y="35195"/>
                </a:lnTo>
                <a:lnTo>
                  <a:pt x="2533656" y="34874"/>
                </a:lnTo>
                <a:lnTo>
                  <a:pt x="2533439" y="34559"/>
                </a:lnTo>
                <a:lnTo>
                  <a:pt x="2533218" y="34249"/>
                </a:lnTo>
                <a:lnTo>
                  <a:pt x="2532991" y="33944"/>
                </a:lnTo>
                <a:lnTo>
                  <a:pt x="2532761" y="33645"/>
                </a:lnTo>
                <a:lnTo>
                  <a:pt x="2532526" y="33351"/>
                </a:lnTo>
                <a:lnTo>
                  <a:pt x="2532286" y="33062"/>
                </a:lnTo>
                <a:lnTo>
                  <a:pt x="2532042" y="32779"/>
                </a:lnTo>
                <a:lnTo>
                  <a:pt x="2531794" y="32501"/>
                </a:lnTo>
                <a:lnTo>
                  <a:pt x="2531540" y="32228"/>
                </a:lnTo>
                <a:lnTo>
                  <a:pt x="2531283" y="31961"/>
                </a:lnTo>
                <a:lnTo>
                  <a:pt x="2531021" y="31699"/>
                </a:lnTo>
                <a:lnTo>
                  <a:pt x="2530754" y="31443"/>
                </a:lnTo>
                <a:lnTo>
                  <a:pt x="2530483" y="31191"/>
                </a:lnTo>
                <a:lnTo>
                  <a:pt x="2530208" y="30946"/>
                </a:lnTo>
                <a:lnTo>
                  <a:pt x="2529928" y="30705"/>
                </a:lnTo>
                <a:lnTo>
                  <a:pt x="2529643" y="30470"/>
                </a:lnTo>
                <a:lnTo>
                  <a:pt x="2529354" y="30240"/>
                </a:lnTo>
                <a:lnTo>
                  <a:pt x="2529060" y="30016"/>
                </a:lnTo>
                <a:lnTo>
                  <a:pt x="2528762" y="29797"/>
                </a:lnTo>
                <a:lnTo>
                  <a:pt x="2528460" y="29583"/>
                </a:lnTo>
                <a:lnTo>
                  <a:pt x="2528153" y="29374"/>
                </a:lnTo>
                <a:lnTo>
                  <a:pt x="2527841" y="29171"/>
                </a:lnTo>
                <a:lnTo>
                  <a:pt x="2527525" y="28974"/>
                </a:lnTo>
                <a:lnTo>
                  <a:pt x="2527205" y="28781"/>
                </a:lnTo>
                <a:lnTo>
                  <a:pt x="2526882" y="28593"/>
                </a:lnTo>
                <a:lnTo>
                  <a:pt x="2526555" y="28409"/>
                </a:lnTo>
                <a:lnTo>
                  <a:pt x="2526224" y="28231"/>
                </a:lnTo>
                <a:lnTo>
                  <a:pt x="2525889" y="28057"/>
                </a:lnTo>
                <a:lnTo>
                  <a:pt x="2525551" y="27888"/>
                </a:lnTo>
                <a:lnTo>
                  <a:pt x="2525209" y="27723"/>
                </a:lnTo>
                <a:lnTo>
                  <a:pt x="2524864" y="27563"/>
                </a:lnTo>
                <a:lnTo>
                  <a:pt x="2524515" y="27408"/>
                </a:lnTo>
                <a:lnTo>
                  <a:pt x="2524162" y="27258"/>
                </a:lnTo>
                <a:lnTo>
                  <a:pt x="2523806" y="27112"/>
                </a:lnTo>
                <a:lnTo>
                  <a:pt x="2523446" y="26971"/>
                </a:lnTo>
                <a:lnTo>
                  <a:pt x="2523082" y="26835"/>
                </a:lnTo>
                <a:lnTo>
                  <a:pt x="2522715" y="26703"/>
                </a:lnTo>
                <a:lnTo>
                  <a:pt x="2522344" y="26576"/>
                </a:lnTo>
                <a:lnTo>
                  <a:pt x="2521969" y="26454"/>
                </a:lnTo>
                <a:lnTo>
                  <a:pt x="2521591" y="26337"/>
                </a:lnTo>
                <a:lnTo>
                  <a:pt x="2521209" y="26224"/>
                </a:lnTo>
                <a:lnTo>
                  <a:pt x="2520824" y="26116"/>
                </a:lnTo>
                <a:lnTo>
                  <a:pt x="2520435" y="26013"/>
                </a:lnTo>
                <a:lnTo>
                  <a:pt x="2520042" y="25914"/>
                </a:lnTo>
                <a:lnTo>
                  <a:pt x="2519645" y="25820"/>
                </a:lnTo>
                <a:lnTo>
                  <a:pt x="2519245" y="25731"/>
                </a:lnTo>
                <a:lnTo>
                  <a:pt x="2518842" y="25647"/>
                </a:lnTo>
                <a:lnTo>
                  <a:pt x="2518436" y="25566"/>
                </a:lnTo>
                <a:lnTo>
                  <a:pt x="2518028" y="25489"/>
                </a:lnTo>
                <a:lnTo>
                  <a:pt x="2517620" y="25416"/>
                </a:lnTo>
                <a:lnTo>
                  <a:pt x="2517211" y="25345"/>
                </a:lnTo>
                <a:lnTo>
                  <a:pt x="2516801" y="25279"/>
                </a:lnTo>
                <a:lnTo>
                  <a:pt x="2516389" y="25215"/>
                </a:lnTo>
                <a:lnTo>
                  <a:pt x="2515977" y="25155"/>
                </a:lnTo>
                <a:lnTo>
                  <a:pt x="2515563" y="25099"/>
                </a:lnTo>
                <a:lnTo>
                  <a:pt x="2515149" y="25046"/>
                </a:lnTo>
                <a:lnTo>
                  <a:pt x="2514733" y="24996"/>
                </a:lnTo>
                <a:lnTo>
                  <a:pt x="2514316" y="24950"/>
                </a:lnTo>
                <a:lnTo>
                  <a:pt x="2513899" y="24907"/>
                </a:lnTo>
                <a:lnTo>
                  <a:pt x="2513480" y="24867"/>
                </a:lnTo>
                <a:lnTo>
                  <a:pt x="2513060" y="24831"/>
                </a:lnTo>
                <a:lnTo>
                  <a:pt x="2512639" y="24799"/>
                </a:lnTo>
                <a:lnTo>
                  <a:pt x="2512217" y="24770"/>
                </a:lnTo>
                <a:lnTo>
                  <a:pt x="2511794" y="24744"/>
                </a:lnTo>
                <a:lnTo>
                  <a:pt x="2511370" y="24722"/>
                </a:lnTo>
                <a:lnTo>
                  <a:pt x="2510945" y="24703"/>
                </a:lnTo>
                <a:lnTo>
                  <a:pt x="2510518" y="24688"/>
                </a:lnTo>
                <a:lnTo>
                  <a:pt x="2510091" y="24676"/>
                </a:lnTo>
                <a:lnTo>
                  <a:pt x="2509663" y="24667"/>
                </a:lnTo>
                <a:lnTo>
                  <a:pt x="2509233" y="24662"/>
                </a:lnTo>
                <a:lnTo>
                  <a:pt x="2508803" y="24660"/>
                </a:lnTo>
                <a:lnTo>
                  <a:pt x="2508372" y="24662"/>
                </a:lnTo>
                <a:lnTo>
                  <a:pt x="2507942" y="24667"/>
                </a:lnTo>
                <a:lnTo>
                  <a:pt x="2507513" y="24675"/>
                </a:lnTo>
                <a:lnTo>
                  <a:pt x="2507085" y="24686"/>
                </a:lnTo>
                <a:lnTo>
                  <a:pt x="2506657" y="24700"/>
                </a:lnTo>
                <a:lnTo>
                  <a:pt x="2506231" y="24718"/>
                </a:lnTo>
                <a:lnTo>
                  <a:pt x="2505805" y="24739"/>
                </a:lnTo>
                <a:lnTo>
                  <a:pt x="2505380" y="24763"/>
                </a:lnTo>
                <a:lnTo>
                  <a:pt x="2504956" y="24790"/>
                </a:lnTo>
                <a:lnTo>
                  <a:pt x="2504533" y="24821"/>
                </a:lnTo>
                <a:lnTo>
                  <a:pt x="2504111" y="24854"/>
                </a:lnTo>
                <a:lnTo>
                  <a:pt x="2503690" y="24891"/>
                </a:lnTo>
                <a:lnTo>
                  <a:pt x="2503269" y="24931"/>
                </a:lnTo>
                <a:lnTo>
                  <a:pt x="2502850" y="24975"/>
                </a:lnTo>
                <a:lnTo>
                  <a:pt x="2502431" y="25021"/>
                </a:lnTo>
                <a:lnTo>
                  <a:pt x="2502013" y="25071"/>
                </a:lnTo>
                <a:lnTo>
                  <a:pt x="2501596" y="25124"/>
                </a:lnTo>
                <a:lnTo>
                  <a:pt x="2501179" y="25180"/>
                </a:lnTo>
                <a:lnTo>
                  <a:pt x="2500764" y="25240"/>
                </a:lnTo>
                <a:lnTo>
                  <a:pt x="2500350" y="25302"/>
                </a:lnTo>
                <a:lnTo>
                  <a:pt x="2499936" y="25368"/>
                </a:lnTo>
                <a:lnTo>
                  <a:pt x="2499523" y="25437"/>
                </a:lnTo>
                <a:lnTo>
                  <a:pt x="2499111" y="25509"/>
                </a:lnTo>
                <a:lnTo>
                  <a:pt x="2498700" y="25585"/>
                </a:lnTo>
                <a:lnTo>
                  <a:pt x="2498291" y="25664"/>
                </a:lnTo>
                <a:lnTo>
                  <a:pt x="2497886" y="25748"/>
                </a:lnTo>
                <a:lnTo>
                  <a:pt x="2497484" y="25837"/>
                </a:lnTo>
                <a:lnTo>
                  <a:pt x="2497085" y="25930"/>
                </a:lnTo>
                <a:lnTo>
                  <a:pt x="2496690" y="26028"/>
                </a:lnTo>
                <a:lnTo>
                  <a:pt x="2496298" y="26131"/>
                </a:lnTo>
                <a:lnTo>
                  <a:pt x="2495910" y="26239"/>
                </a:lnTo>
                <a:lnTo>
                  <a:pt x="2495525" y="26351"/>
                </a:lnTo>
                <a:lnTo>
                  <a:pt x="2495144" y="26468"/>
                </a:lnTo>
                <a:lnTo>
                  <a:pt x="2494766" y="26590"/>
                </a:lnTo>
                <a:lnTo>
                  <a:pt x="2494391" y="26716"/>
                </a:lnTo>
                <a:lnTo>
                  <a:pt x="2494020" y="26847"/>
                </a:lnTo>
                <a:lnTo>
                  <a:pt x="2493652" y="26983"/>
                </a:lnTo>
                <a:lnTo>
                  <a:pt x="2493288" y="27123"/>
                </a:lnTo>
                <a:lnTo>
                  <a:pt x="2492927" y="27269"/>
                </a:lnTo>
                <a:lnTo>
                  <a:pt x="2492569" y="27419"/>
                </a:lnTo>
                <a:lnTo>
                  <a:pt x="2492215" y="27573"/>
                </a:lnTo>
                <a:lnTo>
                  <a:pt x="2491864" y="27733"/>
                </a:lnTo>
                <a:lnTo>
                  <a:pt x="2491517" y="27897"/>
                </a:lnTo>
                <a:lnTo>
                  <a:pt x="2491173" y="28065"/>
                </a:lnTo>
                <a:lnTo>
                  <a:pt x="2490833" y="28239"/>
                </a:lnTo>
                <a:lnTo>
                  <a:pt x="2490496" y="28417"/>
                </a:lnTo>
                <a:lnTo>
                  <a:pt x="2490162" y="28600"/>
                </a:lnTo>
                <a:lnTo>
                  <a:pt x="2489832" y="28788"/>
                </a:lnTo>
                <a:lnTo>
                  <a:pt x="2489506" y="28981"/>
                </a:lnTo>
                <a:lnTo>
                  <a:pt x="2489186" y="29179"/>
                </a:lnTo>
                <a:lnTo>
                  <a:pt x="2488871" y="29384"/>
                </a:lnTo>
                <a:lnTo>
                  <a:pt x="2488561" y="29594"/>
                </a:lnTo>
                <a:lnTo>
                  <a:pt x="2488257" y="29810"/>
                </a:lnTo>
                <a:lnTo>
                  <a:pt x="2487958" y="30032"/>
                </a:lnTo>
                <a:lnTo>
                  <a:pt x="2487664" y="30259"/>
                </a:lnTo>
                <a:lnTo>
                  <a:pt x="2487375" y="30492"/>
                </a:lnTo>
                <a:lnTo>
                  <a:pt x="2487092" y="30732"/>
                </a:lnTo>
                <a:lnTo>
                  <a:pt x="2486815" y="30976"/>
                </a:lnTo>
                <a:lnTo>
                  <a:pt x="2486542" y="31227"/>
                </a:lnTo>
                <a:lnTo>
                  <a:pt x="2486275" y="31483"/>
                </a:lnTo>
                <a:lnTo>
                  <a:pt x="2486014" y="31746"/>
                </a:lnTo>
                <a:lnTo>
                  <a:pt x="2485758" y="32014"/>
                </a:lnTo>
                <a:lnTo>
                  <a:pt x="2485507" y="32287"/>
                </a:lnTo>
                <a:lnTo>
                  <a:pt x="2485261" y="32567"/>
                </a:lnTo>
                <a:lnTo>
                  <a:pt x="2485021" y="32852"/>
                </a:lnTo>
                <a:lnTo>
                  <a:pt x="2484786" y="33143"/>
                </a:lnTo>
                <a:lnTo>
                  <a:pt x="2484556" y="33440"/>
                </a:lnTo>
                <a:lnTo>
                  <a:pt x="2484332" y="33743"/>
                </a:lnTo>
                <a:lnTo>
                  <a:pt x="2484113" y="34051"/>
                </a:lnTo>
                <a:lnTo>
                  <a:pt x="2483900" y="34365"/>
                </a:lnTo>
                <a:lnTo>
                  <a:pt x="2483691" y="34685"/>
                </a:lnTo>
                <a:lnTo>
                  <a:pt x="2483488" y="35011"/>
                </a:lnTo>
                <a:lnTo>
                  <a:pt x="2483292" y="35343"/>
                </a:lnTo>
                <a:lnTo>
                  <a:pt x="2483105" y="35684"/>
                </a:lnTo>
                <a:lnTo>
                  <a:pt x="2482925" y="36032"/>
                </a:lnTo>
                <a:lnTo>
                  <a:pt x="2482755" y="36387"/>
                </a:lnTo>
                <a:lnTo>
                  <a:pt x="2482592" y="36750"/>
                </a:lnTo>
                <a:lnTo>
                  <a:pt x="2482438" y="37121"/>
                </a:lnTo>
                <a:lnTo>
                  <a:pt x="2482292" y="37500"/>
                </a:lnTo>
                <a:lnTo>
                  <a:pt x="2482154" y="37887"/>
                </a:lnTo>
                <a:lnTo>
                  <a:pt x="2482025" y="38281"/>
                </a:lnTo>
                <a:lnTo>
                  <a:pt x="2481904" y="38683"/>
                </a:lnTo>
                <a:lnTo>
                  <a:pt x="2481791" y="39092"/>
                </a:lnTo>
                <a:lnTo>
                  <a:pt x="2481687" y="39509"/>
                </a:lnTo>
                <a:lnTo>
                  <a:pt x="2481591" y="39934"/>
                </a:lnTo>
                <a:lnTo>
                  <a:pt x="2481503" y="40367"/>
                </a:lnTo>
                <a:lnTo>
                  <a:pt x="2481424" y="40807"/>
                </a:lnTo>
                <a:lnTo>
                  <a:pt x="2481353" y="41255"/>
                </a:lnTo>
                <a:lnTo>
                  <a:pt x="2481291" y="41711"/>
                </a:lnTo>
                <a:lnTo>
                  <a:pt x="2481237" y="42175"/>
                </a:lnTo>
                <a:lnTo>
                  <a:pt x="2481191" y="42646"/>
                </a:lnTo>
                <a:lnTo>
                  <a:pt x="2481153" y="43125"/>
                </a:lnTo>
                <a:lnTo>
                  <a:pt x="2481124" y="43611"/>
                </a:lnTo>
                <a:lnTo>
                  <a:pt x="2481103" y="44106"/>
                </a:lnTo>
                <a:lnTo>
                  <a:pt x="2481091" y="44608"/>
                </a:lnTo>
                <a:lnTo>
                  <a:pt x="2481086" y="45118"/>
                </a:lnTo>
                <a:lnTo>
                  <a:pt x="2481089" y="45464"/>
                </a:lnTo>
                <a:lnTo>
                  <a:pt x="2481098" y="45807"/>
                </a:lnTo>
                <a:lnTo>
                  <a:pt x="2481113" y="46145"/>
                </a:lnTo>
                <a:lnTo>
                  <a:pt x="2481134" y="46478"/>
                </a:lnTo>
                <a:lnTo>
                  <a:pt x="2481161" y="46807"/>
                </a:lnTo>
                <a:lnTo>
                  <a:pt x="2481194" y="47131"/>
                </a:lnTo>
                <a:lnTo>
                  <a:pt x="2481233" y="47451"/>
                </a:lnTo>
                <a:lnTo>
                  <a:pt x="2481278" y="47767"/>
                </a:lnTo>
                <a:lnTo>
                  <a:pt x="2481329" y="48078"/>
                </a:lnTo>
                <a:lnTo>
                  <a:pt x="2481386" y="48384"/>
                </a:lnTo>
                <a:lnTo>
                  <a:pt x="2481448" y="48686"/>
                </a:lnTo>
                <a:lnTo>
                  <a:pt x="2481517" y="48984"/>
                </a:lnTo>
                <a:lnTo>
                  <a:pt x="2481592" y="49277"/>
                </a:lnTo>
                <a:lnTo>
                  <a:pt x="2481673" y="49565"/>
                </a:lnTo>
                <a:lnTo>
                  <a:pt x="2481760" y="49849"/>
                </a:lnTo>
                <a:lnTo>
                  <a:pt x="2481852" y="50129"/>
                </a:lnTo>
                <a:lnTo>
                  <a:pt x="2481951" y="50404"/>
                </a:lnTo>
                <a:lnTo>
                  <a:pt x="2482056" y="50675"/>
                </a:lnTo>
                <a:lnTo>
                  <a:pt x="2482167" y="50941"/>
                </a:lnTo>
                <a:lnTo>
                  <a:pt x="2482283" y="51202"/>
                </a:lnTo>
                <a:lnTo>
                  <a:pt x="2482406" y="51459"/>
                </a:lnTo>
                <a:lnTo>
                  <a:pt x="2482535" y="51712"/>
                </a:lnTo>
                <a:lnTo>
                  <a:pt x="2482669" y="51960"/>
                </a:lnTo>
                <a:lnTo>
                  <a:pt x="2482810" y="52204"/>
                </a:lnTo>
                <a:lnTo>
                  <a:pt x="2482956" y="52443"/>
                </a:lnTo>
                <a:lnTo>
                  <a:pt x="2483105" y="52679"/>
                </a:lnTo>
                <a:lnTo>
                  <a:pt x="2483259" y="52912"/>
                </a:lnTo>
                <a:lnTo>
                  <a:pt x="2483416" y="53141"/>
                </a:lnTo>
                <a:lnTo>
                  <a:pt x="2483577" y="53367"/>
                </a:lnTo>
                <a:lnTo>
                  <a:pt x="2483742" y="53589"/>
                </a:lnTo>
                <a:lnTo>
                  <a:pt x="2483911" y="53808"/>
                </a:lnTo>
                <a:lnTo>
                  <a:pt x="2484083" y="54024"/>
                </a:lnTo>
                <a:lnTo>
                  <a:pt x="2484260" y="54236"/>
                </a:lnTo>
                <a:lnTo>
                  <a:pt x="2484440" y="54445"/>
                </a:lnTo>
                <a:lnTo>
                  <a:pt x="2484624" y="54650"/>
                </a:lnTo>
                <a:lnTo>
                  <a:pt x="2484812" y="54852"/>
                </a:lnTo>
                <a:lnTo>
                  <a:pt x="2485004" y="55051"/>
                </a:lnTo>
                <a:lnTo>
                  <a:pt x="2485200" y="55246"/>
                </a:lnTo>
                <a:lnTo>
                  <a:pt x="2485399" y="55438"/>
                </a:lnTo>
                <a:lnTo>
                  <a:pt x="2485603" y="55626"/>
                </a:lnTo>
                <a:lnTo>
                  <a:pt x="2485810" y="55811"/>
                </a:lnTo>
                <a:lnTo>
                  <a:pt x="2486021" y="55992"/>
                </a:lnTo>
                <a:lnTo>
                  <a:pt x="2486236" y="56171"/>
                </a:lnTo>
                <a:lnTo>
                  <a:pt x="2486455" y="56345"/>
                </a:lnTo>
                <a:lnTo>
                  <a:pt x="2486677" y="56516"/>
                </a:lnTo>
                <a:lnTo>
                  <a:pt x="2486904" y="56684"/>
                </a:lnTo>
                <a:lnTo>
                  <a:pt x="2487134" y="56849"/>
                </a:lnTo>
                <a:lnTo>
                  <a:pt x="2487368" y="57010"/>
                </a:lnTo>
                <a:lnTo>
                  <a:pt x="2487606" y="57168"/>
                </a:lnTo>
                <a:lnTo>
                  <a:pt x="2487846" y="57323"/>
                </a:lnTo>
                <a:lnTo>
                  <a:pt x="2488089" y="57476"/>
                </a:lnTo>
                <a:lnTo>
                  <a:pt x="2488335" y="57626"/>
                </a:lnTo>
                <a:lnTo>
                  <a:pt x="2488584" y="57773"/>
                </a:lnTo>
                <a:lnTo>
                  <a:pt x="2488835" y="57918"/>
                </a:lnTo>
                <a:lnTo>
                  <a:pt x="2489089" y="58061"/>
                </a:lnTo>
                <a:lnTo>
                  <a:pt x="2489346" y="58201"/>
                </a:lnTo>
                <a:lnTo>
                  <a:pt x="2489606" y="58338"/>
                </a:lnTo>
                <a:lnTo>
                  <a:pt x="2489869" y="58473"/>
                </a:lnTo>
                <a:lnTo>
                  <a:pt x="2490134" y="58605"/>
                </a:lnTo>
                <a:lnTo>
                  <a:pt x="2490402" y="58735"/>
                </a:lnTo>
                <a:lnTo>
                  <a:pt x="2490673" y="58862"/>
                </a:lnTo>
                <a:lnTo>
                  <a:pt x="2490947" y="58986"/>
                </a:lnTo>
                <a:lnTo>
                  <a:pt x="2491223" y="59108"/>
                </a:lnTo>
                <a:lnTo>
                  <a:pt x="2491502" y="59228"/>
                </a:lnTo>
                <a:lnTo>
                  <a:pt x="2491784" y="59344"/>
                </a:lnTo>
                <a:lnTo>
                  <a:pt x="2492069" y="59459"/>
                </a:lnTo>
                <a:lnTo>
                  <a:pt x="2492356" y="59570"/>
                </a:lnTo>
                <a:lnTo>
                  <a:pt x="2492647" y="59679"/>
                </a:lnTo>
                <a:lnTo>
                  <a:pt x="2492940" y="59786"/>
                </a:lnTo>
                <a:lnTo>
                  <a:pt x="2493236" y="59890"/>
                </a:lnTo>
                <a:lnTo>
                  <a:pt x="2493534" y="59991"/>
                </a:lnTo>
                <a:lnTo>
                  <a:pt x="2493836" y="60090"/>
                </a:lnTo>
                <a:lnTo>
                  <a:pt x="2494139" y="60187"/>
                </a:lnTo>
                <a:lnTo>
                  <a:pt x="2494442" y="60283"/>
                </a:lnTo>
                <a:lnTo>
                  <a:pt x="2494747" y="60378"/>
                </a:lnTo>
                <a:lnTo>
                  <a:pt x="2495052" y="60472"/>
                </a:lnTo>
                <a:lnTo>
                  <a:pt x="2495358" y="60565"/>
                </a:lnTo>
                <a:lnTo>
                  <a:pt x="2495664" y="60657"/>
                </a:lnTo>
                <a:lnTo>
                  <a:pt x="2495971" y="60747"/>
                </a:lnTo>
                <a:lnTo>
                  <a:pt x="2496278" y="60837"/>
                </a:lnTo>
                <a:lnTo>
                  <a:pt x="2496587" y="60925"/>
                </a:lnTo>
                <a:lnTo>
                  <a:pt x="2496896" y="61013"/>
                </a:lnTo>
                <a:lnTo>
                  <a:pt x="2497205" y="61099"/>
                </a:lnTo>
                <a:lnTo>
                  <a:pt x="2497515" y="61184"/>
                </a:lnTo>
                <a:lnTo>
                  <a:pt x="2497826" y="61268"/>
                </a:lnTo>
                <a:lnTo>
                  <a:pt x="2498138" y="61352"/>
                </a:lnTo>
                <a:lnTo>
                  <a:pt x="2498450" y="61434"/>
                </a:lnTo>
                <a:lnTo>
                  <a:pt x="2498763" y="61515"/>
                </a:lnTo>
                <a:lnTo>
                  <a:pt x="2499076" y="61595"/>
                </a:lnTo>
                <a:lnTo>
                  <a:pt x="2499390" y="61673"/>
                </a:lnTo>
                <a:lnTo>
                  <a:pt x="2499705" y="61751"/>
                </a:lnTo>
                <a:lnTo>
                  <a:pt x="2500020" y="61828"/>
                </a:lnTo>
                <a:lnTo>
                  <a:pt x="2500336" y="61903"/>
                </a:lnTo>
                <a:lnTo>
                  <a:pt x="2500653" y="61978"/>
                </a:lnTo>
                <a:lnTo>
                  <a:pt x="2500970" y="62052"/>
                </a:lnTo>
                <a:lnTo>
                  <a:pt x="2501288" y="62124"/>
                </a:lnTo>
                <a:lnTo>
                  <a:pt x="2502061" y="62288"/>
                </a:lnTo>
                <a:lnTo>
                  <a:pt x="2502820" y="62453"/>
                </a:lnTo>
                <a:lnTo>
                  <a:pt x="2503564" y="62617"/>
                </a:lnTo>
                <a:lnTo>
                  <a:pt x="2504294" y="62781"/>
                </a:lnTo>
                <a:lnTo>
                  <a:pt x="2505009" y="62946"/>
                </a:lnTo>
                <a:lnTo>
                  <a:pt x="2505710" y="63110"/>
                </a:lnTo>
                <a:lnTo>
                  <a:pt x="2506397" y="63274"/>
                </a:lnTo>
                <a:lnTo>
                  <a:pt x="2507070" y="63438"/>
                </a:lnTo>
                <a:lnTo>
                  <a:pt x="2507728" y="63603"/>
                </a:lnTo>
                <a:lnTo>
                  <a:pt x="2508372" y="63767"/>
                </a:lnTo>
                <a:lnTo>
                  <a:pt x="2509002" y="63931"/>
                </a:lnTo>
                <a:lnTo>
                  <a:pt x="2509617" y="64096"/>
                </a:lnTo>
                <a:lnTo>
                  <a:pt x="2510218" y="64260"/>
                </a:lnTo>
                <a:lnTo>
                  <a:pt x="2510805" y="64424"/>
                </a:lnTo>
                <a:lnTo>
                  <a:pt x="2511377" y="64589"/>
                </a:lnTo>
                <a:lnTo>
                  <a:pt x="2511935" y="64753"/>
                </a:lnTo>
                <a:lnTo>
                  <a:pt x="2512479" y="64917"/>
                </a:lnTo>
                <a:lnTo>
                  <a:pt x="2513008" y="65082"/>
                </a:lnTo>
                <a:lnTo>
                  <a:pt x="2513523" y="65246"/>
                </a:lnTo>
                <a:lnTo>
                  <a:pt x="2514024" y="65410"/>
                </a:lnTo>
                <a:lnTo>
                  <a:pt x="2514510" y="65574"/>
                </a:lnTo>
                <a:lnTo>
                  <a:pt x="2514982" y="65739"/>
                </a:lnTo>
                <a:lnTo>
                  <a:pt x="2515440" y="65903"/>
                </a:lnTo>
                <a:lnTo>
                  <a:pt x="2515883" y="66067"/>
                </a:lnTo>
                <a:lnTo>
                  <a:pt x="2516310" y="66235"/>
                </a:lnTo>
                <a:lnTo>
                  <a:pt x="2516720" y="66410"/>
                </a:lnTo>
                <a:lnTo>
                  <a:pt x="2517110" y="66591"/>
                </a:lnTo>
                <a:lnTo>
                  <a:pt x="2517483" y="66779"/>
                </a:lnTo>
                <a:lnTo>
                  <a:pt x="2517838" y="66974"/>
                </a:lnTo>
                <a:lnTo>
                  <a:pt x="2518174" y="67176"/>
                </a:lnTo>
                <a:lnTo>
                  <a:pt x="2518492" y="67385"/>
                </a:lnTo>
                <a:lnTo>
                  <a:pt x="2518792" y="67601"/>
                </a:lnTo>
                <a:lnTo>
                  <a:pt x="2519074" y="67823"/>
                </a:lnTo>
                <a:lnTo>
                  <a:pt x="2519338" y="68053"/>
                </a:lnTo>
                <a:lnTo>
                  <a:pt x="2519583" y="68289"/>
                </a:lnTo>
                <a:lnTo>
                  <a:pt x="2519811" y="68532"/>
                </a:lnTo>
                <a:lnTo>
                  <a:pt x="2520020" y="68782"/>
                </a:lnTo>
                <a:lnTo>
                  <a:pt x="2520211" y="69039"/>
                </a:lnTo>
                <a:lnTo>
                  <a:pt x="2520383" y="69302"/>
                </a:lnTo>
                <a:lnTo>
                  <a:pt x="2520538" y="69573"/>
                </a:lnTo>
                <a:lnTo>
                  <a:pt x="2520674" y="69850"/>
                </a:lnTo>
                <a:lnTo>
                  <a:pt x="2520792" y="70134"/>
                </a:lnTo>
                <a:lnTo>
                  <a:pt x="2520892" y="70425"/>
                </a:lnTo>
                <a:lnTo>
                  <a:pt x="2520974" y="70723"/>
                </a:lnTo>
                <a:lnTo>
                  <a:pt x="2521038" y="71027"/>
                </a:lnTo>
                <a:lnTo>
                  <a:pt x="2521083" y="71339"/>
                </a:lnTo>
                <a:lnTo>
                  <a:pt x="2521111" y="71657"/>
                </a:lnTo>
                <a:lnTo>
                  <a:pt x="2521120" y="71982"/>
                </a:lnTo>
                <a:lnTo>
                  <a:pt x="2521118" y="72176"/>
                </a:lnTo>
                <a:lnTo>
                  <a:pt x="2521112" y="72367"/>
                </a:lnTo>
                <a:lnTo>
                  <a:pt x="2521102" y="72555"/>
                </a:lnTo>
                <a:lnTo>
                  <a:pt x="2521089" y="72740"/>
                </a:lnTo>
                <a:lnTo>
                  <a:pt x="2521072" y="72923"/>
                </a:lnTo>
                <a:lnTo>
                  <a:pt x="2521050" y="73103"/>
                </a:lnTo>
                <a:lnTo>
                  <a:pt x="2521025" y="73280"/>
                </a:lnTo>
                <a:lnTo>
                  <a:pt x="2520996" y="73454"/>
                </a:lnTo>
                <a:lnTo>
                  <a:pt x="2520964" y="73625"/>
                </a:lnTo>
                <a:lnTo>
                  <a:pt x="2520927" y="73794"/>
                </a:lnTo>
                <a:lnTo>
                  <a:pt x="2520887" y="73960"/>
                </a:lnTo>
                <a:lnTo>
                  <a:pt x="2520842" y="74123"/>
                </a:lnTo>
                <a:lnTo>
                  <a:pt x="2520794" y="74283"/>
                </a:lnTo>
                <a:lnTo>
                  <a:pt x="2520742" y="74441"/>
                </a:lnTo>
                <a:lnTo>
                  <a:pt x="2520686" y="74595"/>
                </a:lnTo>
                <a:lnTo>
                  <a:pt x="2520627" y="74747"/>
                </a:lnTo>
                <a:lnTo>
                  <a:pt x="2520563" y="74897"/>
                </a:lnTo>
                <a:lnTo>
                  <a:pt x="2520496" y="75043"/>
                </a:lnTo>
                <a:lnTo>
                  <a:pt x="2520425" y="75187"/>
                </a:lnTo>
                <a:lnTo>
                  <a:pt x="2520350" y="75328"/>
                </a:lnTo>
                <a:lnTo>
                  <a:pt x="2520271" y="75466"/>
                </a:lnTo>
                <a:lnTo>
                  <a:pt x="2520188" y="75601"/>
                </a:lnTo>
                <a:lnTo>
                  <a:pt x="2520101" y="75734"/>
                </a:lnTo>
                <a:lnTo>
                  <a:pt x="2520011" y="75864"/>
                </a:lnTo>
                <a:lnTo>
                  <a:pt x="2519917" y="75991"/>
                </a:lnTo>
                <a:lnTo>
                  <a:pt x="2519822" y="76116"/>
                </a:lnTo>
                <a:lnTo>
                  <a:pt x="2519725" y="76239"/>
                </a:lnTo>
                <a:lnTo>
                  <a:pt x="2519626" y="76360"/>
                </a:lnTo>
                <a:lnTo>
                  <a:pt x="2519525" y="76479"/>
                </a:lnTo>
                <a:lnTo>
                  <a:pt x="2519422" y="76596"/>
                </a:lnTo>
                <a:lnTo>
                  <a:pt x="2519317" y="76710"/>
                </a:lnTo>
                <a:lnTo>
                  <a:pt x="2519210" y="76823"/>
                </a:lnTo>
                <a:lnTo>
                  <a:pt x="2519101" y="76933"/>
                </a:lnTo>
                <a:lnTo>
                  <a:pt x="2518990" y="77041"/>
                </a:lnTo>
                <a:lnTo>
                  <a:pt x="2518878" y="77147"/>
                </a:lnTo>
                <a:lnTo>
                  <a:pt x="2518763" y="77251"/>
                </a:lnTo>
                <a:lnTo>
                  <a:pt x="2518647" y="77353"/>
                </a:lnTo>
                <a:lnTo>
                  <a:pt x="2518528" y="77452"/>
                </a:lnTo>
                <a:lnTo>
                  <a:pt x="2518408" y="77550"/>
                </a:lnTo>
                <a:lnTo>
                  <a:pt x="2518286" y="77645"/>
                </a:lnTo>
                <a:lnTo>
                  <a:pt x="2518161" y="77738"/>
                </a:lnTo>
                <a:lnTo>
                  <a:pt x="2518035" y="77829"/>
                </a:lnTo>
                <a:lnTo>
                  <a:pt x="2517907" y="77918"/>
                </a:lnTo>
                <a:lnTo>
                  <a:pt x="2517777" y="78004"/>
                </a:lnTo>
                <a:lnTo>
                  <a:pt x="2517645" y="78089"/>
                </a:lnTo>
                <a:lnTo>
                  <a:pt x="2517512" y="78171"/>
                </a:lnTo>
                <a:lnTo>
                  <a:pt x="2517376" y="78252"/>
                </a:lnTo>
                <a:lnTo>
                  <a:pt x="2517238" y="78330"/>
                </a:lnTo>
                <a:lnTo>
                  <a:pt x="2517099" y="78406"/>
                </a:lnTo>
                <a:lnTo>
                  <a:pt x="2516959" y="78480"/>
                </a:lnTo>
                <a:lnTo>
                  <a:pt x="2516817" y="78553"/>
                </a:lnTo>
                <a:lnTo>
                  <a:pt x="2516674" y="78624"/>
                </a:lnTo>
                <a:lnTo>
                  <a:pt x="2516530" y="78693"/>
                </a:lnTo>
                <a:lnTo>
                  <a:pt x="2516384" y="78761"/>
                </a:lnTo>
                <a:lnTo>
                  <a:pt x="2516237" y="78826"/>
                </a:lnTo>
                <a:lnTo>
                  <a:pt x="2516089" y="78891"/>
                </a:lnTo>
                <a:lnTo>
                  <a:pt x="2515940" y="78953"/>
                </a:lnTo>
                <a:lnTo>
                  <a:pt x="2515789" y="79014"/>
                </a:lnTo>
                <a:lnTo>
                  <a:pt x="2515637" y="79073"/>
                </a:lnTo>
                <a:lnTo>
                  <a:pt x="2515484" y="79130"/>
                </a:lnTo>
                <a:lnTo>
                  <a:pt x="2515329" y="79186"/>
                </a:lnTo>
                <a:lnTo>
                  <a:pt x="2515173" y="79240"/>
                </a:lnTo>
                <a:lnTo>
                  <a:pt x="2515016" y="79292"/>
                </a:lnTo>
                <a:lnTo>
                  <a:pt x="2514857" y="79342"/>
                </a:lnTo>
                <a:lnTo>
                  <a:pt x="2514698" y="79391"/>
                </a:lnTo>
                <a:lnTo>
                  <a:pt x="2514537" y="79438"/>
                </a:lnTo>
                <a:lnTo>
                  <a:pt x="2514374" y="79484"/>
                </a:lnTo>
                <a:lnTo>
                  <a:pt x="2514211" y="79527"/>
                </a:lnTo>
                <a:lnTo>
                  <a:pt x="2514046" y="79569"/>
                </a:lnTo>
                <a:lnTo>
                  <a:pt x="2513879" y="79609"/>
                </a:lnTo>
                <a:lnTo>
                  <a:pt x="2513712" y="79648"/>
                </a:lnTo>
                <a:lnTo>
                  <a:pt x="2513543" y="79685"/>
                </a:lnTo>
                <a:lnTo>
                  <a:pt x="2513374" y="79720"/>
                </a:lnTo>
                <a:lnTo>
                  <a:pt x="2513206" y="79754"/>
                </a:lnTo>
                <a:lnTo>
                  <a:pt x="2513038" y="79786"/>
                </a:lnTo>
                <a:lnTo>
                  <a:pt x="2512871" y="79816"/>
                </a:lnTo>
                <a:lnTo>
                  <a:pt x="2512704" y="79846"/>
                </a:lnTo>
                <a:lnTo>
                  <a:pt x="2512539" y="79873"/>
                </a:lnTo>
                <a:lnTo>
                  <a:pt x="2512373" y="79899"/>
                </a:lnTo>
                <a:lnTo>
                  <a:pt x="2512209" y="79924"/>
                </a:lnTo>
                <a:lnTo>
                  <a:pt x="2512045" y="79947"/>
                </a:lnTo>
                <a:lnTo>
                  <a:pt x="2511882" y="79969"/>
                </a:lnTo>
                <a:lnTo>
                  <a:pt x="2511719" y="79989"/>
                </a:lnTo>
                <a:lnTo>
                  <a:pt x="2511557" y="80008"/>
                </a:lnTo>
                <a:lnTo>
                  <a:pt x="2511396" y="80025"/>
                </a:lnTo>
                <a:lnTo>
                  <a:pt x="2511235" y="80041"/>
                </a:lnTo>
                <a:lnTo>
                  <a:pt x="2511075" y="80055"/>
                </a:lnTo>
                <a:lnTo>
                  <a:pt x="2510916" y="80068"/>
                </a:lnTo>
                <a:lnTo>
                  <a:pt x="2510757" y="80079"/>
                </a:lnTo>
                <a:lnTo>
                  <a:pt x="2510599" y="80088"/>
                </a:lnTo>
                <a:lnTo>
                  <a:pt x="2510441" y="80097"/>
                </a:lnTo>
                <a:lnTo>
                  <a:pt x="2510285" y="80103"/>
                </a:lnTo>
                <a:lnTo>
                  <a:pt x="2510128" y="80109"/>
                </a:lnTo>
                <a:lnTo>
                  <a:pt x="2509973" y="80112"/>
                </a:lnTo>
                <a:lnTo>
                  <a:pt x="2509818" y="80115"/>
                </a:lnTo>
                <a:lnTo>
                  <a:pt x="2509664" y="80115"/>
                </a:lnTo>
                <a:lnTo>
                  <a:pt x="2509448" y="80114"/>
                </a:lnTo>
                <a:lnTo>
                  <a:pt x="2509234" y="80111"/>
                </a:lnTo>
                <a:lnTo>
                  <a:pt x="2509020" y="80106"/>
                </a:lnTo>
                <a:lnTo>
                  <a:pt x="2508807" y="80098"/>
                </a:lnTo>
                <a:lnTo>
                  <a:pt x="2508594" y="80089"/>
                </a:lnTo>
                <a:lnTo>
                  <a:pt x="2508382" y="80077"/>
                </a:lnTo>
                <a:lnTo>
                  <a:pt x="2508171" y="80063"/>
                </a:lnTo>
                <a:lnTo>
                  <a:pt x="2507960" y="80047"/>
                </a:lnTo>
                <a:lnTo>
                  <a:pt x="2507750" y="80029"/>
                </a:lnTo>
                <a:lnTo>
                  <a:pt x="2507540" y="80009"/>
                </a:lnTo>
                <a:lnTo>
                  <a:pt x="2507331" y="79986"/>
                </a:lnTo>
                <a:lnTo>
                  <a:pt x="2507123" y="79962"/>
                </a:lnTo>
                <a:lnTo>
                  <a:pt x="2506916" y="79935"/>
                </a:lnTo>
                <a:lnTo>
                  <a:pt x="2506709" y="79906"/>
                </a:lnTo>
                <a:lnTo>
                  <a:pt x="2506503" y="79875"/>
                </a:lnTo>
                <a:lnTo>
                  <a:pt x="2506297" y="79842"/>
                </a:lnTo>
                <a:lnTo>
                  <a:pt x="2506092" y="79807"/>
                </a:lnTo>
                <a:lnTo>
                  <a:pt x="2505888" y="79770"/>
                </a:lnTo>
                <a:lnTo>
                  <a:pt x="2505684" y="79730"/>
                </a:lnTo>
                <a:lnTo>
                  <a:pt x="2505481" y="79689"/>
                </a:lnTo>
                <a:lnTo>
                  <a:pt x="2505279" y="79645"/>
                </a:lnTo>
                <a:lnTo>
                  <a:pt x="2505077" y="79599"/>
                </a:lnTo>
                <a:lnTo>
                  <a:pt x="2504876" y="79551"/>
                </a:lnTo>
                <a:lnTo>
                  <a:pt x="2504675" y="79501"/>
                </a:lnTo>
                <a:lnTo>
                  <a:pt x="2504476" y="79448"/>
                </a:lnTo>
                <a:lnTo>
                  <a:pt x="2504279" y="79393"/>
                </a:lnTo>
                <a:lnTo>
                  <a:pt x="2504083" y="79336"/>
                </a:lnTo>
                <a:lnTo>
                  <a:pt x="2503890" y="79277"/>
                </a:lnTo>
                <a:lnTo>
                  <a:pt x="2503698" y="79215"/>
                </a:lnTo>
                <a:lnTo>
                  <a:pt x="2503509" y="79150"/>
                </a:lnTo>
                <a:lnTo>
                  <a:pt x="2503321" y="79084"/>
                </a:lnTo>
                <a:lnTo>
                  <a:pt x="2503135" y="79015"/>
                </a:lnTo>
                <a:lnTo>
                  <a:pt x="2502952" y="78943"/>
                </a:lnTo>
                <a:lnTo>
                  <a:pt x="2502770" y="78870"/>
                </a:lnTo>
                <a:lnTo>
                  <a:pt x="2502590" y="78794"/>
                </a:lnTo>
                <a:lnTo>
                  <a:pt x="2502412" y="78716"/>
                </a:lnTo>
                <a:lnTo>
                  <a:pt x="2502236" y="78635"/>
                </a:lnTo>
                <a:lnTo>
                  <a:pt x="2502061" y="78552"/>
                </a:lnTo>
                <a:lnTo>
                  <a:pt x="2501889" y="78467"/>
                </a:lnTo>
                <a:lnTo>
                  <a:pt x="2501719" y="78379"/>
                </a:lnTo>
                <a:lnTo>
                  <a:pt x="2501550" y="78289"/>
                </a:lnTo>
                <a:lnTo>
                  <a:pt x="2501384" y="78196"/>
                </a:lnTo>
                <a:lnTo>
                  <a:pt x="2501219" y="78102"/>
                </a:lnTo>
                <a:lnTo>
                  <a:pt x="2501057" y="78005"/>
                </a:lnTo>
                <a:lnTo>
                  <a:pt x="2500896" y="77905"/>
                </a:lnTo>
                <a:lnTo>
                  <a:pt x="2500737" y="77803"/>
                </a:lnTo>
                <a:lnTo>
                  <a:pt x="2500580" y="77699"/>
                </a:lnTo>
                <a:lnTo>
                  <a:pt x="2500425" y="77593"/>
                </a:lnTo>
                <a:lnTo>
                  <a:pt x="2500273" y="77484"/>
                </a:lnTo>
                <a:lnTo>
                  <a:pt x="2500122" y="77372"/>
                </a:lnTo>
                <a:lnTo>
                  <a:pt x="2499974" y="77258"/>
                </a:lnTo>
                <a:lnTo>
                  <a:pt x="2499828" y="77141"/>
                </a:lnTo>
                <a:lnTo>
                  <a:pt x="2499685" y="77022"/>
                </a:lnTo>
                <a:lnTo>
                  <a:pt x="2499544" y="76900"/>
                </a:lnTo>
                <a:lnTo>
                  <a:pt x="2499405" y="76776"/>
                </a:lnTo>
                <a:lnTo>
                  <a:pt x="2499269" y="76649"/>
                </a:lnTo>
                <a:lnTo>
                  <a:pt x="2499135" y="76519"/>
                </a:lnTo>
                <a:lnTo>
                  <a:pt x="2499003" y="76387"/>
                </a:lnTo>
                <a:lnTo>
                  <a:pt x="2498874" y="76253"/>
                </a:lnTo>
                <a:lnTo>
                  <a:pt x="2498747" y="76116"/>
                </a:lnTo>
                <a:lnTo>
                  <a:pt x="2498622" y="75976"/>
                </a:lnTo>
                <a:lnTo>
                  <a:pt x="2498500" y="75834"/>
                </a:lnTo>
                <a:lnTo>
                  <a:pt x="2498380" y="75689"/>
                </a:lnTo>
                <a:lnTo>
                  <a:pt x="2498263" y="75541"/>
                </a:lnTo>
                <a:lnTo>
                  <a:pt x="2498147" y="75391"/>
                </a:lnTo>
                <a:lnTo>
                  <a:pt x="2498035" y="75239"/>
                </a:lnTo>
                <a:lnTo>
                  <a:pt x="2497924" y="75084"/>
                </a:lnTo>
                <a:lnTo>
                  <a:pt x="2497816" y="74926"/>
                </a:lnTo>
                <a:lnTo>
                  <a:pt x="2497710" y="74766"/>
                </a:lnTo>
                <a:lnTo>
                  <a:pt x="2497607" y="74603"/>
                </a:lnTo>
                <a:lnTo>
                  <a:pt x="2497506" y="74438"/>
                </a:lnTo>
                <a:lnTo>
                  <a:pt x="2497407" y="74270"/>
                </a:lnTo>
                <a:lnTo>
                  <a:pt x="2497311" y="74099"/>
                </a:lnTo>
                <a:lnTo>
                  <a:pt x="2497220" y="73926"/>
                </a:lnTo>
                <a:lnTo>
                  <a:pt x="2497133" y="73750"/>
                </a:lnTo>
                <a:lnTo>
                  <a:pt x="2497050" y="73571"/>
                </a:lnTo>
                <a:lnTo>
                  <a:pt x="2496970" y="73389"/>
                </a:lnTo>
                <a:lnTo>
                  <a:pt x="2496895" y="73205"/>
                </a:lnTo>
                <a:lnTo>
                  <a:pt x="2496824" y="73018"/>
                </a:lnTo>
                <a:lnTo>
                  <a:pt x="2496757" y="72828"/>
                </a:lnTo>
                <a:lnTo>
                  <a:pt x="2496694" y="72635"/>
                </a:lnTo>
                <a:lnTo>
                  <a:pt x="2496636" y="72439"/>
                </a:lnTo>
                <a:lnTo>
                  <a:pt x="2496581" y="72241"/>
                </a:lnTo>
                <a:lnTo>
                  <a:pt x="2496530" y="72040"/>
                </a:lnTo>
                <a:lnTo>
                  <a:pt x="2496483" y="71836"/>
                </a:lnTo>
                <a:lnTo>
                  <a:pt x="2496441" y="71629"/>
                </a:lnTo>
                <a:lnTo>
                  <a:pt x="2496402" y="71420"/>
                </a:lnTo>
                <a:lnTo>
                  <a:pt x="2496368" y="71207"/>
                </a:lnTo>
                <a:lnTo>
                  <a:pt x="2496337" y="70992"/>
                </a:lnTo>
                <a:lnTo>
                  <a:pt x="2496311" y="70775"/>
                </a:lnTo>
                <a:lnTo>
                  <a:pt x="2496288" y="70554"/>
                </a:lnTo>
                <a:lnTo>
                  <a:pt x="2496270" y="70331"/>
                </a:lnTo>
                <a:lnTo>
                  <a:pt x="2496256" y="70104"/>
                </a:lnTo>
                <a:lnTo>
                  <a:pt x="2496246" y="69875"/>
                </a:lnTo>
                <a:lnTo>
                  <a:pt x="2496240" y="69644"/>
                </a:lnTo>
                <a:lnTo>
                  <a:pt x="2496238" y="69409"/>
                </a:lnTo>
                <a:lnTo>
                  <a:pt x="2479609" y="69409"/>
                </a:lnTo>
                <a:lnTo>
                  <a:pt x="2479634" y="69938"/>
                </a:lnTo>
                <a:lnTo>
                  <a:pt x="2479667" y="70460"/>
                </a:lnTo>
                <a:lnTo>
                  <a:pt x="2479708" y="70974"/>
                </a:lnTo>
                <a:lnTo>
                  <a:pt x="2479758" y="71481"/>
                </a:lnTo>
                <a:close/>
                <a:moveTo>
                  <a:pt x="2350560" y="43974"/>
                </a:moveTo>
                <a:lnTo>
                  <a:pt x="2350648" y="43599"/>
                </a:lnTo>
                <a:lnTo>
                  <a:pt x="2350744" y="43235"/>
                </a:lnTo>
                <a:lnTo>
                  <a:pt x="2350850" y="42881"/>
                </a:lnTo>
                <a:lnTo>
                  <a:pt x="2350963" y="42537"/>
                </a:lnTo>
                <a:lnTo>
                  <a:pt x="2351086" y="42203"/>
                </a:lnTo>
                <a:lnTo>
                  <a:pt x="2351217" y="41880"/>
                </a:lnTo>
                <a:lnTo>
                  <a:pt x="2351356" y="41567"/>
                </a:lnTo>
                <a:lnTo>
                  <a:pt x="2351504" y="41264"/>
                </a:lnTo>
                <a:lnTo>
                  <a:pt x="2351661" y="40972"/>
                </a:lnTo>
                <a:lnTo>
                  <a:pt x="2351826" y="40689"/>
                </a:lnTo>
                <a:lnTo>
                  <a:pt x="2351999" y="40417"/>
                </a:lnTo>
                <a:lnTo>
                  <a:pt x="2352182" y="40156"/>
                </a:lnTo>
                <a:lnTo>
                  <a:pt x="2352372" y="39904"/>
                </a:lnTo>
                <a:lnTo>
                  <a:pt x="2352572" y="39663"/>
                </a:lnTo>
                <a:lnTo>
                  <a:pt x="2352780" y="39432"/>
                </a:lnTo>
                <a:lnTo>
                  <a:pt x="2352996" y="39211"/>
                </a:lnTo>
                <a:lnTo>
                  <a:pt x="2353221" y="39001"/>
                </a:lnTo>
                <a:lnTo>
                  <a:pt x="2353455" y="38800"/>
                </a:lnTo>
                <a:lnTo>
                  <a:pt x="2353697" y="38610"/>
                </a:lnTo>
                <a:lnTo>
                  <a:pt x="2353947" y="38429"/>
                </a:lnTo>
                <a:lnTo>
                  <a:pt x="2354205" y="38256"/>
                </a:lnTo>
                <a:lnTo>
                  <a:pt x="2354470" y="38091"/>
                </a:lnTo>
                <a:lnTo>
                  <a:pt x="2354744" y="37933"/>
                </a:lnTo>
                <a:lnTo>
                  <a:pt x="2355025" y="37783"/>
                </a:lnTo>
                <a:lnTo>
                  <a:pt x="2355313" y="37640"/>
                </a:lnTo>
                <a:lnTo>
                  <a:pt x="2355610" y="37505"/>
                </a:lnTo>
                <a:lnTo>
                  <a:pt x="2355914" y="37378"/>
                </a:lnTo>
                <a:lnTo>
                  <a:pt x="2356226" y="37259"/>
                </a:lnTo>
                <a:lnTo>
                  <a:pt x="2356545" y="37147"/>
                </a:lnTo>
                <a:lnTo>
                  <a:pt x="2356872" y="37043"/>
                </a:lnTo>
                <a:lnTo>
                  <a:pt x="2357207" y="36947"/>
                </a:lnTo>
                <a:lnTo>
                  <a:pt x="2357550" y="36858"/>
                </a:lnTo>
                <a:lnTo>
                  <a:pt x="2357900" y="36778"/>
                </a:lnTo>
                <a:lnTo>
                  <a:pt x="2358258" y="36704"/>
                </a:lnTo>
                <a:lnTo>
                  <a:pt x="2358624" y="36639"/>
                </a:lnTo>
                <a:lnTo>
                  <a:pt x="2358997" y="36581"/>
                </a:lnTo>
                <a:lnTo>
                  <a:pt x="2359378" y="36531"/>
                </a:lnTo>
                <a:lnTo>
                  <a:pt x="2359767" y="36489"/>
                </a:lnTo>
                <a:lnTo>
                  <a:pt x="2360163" y="36454"/>
                </a:lnTo>
                <a:lnTo>
                  <a:pt x="2360567" y="36427"/>
                </a:lnTo>
                <a:lnTo>
                  <a:pt x="2360979" y="36408"/>
                </a:lnTo>
                <a:lnTo>
                  <a:pt x="2361399" y="36396"/>
                </a:lnTo>
                <a:lnTo>
                  <a:pt x="2361826" y="36392"/>
                </a:lnTo>
                <a:lnTo>
                  <a:pt x="2362020" y="36393"/>
                </a:lnTo>
                <a:lnTo>
                  <a:pt x="2362214" y="36395"/>
                </a:lnTo>
                <a:lnTo>
                  <a:pt x="2362406" y="36397"/>
                </a:lnTo>
                <a:lnTo>
                  <a:pt x="2362597" y="36401"/>
                </a:lnTo>
                <a:lnTo>
                  <a:pt x="2362787" y="36406"/>
                </a:lnTo>
                <a:lnTo>
                  <a:pt x="2362977" y="36412"/>
                </a:lnTo>
                <a:lnTo>
                  <a:pt x="2363165" y="36419"/>
                </a:lnTo>
                <a:lnTo>
                  <a:pt x="2363352" y="36427"/>
                </a:lnTo>
                <a:lnTo>
                  <a:pt x="2363538" y="36436"/>
                </a:lnTo>
                <a:lnTo>
                  <a:pt x="2363722" y="36446"/>
                </a:lnTo>
                <a:lnTo>
                  <a:pt x="2363906" y="36457"/>
                </a:lnTo>
                <a:lnTo>
                  <a:pt x="2364089" y="36470"/>
                </a:lnTo>
                <a:lnTo>
                  <a:pt x="2364270" y="36483"/>
                </a:lnTo>
                <a:lnTo>
                  <a:pt x="2364451" y="36497"/>
                </a:lnTo>
                <a:lnTo>
                  <a:pt x="2364631" y="36513"/>
                </a:lnTo>
                <a:lnTo>
                  <a:pt x="2364809" y="36529"/>
                </a:lnTo>
                <a:lnTo>
                  <a:pt x="2364986" y="36547"/>
                </a:lnTo>
                <a:lnTo>
                  <a:pt x="2365163" y="36566"/>
                </a:lnTo>
                <a:lnTo>
                  <a:pt x="2365338" y="36586"/>
                </a:lnTo>
                <a:lnTo>
                  <a:pt x="2365512" y="36607"/>
                </a:lnTo>
                <a:lnTo>
                  <a:pt x="2365685" y="36629"/>
                </a:lnTo>
                <a:lnTo>
                  <a:pt x="2365857" y="36652"/>
                </a:lnTo>
                <a:lnTo>
                  <a:pt x="2366028" y="36676"/>
                </a:lnTo>
                <a:lnTo>
                  <a:pt x="2366198" y="36701"/>
                </a:lnTo>
                <a:lnTo>
                  <a:pt x="2366366" y="36728"/>
                </a:lnTo>
                <a:lnTo>
                  <a:pt x="2366533" y="36756"/>
                </a:lnTo>
                <a:lnTo>
                  <a:pt x="2366698" y="36787"/>
                </a:lnTo>
                <a:lnTo>
                  <a:pt x="2366862" y="36821"/>
                </a:lnTo>
                <a:lnTo>
                  <a:pt x="2367024" y="36856"/>
                </a:lnTo>
                <a:lnTo>
                  <a:pt x="2367184" y="36893"/>
                </a:lnTo>
                <a:lnTo>
                  <a:pt x="2367342" y="36933"/>
                </a:lnTo>
                <a:lnTo>
                  <a:pt x="2367499" y="36975"/>
                </a:lnTo>
                <a:lnTo>
                  <a:pt x="2367653" y="37019"/>
                </a:lnTo>
                <a:lnTo>
                  <a:pt x="2367807" y="37065"/>
                </a:lnTo>
                <a:lnTo>
                  <a:pt x="2367958" y="37113"/>
                </a:lnTo>
                <a:lnTo>
                  <a:pt x="2368108" y="37163"/>
                </a:lnTo>
                <a:lnTo>
                  <a:pt x="2368256" y="37216"/>
                </a:lnTo>
                <a:lnTo>
                  <a:pt x="2368402" y="37270"/>
                </a:lnTo>
                <a:lnTo>
                  <a:pt x="2368547" y="37327"/>
                </a:lnTo>
                <a:lnTo>
                  <a:pt x="2368690" y="37386"/>
                </a:lnTo>
                <a:lnTo>
                  <a:pt x="2368831" y="37447"/>
                </a:lnTo>
                <a:lnTo>
                  <a:pt x="2368970" y="37510"/>
                </a:lnTo>
                <a:lnTo>
                  <a:pt x="2369108" y="37575"/>
                </a:lnTo>
                <a:lnTo>
                  <a:pt x="2369244" y="37643"/>
                </a:lnTo>
                <a:lnTo>
                  <a:pt x="2369378" y="37712"/>
                </a:lnTo>
                <a:lnTo>
                  <a:pt x="2369511" y="37784"/>
                </a:lnTo>
                <a:lnTo>
                  <a:pt x="2369642" y="37858"/>
                </a:lnTo>
                <a:lnTo>
                  <a:pt x="2369771" y="37934"/>
                </a:lnTo>
                <a:lnTo>
                  <a:pt x="2369898" y="38012"/>
                </a:lnTo>
                <a:lnTo>
                  <a:pt x="2370023" y="38093"/>
                </a:lnTo>
                <a:lnTo>
                  <a:pt x="2370146" y="38176"/>
                </a:lnTo>
                <a:lnTo>
                  <a:pt x="2370267" y="38262"/>
                </a:lnTo>
                <a:lnTo>
                  <a:pt x="2370386" y="38350"/>
                </a:lnTo>
                <a:lnTo>
                  <a:pt x="2370502" y="38441"/>
                </a:lnTo>
                <a:lnTo>
                  <a:pt x="2370617" y="38535"/>
                </a:lnTo>
                <a:lnTo>
                  <a:pt x="2370729" y="38631"/>
                </a:lnTo>
                <a:lnTo>
                  <a:pt x="2370839" y="38730"/>
                </a:lnTo>
                <a:lnTo>
                  <a:pt x="2370947" y="38831"/>
                </a:lnTo>
                <a:lnTo>
                  <a:pt x="2371053" y="38935"/>
                </a:lnTo>
                <a:lnTo>
                  <a:pt x="2371157" y="39042"/>
                </a:lnTo>
                <a:lnTo>
                  <a:pt x="2371258" y="39151"/>
                </a:lnTo>
                <a:lnTo>
                  <a:pt x="2371358" y="39262"/>
                </a:lnTo>
                <a:lnTo>
                  <a:pt x="2371455" y="39377"/>
                </a:lnTo>
                <a:lnTo>
                  <a:pt x="2371550" y="39493"/>
                </a:lnTo>
                <a:lnTo>
                  <a:pt x="2371643" y="39613"/>
                </a:lnTo>
                <a:lnTo>
                  <a:pt x="2371734" y="39735"/>
                </a:lnTo>
                <a:lnTo>
                  <a:pt x="2371823" y="39859"/>
                </a:lnTo>
                <a:lnTo>
                  <a:pt x="2371910" y="39986"/>
                </a:lnTo>
                <a:lnTo>
                  <a:pt x="2371994" y="40116"/>
                </a:lnTo>
                <a:lnTo>
                  <a:pt x="2372077" y="40248"/>
                </a:lnTo>
                <a:lnTo>
                  <a:pt x="2372157" y="40383"/>
                </a:lnTo>
                <a:lnTo>
                  <a:pt x="2372235" y="40520"/>
                </a:lnTo>
                <a:lnTo>
                  <a:pt x="2372310" y="40661"/>
                </a:lnTo>
                <a:lnTo>
                  <a:pt x="2372383" y="40805"/>
                </a:lnTo>
                <a:lnTo>
                  <a:pt x="2372452" y="40954"/>
                </a:lnTo>
                <a:lnTo>
                  <a:pt x="2372518" y="41106"/>
                </a:lnTo>
                <a:lnTo>
                  <a:pt x="2372580" y="41263"/>
                </a:lnTo>
                <a:lnTo>
                  <a:pt x="2372640" y="41424"/>
                </a:lnTo>
                <a:lnTo>
                  <a:pt x="2372696" y="41589"/>
                </a:lnTo>
                <a:lnTo>
                  <a:pt x="2372749" y="41758"/>
                </a:lnTo>
                <a:lnTo>
                  <a:pt x="2372798" y="41931"/>
                </a:lnTo>
                <a:lnTo>
                  <a:pt x="2372845" y="42108"/>
                </a:lnTo>
                <a:lnTo>
                  <a:pt x="2372888" y="42290"/>
                </a:lnTo>
                <a:lnTo>
                  <a:pt x="2372929" y="42475"/>
                </a:lnTo>
                <a:lnTo>
                  <a:pt x="2372965" y="42664"/>
                </a:lnTo>
                <a:lnTo>
                  <a:pt x="2372999" y="42858"/>
                </a:lnTo>
                <a:lnTo>
                  <a:pt x="2373030" y="43055"/>
                </a:lnTo>
                <a:lnTo>
                  <a:pt x="2373057" y="43257"/>
                </a:lnTo>
                <a:lnTo>
                  <a:pt x="2373081" y="43462"/>
                </a:lnTo>
                <a:lnTo>
                  <a:pt x="2373102" y="43672"/>
                </a:lnTo>
                <a:lnTo>
                  <a:pt x="2373120" y="43886"/>
                </a:lnTo>
                <a:lnTo>
                  <a:pt x="2373134" y="44104"/>
                </a:lnTo>
                <a:lnTo>
                  <a:pt x="2373145" y="44326"/>
                </a:lnTo>
                <a:lnTo>
                  <a:pt x="2373153" y="44552"/>
                </a:lnTo>
                <a:lnTo>
                  <a:pt x="2373158" y="44782"/>
                </a:lnTo>
                <a:lnTo>
                  <a:pt x="2373160" y="45016"/>
                </a:lnTo>
                <a:lnTo>
                  <a:pt x="2373167" y="45240"/>
                </a:lnTo>
                <a:lnTo>
                  <a:pt x="2373167" y="45459"/>
                </a:lnTo>
                <a:lnTo>
                  <a:pt x="2373161" y="45673"/>
                </a:lnTo>
                <a:lnTo>
                  <a:pt x="2373149" y="45884"/>
                </a:lnTo>
                <a:lnTo>
                  <a:pt x="2373130" y="46089"/>
                </a:lnTo>
                <a:lnTo>
                  <a:pt x="2373105" y="46290"/>
                </a:lnTo>
                <a:lnTo>
                  <a:pt x="2373074" y="46487"/>
                </a:lnTo>
                <a:lnTo>
                  <a:pt x="2373036" y="46679"/>
                </a:lnTo>
                <a:lnTo>
                  <a:pt x="2372992" y="46867"/>
                </a:lnTo>
                <a:lnTo>
                  <a:pt x="2372941" y="47050"/>
                </a:lnTo>
                <a:lnTo>
                  <a:pt x="2372884" y="47229"/>
                </a:lnTo>
                <a:lnTo>
                  <a:pt x="2372820" y="47403"/>
                </a:lnTo>
                <a:lnTo>
                  <a:pt x="2372750" y="47573"/>
                </a:lnTo>
                <a:lnTo>
                  <a:pt x="2372674" y="47738"/>
                </a:lnTo>
                <a:lnTo>
                  <a:pt x="2372591" y="47899"/>
                </a:lnTo>
                <a:lnTo>
                  <a:pt x="2372501" y="48055"/>
                </a:lnTo>
                <a:lnTo>
                  <a:pt x="2372406" y="48207"/>
                </a:lnTo>
                <a:lnTo>
                  <a:pt x="2372304" y="48354"/>
                </a:lnTo>
                <a:lnTo>
                  <a:pt x="2372195" y="48497"/>
                </a:lnTo>
                <a:lnTo>
                  <a:pt x="2372080" y="48635"/>
                </a:lnTo>
                <a:lnTo>
                  <a:pt x="2371959" y="48769"/>
                </a:lnTo>
                <a:lnTo>
                  <a:pt x="2371831" y="48898"/>
                </a:lnTo>
                <a:lnTo>
                  <a:pt x="2371697" y="49023"/>
                </a:lnTo>
                <a:lnTo>
                  <a:pt x="2371556" y="49144"/>
                </a:lnTo>
                <a:lnTo>
                  <a:pt x="2371411" y="49260"/>
                </a:lnTo>
                <a:lnTo>
                  <a:pt x="2371261" y="49375"/>
                </a:lnTo>
                <a:lnTo>
                  <a:pt x="2371106" y="49487"/>
                </a:lnTo>
                <a:lnTo>
                  <a:pt x="2370948" y="49597"/>
                </a:lnTo>
                <a:lnTo>
                  <a:pt x="2370785" y="49704"/>
                </a:lnTo>
                <a:lnTo>
                  <a:pt x="2370618" y="49809"/>
                </a:lnTo>
                <a:lnTo>
                  <a:pt x="2370446" y="49912"/>
                </a:lnTo>
                <a:lnTo>
                  <a:pt x="2370270" y="50012"/>
                </a:lnTo>
                <a:lnTo>
                  <a:pt x="2370090" y="50110"/>
                </a:lnTo>
                <a:lnTo>
                  <a:pt x="2369906" y="50206"/>
                </a:lnTo>
                <a:lnTo>
                  <a:pt x="2369717" y="50299"/>
                </a:lnTo>
                <a:lnTo>
                  <a:pt x="2369525" y="50390"/>
                </a:lnTo>
                <a:lnTo>
                  <a:pt x="2369327" y="50478"/>
                </a:lnTo>
                <a:lnTo>
                  <a:pt x="2369126" y="50565"/>
                </a:lnTo>
                <a:lnTo>
                  <a:pt x="2368920" y="50648"/>
                </a:lnTo>
                <a:lnTo>
                  <a:pt x="2368710" y="50730"/>
                </a:lnTo>
                <a:lnTo>
                  <a:pt x="2368496" y="50809"/>
                </a:lnTo>
                <a:lnTo>
                  <a:pt x="2368277" y="50886"/>
                </a:lnTo>
                <a:lnTo>
                  <a:pt x="2368055" y="50960"/>
                </a:lnTo>
                <a:lnTo>
                  <a:pt x="2367828" y="51033"/>
                </a:lnTo>
                <a:lnTo>
                  <a:pt x="2367596" y="51102"/>
                </a:lnTo>
                <a:lnTo>
                  <a:pt x="2367360" y="51170"/>
                </a:lnTo>
                <a:lnTo>
                  <a:pt x="2367121" y="51235"/>
                </a:lnTo>
                <a:lnTo>
                  <a:pt x="2366876" y="51298"/>
                </a:lnTo>
                <a:lnTo>
                  <a:pt x="2366628" y="51359"/>
                </a:lnTo>
                <a:lnTo>
                  <a:pt x="2366378" y="51418"/>
                </a:lnTo>
                <a:lnTo>
                  <a:pt x="2366124" y="51477"/>
                </a:lnTo>
                <a:lnTo>
                  <a:pt x="2365867" y="51534"/>
                </a:lnTo>
                <a:lnTo>
                  <a:pt x="2365607" y="51589"/>
                </a:lnTo>
                <a:lnTo>
                  <a:pt x="2365344" y="51644"/>
                </a:lnTo>
                <a:lnTo>
                  <a:pt x="2365078" y="51697"/>
                </a:lnTo>
                <a:lnTo>
                  <a:pt x="2364809" y="51749"/>
                </a:lnTo>
                <a:lnTo>
                  <a:pt x="2364538" y="51800"/>
                </a:lnTo>
                <a:lnTo>
                  <a:pt x="2364263" y="51849"/>
                </a:lnTo>
                <a:lnTo>
                  <a:pt x="2363985" y="51897"/>
                </a:lnTo>
                <a:lnTo>
                  <a:pt x="2363704" y="51944"/>
                </a:lnTo>
                <a:lnTo>
                  <a:pt x="2363420" y="51990"/>
                </a:lnTo>
                <a:lnTo>
                  <a:pt x="2363133" y="52034"/>
                </a:lnTo>
                <a:lnTo>
                  <a:pt x="2362844" y="52077"/>
                </a:lnTo>
                <a:lnTo>
                  <a:pt x="2362551" y="52119"/>
                </a:lnTo>
                <a:lnTo>
                  <a:pt x="2362255" y="52159"/>
                </a:lnTo>
                <a:lnTo>
                  <a:pt x="2361956" y="52198"/>
                </a:lnTo>
                <a:lnTo>
                  <a:pt x="2361654" y="52236"/>
                </a:lnTo>
                <a:lnTo>
                  <a:pt x="2361350" y="52273"/>
                </a:lnTo>
                <a:lnTo>
                  <a:pt x="2361042" y="52308"/>
                </a:lnTo>
                <a:lnTo>
                  <a:pt x="2360731" y="52342"/>
                </a:lnTo>
                <a:lnTo>
                  <a:pt x="2360417" y="52375"/>
                </a:lnTo>
                <a:lnTo>
                  <a:pt x="2360100" y="52407"/>
                </a:lnTo>
                <a:lnTo>
                  <a:pt x="2359782" y="52438"/>
                </a:lnTo>
                <a:lnTo>
                  <a:pt x="2359463" y="52470"/>
                </a:lnTo>
                <a:lnTo>
                  <a:pt x="2359144" y="52503"/>
                </a:lnTo>
                <a:lnTo>
                  <a:pt x="2358824" y="52537"/>
                </a:lnTo>
                <a:lnTo>
                  <a:pt x="2358504" y="52572"/>
                </a:lnTo>
                <a:lnTo>
                  <a:pt x="2358184" y="52607"/>
                </a:lnTo>
                <a:lnTo>
                  <a:pt x="2357863" y="52643"/>
                </a:lnTo>
                <a:lnTo>
                  <a:pt x="2357542" y="52681"/>
                </a:lnTo>
                <a:lnTo>
                  <a:pt x="2357220" y="52719"/>
                </a:lnTo>
                <a:lnTo>
                  <a:pt x="2356898" y="52758"/>
                </a:lnTo>
                <a:lnTo>
                  <a:pt x="2356575" y="52798"/>
                </a:lnTo>
                <a:lnTo>
                  <a:pt x="2356252" y="52838"/>
                </a:lnTo>
                <a:lnTo>
                  <a:pt x="2355928" y="52880"/>
                </a:lnTo>
                <a:lnTo>
                  <a:pt x="2355604" y="52922"/>
                </a:lnTo>
                <a:lnTo>
                  <a:pt x="2355280" y="52966"/>
                </a:lnTo>
                <a:lnTo>
                  <a:pt x="2354955" y="53010"/>
                </a:lnTo>
                <a:lnTo>
                  <a:pt x="2354630" y="53055"/>
                </a:lnTo>
                <a:lnTo>
                  <a:pt x="2354304" y="53100"/>
                </a:lnTo>
                <a:lnTo>
                  <a:pt x="2353978" y="53147"/>
                </a:lnTo>
                <a:lnTo>
                  <a:pt x="2353652" y="53195"/>
                </a:lnTo>
                <a:lnTo>
                  <a:pt x="2353325" y="53243"/>
                </a:lnTo>
                <a:lnTo>
                  <a:pt x="2352997" y="53292"/>
                </a:lnTo>
                <a:lnTo>
                  <a:pt x="2352670" y="53342"/>
                </a:lnTo>
                <a:lnTo>
                  <a:pt x="2352341" y="53393"/>
                </a:lnTo>
                <a:lnTo>
                  <a:pt x="2352013" y="53445"/>
                </a:lnTo>
                <a:lnTo>
                  <a:pt x="2351685" y="53499"/>
                </a:lnTo>
                <a:lnTo>
                  <a:pt x="2351357" y="53554"/>
                </a:lnTo>
                <a:lnTo>
                  <a:pt x="2351029" y="53610"/>
                </a:lnTo>
                <a:lnTo>
                  <a:pt x="2350702" y="53668"/>
                </a:lnTo>
                <a:lnTo>
                  <a:pt x="2350374" y="53728"/>
                </a:lnTo>
                <a:lnTo>
                  <a:pt x="2350047" y="53789"/>
                </a:lnTo>
                <a:lnTo>
                  <a:pt x="2349720" y="53851"/>
                </a:lnTo>
                <a:lnTo>
                  <a:pt x="2349394" y="53915"/>
                </a:lnTo>
                <a:lnTo>
                  <a:pt x="2349067" y="53981"/>
                </a:lnTo>
                <a:lnTo>
                  <a:pt x="2348741" y="54048"/>
                </a:lnTo>
                <a:lnTo>
                  <a:pt x="2348415" y="54116"/>
                </a:lnTo>
                <a:lnTo>
                  <a:pt x="2348089" y="54186"/>
                </a:lnTo>
                <a:lnTo>
                  <a:pt x="2347764" y="54257"/>
                </a:lnTo>
                <a:lnTo>
                  <a:pt x="2347438" y="54330"/>
                </a:lnTo>
                <a:lnTo>
                  <a:pt x="2347113" y="54405"/>
                </a:lnTo>
                <a:lnTo>
                  <a:pt x="2346788" y="54481"/>
                </a:lnTo>
                <a:lnTo>
                  <a:pt x="2346463" y="54558"/>
                </a:lnTo>
                <a:lnTo>
                  <a:pt x="2346138" y="54637"/>
                </a:lnTo>
                <a:lnTo>
                  <a:pt x="2345814" y="54718"/>
                </a:lnTo>
                <a:lnTo>
                  <a:pt x="2345490" y="54800"/>
                </a:lnTo>
                <a:lnTo>
                  <a:pt x="2345166" y="54883"/>
                </a:lnTo>
                <a:lnTo>
                  <a:pt x="2344842" y="54968"/>
                </a:lnTo>
                <a:lnTo>
                  <a:pt x="2344519" y="55055"/>
                </a:lnTo>
                <a:lnTo>
                  <a:pt x="2344197" y="55144"/>
                </a:lnTo>
                <a:lnTo>
                  <a:pt x="2343878" y="55237"/>
                </a:lnTo>
                <a:lnTo>
                  <a:pt x="2343562" y="55333"/>
                </a:lnTo>
                <a:lnTo>
                  <a:pt x="2343249" y="55433"/>
                </a:lnTo>
                <a:lnTo>
                  <a:pt x="2342940" y="55537"/>
                </a:lnTo>
                <a:lnTo>
                  <a:pt x="2342633" y="55644"/>
                </a:lnTo>
                <a:lnTo>
                  <a:pt x="2342329" y="55755"/>
                </a:lnTo>
                <a:lnTo>
                  <a:pt x="2342028" y="55869"/>
                </a:lnTo>
                <a:lnTo>
                  <a:pt x="2341730" y="55987"/>
                </a:lnTo>
                <a:lnTo>
                  <a:pt x="2341435" y="56109"/>
                </a:lnTo>
                <a:lnTo>
                  <a:pt x="2341143" y="56234"/>
                </a:lnTo>
                <a:lnTo>
                  <a:pt x="2340854" y="56364"/>
                </a:lnTo>
                <a:lnTo>
                  <a:pt x="2340568" y="56496"/>
                </a:lnTo>
                <a:lnTo>
                  <a:pt x="2340286" y="56633"/>
                </a:lnTo>
                <a:lnTo>
                  <a:pt x="2340006" y="56772"/>
                </a:lnTo>
                <a:lnTo>
                  <a:pt x="2339729" y="56916"/>
                </a:lnTo>
                <a:lnTo>
                  <a:pt x="2339455" y="57063"/>
                </a:lnTo>
                <a:lnTo>
                  <a:pt x="2339184" y="57214"/>
                </a:lnTo>
                <a:lnTo>
                  <a:pt x="2338916" y="57369"/>
                </a:lnTo>
                <a:lnTo>
                  <a:pt x="2338651" y="57527"/>
                </a:lnTo>
                <a:lnTo>
                  <a:pt x="2338389" y="57689"/>
                </a:lnTo>
                <a:lnTo>
                  <a:pt x="2338130" y="57854"/>
                </a:lnTo>
                <a:lnTo>
                  <a:pt x="2337874" y="58023"/>
                </a:lnTo>
                <a:lnTo>
                  <a:pt x="2337621" y="58196"/>
                </a:lnTo>
                <a:lnTo>
                  <a:pt x="2337371" y="58373"/>
                </a:lnTo>
                <a:lnTo>
                  <a:pt x="2337125" y="58554"/>
                </a:lnTo>
                <a:lnTo>
                  <a:pt x="2336884" y="58741"/>
                </a:lnTo>
                <a:lnTo>
                  <a:pt x="2336646" y="58933"/>
                </a:lnTo>
                <a:lnTo>
                  <a:pt x="2336412" y="59130"/>
                </a:lnTo>
                <a:lnTo>
                  <a:pt x="2336181" y="59331"/>
                </a:lnTo>
                <a:lnTo>
                  <a:pt x="2335955" y="59538"/>
                </a:lnTo>
                <a:lnTo>
                  <a:pt x="2335732" y="59749"/>
                </a:lnTo>
                <a:lnTo>
                  <a:pt x="2335514" y="59965"/>
                </a:lnTo>
                <a:lnTo>
                  <a:pt x="2335299" y="60187"/>
                </a:lnTo>
                <a:lnTo>
                  <a:pt x="2335088" y="60413"/>
                </a:lnTo>
                <a:lnTo>
                  <a:pt x="2334881" y="60644"/>
                </a:lnTo>
                <a:lnTo>
                  <a:pt x="2334677" y="60880"/>
                </a:lnTo>
                <a:lnTo>
                  <a:pt x="2334478" y="61121"/>
                </a:lnTo>
                <a:lnTo>
                  <a:pt x="2334282" y="61367"/>
                </a:lnTo>
                <a:lnTo>
                  <a:pt x="2334090" y="61617"/>
                </a:lnTo>
                <a:lnTo>
                  <a:pt x="2333902" y="61873"/>
                </a:lnTo>
                <a:lnTo>
                  <a:pt x="2333718" y="62134"/>
                </a:lnTo>
                <a:lnTo>
                  <a:pt x="2333538" y="62399"/>
                </a:lnTo>
                <a:lnTo>
                  <a:pt x="2333361" y="62670"/>
                </a:lnTo>
                <a:lnTo>
                  <a:pt x="2333189" y="62945"/>
                </a:lnTo>
                <a:lnTo>
                  <a:pt x="2333020" y="63225"/>
                </a:lnTo>
                <a:lnTo>
                  <a:pt x="2332855" y="63510"/>
                </a:lnTo>
                <a:lnTo>
                  <a:pt x="2332694" y="63801"/>
                </a:lnTo>
                <a:lnTo>
                  <a:pt x="2332538" y="64096"/>
                </a:lnTo>
                <a:lnTo>
                  <a:pt x="2332389" y="64399"/>
                </a:lnTo>
                <a:lnTo>
                  <a:pt x="2332247" y="64708"/>
                </a:lnTo>
                <a:lnTo>
                  <a:pt x="2332111" y="65024"/>
                </a:lnTo>
                <a:lnTo>
                  <a:pt x="2331981" y="65346"/>
                </a:lnTo>
                <a:lnTo>
                  <a:pt x="2331859" y="65675"/>
                </a:lnTo>
                <a:lnTo>
                  <a:pt x="2331743" y="66011"/>
                </a:lnTo>
                <a:lnTo>
                  <a:pt x="2331633" y="66353"/>
                </a:lnTo>
                <a:lnTo>
                  <a:pt x="2331530" y="66702"/>
                </a:lnTo>
                <a:lnTo>
                  <a:pt x="2331434" y="67058"/>
                </a:lnTo>
                <a:lnTo>
                  <a:pt x="2331345" y="67420"/>
                </a:lnTo>
                <a:lnTo>
                  <a:pt x="2331262" y="67789"/>
                </a:lnTo>
                <a:lnTo>
                  <a:pt x="2331186" y="68164"/>
                </a:lnTo>
                <a:lnTo>
                  <a:pt x="2331116" y="68546"/>
                </a:lnTo>
                <a:lnTo>
                  <a:pt x="2331053" y="68935"/>
                </a:lnTo>
                <a:lnTo>
                  <a:pt x="2330997" y="69330"/>
                </a:lnTo>
                <a:lnTo>
                  <a:pt x="2330947" y="69732"/>
                </a:lnTo>
                <a:lnTo>
                  <a:pt x="2330904" y="70140"/>
                </a:lnTo>
                <a:lnTo>
                  <a:pt x="2330867" y="70555"/>
                </a:lnTo>
                <a:lnTo>
                  <a:pt x="2330838" y="70977"/>
                </a:lnTo>
                <a:lnTo>
                  <a:pt x="2330814" y="71406"/>
                </a:lnTo>
                <a:lnTo>
                  <a:pt x="2330798" y="71841"/>
                </a:lnTo>
                <a:lnTo>
                  <a:pt x="2330788" y="72282"/>
                </a:lnTo>
                <a:lnTo>
                  <a:pt x="2330784" y="72730"/>
                </a:lnTo>
                <a:lnTo>
                  <a:pt x="2330787" y="73139"/>
                </a:lnTo>
                <a:lnTo>
                  <a:pt x="2330796" y="73542"/>
                </a:lnTo>
                <a:lnTo>
                  <a:pt x="2330810" y="73941"/>
                </a:lnTo>
                <a:lnTo>
                  <a:pt x="2330831" y="74336"/>
                </a:lnTo>
                <a:lnTo>
                  <a:pt x="2330857" y="74725"/>
                </a:lnTo>
                <a:lnTo>
                  <a:pt x="2330888" y="75110"/>
                </a:lnTo>
                <a:lnTo>
                  <a:pt x="2330926" y="75490"/>
                </a:lnTo>
                <a:lnTo>
                  <a:pt x="2330969" y="75865"/>
                </a:lnTo>
                <a:lnTo>
                  <a:pt x="2331018" y="76236"/>
                </a:lnTo>
                <a:lnTo>
                  <a:pt x="2331073" y="76602"/>
                </a:lnTo>
                <a:lnTo>
                  <a:pt x="2331134" y="76963"/>
                </a:lnTo>
                <a:lnTo>
                  <a:pt x="2331200" y="77320"/>
                </a:lnTo>
                <a:lnTo>
                  <a:pt x="2331273" y="77672"/>
                </a:lnTo>
                <a:lnTo>
                  <a:pt x="2331351" y="78019"/>
                </a:lnTo>
                <a:lnTo>
                  <a:pt x="2331434" y="78361"/>
                </a:lnTo>
                <a:lnTo>
                  <a:pt x="2331524" y="78699"/>
                </a:lnTo>
                <a:lnTo>
                  <a:pt x="2331619" y="79032"/>
                </a:lnTo>
                <a:lnTo>
                  <a:pt x="2331720" y="79361"/>
                </a:lnTo>
                <a:lnTo>
                  <a:pt x="2331827" y="79684"/>
                </a:lnTo>
                <a:lnTo>
                  <a:pt x="2331940" y="80003"/>
                </a:lnTo>
                <a:lnTo>
                  <a:pt x="2332058" y="80317"/>
                </a:lnTo>
                <a:lnTo>
                  <a:pt x="2332182" y="80627"/>
                </a:lnTo>
                <a:lnTo>
                  <a:pt x="2332312" y="80932"/>
                </a:lnTo>
                <a:lnTo>
                  <a:pt x="2332448" y="81232"/>
                </a:lnTo>
                <a:lnTo>
                  <a:pt x="2332589" y="81527"/>
                </a:lnTo>
                <a:lnTo>
                  <a:pt x="2332734" y="81818"/>
                </a:lnTo>
                <a:lnTo>
                  <a:pt x="2332884" y="82105"/>
                </a:lnTo>
                <a:lnTo>
                  <a:pt x="2333038" y="82388"/>
                </a:lnTo>
                <a:lnTo>
                  <a:pt x="2333197" y="82666"/>
                </a:lnTo>
                <a:lnTo>
                  <a:pt x="2333360" y="82941"/>
                </a:lnTo>
                <a:lnTo>
                  <a:pt x="2333528" y="83210"/>
                </a:lnTo>
                <a:lnTo>
                  <a:pt x="2333700" y="83476"/>
                </a:lnTo>
                <a:lnTo>
                  <a:pt x="2333877" y="83737"/>
                </a:lnTo>
                <a:lnTo>
                  <a:pt x="2334058" y="83994"/>
                </a:lnTo>
                <a:lnTo>
                  <a:pt x="2334244" y="84247"/>
                </a:lnTo>
                <a:lnTo>
                  <a:pt x="2334434" y="84495"/>
                </a:lnTo>
                <a:lnTo>
                  <a:pt x="2334629" y="84739"/>
                </a:lnTo>
                <a:lnTo>
                  <a:pt x="2334828" y="84979"/>
                </a:lnTo>
                <a:lnTo>
                  <a:pt x="2335032" y="85215"/>
                </a:lnTo>
                <a:lnTo>
                  <a:pt x="2335240" y="85446"/>
                </a:lnTo>
                <a:lnTo>
                  <a:pt x="2335452" y="85673"/>
                </a:lnTo>
                <a:lnTo>
                  <a:pt x="2335669" y="85896"/>
                </a:lnTo>
                <a:lnTo>
                  <a:pt x="2335891" y="86115"/>
                </a:lnTo>
                <a:lnTo>
                  <a:pt x="2336117" y="86329"/>
                </a:lnTo>
                <a:lnTo>
                  <a:pt x="2336348" y="86539"/>
                </a:lnTo>
                <a:lnTo>
                  <a:pt x="2336583" y="86745"/>
                </a:lnTo>
                <a:lnTo>
                  <a:pt x="2336822" y="86946"/>
                </a:lnTo>
                <a:lnTo>
                  <a:pt x="2337066" y="87143"/>
                </a:lnTo>
                <a:lnTo>
                  <a:pt x="2337314" y="87336"/>
                </a:lnTo>
                <a:lnTo>
                  <a:pt x="2337566" y="87525"/>
                </a:lnTo>
                <a:lnTo>
                  <a:pt x="2337821" y="87709"/>
                </a:lnTo>
                <a:lnTo>
                  <a:pt x="2338079" y="87889"/>
                </a:lnTo>
                <a:lnTo>
                  <a:pt x="2338341" y="88065"/>
                </a:lnTo>
                <a:lnTo>
                  <a:pt x="2338606" y="88236"/>
                </a:lnTo>
                <a:lnTo>
                  <a:pt x="2338875" y="88403"/>
                </a:lnTo>
                <a:lnTo>
                  <a:pt x="2339147" y="88566"/>
                </a:lnTo>
                <a:lnTo>
                  <a:pt x="2339422" y="88725"/>
                </a:lnTo>
                <a:lnTo>
                  <a:pt x="2339701" y="88879"/>
                </a:lnTo>
                <a:lnTo>
                  <a:pt x="2339983" y="89030"/>
                </a:lnTo>
                <a:lnTo>
                  <a:pt x="2340269" y="89175"/>
                </a:lnTo>
                <a:lnTo>
                  <a:pt x="2340558" y="89317"/>
                </a:lnTo>
                <a:lnTo>
                  <a:pt x="2340851" y="89454"/>
                </a:lnTo>
                <a:lnTo>
                  <a:pt x="2341147" y="89587"/>
                </a:lnTo>
                <a:lnTo>
                  <a:pt x="2341446" y="89716"/>
                </a:lnTo>
                <a:lnTo>
                  <a:pt x="2341749" y="89841"/>
                </a:lnTo>
                <a:lnTo>
                  <a:pt x="2342055" y="89961"/>
                </a:lnTo>
                <a:lnTo>
                  <a:pt x="2342365" y="90077"/>
                </a:lnTo>
                <a:lnTo>
                  <a:pt x="2342678" y="90188"/>
                </a:lnTo>
                <a:lnTo>
                  <a:pt x="2342994" y="90296"/>
                </a:lnTo>
                <a:lnTo>
                  <a:pt x="2343314" y="90399"/>
                </a:lnTo>
                <a:lnTo>
                  <a:pt x="2343637" y="90498"/>
                </a:lnTo>
                <a:lnTo>
                  <a:pt x="2343964" y="90592"/>
                </a:lnTo>
                <a:lnTo>
                  <a:pt x="2344294" y="90683"/>
                </a:lnTo>
                <a:lnTo>
                  <a:pt x="2344626" y="90769"/>
                </a:lnTo>
                <a:lnTo>
                  <a:pt x="2344960" y="90852"/>
                </a:lnTo>
                <a:lnTo>
                  <a:pt x="2345296" y="90931"/>
                </a:lnTo>
                <a:lnTo>
                  <a:pt x="2345634" y="91006"/>
                </a:lnTo>
                <a:lnTo>
                  <a:pt x="2345974" y="91077"/>
                </a:lnTo>
                <a:lnTo>
                  <a:pt x="2346317" y="91145"/>
                </a:lnTo>
                <a:lnTo>
                  <a:pt x="2346661" y="91208"/>
                </a:lnTo>
                <a:lnTo>
                  <a:pt x="2347008" y="91268"/>
                </a:lnTo>
                <a:lnTo>
                  <a:pt x="2347357" y="91324"/>
                </a:lnTo>
                <a:lnTo>
                  <a:pt x="2347708" y="91376"/>
                </a:lnTo>
                <a:lnTo>
                  <a:pt x="2348061" y="91424"/>
                </a:lnTo>
                <a:lnTo>
                  <a:pt x="2348416" y="91468"/>
                </a:lnTo>
                <a:lnTo>
                  <a:pt x="2348773" y="91509"/>
                </a:lnTo>
                <a:lnTo>
                  <a:pt x="2349133" y="91545"/>
                </a:lnTo>
                <a:lnTo>
                  <a:pt x="2349494" y="91578"/>
                </a:lnTo>
                <a:lnTo>
                  <a:pt x="2349858" y="91607"/>
                </a:lnTo>
                <a:lnTo>
                  <a:pt x="2350224" y="91632"/>
                </a:lnTo>
                <a:lnTo>
                  <a:pt x="2350592" y="91653"/>
                </a:lnTo>
                <a:lnTo>
                  <a:pt x="2350962" y="91670"/>
                </a:lnTo>
                <a:lnTo>
                  <a:pt x="2351334" y="91684"/>
                </a:lnTo>
                <a:lnTo>
                  <a:pt x="2351709" y="91693"/>
                </a:lnTo>
                <a:lnTo>
                  <a:pt x="2352085" y="91699"/>
                </a:lnTo>
                <a:lnTo>
                  <a:pt x="2352464" y="91701"/>
                </a:lnTo>
                <a:lnTo>
                  <a:pt x="2352956" y="91698"/>
                </a:lnTo>
                <a:lnTo>
                  <a:pt x="2353447" y="91689"/>
                </a:lnTo>
                <a:lnTo>
                  <a:pt x="2353938" y="91674"/>
                </a:lnTo>
                <a:lnTo>
                  <a:pt x="2354428" y="91653"/>
                </a:lnTo>
                <a:lnTo>
                  <a:pt x="2354917" y="91626"/>
                </a:lnTo>
                <a:lnTo>
                  <a:pt x="2355405" y="91593"/>
                </a:lnTo>
                <a:lnTo>
                  <a:pt x="2355892" y="91555"/>
                </a:lnTo>
                <a:lnTo>
                  <a:pt x="2356378" y="91510"/>
                </a:lnTo>
                <a:lnTo>
                  <a:pt x="2356864" y="91459"/>
                </a:lnTo>
                <a:lnTo>
                  <a:pt x="2357349" y="91402"/>
                </a:lnTo>
                <a:lnTo>
                  <a:pt x="2357832" y="91339"/>
                </a:lnTo>
                <a:lnTo>
                  <a:pt x="2358315" y="91270"/>
                </a:lnTo>
                <a:lnTo>
                  <a:pt x="2358797" y="91195"/>
                </a:lnTo>
                <a:lnTo>
                  <a:pt x="2359279" y="91115"/>
                </a:lnTo>
                <a:lnTo>
                  <a:pt x="2359759" y="91028"/>
                </a:lnTo>
                <a:lnTo>
                  <a:pt x="2360238" y="90935"/>
                </a:lnTo>
                <a:lnTo>
                  <a:pt x="2360717" y="90836"/>
                </a:lnTo>
                <a:lnTo>
                  <a:pt x="2361195" y="90732"/>
                </a:lnTo>
                <a:lnTo>
                  <a:pt x="2361672" y="90621"/>
                </a:lnTo>
                <a:lnTo>
                  <a:pt x="2362148" y="90504"/>
                </a:lnTo>
                <a:lnTo>
                  <a:pt x="2362623" y="90382"/>
                </a:lnTo>
                <a:lnTo>
                  <a:pt x="2363098" y="90253"/>
                </a:lnTo>
                <a:lnTo>
                  <a:pt x="2363571" y="90118"/>
                </a:lnTo>
                <a:lnTo>
                  <a:pt x="2364044" y="89978"/>
                </a:lnTo>
                <a:lnTo>
                  <a:pt x="2364513" y="89829"/>
                </a:lnTo>
                <a:lnTo>
                  <a:pt x="2364978" y="89672"/>
                </a:lnTo>
                <a:lnTo>
                  <a:pt x="2365437" y="89506"/>
                </a:lnTo>
                <a:lnTo>
                  <a:pt x="2365892" y="89331"/>
                </a:lnTo>
                <a:lnTo>
                  <a:pt x="2366341" y="89146"/>
                </a:lnTo>
                <a:lnTo>
                  <a:pt x="2366785" y="88953"/>
                </a:lnTo>
                <a:lnTo>
                  <a:pt x="2367224" y="88751"/>
                </a:lnTo>
                <a:lnTo>
                  <a:pt x="2367657" y="88540"/>
                </a:lnTo>
                <a:lnTo>
                  <a:pt x="2368086" y="88320"/>
                </a:lnTo>
                <a:lnTo>
                  <a:pt x="2368509" y="88091"/>
                </a:lnTo>
                <a:lnTo>
                  <a:pt x="2368928" y="87853"/>
                </a:lnTo>
                <a:lnTo>
                  <a:pt x="2369341" y="87606"/>
                </a:lnTo>
                <a:lnTo>
                  <a:pt x="2369749" y="87349"/>
                </a:lnTo>
                <a:lnTo>
                  <a:pt x="2370152" y="87084"/>
                </a:lnTo>
                <a:lnTo>
                  <a:pt x="2370550" y="86810"/>
                </a:lnTo>
                <a:lnTo>
                  <a:pt x="2370942" y="86527"/>
                </a:lnTo>
                <a:lnTo>
                  <a:pt x="2371330" y="86236"/>
                </a:lnTo>
                <a:lnTo>
                  <a:pt x="2371712" y="85935"/>
                </a:lnTo>
                <a:lnTo>
                  <a:pt x="2372089" y="85625"/>
                </a:lnTo>
                <a:lnTo>
                  <a:pt x="2372461" y="85306"/>
                </a:lnTo>
                <a:lnTo>
                  <a:pt x="2372828" y="84978"/>
                </a:lnTo>
                <a:lnTo>
                  <a:pt x="2373190" y="84641"/>
                </a:lnTo>
                <a:lnTo>
                  <a:pt x="2373547" y="84295"/>
                </a:lnTo>
                <a:lnTo>
                  <a:pt x="2373898" y="83940"/>
                </a:lnTo>
                <a:lnTo>
                  <a:pt x="2373909" y="84074"/>
                </a:lnTo>
                <a:lnTo>
                  <a:pt x="2373920" y="84207"/>
                </a:lnTo>
                <a:lnTo>
                  <a:pt x="2373932" y="84340"/>
                </a:lnTo>
                <a:lnTo>
                  <a:pt x="2373944" y="84472"/>
                </a:lnTo>
                <a:lnTo>
                  <a:pt x="2373957" y="84605"/>
                </a:lnTo>
                <a:lnTo>
                  <a:pt x="2373971" y="84737"/>
                </a:lnTo>
                <a:lnTo>
                  <a:pt x="2373985" y="84869"/>
                </a:lnTo>
                <a:lnTo>
                  <a:pt x="2374001" y="85001"/>
                </a:lnTo>
                <a:lnTo>
                  <a:pt x="2374016" y="85133"/>
                </a:lnTo>
                <a:lnTo>
                  <a:pt x="2374033" y="85264"/>
                </a:lnTo>
                <a:lnTo>
                  <a:pt x="2374049" y="85396"/>
                </a:lnTo>
                <a:lnTo>
                  <a:pt x="2374067" y="85527"/>
                </a:lnTo>
                <a:lnTo>
                  <a:pt x="2374085" y="85658"/>
                </a:lnTo>
                <a:lnTo>
                  <a:pt x="2374104" y="85788"/>
                </a:lnTo>
                <a:lnTo>
                  <a:pt x="2374124" y="85919"/>
                </a:lnTo>
                <a:lnTo>
                  <a:pt x="2374144" y="86049"/>
                </a:lnTo>
                <a:lnTo>
                  <a:pt x="2374165" y="86179"/>
                </a:lnTo>
                <a:lnTo>
                  <a:pt x="2374186" y="86309"/>
                </a:lnTo>
                <a:lnTo>
                  <a:pt x="2374208" y="86438"/>
                </a:lnTo>
                <a:lnTo>
                  <a:pt x="2374231" y="86568"/>
                </a:lnTo>
                <a:lnTo>
                  <a:pt x="2374255" y="86697"/>
                </a:lnTo>
                <a:lnTo>
                  <a:pt x="2374279" y="86826"/>
                </a:lnTo>
                <a:lnTo>
                  <a:pt x="2374303" y="86954"/>
                </a:lnTo>
                <a:lnTo>
                  <a:pt x="2374329" y="87083"/>
                </a:lnTo>
                <a:lnTo>
                  <a:pt x="2374355" y="87211"/>
                </a:lnTo>
                <a:lnTo>
                  <a:pt x="2374381" y="87339"/>
                </a:lnTo>
                <a:lnTo>
                  <a:pt x="2374409" y="87467"/>
                </a:lnTo>
                <a:lnTo>
                  <a:pt x="2374437" y="87594"/>
                </a:lnTo>
                <a:lnTo>
                  <a:pt x="2374465" y="87722"/>
                </a:lnTo>
                <a:lnTo>
                  <a:pt x="2374494" y="87849"/>
                </a:lnTo>
                <a:lnTo>
                  <a:pt x="2374524" y="87976"/>
                </a:lnTo>
                <a:lnTo>
                  <a:pt x="2374555" y="88102"/>
                </a:lnTo>
                <a:lnTo>
                  <a:pt x="2374586" y="88229"/>
                </a:lnTo>
                <a:lnTo>
                  <a:pt x="2374618" y="88355"/>
                </a:lnTo>
                <a:lnTo>
                  <a:pt x="2374650" y="88481"/>
                </a:lnTo>
                <a:lnTo>
                  <a:pt x="2374683" y="88607"/>
                </a:lnTo>
                <a:lnTo>
                  <a:pt x="2374717" y="88732"/>
                </a:lnTo>
                <a:lnTo>
                  <a:pt x="2374751" y="88858"/>
                </a:lnTo>
                <a:lnTo>
                  <a:pt x="2374786" y="88983"/>
                </a:lnTo>
                <a:lnTo>
                  <a:pt x="2374822" y="89108"/>
                </a:lnTo>
                <a:lnTo>
                  <a:pt x="2374858" y="89233"/>
                </a:lnTo>
                <a:lnTo>
                  <a:pt x="2374895" y="89357"/>
                </a:lnTo>
                <a:lnTo>
                  <a:pt x="2374932" y="89481"/>
                </a:lnTo>
                <a:lnTo>
                  <a:pt x="2374970" y="89606"/>
                </a:lnTo>
                <a:lnTo>
                  <a:pt x="2375009" y="89729"/>
                </a:lnTo>
                <a:lnTo>
                  <a:pt x="2375049" y="89853"/>
                </a:lnTo>
                <a:lnTo>
                  <a:pt x="2375089" y="89977"/>
                </a:lnTo>
                <a:lnTo>
                  <a:pt x="2375130" y="90100"/>
                </a:lnTo>
                <a:lnTo>
                  <a:pt x="2392867" y="90100"/>
                </a:lnTo>
                <a:lnTo>
                  <a:pt x="2392766" y="89932"/>
                </a:lnTo>
                <a:lnTo>
                  <a:pt x="2392667" y="89757"/>
                </a:lnTo>
                <a:lnTo>
                  <a:pt x="2392571" y="89576"/>
                </a:lnTo>
                <a:lnTo>
                  <a:pt x="2392477" y="89388"/>
                </a:lnTo>
                <a:lnTo>
                  <a:pt x="2392386" y="89193"/>
                </a:lnTo>
                <a:lnTo>
                  <a:pt x="2392298" y="88991"/>
                </a:lnTo>
                <a:lnTo>
                  <a:pt x="2392212" y="88782"/>
                </a:lnTo>
                <a:lnTo>
                  <a:pt x="2392128" y="88566"/>
                </a:lnTo>
                <a:lnTo>
                  <a:pt x="2392048" y="88344"/>
                </a:lnTo>
                <a:lnTo>
                  <a:pt x="2391969" y="88115"/>
                </a:lnTo>
                <a:lnTo>
                  <a:pt x="2391894" y="87879"/>
                </a:lnTo>
                <a:lnTo>
                  <a:pt x="2391821" y="87636"/>
                </a:lnTo>
                <a:lnTo>
                  <a:pt x="2391750" y="87386"/>
                </a:lnTo>
                <a:lnTo>
                  <a:pt x="2391682" y="87129"/>
                </a:lnTo>
                <a:lnTo>
                  <a:pt x="2391617" y="86866"/>
                </a:lnTo>
                <a:lnTo>
                  <a:pt x="2391554" y="86595"/>
                </a:lnTo>
                <a:lnTo>
                  <a:pt x="2391494" y="86318"/>
                </a:lnTo>
                <a:lnTo>
                  <a:pt x="2391436" y="86034"/>
                </a:lnTo>
                <a:lnTo>
                  <a:pt x="2391381" y="85743"/>
                </a:lnTo>
                <a:lnTo>
                  <a:pt x="2391328" y="85446"/>
                </a:lnTo>
                <a:lnTo>
                  <a:pt x="2391278" y="85141"/>
                </a:lnTo>
                <a:lnTo>
                  <a:pt x="2391231" y="84830"/>
                </a:lnTo>
                <a:lnTo>
                  <a:pt x="2391186" y="84512"/>
                </a:lnTo>
                <a:lnTo>
                  <a:pt x="2391144" y="84187"/>
                </a:lnTo>
                <a:lnTo>
                  <a:pt x="2391103" y="83857"/>
                </a:lnTo>
                <a:lnTo>
                  <a:pt x="2391065" y="83527"/>
                </a:lnTo>
                <a:lnTo>
                  <a:pt x="2391028" y="83195"/>
                </a:lnTo>
                <a:lnTo>
                  <a:pt x="2390993" y="82862"/>
                </a:lnTo>
                <a:lnTo>
                  <a:pt x="2390960" y="82528"/>
                </a:lnTo>
                <a:lnTo>
                  <a:pt x="2390928" y="82193"/>
                </a:lnTo>
                <a:lnTo>
                  <a:pt x="2390898" y="81856"/>
                </a:lnTo>
                <a:lnTo>
                  <a:pt x="2390870" y="81518"/>
                </a:lnTo>
                <a:lnTo>
                  <a:pt x="2390843" y="81178"/>
                </a:lnTo>
                <a:lnTo>
                  <a:pt x="2390819" y="80838"/>
                </a:lnTo>
                <a:lnTo>
                  <a:pt x="2390796" y="80496"/>
                </a:lnTo>
                <a:lnTo>
                  <a:pt x="2390774" y="80152"/>
                </a:lnTo>
                <a:lnTo>
                  <a:pt x="2390755" y="79808"/>
                </a:lnTo>
                <a:lnTo>
                  <a:pt x="2390737" y="79462"/>
                </a:lnTo>
                <a:lnTo>
                  <a:pt x="2390720" y="79115"/>
                </a:lnTo>
                <a:lnTo>
                  <a:pt x="2390706" y="78767"/>
                </a:lnTo>
                <a:lnTo>
                  <a:pt x="2390693" y="78417"/>
                </a:lnTo>
                <a:lnTo>
                  <a:pt x="2390682" y="78066"/>
                </a:lnTo>
                <a:lnTo>
                  <a:pt x="2390672" y="77714"/>
                </a:lnTo>
                <a:lnTo>
                  <a:pt x="2390665" y="77360"/>
                </a:lnTo>
                <a:lnTo>
                  <a:pt x="2390659" y="77005"/>
                </a:lnTo>
                <a:lnTo>
                  <a:pt x="2390655" y="76649"/>
                </a:lnTo>
                <a:lnTo>
                  <a:pt x="2390652" y="76292"/>
                </a:lnTo>
                <a:lnTo>
                  <a:pt x="2390651" y="75933"/>
                </a:lnTo>
                <a:lnTo>
                  <a:pt x="2390651" y="42798"/>
                </a:lnTo>
                <a:lnTo>
                  <a:pt x="2390647" y="42320"/>
                </a:lnTo>
                <a:lnTo>
                  <a:pt x="2390633" y="41849"/>
                </a:lnTo>
                <a:lnTo>
                  <a:pt x="2390611" y="41386"/>
                </a:lnTo>
                <a:lnTo>
                  <a:pt x="2390579" y="40932"/>
                </a:lnTo>
                <a:lnTo>
                  <a:pt x="2390539" y="40485"/>
                </a:lnTo>
                <a:lnTo>
                  <a:pt x="2390489" y="40046"/>
                </a:lnTo>
                <a:lnTo>
                  <a:pt x="2390431" y="39615"/>
                </a:lnTo>
                <a:lnTo>
                  <a:pt x="2390364" y="39192"/>
                </a:lnTo>
                <a:lnTo>
                  <a:pt x="2390287" y="38777"/>
                </a:lnTo>
                <a:lnTo>
                  <a:pt x="2390202" y="38369"/>
                </a:lnTo>
                <a:lnTo>
                  <a:pt x="2390107" y="37970"/>
                </a:lnTo>
                <a:lnTo>
                  <a:pt x="2390004" y="37579"/>
                </a:lnTo>
                <a:lnTo>
                  <a:pt x="2389892" y="37195"/>
                </a:lnTo>
                <a:lnTo>
                  <a:pt x="2389770" y="36819"/>
                </a:lnTo>
                <a:lnTo>
                  <a:pt x="2389640" y="36452"/>
                </a:lnTo>
                <a:lnTo>
                  <a:pt x="2389501" y="36092"/>
                </a:lnTo>
                <a:lnTo>
                  <a:pt x="2389353" y="35740"/>
                </a:lnTo>
                <a:lnTo>
                  <a:pt x="2389195" y="35396"/>
                </a:lnTo>
                <a:lnTo>
                  <a:pt x="2389029" y="35060"/>
                </a:lnTo>
                <a:lnTo>
                  <a:pt x="2388854" y="34732"/>
                </a:lnTo>
                <a:lnTo>
                  <a:pt x="2388670" y="34411"/>
                </a:lnTo>
                <a:lnTo>
                  <a:pt x="2388476" y="34099"/>
                </a:lnTo>
                <a:lnTo>
                  <a:pt x="2388274" y="33794"/>
                </a:lnTo>
                <a:lnTo>
                  <a:pt x="2388063" y="33498"/>
                </a:lnTo>
                <a:lnTo>
                  <a:pt x="2387845" y="33208"/>
                </a:lnTo>
                <a:lnTo>
                  <a:pt x="2387622" y="32923"/>
                </a:lnTo>
                <a:lnTo>
                  <a:pt x="2387393" y="32644"/>
                </a:lnTo>
                <a:lnTo>
                  <a:pt x="2387160" y="32370"/>
                </a:lnTo>
                <a:lnTo>
                  <a:pt x="2386921" y="32102"/>
                </a:lnTo>
                <a:lnTo>
                  <a:pt x="2386677" y="31839"/>
                </a:lnTo>
                <a:lnTo>
                  <a:pt x="2386428" y="31581"/>
                </a:lnTo>
                <a:lnTo>
                  <a:pt x="2386174" y="31328"/>
                </a:lnTo>
                <a:lnTo>
                  <a:pt x="2385915" y="31081"/>
                </a:lnTo>
                <a:lnTo>
                  <a:pt x="2385651" y="30840"/>
                </a:lnTo>
                <a:lnTo>
                  <a:pt x="2385381" y="30603"/>
                </a:lnTo>
                <a:lnTo>
                  <a:pt x="2385107" y="30372"/>
                </a:lnTo>
                <a:lnTo>
                  <a:pt x="2384827" y="30146"/>
                </a:lnTo>
                <a:lnTo>
                  <a:pt x="2384542" y="29926"/>
                </a:lnTo>
                <a:lnTo>
                  <a:pt x="2384252" y="29711"/>
                </a:lnTo>
                <a:lnTo>
                  <a:pt x="2383957" y="29502"/>
                </a:lnTo>
                <a:lnTo>
                  <a:pt x="2383657" y="29297"/>
                </a:lnTo>
                <a:lnTo>
                  <a:pt x="2383351" y="29098"/>
                </a:lnTo>
                <a:lnTo>
                  <a:pt x="2383041" y="28905"/>
                </a:lnTo>
                <a:lnTo>
                  <a:pt x="2382725" y="28716"/>
                </a:lnTo>
                <a:lnTo>
                  <a:pt x="2382404" y="28534"/>
                </a:lnTo>
                <a:lnTo>
                  <a:pt x="2382078" y="28356"/>
                </a:lnTo>
                <a:lnTo>
                  <a:pt x="2381747" y="28184"/>
                </a:lnTo>
                <a:lnTo>
                  <a:pt x="2381411" y="28017"/>
                </a:lnTo>
                <a:lnTo>
                  <a:pt x="2381071" y="27855"/>
                </a:lnTo>
                <a:lnTo>
                  <a:pt x="2380728" y="27697"/>
                </a:lnTo>
                <a:lnTo>
                  <a:pt x="2380382" y="27544"/>
                </a:lnTo>
                <a:lnTo>
                  <a:pt x="2380033" y="27396"/>
                </a:lnTo>
                <a:lnTo>
                  <a:pt x="2379680" y="27252"/>
                </a:lnTo>
                <a:lnTo>
                  <a:pt x="2379325" y="27112"/>
                </a:lnTo>
                <a:lnTo>
                  <a:pt x="2378967" y="26977"/>
                </a:lnTo>
                <a:lnTo>
                  <a:pt x="2378606" y="26847"/>
                </a:lnTo>
                <a:lnTo>
                  <a:pt x="2378242" y="26720"/>
                </a:lnTo>
                <a:lnTo>
                  <a:pt x="2377875" y="26599"/>
                </a:lnTo>
                <a:lnTo>
                  <a:pt x="2377504" y="26482"/>
                </a:lnTo>
                <a:lnTo>
                  <a:pt x="2377131" y="26369"/>
                </a:lnTo>
                <a:lnTo>
                  <a:pt x="2376755" y="26261"/>
                </a:lnTo>
                <a:lnTo>
                  <a:pt x="2376376" y="26157"/>
                </a:lnTo>
                <a:lnTo>
                  <a:pt x="2375994" y="26058"/>
                </a:lnTo>
                <a:lnTo>
                  <a:pt x="2375609" y="25964"/>
                </a:lnTo>
                <a:lnTo>
                  <a:pt x="2375220" y="25874"/>
                </a:lnTo>
                <a:lnTo>
                  <a:pt x="2374829" y="25788"/>
                </a:lnTo>
                <a:lnTo>
                  <a:pt x="2374435" y="25707"/>
                </a:lnTo>
                <a:lnTo>
                  <a:pt x="2374038" y="25630"/>
                </a:lnTo>
                <a:lnTo>
                  <a:pt x="2373638" y="25558"/>
                </a:lnTo>
                <a:lnTo>
                  <a:pt x="2373235" y="25491"/>
                </a:lnTo>
                <a:lnTo>
                  <a:pt x="2372828" y="25427"/>
                </a:lnTo>
                <a:lnTo>
                  <a:pt x="2372419" y="25369"/>
                </a:lnTo>
                <a:lnTo>
                  <a:pt x="2372009" y="25313"/>
                </a:lnTo>
                <a:lnTo>
                  <a:pt x="2371599" y="25260"/>
                </a:lnTo>
                <a:lnTo>
                  <a:pt x="2371189" y="25210"/>
                </a:lnTo>
                <a:lnTo>
                  <a:pt x="2370780" y="25161"/>
                </a:lnTo>
                <a:lnTo>
                  <a:pt x="2370372" y="25115"/>
                </a:lnTo>
                <a:lnTo>
                  <a:pt x="2369964" y="25072"/>
                </a:lnTo>
                <a:lnTo>
                  <a:pt x="2369556" y="25031"/>
                </a:lnTo>
                <a:lnTo>
                  <a:pt x="2369148" y="24992"/>
                </a:lnTo>
                <a:lnTo>
                  <a:pt x="2368742" y="24955"/>
                </a:lnTo>
                <a:lnTo>
                  <a:pt x="2368335" y="24921"/>
                </a:lnTo>
                <a:lnTo>
                  <a:pt x="2367929" y="24889"/>
                </a:lnTo>
                <a:lnTo>
                  <a:pt x="2367523" y="24860"/>
                </a:lnTo>
                <a:lnTo>
                  <a:pt x="2367118" y="24833"/>
                </a:lnTo>
                <a:lnTo>
                  <a:pt x="2366713" y="24808"/>
                </a:lnTo>
                <a:lnTo>
                  <a:pt x="2366309" y="24786"/>
                </a:lnTo>
                <a:lnTo>
                  <a:pt x="2365905" y="24766"/>
                </a:lnTo>
                <a:lnTo>
                  <a:pt x="2365501" y="24748"/>
                </a:lnTo>
                <a:lnTo>
                  <a:pt x="2365098" y="24733"/>
                </a:lnTo>
                <a:lnTo>
                  <a:pt x="2364696" y="24720"/>
                </a:lnTo>
                <a:lnTo>
                  <a:pt x="2364293" y="24709"/>
                </a:lnTo>
                <a:lnTo>
                  <a:pt x="2363892" y="24701"/>
                </a:lnTo>
                <a:lnTo>
                  <a:pt x="2363490" y="24695"/>
                </a:lnTo>
                <a:lnTo>
                  <a:pt x="2363089" y="24691"/>
                </a:lnTo>
                <a:lnTo>
                  <a:pt x="2362689" y="24690"/>
                </a:lnTo>
                <a:lnTo>
                  <a:pt x="2362247" y="24692"/>
                </a:lnTo>
                <a:lnTo>
                  <a:pt x="2361806" y="24697"/>
                </a:lnTo>
                <a:lnTo>
                  <a:pt x="2361365" y="24707"/>
                </a:lnTo>
                <a:lnTo>
                  <a:pt x="2360925" y="24719"/>
                </a:lnTo>
                <a:lnTo>
                  <a:pt x="2360484" y="24736"/>
                </a:lnTo>
                <a:lnTo>
                  <a:pt x="2360044" y="24756"/>
                </a:lnTo>
                <a:lnTo>
                  <a:pt x="2359604" y="24779"/>
                </a:lnTo>
                <a:lnTo>
                  <a:pt x="2359164" y="24807"/>
                </a:lnTo>
                <a:lnTo>
                  <a:pt x="2358725" y="24837"/>
                </a:lnTo>
                <a:lnTo>
                  <a:pt x="2358285" y="24872"/>
                </a:lnTo>
                <a:lnTo>
                  <a:pt x="2357846" y="24910"/>
                </a:lnTo>
                <a:lnTo>
                  <a:pt x="2357407" y="24952"/>
                </a:lnTo>
                <a:lnTo>
                  <a:pt x="2356968" y="24997"/>
                </a:lnTo>
                <a:lnTo>
                  <a:pt x="2356530" y="25046"/>
                </a:lnTo>
                <a:lnTo>
                  <a:pt x="2356091" y="25099"/>
                </a:lnTo>
                <a:lnTo>
                  <a:pt x="2355653" y="25156"/>
                </a:lnTo>
                <a:lnTo>
                  <a:pt x="2355215" y="25215"/>
                </a:lnTo>
                <a:lnTo>
                  <a:pt x="2354777" y="25279"/>
                </a:lnTo>
                <a:lnTo>
                  <a:pt x="2354340" y="25346"/>
                </a:lnTo>
                <a:lnTo>
                  <a:pt x="2353903" y="25417"/>
                </a:lnTo>
                <a:lnTo>
                  <a:pt x="2353465" y="25492"/>
                </a:lnTo>
                <a:lnTo>
                  <a:pt x="2353029" y="25570"/>
                </a:lnTo>
                <a:lnTo>
                  <a:pt x="2352592" y="25652"/>
                </a:lnTo>
                <a:lnTo>
                  <a:pt x="2352155" y="25737"/>
                </a:lnTo>
                <a:lnTo>
                  <a:pt x="2351721" y="25827"/>
                </a:lnTo>
                <a:lnTo>
                  <a:pt x="2351290" y="25921"/>
                </a:lnTo>
                <a:lnTo>
                  <a:pt x="2350863" y="26021"/>
                </a:lnTo>
                <a:lnTo>
                  <a:pt x="2350440" y="26125"/>
                </a:lnTo>
                <a:lnTo>
                  <a:pt x="2350020" y="26235"/>
                </a:lnTo>
                <a:lnTo>
                  <a:pt x="2349603" y="26349"/>
                </a:lnTo>
                <a:lnTo>
                  <a:pt x="2349191" y="26468"/>
                </a:lnTo>
                <a:lnTo>
                  <a:pt x="2348782" y="26593"/>
                </a:lnTo>
                <a:lnTo>
                  <a:pt x="2348377" y="26722"/>
                </a:lnTo>
                <a:lnTo>
                  <a:pt x="2347975" y="26856"/>
                </a:lnTo>
                <a:lnTo>
                  <a:pt x="2347577" y="26995"/>
                </a:lnTo>
                <a:lnTo>
                  <a:pt x="2347182" y="27138"/>
                </a:lnTo>
                <a:lnTo>
                  <a:pt x="2346792" y="27287"/>
                </a:lnTo>
                <a:lnTo>
                  <a:pt x="2346405" y="27441"/>
                </a:lnTo>
                <a:lnTo>
                  <a:pt x="2346021" y="27599"/>
                </a:lnTo>
                <a:lnTo>
                  <a:pt x="2345641" y="27763"/>
                </a:lnTo>
                <a:lnTo>
                  <a:pt x="2345265" y="27931"/>
                </a:lnTo>
                <a:lnTo>
                  <a:pt x="2344892" y="28105"/>
                </a:lnTo>
                <a:lnTo>
                  <a:pt x="2344523" y="28283"/>
                </a:lnTo>
                <a:lnTo>
                  <a:pt x="2344158" y="28466"/>
                </a:lnTo>
                <a:lnTo>
                  <a:pt x="2343796" y="28654"/>
                </a:lnTo>
                <a:lnTo>
                  <a:pt x="2343438" y="28847"/>
                </a:lnTo>
                <a:lnTo>
                  <a:pt x="2343084" y="29045"/>
                </a:lnTo>
                <a:lnTo>
                  <a:pt x="2342733" y="29248"/>
                </a:lnTo>
                <a:lnTo>
                  <a:pt x="2342387" y="29456"/>
                </a:lnTo>
                <a:lnTo>
                  <a:pt x="2342045" y="29670"/>
                </a:lnTo>
                <a:lnTo>
                  <a:pt x="2341709" y="29889"/>
                </a:lnTo>
                <a:lnTo>
                  <a:pt x="2341378" y="30114"/>
                </a:lnTo>
                <a:lnTo>
                  <a:pt x="2341052" y="30344"/>
                </a:lnTo>
                <a:lnTo>
                  <a:pt x="2340731" y="30580"/>
                </a:lnTo>
                <a:lnTo>
                  <a:pt x="2340416" y="30822"/>
                </a:lnTo>
                <a:lnTo>
                  <a:pt x="2340105" y="31069"/>
                </a:lnTo>
                <a:lnTo>
                  <a:pt x="2339800" y="31321"/>
                </a:lnTo>
                <a:lnTo>
                  <a:pt x="2339500" y="31580"/>
                </a:lnTo>
                <a:lnTo>
                  <a:pt x="2339205" y="31843"/>
                </a:lnTo>
                <a:lnTo>
                  <a:pt x="2338915" y="32113"/>
                </a:lnTo>
                <a:lnTo>
                  <a:pt x="2338630" y="32388"/>
                </a:lnTo>
                <a:lnTo>
                  <a:pt x="2338350" y="32668"/>
                </a:lnTo>
                <a:lnTo>
                  <a:pt x="2338075" y="32954"/>
                </a:lnTo>
                <a:lnTo>
                  <a:pt x="2337806" y="33245"/>
                </a:lnTo>
                <a:lnTo>
                  <a:pt x="2337542" y="33543"/>
                </a:lnTo>
                <a:lnTo>
                  <a:pt x="2337282" y="33845"/>
                </a:lnTo>
                <a:lnTo>
                  <a:pt x="2337028" y="34153"/>
                </a:lnTo>
                <a:lnTo>
                  <a:pt x="2336779" y="34467"/>
                </a:lnTo>
                <a:lnTo>
                  <a:pt x="2336536" y="34787"/>
                </a:lnTo>
                <a:lnTo>
                  <a:pt x="2336297" y="35111"/>
                </a:lnTo>
                <a:lnTo>
                  <a:pt x="2336063" y="35442"/>
                </a:lnTo>
                <a:lnTo>
                  <a:pt x="2335835" y="35778"/>
                </a:lnTo>
                <a:lnTo>
                  <a:pt x="2335613" y="36120"/>
                </a:lnTo>
                <a:lnTo>
                  <a:pt x="2335399" y="36470"/>
                </a:lnTo>
                <a:lnTo>
                  <a:pt x="2335194" y="36827"/>
                </a:lnTo>
                <a:lnTo>
                  <a:pt x="2334997" y="37191"/>
                </a:lnTo>
                <a:lnTo>
                  <a:pt x="2334807" y="37562"/>
                </a:lnTo>
                <a:lnTo>
                  <a:pt x="2334626" y="37941"/>
                </a:lnTo>
                <a:lnTo>
                  <a:pt x="2334453" y="38327"/>
                </a:lnTo>
                <a:lnTo>
                  <a:pt x="2334288" y="38720"/>
                </a:lnTo>
                <a:lnTo>
                  <a:pt x="2334132" y="39120"/>
                </a:lnTo>
                <a:lnTo>
                  <a:pt x="2333983" y="39528"/>
                </a:lnTo>
                <a:lnTo>
                  <a:pt x="2333842" y="39943"/>
                </a:lnTo>
                <a:lnTo>
                  <a:pt x="2333710" y="40365"/>
                </a:lnTo>
                <a:lnTo>
                  <a:pt x="2333586" y="40795"/>
                </a:lnTo>
                <a:lnTo>
                  <a:pt x="2333470" y="41232"/>
                </a:lnTo>
                <a:lnTo>
                  <a:pt x="2333362" y="41676"/>
                </a:lnTo>
                <a:lnTo>
                  <a:pt x="2333262" y="42128"/>
                </a:lnTo>
                <a:lnTo>
                  <a:pt x="2333170" y="42586"/>
                </a:lnTo>
                <a:lnTo>
                  <a:pt x="2333087" y="43052"/>
                </a:lnTo>
                <a:lnTo>
                  <a:pt x="2333011" y="43525"/>
                </a:lnTo>
                <a:lnTo>
                  <a:pt x="2332944" y="44006"/>
                </a:lnTo>
                <a:lnTo>
                  <a:pt x="2332885" y="44494"/>
                </a:lnTo>
                <a:lnTo>
                  <a:pt x="2332834" y="44989"/>
                </a:lnTo>
                <a:lnTo>
                  <a:pt x="2332791" y="45491"/>
                </a:lnTo>
                <a:lnTo>
                  <a:pt x="2332756" y="46001"/>
                </a:lnTo>
                <a:lnTo>
                  <a:pt x="2350248" y="46001"/>
                </a:lnTo>
                <a:lnTo>
                  <a:pt x="2350293" y="45575"/>
                </a:lnTo>
                <a:lnTo>
                  <a:pt x="2350347" y="45159"/>
                </a:lnTo>
                <a:lnTo>
                  <a:pt x="2350409" y="44754"/>
                </a:lnTo>
                <a:lnTo>
                  <a:pt x="2350480" y="44359"/>
                </a:lnTo>
                <a:lnTo>
                  <a:pt x="2350560" y="43974"/>
                </a:lnTo>
                <a:close/>
                <a:moveTo>
                  <a:pt x="2373146" y="66122"/>
                </a:moveTo>
                <a:lnTo>
                  <a:pt x="2373140" y="66264"/>
                </a:lnTo>
                <a:lnTo>
                  <a:pt x="2373133" y="66410"/>
                </a:lnTo>
                <a:lnTo>
                  <a:pt x="2373125" y="66559"/>
                </a:lnTo>
                <a:lnTo>
                  <a:pt x="2373116" y="66711"/>
                </a:lnTo>
                <a:lnTo>
                  <a:pt x="2373106" y="66866"/>
                </a:lnTo>
                <a:lnTo>
                  <a:pt x="2373095" y="67026"/>
                </a:lnTo>
                <a:lnTo>
                  <a:pt x="2373083" y="67188"/>
                </a:lnTo>
                <a:lnTo>
                  <a:pt x="2373069" y="67354"/>
                </a:lnTo>
                <a:lnTo>
                  <a:pt x="2373055" y="67523"/>
                </a:lnTo>
                <a:lnTo>
                  <a:pt x="2373039" y="67696"/>
                </a:lnTo>
                <a:lnTo>
                  <a:pt x="2373023" y="67872"/>
                </a:lnTo>
                <a:lnTo>
                  <a:pt x="2373005" y="68052"/>
                </a:lnTo>
                <a:lnTo>
                  <a:pt x="2372986" y="68235"/>
                </a:lnTo>
                <a:lnTo>
                  <a:pt x="2372967" y="68422"/>
                </a:lnTo>
                <a:lnTo>
                  <a:pt x="2372946" y="68612"/>
                </a:lnTo>
                <a:lnTo>
                  <a:pt x="2372924" y="68805"/>
                </a:lnTo>
                <a:lnTo>
                  <a:pt x="2372901" y="69002"/>
                </a:lnTo>
                <a:lnTo>
                  <a:pt x="2372877" y="69202"/>
                </a:lnTo>
                <a:lnTo>
                  <a:pt x="2372851" y="69406"/>
                </a:lnTo>
                <a:lnTo>
                  <a:pt x="2372824" y="69611"/>
                </a:lnTo>
                <a:lnTo>
                  <a:pt x="2372793" y="69816"/>
                </a:lnTo>
                <a:lnTo>
                  <a:pt x="2372758" y="70021"/>
                </a:lnTo>
                <a:lnTo>
                  <a:pt x="2372720" y="70225"/>
                </a:lnTo>
                <a:lnTo>
                  <a:pt x="2372678" y="70430"/>
                </a:lnTo>
                <a:lnTo>
                  <a:pt x="2372632" y="70634"/>
                </a:lnTo>
                <a:lnTo>
                  <a:pt x="2372583" y="70838"/>
                </a:lnTo>
                <a:lnTo>
                  <a:pt x="2372530" y="71041"/>
                </a:lnTo>
                <a:lnTo>
                  <a:pt x="2372473" y="71245"/>
                </a:lnTo>
                <a:lnTo>
                  <a:pt x="2372413" y="71448"/>
                </a:lnTo>
                <a:lnTo>
                  <a:pt x="2372349" y="71651"/>
                </a:lnTo>
                <a:lnTo>
                  <a:pt x="2372281" y="71854"/>
                </a:lnTo>
                <a:lnTo>
                  <a:pt x="2372210" y="72057"/>
                </a:lnTo>
                <a:lnTo>
                  <a:pt x="2372136" y="72259"/>
                </a:lnTo>
                <a:lnTo>
                  <a:pt x="2372057" y="72461"/>
                </a:lnTo>
                <a:lnTo>
                  <a:pt x="2371975" y="72663"/>
                </a:lnTo>
                <a:lnTo>
                  <a:pt x="2371889" y="72865"/>
                </a:lnTo>
                <a:lnTo>
                  <a:pt x="2371800" y="73067"/>
                </a:lnTo>
                <a:lnTo>
                  <a:pt x="2371707" y="73268"/>
                </a:lnTo>
                <a:lnTo>
                  <a:pt x="2371611" y="73469"/>
                </a:lnTo>
                <a:lnTo>
                  <a:pt x="2371510" y="73670"/>
                </a:lnTo>
                <a:lnTo>
                  <a:pt x="2371407" y="73871"/>
                </a:lnTo>
                <a:lnTo>
                  <a:pt x="2371299" y="74071"/>
                </a:lnTo>
                <a:lnTo>
                  <a:pt x="2371188" y="74272"/>
                </a:lnTo>
                <a:lnTo>
                  <a:pt x="2371073" y="74471"/>
                </a:lnTo>
                <a:lnTo>
                  <a:pt x="2370952" y="74667"/>
                </a:lnTo>
                <a:lnTo>
                  <a:pt x="2370826" y="74862"/>
                </a:lnTo>
                <a:lnTo>
                  <a:pt x="2370695" y="75054"/>
                </a:lnTo>
                <a:lnTo>
                  <a:pt x="2370559" y="75243"/>
                </a:lnTo>
                <a:lnTo>
                  <a:pt x="2370418" y="75431"/>
                </a:lnTo>
                <a:lnTo>
                  <a:pt x="2370272" y="75615"/>
                </a:lnTo>
                <a:lnTo>
                  <a:pt x="2370120" y="75798"/>
                </a:lnTo>
                <a:lnTo>
                  <a:pt x="2369964" y="75978"/>
                </a:lnTo>
                <a:lnTo>
                  <a:pt x="2369802" y="76156"/>
                </a:lnTo>
                <a:lnTo>
                  <a:pt x="2369635" y="76332"/>
                </a:lnTo>
                <a:lnTo>
                  <a:pt x="2369463" y="76505"/>
                </a:lnTo>
                <a:lnTo>
                  <a:pt x="2369286" y="76675"/>
                </a:lnTo>
                <a:lnTo>
                  <a:pt x="2369104" y="76844"/>
                </a:lnTo>
                <a:lnTo>
                  <a:pt x="2368916" y="77010"/>
                </a:lnTo>
                <a:lnTo>
                  <a:pt x="2368724" y="77174"/>
                </a:lnTo>
                <a:lnTo>
                  <a:pt x="2368526" y="77335"/>
                </a:lnTo>
                <a:lnTo>
                  <a:pt x="2368323" y="77494"/>
                </a:lnTo>
                <a:lnTo>
                  <a:pt x="2368115" y="77651"/>
                </a:lnTo>
                <a:lnTo>
                  <a:pt x="2367902" y="77805"/>
                </a:lnTo>
                <a:lnTo>
                  <a:pt x="2367684" y="77957"/>
                </a:lnTo>
                <a:lnTo>
                  <a:pt x="2367461" y="78107"/>
                </a:lnTo>
                <a:lnTo>
                  <a:pt x="2367232" y="78254"/>
                </a:lnTo>
                <a:lnTo>
                  <a:pt x="2366998" y="78399"/>
                </a:lnTo>
                <a:lnTo>
                  <a:pt x="2366758" y="78540"/>
                </a:lnTo>
                <a:lnTo>
                  <a:pt x="2366510" y="78675"/>
                </a:lnTo>
                <a:lnTo>
                  <a:pt x="2366254" y="78803"/>
                </a:lnTo>
                <a:lnTo>
                  <a:pt x="2365989" y="78926"/>
                </a:lnTo>
                <a:lnTo>
                  <a:pt x="2365717" y="79043"/>
                </a:lnTo>
                <a:lnTo>
                  <a:pt x="2365436" y="79153"/>
                </a:lnTo>
                <a:lnTo>
                  <a:pt x="2365147" y="79258"/>
                </a:lnTo>
                <a:lnTo>
                  <a:pt x="2364850" y="79357"/>
                </a:lnTo>
                <a:lnTo>
                  <a:pt x="2364545" y="79450"/>
                </a:lnTo>
                <a:lnTo>
                  <a:pt x="2364232" y="79536"/>
                </a:lnTo>
                <a:lnTo>
                  <a:pt x="2363910" y="79617"/>
                </a:lnTo>
                <a:lnTo>
                  <a:pt x="2363581" y="79692"/>
                </a:lnTo>
                <a:lnTo>
                  <a:pt x="2363243" y="79761"/>
                </a:lnTo>
                <a:lnTo>
                  <a:pt x="2362898" y="79824"/>
                </a:lnTo>
                <a:lnTo>
                  <a:pt x="2362544" y="79881"/>
                </a:lnTo>
                <a:lnTo>
                  <a:pt x="2362182" y="79931"/>
                </a:lnTo>
                <a:lnTo>
                  <a:pt x="2361812" y="79976"/>
                </a:lnTo>
                <a:lnTo>
                  <a:pt x="2361433" y="80015"/>
                </a:lnTo>
                <a:lnTo>
                  <a:pt x="2361047" y="80048"/>
                </a:lnTo>
                <a:lnTo>
                  <a:pt x="2360652" y="80075"/>
                </a:lnTo>
                <a:lnTo>
                  <a:pt x="2360250" y="80096"/>
                </a:lnTo>
                <a:lnTo>
                  <a:pt x="2359839" y="80111"/>
                </a:lnTo>
                <a:lnTo>
                  <a:pt x="2359420" y="80120"/>
                </a:lnTo>
                <a:lnTo>
                  <a:pt x="2358993" y="80123"/>
                </a:lnTo>
                <a:lnTo>
                  <a:pt x="2358819" y="80122"/>
                </a:lnTo>
                <a:lnTo>
                  <a:pt x="2358645" y="80120"/>
                </a:lnTo>
                <a:lnTo>
                  <a:pt x="2358472" y="80117"/>
                </a:lnTo>
                <a:lnTo>
                  <a:pt x="2358299" y="80113"/>
                </a:lnTo>
                <a:lnTo>
                  <a:pt x="2358126" y="80107"/>
                </a:lnTo>
                <a:lnTo>
                  <a:pt x="2357954" y="80100"/>
                </a:lnTo>
                <a:lnTo>
                  <a:pt x="2357782" y="80091"/>
                </a:lnTo>
                <a:lnTo>
                  <a:pt x="2357611" y="80082"/>
                </a:lnTo>
                <a:lnTo>
                  <a:pt x="2357440" y="80071"/>
                </a:lnTo>
                <a:lnTo>
                  <a:pt x="2357270" y="80059"/>
                </a:lnTo>
                <a:lnTo>
                  <a:pt x="2357100" y="80045"/>
                </a:lnTo>
                <a:lnTo>
                  <a:pt x="2356930" y="80030"/>
                </a:lnTo>
                <a:lnTo>
                  <a:pt x="2356761" y="80014"/>
                </a:lnTo>
                <a:lnTo>
                  <a:pt x="2356592" y="79997"/>
                </a:lnTo>
                <a:lnTo>
                  <a:pt x="2356424" y="79978"/>
                </a:lnTo>
                <a:lnTo>
                  <a:pt x="2356256" y="79958"/>
                </a:lnTo>
                <a:lnTo>
                  <a:pt x="2356088" y="79937"/>
                </a:lnTo>
                <a:lnTo>
                  <a:pt x="2355921" y="79915"/>
                </a:lnTo>
                <a:lnTo>
                  <a:pt x="2355755" y="79891"/>
                </a:lnTo>
                <a:lnTo>
                  <a:pt x="2355588" y="79866"/>
                </a:lnTo>
                <a:lnTo>
                  <a:pt x="2355423" y="79839"/>
                </a:lnTo>
                <a:lnTo>
                  <a:pt x="2355257" y="79812"/>
                </a:lnTo>
                <a:lnTo>
                  <a:pt x="2355092" y="79783"/>
                </a:lnTo>
                <a:lnTo>
                  <a:pt x="2354928" y="79753"/>
                </a:lnTo>
                <a:lnTo>
                  <a:pt x="2354764" y="79721"/>
                </a:lnTo>
                <a:lnTo>
                  <a:pt x="2354603" y="79687"/>
                </a:lnTo>
                <a:lnTo>
                  <a:pt x="2354443" y="79651"/>
                </a:lnTo>
                <a:lnTo>
                  <a:pt x="2354285" y="79614"/>
                </a:lnTo>
                <a:lnTo>
                  <a:pt x="2354128" y="79574"/>
                </a:lnTo>
                <a:lnTo>
                  <a:pt x="2353974" y="79533"/>
                </a:lnTo>
                <a:lnTo>
                  <a:pt x="2353820" y="79490"/>
                </a:lnTo>
                <a:lnTo>
                  <a:pt x="2353669" y="79444"/>
                </a:lnTo>
                <a:lnTo>
                  <a:pt x="2353519" y="79397"/>
                </a:lnTo>
                <a:lnTo>
                  <a:pt x="2353371" y="79348"/>
                </a:lnTo>
                <a:lnTo>
                  <a:pt x="2353225" y="79297"/>
                </a:lnTo>
                <a:lnTo>
                  <a:pt x="2353081" y="79244"/>
                </a:lnTo>
                <a:lnTo>
                  <a:pt x="2352938" y="79189"/>
                </a:lnTo>
                <a:lnTo>
                  <a:pt x="2352797" y="79133"/>
                </a:lnTo>
                <a:lnTo>
                  <a:pt x="2352657" y="79074"/>
                </a:lnTo>
                <a:lnTo>
                  <a:pt x="2352519" y="79013"/>
                </a:lnTo>
                <a:lnTo>
                  <a:pt x="2352383" y="78951"/>
                </a:lnTo>
                <a:lnTo>
                  <a:pt x="2352249" y="78886"/>
                </a:lnTo>
                <a:lnTo>
                  <a:pt x="2352116" y="78820"/>
                </a:lnTo>
                <a:lnTo>
                  <a:pt x="2351985" y="78752"/>
                </a:lnTo>
                <a:lnTo>
                  <a:pt x="2351856" y="78682"/>
                </a:lnTo>
                <a:lnTo>
                  <a:pt x="2351729" y="78609"/>
                </a:lnTo>
                <a:lnTo>
                  <a:pt x="2351603" y="78535"/>
                </a:lnTo>
                <a:lnTo>
                  <a:pt x="2351479" y="78459"/>
                </a:lnTo>
                <a:lnTo>
                  <a:pt x="2351357" y="78381"/>
                </a:lnTo>
                <a:lnTo>
                  <a:pt x="2351237" y="78301"/>
                </a:lnTo>
                <a:lnTo>
                  <a:pt x="2351119" y="78218"/>
                </a:lnTo>
                <a:lnTo>
                  <a:pt x="2351003" y="78132"/>
                </a:lnTo>
                <a:lnTo>
                  <a:pt x="2350890" y="78045"/>
                </a:lnTo>
                <a:lnTo>
                  <a:pt x="2350778" y="77955"/>
                </a:lnTo>
                <a:lnTo>
                  <a:pt x="2350669" y="77862"/>
                </a:lnTo>
                <a:lnTo>
                  <a:pt x="2350562" y="77768"/>
                </a:lnTo>
                <a:lnTo>
                  <a:pt x="2350457" y="77671"/>
                </a:lnTo>
                <a:lnTo>
                  <a:pt x="2350354" y="77571"/>
                </a:lnTo>
                <a:lnTo>
                  <a:pt x="2350254" y="77470"/>
                </a:lnTo>
                <a:lnTo>
                  <a:pt x="2350155" y="77366"/>
                </a:lnTo>
                <a:lnTo>
                  <a:pt x="2350059" y="77259"/>
                </a:lnTo>
                <a:lnTo>
                  <a:pt x="2349964" y="77150"/>
                </a:lnTo>
                <a:lnTo>
                  <a:pt x="2349872" y="77039"/>
                </a:lnTo>
                <a:lnTo>
                  <a:pt x="2349782" y="76926"/>
                </a:lnTo>
                <a:lnTo>
                  <a:pt x="2349694" y="76810"/>
                </a:lnTo>
                <a:lnTo>
                  <a:pt x="2349608" y="76692"/>
                </a:lnTo>
                <a:lnTo>
                  <a:pt x="2349525" y="76571"/>
                </a:lnTo>
                <a:lnTo>
                  <a:pt x="2349443" y="76448"/>
                </a:lnTo>
                <a:lnTo>
                  <a:pt x="2349364" y="76323"/>
                </a:lnTo>
                <a:lnTo>
                  <a:pt x="2349287" y="76196"/>
                </a:lnTo>
                <a:lnTo>
                  <a:pt x="2349212" y="76066"/>
                </a:lnTo>
                <a:lnTo>
                  <a:pt x="2349139" y="75933"/>
                </a:lnTo>
                <a:lnTo>
                  <a:pt x="2349068" y="75799"/>
                </a:lnTo>
                <a:lnTo>
                  <a:pt x="2349001" y="75661"/>
                </a:lnTo>
                <a:lnTo>
                  <a:pt x="2348936" y="75521"/>
                </a:lnTo>
                <a:lnTo>
                  <a:pt x="2348875" y="75379"/>
                </a:lnTo>
                <a:lnTo>
                  <a:pt x="2348817" y="75234"/>
                </a:lnTo>
                <a:lnTo>
                  <a:pt x="2348761" y="75086"/>
                </a:lnTo>
                <a:lnTo>
                  <a:pt x="2348709" y="74936"/>
                </a:lnTo>
                <a:lnTo>
                  <a:pt x="2348659" y="74784"/>
                </a:lnTo>
                <a:lnTo>
                  <a:pt x="2348613" y="74628"/>
                </a:lnTo>
                <a:lnTo>
                  <a:pt x="2348569" y="74471"/>
                </a:lnTo>
                <a:lnTo>
                  <a:pt x="2348529" y="74310"/>
                </a:lnTo>
                <a:lnTo>
                  <a:pt x="2348492" y="74147"/>
                </a:lnTo>
                <a:lnTo>
                  <a:pt x="2348457" y="73982"/>
                </a:lnTo>
                <a:lnTo>
                  <a:pt x="2348426" y="73814"/>
                </a:lnTo>
                <a:lnTo>
                  <a:pt x="2348397" y="73643"/>
                </a:lnTo>
                <a:lnTo>
                  <a:pt x="2348372" y="73470"/>
                </a:lnTo>
                <a:lnTo>
                  <a:pt x="2348349" y="73294"/>
                </a:lnTo>
                <a:lnTo>
                  <a:pt x="2348330" y="73116"/>
                </a:lnTo>
                <a:lnTo>
                  <a:pt x="2348313" y="72935"/>
                </a:lnTo>
                <a:lnTo>
                  <a:pt x="2348300" y="72751"/>
                </a:lnTo>
                <a:lnTo>
                  <a:pt x="2348289" y="72565"/>
                </a:lnTo>
                <a:lnTo>
                  <a:pt x="2348282" y="72377"/>
                </a:lnTo>
                <a:lnTo>
                  <a:pt x="2348277" y="72186"/>
                </a:lnTo>
                <a:lnTo>
                  <a:pt x="2348276" y="71992"/>
                </a:lnTo>
                <a:lnTo>
                  <a:pt x="2348277" y="71788"/>
                </a:lnTo>
                <a:lnTo>
                  <a:pt x="2348282" y="71587"/>
                </a:lnTo>
                <a:lnTo>
                  <a:pt x="2348289" y="71389"/>
                </a:lnTo>
                <a:lnTo>
                  <a:pt x="2348300" y="71194"/>
                </a:lnTo>
                <a:lnTo>
                  <a:pt x="2348313" y="71003"/>
                </a:lnTo>
                <a:lnTo>
                  <a:pt x="2348330" y="70814"/>
                </a:lnTo>
                <a:lnTo>
                  <a:pt x="2348349" y="70628"/>
                </a:lnTo>
                <a:lnTo>
                  <a:pt x="2348372" y="70445"/>
                </a:lnTo>
                <a:lnTo>
                  <a:pt x="2348397" y="70265"/>
                </a:lnTo>
                <a:lnTo>
                  <a:pt x="2348426" y="70088"/>
                </a:lnTo>
                <a:lnTo>
                  <a:pt x="2348457" y="69915"/>
                </a:lnTo>
                <a:lnTo>
                  <a:pt x="2348492" y="69744"/>
                </a:lnTo>
                <a:lnTo>
                  <a:pt x="2348529" y="69576"/>
                </a:lnTo>
                <a:lnTo>
                  <a:pt x="2348569" y="69411"/>
                </a:lnTo>
                <a:lnTo>
                  <a:pt x="2348613" y="69249"/>
                </a:lnTo>
                <a:lnTo>
                  <a:pt x="2348659" y="69091"/>
                </a:lnTo>
                <a:lnTo>
                  <a:pt x="2348709" y="68935"/>
                </a:lnTo>
                <a:lnTo>
                  <a:pt x="2348761" y="68782"/>
                </a:lnTo>
                <a:lnTo>
                  <a:pt x="2348817" y="68632"/>
                </a:lnTo>
                <a:lnTo>
                  <a:pt x="2348875" y="68485"/>
                </a:lnTo>
                <a:lnTo>
                  <a:pt x="2348936" y="68342"/>
                </a:lnTo>
                <a:lnTo>
                  <a:pt x="2349001" y="68201"/>
                </a:lnTo>
                <a:lnTo>
                  <a:pt x="2349068" y="68063"/>
                </a:lnTo>
                <a:lnTo>
                  <a:pt x="2349139" y="67928"/>
                </a:lnTo>
                <a:lnTo>
                  <a:pt x="2349211" y="67796"/>
                </a:lnTo>
                <a:lnTo>
                  <a:pt x="2349286" y="67665"/>
                </a:lnTo>
                <a:lnTo>
                  <a:pt x="2349363" y="67536"/>
                </a:lnTo>
                <a:lnTo>
                  <a:pt x="2349442" y="67410"/>
                </a:lnTo>
                <a:lnTo>
                  <a:pt x="2349522" y="67285"/>
                </a:lnTo>
                <a:lnTo>
                  <a:pt x="2349605" y="67162"/>
                </a:lnTo>
                <a:lnTo>
                  <a:pt x="2349689" y="67041"/>
                </a:lnTo>
                <a:lnTo>
                  <a:pt x="2349775" y="66922"/>
                </a:lnTo>
                <a:lnTo>
                  <a:pt x="2349863" y="66805"/>
                </a:lnTo>
                <a:lnTo>
                  <a:pt x="2349954" y="66690"/>
                </a:lnTo>
                <a:lnTo>
                  <a:pt x="2350046" y="66577"/>
                </a:lnTo>
                <a:lnTo>
                  <a:pt x="2350140" y="66465"/>
                </a:lnTo>
                <a:lnTo>
                  <a:pt x="2350235" y="66356"/>
                </a:lnTo>
                <a:lnTo>
                  <a:pt x="2350333" y="66249"/>
                </a:lnTo>
                <a:lnTo>
                  <a:pt x="2350433" y="66143"/>
                </a:lnTo>
                <a:lnTo>
                  <a:pt x="2350535" y="66039"/>
                </a:lnTo>
                <a:lnTo>
                  <a:pt x="2350638" y="65938"/>
                </a:lnTo>
                <a:lnTo>
                  <a:pt x="2350744" y="65838"/>
                </a:lnTo>
                <a:lnTo>
                  <a:pt x="2350851" y="65740"/>
                </a:lnTo>
                <a:lnTo>
                  <a:pt x="2350960" y="65644"/>
                </a:lnTo>
                <a:lnTo>
                  <a:pt x="2351071" y="65550"/>
                </a:lnTo>
                <a:lnTo>
                  <a:pt x="2351185" y="65458"/>
                </a:lnTo>
                <a:lnTo>
                  <a:pt x="2351300" y="65368"/>
                </a:lnTo>
                <a:lnTo>
                  <a:pt x="2351417" y="65280"/>
                </a:lnTo>
                <a:lnTo>
                  <a:pt x="2351536" y="65193"/>
                </a:lnTo>
                <a:lnTo>
                  <a:pt x="2351656" y="65108"/>
                </a:lnTo>
                <a:lnTo>
                  <a:pt x="2351779" y="65024"/>
                </a:lnTo>
                <a:lnTo>
                  <a:pt x="2351903" y="64942"/>
                </a:lnTo>
                <a:lnTo>
                  <a:pt x="2352029" y="64862"/>
                </a:lnTo>
                <a:lnTo>
                  <a:pt x="2352156" y="64783"/>
                </a:lnTo>
                <a:lnTo>
                  <a:pt x="2352285" y="64705"/>
                </a:lnTo>
                <a:lnTo>
                  <a:pt x="2352416" y="64629"/>
                </a:lnTo>
                <a:lnTo>
                  <a:pt x="2352549" y="64554"/>
                </a:lnTo>
                <a:lnTo>
                  <a:pt x="2352683" y="64481"/>
                </a:lnTo>
                <a:lnTo>
                  <a:pt x="2352819" y="64410"/>
                </a:lnTo>
                <a:lnTo>
                  <a:pt x="2352957" y="64340"/>
                </a:lnTo>
                <a:lnTo>
                  <a:pt x="2353096" y="64271"/>
                </a:lnTo>
                <a:lnTo>
                  <a:pt x="2353238" y="64204"/>
                </a:lnTo>
                <a:lnTo>
                  <a:pt x="2353381" y="64138"/>
                </a:lnTo>
                <a:lnTo>
                  <a:pt x="2353525" y="64074"/>
                </a:lnTo>
                <a:lnTo>
                  <a:pt x="2353671" y="64012"/>
                </a:lnTo>
                <a:lnTo>
                  <a:pt x="2353819" y="63951"/>
                </a:lnTo>
                <a:lnTo>
                  <a:pt x="2353969" y="63891"/>
                </a:lnTo>
                <a:lnTo>
                  <a:pt x="2354121" y="63833"/>
                </a:lnTo>
                <a:lnTo>
                  <a:pt x="2354274" y="63777"/>
                </a:lnTo>
                <a:lnTo>
                  <a:pt x="2354429" y="63722"/>
                </a:lnTo>
                <a:lnTo>
                  <a:pt x="2354585" y="63668"/>
                </a:lnTo>
                <a:lnTo>
                  <a:pt x="2354744" y="63616"/>
                </a:lnTo>
                <a:lnTo>
                  <a:pt x="2354903" y="63565"/>
                </a:lnTo>
                <a:lnTo>
                  <a:pt x="2355062" y="63515"/>
                </a:lnTo>
                <a:lnTo>
                  <a:pt x="2355222" y="63466"/>
                </a:lnTo>
                <a:lnTo>
                  <a:pt x="2355382" y="63418"/>
                </a:lnTo>
                <a:lnTo>
                  <a:pt x="2355542" y="63370"/>
                </a:lnTo>
                <a:lnTo>
                  <a:pt x="2355702" y="63324"/>
                </a:lnTo>
                <a:lnTo>
                  <a:pt x="2355863" y="63278"/>
                </a:lnTo>
                <a:lnTo>
                  <a:pt x="2356023" y="63233"/>
                </a:lnTo>
                <a:lnTo>
                  <a:pt x="2356184" y="63189"/>
                </a:lnTo>
                <a:lnTo>
                  <a:pt x="2356345" y="63145"/>
                </a:lnTo>
                <a:lnTo>
                  <a:pt x="2356507" y="63103"/>
                </a:lnTo>
                <a:lnTo>
                  <a:pt x="2356668" y="63061"/>
                </a:lnTo>
                <a:lnTo>
                  <a:pt x="2356830" y="63021"/>
                </a:lnTo>
                <a:lnTo>
                  <a:pt x="2356992" y="62981"/>
                </a:lnTo>
                <a:lnTo>
                  <a:pt x="2357154" y="62942"/>
                </a:lnTo>
                <a:lnTo>
                  <a:pt x="2357316" y="62904"/>
                </a:lnTo>
                <a:lnTo>
                  <a:pt x="2357479" y="62867"/>
                </a:lnTo>
                <a:lnTo>
                  <a:pt x="2357642" y="62830"/>
                </a:lnTo>
                <a:lnTo>
                  <a:pt x="2357805" y="62795"/>
                </a:lnTo>
                <a:lnTo>
                  <a:pt x="2357968" y="62760"/>
                </a:lnTo>
                <a:lnTo>
                  <a:pt x="2358131" y="62726"/>
                </a:lnTo>
                <a:lnTo>
                  <a:pt x="2358295" y="62693"/>
                </a:lnTo>
                <a:lnTo>
                  <a:pt x="2358459" y="62661"/>
                </a:lnTo>
                <a:lnTo>
                  <a:pt x="2358623" y="62630"/>
                </a:lnTo>
                <a:lnTo>
                  <a:pt x="2358797" y="62599"/>
                </a:lnTo>
                <a:lnTo>
                  <a:pt x="2358972" y="62569"/>
                </a:lnTo>
                <a:lnTo>
                  <a:pt x="2359146" y="62539"/>
                </a:lnTo>
                <a:lnTo>
                  <a:pt x="2359321" y="62510"/>
                </a:lnTo>
                <a:lnTo>
                  <a:pt x="2359495" y="62481"/>
                </a:lnTo>
                <a:lnTo>
                  <a:pt x="2359670" y="62453"/>
                </a:lnTo>
                <a:lnTo>
                  <a:pt x="2359844" y="62425"/>
                </a:lnTo>
                <a:lnTo>
                  <a:pt x="2360019" y="62398"/>
                </a:lnTo>
                <a:lnTo>
                  <a:pt x="2360193" y="62370"/>
                </a:lnTo>
                <a:lnTo>
                  <a:pt x="2360368" y="62344"/>
                </a:lnTo>
                <a:lnTo>
                  <a:pt x="2360542" y="62318"/>
                </a:lnTo>
                <a:lnTo>
                  <a:pt x="2360717" y="62292"/>
                </a:lnTo>
                <a:lnTo>
                  <a:pt x="2360891" y="62266"/>
                </a:lnTo>
                <a:lnTo>
                  <a:pt x="2361066" y="62241"/>
                </a:lnTo>
                <a:lnTo>
                  <a:pt x="2361240" y="62217"/>
                </a:lnTo>
                <a:lnTo>
                  <a:pt x="2361415" y="62193"/>
                </a:lnTo>
                <a:lnTo>
                  <a:pt x="2361589" y="62169"/>
                </a:lnTo>
                <a:lnTo>
                  <a:pt x="2361764" y="62146"/>
                </a:lnTo>
                <a:lnTo>
                  <a:pt x="2361938" y="62123"/>
                </a:lnTo>
                <a:lnTo>
                  <a:pt x="2362113" y="62100"/>
                </a:lnTo>
                <a:lnTo>
                  <a:pt x="2362287" y="62078"/>
                </a:lnTo>
                <a:lnTo>
                  <a:pt x="2362462" y="62057"/>
                </a:lnTo>
                <a:lnTo>
                  <a:pt x="2362636" y="62036"/>
                </a:lnTo>
                <a:lnTo>
                  <a:pt x="2362811" y="62015"/>
                </a:lnTo>
                <a:lnTo>
                  <a:pt x="2362985" y="61994"/>
                </a:lnTo>
                <a:lnTo>
                  <a:pt x="2363159" y="61973"/>
                </a:lnTo>
                <a:lnTo>
                  <a:pt x="2363332" y="61952"/>
                </a:lnTo>
                <a:lnTo>
                  <a:pt x="2363504" y="61930"/>
                </a:lnTo>
                <a:lnTo>
                  <a:pt x="2363676" y="61907"/>
                </a:lnTo>
                <a:lnTo>
                  <a:pt x="2363847" y="61884"/>
                </a:lnTo>
                <a:lnTo>
                  <a:pt x="2364017" y="61861"/>
                </a:lnTo>
                <a:lnTo>
                  <a:pt x="2364187" y="61837"/>
                </a:lnTo>
                <a:lnTo>
                  <a:pt x="2364356" y="61813"/>
                </a:lnTo>
                <a:lnTo>
                  <a:pt x="2364525" y="61789"/>
                </a:lnTo>
                <a:lnTo>
                  <a:pt x="2364692" y="61764"/>
                </a:lnTo>
                <a:lnTo>
                  <a:pt x="2364859" y="61738"/>
                </a:lnTo>
                <a:lnTo>
                  <a:pt x="2365026" y="61712"/>
                </a:lnTo>
                <a:lnTo>
                  <a:pt x="2365192" y="61686"/>
                </a:lnTo>
                <a:lnTo>
                  <a:pt x="2365357" y="61659"/>
                </a:lnTo>
                <a:lnTo>
                  <a:pt x="2365522" y="61632"/>
                </a:lnTo>
                <a:lnTo>
                  <a:pt x="2365685" y="61605"/>
                </a:lnTo>
                <a:lnTo>
                  <a:pt x="2365849" y="61577"/>
                </a:lnTo>
                <a:lnTo>
                  <a:pt x="2366011" y="61549"/>
                </a:lnTo>
                <a:lnTo>
                  <a:pt x="2366173" y="61520"/>
                </a:lnTo>
                <a:lnTo>
                  <a:pt x="2366334" y="61491"/>
                </a:lnTo>
                <a:lnTo>
                  <a:pt x="2366495" y="61461"/>
                </a:lnTo>
                <a:lnTo>
                  <a:pt x="2366655" y="61431"/>
                </a:lnTo>
                <a:lnTo>
                  <a:pt x="2366814" y="61400"/>
                </a:lnTo>
                <a:lnTo>
                  <a:pt x="2366973" y="61369"/>
                </a:lnTo>
                <a:lnTo>
                  <a:pt x="2367131" y="61337"/>
                </a:lnTo>
                <a:lnTo>
                  <a:pt x="2367288" y="61305"/>
                </a:lnTo>
                <a:lnTo>
                  <a:pt x="2367444" y="61272"/>
                </a:lnTo>
                <a:lnTo>
                  <a:pt x="2367599" y="61238"/>
                </a:lnTo>
                <a:lnTo>
                  <a:pt x="2367754" y="61204"/>
                </a:lnTo>
                <a:lnTo>
                  <a:pt x="2367907" y="61169"/>
                </a:lnTo>
                <a:lnTo>
                  <a:pt x="2368060" y="61133"/>
                </a:lnTo>
                <a:lnTo>
                  <a:pt x="2368212" y="61097"/>
                </a:lnTo>
                <a:lnTo>
                  <a:pt x="2368363" y="61060"/>
                </a:lnTo>
                <a:lnTo>
                  <a:pt x="2368513" y="61022"/>
                </a:lnTo>
                <a:lnTo>
                  <a:pt x="2368662" y="60984"/>
                </a:lnTo>
                <a:lnTo>
                  <a:pt x="2368811" y="60945"/>
                </a:lnTo>
                <a:lnTo>
                  <a:pt x="2368958" y="60906"/>
                </a:lnTo>
                <a:lnTo>
                  <a:pt x="2369105" y="60866"/>
                </a:lnTo>
                <a:lnTo>
                  <a:pt x="2369251" y="60825"/>
                </a:lnTo>
                <a:lnTo>
                  <a:pt x="2369396" y="60783"/>
                </a:lnTo>
                <a:lnTo>
                  <a:pt x="2369540" y="60741"/>
                </a:lnTo>
                <a:lnTo>
                  <a:pt x="2369684" y="60699"/>
                </a:lnTo>
                <a:lnTo>
                  <a:pt x="2369826" y="60655"/>
                </a:lnTo>
                <a:lnTo>
                  <a:pt x="2369968" y="60611"/>
                </a:lnTo>
                <a:lnTo>
                  <a:pt x="2370108" y="60567"/>
                </a:lnTo>
                <a:lnTo>
                  <a:pt x="2370248" y="60521"/>
                </a:lnTo>
                <a:lnTo>
                  <a:pt x="2370387" y="60476"/>
                </a:lnTo>
                <a:lnTo>
                  <a:pt x="2370525" y="60429"/>
                </a:lnTo>
                <a:lnTo>
                  <a:pt x="2370661" y="60380"/>
                </a:lnTo>
                <a:lnTo>
                  <a:pt x="2370795" y="60330"/>
                </a:lnTo>
                <a:lnTo>
                  <a:pt x="2370926" y="60279"/>
                </a:lnTo>
                <a:lnTo>
                  <a:pt x="2371056" y="60226"/>
                </a:lnTo>
                <a:lnTo>
                  <a:pt x="2371184" y="60171"/>
                </a:lnTo>
                <a:lnTo>
                  <a:pt x="2371310" y="60115"/>
                </a:lnTo>
                <a:lnTo>
                  <a:pt x="2371435" y="60058"/>
                </a:lnTo>
                <a:lnTo>
                  <a:pt x="2371557" y="59999"/>
                </a:lnTo>
                <a:lnTo>
                  <a:pt x="2371677" y="59938"/>
                </a:lnTo>
                <a:lnTo>
                  <a:pt x="2371796" y="59877"/>
                </a:lnTo>
                <a:lnTo>
                  <a:pt x="2371912" y="59813"/>
                </a:lnTo>
                <a:lnTo>
                  <a:pt x="2372027" y="59748"/>
                </a:lnTo>
                <a:lnTo>
                  <a:pt x="2372139" y="59682"/>
                </a:lnTo>
                <a:lnTo>
                  <a:pt x="2372250" y="59614"/>
                </a:lnTo>
                <a:lnTo>
                  <a:pt x="2372359" y="59544"/>
                </a:lnTo>
                <a:lnTo>
                  <a:pt x="2372466" y="59473"/>
                </a:lnTo>
                <a:lnTo>
                  <a:pt x="2372571" y="59401"/>
                </a:lnTo>
                <a:lnTo>
                  <a:pt x="2372674" y="59327"/>
                </a:lnTo>
                <a:lnTo>
                  <a:pt x="2372775" y="59251"/>
                </a:lnTo>
                <a:lnTo>
                  <a:pt x="2372874" y="59174"/>
                </a:lnTo>
                <a:lnTo>
                  <a:pt x="2372971" y="59096"/>
                </a:lnTo>
                <a:lnTo>
                  <a:pt x="2373066" y="59016"/>
                </a:lnTo>
                <a:lnTo>
                  <a:pt x="2373160" y="58934"/>
                </a:lnTo>
                <a:lnTo>
                  <a:pt x="2373160" y="65464"/>
                </a:lnTo>
                <a:lnTo>
                  <a:pt x="2373159" y="65589"/>
                </a:lnTo>
                <a:lnTo>
                  <a:pt x="2373158" y="65717"/>
                </a:lnTo>
                <a:lnTo>
                  <a:pt x="2373155" y="65849"/>
                </a:lnTo>
                <a:lnTo>
                  <a:pt x="2373151" y="65984"/>
                </a:lnTo>
                <a:lnTo>
                  <a:pt x="2373146" y="66122"/>
                </a:lnTo>
                <a:close/>
                <a:moveTo>
                  <a:pt x="1995791" y="62078"/>
                </a:moveTo>
                <a:lnTo>
                  <a:pt x="1995844" y="62682"/>
                </a:lnTo>
                <a:lnTo>
                  <a:pt x="1995905" y="63281"/>
                </a:lnTo>
                <a:lnTo>
                  <a:pt x="1995974" y="63875"/>
                </a:lnTo>
                <a:lnTo>
                  <a:pt x="1996051" y="64464"/>
                </a:lnTo>
                <a:lnTo>
                  <a:pt x="1996137" y="65047"/>
                </a:lnTo>
                <a:lnTo>
                  <a:pt x="1996230" y="65626"/>
                </a:lnTo>
                <a:lnTo>
                  <a:pt x="1996332" y="66199"/>
                </a:lnTo>
                <a:lnTo>
                  <a:pt x="1996441" y="66767"/>
                </a:lnTo>
                <a:lnTo>
                  <a:pt x="1996559" y="67330"/>
                </a:lnTo>
                <a:lnTo>
                  <a:pt x="1996685" y="67888"/>
                </a:lnTo>
                <a:lnTo>
                  <a:pt x="1996819" y="68440"/>
                </a:lnTo>
                <a:lnTo>
                  <a:pt x="1996961" y="68988"/>
                </a:lnTo>
                <a:lnTo>
                  <a:pt x="1997112" y="69530"/>
                </a:lnTo>
                <a:lnTo>
                  <a:pt x="1997270" y="70067"/>
                </a:lnTo>
                <a:lnTo>
                  <a:pt x="1997437" y="70599"/>
                </a:lnTo>
                <a:lnTo>
                  <a:pt x="1997612" y="71126"/>
                </a:lnTo>
                <a:lnTo>
                  <a:pt x="1997794" y="71648"/>
                </a:lnTo>
                <a:lnTo>
                  <a:pt x="1997985" y="72165"/>
                </a:lnTo>
                <a:lnTo>
                  <a:pt x="1998184" y="72676"/>
                </a:lnTo>
                <a:lnTo>
                  <a:pt x="1998389" y="73180"/>
                </a:lnTo>
                <a:lnTo>
                  <a:pt x="1998601" y="73679"/>
                </a:lnTo>
                <a:lnTo>
                  <a:pt x="1998820" y="74171"/>
                </a:lnTo>
                <a:lnTo>
                  <a:pt x="1999046" y="74657"/>
                </a:lnTo>
                <a:lnTo>
                  <a:pt x="1999279" y="75137"/>
                </a:lnTo>
                <a:lnTo>
                  <a:pt x="1999518" y="75611"/>
                </a:lnTo>
                <a:lnTo>
                  <a:pt x="1999764" y="76079"/>
                </a:lnTo>
                <a:lnTo>
                  <a:pt x="2000018" y="76540"/>
                </a:lnTo>
                <a:lnTo>
                  <a:pt x="2000278" y="76995"/>
                </a:lnTo>
                <a:lnTo>
                  <a:pt x="2000545" y="77444"/>
                </a:lnTo>
                <a:lnTo>
                  <a:pt x="2000818" y="77887"/>
                </a:lnTo>
                <a:lnTo>
                  <a:pt x="2001099" y="78323"/>
                </a:lnTo>
                <a:lnTo>
                  <a:pt x="2001386" y="78753"/>
                </a:lnTo>
                <a:lnTo>
                  <a:pt x="2001681" y="79177"/>
                </a:lnTo>
                <a:lnTo>
                  <a:pt x="2001982" y="79595"/>
                </a:lnTo>
                <a:lnTo>
                  <a:pt x="2002290" y="80007"/>
                </a:lnTo>
                <a:lnTo>
                  <a:pt x="2002604" y="80412"/>
                </a:lnTo>
                <a:lnTo>
                  <a:pt x="2002926" y="80812"/>
                </a:lnTo>
                <a:lnTo>
                  <a:pt x="2003255" y="81205"/>
                </a:lnTo>
                <a:lnTo>
                  <a:pt x="2003590" y="81592"/>
                </a:lnTo>
                <a:lnTo>
                  <a:pt x="2003932" y="81972"/>
                </a:lnTo>
                <a:lnTo>
                  <a:pt x="2004281" y="82347"/>
                </a:lnTo>
                <a:lnTo>
                  <a:pt x="2004637" y="82715"/>
                </a:lnTo>
                <a:lnTo>
                  <a:pt x="2004999" y="83076"/>
                </a:lnTo>
                <a:lnTo>
                  <a:pt x="2005368" y="83431"/>
                </a:lnTo>
                <a:lnTo>
                  <a:pt x="2005742" y="83778"/>
                </a:lnTo>
                <a:lnTo>
                  <a:pt x="2006122" y="84118"/>
                </a:lnTo>
                <a:lnTo>
                  <a:pt x="2006508" y="84451"/>
                </a:lnTo>
                <a:lnTo>
                  <a:pt x="2006901" y="84777"/>
                </a:lnTo>
                <a:lnTo>
                  <a:pt x="2007299" y="85096"/>
                </a:lnTo>
                <a:lnTo>
                  <a:pt x="2007703" y="85408"/>
                </a:lnTo>
                <a:lnTo>
                  <a:pt x="2008113" y="85713"/>
                </a:lnTo>
                <a:lnTo>
                  <a:pt x="2008529" y="86011"/>
                </a:lnTo>
                <a:lnTo>
                  <a:pt x="2008952" y="86302"/>
                </a:lnTo>
                <a:lnTo>
                  <a:pt x="2009380" y="86586"/>
                </a:lnTo>
                <a:lnTo>
                  <a:pt x="2009814" y="86863"/>
                </a:lnTo>
                <a:lnTo>
                  <a:pt x="2010254" y="87132"/>
                </a:lnTo>
                <a:lnTo>
                  <a:pt x="2010700" y="87395"/>
                </a:lnTo>
                <a:lnTo>
                  <a:pt x="2011152" y="87650"/>
                </a:lnTo>
                <a:lnTo>
                  <a:pt x="2011610" y="87899"/>
                </a:lnTo>
                <a:lnTo>
                  <a:pt x="2012074" y="88140"/>
                </a:lnTo>
                <a:lnTo>
                  <a:pt x="2012544" y="88374"/>
                </a:lnTo>
                <a:lnTo>
                  <a:pt x="2013020" y="88602"/>
                </a:lnTo>
                <a:lnTo>
                  <a:pt x="2013502" y="88822"/>
                </a:lnTo>
                <a:lnTo>
                  <a:pt x="2013990" y="89035"/>
                </a:lnTo>
                <a:lnTo>
                  <a:pt x="2014484" y="89241"/>
                </a:lnTo>
                <a:lnTo>
                  <a:pt x="2014984" y="89440"/>
                </a:lnTo>
                <a:lnTo>
                  <a:pt x="2015490" y="89631"/>
                </a:lnTo>
                <a:lnTo>
                  <a:pt x="2016001" y="89814"/>
                </a:lnTo>
                <a:lnTo>
                  <a:pt x="2016517" y="89989"/>
                </a:lnTo>
                <a:lnTo>
                  <a:pt x="2017038" y="90156"/>
                </a:lnTo>
                <a:lnTo>
                  <a:pt x="2017564" y="90315"/>
                </a:lnTo>
                <a:lnTo>
                  <a:pt x="2018095" y="90465"/>
                </a:lnTo>
                <a:lnTo>
                  <a:pt x="2018631" y="90608"/>
                </a:lnTo>
                <a:lnTo>
                  <a:pt x="2019173" y="90742"/>
                </a:lnTo>
                <a:lnTo>
                  <a:pt x="2019720" y="90868"/>
                </a:lnTo>
                <a:lnTo>
                  <a:pt x="2020271" y="90986"/>
                </a:lnTo>
                <a:lnTo>
                  <a:pt x="2020828" y="91096"/>
                </a:lnTo>
                <a:lnTo>
                  <a:pt x="2021390" y="91198"/>
                </a:lnTo>
                <a:lnTo>
                  <a:pt x="2021957" y="91291"/>
                </a:lnTo>
                <a:lnTo>
                  <a:pt x="2022530" y="91377"/>
                </a:lnTo>
                <a:lnTo>
                  <a:pt x="2023107" y="91454"/>
                </a:lnTo>
                <a:lnTo>
                  <a:pt x="2023690" y="91523"/>
                </a:lnTo>
                <a:lnTo>
                  <a:pt x="2024277" y="91584"/>
                </a:lnTo>
                <a:lnTo>
                  <a:pt x="2024870" y="91637"/>
                </a:lnTo>
                <a:lnTo>
                  <a:pt x="2025468" y="91682"/>
                </a:lnTo>
                <a:lnTo>
                  <a:pt x="2026071" y="91719"/>
                </a:lnTo>
                <a:lnTo>
                  <a:pt x="2026679" y="91747"/>
                </a:lnTo>
                <a:lnTo>
                  <a:pt x="2027292" y="91768"/>
                </a:lnTo>
                <a:lnTo>
                  <a:pt x="2027911" y="91780"/>
                </a:lnTo>
                <a:lnTo>
                  <a:pt x="2028534" y="91784"/>
                </a:lnTo>
                <a:lnTo>
                  <a:pt x="2029158" y="91780"/>
                </a:lnTo>
                <a:lnTo>
                  <a:pt x="2029777" y="91768"/>
                </a:lnTo>
                <a:lnTo>
                  <a:pt x="2030391" y="91747"/>
                </a:lnTo>
                <a:lnTo>
                  <a:pt x="2031000" y="91719"/>
                </a:lnTo>
                <a:lnTo>
                  <a:pt x="2031604" y="91682"/>
                </a:lnTo>
                <a:lnTo>
                  <a:pt x="2032203" y="91637"/>
                </a:lnTo>
                <a:lnTo>
                  <a:pt x="2032797" y="91584"/>
                </a:lnTo>
                <a:lnTo>
                  <a:pt x="2033386" y="91523"/>
                </a:lnTo>
                <a:lnTo>
                  <a:pt x="2033971" y="91454"/>
                </a:lnTo>
                <a:lnTo>
                  <a:pt x="2034550" y="91377"/>
                </a:lnTo>
                <a:lnTo>
                  <a:pt x="2035125" y="91291"/>
                </a:lnTo>
                <a:lnTo>
                  <a:pt x="2035694" y="91198"/>
                </a:lnTo>
                <a:lnTo>
                  <a:pt x="2036259" y="91096"/>
                </a:lnTo>
                <a:lnTo>
                  <a:pt x="2036819" y="90986"/>
                </a:lnTo>
                <a:lnTo>
                  <a:pt x="2037374" y="90868"/>
                </a:lnTo>
                <a:lnTo>
                  <a:pt x="2037924" y="90742"/>
                </a:lnTo>
                <a:lnTo>
                  <a:pt x="2038469" y="90608"/>
                </a:lnTo>
                <a:lnTo>
                  <a:pt x="2039009" y="90465"/>
                </a:lnTo>
                <a:lnTo>
                  <a:pt x="2039544" y="90315"/>
                </a:lnTo>
                <a:lnTo>
                  <a:pt x="2040074" y="90156"/>
                </a:lnTo>
                <a:lnTo>
                  <a:pt x="2040600" y="89989"/>
                </a:lnTo>
                <a:lnTo>
                  <a:pt x="2041120" y="89814"/>
                </a:lnTo>
                <a:lnTo>
                  <a:pt x="2041636" y="89631"/>
                </a:lnTo>
                <a:lnTo>
                  <a:pt x="2042146" y="89440"/>
                </a:lnTo>
                <a:lnTo>
                  <a:pt x="2042651" y="89241"/>
                </a:lnTo>
                <a:lnTo>
                  <a:pt x="2043150" y="89035"/>
                </a:lnTo>
                <a:lnTo>
                  <a:pt x="2043643" y="88822"/>
                </a:lnTo>
                <a:lnTo>
                  <a:pt x="2044129" y="88602"/>
                </a:lnTo>
                <a:lnTo>
                  <a:pt x="2044609" y="88374"/>
                </a:lnTo>
                <a:lnTo>
                  <a:pt x="2045083" y="88140"/>
                </a:lnTo>
                <a:lnTo>
                  <a:pt x="2045551" y="87899"/>
                </a:lnTo>
                <a:lnTo>
                  <a:pt x="2046013" y="87650"/>
                </a:lnTo>
                <a:lnTo>
                  <a:pt x="2046468" y="87395"/>
                </a:lnTo>
                <a:lnTo>
                  <a:pt x="2046917" y="87132"/>
                </a:lnTo>
                <a:lnTo>
                  <a:pt x="2047360" y="86863"/>
                </a:lnTo>
                <a:lnTo>
                  <a:pt x="2047797" y="86586"/>
                </a:lnTo>
                <a:lnTo>
                  <a:pt x="2048228" y="86302"/>
                </a:lnTo>
                <a:lnTo>
                  <a:pt x="2048652" y="86011"/>
                </a:lnTo>
                <a:lnTo>
                  <a:pt x="2049070" y="85713"/>
                </a:lnTo>
                <a:lnTo>
                  <a:pt x="2049482" y="85408"/>
                </a:lnTo>
                <a:lnTo>
                  <a:pt x="2049888" y="85096"/>
                </a:lnTo>
                <a:lnTo>
                  <a:pt x="2050288" y="84777"/>
                </a:lnTo>
                <a:lnTo>
                  <a:pt x="2050681" y="84451"/>
                </a:lnTo>
                <a:lnTo>
                  <a:pt x="2051068" y="84118"/>
                </a:lnTo>
                <a:lnTo>
                  <a:pt x="2051449" y="83778"/>
                </a:lnTo>
                <a:lnTo>
                  <a:pt x="2051824" y="83431"/>
                </a:lnTo>
                <a:lnTo>
                  <a:pt x="2052193" y="83076"/>
                </a:lnTo>
                <a:lnTo>
                  <a:pt x="2052555" y="82715"/>
                </a:lnTo>
                <a:lnTo>
                  <a:pt x="2052911" y="82347"/>
                </a:lnTo>
                <a:lnTo>
                  <a:pt x="2053260" y="81972"/>
                </a:lnTo>
                <a:lnTo>
                  <a:pt x="2053602" y="81592"/>
                </a:lnTo>
                <a:lnTo>
                  <a:pt x="2053938" y="81205"/>
                </a:lnTo>
                <a:lnTo>
                  <a:pt x="2054266" y="80812"/>
                </a:lnTo>
                <a:lnTo>
                  <a:pt x="2054588" y="80412"/>
                </a:lnTo>
                <a:lnTo>
                  <a:pt x="2054903" y="80007"/>
                </a:lnTo>
                <a:lnTo>
                  <a:pt x="2055211" y="79595"/>
                </a:lnTo>
                <a:lnTo>
                  <a:pt x="2055512" y="79177"/>
                </a:lnTo>
                <a:lnTo>
                  <a:pt x="2055806" y="78753"/>
                </a:lnTo>
                <a:lnTo>
                  <a:pt x="2056093" y="78323"/>
                </a:lnTo>
                <a:lnTo>
                  <a:pt x="2056374" y="77887"/>
                </a:lnTo>
                <a:lnTo>
                  <a:pt x="2056648" y="77444"/>
                </a:lnTo>
                <a:lnTo>
                  <a:pt x="2056915" y="76995"/>
                </a:lnTo>
                <a:lnTo>
                  <a:pt x="2057175" y="76540"/>
                </a:lnTo>
                <a:lnTo>
                  <a:pt x="2057428" y="76079"/>
                </a:lnTo>
                <a:lnTo>
                  <a:pt x="2057674" y="75611"/>
                </a:lnTo>
                <a:lnTo>
                  <a:pt x="2057914" y="75137"/>
                </a:lnTo>
                <a:lnTo>
                  <a:pt x="2058146" y="74657"/>
                </a:lnTo>
                <a:lnTo>
                  <a:pt x="2058372" y="74171"/>
                </a:lnTo>
                <a:lnTo>
                  <a:pt x="2058591" y="73679"/>
                </a:lnTo>
                <a:lnTo>
                  <a:pt x="2058803" y="73180"/>
                </a:lnTo>
                <a:lnTo>
                  <a:pt x="2059009" y="72676"/>
                </a:lnTo>
                <a:lnTo>
                  <a:pt x="2059207" y="72165"/>
                </a:lnTo>
                <a:lnTo>
                  <a:pt x="2059398" y="71648"/>
                </a:lnTo>
                <a:lnTo>
                  <a:pt x="2059581" y="71126"/>
                </a:lnTo>
                <a:lnTo>
                  <a:pt x="2059756" y="70599"/>
                </a:lnTo>
                <a:lnTo>
                  <a:pt x="2059922" y="70067"/>
                </a:lnTo>
                <a:lnTo>
                  <a:pt x="2060081" y="69530"/>
                </a:lnTo>
                <a:lnTo>
                  <a:pt x="2060231" y="68988"/>
                </a:lnTo>
                <a:lnTo>
                  <a:pt x="2060373" y="68440"/>
                </a:lnTo>
                <a:lnTo>
                  <a:pt x="2060507" y="67888"/>
                </a:lnTo>
                <a:lnTo>
                  <a:pt x="2060633" y="67330"/>
                </a:lnTo>
                <a:lnTo>
                  <a:pt x="2060751" y="66767"/>
                </a:lnTo>
                <a:lnTo>
                  <a:pt x="2060861" y="66199"/>
                </a:lnTo>
                <a:lnTo>
                  <a:pt x="2060962" y="65626"/>
                </a:lnTo>
                <a:lnTo>
                  <a:pt x="2061056" y="65047"/>
                </a:lnTo>
                <a:lnTo>
                  <a:pt x="2061141" y="64464"/>
                </a:lnTo>
                <a:lnTo>
                  <a:pt x="2061218" y="63875"/>
                </a:lnTo>
                <a:lnTo>
                  <a:pt x="2061287" y="63281"/>
                </a:lnTo>
                <a:lnTo>
                  <a:pt x="2061348" y="62682"/>
                </a:lnTo>
                <a:lnTo>
                  <a:pt x="2061401" y="62078"/>
                </a:lnTo>
                <a:lnTo>
                  <a:pt x="2061446" y="61469"/>
                </a:lnTo>
                <a:lnTo>
                  <a:pt x="2061482" y="60855"/>
                </a:lnTo>
                <a:lnTo>
                  <a:pt x="2061511" y="60235"/>
                </a:lnTo>
                <a:lnTo>
                  <a:pt x="2061531" y="59611"/>
                </a:lnTo>
                <a:lnTo>
                  <a:pt x="2061543" y="58981"/>
                </a:lnTo>
                <a:lnTo>
                  <a:pt x="2061547" y="58346"/>
                </a:lnTo>
                <a:lnTo>
                  <a:pt x="2061543" y="57711"/>
                </a:lnTo>
                <a:lnTo>
                  <a:pt x="2061531" y="57081"/>
                </a:lnTo>
                <a:lnTo>
                  <a:pt x="2061511" y="56456"/>
                </a:lnTo>
                <a:lnTo>
                  <a:pt x="2061482" y="55835"/>
                </a:lnTo>
                <a:lnTo>
                  <a:pt x="2061446" y="55220"/>
                </a:lnTo>
                <a:lnTo>
                  <a:pt x="2061401" y="54610"/>
                </a:lnTo>
                <a:lnTo>
                  <a:pt x="2061348" y="54004"/>
                </a:lnTo>
                <a:lnTo>
                  <a:pt x="2061287" y="53404"/>
                </a:lnTo>
                <a:lnTo>
                  <a:pt x="2061218" y="52808"/>
                </a:lnTo>
                <a:lnTo>
                  <a:pt x="2061141" y="52217"/>
                </a:lnTo>
                <a:lnTo>
                  <a:pt x="2061056" y="51632"/>
                </a:lnTo>
                <a:lnTo>
                  <a:pt x="2060962" y="51051"/>
                </a:lnTo>
                <a:lnTo>
                  <a:pt x="2060861" y="50475"/>
                </a:lnTo>
                <a:lnTo>
                  <a:pt x="2060751" y="49904"/>
                </a:lnTo>
                <a:lnTo>
                  <a:pt x="2060633" y="49338"/>
                </a:lnTo>
                <a:lnTo>
                  <a:pt x="2060507" y="48777"/>
                </a:lnTo>
                <a:lnTo>
                  <a:pt x="2060373" y="48221"/>
                </a:lnTo>
                <a:lnTo>
                  <a:pt x="2060231" y="47669"/>
                </a:lnTo>
                <a:lnTo>
                  <a:pt x="2060081" y="47123"/>
                </a:lnTo>
                <a:lnTo>
                  <a:pt x="2059922" y="46582"/>
                </a:lnTo>
                <a:lnTo>
                  <a:pt x="2059756" y="46045"/>
                </a:lnTo>
                <a:lnTo>
                  <a:pt x="2059581" y="45514"/>
                </a:lnTo>
                <a:lnTo>
                  <a:pt x="2059398" y="44987"/>
                </a:lnTo>
                <a:lnTo>
                  <a:pt x="2059207" y="44465"/>
                </a:lnTo>
                <a:lnTo>
                  <a:pt x="2059009" y="43949"/>
                </a:lnTo>
                <a:lnTo>
                  <a:pt x="2058803" y="43439"/>
                </a:lnTo>
                <a:lnTo>
                  <a:pt x="2058591" y="42936"/>
                </a:lnTo>
                <a:lnTo>
                  <a:pt x="2058372" y="42439"/>
                </a:lnTo>
                <a:lnTo>
                  <a:pt x="2058146" y="41949"/>
                </a:lnTo>
                <a:lnTo>
                  <a:pt x="2057914" y="41465"/>
                </a:lnTo>
                <a:lnTo>
                  <a:pt x="2057674" y="40987"/>
                </a:lnTo>
                <a:lnTo>
                  <a:pt x="2057428" y="40516"/>
                </a:lnTo>
                <a:lnTo>
                  <a:pt x="2057175" y="40051"/>
                </a:lnTo>
                <a:lnTo>
                  <a:pt x="2056915" y="39593"/>
                </a:lnTo>
                <a:lnTo>
                  <a:pt x="2056648" y="39141"/>
                </a:lnTo>
                <a:lnTo>
                  <a:pt x="2056374" y="38696"/>
                </a:lnTo>
                <a:lnTo>
                  <a:pt x="2056093" y="38257"/>
                </a:lnTo>
                <a:lnTo>
                  <a:pt x="2055806" y="37824"/>
                </a:lnTo>
                <a:lnTo>
                  <a:pt x="2055512" y="37398"/>
                </a:lnTo>
                <a:lnTo>
                  <a:pt x="2055211" y="36979"/>
                </a:lnTo>
                <a:lnTo>
                  <a:pt x="2054903" y="36566"/>
                </a:lnTo>
                <a:lnTo>
                  <a:pt x="2054588" y="36159"/>
                </a:lnTo>
                <a:lnTo>
                  <a:pt x="2054266" y="35758"/>
                </a:lnTo>
                <a:lnTo>
                  <a:pt x="2053938" y="35364"/>
                </a:lnTo>
                <a:lnTo>
                  <a:pt x="2053602" y="34977"/>
                </a:lnTo>
                <a:lnTo>
                  <a:pt x="2053260" y="34596"/>
                </a:lnTo>
                <a:lnTo>
                  <a:pt x="2052911" y="34221"/>
                </a:lnTo>
                <a:lnTo>
                  <a:pt x="2052555" y="33853"/>
                </a:lnTo>
                <a:lnTo>
                  <a:pt x="2052193" y="33491"/>
                </a:lnTo>
                <a:lnTo>
                  <a:pt x="2051824" y="33137"/>
                </a:lnTo>
                <a:lnTo>
                  <a:pt x="2051449" y="32789"/>
                </a:lnTo>
                <a:lnTo>
                  <a:pt x="2051068" y="32448"/>
                </a:lnTo>
                <a:lnTo>
                  <a:pt x="2050681" y="32113"/>
                </a:lnTo>
                <a:lnTo>
                  <a:pt x="2050288" y="31786"/>
                </a:lnTo>
                <a:lnTo>
                  <a:pt x="2049888" y="31465"/>
                </a:lnTo>
                <a:lnTo>
                  <a:pt x="2049482" y="31152"/>
                </a:lnTo>
                <a:lnTo>
                  <a:pt x="2049070" y="30845"/>
                </a:lnTo>
                <a:lnTo>
                  <a:pt x="2048652" y="30545"/>
                </a:lnTo>
                <a:lnTo>
                  <a:pt x="2048228" y="30252"/>
                </a:lnTo>
                <a:lnTo>
                  <a:pt x="2047797" y="29966"/>
                </a:lnTo>
                <a:lnTo>
                  <a:pt x="2047360" y="29686"/>
                </a:lnTo>
                <a:lnTo>
                  <a:pt x="2046917" y="29414"/>
                </a:lnTo>
                <a:lnTo>
                  <a:pt x="2046468" y="29148"/>
                </a:lnTo>
                <a:lnTo>
                  <a:pt x="2046013" y="28889"/>
                </a:lnTo>
                <a:lnTo>
                  <a:pt x="2045551" y="28637"/>
                </a:lnTo>
                <a:lnTo>
                  <a:pt x="2045083" y="28392"/>
                </a:lnTo>
                <a:lnTo>
                  <a:pt x="2044609" y="28154"/>
                </a:lnTo>
                <a:lnTo>
                  <a:pt x="2044129" y="27923"/>
                </a:lnTo>
                <a:lnTo>
                  <a:pt x="2043643" y="27698"/>
                </a:lnTo>
                <a:lnTo>
                  <a:pt x="2043150" y="27481"/>
                </a:lnTo>
                <a:lnTo>
                  <a:pt x="2042651" y="27270"/>
                </a:lnTo>
                <a:lnTo>
                  <a:pt x="2042146" y="27066"/>
                </a:lnTo>
                <a:lnTo>
                  <a:pt x="2041636" y="26870"/>
                </a:lnTo>
                <a:lnTo>
                  <a:pt x="2041120" y="26682"/>
                </a:lnTo>
                <a:lnTo>
                  <a:pt x="2040600" y="26502"/>
                </a:lnTo>
                <a:lnTo>
                  <a:pt x="2040074" y="26331"/>
                </a:lnTo>
                <a:lnTo>
                  <a:pt x="2039544" y="26168"/>
                </a:lnTo>
                <a:lnTo>
                  <a:pt x="2039009" y="26013"/>
                </a:lnTo>
                <a:lnTo>
                  <a:pt x="2038469" y="25867"/>
                </a:lnTo>
                <a:lnTo>
                  <a:pt x="2037924" y="25729"/>
                </a:lnTo>
                <a:lnTo>
                  <a:pt x="2037374" y="25600"/>
                </a:lnTo>
                <a:lnTo>
                  <a:pt x="2036819" y="25479"/>
                </a:lnTo>
                <a:lnTo>
                  <a:pt x="2036259" y="25366"/>
                </a:lnTo>
                <a:lnTo>
                  <a:pt x="2035694" y="25262"/>
                </a:lnTo>
                <a:lnTo>
                  <a:pt x="2035125" y="25166"/>
                </a:lnTo>
                <a:lnTo>
                  <a:pt x="2034550" y="25078"/>
                </a:lnTo>
                <a:lnTo>
                  <a:pt x="2033971" y="24998"/>
                </a:lnTo>
                <a:lnTo>
                  <a:pt x="2033386" y="24927"/>
                </a:lnTo>
                <a:lnTo>
                  <a:pt x="2032797" y="24865"/>
                </a:lnTo>
                <a:lnTo>
                  <a:pt x="2032203" y="24811"/>
                </a:lnTo>
                <a:lnTo>
                  <a:pt x="2031604" y="24765"/>
                </a:lnTo>
                <a:lnTo>
                  <a:pt x="2031000" y="24727"/>
                </a:lnTo>
                <a:lnTo>
                  <a:pt x="2030391" y="24698"/>
                </a:lnTo>
                <a:lnTo>
                  <a:pt x="2029777" y="24677"/>
                </a:lnTo>
                <a:lnTo>
                  <a:pt x="2029158" y="24664"/>
                </a:lnTo>
                <a:lnTo>
                  <a:pt x="2028534" y="24660"/>
                </a:lnTo>
                <a:lnTo>
                  <a:pt x="2027911" y="24664"/>
                </a:lnTo>
                <a:lnTo>
                  <a:pt x="2027292" y="24677"/>
                </a:lnTo>
                <a:lnTo>
                  <a:pt x="2026679" y="24698"/>
                </a:lnTo>
                <a:lnTo>
                  <a:pt x="2026071" y="24727"/>
                </a:lnTo>
                <a:lnTo>
                  <a:pt x="2025468" y="24765"/>
                </a:lnTo>
                <a:lnTo>
                  <a:pt x="2024870" y="24811"/>
                </a:lnTo>
                <a:lnTo>
                  <a:pt x="2024277" y="24865"/>
                </a:lnTo>
                <a:lnTo>
                  <a:pt x="2023690" y="24927"/>
                </a:lnTo>
                <a:lnTo>
                  <a:pt x="2023107" y="24998"/>
                </a:lnTo>
                <a:lnTo>
                  <a:pt x="2022530" y="25078"/>
                </a:lnTo>
                <a:lnTo>
                  <a:pt x="2021957" y="25166"/>
                </a:lnTo>
                <a:lnTo>
                  <a:pt x="2021390" y="25262"/>
                </a:lnTo>
                <a:lnTo>
                  <a:pt x="2020828" y="25366"/>
                </a:lnTo>
                <a:lnTo>
                  <a:pt x="2020271" y="25479"/>
                </a:lnTo>
                <a:lnTo>
                  <a:pt x="2019720" y="25600"/>
                </a:lnTo>
                <a:lnTo>
                  <a:pt x="2019173" y="25729"/>
                </a:lnTo>
                <a:lnTo>
                  <a:pt x="2018631" y="25867"/>
                </a:lnTo>
                <a:lnTo>
                  <a:pt x="2018095" y="26013"/>
                </a:lnTo>
                <a:lnTo>
                  <a:pt x="2017564" y="26168"/>
                </a:lnTo>
                <a:lnTo>
                  <a:pt x="2017038" y="26331"/>
                </a:lnTo>
                <a:lnTo>
                  <a:pt x="2016517" y="26502"/>
                </a:lnTo>
                <a:lnTo>
                  <a:pt x="2016001" y="26682"/>
                </a:lnTo>
                <a:lnTo>
                  <a:pt x="2015490" y="26870"/>
                </a:lnTo>
                <a:lnTo>
                  <a:pt x="2014984" y="27066"/>
                </a:lnTo>
                <a:lnTo>
                  <a:pt x="2014484" y="27270"/>
                </a:lnTo>
                <a:lnTo>
                  <a:pt x="2013990" y="27481"/>
                </a:lnTo>
                <a:lnTo>
                  <a:pt x="2013502" y="27698"/>
                </a:lnTo>
                <a:lnTo>
                  <a:pt x="2013020" y="27923"/>
                </a:lnTo>
                <a:lnTo>
                  <a:pt x="2012544" y="28154"/>
                </a:lnTo>
                <a:lnTo>
                  <a:pt x="2012074" y="28392"/>
                </a:lnTo>
                <a:lnTo>
                  <a:pt x="2011610" y="28637"/>
                </a:lnTo>
                <a:lnTo>
                  <a:pt x="2011152" y="28889"/>
                </a:lnTo>
                <a:lnTo>
                  <a:pt x="2010700" y="29148"/>
                </a:lnTo>
                <a:lnTo>
                  <a:pt x="2010254" y="29414"/>
                </a:lnTo>
                <a:lnTo>
                  <a:pt x="2009814" y="29686"/>
                </a:lnTo>
                <a:lnTo>
                  <a:pt x="2009380" y="29966"/>
                </a:lnTo>
                <a:lnTo>
                  <a:pt x="2008952" y="30252"/>
                </a:lnTo>
                <a:lnTo>
                  <a:pt x="2008529" y="30545"/>
                </a:lnTo>
                <a:lnTo>
                  <a:pt x="2008113" y="30845"/>
                </a:lnTo>
                <a:lnTo>
                  <a:pt x="2007703" y="31152"/>
                </a:lnTo>
                <a:lnTo>
                  <a:pt x="2007299" y="31465"/>
                </a:lnTo>
                <a:lnTo>
                  <a:pt x="2006901" y="31786"/>
                </a:lnTo>
                <a:lnTo>
                  <a:pt x="2006508" y="32113"/>
                </a:lnTo>
                <a:lnTo>
                  <a:pt x="2006122" y="32448"/>
                </a:lnTo>
                <a:lnTo>
                  <a:pt x="2005742" y="32789"/>
                </a:lnTo>
                <a:lnTo>
                  <a:pt x="2005368" y="33137"/>
                </a:lnTo>
                <a:lnTo>
                  <a:pt x="2004999" y="33491"/>
                </a:lnTo>
                <a:lnTo>
                  <a:pt x="2004637" y="33853"/>
                </a:lnTo>
                <a:lnTo>
                  <a:pt x="2004281" y="34221"/>
                </a:lnTo>
                <a:lnTo>
                  <a:pt x="2003932" y="34596"/>
                </a:lnTo>
                <a:lnTo>
                  <a:pt x="2003590" y="34977"/>
                </a:lnTo>
                <a:lnTo>
                  <a:pt x="2003255" y="35364"/>
                </a:lnTo>
                <a:lnTo>
                  <a:pt x="2002926" y="35758"/>
                </a:lnTo>
                <a:lnTo>
                  <a:pt x="2002604" y="36159"/>
                </a:lnTo>
                <a:lnTo>
                  <a:pt x="2002290" y="36566"/>
                </a:lnTo>
                <a:lnTo>
                  <a:pt x="2001982" y="36979"/>
                </a:lnTo>
                <a:lnTo>
                  <a:pt x="2001681" y="37398"/>
                </a:lnTo>
                <a:lnTo>
                  <a:pt x="2001386" y="37824"/>
                </a:lnTo>
                <a:lnTo>
                  <a:pt x="2001099" y="38257"/>
                </a:lnTo>
                <a:lnTo>
                  <a:pt x="2000818" y="38696"/>
                </a:lnTo>
                <a:lnTo>
                  <a:pt x="2000545" y="39141"/>
                </a:lnTo>
                <a:lnTo>
                  <a:pt x="2000278" y="39593"/>
                </a:lnTo>
                <a:lnTo>
                  <a:pt x="2000018" y="40051"/>
                </a:lnTo>
                <a:lnTo>
                  <a:pt x="1999764" y="40516"/>
                </a:lnTo>
                <a:lnTo>
                  <a:pt x="1999518" y="40987"/>
                </a:lnTo>
                <a:lnTo>
                  <a:pt x="1999279" y="41465"/>
                </a:lnTo>
                <a:lnTo>
                  <a:pt x="1999046" y="41949"/>
                </a:lnTo>
                <a:lnTo>
                  <a:pt x="1998820" y="42439"/>
                </a:lnTo>
                <a:lnTo>
                  <a:pt x="1998601" y="42936"/>
                </a:lnTo>
                <a:lnTo>
                  <a:pt x="1998389" y="43439"/>
                </a:lnTo>
                <a:lnTo>
                  <a:pt x="1998184" y="43949"/>
                </a:lnTo>
                <a:lnTo>
                  <a:pt x="1997985" y="44465"/>
                </a:lnTo>
                <a:lnTo>
                  <a:pt x="1997794" y="44987"/>
                </a:lnTo>
                <a:lnTo>
                  <a:pt x="1997612" y="45514"/>
                </a:lnTo>
                <a:lnTo>
                  <a:pt x="1997437" y="46045"/>
                </a:lnTo>
                <a:lnTo>
                  <a:pt x="1997270" y="46582"/>
                </a:lnTo>
                <a:lnTo>
                  <a:pt x="1997112" y="47123"/>
                </a:lnTo>
                <a:lnTo>
                  <a:pt x="1996961" y="47669"/>
                </a:lnTo>
                <a:lnTo>
                  <a:pt x="1996819" y="48221"/>
                </a:lnTo>
                <a:lnTo>
                  <a:pt x="1996685" y="48777"/>
                </a:lnTo>
                <a:lnTo>
                  <a:pt x="1996559" y="49338"/>
                </a:lnTo>
                <a:lnTo>
                  <a:pt x="1996441" y="49904"/>
                </a:lnTo>
                <a:lnTo>
                  <a:pt x="1996332" y="50475"/>
                </a:lnTo>
                <a:lnTo>
                  <a:pt x="1996230" y="51051"/>
                </a:lnTo>
                <a:lnTo>
                  <a:pt x="1996137" y="51632"/>
                </a:lnTo>
                <a:lnTo>
                  <a:pt x="1996051" y="52217"/>
                </a:lnTo>
                <a:lnTo>
                  <a:pt x="1995974" y="52808"/>
                </a:lnTo>
                <a:lnTo>
                  <a:pt x="1995905" y="53404"/>
                </a:lnTo>
                <a:lnTo>
                  <a:pt x="1995844" y="54004"/>
                </a:lnTo>
                <a:lnTo>
                  <a:pt x="1995791" y="54610"/>
                </a:lnTo>
                <a:lnTo>
                  <a:pt x="1995747" y="55220"/>
                </a:lnTo>
                <a:lnTo>
                  <a:pt x="1995710" y="55835"/>
                </a:lnTo>
                <a:lnTo>
                  <a:pt x="1995682" y="56456"/>
                </a:lnTo>
                <a:lnTo>
                  <a:pt x="1995661" y="57081"/>
                </a:lnTo>
                <a:lnTo>
                  <a:pt x="1995649" y="57711"/>
                </a:lnTo>
                <a:lnTo>
                  <a:pt x="1995645" y="58346"/>
                </a:lnTo>
                <a:lnTo>
                  <a:pt x="1995649" y="58981"/>
                </a:lnTo>
                <a:lnTo>
                  <a:pt x="1995661" y="59611"/>
                </a:lnTo>
                <a:lnTo>
                  <a:pt x="1995682" y="60235"/>
                </a:lnTo>
                <a:lnTo>
                  <a:pt x="1995710" y="60855"/>
                </a:lnTo>
                <a:lnTo>
                  <a:pt x="1995747" y="61469"/>
                </a:lnTo>
                <a:lnTo>
                  <a:pt x="1995791" y="62078"/>
                </a:lnTo>
                <a:close/>
                <a:moveTo>
                  <a:pt x="2013183" y="56442"/>
                </a:moveTo>
                <a:lnTo>
                  <a:pt x="2013199" y="56127"/>
                </a:lnTo>
                <a:lnTo>
                  <a:pt x="2013219" y="55812"/>
                </a:lnTo>
                <a:lnTo>
                  <a:pt x="2013240" y="55497"/>
                </a:lnTo>
                <a:lnTo>
                  <a:pt x="2013265" y="55183"/>
                </a:lnTo>
                <a:lnTo>
                  <a:pt x="2013292" y="54869"/>
                </a:lnTo>
                <a:lnTo>
                  <a:pt x="2013321" y="54556"/>
                </a:lnTo>
                <a:lnTo>
                  <a:pt x="2013353" y="54243"/>
                </a:lnTo>
                <a:lnTo>
                  <a:pt x="2013388" y="53931"/>
                </a:lnTo>
                <a:lnTo>
                  <a:pt x="2013425" y="53618"/>
                </a:lnTo>
                <a:lnTo>
                  <a:pt x="2013465" y="53307"/>
                </a:lnTo>
                <a:lnTo>
                  <a:pt x="2013507" y="52996"/>
                </a:lnTo>
                <a:lnTo>
                  <a:pt x="2013552" y="52685"/>
                </a:lnTo>
                <a:lnTo>
                  <a:pt x="2013600" y="52375"/>
                </a:lnTo>
                <a:lnTo>
                  <a:pt x="2013650" y="52065"/>
                </a:lnTo>
                <a:lnTo>
                  <a:pt x="2013702" y="51755"/>
                </a:lnTo>
                <a:lnTo>
                  <a:pt x="2013757" y="51446"/>
                </a:lnTo>
                <a:lnTo>
                  <a:pt x="2013815" y="51138"/>
                </a:lnTo>
                <a:lnTo>
                  <a:pt x="2013875" y="50830"/>
                </a:lnTo>
                <a:lnTo>
                  <a:pt x="2013939" y="50523"/>
                </a:lnTo>
                <a:lnTo>
                  <a:pt x="2014006" y="50219"/>
                </a:lnTo>
                <a:lnTo>
                  <a:pt x="2014076" y="49919"/>
                </a:lnTo>
                <a:lnTo>
                  <a:pt x="2014151" y="49621"/>
                </a:lnTo>
                <a:lnTo>
                  <a:pt x="2014228" y="49327"/>
                </a:lnTo>
                <a:lnTo>
                  <a:pt x="2014310" y="49035"/>
                </a:lnTo>
                <a:lnTo>
                  <a:pt x="2014395" y="48746"/>
                </a:lnTo>
                <a:lnTo>
                  <a:pt x="2014484" y="48461"/>
                </a:lnTo>
                <a:lnTo>
                  <a:pt x="2014577" y="48178"/>
                </a:lnTo>
                <a:lnTo>
                  <a:pt x="2014673" y="47899"/>
                </a:lnTo>
                <a:lnTo>
                  <a:pt x="2014772" y="47622"/>
                </a:lnTo>
                <a:lnTo>
                  <a:pt x="2014876" y="47349"/>
                </a:lnTo>
                <a:lnTo>
                  <a:pt x="2014983" y="47078"/>
                </a:lnTo>
                <a:lnTo>
                  <a:pt x="2015093" y="46810"/>
                </a:lnTo>
                <a:lnTo>
                  <a:pt x="2015208" y="46546"/>
                </a:lnTo>
                <a:lnTo>
                  <a:pt x="2015325" y="46284"/>
                </a:lnTo>
                <a:lnTo>
                  <a:pt x="2015447" y="46026"/>
                </a:lnTo>
                <a:lnTo>
                  <a:pt x="2015572" y="45770"/>
                </a:lnTo>
                <a:lnTo>
                  <a:pt x="2015701" y="45518"/>
                </a:lnTo>
                <a:lnTo>
                  <a:pt x="2015833" y="45268"/>
                </a:lnTo>
                <a:lnTo>
                  <a:pt x="2015970" y="45022"/>
                </a:lnTo>
                <a:lnTo>
                  <a:pt x="2016109" y="44778"/>
                </a:lnTo>
                <a:lnTo>
                  <a:pt x="2016253" y="44537"/>
                </a:lnTo>
                <a:lnTo>
                  <a:pt x="2016400" y="44300"/>
                </a:lnTo>
                <a:lnTo>
                  <a:pt x="2016551" y="44066"/>
                </a:lnTo>
                <a:lnTo>
                  <a:pt x="2016706" y="43835"/>
                </a:lnTo>
                <a:lnTo>
                  <a:pt x="2016865" y="43608"/>
                </a:lnTo>
                <a:lnTo>
                  <a:pt x="2017028" y="43384"/>
                </a:lnTo>
                <a:lnTo>
                  <a:pt x="2017195" y="43164"/>
                </a:lnTo>
                <a:lnTo>
                  <a:pt x="2017366" y="42948"/>
                </a:lnTo>
                <a:lnTo>
                  <a:pt x="2017542" y="42736"/>
                </a:lnTo>
                <a:lnTo>
                  <a:pt x="2017721" y="42527"/>
                </a:lnTo>
                <a:lnTo>
                  <a:pt x="2017905" y="42322"/>
                </a:lnTo>
                <a:lnTo>
                  <a:pt x="2018092" y="42120"/>
                </a:lnTo>
                <a:lnTo>
                  <a:pt x="2018284" y="41922"/>
                </a:lnTo>
                <a:lnTo>
                  <a:pt x="2018479" y="41728"/>
                </a:lnTo>
                <a:lnTo>
                  <a:pt x="2018679" y="41537"/>
                </a:lnTo>
                <a:lnTo>
                  <a:pt x="2018883" y="41350"/>
                </a:lnTo>
                <a:lnTo>
                  <a:pt x="2019091" y="41167"/>
                </a:lnTo>
                <a:lnTo>
                  <a:pt x="2019302" y="40987"/>
                </a:lnTo>
                <a:lnTo>
                  <a:pt x="2019518" y="40811"/>
                </a:lnTo>
                <a:lnTo>
                  <a:pt x="2019738" y="40638"/>
                </a:lnTo>
                <a:lnTo>
                  <a:pt x="2019962" y="40469"/>
                </a:lnTo>
                <a:lnTo>
                  <a:pt x="2020191" y="40304"/>
                </a:lnTo>
                <a:lnTo>
                  <a:pt x="2020423" y="40143"/>
                </a:lnTo>
                <a:lnTo>
                  <a:pt x="2020659" y="39985"/>
                </a:lnTo>
                <a:lnTo>
                  <a:pt x="2020899" y="39831"/>
                </a:lnTo>
                <a:lnTo>
                  <a:pt x="2021144" y="39680"/>
                </a:lnTo>
                <a:lnTo>
                  <a:pt x="2021393" y="39534"/>
                </a:lnTo>
                <a:lnTo>
                  <a:pt x="2021647" y="39394"/>
                </a:lnTo>
                <a:lnTo>
                  <a:pt x="2021906" y="39261"/>
                </a:lnTo>
                <a:lnTo>
                  <a:pt x="2022170" y="39134"/>
                </a:lnTo>
                <a:lnTo>
                  <a:pt x="2022440" y="39013"/>
                </a:lnTo>
                <a:lnTo>
                  <a:pt x="2022714" y="38898"/>
                </a:lnTo>
                <a:lnTo>
                  <a:pt x="2022994" y="38789"/>
                </a:lnTo>
                <a:lnTo>
                  <a:pt x="2023279" y="38687"/>
                </a:lnTo>
                <a:lnTo>
                  <a:pt x="2023569" y="38591"/>
                </a:lnTo>
                <a:lnTo>
                  <a:pt x="2023864" y="38501"/>
                </a:lnTo>
                <a:lnTo>
                  <a:pt x="2024164" y="38417"/>
                </a:lnTo>
                <a:lnTo>
                  <a:pt x="2024470" y="38339"/>
                </a:lnTo>
                <a:lnTo>
                  <a:pt x="2024780" y="38268"/>
                </a:lnTo>
                <a:lnTo>
                  <a:pt x="2025096" y="38203"/>
                </a:lnTo>
                <a:lnTo>
                  <a:pt x="2025416" y="38144"/>
                </a:lnTo>
                <a:lnTo>
                  <a:pt x="2025742" y="38091"/>
                </a:lnTo>
                <a:lnTo>
                  <a:pt x="2026073" y="38044"/>
                </a:lnTo>
                <a:lnTo>
                  <a:pt x="2026410" y="38004"/>
                </a:lnTo>
                <a:lnTo>
                  <a:pt x="2026751" y="37970"/>
                </a:lnTo>
                <a:lnTo>
                  <a:pt x="2027097" y="37942"/>
                </a:lnTo>
                <a:lnTo>
                  <a:pt x="2027449" y="37920"/>
                </a:lnTo>
                <a:lnTo>
                  <a:pt x="2027805" y="37905"/>
                </a:lnTo>
                <a:lnTo>
                  <a:pt x="2028167" y="37896"/>
                </a:lnTo>
                <a:lnTo>
                  <a:pt x="2028534" y="37892"/>
                </a:lnTo>
                <a:lnTo>
                  <a:pt x="2028901" y="37896"/>
                </a:lnTo>
                <a:lnTo>
                  <a:pt x="2029264" y="37905"/>
                </a:lnTo>
                <a:lnTo>
                  <a:pt x="2029621" y="37920"/>
                </a:lnTo>
                <a:lnTo>
                  <a:pt x="2029973" y="37942"/>
                </a:lnTo>
                <a:lnTo>
                  <a:pt x="2030321" y="37970"/>
                </a:lnTo>
                <a:lnTo>
                  <a:pt x="2030663" y="38004"/>
                </a:lnTo>
                <a:lnTo>
                  <a:pt x="2031001" y="38044"/>
                </a:lnTo>
                <a:lnTo>
                  <a:pt x="2031334" y="38091"/>
                </a:lnTo>
                <a:lnTo>
                  <a:pt x="2031661" y="38144"/>
                </a:lnTo>
                <a:lnTo>
                  <a:pt x="2031984" y="38203"/>
                </a:lnTo>
                <a:lnTo>
                  <a:pt x="2032302" y="38268"/>
                </a:lnTo>
                <a:lnTo>
                  <a:pt x="2032615" y="38339"/>
                </a:lnTo>
                <a:lnTo>
                  <a:pt x="2032923" y="38417"/>
                </a:lnTo>
                <a:lnTo>
                  <a:pt x="2033226" y="38501"/>
                </a:lnTo>
                <a:lnTo>
                  <a:pt x="2033525" y="38591"/>
                </a:lnTo>
                <a:lnTo>
                  <a:pt x="2033818" y="38687"/>
                </a:lnTo>
                <a:lnTo>
                  <a:pt x="2034106" y="38789"/>
                </a:lnTo>
                <a:lnTo>
                  <a:pt x="2034390" y="38898"/>
                </a:lnTo>
                <a:lnTo>
                  <a:pt x="2034668" y="39013"/>
                </a:lnTo>
                <a:lnTo>
                  <a:pt x="2034942" y="39134"/>
                </a:lnTo>
                <a:lnTo>
                  <a:pt x="2035210" y="39261"/>
                </a:lnTo>
                <a:lnTo>
                  <a:pt x="2035474" y="39394"/>
                </a:lnTo>
                <a:lnTo>
                  <a:pt x="2035733" y="39534"/>
                </a:lnTo>
                <a:lnTo>
                  <a:pt x="2035987" y="39680"/>
                </a:lnTo>
                <a:lnTo>
                  <a:pt x="2036236" y="39831"/>
                </a:lnTo>
                <a:lnTo>
                  <a:pt x="2036481" y="39985"/>
                </a:lnTo>
                <a:lnTo>
                  <a:pt x="2036722" y="40143"/>
                </a:lnTo>
                <a:lnTo>
                  <a:pt x="2036959" y="40304"/>
                </a:lnTo>
                <a:lnTo>
                  <a:pt x="2037191" y="40469"/>
                </a:lnTo>
                <a:lnTo>
                  <a:pt x="2037419" y="40638"/>
                </a:lnTo>
                <a:lnTo>
                  <a:pt x="2037643" y="40811"/>
                </a:lnTo>
                <a:lnTo>
                  <a:pt x="2037862" y="40987"/>
                </a:lnTo>
                <a:lnTo>
                  <a:pt x="2038077" y="41167"/>
                </a:lnTo>
                <a:lnTo>
                  <a:pt x="2038288" y="41350"/>
                </a:lnTo>
                <a:lnTo>
                  <a:pt x="2038495" y="41537"/>
                </a:lnTo>
                <a:lnTo>
                  <a:pt x="2038697" y="41728"/>
                </a:lnTo>
                <a:lnTo>
                  <a:pt x="2038895" y="41922"/>
                </a:lnTo>
                <a:lnTo>
                  <a:pt x="2039089" y="42120"/>
                </a:lnTo>
                <a:lnTo>
                  <a:pt x="2039278" y="42322"/>
                </a:lnTo>
                <a:lnTo>
                  <a:pt x="2039464" y="42527"/>
                </a:lnTo>
                <a:lnTo>
                  <a:pt x="2039644" y="42736"/>
                </a:lnTo>
                <a:lnTo>
                  <a:pt x="2039821" y="42948"/>
                </a:lnTo>
                <a:lnTo>
                  <a:pt x="2039993" y="43164"/>
                </a:lnTo>
                <a:lnTo>
                  <a:pt x="2040161" y="43384"/>
                </a:lnTo>
                <a:lnTo>
                  <a:pt x="2040325" y="43608"/>
                </a:lnTo>
                <a:lnTo>
                  <a:pt x="2040485" y="43835"/>
                </a:lnTo>
                <a:lnTo>
                  <a:pt x="2040640" y="44066"/>
                </a:lnTo>
                <a:lnTo>
                  <a:pt x="2040791" y="44300"/>
                </a:lnTo>
                <a:lnTo>
                  <a:pt x="2040938" y="44537"/>
                </a:lnTo>
                <a:lnTo>
                  <a:pt x="2041082" y="44778"/>
                </a:lnTo>
                <a:lnTo>
                  <a:pt x="2041221" y="45022"/>
                </a:lnTo>
                <a:lnTo>
                  <a:pt x="2041358" y="45268"/>
                </a:lnTo>
                <a:lnTo>
                  <a:pt x="2041490" y="45518"/>
                </a:lnTo>
                <a:lnTo>
                  <a:pt x="2041619" y="45770"/>
                </a:lnTo>
                <a:lnTo>
                  <a:pt x="2041744" y="46026"/>
                </a:lnTo>
                <a:lnTo>
                  <a:pt x="2041866" y="46284"/>
                </a:lnTo>
                <a:lnTo>
                  <a:pt x="2041984" y="46546"/>
                </a:lnTo>
                <a:lnTo>
                  <a:pt x="2042098" y="46810"/>
                </a:lnTo>
                <a:lnTo>
                  <a:pt x="2042209" y="47078"/>
                </a:lnTo>
                <a:lnTo>
                  <a:pt x="2042316" y="47349"/>
                </a:lnTo>
                <a:lnTo>
                  <a:pt x="2042420" y="47622"/>
                </a:lnTo>
                <a:lnTo>
                  <a:pt x="2042519" y="47899"/>
                </a:lnTo>
                <a:lnTo>
                  <a:pt x="2042616" y="48178"/>
                </a:lnTo>
                <a:lnTo>
                  <a:pt x="2042708" y="48461"/>
                </a:lnTo>
                <a:lnTo>
                  <a:pt x="2042797" y="48746"/>
                </a:lnTo>
                <a:lnTo>
                  <a:pt x="2042882" y="49035"/>
                </a:lnTo>
                <a:lnTo>
                  <a:pt x="2042964" y="49327"/>
                </a:lnTo>
                <a:lnTo>
                  <a:pt x="2043042" y="49621"/>
                </a:lnTo>
                <a:lnTo>
                  <a:pt x="2043116" y="49919"/>
                </a:lnTo>
                <a:lnTo>
                  <a:pt x="2043187" y="50219"/>
                </a:lnTo>
                <a:lnTo>
                  <a:pt x="2043254" y="50523"/>
                </a:lnTo>
                <a:lnTo>
                  <a:pt x="2043317" y="50830"/>
                </a:lnTo>
                <a:lnTo>
                  <a:pt x="2043377" y="51138"/>
                </a:lnTo>
                <a:lnTo>
                  <a:pt x="2043435" y="51446"/>
                </a:lnTo>
                <a:lnTo>
                  <a:pt x="2043490" y="51755"/>
                </a:lnTo>
                <a:lnTo>
                  <a:pt x="2043543" y="52065"/>
                </a:lnTo>
                <a:lnTo>
                  <a:pt x="2043593" y="52375"/>
                </a:lnTo>
                <a:lnTo>
                  <a:pt x="2043640" y="52685"/>
                </a:lnTo>
                <a:lnTo>
                  <a:pt x="2043685" y="52996"/>
                </a:lnTo>
                <a:lnTo>
                  <a:pt x="2043727" y="53307"/>
                </a:lnTo>
                <a:lnTo>
                  <a:pt x="2043767" y="53618"/>
                </a:lnTo>
                <a:lnTo>
                  <a:pt x="2043804" y="53931"/>
                </a:lnTo>
                <a:lnTo>
                  <a:pt x="2043839" y="54243"/>
                </a:lnTo>
                <a:lnTo>
                  <a:pt x="2043871" y="54556"/>
                </a:lnTo>
                <a:lnTo>
                  <a:pt x="2043901" y="54869"/>
                </a:lnTo>
                <a:lnTo>
                  <a:pt x="2043928" y="55183"/>
                </a:lnTo>
                <a:lnTo>
                  <a:pt x="2043952" y="55497"/>
                </a:lnTo>
                <a:lnTo>
                  <a:pt x="2043974" y="55812"/>
                </a:lnTo>
                <a:lnTo>
                  <a:pt x="2043993" y="56127"/>
                </a:lnTo>
                <a:lnTo>
                  <a:pt x="2044010" y="56442"/>
                </a:lnTo>
                <a:lnTo>
                  <a:pt x="2044024" y="56758"/>
                </a:lnTo>
                <a:lnTo>
                  <a:pt x="2044035" y="57074"/>
                </a:lnTo>
                <a:lnTo>
                  <a:pt x="2044044" y="57391"/>
                </a:lnTo>
                <a:lnTo>
                  <a:pt x="2044051" y="57708"/>
                </a:lnTo>
                <a:lnTo>
                  <a:pt x="2044054" y="58026"/>
                </a:lnTo>
                <a:lnTo>
                  <a:pt x="2044056" y="58344"/>
                </a:lnTo>
                <a:lnTo>
                  <a:pt x="2044054" y="58662"/>
                </a:lnTo>
                <a:lnTo>
                  <a:pt x="2044051" y="58979"/>
                </a:lnTo>
                <a:lnTo>
                  <a:pt x="2044044" y="59296"/>
                </a:lnTo>
                <a:lnTo>
                  <a:pt x="2044035" y="59612"/>
                </a:lnTo>
                <a:lnTo>
                  <a:pt x="2044024" y="59928"/>
                </a:lnTo>
                <a:lnTo>
                  <a:pt x="2044010" y="60242"/>
                </a:lnTo>
                <a:lnTo>
                  <a:pt x="2043993" y="60556"/>
                </a:lnTo>
                <a:lnTo>
                  <a:pt x="2043974" y="60870"/>
                </a:lnTo>
                <a:lnTo>
                  <a:pt x="2043952" y="61183"/>
                </a:lnTo>
                <a:lnTo>
                  <a:pt x="2043928" y="61495"/>
                </a:lnTo>
                <a:lnTo>
                  <a:pt x="2043901" y="61806"/>
                </a:lnTo>
                <a:lnTo>
                  <a:pt x="2043871" y="62117"/>
                </a:lnTo>
                <a:lnTo>
                  <a:pt x="2043839" y="62428"/>
                </a:lnTo>
                <a:lnTo>
                  <a:pt x="2043804" y="62737"/>
                </a:lnTo>
                <a:lnTo>
                  <a:pt x="2043767" y="63046"/>
                </a:lnTo>
                <a:lnTo>
                  <a:pt x="2043727" y="63355"/>
                </a:lnTo>
                <a:lnTo>
                  <a:pt x="2043685" y="63662"/>
                </a:lnTo>
                <a:lnTo>
                  <a:pt x="2043640" y="63970"/>
                </a:lnTo>
                <a:lnTo>
                  <a:pt x="2043593" y="64276"/>
                </a:lnTo>
                <a:lnTo>
                  <a:pt x="2043543" y="64582"/>
                </a:lnTo>
                <a:lnTo>
                  <a:pt x="2043490" y="64887"/>
                </a:lnTo>
                <a:lnTo>
                  <a:pt x="2043435" y="65191"/>
                </a:lnTo>
                <a:lnTo>
                  <a:pt x="2043377" y="65495"/>
                </a:lnTo>
                <a:lnTo>
                  <a:pt x="2043317" y="65799"/>
                </a:lnTo>
                <a:lnTo>
                  <a:pt x="2043254" y="66100"/>
                </a:lnTo>
                <a:lnTo>
                  <a:pt x="2043187" y="66399"/>
                </a:lnTo>
                <a:lnTo>
                  <a:pt x="2043116" y="66695"/>
                </a:lnTo>
                <a:lnTo>
                  <a:pt x="2043042" y="66989"/>
                </a:lnTo>
                <a:lnTo>
                  <a:pt x="2042964" y="67280"/>
                </a:lnTo>
                <a:lnTo>
                  <a:pt x="2042882" y="67569"/>
                </a:lnTo>
                <a:lnTo>
                  <a:pt x="2042797" y="67855"/>
                </a:lnTo>
                <a:lnTo>
                  <a:pt x="2042708" y="68139"/>
                </a:lnTo>
                <a:lnTo>
                  <a:pt x="2042616" y="68420"/>
                </a:lnTo>
                <a:lnTo>
                  <a:pt x="2042519" y="68698"/>
                </a:lnTo>
                <a:lnTo>
                  <a:pt x="2042420" y="68974"/>
                </a:lnTo>
                <a:lnTo>
                  <a:pt x="2042316" y="69248"/>
                </a:lnTo>
                <a:lnTo>
                  <a:pt x="2042209" y="69518"/>
                </a:lnTo>
                <a:lnTo>
                  <a:pt x="2042098" y="69787"/>
                </a:lnTo>
                <a:lnTo>
                  <a:pt x="2041984" y="70052"/>
                </a:lnTo>
                <a:lnTo>
                  <a:pt x="2041866" y="70315"/>
                </a:lnTo>
                <a:lnTo>
                  <a:pt x="2041744" y="70576"/>
                </a:lnTo>
                <a:lnTo>
                  <a:pt x="2041619" y="70834"/>
                </a:lnTo>
                <a:lnTo>
                  <a:pt x="2041490" y="71089"/>
                </a:lnTo>
                <a:lnTo>
                  <a:pt x="2041358" y="71342"/>
                </a:lnTo>
                <a:lnTo>
                  <a:pt x="2041221" y="71593"/>
                </a:lnTo>
                <a:lnTo>
                  <a:pt x="2041082" y="71840"/>
                </a:lnTo>
                <a:lnTo>
                  <a:pt x="2040938" y="72086"/>
                </a:lnTo>
                <a:lnTo>
                  <a:pt x="2040791" y="72328"/>
                </a:lnTo>
                <a:lnTo>
                  <a:pt x="2040640" y="72567"/>
                </a:lnTo>
                <a:lnTo>
                  <a:pt x="2040485" y="72803"/>
                </a:lnTo>
                <a:lnTo>
                  <a:pt x="2040325" y="73034"/>
                </a:lnTo>
                <a:lnTo>
                  <a:pt x="2040161" y="73261"/>
                </a:lnTo>
                <a:lnTo>
                  <a:pt x="2039993" y="73484"/>
                </a:lnTo>
                <a:lnTo>
                  <a:pt x="2039821" y="73702"/>
                </a:lnTo>
                <a:lnTo>
                  <a:pt x="2039644" y="73917"/>
                </a:lnTo>
                <a:lnTo>
                  <a:pt x="2039464" y="74128"/>
                </a:lnTo>
                <a:lnTo>
                  <a:pt x="2039278" y="74335"/>
                </a:lnTo>
                <a:lnTo>
                  <a:pt x="2039089" y="74537"/>
                </a:lnTo>
                <a:lnTo>
                  <a:pt x="2038895" y="74736"/>
                </a:lnTo>
                <a:lnTo>
                  <a:pt x="2038697" y="74931"/>
                </a:lnTo>
                <a:lnTo>
                  <a:pt x="2038495" y="75121"/>
                </a:lnTo>
                <a:lnTo>
                  <a:pt x="2038288" y="75307"/>
                </a:lnTo>
                <a:lnTo>
                  <a:pt x="2038077" y="75490"/>
                </a:lnTo>
                <a:lnTo>
                  <a:pt x="2037862" y="75668"/>
                </a:lnTo>
                <a:lnTo>
                  <a:pt x="2037643" y="75842"/>
                </a:lnTo>
                <a:lnTo>
                  <a:pt x="2037419" y="76012"/>
                </a:lnTo>
                <a:lnTo>
                  <a:pt x="2037191" y="76179"/>
                </a:lnTo>
                <a:lnTo>
                  <a:pt x="2036959" y="76341"/>
                </a:lnTo>
                <a:lnTo>
                  <a:pt x="2036722" y="76499"/>
                </a:lnTo>
                <a:lnTo>
                  <a:pt x="2036481" y="76653"/>
                </a:lnTo>
                <a:lnTo>
                  <a:pt x="2036236" y="76802"/>
                </a:lnTo>
                <a:lnTo>
                  <a:pt x="2035987" y="76948"/>
                </a:lnTo>
                <a:lnTo>
                  <a:pt x="2035733" y="77089"/>
                </a:lnTo>
                <a:lnTo>
                  <a:pt x="2035474" y="77224"/>
                </a:lnTo>
                <a:lnTo>
                  <a:pt x="2035210" y="77352"/>
                </a:lnTo>
                <a:lnTo>
                  <a:pt x="2034942" y="77475"/>
                </a:lnTo>
                <a:lnTo>
                  <a:pt x="2034668" y="77592"/>
                </a:lnTo>
                <a:lnTo>
                  <a:pt x="2034390" y="77702"/>
                </a:lnTo>
                <a:lnTo>
                  <a:pt x="2034106" y="77807"/>
                </a:lnTo>
                <a:lnTo>
                  <a:pt x="2033818" y="77906"/>
                </a:lnTo>
                <a:lnTo>
                  <a:pt x="2033525" y="77999"/>
                </a:lnTo>
                <a:lnTo>
                  <a:pt x="2033226" y="78085"/>
                </a:lnTo>
                <a:lnTo>
                  <a:pt x="2032923" y="78166"/>
                </a:lnTo>
                <a:lnTo>
                  <a:pt x="2032615" y="78241"/>
                </a:lnTo>
                <a:lnTo>
                  <a:pt x="2032302" y="78310"/>
                </a:lnTo>
                <a:lnTo>
                  <a:pt x="2031984" y="78373"/>
                </a:lnTo>
                <a:lnTo>
                  <a:pt x="2031661" y="78429"/>
                </a:lnTo>
                <a:lnTo>
                  <a:pt x="2031334" y="78480"/>
                </a:lnTo>
                <a:lnTo>
                  <a:pt x="2031001" y="78525"/>
                </a:lnTo>
                <a:lnTo>
                  <a:pt x="2030663" y="78564"/>
                </a:lnTo>
                <a:lnTo>
                  <a:pt x="2030321" y="78597"/>
                </a:lnTo>
                <a:lnTo>
                  <a:pt x="2029973" y="78624"/>
                </a:lnTo>
                <a:lnTo>
                  <a:pt x="2029621" y="78645"/>
                </a:lnTo>
                <a:lnTo>
                  <a:pt x="2029264" y="78660"/>
                </a:lnTo>
                <a:lnTo>
                  <a:pt x="2028901" y="78669"/>
                </a:lnTo>
                <a:lnTo>
                  <a:pt x="2028534" y="78672"/>
                </a:lnTo>
                <a:lnTo>
                  <a:pt x="2028167" y="78669"/>
                </a:lnTo>
                <a:lnTo>
                  <a:pt x="2027805" y="78660"/>
                </a:lnTo>
                <a:lnTo>
                  <a:pt x="2027449" y="78645"/>
                </a:lnTo>
                <a:lnTo>
                  <a:pt x="2027097" y="78624"/>
                </a:lnTo>
                <a:lnTo>
                  <a:pt x="2026751" y="78597"/>
                </a:lnTo>
                <a:lnTo>
                  <a:pt x="2026410" y="78564"/>
                </a:lnTo>
                <a:lnTo>
                  <a:pt x="2026073" y="78525"/>
                </a:lnTo>
                <a:lnTo>
                  <a:pt x="2025742" y="78480"/>
                </a:lnTo>
                <a:lnTo>
                  <a:pt x="2025416" y="78429"/>
                </a:lnTo>
                <a:lnTo>
                  <a:pt x="2025096" y="78373"/>
                </a:lnTo>
                <a:lnTo>
                  <a:pt x="2024780" y="78310"/>
                </a:lnTo>
                <a:lnTo>
                  <a:pt x="2024470" y="78241"/>
                </a:lnTo>
                <a:lnTo>
                  <a:pt x="2024164" y="78166"/>
                </a:lnTo>
                <a:lnTo>
                  <a:pt x="2023864" y="78085"/>
                </a:lnTo>
                <a:lnTo>
                  <a:pt x="2023569" y="77999"/>
                </a:lnTo>
                <a:lnTo>
                  <a:pt x="2023279" y="77906"/>
                </a:lnTo>
                <a:lnTo>
                  <a:pt x="2022994" y="77807"/>
                </a:lnTo>
                <a:lnTo>
                  <a:pt x="2022714" y="77702"/>
                </a:lnTo>
                <a:lnTo>
                  <a:pt x="2022440" y="77592"/>
                </a:lnTo>
                <a:lnTo>
                  <a:pt x="2022170" y="77475"/>
                </a:lnTo>
                <a:lnTo>
                  <a:pt x="2021906" y="77352"/>
                </a:lnTo>
                <a:lnTo>
                  <a:pt x="2021647" y="77224"/>
                </a:lnTo>
                <a:lnTo>
                  <a:pt x="2021393" y="77089"/>
                </a:lnTo>
                <a:lnTo>
                  <a:pt x="2021144" y="76948"/>
                </a:lnTo>
                <a:lnTo>
                  <a:pt x="2020899" y="76802"/>
                </a:lnTo>
                <a:lnTo>
                  <a:pt x="2020659" y="76653"/>
                </a:lnTo>
                <a:lnTo>
                  <a:pt x="2020423" y="76499"/>
                </a:lnTo>
                <a:lnTo>
                  <a:pt x="2020191" y="76341"/>
                </a:lnTo>
                <a:lnTo>
                  <a:pt x="2019962" y="76179"/>
                </a:lnTo>
                <a:lnTo>
                  <a:pt x="2019738" y="76012"/>
                </a:lnTo>
                <a:lnTo>
                  <a:pt x="2019518" y="75842"/>
                </a:lnTo>
                <a:lnTo>
                  <a:pt x="2019302" y="75668"/>
                </a:lnTo>
                <a:lnTo>
                  <a:pt x="2019091" y="75490"/>
                </a:lnTo>
                <a:lnTo>
                  <a:pt x="2018883" y="75307"/>
                </a:lnTo>
                <a:lnTo>
                  <a:pt x="2018679" y="75121"/>
                </a:lnTo>
                <a:lnTo>
                  <a:pt x="2018479" y="74931"/>
                </a:lnTo>
                <a:lnTo>
                  <a:pt x="2018284" y="74736"/>
                </a:lnTo>
                <a:lnTo>
                  <a:pt x="2018092" y="74537"/>
                </a:lnTo>
                <a:lnTo>
                  <a:pt x="2017905" y="74335"/>
                </a:lnTo>
                <a:lnTo>
                  <a:pt x="2017721" y="74128"/>
                </a:lnTo>
                <a:lnTo>
                  <a:pt x="2017542" y="73917"/>
                </a:lnTo>
                <a:lnTo>
                  <a:pt x="2017366" y="73702"/>
                </a:lnTo>
                <a:lnTo>
                  <a:pt x="2017195" y="73484"/>
                </a:lnTo>
                <a:lnTo>
                  <a:pt x="2017028" y="73261"/>
                </a:lnTo>
                <a:lnTo>
                  <a:pt x="2016865" y="73034"/>
                </a:lnTo>
                <a:lnTo>
                  <a:pt x="2016706" y="72803"/>
                </a:lnTo>
                <a:lnTo>
                  <a:pt x="2016551" y="72567"/>
                </a:lnTo>
                <a:lnTo>
                  <a:pt x="2016400" y="72328"/>
                </a:lnTo>
                <a:lnTo>
                  <a:pt x="2016253" y="72086"/>
                </a:lnTo>
                <a:lnTo>
                  <a:pt x="2016109" y="71840"/>
                </a:lnTo>
                <a:lnTo>
                  <a:pt x="2015970" y="71593"/>
                </a:lnTo>
                <a:lnTo>
                  <a:pt x="2015833" y="71342"/>
                </a:lnTo>
                <a:lnTo>
                  <a:pt x="2015701" y="71089"/>
                </a:lnTo>
                <a:lnTo>
                  <a:pt x="2015572" y="70834"/>
                </a:lnTo>
                <a:lnTo>
                  <a:pt x="2015447" y="70576"/>
                </a:lnTo>
                <a:lnTo>
                  <a:pt x="2015325" y="70315"/>
                </a:lnTo>
                <a:lnTo>
                  <a:pt x="2015208" y="70052"/>
                </a:lnTo>
                <a:lnTo>
                  <a:pt x="2015093" y="69787"/>
                </a:lnTo>
                <a:lnTo>
                  <a:pt x="2014983" y="69518"/>
                </a:lnTo>
                <a:lnTo>
                  <a:pt x="2014876" y="69248"/>
                </a:lnTo>
                <a:lnTo>
                  <a:pt x="2014772" y="68974"/>
                </a:lnTo>
                <a:lnTo>
                  <a:pt x="2014673" y="68698"/>
                </a:lnTo>
                <a:lnTo>
                  <a:pt x="2014577" y="68420"/>
                </a:lnTo>
                <a:lnTo>
                  <a:pt x="2014484" y="68139"/>
                </a:lnTo>
                <a:lnTo>
                  <a:pt x="2014395" y="67855"/>
                </a:lnTo>
                <a:lnTo>
                  <a:pt x="2014310" y="67569"/>
                </a:lnTo>
                <a:lnTo>
                  <a:pt x="2014228" y="67280"/>
                </a:lnTo>
                <a:lnTo>
                  <a:pt x="2014151" y="66989"/>
                </a:lnTo>
                <a:lnTo>
                  <a:pt x="2014076" y="66695"/>
                </a:lnTo>
                <a:lnTo>
                  <a:pt x="2014006" y="66399"/>
                </a:lnTo>
                <a:lnTo>
                  <a:pt x="2013939" y="66100"/>
                </a:lnTo>
                <a:lnTo>
                  <a:pt x="2013875" y="65799"/>
                </a:lnTo>
                <a:lnTo>
                  <a:pt x="2013815" y="65495"/>
                </a:lnTo>
                <a:lnTo>
                  <a:pt x="2013757" y="65191"/>
                </a:lnTo>
                <a:lnTo>
                  <a:pt x="2013702" y="64887"/>
                </a:lnTo>
                <a:lnTo>
                  <a:pt x="2013650" y="64582"/>
                </a:lnTo>
                <a:lnTo>
                  <a:pt x="2013600" y="64276"/>
                </a:lnTo>
                <a:lnTo>
                  <a:pt x="2013552" y="63970"/>
                </a:lnTo>
                <a:lnTo>
                  <a:pt x="2013507" y="63662"/>
                </a:lnTo>
                <a:lnTo>
                  <a:pt x="2013465" y="63355"/>
                </a:lnTo>
                <a:lnTo>
                  <a:pt x="2013425" y="63046"/>
                </a:lnTo>
                <a:lnTo>
                  <a:pt x="2013388" y="62737"/>
                </a:lnTo>
                <a:lnTo>
                  <a:pt x="2013353" y="62428"/>
                </a:lnTo>
                <a:lnTo>
                  <a:pt x="2013321" y="62117"/>
                </a:lnTo>
                <a:lnTo>
                  <a:pt x="2013292" y="61806"/>
                </a:lnTo>
                <a:lnTo>
                  <a:pt x="2013265" y="61495"/>
                </a:lnTo>
                <a:lnTo>
                  <a:pt x="2013240" y="61183"/>
                </a:lnTo>
                <a:lnTo>
                  <a:pt x="2013219" y="60870"/>
                </a:lnTo>
                <a:lnTo>
                  <a:pt x="2013199" y="60556"/>
                </a:lnTo>
                <a:lnTo>
                  <a:pt x="2013183" y="60242"/>
                </a:lnTo>
                <a:lnTo>
                  <a:pt x="2013169" y="59928"/>
                </a:lnTo>
                <a:lnTo>
                  <a:pt x="2013157" y="59612"/>
                </a:lnTo>
                <a:lnTo>
                  <a:pt x="2013148" y="59296"/>
                </a:lnTo>
                <a:lnTo>
                  <a:pt x="2013142" y="58979"/>
                </a:lnTo>
                <a:lnTo>
                  <a:pt x="2013138" y="58662"/>
                </a:lnTo>
                <a:lnTo>
                  <a:pt x="2013137" y="58344"/>
                </a:lnTo>
                <a:lnTo>
                  <a:pt x="2013138" y="58026"/>
                </a:lnTo>
                <a:lnTo>
                  <a:pt x="2013142" y="57708"/>
                </a:lnTo>
                <a:lnTo>
                  <a:pt x="2013148" y="57391"/>
                </a:lnTo>
                <a:lnTo>
                  <a:pt x="2013157" y="57074"/>
                </a:lnTo>
                <a:lnTo>
                  <a:pt x="2013169" y="56758"/>
                </a:lnTo>
                <a:lnTo>
                  <a:pt x="2013183" y="56442"/>
                </a:lnTo>
                <a:close/>
                <a:moveTo>
                  <a:pt x="2208039" y="60101"/>
                </a:moveTo>
                <a:lnTo>
                  <a:pt x="2208045" y="59494"/>
                </a:lnTo>
                <a:lnTo>
                  <a:pt x="2208044" y="58888"/>
                </a:lnTo>
                <a:lnTo>
                  <a:pt x="2208035" y="58285"/>
                </a:lnTo>
                <a:lnTo>
                  <a:pt x="2208018" y="57684"/>
                </a:lnTo>
                <a:lnTo>
                  <a:pt x="2207994" y="57085"/>
                </a:lnTo>
                <a:lnTo>
                  <a:pt x="2207961" y="56488"/>
                </a:lnTo>
                <a:lnTo>
                  <a:pt x="2207922" y="55894"/>
                </a:lnTo>
                <a:lnTo>
                  <a:pt x="2207874" y="55301"/>
                </a:lnTo>
                <a:lnTo>
                  <a:pt x="2207819" y="54711"/>
                </a:lnTo>
                <a:lnTo>
                  <a:pt x="2207756" y="54123"/>
                </a:lnTo>
                <a:lnTo>
                  <a:pt x="2207685" y="53536"/>
                </a:lnTo>
                <a:lnTo>
                  <a:pt x="2207607" y="52952"/>
                </a:lnTo>
                <a:lnTo>
                  <a:pt x="2207521" y="52371"/>
                </a:lnTo>
                <a:lnTo>
                  <a:pt x="2207427" y="51791"/>
                </a:lnTo>
                <a:lnTo>
                  <a:pt x="2207326" y="51213"/>
                </a:lnTo>
                <a:lnTo>
                  <a:pt x="2207217" y="50638"/>
                </a:lnTo>
                <a:lnTo>
                  <a:pt x="2207100" y="50065"/>
                </a:lnTo>
                <a:lnTo>
                  <a:pt x="2206975" y="49494"/>
                </a:lnTo>
                <a:lnTo>
                  <a:pt x="2206843" y="48925"/>
                </a:lnTo>
                <a:lnTo>
                  <a:pt x="2206703" y="48358"/>
                </a:lnTo>
                <a:lnTo>
                  <a:pt x="2206556" y="47795"/>
                </a:lnTo>
                <a:lnTo>
                  <a:pt x="2206401" y="47237"/>
                </a:lnTo>
                <a:lnTo>
                  <a:pt x="2206239" y="46684"/>
                </a:lnTo>
                <a:lnTo>
                  <a:pt x="2206069" y="46136"/>
                </a:lnTo>
                <a:lnTo>
                  <a:pt x="2205891" y="45594"/>
                </a:lnTo>
                <a:lnTo>
                  <a:pt x="2205706" y="45056"/>
                </a:lnTo>
                <a:lnTo>
                  <a:pt x="2205514" y="44524"/>
                </a:lnTo>
                <a:lnTo>
                  <a:pt x="2205314" y="43997"/>
                </a:lnTo>
                <a:lnTo>
                  <a:pt x="2205107" y="43475"/>
                </a:lnTo>
                <a:lnTo>
                  <a:pt x="2204892" y="42958"/>
                </a:lnTo>
                <a:lnTo>
                  <a:pt x="2204670" y="42446"/>
                </a:lnTo>
                <a:lnTo>
                  <a:pt x="2204440" y="41940"/>
                </a:lnTo>
                <a:lnTo>
                  <a:pt x="2204203" y="41438"/>
                </a:lnTo>
                <a:lnTo>
                  <a:pt x="2203958" y="40942"/>
                </a:lnTo>
                <a:lnTo>
                  <a:pt x="2203706" y="40451"/>
                </a:lnTo>
                <a:lnTo>
                  <a:pt x="2203446" y="39965"/>
                </a:lnTo>
                <a:lnTo>
                  <a:pt x="2203179" y="39484"/>
                </a:lnTo>
                <a:lnTo>
                  <a:pt x="2202904" y="39009"/>
                </a:lnTo>
                <a:lnTo>
                  <a:pt x="2202622" y="38538"/>
                </a:lnTo>
                <a:lnTo>
                  <a:pt x="2202332" y="38073"/>
                </a:lnTo>
                <a:lnTo>
                  <a:pt x="2202035" y="37612"/>
                </a:lnTo>
                <a:lnTo>
                  <a:pt x="2201730" y="37157"/>
                </a:lnTo>
                <a:lnTo>
                  <a:pt x="2201418" y="36708"/>
                </a:lnTo>
                <a:lnTo>
                  <a:pt x="2201098" y="36263"/>
                </a:lnTo>
                <a:lnTo>
                  <a:pt x="2200771" y="35824"/>
                </a:lnTo>
                <a:lnTo>
                  <a:pt x="2200437" y="35393"/>
                </a:lnTo>
                <a:lnTo>
                  <a:pt x="2200095" y="34970"/>
                </a:lnTo>
                <a:lnTo>
                  <a:pt x="2199745" y="34554"/>
                </a:lnTo>
                <a:lnTo>
                  <a:pt x="2199388" y="34145"/>
                </a:lnTo>
                <a:lnTo>
                  <a:pt x="2199024" y="33744"/>
                </a:lnTo>
                <a:lnTo>
                  <a:pt x="2198652" y="33350"/>
                </a:lnTo>
                <a:lnTo>
                  <a:pt x="2198272" y="32964"/>
                </a:lnTo>
                <a:lnTo>
                  <a:pt x="2197885" y="32586"/>
                </a:lnTo>
                <a:lnTo>
                  <a:pt x="2197491" y="32215"/>
                </a:lnTo>
                <a:lnTo>
                  <a:pt x="2197089" y="31851"/>
                </a:lnTo>
                <a:lnTo>
                  <a:pt x="2196679" y="31495"/>
                </a:lnTo>
                <a:lnTo>
                  <a:pt x="2196262" y="31147"/>
                </a:lnTo>
                <a:lnTo>
                  <a:pt x="2195838" y="30806"/>
                </a:lnTo>
                <a:lnTo>
                  <a:pt x="2195406" y="30472"/>
                </a:lnTo>
                <a:lnTo>
                  <a:pt x="2194967" y="30146"/>
                </a:lnTo>
                <a:lnTo>
                  <a:pt x="2194520" y="29828"/>
                </a:lnTo>
                <a:lnTo>
                  <a:pt x="2194065" y="29517"/>
                </a:lnTo>
                <a:lnTo>
                  <a:pt x="2193603" y="29213"/>
                </a:lnTo>
                <a:lnTo>
                  <a:pt x="2193134" y="28917"/>
                </a:lnTo>
                <a:lnTo>
                  <a:pt x="2192657" y="28629"/>
                </a:lnTo>
                <a:lnTo>
                  <a:pt x="2192173" y="28348"/>
                </a:lnTo>
                <a:lnTo>
                  <a:pt x="2191681" y="28074"/>
                </a:lnTo>
                <a:lnTo>
                  <a:pt x="2191182" y="27808"/>
                </a:lnTo>
                <a:lnTo>
                  <a:pt x="2190675" y="27552"/>
                </a:lnTo>
                <a:lnTo>
                  <a:pt x="2190161" y="27306"/>
                </a:lnTo>
                <a:lnTo>
                  <a:pt x="2189640" y="27071"/>
                </a:lnTo>
                <a:lnTo>
                  <a:pt x="2189112" y="26846"/>
                </a:lnTo>
                <a:lnTo>
                  <a:pt x="2188576" y="26633"/>
                </a:lnTo>
                <a:lnTo>
                  <a:pt x="2188033" y="26431"/>
                </a:lnTo>
                <a:lnTo>
                  <a:pt x="2187483" y="26240"/>
                </a:lnTo>
                <a:lnTo>
                  <a:pt x="2186925" y="26059"/>
                </a:lnTo>
                <a:lnTo>
                  <a:pt x="2186361" y="25890"/>
                </a:lnTo>
                <a:lnTo>
                  <a:pt x="2185789" y="25731"/>
                </a:lnTo>
                <a:lnTo>
                  <a:pt x="2185209" y="25584"/>
                </a:lnTo>
                <a:lnTo>
                  <a:pt x="2184623" y="25447"/>
                </a:lnTo>
                <a:lnTo>
                  <a:pt x="2184029" y="25321"/>
                </a:lnTo>
                <a:lnTo>
                  <a:pt x="2183428" y="25207"/>
                </a:lnTo>
                <a:lnTo>
                  <a:pt x="2182819" y="25103"/>
                </a:lnTo>
                <a:lnTo>
                  <a:pt x="2182204" y="25010"/>
                </a:lnTo>
                <a:lnTo>
                  <a:pt x="2181581" y="24928"/>
                </a:lnTo>
                <a:lnTo>
                  <a:pt x="2180951" y="24857"/>
                </a:lnTo>
                <a:lnTo>
                  <a:pt x="2180313" y="24797"/>
                </a:lnTo>
                <a:lnTo>
                  <a:pt x="2179669" y="24748"/>
                </a:lnTo>
                <a:lnTo>
                  <a:pt x="2179017" y="24709"/>
                </a:lnTo>
                <a:lnTo>
                  <a:pt x="2178357" y="24682"/>
                </a:lnTo>
                <a:lnTo>
                  <a:pt x="2177691" y="24666"/>
                </a:lnTo>
                <a:lnTo>
                  <a:pt x="2177017" y="24660"/>
                </a:lnTo>
                <a:lnTo>
                  <a:pt x="2176414" y="24665"/>
                </a:lnTo>
                <a:lnTo>
                  <a:pt x="2175815" y="24678"/>
                </a:lnTo>
                <a:lnTo>
                  <a:pt x="2175220" y="24701"/>
                </a:lnTo>
                <a:lnTo>
                  <a:pt x="2174630" y="24732"/>
                </a:lnTo>
                <a:lnTo>
                  <a:pt x="2174045" y="24773"/>
                </a:lnTo>
                <a:lnTo>
                  <a:pt x="2173464" y="24822"/>
                </a:lnTo>
                <a:lnTo>
                  <a:pt x="2172887" y="24881"/>
                </a:lnTo>
                <a:lnTo>
                  <a:pt x="2172315" y="24948"/>
                </a:lnTo>
                <a:lnTo>
                  <a:pt x="2171748" y="25025"/>
                </a:lnTo>
                <a:lnTo>
                  <a:pt x="2171185" y="25110"/>
                </a:lnTo>
                <a:lnTo>
                  <a:pt x="2170626" y="25205"/>
                </a:lnTo>
                <a:lnTo>
                  <a:pt x="2170072" y="25308"/>
                </a:lnTo>
                <a:lnTo>
                  <a:pt x="2169523" y="25421"/>
                </a:lnTo>
                <a:lnTo>
                  <a:pt x="2168978" y="25542"/>
                </a:lnTo>
                <a:lnTo>
                  <a:pt x="2168437" y="25673"/>
                </a:lnTo>
                <a:lnTo>
                  <a:pt x="2167901" y="25812"/>
                </a:lnTo>
                <a:lnTo>
                  <a:pt x="2167370" y="25961"/>
                </a:lnTo>
                <a:lnTo>
                  <a:pt x="2166843" y="26118"/>
                </a:lnTo>
                <a:lnTo>
                  <a:pt x="2166320" y="26285"/>
                </a:lnTo>
                <a:lnTo>
                  <a:pt x="2165802" y="26460"/>
                </a:lnTo>
                <a:lnTo>
                  <a:pt x="2165289" y="26645"/>
                </a:lnTo>
                <a:lnTo>
                  <a:pt x="2164780" y="26838"/>
                </a:lnTo>
                <a:lnTo>
                  <a:pt x="2164275" y="27041"/>
                </a:lnTo>
                <a:lnTo>
                  <a:pt x="2163775" y="27252"/>
                </a:lnTo>
                <a:lnTo>
                  <a:pt x="2163280" y="27471"/>
                </a:lnTo>
                <a:lnTo>
                  <a:pt x="2162791" y="27697"/>
                </a:lnTo>
                <a:lnTo>
                  <a:pt x="2162308" y="27929"/>
                </a:lnTo>
                <a:lnTo>
                  <a:pt x="2161830" y="28169"/>
                </a:lnTo>
                <a:lnTo>
                  <a:pt x="2161359" y="28414"/>
                </a:lnTo>
                <a:lnTo>
                  <a:pt x="2160892" y="28667"/>
                </a:lnTo>
                <a:lnTo>
                  <a:pt x="2160432" y="28926"/>
                </a:lnTo>
                <a:lnTo>
                  <a:pt x="2159978" y="29191"/>
                </a:lnTo>
                <a:lnTo>
                  <a:pt x="2159529" y="29464"/>
                </a:lnTo>
                <a:lnTo>
                  <a:pt x="2159086" y="29743"/>
                </a:lnTo>
                <a:lnTo>
                  <a:pt x="2158649" y="30028"/>
                </a:lnTo>
                <a:lnTo>
                  <a:pt x="2158217" y="30321"/>
                </a:lnTo>
                <a:lnTo>
                  <a:pt x="2157792" y="30619"/>
                </a:lnTo>
                <a:lnTo>
                  <a:pt x="2157372" y="30925"/>
                </a:lnTo>
                <a:lnTo>
                  <a:pt x="2156958" y="31237"/>
                </a:lnTo>
                <a:lnTo>
                  <a:pt x="2156549" y="31556"/>
                </a:lnTo>
                <a:lnTo>
                  <a:pt x="2156147" y="31881"/>
                </a:lnTo>
                <a:lnTo>
                  <a:pt x="2155750" y="32213"/>
                </a:lnTo>
                <a:lnTo>
                  <a:pt x="2155359" y="32552"/>
                </a:lnTo>
                <a:lnTo>
                  <a:pt x="2154974" y="32898"/>
                </a:lnTo>
                <a:lnTo>
                  <a:pt x="2154594" y="33250"/>
                </a:lnTo>
                <a:lnTo>
                  <a:pt x="2154220" y="33608"/>
                </a:lnTo>
                <a:lnTo>
                  <a:pt x="2153852" y="33974"/>
                </a:lnTo>
                <a:lnTo>
                  <a:pt x="2153490" y="34346"/>
                </a:lnTo>
                <a:lnTo>
                  <a:pt x="2153134" y="34724"/>
                </a:lnTo>
                <a:lnTo>
                  <a:pt x="2152785" y="35108"/>
                </a:lnTo>
                <a:lnTo>
                  <a:pt x="2152443" y="35498"/>
                </a:lnTo>
                <a:lnTo>
                  <a:pt x="2152108" y="35893"/>
                </a:lnTo>
                <a:lnTo>
                  <a:pt x="2151779" y="36294"/>
                </a:lnTo>
                <a:lnTo>
                  <a:pt x="2151458" y="36702"/>
                </a:lnTo>
                <a:lnTo>
                  <a:pt x="2151143" y="37114"/>
                </a:lnTo>
                <a:lnTo>
                  <a:pt x="2150835" y="37533"/>
                </a:lnTo>
                <a:lnTo>
                  <a:pt x="2150534" y="37958"/>
                </a:lnTo>
                <a:lnTo>
                  <a:pt x="2150239" y="38388"/>
                </a:lnTo>
                <a:lnTo>
                  <a:pt x="2149952" y="38824"/>
                </a:lnTo>
                <a:lnTo>
                  <a:pt x="2149671" y="39266"/>
                </a:lnTo>
                <a:lnTo>
                  <a:pt x="2149398" y="39714"/>
                </a:lnTo>
                <a:lnTo>
                  <a:pt x="2149131" y="40167"/>
                </a:lnTo>
                <a:lnTo>
                  <a:pt x="2148871" y="40626"/>
                </a:lnTo>
                <a:lnTo>
                  <a:pt x="2148618" y="41091"/>
                </a:lnTo>
                <a:lnTo>
                  <a:pt x="2148371" y="41562"/>
                </a:lnTo>
                <a:lnTo>
                  <a:pt x="2148132" y="42039"/>
                </a:lnTo>
                <a:lnTo>
                  <a:pt x="2147899" y="42521"/>
                </a:lnTo>
                <a:lnTo>
                  <a:pt x="2147673" y="43009"/>
                </a:lnTo>
                <a:lnTo>
                  <a:pt x="2147454" y="43503"/>
                </a:lnTo>
                <a:lnTo>
                  <a:pt x="2147242" y="44003"/>
                </a:lnTo>
                <a:lnTo>
                  <a:pt x="2147037" y="44508"/>
                </a:lnTo>
                <a:lnTo>
                  <a:pt x="2146838" y="45020"/>
                </a:lnTo>
                <a:lnTo>
                  <a:pt x="2146647" y="45536"/>
                </a:lnTo>
                <a:lnTo>
                  <a:pt x="2146465" y="46055"/>
                </a:lnTo>
                <a:lnTo>
                  <a:pt x="2146290" y="46577"/>
                </a:lnTo>
                <a:lnTo>
                  <a:pt x="2146123" y="47104"/>
                </a:lnTo>
                <a:lnTo>
                  <a:pt x="2145965" y="47633"/>
                </a:lnTo>
                <a:lnTo>
                  <a:pt x="2145815" y="48166"/>
                </a:lnTo>
                <a:lnTo>
                  <a:pt x="2145672" y="48702"/>
                </a:lnTo>
                <a:lnTo>
                  <a:pt x="2145538" y="49242"/>
                </a:lnTo>
                <a:lnTo>
                  <a:pt x="2145412" y="49785"/>
                </a:lnTo>
                <a:lnTo>
                  <a:pt x="2145295" y="50332"/>
                </a:lnTo>
                <a:lnTo>
                  <a:pt x="2145185" y="50882"/>
                </a:lnTo>
                <a:lnTo>
                  <a:pt x="2145083" y="51436"/>
                </a:lnTo>
                <a:lnTo>
                  <a:pt x="2144990" y="51993"/>
                </a:lnTo>
                <a:lnTo>
                  <a:pt x="2144905" y="52553"/>
                </a:lnTo>
                <a:lnTo>
                  <a:pt x="2144827" y="53117"/>
                </a:lnTo>
                <a:lnTo>
                  <a:pt x="2144758" y="53684"/>
                </a:lnTo>
                <a:lnTo>
                  <a:pt x="2144697" y="54255"/>
                </a:lnTo>
                <a:lnTo>
                  <a:pt x="2144645" y="54829"/>
                </a:lnTo>
                <a:lnTo>
                  <a:pt x="2144600" y="55407"/>
                </a:lnTo>
                <a:lnTo>
                  <a:pt x="2144563" y="55988"/>
                </a:lnTo>
                <a:lnTo>
                  <a:pt x="2144535" y="56572"/>
                </a:lnTo>
                <a:lnTo>
                  <a:pt x="2144515" y="57160"/>
                </a:lnTo>
                <a:lnTo>
                  <a:pt x="2144502" y="57751"/>
                </a:lnTo>
                <a:lnTo>
                  <a:pt x="2144498" y="58346"/>
                </a:lnTo>
                <a:lnTo>
                  <a:pt x="2144502" y="58961"/>
                </a:lnTo>
                <a:lnTo>
                  <a:pt x="2144514" y="59571"/>
                </a:lnTo>
                <a:lnTo>
                  <a:pt x="2144534" y="60177"/>
                </a:lnTo>
                <a:lnTo>
                  <a:pt x="2144562" y="60779"/>
                </a:lnTo>
                <a:lnTo>
                  <a:pt x="2144597" y="61377"/>
                </a:lnTo>
                <a:lnTo>
                  <a:pt x="2144641" y="61970"/>
                </a:lnTo>
                <a:lnTo>
                  <a:pt x="2144692" y="62559"/>
                </a:lnTo>
                <a:lnTo>
                  <a:pt x="2144751" y="63144"/>
                </a:lnTo>
                <a:lnTo>
                  <a:pt x="2144819" y="63724"/>
                </a:lnTo>
                <a:lnTo>
                  <a:pt x="2144894" y="64300"/>
                </a:lnTo>
                <a:lnTo>
                  <a:pt x="2144977" y="64872"/>
                </a:lnTo>
                <a:lnTo>
                  <a:pt x="2145068" y="65440"/>
                </a:lnTo>
                <a:lnTo>
                  <a:pt x="2145167" y="66003"/>
                </a:lnTo>
                <a:lnTo>
                  <a:pt x="2145273" y="66563"/>
                </a:lnTo>
                <a:lnTo>
                  <a:pt x="2145388" y="67117"/>
                </a:lnTo>
                <a:lnTo>
                  <a:pt x="2145511" y="67668"/>
                </a:lnTo>
                <a:lnTo>
                  <a:pt x="2145641" y="68214"/>
                </a:lnTo>
                <a:lnTo>
                  <a:pt x="2145780" y="68756"/>
                </a:lnTo>
                <a:lnTo>
                  <a:pt x="2145926" y="69294"/>
                </a:lnTo>
                <a:lnTo>
                  <a:pt x="2146080" y="69827"/>
                </a:lnTo>
                <a:lnTo>
                  <a:pt x="2146242" y="70357"/>
                </a:lnTo>
                <a:lnTo>
                  <a:pt x="2146412" y="70882"/>
                </a:lnTo>
                <a:lnTo>
                  <a:pt x="2146590" y="71402"/>
                </a:lnTo>
                <a:lnTo>
                  <a:pt x="2146776" y="71919"/>
                </a:lnTo>
                <a:lnTo>
                  <a:pt x="2146970" y="72430"/>
                </a:lnTo>
                <a:lnTo>
                  <a:pt x="2147170" y="72935"/>
                </a:lnTo>
                <a:lnTo>
                  <a:pt x="2147376" y="73434"/>
                </a:lnTo>
                <a:lnTo>
                  <a:pt x="2147589" y="73927"/>
                </a:lnTo>
                <a:lnTo>
                  <a:pt x="2147809" y="74414"/>
                </a:lnTo>
                <a:lnTo>
                  <a:pt x="2148036" y="74895"/>
                </a:lnTo>
                <a:lnTo>
                  <a:pt x="2148269" y="75370"/>
                </a:lnTo>
                <a:lnTo>
                  <a:pt x="2148508" y="75839"/>
                </a:lnTo>
                <a:lnTo>
                  <a:pt x="2148755" y="76302"/>
                </a:lnTo>
                <a:lnTo>
                  <a:pt x="2149008" y="76760"/>
                </a:lnTo>
                <a:lnTo>
                  <a:pt x="2149267" y="77211"/>
                </a:lnTo>
                <a:lnTo>
                  <a:pt x="2149533" y="77656"/>
                </a:lnTo>
                <a:lnTo>
                  <a:pt x="2149806" y="78095"/>
                </a:lnTo>
                <a:lnTo>
                  <a:pt x="2150085" y="78528"/>
                </a:lnTo>
                <a:lnTo>
                  <a:pt x="2150371" y="78955"/>
                </a:lnTo>
                <a:lnTo>
                  <a:pt x="2150664" y="79377"/>
                </a:lnTo>
                <a:lnTo>
                  <a:pt x="2150963" y="79792"/>
                </a:lnTo>
                <a:lnTo>
                  <a:pt x="2151269" y="80201"/>
                </a:lnTo>
                <a:lnTo>
                  <a:pt x="2151582" y="80604"/>
                </a:lnTo>
                <a:lnTo>
                  <a:pt x="2151901" y="81002"/>
                </a:lnTo>
                <a:lnTo>
                  <a:pt x="2152227" y="81393"/>
                </a:lnTo>
                <a:lnTo>
                  <a:pt x="2152559" y="81778"/>
                </a:lnTo>
                <a:lnTo>
                  <a:pt x="2152898" y="82157"/>
                </a:lnTo>
                <a:lnTo>
                  <a:pt x="2153244" y="82531"/>
                </a:lnTo>
                <a:lnTo>
                  <a:pt x="2153596" y="82897"/>
                </a:lnTo>
                <a:lnTo>
                  <a:pt x="2153955" y="83257"/>
                </a:lnTo>
                <a:lnTo>
                  <a:pt x="2154320" y="83609"/>
                </a:lnTo>
                <a:lnTo>
                  <a:pt x="2154691" y="83955"/>
                </a:lnTo>
                <a:lnTo>
                  <a:pt x="2155069" y="84293"/>
                </a:lnTo>
                <a:lnTo>
                  <a:pt x="2155453" y="84624"/>
                </a:lnTo>
                <a:lnTo>
                  <a:pt x="2155844" y="84948"/>
                </a:lnTo>
                <a:lnTo>
                  <a:pt x="2156241" y="85265"/>
                </a:lnTo>
                <a:lnTo>
                  <a:pt x="2156645" y="85575"/>
                </a:lnTo>
                <a:lnTo>
                  <a:pt x="2157055" y="85878"/>
                </a:lnTo>
                <a:lnTo>
                  <a:pt x="2157471" y="86174"/>
                </a:lnTo>
                <a:lnTo>
                  <a:pt x="2157894" y="86463"/>
                </a:lnTo>
                <a:lnTo>
                  <a:pt x="2158323" y="86745"/>
                </a:lnTo>
                <a:lnTo>
                  <a:pt x="2158758" y="87020"/>
                </a:lnTo>
                <a:lnTo>
                  <a:pt x="2159200" y="87287"/>
                </a:lnTo>
                <a:lnTo>
                  <a:pt x="2159649" y="87548"/>
                </a:lnTo>
                <a:lnTo>
                  <a:pt x="2160104" y="87801"/>
                </a:lnTo>
                <a:lnTo>
                  <a:pt x="2160565" y="88048"/>
                </a:lnTo>
                <a:lnTo>
                  <a:pt x="2161033" y="88287"/>
                </a:lnTo>
                <a:lnTo>
                  <a:pt x="2161507" y="88519"/>
                </a:lnTo>
                <a:lnTo>
                  <a:pt x="2161987" y="88745"/>
                </a:lnTo>
                <a:lnTo>
                  <a:pt x="2162474" y="88963"/>
                </a:lnTo>
                <a:lnTo>
                  <a:pt x="2162967" y="89174"/>
                </a:lnTo>
                <a:lnTo>
                  <a:pt x="2163467" y="89378"/>
                </a:lnTo>
                <a:lnTo>
                  <a:pt x="2163973" y="89574"/>
                </a:lnTo>
                <a:lnTo>
                  <a:pt x="2164483" y="89762"/>
                </a:lnTo>
                <a:lnTo>
                  <a:pt x="2164999" y="89942"/>
                </a:lnTo>
                <a:lnTo>
                  <a:pt x="2165520" y="90113"/>
                </a:lnTo>
                <a:lnTo>
                  <a:pt x="2166046" y="90276"/>
                </a:lnTo>
                <a:lnTo>
                  <a:pt x="2166577" y="90431"/>
                </a:lnTo>
                <a:lnTo>
                  <a:pt x="2167114" y="90577"/>
                </a:lnTo>
                <a:lnTo>
                  <a:pt x="2167655" y="90715"/>
                </a:lnTo>
                <a:lnTo>
                  <a:pt x="2168202" y="90844"/>
                </a:lnTo>
                <a:lnTo>
                  <a:pt x="2168753" y="90965"/>
                </a:lnTo>
                <a:lnTo>
                  <a:pt x="2169310" y="91078"/>
                </a:lnTo>
                <a:lnTo>
                  <a:pt x="2169872" y="91182"/>
                </a:lnTo>
                <a:lnTo>
                  <a:pt x="2170439" y="91278"/>
                </a:lnTo>
                <a:lnTo>
                  <a:pt x="2171012" y="91366"/>
                </a:lnTo>
                <a:lnTo>
                  <a:pt x="2171589" y="91446"/>
                </a:lnTo>
                <a:lnTo>
                  <a:pt x="2172172" y="91517"/>
                </a:lnTo>
                <a:lnTo>
                  <a:pt x="2172759" y="91579"/>
                </a:lnTo>
                <a:lnTo>
                  <a:pt x="2173352" y="91633"/>
                </a:lnTo>
                <a:lnTo>
                  <a:pt x="2173950" y="91679"/>
                </a:lnTo>
                <a:lnTo>
                  <a:pt x="2174553" y="91717"/>
                </a:lnTo>
                <a:lnTo>
                  <a:pt x="2175161" y="91746"/>
                </a:lnTo>
                <a:lnTo>
                  <a:pt x="2175775" y="91767"/>
                </a:lnTo>
                <a:lnTo>
                  <a:pt x="2176393" y="91780"/>
                </a:lnTo>
                <a:lnTo>
                  <a:pt x="2177017" y="91784"/>
                </a:lnTo>
                <a:lnTo>
                  <a:pt x="2177915" y="91775"/>
                </a:lnTo>
                <a:lnTo>
                  <a:pt x="2178801" y="91750"/>
                </a:lnTo>
                <a:lnTo>
                  <a:pt x="2179677" y="91707"/>
                </a:lnTo>
                <a:lnTo>
                  <a:pt x="2180541" y="91647"/>
                </a:lnTo>
                <a:lnTo>
                  <a:pt x="2181394" y="91570"/>
                </a:lnTo>
                <a:lnTo>
                  <a:pt x="2182237" y="91476"/>
                </a:lnTo>
                <a:lnTo>
                  <a:pt x="2183068" y="91365"/>
                </a:lnTo>
                <a:lnTo>
                  <a:pt x="2183887" y="91237"/>
                </a:lnTo>
                <a:lnTo>
                  <a:pt x="2184696" y="91092"/>
                </a:lnTo>
                <a:lnTo>
                  <a:pt x="2185494" y="90929"/>
                </a:lnTo>
                <a:lnTo>
                  <a:pt x="2186280" y="90750"/>
                </a:lnTo>
                <a:lnTo>
                  <a:pt x="2187056" y="90553"/>
                </a:lnTo>
                <a:lnTo>
                  <a:pt x="2187820" y="90340"/>
                </a:lnTo>
                <a:lnTo>
                  <a:pt x="2188573" y="90109"/>
                </a:lnTo>
                <a:lnTo>
                  <a:pt x="2189315" y="89861"/>
                </a:lnTo>
                <a:lnTo>
                  <a:pt x="2190046" y="89596"/>
                </a:lnTo>
                <a:lnTo>
                  <a:pt x="2190766" y="89314"/>
                </a:lnTo>
                <a:lnTo>
                  <a:pt x="2191475" y="89015"/>
                </a:lnTo>
                <a:lnTo>
                  <a:pt x="2192172" y="88699"/>
                </a:lnTo>
                <a:lnTo>
                  <a:pt x="2192859" y="88365"/>
                </a:lnTo>
                <a:lnTo>
                  <a:pt x="2193534" y="88015"/>
                </a:lnTo>
                <a:lnTo>
                  <a:pt x="2194198" y="87647"/>
                </a:lnTo>
                <a:lnTo>
                  <a:pt x="2194851" y="87263"/>
                </a:lnTo>
                <a:lnTo>
                  <a:pt x="2195493" y="86861"/>
                </a:lnTo>
                <a:lnTo>
                  <a:pt x="2196123" y="86440"/>
                </a:lnTo>
                <a:lnTo>
                  <a:pt x="2196739" y="85995"/>
                </a:lnTo>
                <a:lnTo>
                  <a:pt x="2197341" y="85529"/>
                </a:lnTo>
                <a:lnTo>
                  <a:pt x="2197930" y="85039"/>
                </a:lnTo>
                <a:lnTo>
                  <a:pt x="2198505" y="84527"/>
                </a:lnTo>
                <a:lnTo>
                  <a:pt x="2199066" y="83992"/>
                </a:lnTo>
                <a:lnTo>
                  <a:pt x="2199614" y="83435"/>
                </a:lnTo>
                <a:lnTo>
                  <a:pt x="2200148" y="82855"/>
                </a:lnTo>
                <a:lnTo>
                  <a:pt x="2200668" y="82252"/>
                </a:lnTo>
                <a:lnTo>
                  <a:pt x="2201174" y="81626"/>
                </a:lnTo>
                <a:lnTo>
                  <a:pt x="2201667" y="80978"/>
                </a:lnTo>
                <a:lnTo>
                  <a:pt x="2202146" y="80308"/>
                </a:lnTo>
                <a:lnTo>
                  <a:pt x="2202611" y="79614"/>
                </a:lnTo>
                <a:lnTo>
                  <a:pt x="2203063" y="78898"/>
                </a:lnTo>
                <a:lnTo>
                  <a:pt x="2203501" y="78159"/>
                </a:lnTo>
                <a:lnTo>
                  <a:pt x="2203926" y="77398"/>
                </a:lnTo>
                <a:lnTo>
                  <a:pt x="2204336" y="76614"/>
                </a:lnTo>
                <a:lnTo>
                  <a:pt x="2204733" y="75807"/>
                </a:lnTo>
                <a:lnTo>
                  <a:pt x="2205116" y="74978"/>
                </a:lnTo>
                <a:lnTo>
                  <a:pt x="2205486" y="74126"/>
                </a:lnTo>
                <a:lnTo>
                  <a:pt x="2205842" y="73252"/>
                </a:lnTo>
                <a:lnTo>
                  <a:pt x="2206184" y="72354"/>
                </a:lnTo>
                <a:lnTo>
                  <a:pt x="2206512" y="71434"/>
                </a:lnTo>
                <a:lnTo>
                  <a:pt x="2206827" y="70492"/>
                </a:lnTo>
                <a:lnTo>
                  <a:pt x="2191430" y="70492"/>
                </a:lnTo>
                <a:lnTo>
                  <a:pt x="2191353" y="70736"/>
                </a:lnTo>
                <a:lnTo>
                  <a:pt x="2191265" y="70978"/>
                </a:lnTo>
                <a:lnTo>
                  <a:pt x="2191168" y="71220"/>
                </a:lnTo>
                <a:lnTo>
                  <a:pt x="2191060" y="71460"/>
                </a:lnTo>
                <a:lnTo>
                  <a:pt x="2190942" y="71700"/>
                </a:lnTo>
                <a:lnTo>
                  <a:pt x="2190813" y="71938"/>
                </a:lnTo>
                <a:lnTo>
                  <a:pt x="2190675" y="72175"/>
                </a:lnTo>
                <a:lnTo>
                  <a:pt x="2190526" y="72412"/>
                </a:lnTo>
                <a:lnTo>
                  <a:pt x="2190367" y="72647"/>
                </a:lnTo>
                <a:lnTo>
                  <a:pt x="2190197" y="72881"/>
                </a:lnTo>
                <a:lnTo>
                  <a:pt x="2190018" y="73114"/>
                </a:lnTo>
                <a:lnTo>
                  <a:pt x="2189828" y="73346"/>
                </a:lnTo>
                <a:lnTo>
                  <a:pt x="2189628" y="73577"/>
                </a:lnTo>
                <a:lnTo>
                  <a:pt x="2189417" y="73807"/>
                </a:lnTo>
                <a:lnTo>
                  <a:pt x="2189196" y="74036"/>
                </a:lnTo>
                <a:lnTo>
                  <a:pt x="2188965" y="74264"/>
                </a:lnTo>
                <a:lnTo>
                  <a:pt x="2188724" y="74490"/>
                </a:lnTo>
                <a:lnTo>
                  <a:pt x="2188472" y="74716"/>
                </a:lnTo>
                <a:lnTo>
                  <a:pt x="2188211" y="74941"/>
                </a:lnTo>
                <a:lnTo>
                  <a:pt x="2187939" y="75164"/>
                </a:lnTo>
                <a:lnTo>
                  <a:pt x="2187656" y="75387"/>
                </a:lnTo>
                <a:lnTo>
                  <a:pt x="2187364" y="75608"/>
                </a:lnTo>
                <a:lnTo>
                  <a:pt x="2187061" y="75829"/>
                </a:lnTo>
                <a:lnTo>
                  <a:pt x="2186748" y="76048"/>
                </a:lnTo>
                <a:lnTo>
                  <a:pt x="2186427" y="76262"/>
                </a:lnTo>
                <a:lnTo>
                  <a:pt x="2186101" y="76467"/>
                </a:lnTo>
                <a:lnTo>
                  <a:pt x="2185770" y="76663"/>
                </a:lnTo>
                <a:lnTo>
                  <a:pt x="2185434" y="76850"/>
                </a:lnTo>
                <a:lnTo>
                  <a:pt x="2185093" y="77027"/>
                </a:lnTo>
                <a:lnTo>
                  <a:pt x="2184746" y="77196"/>
                </a:lnTo>
                <a:lnTo>
                  <a:pt x="2184395" y="77355"/>
                </a:lnTo>
                <a:lnTo>
                  <a:pt x="2184038" y="77506"/>
                </a:lnTo>
                <a:lnTo>
                  <a:pt x="2183676" y="77647"/>
                </a:lnTo>
                <a:lnTo>
                  <a:pt x="2183310" y="77779"/>
                </a:lnTo>
                <a:lnTo>
                  <a:pt x="2182938" y="77902"/>
                </a:lnTo>
                <a:lnTo>
                  <a:pt x="2182560" y="78016"/>
                </a:lnTo>
                <a:lnTo>
                  <a:pt x="2182178" y="78121"/>
                </a:lnTo>
                <a:lnTo>
                  <a:pt x="2181791" y="78216"/>
                </a:lnTo>
                <a:lnTo>
                  <a:pt x="2181398" y="78303"/>
                </a:lnTo>
                <a:lnTo>
                  <a:pt x="2181000" y="78380"/>
                </a:lnTo>
                <a:lnTo>
                  <a:pt x="2180597" y="78449"/>
                </a:lnTo>
                <a:lnTo>
                  <a:pt x="2180189" y="78508"/>
                </a:lnTo>
                <a:lnTo>
                  <a:pt x="2179776" y="78558"/>
                </a:lnTo>
                <a:lnTo>
                  <a:pt x="2179358" y="78599"/>
                </a:lnTo>
                <a:lnTo>
                  <a:pt x="2178935" y="78631"/>
                </a:lnTo>
                <a:lnTo>
                  <a:pt x="2178506" y="78654"/>
                </a:lnTo>
                <a:lnTo>
                  <a:pt x="2178072" y="78667"/>
                </a:lnTo>
                <a:lnTo>
                  <a:pt x="2177633" y="78672"/>
                </a:lnTo>
                <a:lnTo>
                  <a:pt x="2177024" y="78665"/>
                </a:lnTo>
                <a:lnTo>
                  <a:pt x="2176426" y="78645"/>
                </a:lnTo>
                <a:lnTo>
                  <a:pt x="2175840" y="78612"/>
                </a:lnTo>
                <a:lnTo>
                  <a:pt x="2175266" y="78566"/>
                </a:lnTo>
                <a:lnTo>
                  <a:pt x="2174704" y="78506"/>
                </a:lnTo>
                <a:lnTo>
                  <a:pt x="2174154" y="78433"/>
                </a:lnTo>
                <a:lnTo>
                  <a:pt x="2173616" y="78347"/>
                </a:lnTo>
                <a:lnTo>
                  <a:pt x="2173089" y="78248"/>
                </a:lnTo>
                <a:lnTo>
                  <a:pt x="2172575" y="78136"/>
                </a:lnTo>
                <a:lnTo>
                  <a:pt x="2172073" y="78010"/>
                </a:lnTo>
                <a:lnTo>
                  <a:pt x="2171583" y="77871"/>
                </a:lnTo>
                <a:lnTo>
                  <a:pt x="2171105" y="77718"/>
                </a:lnTo>
                <a:lnTo>
                  <a:pt x="2170638" y="77553"/>
                </a:lnTo>
                <a:lnTo>
                  <a:pt x="2170184" y="77374"/>
                </a:lnTo>
                <a:lnTo>
                  <a:pt x="2169742" y="77182"/>
                </a:lnTo>
                <a:lnTo>
                  <a:pt x="2169312" y="76977"/>
                </a:lnTo>
                <a:lnTo>
                  <a:pt x="2168893" y="76758"/>
                </a:lnTo>
                <a:lnTo>
                  <a:pt x="2168487" y="76527"/>
                </a:lnTo>
                <a:lnTo>
                  <a:pt x="2168092" y="76282"/>
                </a:lnTo>
                <a:lnTo>
                  <a:pt x="2167710" y="76023"/>
                </a:lnTo>
                <a:lnTo>
                  <a:pt x="2167339" y="75752"/>
                </a:lnTo>
                <a:lnTo>
                  <a:pt x="2166981" y="75467"/>
                </a:lnTo>
                <a:lnTo>
                  <a:pt x="2166634" y="75169"/>
                </a:lnTo>
                <a:lnTo>
                  <a:pt x="2166300" y="74858"/>
                </a:lnTo>
                <a:lnTo>
                  <a:pt x="2165977" y="74532"/>
                </a:lnTo>
                <a:lnTo>
                  <a:pt x="2165667" y="74190"/>
                </a:lnTo>
                <a:lnTo>
                  <a:pt x="2165370" y="73831"/>
                </a:lnTo>
                <a:lnTo>
                  <a:pt x="2165085" y="73456"/>
                </a:lnTo>
                <a:lnTo>
                  <a:pt x="2164812" y="73065"/>
                </a:lnTo>
                <a:lnTo>
                  <a:pt x="2164552" y="72658"/>
                </a:lnTo>
                <a:lnTo>
                  <a:pt x="2164304" y="72235"/>
                </a:lnTo>
                <a:lnTo>
                  <a:pt x="2164069" y="71795"/>
                </a:lnTo>
                <a:lnTo>
                  <a:pt x="2163846" y="71339"/>
                </a:lnTo>
                <a:lnTo>
                  <a:pt x="2163635" y="70867"/>
                </a:lnTo>
                <a:lnTo>
                  <a:pt x="2163437" y="70379"/>
                </a:lnTo>
                <a:lnTo>
                  <a:pt x="2163251" y="69874"/>
                </a:lnTo>
                <a:lnTo>
                  <a:pt x="2163078" y="69353"/>
                </a:lnTo>
                <a:lnTo>
                  <a:pt x="2162917" y="68816"/>
                </a:lnTo>
                <a:lnTo>
                  <a:pt x="2162768" y="68263"/>
                </a:lnTo>
                <a:lnTo>
                  <a:pt x="2162632" y="67693"/>
                </a:lnTo>
                <a:lnTo>
                  <a:pt x="2162509" y="67107"/>
                </a:lnTo>
                <a:lnTo>
                  <a:pt x="2162397" y="66505"/>
                </a:lnTo>
                <a:lnTo>
                  <a:pt x="2162298" y="65887"/>
                </a:lnTo>
                <a:lnTo>
                  <a:pt x="2162212" y="65253"/>
                </a:lnTo>
                <a:lnTo>
                  <a:pt x="2162138" y="64602"/>
                </a:lnTo>
                <a:lnTo>
                  <a:pt x="2162076" y="63935"/>
                </a:lnTo>
                <a:lnTo>
                  <a:pt x="2162027" y="63252"/>
                </a:lnTo>
                <a:lnTo>
                  <a:pt x="2161990" y="62553"/>
                </a:lnTo>
                <a:lnTo>
                  <a:pt x="2207936" y="62553"/>
                </a:lnTo>
                <a:lnTo>
                  <a:pt x="2207973" y="61936"/>
                </a:lnTo>
                <a:lnTo>
                  <a:pt x="2208003" y="61323"/>
                </a:lnTo>
                <a:lnTo>
                  <a:pt x="2208025" y="60711"/>
                </a:lnTo>
                <a:lnTo>
                  <a:pt x="2208039" y="60101"/>
                </a:lnTo>
                <a:close/>
                <a:moveTo>
                  <a:pt x="2162046" y="50854"/>
                </a:moveTo>
                <a:lnTo>
                  <a:pt x="2162065" y="50692"/>
                </a:lnTo>
                <a:lnTo>
                  <a:pt x="2162085" y="50528"/>
                </a:lnTo>
                <a:lnTo>
                  <a:pt x="2162108" y="50362"/>
                </a:lnTo>
                <a:lnTo>
                  <a:pt x="2162133" y="50195"/>
                </a:lnTo>
                <a:lnTo>
                  <a:pt x="2162159" y="50026"/>
                </a:lnTo>
                <a:lnTo>
                  <a:pt x="2162188" y="49855"/>
                </a:lnTo>
                <a:lnTo>
                  <a:pt x="2162218" y="49683"/>
                </a:lnTo>
                <a:lnTo>
                  <a:pt x="2162250" y="49509"/>
                </a:lnTo>
                <a:lnTo>
                  <a:pt x="2162285" y="49333"/>
                </a:lnTo>
                <a:lnTo>
                  <a:pt x="2162321" y="49155"/>
                </a:lnTo>
                <a:lnTo>
                  <a:pt x="2162359" y="48976"/>
                </a:lnTo>
                <a:lnTo>
                  <a:pt x="2162399" y="48795"/>
                </a:lnTo>
                <a:lnTo>
                  <a:pt x="2162441" y="48612"/>
                </a:lnTo>
                <a:lnTo>
                  <a:pt x="2162485" y="48428"/>
                </a:lnTo>
                <a:lnTo>
                  <a:pt x="2162531" y="48241"/>
                </a:lnTo>
                <a:lnTo>
                  <a:pt x="2162578" y="48053"/>
                </a:lnTo>
                <a:lnTo>
                  <a:pt x="2162628" y="47864"/>
                </a:lnTo>
                <a:lnTo>
                  <a:pt x="2162680" y="47673"/>
                </a:lnTo>
                <a:lnTo>
                  <a:pt x="2162733" y="47479"/>
                </a:lnTo>
                <a:lnTo>
                  <a:pt x="2162789" y="47285"/>
                </a:lnTo>
                <a:lnTo>
                  <a:pt x="2162847" y="47089"/>
                </a:lnTo>
                <a:lnTo>
                  <a:pt x="2162908" y="46895"/>
                </a:lnTo>
                <a:lnTo>
                  <a:pt x="2162974" y="46701"/>
                </a:lnTo>
                <a:lnTo>
                  <a:pt x="2163042" y="46508"/>
                </a:lnTo>
                <a:lnTo>
                  <a:pt x="2163114" y="46317"/>
                </a:lnTo>
                <a:lnTo>
                  <a:pt x="2163189" y="46126"/>
                </a:lnTo>
                <a:lnTo>
                  <a:pt x="2163268" y="45935"/>
                </a:lnTo>
                <a:lnTo>
                  <a:pt x="2163350" y="45746"/>
                </a:lnTo>
                <a:lnTo>
                  <a:pt x="2163436" y="45558"/>
                </a:lnTo>
                <a:lnTo>
                  <a:pt x="2163525" y="45370"/>
                </a:lnTo>
                <a:lnTo>
                  <a:pt x="2163617" y="45184"/>
                </a:lnTo>
                <a:lnTo>
                  <a:pt x="2163713" y="44998"/>
                </a:lnTo>
                <a:lnTo>
                  <a:pt x="2163813" y="44813"/>
                </a:lnTo>
                <a:lnTo>
                  <a:pt x="2163915" y="44629"/>
                </a:lnTo>
                <a:lnTo>
                  <a:pt x="2164021" y="44445"/>
                </a:lnTo>
                <a:lnTo>
                  <a:pt x="2164131" y="44263"/>
                </a:lnTo>
                <a:lnTo>
                  <a:pt x="2164244" y="44082"/>
                </a:lnTo>
                <a:lnTo>
                  <a:pt x="2164360" y="43901"/>
                </a:lnTo>
                <a:lnTo>
                  <a:pt x="2164480" y="43721"/>
                </a:lnTo>
                <a:lnTo>
                  <a:pt x="2164603" y="43542"/>
                </a:lnTo>
                <a:lnTo>
                  <a:pt x="2164730" y="43364"/>
                </a:lnTo>
                <a:lnTo>
                  <a:pt x="2164860" y="43187"/>
                </a:lnTo>
                <a:lnTo>
                  <a:pt x="2164994" y="43011"/>
                </a:lnTo>
                <a:lnTo>
                  <a:pt x="2165130" y="42836"/>
                </a:lnTo>
                <a:lnTo>
                  <a:pt x="2165271" y="42662"/>
                </a:lnTo>
                <a:lnTo>
                  <a:pt x="2165415" y="42490"/>
                </a:lnTo>
                <a:lnTo>
                  <a:pt x="2165564" y="42321"/>
                </a:lnTo>
                <a:lnTo>
                  <a:pt x="2165716" y="42154"/>
                </a:lnTo>
                <a:lnTo>
                  <a:pt x="2165872" y="41990"/>
                </a:lnTo>
                <a:lnTo>
                  <a:pt x="2166031" y="41828"/>
                </a:lnTo>
                <a:lnTo>
                  <a:pt x="2166195" y="41668"/>
                </a:lnTo>
                <a:lnTo>
                  <a:pt x="2166362" y="41510"/>
                </a:lnTo>
                <a:lnTo>
                  <a:pt x="2166534" y="41355"/>
                </a:lnTo>
                <a:lnTo>
                  <a:pt x="2166709" y="41203"/>
                </a:lnTo>
                <a:lnTo>
                  <a:pt x="2166888" y="41052"/>
                </a:lnTo>
                <a:lnTo>
                  <a:pt x="2167071" y="40904"/>
                </a:lnTo>
                <a:lnTo>
                  <a:pt x="2167257" y="40759"/>
                </a:lnTo>
                <a:lnTo>
                  <a:pt x="2167448" y="40616"/>
                </a:lnTo>
                <a:lnTo>
                  <a:pt x="2167642" y="40475"/>
                </a:lnTo>
                <a:lnTo>
                  <a:pt x="2167840" y="40336"/>
                </a:lnTo>
                <a:lnTo>
                  <a:pt x="2168042" y="40200"/>
                </a:lnTo>
                <a:lnTo>
                  <a:pt x="2168248" y="40066"/>
                </a:lnTo>
                <a:lnTo>
                  <a:pt x="2168458" y="39935"/>
                </a:lnTo>
                <a:lnTo>
                  <a:pt x="2168672" y="39806"/>
                </a:lnTo>
                <a:lnTo>
                  <a:pt x="2168889" y="39679"/>
                </a:lnTo>
                <a:lnTo>
                  <a:pt x="2169110" y="39555"/>
                </a:lnTo>
                <a:lnTo>
                  <a:pt x="2169335" y="39433"/>
                </a:lnTo>
                <a:lnTo>
                  <a:pt x="2169564" y="39313"/>
                </a:lnTo>
                <a:lnTo>
                  <a:pt x="2169798" y="39197"/>
                </a:lnTo>
                <a:lnTo>
                  <a:pt x="2170036" y="39086"/>
                </a:lnTo>
                <a:lnTo>
                  <a:pt x="2170280" y="38980"/>
                </a:lnTo>
                <a:lnTo>
                  <a:pt x="2170528" y="38879"/>
                </a:lnTo>
                <a:lnTo>
                  <a:pt x="2170781" y="38783"/>
                </a:lnTo>
                <a:lnTo>
                  <a:pt x="2171039" y="38692"/>
                </a:lnTo>
                <a:lnTo>
                  <a:pt x="2171302" y="38605"/>
                </a:lnTo>
                <a:lnTo>
                  <a:pt x="2171570" y="38524"/>
                </a:lnTo>
                <a:lnTo>
                  <a:pt x="2171843" y="38447"/>
                </a:lnTo>
                <a:lnTo>
                  <a:pt x="2172120" y="38376"/>
                </a:lnTo>
                <a:lnTo>
                  <a:pt x="2172403" y="38309"/>
                </a:lnTo>
                <a:lnTo>
                  <a:pt x="2172691" y="38248"/>
                </a:lnTo>
                <a:lnTo>
                  <a:pt x="2172983" y="38191"/>
                </a:lnTo>
                <a:lnTo>
                  <a:pt x="2173280" y="38139"/>
                </a:lnTo>
                <a:lnTo>
                  <a:pt x="2173583" y="38092"/>
                </a:lnTo>
                <a:lnTo>
                  <a:pt x="2173890" y="38050"/>
                </a:lnTo>
                <a:lnTo>
                  <a:pt x="2174202" y="38013"/>
                </a:lnTo>
                <a:lnTo>
                  <a:pt x="2174519" y="37981"/>
                </a:lnTo>
                <a:lnTo>
                  <a:pt x="2174841" y="37954"/>
                </a:lnTo>
                <a:lnTo>
                  <a:pt x="2175168" y="37932"/>
                </a:lnTo>
                <a:lnTo>
                  <a:pt x="2175500" y="37915"/>
                </a:lnTo>
                <a:lnTo>
                  <a:pt x="2175836" y="37902"/>
                </a:lnTo>
                <a:lnTo>
                  <a:pt x="2176178" y="37895"/>
                </a:lnTo>
                <a:lnTo>
                  <a:pt x="2176525" y="37892"/>
                </a:lnTo>
                <a:lnTo>
                  <a:pt x="2177053" y="37898"/>
                </a:lnTo>
                <a:lnTo>
                  <a:pt x="2177569" y="37916"/>
                </a:lnTo>
                <a:lnTo>
                  <a:pt x="2178075" y="37946"/>
                </a:lnTo>
                <a:lnTo>
                  <a:pt x="2178569" y="37989"/>
                </a:lnTo>
                <a:lnTo>
                  <a:pt x="2179052" y="38043"/>
                </a:lnTo>
                <a:lnTo>
                  <a:pt x="2179523" y="38109"/>
                </a:lnTo>
                <a:lnTo>
                  <a:pt x="2179983" y="38187"/>
                </a:lnTo>
                <a:lnTo>
                  <a:pt x="2180432" y="38277"/>
                </a:lnTo>
                <a:lnTo>
                  <a:pt x="2180870" y="38379"/>
                </a:lnTo>
                <a:lnTo>
                  <a:pt x="2181296" y="38493"/>
                </a:lnTo>
                <a:lnTo>
                  <a:pt x="2181710" y="38619"/>
                </a:lnTo>
                <a:lnTo>
                  <a:pt x="2182114" y="38757"/>
                </a:lnTo>
                <a:lnTo>
                  <a:pt x="2182506" y="38908"/>
                </a:lnTo>
                <a:lnTo>
                  <a:pt x="2182887" y="39070"/>
                </a:lnTo>
                <a:lnTo>
                  <a:pt x="2183256" y="39244"/>
                </a:lnTo>
                <a:lnTo>
                  <a:pt x="2183614" y="39430"/>
                </a:lnTo>
                <a:lnTo>
                  <a:pt x="2183961" y="39629"/>
                </a:lnTo>
                <a:lnTo>
                  <a:pt x="2184296" y="39839"/>
                </a:lnTo>
                <a:lnTo>
                  <a:pt x="2184621" y="40061"/>
                </a:lnTo>
                <a:lnTo>
                  <a:pt x="2184933" y="40295"/>
                </a:lnTo>
                <a:lnTo>
                  <a:pt x="2185235" y="40542"/>
                </a:lnTo>
                <a:lnTo>
                  <a:pt x="2185525" y="40800"/>
                </a:lnTo>
                <a:lnTo>
                  <a:pt x="2185804" y="41070"/>
                </a:lnTo>
                <a:lnTo>
                  <a:pt x="2186071" y="41353"/>
                </a:lnTo>
                <a:lnTo>
                  <a:pt x="2186329" y="41647"/>
                </a:lnTo>
                <a:lnTo>
                  <a:pt x="2186581" y="41952"/>
                </a:lnTo>
                <a:lnTo>
                  <a:pt x="2186826" y="42268"/>
                </a:lnTo>
                <a:lnTo>
                  <a:pt x="2187065" y="42595"/>
                </a:lnTo>
                <a:lnTo>
                  <a:pt x="2187297" y="42934"/>
                </a:lnTo>
                <a:lnTo>
                  <a:pt x="2187522" y="43284"/>
                </a:lnTo>
                <a:lnTo>
                  <a:pt x="2187741" y="43644"/>
                </a:lnTo>
                <a:lnTo>
                  <a:pt x="2187953" y="44017"/>
                </a:lnTo>
                <a:lnTo>
                  <a:pt x="2188158" y="44400"/>
                </a:lnTo>
                <a:lnTo>
                  <a:pt x="2188357" y="44794"/>
                </a:lnTo>
                <a:lnTo>
                  <a:pt x="2188549" y="45199"/>
                </a:lnTo>
                <a:lnTo>
                  <a:pt x="2188734" y="45616"/>
                </a:lnTo>
                <a:lnTo>
                  <a:pt x="2188913" y="46044"/>
                </a:lnTo>
                <a:lnTo>
                  <a:pt x="2189085" y="46483"/>
                </a:lnTo>
                <a:lnTo>
                  <a:pt x="2189251" y="46933"/>
                </a:lnTo>
                <a:lnTo>
                  <a:pt x="2189410" y="47394"/>
                </a:lnTo>
                <a:lnTo>
                  <a:pt x="2189562" y="47867"/>
                </a:lnTo>
                <a:lnTo>
                  <a:pt x="2189708" y="48350"/>
                </a:lnTo>
                <a:lnTo>
                  <a:pt x="2189847" y="48845"/>
                </a:lnTo>
                <a:lnTo>
                  <a:pt x="2189979" y="49351"/>
                </a:lnTo>
                <a:lnTo>
                  <a:pt x="2190105" y="49868"/>
                </a:lnTo>
                <a:lnTo>
                  <a:pt x="2190224" y="50396"/>
                </a:lnTo>
                <a:lnTo>
                  <a:pt x="2190337" y="50935"/>
                </a:lnTo>
                <a:lnTo>
                  <a:pt x="2190443" y="51486"/>
                </a:lnTo>
                <a:lnTo>
                  <a:pt x="2161990" y="51486"/>
                </a:lnTo>
                <a:lnTo>
                  <a:pt x="2162001" y="51330"/>
                </a:lnTo>
                <a:lnTo>
                  <a:pt x="2162014" y="51173"/>
                </a:lnTo>
                <a:lnTo>
                  <a:pt x="2162029" y="51015"/>
                </a:lnTo>
                <a:lnTo>
                  <a:pt x="2162046" y="50854"/>
                </a:lnTo>
                <a:close/>
                <a:moveTo>
                  <a:pt x="2421867" y="90100"/>
                </a:moveTo>
                <a:lnTo>
                  <a:pt x="2421867" y="26416"/>
                </a:lnTo>
                <a:lnTo>
                  <a:pt x="2404376" y="26416"/>
                </a:lnTo>
                <a:lnTo>
                  <a:pt x="2404376" y="90100"/>
                </a:lnTo>
                <a:lnTo>
                  <a:pt x="2421867" y="90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13bbe194f4176"/>
          <a:stretch xmlns:a="http://schemas.openxmlformats.org/drawingml/2006/main"/>
        </p:blipFill>
        <p:spPr>
          <a:xfrm xmlns:a="http://schemas.openxmlformats.org/drawingml/2006/main">
            <a:off x="5503819" y="3093211"/>
            <a:ext cx="1802473" cy="768185"/>
          </a:xfrm>
          <a:prstGeom xmlns:a="http://schemas.openxmlformats.org/drawingml/2006/main" prst="rect">
            <a:avLst/>
          </a:prstGeom>
        </p:spPr>
      </p:pic>
      <p:pic>
        <p:nvPicPr>
          <p:cNvPr id="3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2b5f2a1ae4228"/>
          <a:stretch xmlns:a="http://schemas.openxmlformats.org/drawingml/2006/main"/>
        </p:blipFill>
        <p:spPr>
          <a:xfrm xmlns:a="http://schemas.openxmlformats.org/drawingml/2006/main">
            <a:off x="5439220" y="3132674"/>
            <a:ext cx="1800840" cy="770360"/>
          </a:xfrm>
          <a:prstGeom xmlns:a="http://schemas.openxmlformats.org/drawingml/2006/main" prst="rect">
            <a:avLst/>
          </a:prstGeom>
        </p:spPr>
      </p:pic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61af799414950"/>
          <a:stretch xmlns:a="http://schemas.openxmlformats.org/drawingml/2006/main"/>
        </p:blipFill>
        <p:spPr>
          <a:xfrm xmlns:a="http://schemas.openxmlformats.org/drawingml/2006/main">
            <a:off x="5373422" y="3173224"/>
            <a:ext cx="1800840" cy="770360"/>
          </a:xfrm>
          <a:prstGeom xmlns:a="http://schemas.openxmlformats.org/drawingml/2006/main" prst="rect">
            <a:avLst/>
          </a:prstGeom>
        </p:spPr>
      </p:pic>
      <p:sp>
        <p:nvSpPr>
          <p:cNvPr id="88" name="Text #Srccode">
            <a:extLst xmlns:a="http://schemas.openxmlformats.org/drawingml/2006/main">
              <a:ext uri="{FF2B5EF4-FFF2-40B4-BE49-F238E27FC236}">
                <a16:creationId xmlns:a16="http://schemas.microsoft.com/office/drawing/2014/main" id="{3BF77708-197A-43D2-9B57-4B6356C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107" y="3278231"/>
            <a:ext cx="431667" cy="68590"/>
          </a:xfrm>
          <a:custGeom xmlns:a="http://schemas.openxmlformats.org/drawingml/2006/main">
            <a:pathLst>
              <a:path w="431667" h="68590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315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8" y="29319"/>
                </a:lnTo>
                <a:lnTo>
                  <a:pt x="45906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3672" y="21070"/>
                </a:lnTo>
                <a:lnTo>
                  <a:pt x="2754" y="29319"/>
                </a:lnTo>
                <a:lnTo>
                  <a:pt x="10375" y="29319"/>
                </a:lnTo>
                <a:lnTo>
                  <a:pt x="8722" y="40705"/>
                </a:lnTo>
                <a:lnTo>
                  <a:pt x="918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88262" y="45352"/>
                </a:moveTo>
                <a:lnTo>
                  <a:pt x="74582" y="45352"/>
                </a:lnTo>
                <a:cubicBezTo>
                  <a:pt x="74582" y="53370"/>
                  <a:pt x="76832" y="59248"/>
                  <a:pt x="81330" y="62984"/>
                </a:cubicBezTo>
                <a:cubicBezTo>
                  <a:pt x="85829" y="66721"/>
                  <a:pt x="92669" y="68590"/>
                  <a:pt x="101850" y="68590"/>
                </a:cubicBezTo>
                <a:cubicBezTo>
                  <a:pt x="104971" y="68590"/>
                  <a:pt x="108123" y="68207"/>
                  <a:pt x="111306" y="67442"/>
                </a:cubicBezTo>
                <a:cubicBezTo>
                  <a:pt x="114489" y="66677"/>
                  <a:pt x="117351" y="65438"/>
                  <a:pt x="119891" y="63724"/>
                </a:cubicBezTo>
                <a:cubicBezTo>
                  <a:pt x="122431" y="62010"/>
                  <a:pt x="124512" y="59776"/>
                  <a:pt x="126134" y="57022"/>
                </a:cubicBezTo>
                <a:cubicBezTo>
                  <a:pt x="127756" y="54267"/>
                  <a:pt x="128567" y="50931"/>
                  <a:pt x="128567" y="47014"/>
                </a:cubicBezTo>
                <a:cubicBezTo>
                  <a:pt x="128567" y="44076"/>
                  <a:pt x="128138" y="41597"/>
                  <a:pt x="127281" y="39578"/>
                </a:cubicBezTo>
                <a:cubicBezTo>
                  <a:pt x="126425" y="37558"/>
                  <a:pt x="125216" y="35844"/>
                  <a:pt x="123655" y="34436"/>
                </a:cubicBezTo>
                <a:cubicBezTo>
                  <a:pt x="122095" y="33028"/>
                  <a:pt x="120243" y="31880"/>
                  <a:pt x="118101" y="30993"/>
                </a:cubicBezTo>
                <a:cubicBezTo>
                  <a:pt x="115958" y="30106"/>
                  <a:pt x="113601" y="29325"/>
                  <a:pt x="111030" y="28652"/>
                </a:cubicBezTo>
                <a:cubicBezTo>
                  <a:pt x="109929" y="28407"/>
                  <a:pt x="108491" y="28086"/>
                  <a:pt x="106715" y="27688"/>
                </a:cubicBezTo>
                <a:cubicBezTo>
                  <a:pt x="104941" y="27290"/>
                  <a:pt x="103212" y="26739"/>
                  <a:pt x="101528" y="26035"/>
                </a:cubicBezTo>
                <a:cubicBezTo>
                  <a:pt x="99845" y="25331"/>
                  <a:pt x="98406" y="24443"/>
                  <a:pt x="97213" y="23373"/>
                </a:cubicBezTo>
                <a:cubicBezTo>
                  <a:pt x="96019" y="22302"/>
                  <a:pt x="95422" y="20971"/>
                  <a:pt x="95422" y="19379"/>
                </a:cubicBezTo>
                <a:cubicBezTo>
                  <a:pt x="95422" y="17848"/>
                  <a:pt x="95759" y="16563"/>
                  <a:pt x="96433" y="15522"/>
                </a:cubicBezTo>
                <a:cubicBezTo>
                  <a:pt x="97106" y="14482"/>
                  <a:pt x="97993" y="13640"/>
                  <a:pt x="99094" y="12998"/>
                </a:cubicBezTo>
                <a:cubicBezTo>
                  <a:pt x="100196" y="12355"/>
                  <a:pt x="101436" y="11896"/>
                  <a:pt x="102812" y="11621"/>
                </a:cubicBezTo>
                <a:cubicBezTo>
                  <a:pt x="104190" y="11345"/>
                  <a:pt x="105552" y="11207"/>
                  <a:pt x="106899" y="11207"/>
                </a:cubicBezTo>
                <a:cubicBezTo>
                  <a:pt x="108552" y="11207"/>
                  <a:pt x="110113" y="11376"/>
                  <a:pt x="111582" y="11712"/>
                </a:cubicBezTo>
                <a:cubicBezTo>
                  <a:pt x="113051" y="12048"/>
                  <a:pt x="114321" y="12614"/>
                  <a:pt x="115391" y="13410"/>
                </a:cubicBezTo>
                <a:cubicBezTo>
                  <a:pt x="116463" y="14205"/>
                  <a:pt x="117289" y="15231"/>
                  <a:pt x="117870" y="16486"/>
                </a:cubicBezTo>
                <a:cubicBezTo>
                  <a:pt x="118451" y="17740"/>
                  <a:pt x="118712" y="19286"/>
                  <a:pt x="118651" y="21122"/>
                </a:cubicBezTo>
                <a:lnTo>
                  <a:pt x="132331" y="21122"/>
                </a:lnTo>
                <a:cubicBezTo>
                  <a:pt x="132331" y="17327"/>
                  <a:pt x="131673" y="14099"/>
                  <a:pt x="130357" y="11436"/>
                </a:cubicBezTo>
                <a:cubicBezTo>
                  <a:pt x="129042" y="8772"/>
                  <a:pt x="127267" y="6583"/>
                  <a:pt x="125033" y="4868"/>
                </a:cubicBezTo>
                <a:cubicBezTo>
                  <a:pt x="122799" y="3153"/>
                  <a:pt x="120197" y="1914"/>
                  <a:pt x="117228" y="1149"/>
                </a:cubicBezTo>
                <a:cubicBezTo>
                  <a:pt x="114260" y="383"/>
                  <a:pt x="111092" y="0"/>
                  <a:pt x="107725" y="0"/>
                </a:cubicBezTo>
                <a:cubicBezTo>
                  <a:pt x="104542" y="0"/>
                  <a:pt x="101405" y="382"/>
                  <a:pt x="98314" y="1147"/>
                </a:cubicBezTo>
                <a:cubicBezTo>
                  <a:pt x="95223" y="1912"/>
                  <a:pt x="92454" y="3106"/>
                  <a:pt x="90005" y="4728"/>
                </a:cubicBezTo>
                <a:cubicBezTo>
                  <a:pt x="87557" y="6350"/>
                  <a:pt x="85568" y="8447"/>
                  <a:pt x="84037" y="11017"/>
                </a:cubicBezTo>
                <a:cubicBezTo>
                  <a:pt x="82507" y="13587"/>
                  <a:pt x="81742" y="16708"/>
                  <a:pt x="81742" y="20381"/>
                </a:cubicBezTo>
                <a:cubicBezTo>
                  <a:pt x="81742" y="23197"/>
                  <a:pt x="82217" y="25584"/>
                  <a:pt x="83166" y="27542"/>
                </a:cubicBezTo>
                <a:cubicBezTo>
                  <a:pt x="84115" y="29501"/>
                  <a:pt x="85369" y="31153"/>
                  <a:pt x="86930" y="32500"/>
                </a:cubicBezTo>
                <a:cubicBezTo>
                  <a:pt x="88491" y="33847"/>
                  <a:pt x="90250" y="34949"/>
                  <a:pt x="92209" y="35806"/>
                </a:cubicBezTo>
                <a:cubicBezTo>
                  <a:pt x="94167" y="36663"/>
                  <a:pt x="96187" y="37397"/>
                  <a:pt x="98269" y="38009"/>
                </a:cubicBezTo>
                <a:cubicBezTo>
                  <a:pt x="100288" y="38620"/>
                  <a:pt x="102293" y="39202"/>
                  <a:pt x="104282" y="39753"/>
                </a:cubicBezTo>
                <a:cubicBezTo>
                  <a:pt x="106271" y="40304"/>
                  <a:pt x="108046" y="40947"/>
                  <a:pt x="109607" y="41682"/>
                </a:cubicBezTo>
                <a:cubicBezTo>
                  <a:pt x="111168" y="42416"/>
                  <a:pt x="112439" y="43288"/>
                  <a:pt x="113417" y="44297"/>
                </a:cubicBezTo>
                <a:cubicBezTo>
                  <a:pt x="114397" y="45307"/>
                  <a:pt x="114887" y="46608"/>
                  <a:pt x="114887" y="48199"/>
                </a:cubicBezTo>
                <a:cubicBezTo>
                  <a:pt x="114887" y="49852"/>
                  <a:pt x="114505" y="51260"/>
                  <a:pt x="113740" y="52423"/>
                </a:cubicBezTo>
                <a:cubicBezTo>
                  <a:pt x="112975" y="53586"/>
                  <a:pt x="111995" y="54535"/>
                  <a:pt x="110802" y="55270"/>
                </a:cubicBezTo>
                <a:cubicBezTo>
                  <a:pt x="109608" y="56004"/>
                  <a:pt x="108277" y="56554"/>
                  <a:pt x="106808" y="56921"/>
                </a:cubicBezTo>
                <a:cubicBezTo>
                  <a:pt x="105339" y="57288"/>
                  <a:pt x="103870" y="57472"/>
                  <a:pt x="102400" y="57472"/>
                </a:cubicBezTo>
                <a:cubicBezTo>
                  <a:pt x="100320" y="57472"/>
                  <a:pt x="98391" y="57273"/>
                  <a:pt x="96616" y="56875"/>
                </a:cubicBezTo>
                <a:cubicBezTo>
                  <a:pt x="94842" y="56477"/>
                  <a:pt x="93312" y="55819"/>
                  <a:pt x="92027" y="54901"/>
                </a:cubicBezTo>
                <a:cubicBezTo>
                  <a:pt x="90741" y="53983"/>
                  <a:pt x="89762" y="52744"/>
                  <a:pt x="89087" y="51183"/>
                </a:cubicBezTo>
                <a:cubicBezTo>
                  <a:pt x="88414" y="49621"/>
                  <a:pt x="88139" y="47678"/>
                  <a:pt x="88262" y="45352"/>
                </a:cubicBezTo>
                <a:close/>
                <a:moveTo>
                  <a:pt x="142613" y="19635"/>
                </a:moveTo>
                <a:lnTo>
                  <a:pt x="132790" y="67155"/>
                </a:lnTo>
                <a:lnTo>
                  <a:pt x="145736" y="67155"/>
                </a:lnTo>
                <a:lnTo>
                  <a:pt x="150142" y="46109"/>
                </a:lnTo>
                <a:cubicBezTo>
                  <a:pt x="150570" y="44087"/>
                  <a:pt x="151136" y="42141"/>
                  <a:pt x="151840" y="40273"/>
                </a:cubicBezTo>
                <a:cubicBezTo>
                  <a:pt x="152544" y="38404"/>
                  <a:pt x="153493" y="36734"/>
                  <a:pt x="154686" y="35264"/>
                </a:cubicBezTo>
                <a:cubicBezTo>
                  <a:pt x="155880" y="33793"/>
                  <a:pt x="157349" y="32629"/>
                  <a:pt x="159094" y="31772"/>
                </a:cubicBezTo>
                <a:cubicBezTo>
                  <a:pt x="160838" y="30913"/>
                  <a:pt x="162965" y="30484"/>
                  <a:pt x="165475" y="30484"/>
                </a:cubicBezTo>
                <a:cubicBezTo>
                  <a:pt x="166393" y="30484"/>
                  <a:pt x="167311" y="30576"/>
                  <a:pt x="168229" y="30760"/>
                </a:cubicBezTo>
                <a:cubicBezTo>
                  <a:pt x="169147" y="30943"/>
                  <a:pt x="170065" y="31127"/>
                  <a:pt x="170983" y="31311"/>
                </a:cubicBezTo>
                <a:lnTo>
                  <a:pt x="173647" y="18655"/>
                </a:lnTo>
                <a:cubicBezTo>
                  <a:pt x="172300" y="18472"/>
                  <a:pt x="170953" y="18380"/>
                  <a:pt x="169606" y="18380"/>
                </a:cubicBezTo>
                <a:cubicBezTo>
                  <a:pt x="166117" y="18380"/>
                  <a:pt x="162888" y="19221"/>
                  <a:pt x="159919" y="20902"/>
                </a:cubicBezTo>
                <a:cubicBezTo>
                  <a:pt x="156951" y="22583"/>
                  <a:pt x="154733" y="25074"/>
                  <a:pt x="153264" y="28376"/>
                </a:cubicBezTo>
                <a:lnTo>
                  <a:pt x="153081" y="28192"/>
                </a:lnTo>
                <a:lnTo>
                  <a:pt x="155009" y="19635"/>
                </a:lnTo>
                <a:lnTo>
                  <a:pt x="142613" y="19635"/>
                </a:lnTo>
                <a:close/>
                <a:moveTo>
                  <a:pt x="205750" y="36133"/>
                </a:moveTo>
                <a:lnTo>
                  <a:pt x="218787" y="36133"/>
                </a:lnTo>
                <a:cubicBezTo>
                  <a:pt x="218725" y="33005"/>
                  <a:pt x="218128" y="30307"/>
                  <a:pt x="216996" y="28038"/>
                </a:cubicBezTo>
                <a:cubicBezTo>
                  <a:pt x="215864" y="25770"/>
                  <a:pt x="214334" y="23930"/>
                  <a:pt x="212406" y="22520"/>
                </a:cubicBezTo>
                <a:cubicBezTo>
                  <a:pt x="210478" y="21109"/>
                  <a:pt x="208228" y="20066"/>
                  <a:pt x="205657" y="19392"/>
                </a:cubicBezTo>
                <a:cubicBezTo>
                  <a:pt x="203087" y="18717"/>
                  <a:pt x="200364" y="18380"/>
                  <a:pt x="197487" y="18380"/>
                </a:cubicBezTo>
                <a:cubicBezTo>
                  <a:pt x="193202" y="18380"/>
                  <a:pt x="189407" y="19162"/>
                  <a:pt x="186102" y="20725"/>
                </a:cubicBezTo>
                <a:cubicBezTo>
                  <a:pt x="182796" y="22289"/>
                  <a:pt x="179996" y="24435"/>
                  <a:pt x="177700" y="27164"/>
                </a:cubicBezTo>
                <a:cubicBezTo>
                  <a:pt x="175406" y="29892"/>
                  <a:pt x="173661" y="33049"/>
                  <a:pt x="172468" y="36636"/>
                </a:cubicBezTo>
                <a:cubicBezTo>
                  <a:pt x="171274" y="40222"/>
                  <a:pt x="170677" y="44039"/>
                  <a:pt x="170677" y="48086"/>
                </a:cubicBezTo>
                <a:cubicBezTo>
                  <a:pt x="170677" y="55075"/>
                  <a:pt x="172529" y="60210"/>
                  <a:pt x="176232" y="63490"/>
                </a:cubicBezTo>
                <a:cubicBezTo>
                  <a:pt x="179935" y="66770"/>
                  <a:pt x="185123" y="68410"/>
                  <a:pt x="191795" y="68410"/>
                </a:cubicBezTo>
                <a:cubicBezTo>
                  <a:pt x="198038" y="68410"/>
                  <a:pt x="203194" y="66797"/>
                  <a:pt x="207264" y="63570"/>
                </a:cubicBezTo>
                <a:cubicBezTo>
                  <a:pt x="211335" y="60343"/>
                  <a:pt x="214350" y="55761"/>
                  <a:pt x="216309" y="49824"/>
                </a:cubicBezTo>
                <a:lnTo>
                  <a:pt x="203271" y="49824"/>
                </a:lnTo>
                <a:cubicBezTo>
                  <a:pt x="202903" y="50987"/>
                  <a:pt x="202429" y="52104"/>
                  <a:pt x="201847" y="53175"/>
                </a:cubicBezTo>
                <a:cubicBezTo>
                  <a:pt x="201266" y="54246"/>
                  <a:pt x="200532" y="55180"/>
                  <a:pt x="199644" y="55976"/>
                </a:cubicBezTo>
                <a:cubicBezTo>
                  <a:pt x="198757" y="56771"/>
                  <a:pt x="197747" y="57414"/>
                  <a:pt x="196614" y="57903"/>
                </a:cubicBezTo>
                <a:cubicBezTo>
                  <a:pt x="195482" y="58393"/>
                  <a:pt x="194182" y="58637"/>
                  <a:pt x="192713" y="58637"/>
                </a:cubicBezTo>
                <a:cubicBezTo>
                  <a:pt x="191060" y="58637"/>
                  <a:pt x="189667" y="58362"/>
                  <a:pt x="188534" y="57811"/>
                </a:cubicBezTo>
                <a:cubicBezTo>
                  <a:pt x="187402" y="57260"/>
                  <a:pt x="186468" y="56525"/>
                  <a:pt x="185733" y="55607"/>
                </a:cubicBezTo>
                <a:cubicBezTo>
                  <a:pt x="184999" y="54689"/>
                  <a:pt x="184479" y="53602"/>
                  <a:pt x="184173" y="52347"/>
                </a:cubicBezTo>
                <a:cubicBezTo>
                  <a:pt x="183867" y="51092"/>
                  <a:pt x="183714" y="49761"/>
                  <a:pt x="183714" y="48353"/>
                </a:cubicBezTo>
                <a:cubicBezTo>
                  <a:pt x="183714" y="46333"/>
                  <a:pt x="183944" y="44145"/>
                  <a:pt x="184402" y="41788"/>
                </a:cubicBezTo>
                <a:cubicBezTo>
                  <a:pt x="184862" y="39431"/>
                  <a:pt x="185612" y="37242"/>
                  <a:pt x="186652" y="35222"/>
                </a:cubicBezTo>
                <a:cubicBezTo>
                  <a:pt x="187693" y="33202"/>
                  <a:pt x="189070" y="31534"/>
                  <a:pt x="190784" y="30218"/>
                </a:cubicBezTo>
                <a:cubicBezTo>
                  <a:pt x="192497" y="28901"/>
                  <a:pt x="194579" y="28243"/>
                  <a:pt x="197027" y="28243"/>
                </a:cubicBezTo>
                <a:cubicBezTo>
                  <a:pt x="199966" y="28243"/>
                  <a:pt x="202154" y="28855"/>
                  <a:pt x="203592" y="30078"/>
                </a:cubicBezTo>
                <a:cubicBezTo>
                  <a:pt x="205031" y="31301"/>
                  <a:pt x="205750" y="33320"/>
                  <a:pt x="205750" y="36133"/>
                </a:cubicBezTo>
                <a:close/>
                <a:moveTo>
                  <a:pt x="257011" y="36133"/>
                </a:moveTo>
                <a:lnTo>
                  <a:pt x="270048" y="36133"/>
                </a:lnTo>
                <a:cubicBezTo>
                  <a:pt x="269986" y="33005"/>
                  <a:pt x="269389" y="30307"/>
                  <a:pt x="268257" y="28038"/>
                </a:cubicBezTo>
                <a:cubicBezTo>
                  <a:pt x="267125" y="25770"/>
                  <a:pt x="265595" y="23930"/>
                  <a:pt x="263667" y="22520"/>
                </a:cubicBezTo>
                <a:cubicBezTo>
                  <a:pt x="261739" y="21109"/>
                  <a:pt x="259489" y="20066"/>
                  <a:pt x="256918" y="19392"/>
                </a:cubicBezTo>
                <a:cubicBezTo>
                  <a:pt x="254348" y="18717"/>
                  <a:pt x="251625" y="18380"/>
                  <a:pt x="248748" y="18380"/>
                </a:cubicBezTo>
                <a:cubicBezTo>
                  <a:pt x="244463" y="18380"/>
                  <a:pt x="240668" y="19162"/>
                  <a:pt x="237363" y="20725"/>
                </a:cubicBezTo>
                <a:cubicBezTo>
                  <a:pt x="234057" y="22289"/>
                  <a:pt x="231257" y="24435"/>
                  <a:pt x="228961" y="27164"/>
                </a:cubicBezTo>
                <a:cubicBezTo>
                  <a:pt x="226666" y="29892"/>
                  <a:pt x="224922" y="33049"/>
                  <a:pt x="223729" y="36636"/>
                </a:cubicBezTo>
                <a:cubicBezTo>
                  <a:pt x="222535" y="40222"/>
                  <a:pt x="221938" y="44039"/>
                  <a:pt x="221938" y="48086"/>
                </a:cubicBezTo>
                <a:cubicBezTo>
                  <a:pt x="221938" y="55075"/>
                  <a:pt x="223790" y="60210"/>
                  <a:pt x="227493" y="63490"/>
                </a:cubicBezTo>
                <a:cubicBezTo>
                  <a:pt x="231196" y="66770"/>
                  <a:pt x="236384" y="68410"/>
                  <a:pt x="243056" y="68410"/>
                </a:cubicBezTo>
                <a:cubicBezTo>
                  <a:pt x="249299" y="68410"/>
                  <a:pt x="254455" y="66797"/>
                  <a:pt x="258525" y="63570"/>
                </a:cubicBezTo>
                <a:cubicBezTo>
                  <a:pt x="262596" y="60343"/>
                  <a:pt x="265611" y="55761"/>
                  <a:pt x="267569" y="49824"/>
                </a:cubicBezTo>
                <a:lnTo>
                  <a:pt x="254532" y="49824"/>
                </a:lnTo>
                <a:cubicBezTo>
                  <a:pt x="254164" y="50987"/>
                  <a:pt x="253690" y="52104"/>
                  <a:pt x="253108" y="53175"/>
                </a:cubicBezTo>
                <a:cubicBezTo>
                  <a:pt x="252527" y="54246"/>
                  <a:pt x="251793" y="55180"/>
                  <a:pt x="250905" y="55976"/>
                </a:cubicBezTo>
                <a:cubicBezTo>
                  <a:pt x="250018" y="56771"/>
                  <a:pt x="249008" y="57414"/>
                  <a:pt x="247875" y="57903"/>
                </a:cubicBezTo>
                <a:cubicBezTo>
                  <a:pt x="246743" y="58393"/>
                  <a:pt x="245443" y="58637"/>
                  <a:pt x="243974" y="58637"/>
                </a:cubicBezTo>
                <a:cubicBezTo>
                  <a:pt x="242321" y="58637"/>
                  <a:pt x="240928" y="58362"/>
                  <a:pt x="239795" y="57811"/>
                </a:cubicBezTo>
                <a:cubicBezTo>
                  <a:pt x="238663" y="57260"/>
                  <a:pt x="237729" y="56525"/>
                  <a:pt x="236994" y="55607"/>
                </a:cubicBezTo>
                <a:cubicBezTo>
                  <a:pt x="236260" y="54689"/>
                  <a:pt x="235740" y="53602"/>
                  <a:pt x="235434" y="52347"/>
                </a:cubicBezTo>
                <a:cubicBezTo>
                  <a:pt x="235128" y="51092"/>
                  <a:pt x="234975" y="49761"/>
                  <a:pt x="234975" y="48353"/>
                </a:cubicBezTo>
                <a:cubicBezTo>
                  <a:pt x="234975" y="46333"/>
                  <a:pt x="235205" y="44145"/>
                  <a:pt x="235663" y="41788"/>
                </a:cubicBezTo>
                <a:cubicBezTo>
                  <a:pt x="236123" y="39431"/>
                  <a:pt x="236873" y="37242"/>
                  <a:pt x="237913" y="35222"/>
                </a:cubicBezTo>
                <a:cubicBezTo>
                  <a:pt x="238954" y="33202"/>
                  <a:pt x="240331" y="31534"/>
                  <a:pt x="242045" y="30218"/>
                </a:cubicBezTo>
                <a:cubicBezTo>
                  <a:pt x="243758" y="28901"/>
                  <a:pt x="245840" y="28243"/>
                  <a:pt x="248288" y="28243"/>
                </a:cubicBezTo>
                <a:cubicBezTo>
                  <a:pt x="251227" y="28243"/>
                  <a:pt x="253415" y="28855"/>
                  <a:pt x="254853" y="30078"/>
                </a:cubicBezTo>
                <a:cubicBezTo>
                  <a:pt x="256292" y="31301"/>
                  <a:pt x="257011" y="33320"/>
                  <a:pt x="257011" y="36133"/>
                </a:cubicBezTo>
                <a:close/>
                <a:moveTo>
                  <a:pt x="286237" y="47986"/>
                </a:moveTo>
                <a:cubicBezTo>
                  <a:pt x="286237" y="45966"/>
                  <a:pt x="286513" y="43808"/>
                  <a:pt x="287064" y="41512"/>
                </a:cubicBezTo>
                <a:cubicBezTo>
                  <a:pt x="287615" y="39217"/>
                  <a:pt x="288441" y="37090"/>
                  <a:pt x="289542" y="35131"/>
                </a:cubicBezTo>
                <a:cubicBezTo>
                  <a:pt x="290644" y="33172"/>
                  <a:pt x="292067" y="31534"/>
                  <a:pt x="293812" y="30218"/>
                </a:cubicBezTo>
                <a:cubicBezTo>
                  <a:pt x="295557" y="28901"/>
                  <a:pt x="297623" y="28243"/>
                  <a:pt x="300010" y="28243"/>
                </a:cubicBezTo>
                <a:cubicBezTo>
                  <a:pt x="303499" y="28243"/>
                  <a:pt x="305963" y="29192"/>
                  <a:pt x="307401" y="31089"/>
                </a:cubicBezTo>
                <a:cubicBezTo>
                  <a:pt x="308839" y="32987"/>
                  <a:pt x="309559" y="35528"/>
                  <a:pt x="309559" y="38711"/>
                </a:cubicBezTo>
                <a:cubicBezTo>
                  <a:pt x="309559" y="40731"/>
                  <a:pt x="309283" y="42904"/>
                  <a:pt x="308732" y="45230"/>
                </a:cubicBezTo>
                <a:cubicBezTo>
                  <a:pt x="308181" y="47557"/>
                  <a:pt x="307339" y="49715"/>
                  <a:pt x="306206" y="51704"/>
                </a:cubicBezTo>
                <a:cubicBezTo>
                  <a:pt x="305074" y="53694"/>
                  <a:pt x="303636" y="55347"/>
                  <a:pt x="301891" y="56663"/>
                </a:cubicBezTo>
                <a:cubicBezTo>
                  <a:pt x="300148" y="57979"/>
                  <a:pt x="298051" y="58637"/>
                  <a:pt x="295602" y="58637"/>
                </a:cubicBezTo>
                <a:cubicBezTo>
                  <a:pt x="294073" y="58637"/>
                  <a:pt x="292726" y="58347"/>
                  <a:pt x="291562" y="57766"/>
                </a:cubicBezTo>
                <a:cubicBezTo>
                  <a:pt x="290399" y="57184"/>
                  <a:pt x="289420" y="56403"/>
                  <a:pt x="288624" y="55424"/>
                </a:cubicBezTo>
                <a:cubicBezTo>
                  <a:pt x="287829" y="54444"/>
                  <a:pt x="287232" y="53312"/>
                  <a:pt x="286834" y="52026"/>
                </a:cubicBezTo>
                <a:cubicBezTo>
                  <a:pt x="286436" y="50740"/>
                  <a:pt x="286237" y="49394"/>
                  <a:pt x="286237" y="47986"/>
                </a:cubicBezTo>
                <a:moveTo>
                  <a:pt x="273200" y="47993"/>
                </a:moveTo>
                <a:cubicBezTo>
                  <a:pt x="273200" y="54799"/>
                  <a:pt x="275174" y="59903"/>
                  <a:pt x="279122" y="63307"/>
                </a:cubicBezTo>
                <a:cubicBezTo>
                  <a:pt x="283070" y="66709"/>
                  <a:pt x="288349" y="68410"/>
                  <a:pt x="294959" y="68410"/>
                </a:cubicBezTo>
                <a:cubicBezTo>
                  <a:pt x="299305" y="68410"/>
                  <a:pt x="303176" y="67644"/>
                  <a:pt x="306573" y="66111"/>
                </a:cubicBezTo>
                <a:cubicBezTo>
                  <a:pt x="309971" y="64579"/>
                  <a:pt x="312863" y="62464"/>
                  <a:pt x="315251" y="59767"/>
                </a:cubicBezTo>
                <a:cubicBezTo>
                  <a:pt x="317638" y="57068"/>
                  <a:pt x="319458" y="53895"/>
                  <a:pt x="320713" y="50247"/>
                </a:cubicBezTo>
                <a:cubicBezTo>
                  <a:pt x="321968" y="46599"/>
                  <a:pt x="322596" y="42691"/>
                  <a:pt x="322596" y="38521"/>
                </a:cubicBezTo>
                <a:cubicBezTo>
                  <a:pt x="322596" y="35087"/>
                  <a:pt x="322060" y="32114"/>
                  <a:pt x="320989" y="29600"/>
                </a:cubicBezTo>
                <a:cubicBezTo>
                  <a:pt x="319918" y="27086"/>
                  <a:pt x="318403" y="25001"/>
                  <a:pt x="316444" y="23347"/>
                </a:cubicBezTo>
                <a:cubicBezTo>
                  <a:pt x="314486" y="21691"/>
                  <a:pt x="312144" y="20449"/>
                  <a:pt x="309420" y="19621"/>
                </a:cubicBezTo>
                <a:cubicBezTo>
                  <a:pt x="306696" y="18794"/>
                  <a:pt x="303713" y="18380"/>
                  <a:pt x="300469" y="18380"/>
                </a:cubicBezTo>
                <a:cubicBezTo>
                  <a:pt x="296245" y="18380"/>
                  <a:pt x="292449" y="19162"/>
                  <a:pt x="289083" y="20725"/>
                </a:cubicBezTo>
                <a:cubicBezTo>
                  <a:pt x="285717" y="22289"/>
                  <a:pt x="282855" y="24420"/>
                  <a:pt x="280499" y="27118"/>
                </a:cubicBezTo>
                <a:cubicBezTo>
                  <a:pt x="278143" y="29815"/>
                  <a:pt x="276337" y="32957"/>
                  <a:pt x="275082" y="36545"/>
                </a:cubicBezTo>
                <a:cubicBezTo>
                  <a:pt x="273827" y="40131"/>
                  <a:pt x="273200" y="43947"/>
                  <a:pt x="273200" y="47993"/>
                </a:cubicBezTo>
                <a:close/>
                <a:moveTo>
                  <a:pt x="354791" y="28243"/>
                </a:moveTo>
                <a:cubicBezTo>
                  <a:pt x="357973" y="28243"/>
                  <a:pt x="360329" y="29176"/>
                  <a:pt x="361859" y="31043"/>
                </a:cubicBezTo>
                <a:cubicBezTo>
                  <a:pt x="363390" y="32910"/>
                  <a:pt x="364155" y="35405"/>
                  <a:pt x="364155" y="38527"/>
                </a:cubicBezTo>
                <a:cubicBezTo>
                  <a:pt x="364155" y="40547"/>
                  <a:pt x="363864" y="42736"/>
                  <a:pt x="363282" y="45093"/>
                </a:cubicBezTo>
                <a:cubicBezTo>
                  <a:pt x="362701" y="47450"/>
                  <a:pt x="361814" y="49638"/>
                  <a:pt x="360621" y="51658"/>
                </a:cubicBezTo>
                <a:cubicBezTo>
                  <a:pt x="359427" y="53678"/>
                  <a:pt x="357942" y="55347"/>
                  <a:pt x="356167" y="56663"/>
                </a:cubicBezTo>
                <a:cubicBezTo>
                  <a:pt x="354392" y="57979"/>
                  <a:pt x="352281" y="58637"/>
                  <a:pt x="349833" y="58637"/>
                </a:cubicBezTo>
                <a:cubicBezTo>
                  <a:pt x="348303" y="58637"/>
                  <a:pt x="346956" y="58347"/>
                  <a:pt x="345793" y="57766"/>
                </a:cubicBezTo>
                <a:cubicBezTo>
                  <a:pt x="344630" y="57184"/>
                  <a:pt x="343666" y="56419"/>
                  <a:pt x="342900" y="55470"/>
                </a:cubicBezTo>
                <a:cubicBezTo>
                  <a:pt x="342135" y="54521"/>
                  <a:pt x="341554" y="53404"/>
                  <a:pt x="341156" y="52119"/>
                </a:cubicBezTo>
                <a:cubicBezTo>
                  <a:pt x="340758" y="50833"/>
                  <a:pt x="340559" y="49486"/>
                  <a:pt x="340559" y="48077"/>
                </a:cubicBezTo>
                <a:cubicBezTo>
                  <a:pt x="340559" y="45996"/>
                  <a:pt x="340835" y="43793"/>
                  <a:pt x="341386" y="41466"/>
                </a:cubicBezTo>
                <a:cubicBezTo>
                  <a:pt x="341937" y="39140"/>
                  <a:pt x="342794" y="36997"/>
                  <a:pt x="343956" y="35039"/>
                </a:cubicBezTo>
                <a:cubicBezTo>
                  <a:pt x="345119" y="33079"/>
                  <a:pt x="346603" y="31457"/>
                  <a:pt x="348409" y="30172"/>
                </a:cubicBezTo>
                <a:cubicBezTo>
                  <a:pt x="350215" y="28886"/>
                  <a:pt x="352342" y="28243"/>
                  <a:pt x="354791" y="28243"/>
                </a:cubicBezTo>
                <a:moveTo>
                  <a:pt x="360024" y="61280"/>
                </a:moveTo>
                <a:lnTo>
                  <a:pt x="358739" y="67155"/>
                </a:lnTo>
                <a:lnTo>
                  <a:pt x="371317" y="67155"/>
                </a:lnTo>
                <a:lnTo>
                  <a:pt x="385180" y="1614"/>
                </a:lnTo>
                <a:lnTo>
                  <a:pt x="372143" y="1614"/>
                </a:lnTo>
                <a:lnTo>
                  <a:pt x="366909" y="26031"/>
                </a:lnTo>
                <a:lnTo>
                  <a:pt x="366726" y="26031"/>
                </a:lnTo>
                <a:cubicBezTo>
                  <a:pt x="365685" y="23389"/>
                  <a:pt x="363895" y="21453"/>
                  <a:pt x="361355" y="20224"/>
                </a:cubicBezTo>
                <a:cubicBezTo>
                  <a:pt x="358815" y="18995"/>
                  <a:pt x="356168" y="18380"/>
                  <a:pt x="353414" y="18380"/>
                </a:cubicBezTo>
                <a:cubicBezTo>
                  <a:pt x="349007" y="18380"/>
                  <a:pt x="345181" y="19285"/>
                  <a:pt x="341936" y="21094"/>
                </a:cubicBezTo>
                <a:cubicBezTo>
                  <a:pt x="338693" y="22902"/>
                  <a:pt x="336000" y="25277"/>
                  <a:pt x="333857" y="28220"/>
                </a:cubicBezTo>
                <a:cubicBezTo>
                  <a:pt x="331716" y="31163"/>
                  <a:pt x="330124" y="34505"/>
                  <a:pt x="329083" y="38245"/>
                </a:cubicBezTo>
                <a:cubicBezTo>
                  <a:pt x="328042" y="41985"/>
                  <a:pt x="327522" y="45817"/>
                  <a:pt x="327522" y="49741"/>
                </a:cubicBezTo>
                <a:cubicBezTo>
                  <a:pt x="327522" y="55504"/>
                  <a:pt x="329098" y="60056"/>
                  <a:pt x="332250" y="63398"/>
                </a:cubicBezTo>
                <a:cubicBezTo>
                  <a:pt x="335403" y="66739"/>
                  <a:pt x="339856" y="68410"/>
                  <a:pt x="345610" y="68410"/>
                </a:cubicBezTo>
                <a:cubicBezTo>
                  <a:pt x="348548" y="68410"/>
                  <a:pt x="351287" y="67834"/>
                  <a:pt x="353826" y="66682"/>
                </a:cubicBezTo>
                <a:cubicBezTo>
                  <a:pt x="356366" y="65528"/>
                  <a:pt x="358371" y="63666"/>
                  <a:pt x="359840" y="61096"/>
                </a:cubicBezTo>
                <a:lnTo>
                  <a:pt x="360024" y="61280"/>
                </a:lnTo>
                <a:close/>
                <a:moveTo>
                  <a:pt x="419089" y="38374"/>
                </a:moveTo>
                <a:lnTo>
                  <a:pt x="397330" y="38374"/>
                </a:lnTo>
                <a:cubicBezTo>
                  <a:pt x="397819" y="37024"/>
                  <a:pt x="398415" y="35735"/>
                  <a:pt x="399119" y="34506"/>
                </a:cubicBezTo>
                <a:cubicBezTo>
                  <a:pt x="399823" y="33278"/>
                  <a:pt x="400695" y="32204"/>
                  <a:pt x="401736" y="31283"/>
                </a:cubicBezTo>
                <a:cubicBezTo>
                  <a:pt x="402777" y="30361"/>
                  <a:pt x="404001" y="29624"/>
                  <a:pt x="405409" y="29072"/>
                </a:cubicBezTo>
                <a:cubicBezTo>
                  <a:pt x="406816" y="28519"/>
                  <a:pt x="408438" y="28243"/>
                  <a:pt x="410274" y="28243"/>
                </a:cubicBezTo>
                <a:cubicBezTo>
                  <a:pt x="412172" y="28243"/>
                  <a:pt x="413702" y="28535"/>
                  <a:pt x="414865" y="29118"/>
                </a:cubicBezTo>
                <a:cubicBezTo>
                  <a:pt x="416028" y="29701"/>
                  <a:pt x="416915" y="30484"/>
                  <a:pt x="417527" y="31466"/>
                </a:cubicBezTo>
                <a:cubicBezTo>
                  <a:pt x="418140" y="32449"/>
                  <a:pt x="418553" y="33539"/>
                  <a:pt x="418767" y="34736"/>
                </a:cubicBezTo>
                <a:cubicBezTo>
                  <a:pt x="418982" y="35933"/>
                  <a:pt x="419089" y="37146"/>
                  <a:pt x="419089" y="38374"/>
                </a:cubicBezTo>
                <a:moveTo>
                  <a:pt x="395953" y="46623"/>
                </a:moveTo>
                <a:lnTo>
                  <a:pt x="430933" y="46623"/>
                </a:lnTo>
                <a:cubicBezTo>
                  <a:pt x="431422" y="43986"/>
                  <a:pt x="431667" y="41502"/>
                  <a:pt x="431667" y="39171"/>
                </a:cubicBezTo>
                <a:cubicBezTo>
                  <a:pt x="431667" y="35737"/>
                  <a:pt x="431131" y="32717"/>
                  <a:pt x="430060" y="30110"/>
                </a:cubicBezTo>
                <a:cubicBezTo>
                  <a:pt x="428989" y="27504"/>
                  <a:pt x="427490" y="25327"/>
                  <a:pt x="425561" y="23579"/>
                </a:cubicBezTo>
                <a:cubicBezTo>
                  <a:pt x="423634" y="21831"/>
                  <a:pt x="421308" y="20527"/>
                  <a:pt x="418583" y="19669"/>
                </a:cubicBezTo>
                <a:cubicBezTo>
                  <a:pt x="415860" y="18810"/>
                  <a:pt x="412846" y="18380"/>
                  <a:pt x="409540" y="18380"/>
                </a:cubicBezTo>
                <a:cubicBezTo>
                  <a:pt x="405501" y="18380"/>
                  <a:pt x="401859" y="19193"/>
                  <a:pt x="398614" y="20818"/>
                </a:cubicBezTo>
                <a:cubicBezTo>
                  <a:pt x="395371" y="22442"/>
                  <a:pt x="392631" y="24619"/>
                  <a:pt x="390397" y="27348"/>
                </a:cubicBezTo>
                <a:cubicBezTo>
                  <a:pt x="388163" y="30076"/>
                  <a:pt x="386433" y="33203"/>
                  <a:pt x="385209" y="36728"/>
                </a:cubicBezTo>
                <a:cubicBezTo>
                  <a:pt x="383985" y="40253"/>
                  <a:pt x="383374" y="43916"/>
                  <a:pt x="383374" y="47717"/>
                </a:cubicBezTo>
                <a:cubicBezTo>
                  <a:pt x="383374" y="51151"/>
                  <a:pt x="383878" y="54156"/>
                  <a:pt x="384888" y="56731"/>
                </a:cubicBezTo>
                <a:cubicBezTo>
                  <a:pt x="385899" y="59306"/>
                  <a:pt x="387322" y="61467"/>
                  <a:pt x="389158" y="63214"/>
                </a:cubicBezTo>
                <a:cubicBezTo>
                  <a:pt x="390994" y="64962"/>
                  <a:pt x="393213" y="66265"/>
                  <a:pt x="395814" y="67123"/>
                </a:cubicBezTo>
                <a:cubicBezTo>
                  <a:pt x="398416" y="67981"/>
                  <a:pt x="401308" y="68410"/>
                  <a:pt x="404491" y="68410"/>
                </a:cubicBezTo>
                <a:cubicBezTo>
                  <a:pt x="407919" y="68410"/>
                  <a:pt x="410933" y="68074"/>
                  <a:pt x="413534" y="67402"/>
                </a:cubicBezTo>
                <a:cubicBezTo>
                  <a:pt x="416135" y="66729"/>
                  <a:pt x="418415" y="65706"/>
                  <a:pt x="420374" y="64331"/>
                </a:cubicBezTo>
                <a:cubicBezTo>
                  <a:pt x="422333" y="62955"/>
                  <a:pt x="424017" y="61259"/>
                  <a:pt x="425424" y="59243"/>
                </a:cubicBezTo>
                <a:cubicBezTo>
                  <a:pt x="426832" y="57225"/>
                  <a:pt x="428055" y="54872"/>
                  <a:pt x="429096" y="52182"/>
                </a:cubicBezTo>
                <a:lnTo>
                  <a:pt x="416059" y="52182"/>
                </a:lnTo>
                <a:cubicBezTo>
                  <a:pt x="415569" y="52909"/>
                  <a:pt x="415034" y="53667"/>
                  <a:pt x="414452" y="54456"/>
                </a:cubicBezTo>
                <a:cubicBezTo>
                  <a:pt x="413871" y="55243"/>
                  <a:pt x="413198" y="55940"/>
                  <a:pt x="412432" y="56546"/>
                </a:cubicBezTo>
                <a:cubicBezTo>
                  <a:pt x="411667" y="57152"/>
                  <a:pt x="410780" y="57652"/>
                  <a:pt x="409770" y="58046"/>
                </a:cubicBezTo>
                <a:cubicBezTo>
                  <a:pt x="408760" y="58440"/>
                  <a:pt x="407613" y="58637"/>
                  <a:pt x="406327" y="58637"/>
                </a:cubicBezTo>
                <a:cubicBezTo>
                  <a:pt x="402777" y="58637"/>
                  <a:pt x="400145" y="57781"/>
                  <a:pt x="398431" y="56069"/>
                </a:cubicBezTo>
                <a:cubicBezTo>
                  <a:pt x="396717" y="54358"/>
                  <a:pt x="395860" y="52126"/>
                  <a:pt x="395860" y="49374"/>
                </a:cubicBezTo>
                <a:lnTo>
                  <a:pt x="395860" y="48182"/>
                </a:lnTo>
                <a:cubicBezTo>
                  <a:pt x="395860" y="47938"/>
                  <a:pt x="395860" y="47693"/>
                  <a:pt x="395860" y="47448"/>
                </a:cubicBezTo>
                <a:cubicBezTo>
                  <a:pt x="395860" y="47203"/>
                  <a:pt x="395891" y="46928"/>
                  <a:pt x="395953" y="4662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import">
            <a:extLst xmlns:a="http://schemas.openxmlformats.org/drawingml/2006/main">
              <a:ext uri="{FF2B5EF4-FFF2-40B4-BE49-F238E27FC236}">
                <a16:creationId xmlns:a16="http://schemas.microsoft.com/office/drawing/2014/main" id="{464E5EE8-11A9-47A3-B0CE-E38EF14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045" y="3390019"/>
            <a:ext cx="280484" cy="82128"/>
          </a:xfrm>
          <a:custGeom xmlns:a="http://schemas.openxmlformats.org/drawingml/2006/main">
            <a:pathLst>
              <a:path w="280484" h="82128">
                <a:moveTo>
                  <a:pt x="13037" y="10759"/>
                </a:moveTo>
                <a:lnTo>
                  <a:pt x="13037" y="0"/>
                </a:lnTo>
                <a:lnTo>
                  <a:pt x="0" y="0"/>
                </a:lnTo>
                <a:lnTo>
                  <a:pt x="0" y="10759"/>
                </a:lnTo>
                <a:lnTo>
                  <a:pt x="13037" y="10759"/>
                </a:lnTo>
                <a:moveTo>
                  <a:pt x="0" y="18075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18075"/>
                </a:lnTo>
                <a:lnTo>
                  <a:pt x="0" y="18075"/>
                </a:lnTo>
                <a:close/>
                <a:moveTo>
                  <a:pt x="23718" y="18073"/>
                </a:moveTo>
                <a:lnTo>
                  <a:pt x="23718" y="65541"/>
                </a:lnTo>
                <a:lnTo>
                  <a:pt x="36755" y="65541"/>
                </a:lnTo>
                <a:lnTo>
                  <a:pt x="36755" y="38002"/>
                </a:lnTo>
                <a:cubicBezTo>
                  <a:pt x="36755" y="35676"/>
                  <a:pt x="37092" y="33794"/>
                  <a:pt x="37765" y="32356"/>
                </a:cubicBezTo>
                <a:cubicBezTo>
                  <a:pt x="38438" y="30918"/>
                  <a:pt x="39249" y="29816"/>
                  <a:pt x="40198" y="29051"/>
                </a:cubicBezTo>
                <a:cubicBezTo>
                  <a:pt x="41147" y="28286"/>
                  <a:pt x="42127" y="27766"/>
                  <a:pt x="43136" y="27490"/>
                </a:cubicBezTo>
                <a:cubicBezTo>
                  <a:pt x="44146" y="27215"/>
                  <a:pt x="44957" y="27077"/>
                  <a:pt x="45570" y="27077"/>
                </a:cubicBezTo>
                <a:cubicBezTo>
                  <a:pt x="47650" y="27077"/>
                  <a:pt x="49226" y="27429"/>
                  <a:pt x="50298" y="28134"/>
                </a:cubicBezTo>
                <a:cubicBezTo>
                  <a:pt x="51369" y="28837"/>
                  <a:pt x="52134" y="29770"/>
                  <a:pt x="52592" y="30933"/>
                </a:cubicBezTo>
                <a:cubicBezTo>
                  <a:pt x="53052" y="32095"/>
                  <a:pt x="53312" y="33366"/>
                  <a:pt x="53373" y="34743"/>
                </a:cubicBezTo>
                <a:cubicBezTo>
                  <a:pt x="53434" y="36120"/>
                  <a:pt x="53465" y="37512"/>
                  <a:pt x="53465" y="38919"/>
                </a:cubicBezTo>
                <a:lnTo>
                  <a:pt x="53465" y="65541"/>
                </a:lnTo>
                <a:lnTo>
                  <a:pt x="66502" y="65541"/>
                </a:lnTo>
                <a:lnTo>
                  <a:pt x="66502" y="39103"/>
                </a:lnTo>
                <a:cubicBezTo>
                  <a:pt x="66502" y="37634"/>
                  <a:pt x="66609" y="36180"/>
                  <a:pt x="66823" y="34743"/>
                </a:cubicBezTo>
                <a:cubicBezTo>
                  <a:pt x="67038" y="33305"/>
                  <a:pt x="67467" y="32020"/>
                  <a:pt x="68109" y="30888"/>
                </a:cubicBezTo>
                <a:cubicBezTo>
                  <a:pt x="68752" y="29755"/>
                  <a:pt x="69639" y="28837"/>
                  <a:pt x="70771" y="28134"/>
                </a:cubicBezTo>
                <a:cubicBezTo>
                  <a:pt x="71904" y="27429"/>
                  <a:pt x="73388" y="27077"/>
                  <a:pt x="75224" y="27077"/>
                </a:cubicBezTo>
                <a:cubicBezTo>
                  <a:pt x="77061" y="27077"/>
                  <a:pt x="78514" y="27384"/>
                  <a:pt x="79584" y="27996"/>
                </a:cubicBezTo>
                <a:cubicBezTo>
                  <a:pt x="80655" y="28608"/>
                  <a:pt x="81467" y="29434"/>
                  <a:pt x="82018" y="30474"/>
                </a:cubicBezTo>
                <a:cubicBezTo>
                  <a:pt x="82569" y="31514"/>
                  <a:pt x="82905" y="32738"/>
                  <a:pt x="83028" y="34146"/>
                </a:cubicBezTo>
                <a:cubicBezTo>
                  <a:pt x="83150" y="35554"/>
                  <a:pt x="83211" y="37053"/>
                  <a:pt x="83211" y="38643"/>
                </a:cubicBezTo>
                <a:lnTo>
                  <a:pt x="83211" y="65541"/>
                </a:lnTo>
                <a:lnTo>
                  <a:pt x="96250" y="65541"/>
                </a:lnTo>
                <a:lnTo>
                  <a:pt x="96250" y="33760"/>
                </a:lnTo>
                <a:cubicBezTo>
                  <a:pt x="96250" y="30698"/>
                  <a:pt x="95821" y="28080"/>
                  <a:pt x="94964" y="25906"/>
                </a:cubicBezTo>
                <a:cubicBezTo>
                  <a:pt x="94107" y="23732"/>
                  <a:pt x="92914" y="21971"/>
                  <a:pt x="91383" y="20625"/>
                </a:cubicBezTo>
                <a:cubicBezTo>
                  <a:pt x="89853" y="19277"/>
                  <a:pt x="88017" y="18297"/>
                  <a:pt x="85874" y="17685"/>
                </a:cubicBezTo>
                <a:cubicBezTo>
                  <a:pt x="83733" y="17073"/>
                  <a:pt x="81407" y="16766"/>
                  <a:pt x="78898" y="16766"/>
                </a:cubicBezTo>
                <a:cubicBezTo>
                  <a:pt x="75592" y="16766"/>
                  <a:pt x="72731" y="17564"/>
                  <a:pt x="70313" y="19161"/>
                </a:cubicBezTo>
                <a:cubicBezTo>
                  <a:pt x="67895" y="20756"/>
                  <a:pt x="65982" y="22597"/>
                  <a:pt x="64575" y="24683"/>
                </a:cubicBezTo>
                <a:cubicBezTo>
                  <a:pt x="63289" y="21737"/>
                  <a:pt x="61407" y="19682"/>
                  <a:pt x="58927" y="18516"/>
                </a:cubicBezTo>
                <a:cubicBezTo>
                  <a:pt x="56449" y="17350"/>
                  <a:pt x="53710" y="16766"/>
                  <a:pt x="50711" y="16766"/>
                </a:cubicBezTo>
                <a:cubicBezTo>
                  <a:pt x="47590" y="16766"/>
                  <a:pt x="44820" y="17442"/>
                  <a:pt x="42402" y="18792"/>
                </a:cubicBezTo>
                <a:cubicBezTo>
                  <a:pt x="39984" y="20142"/>
                  <a:pt x="37918" y="22044"/>
                  <a:pt x="36204" y="24499"/>
                </a:cubicBezTo>
                <a:lnTo>
                  <a:pt x="36021" y="24499"/>
                </a:lnTo>
                <a:lnTo>
                  <a:pt x="36021" y="18073"/>
                </a:lnTo>
                <a:lnTo>
                  <a:pt x="23718" y="18073"/>
                </a:lnTo>
                <a:close/>
                <a:moveTo>
                  <a:pt x="130710" y="57024"/>
                </a:moveTo>
                <a:cubicBezTo>
                  <a:pt x="128628" y="57024"/>
                  <a:pt x="126852" y="56595"/>
                  <a:pt x="125383" y="55739"/>
                </a:cubicBezTo>
                <a:cubicBezTo>
                  <a:pt x="123915" y="54882"/>
                  <a:pt x="122737" y="53764"/>
                  <a:pt x="121849" y="52386"/>
                </a:cubicBezTo>
                <a:cubicBezTo>
                  <a:pt x="120961" y="51009"/>
                  <a:pt x="120319" y="49402"/>
                  <a:pt x="119921" y="47566"/>
                </a:cubicBezTo>
                <a:cubicBezTo>
                  <a:pt x="119523" y="45729"/>
                  <a:pt x="119324" y="43861"/>
                  <a:pt x="119324" y="41964"/>
                </a:cubicBezTo>
                <a:cubicBezTo>
                  <a:pt x="119324" y="40005"/>
                  <a:pt x="119508" y="38108"/>
                  <a:pt x="119875" y="36272"/>
                </a:cubicBezTo>
                <a:cubicBezTo>
                  <a:pt x="120242" y="34434"/>
                  <a:pt x="120869" y="32812"/>
                  <a:pt x="121756" y="31405"/>
                </a:cubicBezTo>
                <a:cubicBezTo>
                  <a:pt x="122644" y="29996"/>
                  <a:pt x="123808" y="28848"/>
                  <a:pt x="125246" y="27961"/>
                </a:cubicBezTo>
                <a:cubicBezTo>
                  <a:pt x="126684" y="27073"/>
                  <a:pt x="128475" y="26629"/>
                  <a:pt x="130617" y="26629"/>
                </a:cubicBezTo>
                <a:cubicBezTo>
                  <a:pt x="132699" y="26629"/>
                  <a:pt x="134459" y="27073"/>
                  <a:pt x="135897" y="27961"/>
                </a:cubicBezTo>
                <a:cubicBezTo>
                  <a:pt x="137336" y="28848"/>
                  <a:pt x="138514" y="30012"/>
                  <a:pt x="139432" y="31451"/>
                </a:cubicBezTo>
                <a:cubicBezTo>
                  <a:pt x="140350" y="32889"/>
                  <a:pt x="141008" y="34526"/>
                  <a:pt x="141406" y="36363"/>
                </a:cubicBezTo>
                <a:cubicBezTo>
                  <a:pt x="141804" y="38199"/>
                  <a:pt x="142002" y="40066"/>
                  <a:pt x="142002" y="41964"/>
                </a:cubicBezTo>
                <a:cubicBezTo>
                  <a:pt x="142002" y="43861"/>
                  <a:pt x="141819" y="45729"/>
                  <a:pt x="141452" y="47566"/>
                </a:cubicBezTo>
                <a:cubicBezTo>
                  <a:pt x="141085" y="49402"/>
                  <a:pt x="140457" y="51009"/>
                  <a:pt x="139569" y="52386"/>
                </a:cubicBezTo>
                <a:cubicBezTo>
                  <a:pt x="138682" y="53764"/>
                  <a:pt x="137519" y="54882"/>
                  <a:pt x="136081" y="55739"/>
                </a:cubicBezTo>
                <a:cubicBezTo>
                  <a:pt x="134642" y="56595"/>
                  <a:pt x="132852" y="57024"/>
                  <a:pt x="130710" y="57024"/>
                </a:cubicBezTo>
                <a:moveTo>
                  <a:pt x="106747" y="18082"/>
                </a:moveTo>
                <a:lnTo>
                  <a:pt x="106747" y="82128"/>
                </a:lnTo>
                <a:lnTo>
                  <a:pt x="119784" y="82128"/>
                </a:lnTo>
                <a:lnTo>
                  <a:pt x="119784" y="59698"/>
                </a:lnTo>
                <a:lnTo>
                  <a:pt x="119967" y="59698"/>
                </a:lnTo>
                <a:cubicBezTo>
                  <a:pt x="121559" y="62034"/>
                  <a:pt x="123594" y="63801"/>
                  <a:pt x="126072" y="64999"/>
                </a:cubicBezTo>
                <a:cubicBezTo>
                  <a:pt x="128551" y="66197"/>
                  <a:pt x="131260" y="66796"/>
                  <a:pt x="134198" y="66796"/>
                </a:cubicBezTo>
                <a:cubicBezTo>
                  <a:pt x="137687" y="66796"/>
                  <a:pt x="140732" y="66122"/>
                  <a:pt x="143333" y="64773"/>
                </a:cubicBezTo>
                <a:cubicBezTo>
                  <a:pt x="145934" y="63425"/>
                  <a:pt x="148107" y="61616"/>
                  <a:pt x="149852" y="59348"/>
                </a:cubicBezTo>
                <a:cubicBezTo>
                  <a:pt x="151597" y="57079"/>
                  <a:pt x="152897" y="54473"/>
                  <a:pt x="153753" y="51530"/>
                </a:cubicBezTo>
                <a:cubicBezTo>
                  <a:pt x="154611" y="48588"/>
                  <a:pt x="155040" y="45522"/>
                  <a:pt x="155040" y="42333"/>
                </a:cubicBezTo>
                <a:cubicBezTo>
                  <a:pt x="155040" y="38961"/>
                  <a:pt x="154611" y="35727"/>
                  <a:pt x="153753" y="32631"/>
                </a:cubicBezTo>
                <a:cubicBezTo>
                  <a:pt x="152897" y="29534"/>
                  <a:pt x="151581" y="26822"/>
                  <a:pt x="149806" y="24492"/>
                </a:cubicBezTo>
                <a:cubicBezTo>
                  <a:pt x="148031" y="22162"/>
                  <a:pt x="145797" y="20292"/>
                  <a:pt x="143104" y="18882"/>
                </a:cubicBezTo>
                <a:cubicBezTo>
                  <a:pt x="140411" y="17471"/>
                  <a:pt x="137198" y="16766"/>
                  <a:pt x="133464" y="16766"/>
                </a:cubicBezTo>
                <a:cubicBezTo>
                  <a:pt x="130526" y="16766"/>
                  <a:pt x="127832" y="17350"/>
                  <a:pt x="125383" y="18518"/>
                </a:cubicBezTo>
                <a:cubicBezTo>
                  <a:pt x="122935" y="19685"/>
                  <a:pt x="120916" y="21559"/>
                  <a:pt x="119324" y="24141"/>
                </a:cubicBezTo>
                <a:lnTo>
                  <a:pt x="119141" y="24141"/>
                </a:lnTo>
                <a:lnTo>
                  <a:pt x="119141" y="18082"/>
                </a:lnTo>
                <a:lnTo>
                  <a:pt x="106747" y="18082"/>
                </a:lnTo>
                <a:close/>
                <a:moveTo>
                  <a:pt x="174166" y="41872"/>
                </a:moveTo>
                <a:cubicBezTo>
                  <a:pt x="174166" y="39975"/>
                  <a:pt x="174350" y="38108"/>
                  <a:pt x="174717" y="36272"/>
                </a:cubicBezTo>
                <a:cubicBezTo>
                  <a:pt x="175084" y="34434"/>
                  <a:pt x="175711" y="32812"/>
                  <a:pt x="176598" y="31405"/>
                </a:cubicBezTo>
                <a:cubicBezTo>
                  <a:pt x="177486" y="29996"/>
                  <a:pt x="178665" y="28848"/>
                  <a:pt x="180134" y="27961"/>
                </a:cubicBezTo>
                <a:cubicBezTo>
                  <a:pt x="181603" y="27073"/>
                  <a:pt x="183439" y="26629"/>
                  <a:pt x="185643" y="26629"/>
                </a:cubicBezTo>
                <a:cubicBezTo>
                  <a:pt x="187847" y="26629"/>
                  <a:pt x="189698" y="27073"/>
                  <a:pt x="191197" y="27961"/>
                </a:cubicBezTo>
                <a:cubicBezTo>
                  <a:pt x="192697" y="28848"/>
                  <a:pt x="193891" y="29996"/>
                  <a:pt x="194778" y="31405"/>
                </a:cubicBezTo>
                <a:cubicBezTo>
                  <a:pt x="195666" y="32812"/>
                  <a:pt x="196294" y="34434"/>
                  <a:pt x="196661" y="36272"/>
                </a:cubicBezTo>
                <a:cubicBezTo>
                  <a:pt x="197028" y="38108"/>
                  <a:pt x="197212" y="39975"/>
                  <a:pt x="197212" y="41872"/>
                </a:cubicBezTo>
                <a:cubicBezTo>
                  <a:pt x="197212" y="43770"/>
                  <a:pt x="197028" y="45622"/>
                  <a:pt x="196661" y="47429"/>
                </a:cubicBezTo>
                <a:cubicBezTo>
                  <a:pt x="196294" y="49234"/>
                  <a:pt x="195666" y="50856"/>
                  <a:pt x="194778" y="52295"/>
                </a:cubicBezTo>
                <a:cubicBezTo>
                  <a:pt x="193891" y="53734"/>
                  <a:pt x="192697" y="54882"/>
                  <a:pt x="191197" y="55739"/>
                </a:cubicBezTo>
                <a:cubicBezTo>
                  <a:pt x="189698" y="56595"/>
                  <a:pt x="187847" y="57024"/>
                  <a:pt x="185643" y="57024"/>
                </a:cubicBezTo>
                <a:cubicBezTo>
                  <a:pt x="183439" y="57024"/>
                  <a:pt x="181603" y="56595"/>
                  <a:pt x="180134" y="55739"/>
                </a:cubicBezTo>
                <a:cubicBezTo>
                  <a:pt x="178665" y="54882"/>
                  <a:pt x="177486" y="53734"/>
                  <a:pt x="176598" y="52295"/>
                </a:cubicBezTo>
                <a:cubicBezTo>
                  <a:pt x="175711" y="50856"/>
                  <a:pt x="175084" y="49234"/>
                  <a:pt x="174717" y="47429"/>
                </a:cubicBezTo>
                <a:cubicBezTo>
                  <a:pt x="174350" y="45622"/>
                  <a:pt x="174166" y="43770"/>
                  <a:pt x="174166" y="41872"/>
                </a:cubicBezTo>
                <a:moveTo>
                  <a:pt x="161129" y="41874"/>
                </a:moveTo>
                <a:cubicBezTo>
                  <a:pt x="161129" y="45675"/>
                  <a:pt x="161711" y="49108"/>
                  <a:pt x="162873" y="52174"/>
                </a:cubicBezTo>
                <a:cubicBezTo>
                  <a:pt x="164036" y="55239"/>
                  <a:pt x="165689" y="57860"/>
                  <a:pt x="167831" y="60037"/>
                </a:cubicBezTo>
                <a:cubicBezTo>
                  <a:pt x="169974" y="62213"/>
                  <a:pt x="172544" y="63884"/>
                  <a:pt x="175543" y="65049"/>
                </a:cubicBezTo>
                <a:cubicBezTo>
                  <a:pt x="178543" y="66214"/>
                  <a:pt x="181910" y="66796"/>
                  <a:pt x="185643" y="66796"/>
                </a:cubicBezTo>
                <a:cubicBezTo>
                  <a:pt x="189377" y="66796"/>
                  <a:pt x="192758" y="66214"/>
                  <a:pt x="195788" y="65049"/>
                </a:cubicBezTo>
                <a:cubicBezTo>
                  <a:pt x="198818" y="63884"/>
                  <a:pt x="201404" y="62213"/>
                  <a:pt x="203547" y="60037"/>
                </a:cubicBezTo>
                <a:cubicBezTo>
                  <a:pt x="205689" y="57860"/>
                  <a:pt x="207342" y="55239"/>
                  <a:pt x="208504" y="52174"/>
                </a:cubicBezTo>
                <a:cubicBezTo>
                  <a:pt x="209667" y="49108"/>
                  <a:pt x="210249" y="45675"/>
                  <a:pt x="210249" y="41874"/>
                </a:cubicBezTo>
                <a:cubicBezTo>
                  <a:pt x="210249" y="38073"/>
                  <a:pt x="209667" y="34624"/>
                  <a:pt x="208504" y="31528"/>
                </a:cubicBezTo>
                <a:cubicBezTo>
                  <a:pt x="207342" y="28431"/>
                  <a:pt x="205689" y="25794"/>
                  <a:pt x="203547" y="23618"/>
                </a:cubicBezTo>
                <a:cubicBezTo>
                  <a:pt x="201404" y="21441"/>
                  <a:pt x="198818" y="19755"/>
                  <a:pt x="195788" y="18560"/>
                </a:cubicBezTo>
                <a:cubicBezTo>
                  <a:pt x="192758" y="17364"/>
                  <a:pt x="189377" y="16766"/>
                  <a:pt x="185643" y="16766"/>
                </a:cubicBezTo>
                <a:cubicBezTo>
                  <a:pt x="181910" y="16766"/>
                  <a:pt x="178543" y="17364"/>
                  <a:pt x="175543" y="18560"/>
                </a:cubicBezTo>
                <a:cubicBezTo>
                  <a:pt x="172544" y="19755"/>
                  <a:pt x="169974" y="21441"/>
                  <a:pt x="167831" y="23618"/>
                </a:cubicBezTo>
                <a:cubicBezTo>
                  <a:pt x="165689" y="25794"/>
                  <a:pt x="164036" y="28431"/>
                  <a:pt x="162873" y="31528"/>
                </a:cubicBezTo>
                <a:cubicBezTo>
                  <a:pt x="161711" y="34624"/>
                  <a:pt x="161129" y="38073"/>
                  <a:pt x="161129" y="41874"/>
                </a:cubicBezTo>
                <a:close/>
                <a:moveTo>
                  <a:pt x="218450" y="18040"/>
                </a:moveTo>
                <a:lnTo>
                  <a:pt x="218450" y="65541"/>
                </a:lnTo>
                <a:lnTo>
                  <a:pt x="231487" y="65541"/>
                </a:lnTo>
                <a:lnTo>
                  <a:pt x="231487" y="44127"/>
                </a:lnTo>
                <a:cubicBezTo>
                  <a:pt x="231487" y="41982"/>
                  <a:pt x="231702" y="39991"/>
                  <a:pt x="232130" y="38153"/>
                </a:cubicBezTo>
                <a:cubicBezTo>
                  <a:pt x="232559" y="36315"/>
                  <a:pt x="233278" y="34707"/>
                  <a:pt x="234288" y="33328"/>
                </a:cubicBezTo>
                <a:cubicBezTo>
                  <a:pt x="235297" y="31950"/>
                  <a:pt x="236628" y="30862"/>
                  <a:pt x="238280" y="30065"/>
                </a:cubicBezTo>
                <a:cubicBezTo>
                  <a:pt x="239934" y="29269"/>
                  <a:pt x="241954" y="28870"/>
                  <a:pt x="244341" y="28870"/>
                </a:cubicBezTo>
                <a:cubicBezTo>
                  <a:pt x="245137" y="28870"/>
                  <a:pt x="245963" y="28917"/>
                  <a:pt x="246819" y="29009"/>
                </a:cubicBezTo>
                <a:cubicBezTo>
                  <a:pt x="247677" y="29101"/>
                  <a:pt x="248411" y="29208"/>
                  <a:pt x="249023" y="29330"/>
                </a:cubicBezTo>
                <a:lnTo>
                  <a:pt x="249023" y="17224"/>
                </a:lnTo>
                <a:cubicBezTo>
                  <a:pt x="247982" y="16919"/>
                  <a:pt x="247034" y="16766"/>
                  <a:pt x="246178" y="16766"/>
                </a:cubicBezTo>
                <a:cubicBezTo>
                  <a:pt x="244524" y="16766"/>
                  <a:pt x="242933" y="17011"/>
                  <a:pt x="241403" y="17500"/>
                </a:cubicBezTo>
                <a:cubicBezTo>
                  <a:pt x="239873" y="17989"/>
                  <a:pt x="238435" y="18676"/>
                  <a:pt x="237088" y="19563"/>
                </a:cubicBezTo>
                <a:cubicBezTo>
                  <a:pt x="235742" y="20449"/>
                  <a:pt x="234548" y="21519"/>
                  <a:pt x="233508" y="22772"/>
                </a:cubicBezTo>
                <a:cubicBezTo>
                  <a:pt x="232467" y="24026"/>
                  <a:pt x="231641" y="25386"/>
                  <a:pt x="231028" y="26853"/>
                </a:cubicBezTo>
                <a:lnTo>
                  <a:pt x="230844" y="26853"/>
                </a:lnTo>
                <a:lnTo>
                  <a:pt x="230844" y="18040"/>
                </a:lnTo>
                <a:lnTo>
                  <a:pt x="218450" y="18040"/>
                </a:lnTo>
                <a:close/>
                <a:moveTo>
                  <a:pt x="270935" y="18111"/>
                </a:moveTo>
                <a:lnTo>
                  <a:pt x="270935" y="3855"/>
                </a:lnTo>
                <a:lnTo>
                  <a:pt x="257898" y="3855"/>
                </a:lnTo>
                <a:lnTo>
                  <a:pt x="257898" y="18111"/>
                </a:lnTo>
                <a:lnTo>
                  <a:pt x="250003" y="18111"/>
                </a:lnTo>
                <a:lnTo>
                  <a:pt x="250003" y="26808"/>
                </a:lnTo>
                <a:lnTo>
                  <a:pt x="257898" y="26808"/>
                </a:lnTo>
                <a:lnTo>
                  <a:pt x="257898" y="54795"/>
                </a:lnTo>
                <a:cubicBezTo>
                  <a:pt x="257898" y="57181"/>
                  <a:pt x="258296" y="59108"/>
                  <a:pt x="259092" y="60576"/>
                </a:cubicBezTo>
                <a:cubicBezTo>
                  <a:pt x="259888" y="62044"/>
                  <a:pt x="260974" y="63176"/>
                  <a:pt x="262350" y="63972"/>
                </a:cubicBezTo>
                <a:cubicBezTo>
                  <a:pt x="263728" y="64767"/>
                  <a:pt x="265319" y="65302"/>
                  <a:pt x="267125" y="65576"/>
                </a:cubicBezTo>
                <a:cubicBezTo>
                  <a:pt x="268931" y="65852"/>
                  <a:pt x="270844" y="65989"/>
                  <a:pt x="272864" y="65989"/>
                </a:cubicBezTo>
                <a:cubicBezTo>
                  <a:pt x="274150" y="65989"/>
                  <a:pt x="275465" y="65960"/>
                  <a:pt x="276812" y="65900"/>
                </a:cubicBezTo>
                <a:cubicBezTo>
                  <a:pt x="278159" y="65840"/>
                  <a:pt x="279383" y="65721"/>
                  <a:pt x="280484" y="65541"/>
                </a:cubicBezTo>
                <a:lnTo>
                  <a:pt x="280484" y="55401"/>
                </a:lnTo>
                <a:cubicBezTo>
                  <a:pt x="279872" y="55524"/>
                  <a:pt x="279230" y="55616"/>
                  <a:pt x="278556" y="55677"/>
                </a:cubicBezTo>
                <a:cubicBezTo>
                  <a:pt x="277883" y="55738"/>
                  <a:pt x="277179" y="55768"/>
                  <a:pt x="276445" y="55768"/>
                </a:cubicBezTo>
                <a:cubicBezTo>
                  <a:pt x="274241" y="55768"/>
                  <a:pt x="272771" y="55402"/>
                  <a:pt x="272036" y="54669"/>
                </a:cubicBezTo>
                <a:cubicBezTo>
                  <a:pt x="271302" y="53935"/>
                  <a:pt x="270935" y="52469"/>
                  <a:pt x="270935" y="50270"/>
                </a:cubicBezTo>
                <a:lnTo>
                  <a:pt x="270935" y="26808"/>
                </a:lnTo>
                <a:lnTo>
                  <a:pt x="280484" y="26808"/>
                </a:lnTo>
                <a:lnTo>
                  <a:pt x="280484" y="18111"/>
                </a:lnTo>
                <a:lnTo>
                  <a:pt x="270935" y="18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torch">
            <a:extLst xmlns:a="http://schemas.openxmlformats.org/drawingml/2006/main">
              <a:ext uri="{FF2B5EF4-FFF2-40B4-BE49-F238E27FC236}">
                <a16:creationId xmlns:a16="http://schemas.microsoft.com/office/drawing/2014/main" id="{E42A5715-0500-4F58-848A-398C0091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430" y="3390019"/>
            <a:ext cx="225674" cy="66796"/>
          </a:xfrm>
          <a:custGeom xmlns:a="http://schemas.openxmlformats.org/drawingml/2006/main">
            <a:pathLst>
              <a:path w="225674" h="66796">
                <a:moveTo>
                  <a:pt x="20933" y="18111"/>
                </a:moveTo>
                <a:lnTo>
                  <a:pt x="20933" y="3855"/>
                </a:lnTo>
                <a:lnTo>
                  <a:pt x="7896" y="3855"/>
                </a:lnTo>
                <a:lnTo>
                  <a:pt x="7896" y="18111"/>
                </a:lnTo>
                <a:lnTo>
                  <a:pt x="0" y="18111"/>
                </a:lnTo>
                <a:lnTo>
                  <a:pt x="0" y="26808"/>
                </a:lnTo>
                <a:lnTo>
                  <a:pt x="7896" y="26808"/>
                </a:lnTo>
                <a:lnTo>
                  <a:pt x="7896" y="54795"/>
                </a:lnTo>
                <a:cubicBezTo>
                  <a:pt x="7896" y="57181"/>
                  <a:pt x="8294" y="59108"/>
                  <a:pt x="9089" y="60576"/>
                </a:cubicBezTo>
                <a:cubicBezTo>
                  <a:pt x="9885" y="62044"/>
                  <a:pt x="10971" y="63176"/>
                  <a:pt x="12348" y="63972"/>
                </a:cubicBezTo>
                <a:cubicBezTo>
                  <a:pt x="13725" y="64767"/>
                  <a:pt x="15317" y="65302"/>
                  <a:pt x="17122" y="65576"/>
                </a:cubicBezTo>
                <a:cubicBezTo>
                  <a:pt x="18928" y="65852"/>
                  <a:pt x="20842" y="65989"/>
                  <a:pt x="22862" y="65989"/>
                </a:cubicBezTo>
                <a:cubicBezTo>
                  <a:pt x="24147" y="65989"/>
                  <a:pt x="25463" y="65960"/>
                  <a:pt x="26810" y="65900"/>
                </a:cubicBezTo>
                <a:cubicBezTo>
                  <a:pt x="28156" y="65840"/>
                  <a:pt x="29380" y="65721"/>
                  <a:pt x="30481" y="65541"/>
                </a:cubicBezTo>
                <a:lnTo>
                  <a:pt x="30481" y="55401"/>
                </a:lnTo>
                <a:cubicBezTo>
                  <a:pt x="29870" y="55524"/>
                  <a:pt x="29227" y="55616"/>
                  <a:pt x="28554" y="55677"/>
                </a:cubicBezTo>
                <a:cubicBezTo>
                  <a:pt x="27880" y="55738"/>
                  <a:pt x="27177" y="55768"/>
                  <a:pt x="26443" y="55768"/>
                </a:cubicBezTo>
                <a:cubicBezTo>
                  <a:pt x="24238" y="55768"/>
                  <a:pt x="22769" y="55402"/>
                  <a:pt x="22034" y="54669"/>
                </a:cubicBezTo>
                <a:cubicBezTo>
                  <a:pt x="21300" y="53935"/>
                  <a:pt x="20933" y="52469"/>
                  <a:pt x="20933" y="50270"/>
                </a:cubicBezTo>
                <a:lnTo>
                  <a:pt x="20933" y="26808"/>
                </a:lnTo>
                <a:lnTo>
                  <a:pt x="30481" y="26808"/>
                </a:lnTo>
                <a:lnTo>
                  <a:pt x="30481" y="18111"/>
                </a:lnTo>
                <a:lnTo>
                  <a:pt x="20933" y="18111"/>
                </a:lnTo>
                <a:close/>
                <a:moveTo>
                  <a:pt x="48109" y="41872"/>
                </a:moveTo>
                <a:cubicBezTo>
                  <a:pt x="48109" y="39975"/>
                  <a:pt x="48293" y="38108"/>
                  <a:pt x="48660" y="36272"/>
                </a:cubicBezTo>
                <a:cubicBezTo>
                  <a:pt x="49027" y="34434"/>
                  <a:pt x="49654" y="32812"/>
                  <a:pt x="50541" y="31405"/>
                </a:cubicBezTo>
                <a:cubicBezTo>
                  <a:pt x="51429" y="29996"/>
                  <a:pt x="52608" y="28848"/>
                  <a:pt x="54077" y="27961"/>
                </a:cubicBezTo>
                <a:cubicBezTo>
                  <a:pt x="55546" y="27073"/>
                  <a:pt x="57382" y="26629"/>
                  <a:pt x="59586" y="26629"/>
                </a:cubicBezTo>
                <a:cubicBezTo>
                  <a:pt x="61790" y="26629"/>
                  <a:pt x="63641" y="27073"/>
                  <a:pt x="65140" y="27961"/>
                </a:cubicBezTo>
                <a:cubicBezTo>
                  <a:pt x="66640" y="28848"/>
                  <a:pt x="67834" y="29996"/>
                  <a:pt x="68721" y="31405"/>
                </a:cubicBezTo>
                <a:cubicBezTo>
                  <a:pt x="69609" y="32812"/>
                  <a:pt x="70237" y="34434"/>
                  <a:pt x="70604" y="36272"/>
                </a:cubicBezTo>
                <a:cubicBezTo>
                  <a:pt x="70971" y="38108"/>
                  <a:pt x="71154" y="39975"/>
                  <a:pt x="71154" y="41872"/>
                </a:cubicBezTo>
                <a:cubicBezTo>
                  <a:pt x="71154" y="43770"/>
                  <a:pt x="70971" y="45622"/>
                  <a:pt x="70604" y="47429"/>
                </a:cubicBezTo>
                <a:cubicBezTo>
                  <a:pt x="70237" y="49234"/>
                  <a:pt x="69609" y="50856"/>
                  <a:pt x="68721" y="52295"/>
                </a:cubicBezTo>
                <a:cubicBezTo>
                  <a:pt x="67834" y="53734"/>
                  <a:pt x="66640" y="54882"/>
                  <a:pt x="65140" y="55739"/>
                </a:cubicBezTo>
                <a:cubicBezTo>
                  <a:pt x="63641" y="56595"/>
                  <a:pt x="61790" y="57024"/>
                  <a:pt x="59586" y="57024"/>
                </a:cubicBezTo>
                <a:cubicBezTo>
                  <a:pt x="57382" y="57024"/>
                  <a:pt x="55546" y="56595"/>
                  <a:pt x="54077" y="55739"/>
                </a:cubicBezTo>
                <a:cubicBezTo>
                  <a:pt x="52608" y="54882"/>
                  <a:pt x="51429" y="53734"/>
                  <a:pt x="50541" y="52295"/>
                </a:cubicBezTo>
                <a:cubicBezTo>
                  <a:pt x="49654" y="50856"/>
                  <a:pt x="49027" y="49234"/>
                  <a:pt x="48660" y="47429"/>
                </a:cubicBezTo>
                <a:cubicBezTo>
                  <a:pt x="48293" y="45622"/>
                  <a:pt x="48109" y="43770"/>
                  <a:pt x="48109" y="41872"/>
                </a:cubicBezTo>
                <a:moveTo>
                  <a:pt x="35072" y="41874"/>
                </a:moveTo>
                <a:cubicBezTo>
                  <a:pt x="35072" y="45675"/>
                  <a:pt x="35653" y="49108"/>
                  <a:pt x="36816" y="52174"/>
                </a:cubicBezTo>
                <a:cubicBezTo>
                  <a:pt x="37979" y="55239"/>
                  <a:pt x="39632" y="57860"/>
                  <a:pt x="41774" y="60037"/>
                </a:cubicBezTo>
                <a:cubicBezTo>
                  <a:pt x="43917" y="62213"/>
                  <a:pt x="46487" y="63884"/>
                  <a:pt x="49486" y="65049"/>
                </a:cubicBezTo>
                <a:cubicBezTo>
                  <a:pt x="52486" y="66214"/>
                  <a:pt x="55853" y="66796"/>
                  <a:pt x="59586" y="66796"/>
                </a:cubicBezTo>
                <a:cubicBezTo>
                  <a:pt x="63320" y="66796"/>
                  <a:pt x="66701" y="66214"/>
                  <a:pt x="69731" y="65049"/>
                </a:cubicBezTo>
                <a:cubicBezTo>
                  <a:pt x="72761" y="63884"/>
                  <a:pt x="75347" y="62213"/>
                  <a:pt x="77489" y="60037"/>
                </a:cubicBezTo>
                <a:cubicBezTo>
                  <a:pt x="79632" y="57860"/>
                  <a:pt x="81285" y="55239"/>
                  <a:pt x="82447" y="52174"/>
                </a:cubicBezTo>
                <a:cubicBezTo>
                  <a:pt x="83610" y="49108"/>
                  <a:pt x="84192" y="45675"/>
                  <a:pt x="84192" y="41874"/>
                </a:cubicBezTo>
                <a:cubicBezTo>
                  <a:pt x="84192" y="38073"/>
                  <a:pt x="83610" y="34624"/>
                  <a:pt x="82447" y="31528"/>
                </a:cubicBezTo>
                <a:cubicBezTo>
                  <a:pt x="81285" y="28431"/>
                  <a:pt x="79632" y="25794"/>
                  <a:pt x="77489" y="23618"/>
                </a:cubicBezTo>
                <a:cubicBezTo>
                  <a:pt x="75347" y="21441"/>
                  <a:pt x="72761" y="19755"/>
                  <a:pt x="69731" y="18560"/>
                </a:cubicBezTo>
                <a:cubicBezTo>
                  <a:pt x="66701" y="17364"/>
                  <a:pt x="63320" y="16766"/>
                  <a:pt x="59586" y="16766"/>
                </a:cubicBezTo>
                <a:cubicBezTo>
                  <a:pt x="55853" y="16766"/>
                  <a:pt x="52486" y="17364"/>
                  <a:pt x="49486" y="18560"/>
                </a:cubicBezTo>
                <a:cubicBezTo>
                  <a:pt x="46487" y="19755"/>
                  <a:pt x="43917" y="21441"/>
                  <a:pt x="41774" y="23618"/>
                </a:cubicBezTo>
                <a:cubicBezTo>
                  <a:pt x="39632" y="25794"/>
                  <a:pt x="37979" y="28431"/>
                  <a:pt x="36816" y="31528"/>
                </a:cubicBezTo>
                <a:cubicBezTo>
                  <a:pt x="35653" y="34624"/>
                  <a:pt x="35072" y="38073"/>
                  <a:pt x="35072" y="41874"/>
                </a:cubicBezTo>
                <a:close/>
                <a:moveTo>
                  <a:pt x="92393" y="18040"/>
                </a:moveTo>
                <a:lnTo>
                  <a:pt x="92393" y="65541"/>
                </a:lnTo>
                <a:lnTo>
                  <a:pt x="105431" y="65541"/>
                </a:lnTo>
                <a:lnTo>
                  <a:pt x="105431" y="44127"/>
                </a:lnTo>
                <a:cubicBezTo>
                  <a:pt x="105431" y="41982"/>
                  <a:pt x="105645" y="39991"/>
                  <a:pt x="106074" y="38153"/>
                </a:cubicBezTo>
                <a:cubicBezTo>
                  <a:pt x="106502" y="36315"/>
                  <a:pt x="107221" y="34707"/>
                  <a:pt x="108231" y="33328"/>
                </a:cubicBezTo>
                <a:cubicBezTo>
                  <a:pt x="109241" y="31950"/>
                  <a:pt x="110571" y="30862"/>
                  <a:pt x="112224" y="30065"/>
                </a:cubicBezTo>
                <a:cubicBezTo>
                  <a:pt x="113877" y="29269"/>
                  <a:pt x="115897" y="28870"/>
                  <a:pt x="118284" y="28870"/>
                </a:cubicBezTo>
                <a:cubicBezTo>
                  <a:pt x="119080" y="28870"/>
                  <a:pt x="119906" y="28917"/>
                  <a:pt x="120762" y="29009"/>
                </a:cubicBezTo>
                <a:cubicBezTo>
                  <a:pt x="121620" y="29101"/>
                  <a:pt x="122354" y="29208"/>
                  <a:pt x="122966" y="29330"/>
                </a:cubicBezTo>
                <a:lnTo>
                  <a:pt x="122966" y="17224"/>
                </a:lnTo>
                <a:cubicBezTo>
                  <a:pt x="121926" y="16919"/>
                  <a:pt x="120977" y="16766"/>
                  <a:pt x="120121" y="16766"/>
                </a:cubicBezTo>
                <a:cubicBezTo>
                  <a:pt x="118468" y="16766"/>
                  <a:pt x="116876" y="17011"/>
                  <a:pt x="115346" y="17500"/>
                </a:cubicBezTo>
                <a:cubicBezTo>
                  <a:pt x="113817" y="17989"/>
                  <a:pt x="112378" y="18676"/>
                  <a:pt x="111031" y="19563"/>
                </a:cubicBezTo>
                <a:cubicBezTo>
                  <a:pt x="109685" y="20449"/>
                  <a:pt x="108491" y="21519"/>
                  <a:pt x="107451" y="22772"/>
                </a:cubicBezTo>
                <a:cubicBezTo>
                  <a:pt x="106410" y="24026"/>
                  <a:pt x="105584" y="25386"/>
                  <a:pt x="104971" y="26853"/>
                </a:cubicBezTo>
                <a:lnTo>
                  <a:pt x="104788" y="26853"/>
                </a:lnTo>
                <a:lnTo>
                  <a:pt x="104788" y="18040"/>
                </a:lnTo>
                <a:lnTo>
                  <a:pt x="92393" y="18040"/>
                </a:lnTo>
                <a:close/>
                <a:moveTo>
                  <a:pt x="160671" y="34788"/>
                </a:moveTo>
                <a:lnTo>
                  <a:pt x="173432" y="34788"/>
                </a:lnTo>
                <a:cubicBezTo>
                  <a:pt x="173249" y="31723"/>
                  <a:pt x="172515" y="29072"/>
                  <a:pt x="171229" y="26835"/>
                </a:cubicBezTo>
                <a:cubicBezTo>
                  <a:pt x="169944" y="24597"/>
                  <a:pt x="168275" y="22727"/>
                  <a:pt x="166225" y="21226"/>
                </a:cubicBezTo>
                <a:cubicBezTo>
                  <a:pt x="164174" y="19724"/>
                  <a:pt x="161849" y="18605"/>
                  <a:pt x="159248" y="17870"/>
                </a:cubicBezTo>
                <a:cubicBezTo>
                  <a:pt x="156647" y="17134"/>
                  <a:pt x="153938" y="16766"/>
                  <a:pt x="151122" y="16766"/>
                </a:cubicBezTo>
                <a:cubicBezTo>
                  <a:pt x="147266" y="16766"/>
                  <a:pt x="143838" y="17410"/>
                  <a:pt x="140838" y="18698"/>
                </a:cubicBezTo>
                <a:cubicBezTo>
                  <a:pt x="137839" y="19985"/>
                  <a:pt x="135299" y="21778"/>
                  <a:pt x="133219" y="24078"/>
                </a:cubicBezTo>
                <a:cubicBezTo>
                  <a:pt x="131138" y="26377"/>
                  <a:pt x="129562" y="29106"/>
                  <a:pt x="128490" y="32263"/>
                </a:cubicBezTo>
                <a:cubicBezTo>
                  <a:pt x="127419" y="35420"/>
                  <a:pt x="126884" y="38838"/>
                  <a:pt x="126884" y="42517"/>
                </a:cubicBezTo>
                <a:cubicBezTo>
                  <a:pt x="126884" y="46073"/>
                  <a:pt x="127465" y="49338"/>
                  <a:pt x="128628" y="52312"/>
                </a:cubicBezTo>
                <a:cubicBezTo>
                  <a:pt x="129790" y="55285"/>
                  <a:pt x="131412" y="57844"/>
                  <a:pt x="133493" y="59991"/>
                </a:cubicBezTo>
                <a:cubicBezTo>
                  <a:pt x="135575" y="62137"/>
                  <a:pt x="138100" y="63808"/>
                  <a:pt x="141068" y="65003"/>
                </a:cubicBezTo>
                <a:cubicBezTo>
                  <a:pt x="144037" y="66199"/>
                  <a:pt x="147297" y="66796"/>
                  <a:pt x="150846" y="66796"/>
                </a:cubicBezTo>
                <a:cubicBezTo>
                  <a:pt x="157151" y="66796"/>
                  <a:pt x="162322" y="65137"/>
                  <a:pt x="166362" y="61819"/>
                </a:cubicBezTo>
                <a:cubicBezTo>
                  <a:pt x="170402" y="58500"/>
                  <a:pt x="172851" y="53688"/>
                  <a:pt x="173708" y="47384"/>
                </a:cubicBezTo>
                <a:lnTo>
                  <a:pt x="161129" y="47384"/>
                </a:lnTo>
                <a:cubicBezTo>
                  <a:pt x="160702" y="50322"/>
                  <a:pt x="159646" y="52663"/>
                  <a:pt x="157962" y="54408"/>
                </a:cubicBezTo>
                <a:cubicBezTo>
                  <a:pt x="156279" y="56152"/>
                  <a:pt x="153877" y="57024"/>
                  <a:pt x="150755" y="57024"/>
                </a:cubicBezTo>
                <a:cubicBezTo>
                  <a:pt x="148735" y="57024"/>
                  <a:pt x="147021" y="56564"/>
                  <a:pt x="145613" y="55646"/>
                </a:cubicBezTo>
                <a:cubicBezTo>
                  <a:pt x="144205" y="54728"/>
                  <a:pt x="143088" y="53550"/>
                  <a:pt x="142262" y="52112"/>
                </a:cubicBezTo>
                <a:cubicBezTo>
                  <a:pt x="141436" y="50673"/>
                  <a:pt x="140839" y="49065"/>
                  <a:pt x="140471" y="47290"/>
                </a:cubicBezTo>
                <a:cubicBezTo>
                  <a:pt x="140104" y="45514"/>
                  <a:pt x="139921" y="43770"/>
                  <a:pt x="139921" y="42056"/>
                </a:cubicBezTo>
                <a:cubicBezTo>
                  <a:pt x="139921" y="40281"/>
                  <a:pt x="140104" y="38490"/>
                  <a:pt x="140471" y="36685"/>
                </a:cubicBezTo>
                <a:cubicBezTo>
                  <a:pt x="140839" y="34879"/>
                  <a:pt x="141467" y="33225"/>
                  <a:pt x="142354" y="31726"/>
                </a:cubicBezTo>
                <a:cubicBezTo>
                  <a:pt x="143241" y="30226"/>
                  <a:pt x="144389" y="29001"/>
                  <a:pt x="145796" y="28052"/>
                </a:cubicBezTo>
                <a:cubicBezTo>
                  <a:pt x="147205" y="27103"/>
                  <a:pt x="148949" y="26629"/>
                  <a:pt x="151030" y="26629"/>
                </a:cubicBezTo>
                <a:cubicBezTo>
                  <a:pt x="156600" y="26629"/>
                  <a:pt x="159814" y="29349"/>
                  <a:pt x="160671" y="34788"/>
                </a:cubicBezTo>
                <a:close/>
                <a:moveTo>
                  <a:pt x="181145" y="0"/>
                </a:moveTo>
                <a:lnTo>
                  <a:pt x="181145" y="65541"/>
                </a:lnTo>
                <a:lnTo>
                  <a:pt x="194182" y="65541"/>
                </a:lnTo>
                <a:lnTo>
                  <a:pt x="194182" y="40663"/>
                </a:lnTo>
                <a:cubicBezTo>
                  <a:pt x="194182" y="35828"/>
                  <a:pt x="194978" y="32355"/>
                  <a:pt x="196569" y="30245"/>
                </a:cubicBezTo>
                <a:cubicBezTo>
                  <a:pt x="198161" y="28133"/>
                  <a:pt x="200732" y="27077"/>
                  <a:pt x="204282" y="27077"/>
                </a:cubicBezTo>
                <a:cubicBezTo>
                  <a:pt x="207404" y="27077"/>
                  <a:pt x="209577" y="28041"/>
                  <a:pt x="210800" y="29969"/>
                </a:cubicBezTo>
                <a:cubicBezTo>
                  <a:pt x="212024" y="31896"/>
                  <a:pt x="212637" y="34819"/>
                  <a:pt x="212637" y="38736"/>
                </a:cubicBezTo>
                <a:lnTo>
                  <a:pt x="212637" y="65541"/>
                </a:lnTo>
                <a:lnTo>
                  <a:pt x="225674" y="65541"/>
                </a:lnTo>
                <a:lnTo>
                  <a:pt x="225674" y="36332"/>
                </a:lnTo>
                <a:cubicBezTo>
                  <a:pt x="225674" y="33393"/>
                  <a:pt x="225414" y="30714"/>
                  <a:pt x="224893" y="28295"/>
                </a:cubicBezTo>
                <a:cubicBezTo>
                  <a:pt x="224373" y="25876"/>
                  <a:pt x="223470" y="23824"/>
                  <a:pt x="222184" y="22140"/>
                </a:cubicBezTo>
                <a:cubicBezTo>
                  <a:pt x="220899" y="20456"/>
                  <a:pt x="219139" y="19140"/>
                  <a:pt x="216905" y="18191"/>
                </a:cubicBezTo>
                <a:cubicBezTo>
                  <a:pt x="214671" y="17241"/>
                  <a:pt x="211810" y="16766"/>
                  <a:pt x="208322" y="16766"/>
                </a:cubicBezTo>
                <a:cubicBezTo>
                  <a:pt x="205873" y="16766"/>
                  <a:pt x="203363" y="17395"/>
                  <a:pt x="200792" y="18653"/>
                </a:cubicBezTo>
                <a:cubicBezTo>
                  <a:pt x="198222" y="19911"/>
                  <a:pt x="196110" y="21921"/>
                  <a:pt x="194458" y="24683"/>
                </a:cubicBezTo>
                <a:lnTo>
                  <a:pt x="194182" y="24683"/>
                </a:lnTo>
                <a:lnTo>
                  <a:pt x="194182" y="0"/>
                </a:lnTo>
                <a:lnTo>
                  <a:pt x="181145" y="0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a=torch.tensor([1,float('nan'),3])">
            <a:extLst xmlns:a="http://schemas.openxmlformats.org/drawingml/2006/main">
              <a:ext uri="{FF2B5EF4-FFF2-40B4-BE49-F238E27FC236}">
                <a16:creationId xmlns:a16="http://schemas.microsoft.com/office/drawing/2014/main" id="{58D04527-5517-420B-9CA8-B8DF38A5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658" y="3498578"/>
            <a:ext cx="1468555" cy="83742"/>
          </a:xfrm>
          <a:custGeom xmlns:a="http://schemas.openxmlformats.org/drawingml/2006/main">
            <a:pathLst>
              <a:path w="1468555" h="83742">
                <a:moveTo>
                  <a:pt x="1470" y="34286"/>
                </a:moveTo>
                <a:cubicBezTo>
                  <a:pt x="1653" y="31226"/>
                  <a:pt x="2418" y="28686"/>
                  <a:pt x="3764" y="26667"/>
                </a:cubicBezTo>
                <a:cubicBezTo>
                  <a:pt x="5111" y="24647"/>
                  <a:pt x="6825" y="23024"/>
                  <a:pt x="8906" y="21800"/>
                </a:cubicBezTo>
                <a:cubicBezTo>
                  <a:pt x="10987" y="20575"/>
                  <a:pt x="13328" y="19703"/>
                  <a:pt x="15929" y="19183"/>
                </a:cubicBezTo>
                <a:cubicBezTo>
                  <a:pt x="18531" y="18663"/>
                  <a:pt x="21148" y="18403"/>
                  <a:pt x="23779" y="18403"/>
                </a:cubicBezTo>
                <a:cubicBezTo>
                  <a:pt x="26167" y="18403"/>
                  <a:pt x="28584" y="18571"/>
                  <a:pt x="31032" y="18908"/>
                </a:cubicBezTo>
                <a:cubicBezTo>
                  <a:pt x="33481" y="19245"/>
                  <a:pt x="35715" y="19903"/>
                  <a:pt x="37734" y="20882"/>
                </a:cubicBezTo>
                <a:cubicBezTo>
                  <a:pt x="39754" y="21861"/>
                  <a:pt x="41407" y="23223"/>
                  <a:pt x="42692" y="24967"/>
                </a:cubicBezTo>
                <a:cubicBezTo>
                  <a:pt x="43978" y="26712"/>
                  <a:pt x="44621" y="29023"/>
                  <a:pt x="44621" y="31899"/>
                </a:cubicBezTo>
                <a:lnTo>
                  <a:pt x="44621" y="56596"/>
                </a:lnTo>
                <a:cubicBezTo>
                  <a:pt x="44621" y="58739"/>
                  <a:pt x="44743" y="60789"/>
                  <a:pt x="44988" y="62748"/>
                </a:cubicBezTo>
                <a:cubicBezTo>
                  <a:pt x="45233" y="64706"/>
                  <a:pt x="45661" y="66175"/>
                  <a:pt x="46273" y="67155"/>
                </a:cubicBezTo>
                <a:lnTo>
                  <a:pt x="33052" y="67155"/>
                </a:lnTo>
                <a:cubicBezTo>
                  <a:pt x="32807" y="66421"/>
                  <a:pt x="32609" y="65671"/>
                  <a:pt x="32455" y="64907"/>
                </a:cubicBezTo>
                <a:cubicBezTo>
                  <a:pt x="32302" y="64141"/>
                  <a:pt x="32195" y="63360"/>
                  <a:pt x="32135" y="62564"/>
                </a:cubicBezTo>
                <a:cubicBezTo>
                  <a:pt x="30054" y="64707"/>
                  <a:pt x="27605" y="66207"/>
                  <a:pt x="24789" y="67064"/>
                </a:cubicBezTo>
                <a:cubicBezTo>
                  <a:pt x="21974" y="67920"/>
                  <a:pt x="19097" y="68349"/>
                  <a:pt x="16158" y="68349"/>
                </a:cubicBezTo>
                <a:cubicBezTo>
                  <a:pt x="13894" y="68349"/>
                  <a:pt x="11783" y="68073"/>
                  <a:pt x="9823" y="67522"/>
                </a:cubicBezTo>
                <a:cubicBezTo>
                  <a:pt x="7865" y="66971"/>
                  <a:pt x="6151" y="66114"/>
                  <a:pt x="4682" y="64951"/>
                </a:cubicBezTo>
                <a:cubicBezTo>
                  <a:pt x="3214" y="63789"/>
                  <a:pt x="2066" y="62320"/>
                  <a:pt x="1240" y="60545"/>
                </a:cubicBezTo>
                <a:cubicBezTo>
                  <a:pt x="413" y="58770"/>
                  <a:pt x="0" y="56658"/>
                  <a:pt x="0" y="54209"/>
                </a:cubicBezTo>
                <a:cubicBezTo>
                  <a:pt x="0" y="51516"/>
                  <a:pt x="474" y="49298"/>
                  <a:pt x="1423" y="47553"/>
                </a:cubicBezTo>
                <a:cubicBezTo>
                  <a:pt x="2372" y="45809"/>
                  <a:pt x="3596" y="44416"/>
                  <a:pt x="5095" y="43376"/>
                </a:cubicBezTo>
                <a:cubicBezTo>
                  <a:pt x="6595" y="42335"/>
                  <a:pt x="8309" y="41555"/>
                  <a:pt x="10237" y="41035"/>
                </a:cubicBezTo>
                <a:cubicBezTo>
                  <a:pt x="12165" y="40514"/>
                  <a:pt x="14109" y="40102"/>
                  <a:pt x="16067" y="39796"/>
                </a:cubicBezTo>
                <a:cubicBezTo>
                  <a:pt x="18026" y="39490"/>
                  <a:pt x="19953" y="39245"/>
                  <a:pt x="21850" y="39061"/>
                </a:cubicBezTo>
                <a:cubicBezTo>
                  <a:pt x="23748" y="38877"/>
                  <a:pt x="25432" y="38601"/>
                  <a:pt x="26901" y="38234"/>
                </a:cubicBezTo>
                <a:cubicBezTo>
                  <a:pt x="28370" y="37867"/>
                  <a:pt x="29533" y="37332"/>
                  <a:pt x="30389" y="36629"/>
                </a:cubicBezTo>
                <a:cubicBezTo>
                  <a:pt x="31246" y="35925"/>
                  <a:pt x="31645" y="34899"/>
                  <a:pt x="31584" y="33552"/>
                </a:cubicBezTo>
                <a:cubicBezTo>
                  <a:pt x="31584" y="32144"/>
                  <a:pt x="31354" y="31027"/>
                  <a:pt x="30895" y="30201"/>
                </a:cubicBezTo>
                <a:cubicBezTo>
                  <a:pt x="30435" y="29375"/>
                  <a:pt x="29823" y="28732"/>
                  <a:pt x="29058" y="28274"/>
                </a:cubicBezTo>
                <a:cubicBezTo>
                  <a:pt x="28293" y="27814"/>
                  <a:pt x="27405" y="27508"/>
                  <a:pt x="26395" y="27355"/>
                </a:cubicBezTo>
                <a:cubicBezTo>
                  <a:pt x="25385" y="27201"/>
                  <a:pt x="24299" y="27125"/>
                  <a:pt x="23136" y="27125"/>
                </a:cubicBezTo>
                <a:cubicBezTo>
                  <a:pt x="20566" y="27125"/>
                  <a:pt x="18546" y="27676"/>
                  <a:pt x="17077" y="28778"/>
                </a:cubicBezTo>
                <a:cubicBezTo>
                  <a:pt x="15608" y="29880"/>
                  <a:pt x="14751" y="31716"/>
                  <a:pt x="14507" y="34286"/>
                </a:cubicBezTo>
                <a:lnTo>
                  <a:pt x="1470" y="34286"/>
                </a:lnTo>
                <a:moveTo>
                  <a:pt x="31584" y="43926"/>
                </a:moveTo>
                <a:cubicBezTo>
                  <a:pt x="31033" y="44417"/>
                  <a:pt x="30344" y="44799"/>
                  <a:pt x="29518" y="45075"/>
                </a:cubicBezTo>
                <a:cubicBezTo>
                  <a:pt x="28691" y="45350"/>
                  <a:pt x="27803" y="45580"/>
                  <a:pt x="26854" y="45764"/>
                </a:cubicBezTo>
                <a:cubicBezTo>
                  <a:pt x="25907" y="45947"/>
                  <a:pt x="24912" y="46100"/>
                  <a:pt x="23870" y="46222"/>
                </a:cubicBezTo>
                <a:cubicBezTo>
                  <a:pt x="22830" y="46345"/>
                  <a:pt x="21790" y="46497"/>
                  <a:pt x="20749" y="46680"/>
                </a:cubicBezTo>
                <a:cubicBezTo>
                  <a:pt x="19770" y="46864"/>
                  <a:pt x="18807" y="47110"/>
                  <a:pt x="17858" y="47416"/>
                </a:cubicBezTo>
                <a:cubicBezTo>
                  <a:pt x="16909" y="47721"/>
                  <a:pt x="16082" y="48135"/>
                  <a:pt x="15378" y="48656"/>
                </a:cubicBezTo>
                <a:cubicBezTo>
                  <a:pt x="14675" y="49176"/>
                  <a:pt x="14109" y="49834"/>
                  <a:pt x="13680" y="50630"/>
                </a:cubicBezTo>
                <a:cubicBezTo>
                  <a:pt x="13251" y="51424"/>
                  <a:pt x="13037" y="52434"/>
                  <a:pt x="13037" y="53658"/>
                </a:cubicBezTo>
                <a:cubicBezTo>
                  <a:pt x="13037" y="54821"/>
                  <a:pt x="13251" y="55801"/>
                  <a:pt x="13680" y="56596"/>
                </a:cubicBezTo>
                <a:cubicBezTo>
                  <a:pt x="14109" y="57392"/>
                  <a:pt x="14690" y="58020"/>
                  <a:pt x="15424" y="58479"/>
                </a:cubicBezTo>
                <a:cubicBezTo>
                  <a:pt x="16159" y="58938"/>
                  <a:pt x="17016" y="59259"/>
                  <a:pt x="17995" y="59443"/>
                </a:cubicBezTo>
                <a:cubicBezTo>
                  <a:pt x="18975" y="59627"/>
                  <a:pt x="19985" y="59719"/>
                  <a:pt x="21025" y="59719"/>
                </a:cubicBezTo>
                <a:cubicBezTo>
                  <a:pt x="23595" y="59719"/>
                  <a:pt x="25584" y="59291"/>
                  <a:pt x="26992" y="58434"/>
                </a:cubicBezTo>
                <a:cubicBezTo>
                  <a:pt x="28400" y="57577"/>
                  <a:pt x="29441" y="56551"/>
                  <a:pt x="30114" y="55358"/>
                </a:cubicBezTo>
                <a:cubicBezTo>
                  <a:pt x="30788" y="54164"/>
                  <a:pt x="31201" y="52955"/>
                  <a:pt x="31354" y="51731"/>
                </a:cubicBezTo>
                <a:cubicBezTo>
                  <a:pt x="31507" y="50506"/>
                  <a:pt x="31584" y="49527"/>
                  <a:pt x="31584" y="48793"/>
                </a:cubicBezTo>
                <a:lnTo>
                  <a:pt x="31584" y="43926"/>
                </a:lnTo>
                <a:close/>
                <a:moveTo>
                  <a:pt x="125873" y="58727"/>
                </a:moveTo>
                <a:lnTo>
                  <a:pt x="125873" y="48865"/>
                </a:lnTo>
                <a:lnTo>
                  <a:pt x="79510" y="48865"/>
                </a:lnTo>
                <a:lnTo>
                  <a:pt x="79510" y="58727"/>
                </a:lnTo>
                <a:lnTo>
                  <a:pt x="125873" y="58727"/>
                </a:lnTo>
                <a:moveTo>
                  <a:pt x="125873" y="39092"/>
                </a:moveTo>
                <a:lnTo>
                  <a:pt x="125873" y="29229"/>
                </a:lnTo>
                <a:lnTo>
                  <a:pt x="79510" y="29229"/>
                </a:lnTo>
                <a:lnTo>
                  <a:pt x="79510" y="39092"/>
                </a:lnTo>
                <a:lnTo>
                  <a:pt x="125873" y="39092"/>
                </a:lnTo>
                <a:close/>
                <a:moveTo>
                  <a:pt x="176921" y="19725"/>
                </a:moveTo>
                <a:lnTo>
                  <a:pt x="176921" y="5469"/>
                </a:lnTo>
                <a:lnTo>
                  <a:pt x="163884" y="5469"/>
                </a:lnTo>
                <a:lnTo>
                  <a:pt x="163884" y="19725"/>
                </a:lnTo>
                <a:lnTo>
                  <a:pt x="155988" y="19725"/>
                </a:lnTo>
                <a:lnTo>
                  <a:pt x="155988" y="28422"/>
                </a:lnTo>
                <a:lnTo>
                  <a:pt x="163884" y="28422"/>
                </a:lnTo>
                <a:lnTo>
                  <a:pt x="163884" y="56409"/>
                </a:lnTo>
                <a:cubicBezTo>
                  <a:pt x="163884" y="58795"/>
                  <a:pt x="164282" y="60722"/>
                  <a:pt x="165077" y="62190"/>
                </a:cubicBezTo>
                <a:cubicBezTo>
                  <a:pt x="165873" y="63658"/>
                  <a:pt x="166959" y="64790"/>
                  <a:pt x="168336" y="65586"/>
                </a:cubicBezTo>
                <a:cubicBezTo>
                  <a:pt x="169713" y="66381"/>
                  <a:pt x="171305" y="66916"/>
                  <a:pt x="173110" y="67190"/>
                </a:cubicBezTo>
                <a:cubicBezTo>
                  <a:pt x="174916" y="67466"/>
                  <a:pt x="176830" y="67603"/>
                  <a:pt x="178850" y="67603"/>
                </a:cubicBezTo>
                <a:cubicBezTo>
                  <a:pt x="180135" y="67603"/>
                  <a:pt x="181451" y="67573"/>
                  <a:pt x="182798" y="67514"/>
                </a:cubicBezTo>
                <a:cubicBezTo>
                  <a:pt x="184144" y="67454"/>
                  <a:pt x="185368" y="67334"/>
                  <a:pt x="186470" y="67155"/>
                </a:cubicBezTo>
                <a:lnTo>
                  <a:pt x="186470" y="57015"/>
                </a:lnTo>
                <a:cubicBezTo>
                  <a:pt x="185858" y="57137"/>
                  <a:pt x="185215" y="57229"/>
                  <a:pt x="184542" y="57291"/>
                </a:cubicBezTo>
                <a:cubicBezTo>
                  <a:pt x="183868" y="57352"/>
                  <a:pt x="183165" y="57382"/>
                  <a:pt x="182431" y="57382"/>
                </a:cubicBezTo>
                <a:cubicBezTo>
                  <a:pt x="180226" y="57382"/>
                  <a:pt x="178757" y="57016"/>
                  <a:pt x="178022" y="56282"/>
                </a:cubicBezTo>
                <a:cubicBezTo>
                  <a:pt x="177288" y="55549"/>
                  <a:pt x="176921" y="54083"/>
                  <a:pt x="176921" y="51884"/>
                </a:cubicBezTo>
                <a:lnTo>
                  <a:pt x="176921" y="28422"/>
                </a:lnTo>
                <a:lnTo>
                  <a:pt x="186470" y="28422"/>
                </a:lnTo>
                <a:lnTo>
                  <a:pt x="186470" y="19725"/>
                </a:lnTo>
                <a:lnTo>
                  <a:pt x="176921" y="19725"/>
                </a:lnTo>
                <a:close/>
                <a:moveTo>
                  <a:pt x="204097" y="43486"/>
                </a:moveTo>
                <a:cubicBezTo>
                  <a:pt x="204097" y="41589"/>
                  <a:pt x="204280" y="39722"/>
                  <a:pt x="204647" y="37885"/>
                </a:cubicBezTo>
                <a:cubicBezTo>
                  <a:pt x="205014" y="36048"/>
                  <a:pt x="205641" y="34426"/>
                  <a:pt x="206529" y="33019"/>
                </a:cubicBezTo>
                <a:cubicBezTo>
                  <a:pt x="207417" y="31610"/>
                  <a:pt x="208595" y="30462"/>
                  <a:pt x="210065" y="29575"/>
                </a:cubicBezTo>
                <a:cubicBezTo>
                  <a:pt x="211534" y="28687"/>
                  <a:pt x="213370" y="28243"/>
                  <a:pt x="215573" y="28243"/>
                </a:cubicBezTo>
                <a:cubicBezTo>
                  <a:pt x="217777" y="28243"/>
                  <a:pt x="219629" y="28687"/>
                  <a:pt x="221128" y="29575"/>
                </a:cubicBezTo>
                <a:cubicBezTo>
                  <a:pt x="222628" y="30462"/>
                  <a:pt x="223821" y="31610"/>
                  <a:pt x="224709" y="33019"/>
                </a:cubicBezTo>
                <a:cubicBezTo>
                  <a:pt x="225597" y="34426"/>
                  <a:pt x="226224" y="36048"/>
                  <a:pt x="226591" y="37885"/>
                </a:cubicBezTo>
                <a:cubicBezTo>
                  <a:pt x="226958" y="39722"/>
                  <a:pt x="227142" y="41589"/>
                  <a:pt x="227142" y="43486"/>
                </a:cubicBezTo>
                <a:cubicBezTo>
                  <a:pt x="227142" y="45384"/>
                  <a:pt x="226958" y="47236"/>
                  <a:pt x="226591" y="49042"/>
                </a:cubicBezTo>
                <a:cubicBezTo>
                  <a:pt x="226224" y="50848"/>
                  <a:pt x="225597" y="52470"/>
                  <a:pt x="224709" y="53909"/>
                </a:cubicBezTo>
                <a:cubicBezTo>
                  <a:pt x="223821" y="55348"/>
                  <a:pt x="222628" y="56495"/>
                  <a:pt x="221128" y="57353"/>
                </a:cubicBezTo>
                <a:cubicBezTo>
                  <a:pt x="219629" y="58209"/>
                  <a:pt x="217777" y="58637"/>
                  <a:pt x="215573" y="58637"/>
                </a:cubicBezTo>
                <a:cubicBezTo>
                  <a:pt x="213370" y="58637"/>
                  <a:pt x="211534" y="58209"/>
                  <a:pt x="210065" y="57353"/>
                </a:cubicBezTo>
                <a:cubicBezTo>
                  <a:pt x="208595" y="56495"/>
                  <a:pt x="207417" y="55348"/>
                  <a:pt x="206529" y="53909"/>
                </a:cubicBezTo>
                <a:cubicBezTo>
                  <a:pt x="205641" y="52470"/>
                  <a:pt x="205014" y="50848"/>
                  <a:pt x="204647" y="49042"/>
                </a:cubicBezTo>
                <a:cubicBezTo>
                  <a:pt x="204280" y="47236"/>
                  <a:pt x="204097" y="45384"/>
                  <a:pt x="204097" y="43486"/>
                </a:cubicBezTo>
                <a:moveTo>
                  <a:pt x="191060" y="43488"/>
                </a:moveTo>
                <a:cubicBezTo>
                  <a:pt x="191060" y="47289"/>
                  <a:pt x="191641" y="50722"/>
                  <a:pt x="192804" y="53787"/>
                </a:cubicBezTo>
                <a:cubicBezTo>
                  <a:pt x="193966" y="56853"/>
                  <a:pt x="195619" y="59474"/>
                  <a:pt x="197762" y="61651"/>
                </a:cubicBezTo>
                <a:cubicBezTo>
                  <a:pt x="199904" y="63827"/>
                  <a:pt x="202475" y="65498"/>
                  <a:pt x="205474" y="66663"/>
                </a:cubicBezTo>
                <a:cubicBezTo>
                  <a:pt x="208474" y="67828"/>
                  <a:pt x="211840" y="68410"/>
                  <a:pt x="215573" y="68410"/>
                </a:cubicBezTo>
                <a:cubicBezTo>
                  <a:pt x="219307" y="68410"/>
                  <a:pt x="222689" y="67828"/>
                  <a:pt x="225719" y="66663"/>
                </a:cubicBezTo>
                <a:cubicBezTo>
                  <a:pt x="228748" y="65498"/>
                  <a:pt x="231334" y="63827"/>
                  <a:pt x="233477" y="61651"/>
                </a:cubicBezTo>
                <a:cubicBezTo>
                  <a:pt x="235619" y="59474"/>
                  <a:pt x="237272" y="56853"/>
                  <a:pt x="238435" y="53787"/>
                </a:cubicBezTo>
                <a:cubicBezTo>
                  <a:pt x="239598" y="50722"/>
                  <a:pt x="240179" y="47289"/>
                  <a:pt x="240179" y="43488"/>
                </a:cubicBezTo>
                <a:cubicBezTo>
                  <a:pt x="240179" y="39687"/>
                  <a:pt x="239598" y="36238"/>
                  <a:pt x="238435" y="33142"/>
                </a:cubicBezTo>
                <a:cubicBezTo>
                  <a:pt x="237272" y="30045"/>
                  <a:pt x="235619" y="27408"/>
                  <a:pt x="233477" y="25232"/>
                </a:cubicBezTo>
                <a:cubicBezTo>
                  <a:pt x="231334" y="23055"/>
                  <a:pt x="228748" y="21369"/>
                  <a:pt x="225719" y="20173"/>
                </a:cubicBezTo>
                <a:cubicBezTo>
                  <a:pt x="222689" y="18978"/>
                  <a:pt x="219307" y="18380"/>
                  <a:pt x="215573" y="18380"/>
                </a:cubicBezTo>
                <a:cubicBezTo>
                  <a:pt x="211840" y="18380"/>
                  <a:pt x="208474" y="18978"/>
                  <a:pt x="205474" y="20173"/>
                </a:cubicBezTo>
                <a:cubicBezTo>
                  <a:pt x="202475" y="21369"/>
                  <a:pt x="199904" y="23055"/>
                  <a:pt x="197762" y="25232"/>
                </a:cubicBezTo>
                <a:cubicBezTo>
                  <a:pt x="195619" y="27408"/>
                  <a:pt x="193966" y="30045"/>
                  <a:pt x="192804" y="33142"/>
                </a:cubicBezTo>
                <a:cubicBezTo>
                  <a:pt x="191641" y="36238"/>
                  <a:pt x="191060" y="39687"/>
                  <a:pt x="191060" y="43488"/>
                </a:cubicBezTo>
                <a:close/>
                <a:moveTo>
                  <a:pt x="248381" y="19654"/>
                </a:moveTo>
                <a:lnTo>
                  <a:pt x="248381" y="67155"/>
                </a:lnTo>
                <a:lnTo>
                  <a:pt x="261418" y="67155"/>
                </a:lnTo>
                <a:lnTo>
                  <a:pt x="261418" y="45740"/>
                </a:lnTo>
                <a:cubicBezTo>
                  <a:pt x="261418" y="43596"/>
                  <a:pt x="261633" y="41605"/>
                  <a:pt x="262061" y="39767"/>
                </a:cubicBezTo>
                <a:cubicBezTo>
                  <a:pt x="262490" y="37929"/>
                  <a:pt x="263209" y="36321"/>
                  <a:pt x="264219" y="34942"/>
                </a:cubicBezTo>
                <a:cubicBezTo>
                  <a:pt x="265228" y="33564"/>
                  <a:pt x="266559" y="32476"/>
                  <a:pt x="268211" y="31679"/>
                </a:cubicBezTo>
                <a:cubicBezTo>
                  <a:pt x="269865" y="30883"/>
                  <a:pt x="271885" y="30484"/>
                  <a:pt x="274272" y="30484"/>
                </a:cubicBezTo>
                <a:cubicBezTo>
                  <a:pt x="275068" y="30484"/>
                  <a:pt x="275894" y="30531"/>
                  <a:pt x="276750" y="30623"/>
                </a:cubicBezTo>
                <a:cubicBezTo>
                  <a:pt x="277607" y="30714"/>
                  <a:pt x="278342" y="30821"/>
                  <a:pt x="278954" y="30944"/>
                </a:cubicBezTo>
                <a:lnTo>
                  <a:pt x="278954" y="18838"/>
                </a:lnTo>
                <a:cubicBezTo>
                  <a:pt x="277913" y="18533"/>
                  <a:pt x="276965" y="18380"/>
                  <a:pt x="276108" y="18380"/>
                </a:cubicBezTo>
                <a:cubicBezTo>
                  <a:pt x="274455" y="18380"/>
                  <a:pt x="272864" y="18625"/>
                  <a:pt x="271334" y="19114"/>
                </a:cubicBezTo>
                <a:cubicBezTo>
                  <a:pt x="269804" y="19603"/>
                  <a:pt x="268366" y="20290"/>
                  <a:pt x="267019" y="21176"/>
                </a:cubicBezTo>
                <a:cubicBezTo>
                  <a:pt x="265672" y="22063"/>
                  <a:pt x="264479" y="23133"/>
                  <a:pt x="263438" y="24386"/>
                </a:cubicBezTo>
                <a:cubicBezTo>
                  <a:pt x="262398" y="25639"/>
                  <a:pt x="261571" y="27000"/>
                  <a:pt x="260959" y="28467"/>
                </a:cubicBezTo>
                <a:lnTo>
                  <a:pt x="260775" y="28467"/>
                </a:lnTo>
                <a:lnTo>
                  <a:pt x="260775" y="19654"/>
                </a:lnTo>
                <a:lnTo>
                  <a:pt x="248381" y="19654"/>
                </a:lnTo>
                <a:close/>
                <a:moveTo>
                  <a:pt x="316659" y="36402"/>
                </a:moveTo>
                <a:lnTo>
                  <a:pt x="329420" y="36402"/>
                </a:lnTo>
                <a:cubicBezTo>
                  <a:pt x="329237" y="33337"/>
                  <a:pt x="328503" y="30686"/>
                  <a:pt x="327217" y="28449"/>
                </a:cubicBezTo>
                <a:cubicBezTo>
                  <a:pt x="325932" y="26211"/>
                  <a:pt x="324264" y="24341"/>
                  <a:pt x="322213" y="22839"/>
                </a:cubicBezTo>
                <a:cubicBezTo>
                  <a:pt x="320163" y="21338"/>
                  <a:pt x="317837" y="20219"/>
                  <a:pt x="315236" y="19484"/>
                </a:cubicBezTo>
                <a:cubicBezTo>
                  <a:pt x="312635" y="18748"/>
                  <a:pt x="309926" y="18380"/>
                  <a:pt x="307110" y="18380"/>
                </a:cubicBezTo>
                <a:cubicBezTo>
                  <a:pt x="303254" y="18380"/>
                  <a:pt x="299826" y="19024"/>
                  <a:pt x="296826" y="20312"/>
                </a:cubicBezTo>
                <a:cubicBezTo>
                  <a:pt x="293827" y="21599"/>
                  <a:pt x="291287" y="23392"/>
                  <a:pt x="289207" y="25692"/>
                </a:cubicBezTo>
                <a:cubicBezTo>
                  <a:pt x="287126" y="27991"/>
                  <a:pt x="285550" y="30720"/>
                  <a:pt x="284478" y="33877"/>
                </a:cubicBezTo>
                <a:cubicBezTo>
                  <a:pt x="283407" y="37034"/>
                  <a:pt x="282872" y="40452"/>
                  <a:pt x="282872" y="44131"/>
                </a:cubicBezTo>
                <a:cubicBezTo>
                  <a:pt x="282872" y="47687"/>
                  <a:pt x="283453" y="50952"/>
                  <a:pt x="284616" y="53926"/>
                </a:cubicBezTo>
                <a:cubicBezTo>
                  <a:pt x="285778" y="56899"/>
                  <a:pt x="287400" y="59458"/>
                  <a:pt x="289481" y="61605"/>
                </a:cubicBezTo>
                <a:cubicBezTo>
                  <a:pt x="291563" y="63751"/>
                  <a:pt x="294088" y="65422"/>
                  <a:pt x="297056" y="66617"/>
                </a:cubicBezTo>
                <a:cubicBezTo>
                  <a:pt x="300025" y="67813"/>
                  <a:pt x="303285" y="68410"/>
                  <a:pt x="306835" y="68410"/>
                </a:cubicBezTo>
                <a:cubicBezTo>
                  <a:pt x="313139" y="68410"/>
                  <a:pt x="318310" y="66751"/>
                  <a:pt x="322350" y="63433"/>
                </a:cubicBezTo>
                <a:cubicBezTo>
                  <a:pt x="326390" y="60114"/>
                  <a:pt x="328839" y="55302"/>
                  <a:pt x="329696" y="48998"/>
                </a:cubicBezTo>
                <a:lnTo>
                  <a:pt x="317117" y="48998"/>
                </a:lnTo>
                <a:cubicBezTo>
                  <a:pt x="316690" y="51936"/>
                  <a:pt x="315634" y="54277"/>
                  <a:pt x="313950" y="56022"/>
                </a:cubicBezTo>
                <a:cubicBezTo>
                  <a:pt x="312267" y="57766"/>
                  <a:pt x="309865" y="58637"/>
                  <a:pt x="306743" y="58637"/>
                </a:cubicBezTo>
                <a:cubicBezTo>
                  <a:pt x="304723" y="58637"/>
                  <a:pt x="303009" y="58178"/>
                  <a:pt x="301601" y="57260"/>
                </a:cubicBezTo>
                <a:cubicBezTo>
                  <a:pt x="300193" y="56342"/>
                  <a:pt x="299076" y="55164"/>
                  <a:pt x="298250" y="53726"/>
                </a:cubicBezTo>
                <a:cubicBezTo>
                  <a:pt x="297424" y="52287"/>
                  <a:pt x="296827" y="50679"/>
                  <a:pt x="296459" y="48904"/>
                </a:cubicBezTo>
                <a:cubicBezTo>
                  <a:pt x="296092" y="47128"/>
                  <a:pt x="295909" y="45384"/>
                  <a:pt x="295909" y="43670"/>
                </a:cubicBezTo>
                <a:cubicBezTo>
                  <a:pt x="295909" y="41894"/>
                  <a:pt x="296092" y="40104"/>
                  <a:pt x="296459" y="38299"/>
                </a:cubicBezTo>
                <a:cubicBezTo>
                  <a:pt x="296827" y="36492"/>
                  <a:pt x="297455" y="34839"/>
                  <a:pt x="298342" y="33339"/>
                </a:cubicBezTo>
                <a:cubicBezTo>
                  <a:pt x="299229" y="31839"/>
                  <a:pt x="300377" y="30615"/>
                  <a:pt x="301784" y="29666"/>
                </a:cubicBezTo>
                <a:cubicBezTo>
                  <a:pt x="303193" y="28717"/>
                  <a:pt x="304937" y="28243"/>
                  <a:pt x="307018" y="28243"/>
                </a:cubicBezTo>
                <a:cubicBezTo>
                  <a:pt x="312588" y="28243"/>
                  <a:pt x="315802" y="30962"/>
                  <a:pt x="316659" y="36402"/>
                </a:cubicBezTo>
                <a:close/>
                <a:moveTo>
                  <a:pt x="337133" y="1614"/>
                </a:moveTo>
                <a:lnTo>
                  <a:pt x="337133" y="67155"/>
                </a:lnTo>
                <a:lnTo>
                  <a:pt x="350170" y="67155"/>
                </a:lnTo>
                <a:lnTo>
                  <a:pt x="350170" y="42277"/>
                </a:lnTo>
                <a:cubicBezTo>
                  <a:pt x="350170" y="37442"/>
                  <a:pt x="350965" y="33969"/>
                  <a:pt x="352557" y="31859"/>
                </a:cubicBezTo>
                <a:cubicBezTo>
                  <a:pt x="354148" y="29747"/>
                  <a:pt x="356719" y="28691"/>
                  <a:pt x="360269" y="28691"/>
                </a:cubicBezTo>
                <a:cubicBezTo>
                  <a:pt x="363391" y="28691"/>
                  <a:pt x="365564" y="29655"/>
                  <a:pt x="366788" y="31583"/>
                </a:cubicBezTo>
                <a:cubicBezTo>
                  <a:pt x="368012" y="33510"/>
                  <a:pt x="368624" y="36433"/>
                  <a:pt x="368624" y="40350"/>
                </a:cubicBezTo>
                <a:lnTo>
                  <a:pt x="368624" y="67155"/>
                </a:lnTo>
                <a:lnTo>
                  <a:pt x="381661" y="67155"/>
                </a:lnTo>
                <a:lnTo>
                  <a:pt x="381661" y="37946"/>
                </a:lnTo>
                <a:cubicBezTo>
                  <a:pt x="381661" y="35006"/>
                  <a:pt x="381401" y="32327"/>
                  <a:pt x="380881" y="29908"/>
                </a:cubicBezTo>
                <a:cubicBezTo>
                  <a:pt x="380361" y="27490"/>
                  <a:pt x="379458" y="25438"/>
                  <a:pt x="378171" y="23754"/>
                </a:cubicBezTo>
                <a:cubicBezTo>
                  <a:pt x="376886" y="22070"/>
                  <a:pt x="375127" y="20754"/>
                  <a:pt x="372893" y="19805"/>
                </a:cubicBezTo>
                <a:cubicBezTo>
                  <a:pt x="370659" y="18855"/>
                  <a:pt x="367798" y="18380"/>
                  <a:pt x="364309" y="18380"/>
                </a:cubicBezTo>
                <a:cubicBezTo>
                  <a:pt x="361860" y="18380"/>
                  <a:pt x="359350" y="19009"/>
                  <a:pt x="356779" y="20267"/>
                </a:cubicBezTo>
                <a:cubicBezTo>
                  <a:pt x="354209" y="21525"/>
                  <a:pt x="352098" y="23535"/>
                  <a:pt x="350446" y="26297"/>
                </a:cubicBezTo>
                <a:lnTo>
                  <a:pt x="350170" y="26297"/>
                </a:lnTo>
                <a:lnTo>
                  <a:pt x="350170" y="1614"/>
                </a:lnTo>
                <a:lnTo>
                  <a:pt x="337133" y="1614"/>
                </a:lnTo>
                <a:close/>
                <a:moveTo>
                  <a:pt x="392005" y="52989"/>
                </a:moveTo>
                <a:lnTo>
                  <a:pt x="392005" y="67155"/>
                </a:lnTo>
                <a:lnTo>
                  <a:pt x="406419" y="67155"/>
                </a:lnTo>
                <a:lnTo>
                  <a:pt x="406419" y="52989"/>
                </a:lnTo>
                <a:lnTo>
                  <a:pt x="392005" y="52989"/>
                </a:lnTo>
                <a:close/>
                <a:moveTo>
                  <a:pt x="433228" y="19725"/>
                </a:moveTo>
                <a:lnTo>
                  <a:pt x="433228" y="5469"/>
                </a:lnTo>
                <a:lnTo>
                  <a:pt x="420191" y="5469"/>
                </a:lnTo>
                <a:lnTo>
                  <a:pt x="420191" y="19725"/>
                </a:lnTo>
                <a:lnTo>
                  <a:pt x="412295" y="19725"/>
                </a:lnTo>
                <a:lnTo>
                  <a:pt x="412295" y="28422"/>
                </a:lnTo>
                <a:lnTo>
                  <a:pt x="420191" y="28422"/>
                </a:lnTo>
                <a:lnTo>
                  <a:pt x="420191" y="56409"/>
                </a:lnTo>
                <a:cubicBezTo>
                  <a:pt x="420191" y="58795"/>
                  <a:pt x="420588" y="60722"/>
                  <a:pt x="421384" y="62190"/>
                </a:cubicBezTo>
                <a:cubicBezTo>
                  <a:pt x="422180" y="63658"/>
                  <a:pt x="423266" y="64790"/>
                  <a:pt x="424643" y="65586"/>
                </a:cubicBezTo>
                <a:cubicBezTo>
                  <a:pt x="426020" y="66381"/>
                  <a:pt x="427612" y="66916"/>
                  <a:pt x="429417" y="67190"/>
                </a:cubicBezTo>
                <a:cubicBezTo>
                  <a:pt x="431223" y="67466"/>
                  <a:pt x="433137" y="67603"/>
                  <a:pt x="435157" y="67603"/>
                </a:cubicBezTo>
                <a:cubicBezTo>
                  <a:pt x="436442" y="67603"/>
                  <a:pt x="437758" y="67573"/>
                  <a:pt x="439105" y="67514"/>
                </a:cubicBezTo>
                <a:cubicBezTo>
                  <a:pt x="440451" y="67454"/>
                  <a:pt x="441675" y="67334"/>
                  <a:pt x="442776" y="67155"/>
                </a:cubicBezTo>
                <a:lnTo>
                  <a:pt x="442776" y="57015"/>
                </a:lnTo>
                <a:cubicBezTo>
                  <a:pt x="442165" y="57137"/>
                  <a:pt x="441522" y="57229"/>
                  <a:pt x="440849" y="57291"/>
                </a:cubicBezTo>
                <a:cubicBezTo>
                  <a:pt x="440175" y="57352"/>
                  <a:pt x="439472" y="57382"/>
                  <a:pt x="438738" y="57382"/>
                </a:cubicBezTo>
                <a:cubicBezTo>
                  <a:pt x="436533" y="57382"/>
                  <a:pt x="435064" y="57016"/>
                  <a:pt x="434329" y="56282"/>
                </a:cubicBezTo>
                <a:cubicBezTo>
                  <a:pt x="433595" y="55549"/>
                  <a:pt x="433228" y="54083"/>
                  <a:pt x="433228" y="51884"/>
                </a:cubicBezTo>
                <a:lnTo>
                  <a:pt x="433228" y="28422"/>
                </a:lnTo>
                <a:lnTo>
                  <a:pt x="442776" y="28422"/>
                </a:lnTo>
                <a:lnTo>
                  <a:pt x="442776" y="19725"/>
                </a:lnTo>
                <a:lnTo>
                  <a:pt x="433228" y="19725"/>
                </a:lnTo>
                <a:close/>
                <a:moveTo>
                  <a:pt x="480786" y="38374"/>
                </a:moveTo>
                <a:lnTo>
                  <a:pt x="459579" y="38374"/>
                </a:lnTo>
                <a:cubicBezTo>
                  <a:pt x="459640" y="37453"/>
                  <a:pt x="459838" y="36410"/>
                  <a:pt x="460174" y="35243"/>
                </a:cubicBezTo>
                <a:cubicBezTo>
                  <a:pt x="460511" y="34076"/>
                  <a:pt x="461093" y="32970"/>
                  <a:pt x="461920" y="31927"/>
                </a:cubicBezTo>
                <a:cubicBezTo>
                  <a:pt x="462746" y="30883"/>
                  <a:pt x="463848" y="30008"/>
                  <a:pt x="465225" y="29302"/>
                </a:cubicBezTo>
                <a:cubicBezTo>
                  <a:pt x="466602" y="28596"/>
                  <a:pt x="468331" y="28243"/>
                  <a:pt x="470412" y="28243"/>
                </a:cubicBezTo>
                <a:cubicBezTo>
                  <a:pt x="473595" y="28243"/>
                  <a:pt x="475967" y="29102"/>
                  <a:pt x="477528" y="30822"/>
                </a:cubicBezTo>
                <a:cubicBezTo>
                  <a:pt x="479088" y="32541"/>
                  <a:pt x="480174" y="35059"/>
                  <a:pt x="480786" y="38374"/>
                </a:cubicBezTo>
                <a:moveTo>
                  <a:pt x="459579" y="46623"/>
                </a:moveTo>
                <a:lnTo>
                  <a:pt x="493825" y="46623"/>
                </a:lnTo>
                <a:cubicBezTo>
                  <a:pt x="494069" y="42943"/>
                  <a:pt x="493763" y="39417"/>
                  <a:pt x="492906" y="36043"/>
                </a:cubicBezTo>
                <a:cubicBezTo>
                  <a:pt x="492049" y="32670"/>
                  <a:pt x="490657" y="29665"/>
                  <a:pt x="488728" y="27028"/>
                </a:cubicBezTo>
                <a:cubicBezTo>
                  <a:pt x="486800" y="24391"/>
                  <a:pt x="484337" y="22290"/>
                  <a:pt x="481337" y="20727"/>
                </a:cubicBezTo>
                <a:cubicBezTo>
                  <a:pt x="478338" y="19162"/>
                  <a:pt x="474819" y="18380"/>
                  <a:pt x="470779" y="18380"/>
                </a:cubicBezTo>
                <a:cubicBezTo>
                  <a:pt x="467168" y="18380"/>
                  <a:pt x="463878" y="19024"/>
                  <a:pt x="460910" y="20312"/>
                </a:cubicBezTo>
                <a:cubicBezTo>
                  <a:pt x="457942" y="21599"/>
                  <a:pt x="455386" y="23361"/>
                  <a:pt x="453244" y="25599"/>
                </a:cubicBezTo>
                <a:cubicBezTo>
                  <a:pt x="451101" y="27837"/>
                  <a:pt x="449449" y="30489"/>
                  <a:pt x="448286" y="33555"/>
                </a:cubicBezTo>
                <a:cubicBezTo>
                  <a:pt x="447123" y="36620"/>
                  <a:pt x="446542" y="39931"/>
                  <a:pt x="446542" y="43488"/>
                </a:cubicBezTo>
                <a:cubicBezTo>
                  <a:pt x="446542" y="47166"/>
                  <a:pt x="447108" y="50538"/>
                  <a:pt x="448240" y="53604"/>
                </a:cubicBezTo>
                <a:cubicBezTo>
                  <a:pt x="449373" y="56669"/>
                  <a:pt x="450980" y="59306"/>
                  <a:pt x="453060" y="61514"/>
                </a:cubicBezTo>
                <a:cubicBezTo>
                  <a:pt x="455141" y="63720"/>
                  <a:pt x="457681" y="65422"/>
                  <a:pt x="460680" y="66617"/>
                </a:cubicBezTo>
                <a:cubicBezTo>
                  <a:pt x="463679" y="67813"/>
                  <a:pt x="467045" y="68410"/>
                  <a:pt x="470779" y="68410"/>
                </a:cubicBezTo>
                <a:cubicBezTo>
                  <a:pt x="476165" y="68410"/>
                  <a:pt x="480756" y="67187"/>
                  <a:pt x="484551" y="64741"/>
                </a:cubicBezTo>
                <a:cubicBezTo>
                  <a:pt x="488346" y="62295"/>
                  <a:pt x="491162" y="58228"/>
                  <a:pt x="492998" y="52541"/>
                </a:cubicBezTo>
                <a:lnTo>
                  <a:pt x="481522" y="52541"/>
                </a:lnTo>
                <a:cubicBezTo>
                  <a:pt x="481093" y="53997"/>
                  <a:pt x="479930" y="55377"/>
                  <a:pt x="478032" y="56682"/>
                </a:cubicBezTo>
                <a:cubicBezTo>
                  <a:pt x="476135" y="57986"/>
                  <a:pt x="473871" y="58637"/>
                  <a:pt x="471239" y="58637"/>
                </a:cubicBezTo>
                <a:cubicBezTo>
                  <a:pt x="467567" y="58637"/>
                  <a:pt x="464751" y="57690"/>
                  <a:pt x="462791" y="55795"/>
                </a:cubicBezTo>
                <a:cubicBezTo>
                  <a:pt x="460833" y="53899"/>
                  <a:pt x="459762" y="50842"/>
                  <a:pt x="459579" y="46623"/>
                </a:cubicBezTo>
                <a:close/>
                <a:moveTo>
                  <a:pt x="501628" y="19687"/>
                </a:moveTo>
                <a:lnTo>
                  <a:pt x="501628" y="67155"/>
                </a:lnTo>
                <a:lnTo>
                  <a:pt x="514665" y="67155"/>
                </a:lnTo>
                <a:lnTo>
                  <a:pt x="514665" y="42277"/>
                </a:lnTo>
                <a:cubicBezTo>
                  <a:pt x="514665" y="37442"/>
                  <a:pt x="515461" y="33969"/>
                  <a:pt x="517052" y="31859"/>
                </a:cubicBezTo>
                <a:cubicBezTo>
                  <a:pt x="518644" y="29747"/>
                  <a:pt x="521214" y="28691"/>
                  <a:pt x="524764" y="28691"/>
                </a:cubicBezTo>
                <a:cubicBezTo>
                  <a:pt x="527887" y="28691"/>
                  <a:pt x="530059" y="29655"/>
                  <a:pt x="531283" y="31583"/>
                </a:cubicBezTo>
                <a:cubicBezTo>
                  <a:pt x="532507" y="33510"/>
                  <a:pt x="533120" y="36433"/>
                  <a:pt x="533120" y="40350"/>
                </a:cubicBezTo>
                <a:lnTo>
                  <a:pt x="533120" y="67155"/>
                </a:lnTo>
                <a:lnTo>
                  <a:pt x="546157" y="67155"/>
                </a:lnTo>
                <a:lnTo>
                  <a:pt x="546157" y="37946"/>
                </a:lnTo>
                <a:cubicBezTo>
                  <a:pt x="546157" y="35006"/>
                  <a:pt x="545897" y="32327"/>
                  <a:pt x="545376" y="29908"/>
                </a:cubicBezTo>
                <a:cubicBezTo>
                  <a:pt x="544856" y="27490"/>
                  <a:pt x="543953" y="25438"/>
                  <a:pt x="542667" y="23754"/>
                </a:cubicBezTo>
                <a:cubicBezTo>
                  <a:pt x="541382" y="22070"/>
                  <a:pt x="539622" y="20754"/>
                  <a:pt x="537388" y="19805"/>
                </a:cubicBezTo>
                <a:cubicBezTo>
                  <a:pt x="535154" y="18855"/>
                  <a:pt x="532293" y="18380"/>
                  <a:pt x="528803" y="18380"/>
                </a:cubicBezTo>
                <a:cubicBezTo>
                  <a:pt x="526049" y="18380"/>
                  <a:pt x="523356" y="19009"/>
                  <a:pt x="520724" y="20267"/>
                </a:cubicBezTo>
                <a:cubicBezTo>
                  <a:pt x="518092" y="21525"/>
                  <a:pt x="515950" y="23535"/>
                  <a:pt x="514298" y="26297"/>
                </a:cubicBezTo>
                <a:lnTo>
                  <a:pt x="514022" y="26297"/>
                </a:lnTo>
                <a:lnTo>
                  <a:pt x="514022" y="19687"/>
                </a:lnTo>
                <a:lnTo>
                  <a:pt x="501628" y="19687"/>
                </a:lnTo>
                <a:close/>
                <a:moveTo>
                  <a:pt x="566049" y="51734"/>
                </a:moveTo>
                <a:lnTo>
                  <a:pt x="553655" y="51734"/>
                </a:lnTo>
                <a:cubicBezTo>
                  <a:pt x="553777" y="54911"/>
                  <a:pt x="554496" y="57554"/>
                  <a:pt x="555812" y="59661"/>
                </a:cubicBezTo>
                <a:cubicBezTo>
                  <a:pt x="557128" y="61768"/>
                  <a:pt x="558811" y="63464"/>
                  <a:pt x="560861" y="64747"/>
                </a:cubicBezTo>
                <a:cubicBezTo>
                  <a:pt x="562912" y="66030"/>
                  <a:pt x="565253" y="66946"/>
                  <a:pt x="567885" y="67495"/>
                </a:cubicBezTo>
                <a:cubicBezTo>
                  <a:pt x="570517" y="68046"/>
                  <a:pt x="573210" y="68321"/>
                  <a:pt x="575964" y="68321"/>
                </a:cubicBezTo>
                <a:cubicBezTo>
                  <a:pt x="578657" y="68321"/>
                  <a:pt x="581304" y="68060"/>
                  <a:pt x="583905" y="67539"/>
                </a:cubicBezTo>
                <a:cubicBezTo>
                  <a:pt x="586507" y="67019"/>
                  <a:pt x="588818" y="66116"/>
                  <a:pt x="590837" y="64830"/>
                </a:cubicBezTo>
                <a:cubicBezTo>
                  <a:pt x="592857" y="63543"/>
                  <a:pt x="594494" y="61844"/>
                  <a:pt x="595748" y="59732"/>
                </a:cubicBezTo>
                <a:cubicBezTo>
                  <a:pt x="597004" y="57619"/>
                  <a:pt x="597631" y="55001"/>
                  <a:pt x="597631" y="51878"/>
                </a:cubicBezTo>
                <a:cubicBezTo>
                  <a:pt x="597631" y="49674"/>
                  <a:pt x="597203" y="47822"/>
                  <a:pt x="596345" y="46322"/>
                </a:cubicBezTo>
                <a:cubicBezTo>
                  <a:pt x="595489" y="44821"/>
                  <a:pt x="594356" y="43565"/>
                  <a:pt x="592948" y="42555"/>
                </a:cubicBezTo>
                <a:cubicBezTo>
                  <a:pt x="591541" y="41544"/>
                  <a:pt x="589934" y="40733"/>
                  <a:pt x="588129" y="40121"/>
                </a:cubicBezTo>
                <a:cubicBezTo>
                  <a:pt x="586323" y="39509"/>
                  <a:pt x="584472" y="38988"/>
                  <a:pt x="582574" y="38559"/>
                </a:cubicBezTo>
                <a:cubicBezTo>
                  <a:pt x="580738" y="38131"/>
                  <a:pt x="578932" y="37733"/>
                  <a:pt x="577157" y="37366"/>
                </a:cubicBezTo>
                <a:cubicBezTo>
                  <a:pt x="575382" y="36998"/>
                  <a:pt x="573806" y="36584"/>
                  <a:pt x="572429" y="36126"/>
                </a:cubicBezTo>
                <a:cubicBezTo>
                  <a:pt x="571052" y="35666"/>
                  <a:pt x="569935" y="35069"/>
                  <a:pt x="569078" y="34334"/>
                </a:cubicBezTo>
                <a:cubicBezTo>
                  <a:pt x="568221" y="33599"/>
                  <a:pt x="567793" y="32650"/>
                  <a:pt x="567793" y="31486"/>
                </a:cubicBezTo>
                <a:cubicBezTo>
                  <a:pt x="567793" y="30506"/>
                  <a:pt x="568038" y="29725"/>
                  <a:pt x="568527" y="29144"/>
                </a:cubicBezTo>
                <a:cubicBezTo>
                  <a:pt x="569017" y="28562"/>
                  <a:pt x="569614" y="28118"/>
                  <a:pt x="570317" y="27813"/>
                </a:cubicBezTo>
                <a:cubicBezTo>
                  <a:pt x="571022" y="27506"/>
                  <a:pt x="571802" y="27307"/>
                  <a:pt x="572658" y="27216"/>
                </a:cubicBezTo>
                <a:cubicBezTo>
                  <a:pt x="573516" y="27123"/>
                  <a:pt x="574311" y="27077"/>
                  <a:pt x="575045" y="27077"/>
                </a:cubicBezTo>
                <a:cubicBezTo>
                  <a:pt x="577371" y="27077"/>
                  <a:pt x="579391" y="27523"/>
                  <a:pt x="581105" y="28415"/>
                </a:cubicBezTo>
                <a:cubicBezTo>
                  <a:pt x="582818" y="29306"/>
                  <a:pt x="583767" y="31012"/>
                  <a:pt x="583951" y="33533"/>
                </a:cubicBezTo>
                <a:lnTo>
                  <a:pt x="596347" y="33533"/>
                </a:lnTo>
                <a:cubicBezTo>
                  <a:pt x="596102" y="30594"/>
                  <a:pt x="595352" y="28161"/>
                  <a:pt x="594097" y="26232"/>
                </a:cubicBezTo>
                <a:cubicBezTo>
                  <a:pt x="592842" y="24304"/>
                  <a:pt x="591266" y="22758"/>
                  <a:pt x="589369" y="21595"/>
                </a:cubicBezTo>
                <a:cubicBezTo>
                  <a:pt x="587472" y="20432"/>
                  <a:pt x="585314" y="19605"/>
                  <a:pt x="582896" y="19116"/>
                </a:cubicBezTo>
                <a:cubicBezTo>
                  <a:pt x="580478" y="18625"/>
                  <a:pt x="577984" y="18380"/>
                  <a:pt x="575414" y="18380"/>
                </a:cubicBezTo>
                <a:cubicBezTo>
                  <a:pt x="572843" y="18380"/>
                  <a:pt x="570333" y="18610"/>
                  <a:pt x="567884" y="19069"/>
                </a:cubicBezTo>
                <a:cubicBezTo>
                  <a:pt x="565436" y="19528"/>
                  <a:pt x="563233" y="20324"/>
                  <a:pt x="561274" y="21457"/>
                </a:cubicBezTo>
                <a:cubicBezTo>
                  <a:pt x="559316" y="22590"/>
                  <a:pt x="557740" y="24136"/>
                  <a:pt x="556546" y="26095"/>
                </a:cubicBezTo>
                <a:cubicBezTo>
                  <a:pt x="555353" y="28055"/>
                  <a:pt x="554756" y="30566"/>
                  <a:pt x="554756" y="33628"/>
                </a:cubicBezTo>
                <a:cubicBezTo>
                  <a:pt x="554756" y="35710"/>
                  <a:pt x="555184" y="37470"/>
                  <a:pt x="556040" y="38909"/>
                </a:cubicBezTo>
                <a:cubicBezTo>
                  <a:pt x="556898" y="40348"/>
                  <a:pt x="558030" y="41542"/>
                  <a:pt x="559438" y="42492"/>
                </a:cubicBezTo>
                <a:cubicBezTo>
                  <a:pt x="560846" y="43441"/>
                  <a:pt x="562453" y="44206"/>
                  <a:pt x="564258" y="44788"/>
                </a:cubicBezTo>
                <a:cubicBezTo>
                  <a:pt x="566064" y="45370"/>
                  <a:pt x="567915" y="45875"/>
                  <a:pt x="569813" y="46304"/>
                </a:cubicBezTo>
                <a:cubicBezTo>
                  <a:pt x="574464" y="47283"/>
                  <a:pt x="578090" y="48263"/>
                  <a:pt x="580691" y="49243"/>
                </a:cubicBezTo>
                <a:cubicBezTo>
                  <a:pt x="583293" y="50222"/>
                  <a:pt x="584594" y="51692"/>
                  <a:pt x="584594" y="53651"/>
                </a:cubicBezTo>
                <a:cubicBezTo>
                  <a:pt x="584594" y="54814"/>
                  <a:pt x="584319" y="55779"/>
                  <a:pt x="583768" y="56544"/>
                </a:cubicBezTo>
                <a:cubicBezTo>
                  <a:pt x="583217" y="57310"/>
                  <a:pt x="582528" y="57923"/>
                  <a:pt x="581701" y="58382"/>
                </a:cubicBezTo>
                <a:cubicBezTo>
                  <a:pt x="580876" y="58841"/>
                  <a:pt x="579958" y="59178"/>
                  <a:pt x="578947" y="59393"/>
                </a:cubicBezTo>
                <a:cubicBezTo>
                  <a:pt x="577937" y="59606"/>
                  <a:pt x="576974" y="59713"/>
                  <a:pt x="576056" y="59713"/>
                </a:cubicBezTo>
                <a:cubicBezTo>
                  <a:pt x="574770" y="59713"/>
                  <a:pt x="573531" y="59561"/>
                  <a:pt x="572337" y="59255"/>
                </a:cubicBezTo>
                <a:cubicBezTo>
                  <a:pt x="571144" y="58949"/>
                  <a:pt x="570088" y="58475"/>
                  <a:pt x="569170" y="57833"/>
                </a:cubicBezTo>
                <a:cubicBezTo>
                  <a:pt x="568252" y="57191"/>
                  <a:pt x="567502" y="56365"/>
                  <a:pt x="566920" y="55356"/>
                </a:cubicBezTo>
                <a:cubicBezTo>
                  <a:pt x="566339" y="54348"/>
                  <a:pt x="566049" y="53140"/>
                  <a:pt x="566049" y="51734"/>
                </a:cubicBezTo>
                <a:close/>
                <a:moveTo>
                  <a:pt x="616484" y="43486"/>
                </a:moveTo>
                <a:cubicBezTo>
                  <a:pt x="616484" y="41589"/>
                  <a:pt x="616667" y="39722"/>
                  <a:pt x="617034" y="37885"/>
                </a:cubicBezTo>
                <a:cubicBezTo>
                  <a:pt x="617401" y="36048"/>
                  <a:pt x="618028" y="34426"/>
                  <a:pt x="618916" y="33019"/>
                </a:cubicBezTo>
                <a:cubicBezTo>
                  <a:pt x="619804" y="31610"/>
                  <a:pt x="620982" y="30462"/>
                  <a:pt x="622452" y="29575"/>
                </a:cubicBezTo>
                <a:cubicBezTo>
                  <a:pt x="623921" y="28687"/>
                  <a:pt x="625757" y="28243"/>
                  <a:pt x="627960" y="28243"/>
                </a:cubicBezTo>
                <a:cubicBezTo>
                  <a:pt x="630164" y="28243"/>
                  <a:pt x="632016" y="28687"/>
                  <a:pt x="633515" y="29575"/>
                </a:cubicBezTo>
                <a:cubicBezTo>
                  <a:pt x="635015" y="30462"/>
                  <a:pt x="636208" y="31610"/>
                  <a:pt x="637095" y="33019"/>
                </a:cubicBezTo>
                <a:cubicBezTo>
                  <a:pt x="637984" y="34426"/>
                  <a:pt x="638611" y="36048"/>
                  <a:pt x="638978" y="37885"/>
                </a:cubicBezTo>
                <a:cubicBezTo>
                  <a:pt x="639345" y="39722"/>
                  <a:pt x="639529" y="41589"/>
                  <a:pt x="639529" y="43486"/>
                </a:cubicBezTo>
                <a:cubicBezTo>
                  <a:pt x="639529" y="45384"/>
                  <a:pt x="639345" y="47236"/>
                  <a:pt x="638978" y="49042"/>
                </a:cubicBezTo>
                <a:cubicBezTo>
                  <a:pt x="638611" y="50848"/>
                  <a:pt x="637984" y="52470"/>
                  <a:pt x="637095" y="53909"/>
                </a:cubicBezTo>
                <a:cubicBezTo>
                  <a:pt x="636208" y="55348"/>
                  <a:pt x="635015" y="56495"/>
                  <a:pt x="633515" y="57353"/>
                </a:cubicBezTo>
                <a:cubicBezTo>
                  <a:pt x="632016" y="58209"/>
                  <a:pt x="630164" y="58637"/>
                  <a:pt x="627960" y="58637"/>
                </a:cubicBezTo>
                <a:cubicBezTo>
                  <a:pt x="625757" y="58637"/>
                  <a:pt x="623921" y="58209"/>
                  <a:pt x="622452" y="57353"/>
                </a:cubicBezTo>
                <a:cubicBezTo>
                  <a:pt x="620982" y="56495"/>
                  <a:pt x="619804" y="55348"/>
                  <a:pt x="618916" y="53909"/>
                </a:cubicBezTo>
                <a:cubicBezTo>
                  <a:pt x="618028" y="52470"/>
                  <a:pt x="617401" y="50848"/>
                  <a:pt x="617034" y="49042"/>
                </a:cubicBezTo>
                <a:cubicBezTo>
                  <a:pt x="616667" y="47236"/>
                  <a:pt x="616484" y="45384"/>
                  <a:pt x="616484" y="43486"/>
                </a:cubicBezTo>
                <a:moveTo>
                  <a:pt x="603446" y="43488"/>
                </a:moveTo>
                <a:cubicBezTo>
                  <a:pt x="603446" y="47289"/>
                  <a:pt x="604028" y="50722"/>
                  <a:pt x="605191" y="53787"/>
                </a:cubicBezTo>
                <a:cubicBezTo>
                  <a:pt x="606353" y="56853"/>
                  <a:pt x="608006" y="59474"/>
                  <a:pt x="610149" y="61651"/>
                </a:cubicBezTo>
                <a:cubicBezTo>
                  <a:pt x="612291" y="63827"/>
                  <a:pt x="614862" y="65498"/>
                  <a:pt x="617861" y="66663"/>
                </a:cubicBezTo>
                <a:cubicBezTo>
                  <a:pt x="620861" y="67828"/>
                  <a:pt x="624227" y="68410"/>
                  <a:pt x="627960" y="68410"/>
                </a:cubicBezTo>
                <a:cubicBezTo>
                  <a:pt x="631694" y="68410"/>
                  <a:pt x="635076" y="67828"/>
                  <a:pt x="638106" y="66663"/>
                </a:cubicBezTo>
                <a:cubicBezTo>
                  <a:pt x="641135" y="65498"/>
                  <a:pt x="643721" y="63827"/>
                  <a:pt x="645864" y="61651"/>
                </a:cubicBezTo>
                <a:cubicBezTo>
                  <a:pt x="648006" y="59474"/>
                  <a:pt x="649659" y="56853"/>
                  <a:pt x="650822" y="53787"/>
                </a:cubicBezTo>
                <a:cubicBezTo>
                  <a:pt x="651985" y="50722"/>
                  <a:pt x="652566" y="47289"/>
                  <a:pt x="652566" y="43488"/>
                </a:cubicBezTo>
                <a:cubicBezTo>
                  <a:pt x="652566" y="39687"/>
                  <a:pt x="651985" y="36238"/>
                  <a:pt x="650822" y="33142"/>
                </a:cubicBezTo>
                <a:cubicBezTo>
                  <a:pt x="649659" y="30045"/>
                  <a:pt x="648006" y="27408"/>
                  <a:pt x="645864" y="25232"/>
                </a:cubicBezTo>
                <a:cubicBezTo>
                  <a:pt x="643721" y="23055"/>
                  <a:pt x="641135" y="21369"/>
                  <a:pt x="638106" y="20173"/>
                </a:cubicBezTo>
                <a:cubicBezTo>
                  <a:pt x="635076" y="18978"/>
                  <a:pt x="631694" y="18380"/>
                  <a:pt x="627960" y="18380"/>
                </a:cubicBezTo>
                <a:cubicBezTo>
                  <a:pt x="624227" y="18380"/>
                  <a:pt x="620861" y="18978"/>
                  <a:pt x="617861" y="20173"/>
                </a:cubicBezTo>
                <a:cubicBezTo>
                  <a:pt x="614862" y="21369"/>
                  <a:pt x="612291" y="23055"/>
                  <a:pt x="610149" y="25232"/>
                </a:cubicBezTo>
                <a:cubicBezTo>
                  <a:pt x="608006" y="27408"/>
                  <a:pt x="606353" y="30045"/>
                  <a:pt x="605191" y="33142"/>
                </a:cubicBezTo>
                <a:cubicBezTo>
                  <a:pt x="604028" y="36238"/>
                  <a:pt x="603446" y="39687"/>
                  <a:pt x="603446" y="43488"/>
                </a:cubicBezTo>
                <a:close/>
                <a:moveTo>
                  <a:pt x="660768" y="19654"/>
                </a:moveTo>
                <a:lnTo>
                  <a:pt x="660768" y="67155"/>
                </a:lnTo>
                <a:lnTo>
                  <a:pt x="673805" y="67155"/>
                </a:lnTo>
                <a:lnTo>
                  <a:pt x="673805" y="45740"/>
                </a:lnTo>
                <a:cubicBezTo>
                  <a:pt x="673805" y="43596"/>
                  <a:pt x="674019" y="41605"/>
                  <a:pt x="674448" y="39767"/>
                </a:cubicBezTo>
                <a:cubicBezTo>
                  <a:pt x="674877" y="37929"/>
                  <a:pt x="675596" y="36321"/>
                  <a:pt x="676605" y="34942"/>
                </a:cubicBezTo>
                <a:cubicBezTo>
                  <a:pt x="677615" y="33564"/>
                  <a:pt x="678946" y="32476"/>
                  <a:pt x="680598" y="31679"/>
                </a:cubicBezTo>
                <a:cubicBezTo>
                  <a:pt x="682251" y="30883"/>
                  <a:pt x="684271" y="30484"/>
                  <a:pt x="686659" y="30484"/>
                </a:cubicBezTo>
                <a:cubicBezTo>
                  <a:pt x="687454" y="30484"/>
                  <a:pt x="688280" y="30531"/>
                  <a:pt x="689137" y="30623"/>
                </a:cubicBezTo>
                <a:cubicBezTo>
                  <a:pt x="689994" y="30714"/>
                  <a:pt x="690729" y="30821"/>
                  <a:pt x="691340" y="30944"/>
                </a:cubicBezTo>
                <a:lnTo>
                  <a:pt x="691340" y="18838"/>
                </a:lnTo>
                <a:cubicBezTo>
                  <a:pt x="690300" y="18533"/>
                  <a:pt x="689352" y="18380"/>
                  <a:pt x="688495" y="18380"/>
                </a:cubicBezTo>
                <a:cubicBezTo>
                  <a:pt x="686842" y="18380"/>
                  <a:pt x="685251" y="18625"/>
                  <a:pt x="683721" y="19114"/>
                </a:cubicBezTo>
                <a:cubicBezTo>
                  <a:pt x="682191" y="19603"/>
                  <a:pt x="680753" y="20290"/>
                  <a:pt x="679406" y="21176"/>
                </a:cubicBezTo>
                <a:cubicBezTo>
                  <a:pt x="678059" y="22063"/>
                  <a:pt x="676866" y="23133"/>
                  <a:pt x="675825" y="24386"/>
                </a:cubicBezTo>
                <a:cubicBezTo>
                  <a:pt x="674785" y="25639"/>
                  <a:pt x="673958" y="27000"/>
                  <a:pt x="673345" y="28467"/>
                </a:cubicBezTo>
                <a:lnTo>
                  <a:pt x="673162" y="28467"/>
                </a:lnTo>
                <a:lnTo>
                  <a:pt x="673162" y="19654"/>
                </a:lnTo>
                <a:lnTo>
                  <a:pt x="660768" y="19654"/>
                </a:lnTo>
                <a:close/>
                <a:moveTo>
                  <a:pt x="719588" y="0"/>
                </a:moveTo>
                <a:lnTo>
                  <a:pt x="708664" y="0"/>
                </a:lnTo>
                <a:cubicBezTo>
                  <a:pt x="706644" y="2938"/>
                  <a:pt x="704884" y="6152"/>
                  <a:pt x="703384" y="9641"/>
                </a:cubicBezTo>
                <a:cubicBezTo>
                  <a:pt x="701885" y="13130"/>
                  <a:pt x="700630" y="16742"/>
                  <a:pt x="699619" y="20476"/>
                </a:cubicBezTo>
                <a:cubicBezTo>
                  <a:pt x="698610" y="24210"/>
                  <a:pt x="697845" y="27959"/>
                  <a:pt x="697325" y="31724"/>
                </a:cubicBezTo>
                <a:cubicBezTo>
                  <a:pt x="696804" y="35489"/>
                  <a:pt x="696544" y="39086"/>
                  <a:pt x="696544" y="42514"/>
                </a:cubicBezTo>
                <a:cubicBezTo>
                  <a:pt x="696544" y="49737"/>
                  <a:pt x="697600" y="56838"/>
                  <a:pt x="699712" y="63817"/>
                </a:cubicBezTo>
                <a:cubicBezTo>
                  <a:pt x="701823" y="70795"/>
                  <a:pt x="704807" y="77437"/>
                  <a:pt x="708664" y="83742"/>
                </a:cubicBezTo>
                <a:lnTo>
                  <a:pt x="719497" y="83742"/>
                </a:lnTo>
                <a:cubicBezTo>
                  <a:pt x="716008" y="77070"/>
                  <a:pt x="713483" y="70214"/>
                  <a:pt x="711922" y="63175"/>
                </a:cubicBezTo>
                <a:cubicBezTo>
                  <a:pt x="710362" y="56135"/>
                  <a:pt x="709581" y="48942"/>
                  <a:pt x="709581" y="41595"/>
                </a:cubicBezTo>
                <a:cubicBezTo>
                  <a:pt x="709581" y="34372"/>
                  <a:pt x="710377" y="27256"/>
                  <a:pt x="711969" y="20248"/>
                </a:cubicBezTo>
                <a:cubicBezTo>
                  <a:pt x="713560" y="13238"/>
                  <a:pt x="716100" y="6489"/>
                  <a:pt x="719588" y="0"/>
                </a:cubicBezTo>
                <a:close/>
                <a:moveTo>
                  <a:pt x="725555" y="0"/>
                </a:moveTo>
                <a:lnTo>
                  <a:pt x="725555" y="83742"/>
                </a:lnTo>
                <a:lnTo>
                  <a:pt x="749794" y="83742"/>
                </a:lnTo>
                <a:lnTo>
                  <a:pt x="749794" y="73431"/>
                </a:lnTo>
                <a:lnTo>
                  <a:pt x="738594" y="73431"/>
                </a:lnTo>
                <a:lnTo>
                  <a:pt x="738594" y="10311"/>
                </a:lnTo>
                <a:lnTo>
                  <a:pt x="749794" y="10311"/>
                </a:lnTo>
                <a:lnTo>
                  <a:pt x="749794" y="0"/>
                </a:lnTo>
                <a:lnTo>
                  <a:pt x="725555" y="0"/>
                </a:lnTo>
                <a:close/>
                <a:moveTo>
                  <a:pt x="785907" y="67155"/>
                </a:moveTo>
                <a:lnTo>
                  <a:pt x="785907" y="2869"/>
                </a:lnTo>
                <a:lnTo>
                  <a:pt x="775533" y="2869"/>
                </a:lnTo>
                <a:cubicBezTo>
                  <a:pt x="775165" y="5311"/>
                  <a:pt x="774399" y="7357"/>
                  <a:pt x="773237" y="9007"/>
                </a:cubicBezTo>
                <a:cubicBezTo>
                  <a:pt x="772074" y="10655"/>
                  <a:pt x="770650" y="11983"/>
                  <a:pt x="768966" y="12991"/>
                </a:cubicBezTo>
                <a:cubicBezTo>
                  <a:pt x="767284" y="13998"/>
                  <a:pt x="765386" y="14700"/>
                  <a:pt x="763275" y="15098"/>
                </a:cubicBezTo>
                <a:cubicBezTo>
                  <a:pt x="761163" y="15495"/>
                  <a:pt x="758975" y="15662"/>
                  <a:pt x="756711" y="15601"/>
                </a:cubicBezTo>
                <a:lnTo>
                  <a:pt x="756711" y="25463"/>
                </a:lnTo>
                <a:lnTo>
                  <a:pt x="772869" y="25463"/>
                </a:lnTo>
                <a:lnTo>
                  <a:pt x="772869" y="67155"/>
                </a:lnTo>
                <a:lnTo>
                  <a:pt x="785907" y="67155"/>
                </a:lnTo>
                <a:close/>
                <a:moveTo>
                  <a:pt x="806779" y="52989"/>
                </a:moveTo>
                <a:lnTo>
                  <a:pt x="806779" y="67155"/>
                </a:lnTo>
                <a:lnTo>
                  <a:pt x="813389" y="67155"/>
                </a:lnTo>
                <a:cubicBezTo>
                  <a:pt x="813450" y="68135"/>
                  <a:pt x="813328" y="69099"/>
                  <a:pt x="813022" y="70048"/>
                </a:cubicBezTo>
                <a:cubicBezTo>
                  <a:pt x="812715" y="70997"/>
                  <a:pt x="812256" y="71854"/>
                  <a:pt x="811645" y="72619"/>
                </a:cubicBezTo>
                <a:cubicBezTo>
                  <a:pt x="811033" y="73385"/>
                  <a:pt x="810314" y="74043"/>
                  <a:pt x="809487" y="74594"/>
                </a:cubicBezTo>
                <a:cubicBezTo>
                  <a:pt x="808661" y="75145"/>
                  <a:pt x="807788" y="75512"/>
                  <a:pt x="806870" y="75695"/>
                </a:cubicBezTo>
                <a:lnTo>
                  <a:pt x="806870" y="82308"/>
                </a:lnTo>
                <a:cubicBezTo>
                  <a:pt x="808829" y="82001"/>
                  <a:pt x="810680" y="81434"/>
                  <a:pt x="812425" y="80607"/>
                </a:cubicBezTo>
                <a:cubicBezTo>
                  <a:pt x="814169" y="79780"/>
                  <a:pt x="815684" y="78723"/>
                  <a:pt x="816969" y="77437"/>
                </a:cubicBezTo>
                <a:cubicBezTo>
                  <a:pt x="818256" y="76150"/>
                  <a:pt x="819281" y="74633"/>
                  <a:pt x="820046" y="72886"/>
                </a:cubicBezTo>
                <a:cubicBezTo>
                  <a:pt x="820811" y="71141"/>
                  <a:pt x="821193" y="69226"/>
                  <a:pt x="821193" y="67142"/>
                </a:cubicBezTo>
                <a:lnTo>
                  <a:pt x="821193" y="52989"/>
                </a:lnTo>
                <a:lnTo>
                  <a:pt x="806779" y="52989"/>
                </a:lnTo>
                <a:close/>
                <a:moveTo>
                  <a:pt x="859479" y="28422"/>
                </a:moveTo>
                <a:lnTo>
                  <a:pt x="859479" y="67155"/>
                </a:lnTo>
                <a:lnTo>
                  <a:pt x="872516" y="67155"/>
                </a:lnTo>
                <a:lnTo>
                  <a:pt x="872516" y="28422"/>
                </a:lnTo>
                <a:lnTo>
                  <a:pt x="881513" y="28422"/>
                </a:lnTo>
                <a:lnTo>
                  <a:pt x="881513" y="19725"/>
                </a:lnTo>
                <a:lnTo>
                  <a:pt x="872516" y="19725"/>
                </a:lnTo>
                <a:lnTo>
                  <a:pt x="872516" y="16884"/>
                </a:lnTo>
                <a:cubicBezTo>
                  <a:pt x="872516" y="14928"/>
                  <a:pt x="872899" y="13538"/>
                  <a:pt x="873664" y="12713"/>
                </a:cubicBezTo>
                <a:cubicBezTo>
                  <a:pt x="874428" y="11889"/>
                  <a:pt x="875699" y="11476"/>
                  <a:pt x="877474" y="11476"/>
                </a:cubicBezTo>
                <a:cubicBezTo>
                  <a:pt x="879126" y="11476"/>
                  <a:pt x="880717" y="11566"/>
                  <a:pt x="882247" y="11745"/>
                </a:cubicBezTo>
                <a:lnTo>
                  <a:pt x="882247" y="1973"/>
                </a:lnTo>
                <a:cubicBezTo>
                  <a:pt x="881146" y="1913"/>
                  <a:pt x="880013" y="1838"/>
                  <a:pt x="878850" y="1748"/>
                </a:cubicBezTo>
                <a:cubicBezTo>
                  <a:pt x="877687" y="1659"/>
                  <a:pt x="876524" y="1614"/>
                  <a:pt x="875361" y="1614"/>
                </a:cubicBezTo>
                <a:cubicBezTo>
                  <a:pt x="870037" y="1614"/>
                  <a:pt x="866059" y="2963"/>
                  <a:pt x="863427" y="5660"/>
                </a:cubicBezTo>
                <a:cubicBezTo>
                  <a:pt x="860795" y="8356"/>
                  <a:pt x="859479" y="11819"/>
                  <a:pt x="859479" y="16048"/>
                </a:cubicBezTo>
                <a:lnTo>
                  <a:pt x="859479" y="19725"/>
                </a:lnTo>
                <a:lnTo>
                  <a:pt x="851674" y="19725"/>
                </a:lnTo>
                <a:lnTo>
                  <a:pt x="851674" y="28422"/>
                </a:lnTo>
                <a:lnTo>
                  <a:pt x="859479" y="28422"/>
                </a:lnTo>
                <a:close/>
                <a:moveTo>
                  <a:pt x="887603" y="1614"/>
                </a:moveTo>
                <a:lnTo>
                  <a:pt x="887603" y="67155"/>
                </a:lnTo>
                <a:lnTo>
                  <a:pt x="900640" y="67155"/>
                </a:lnTo>
                <a:lnTo>
                  <a:pt x="900640" y="1614"/>
                </a:lnTo>
                <a:lnTo>
                  <a:pt x="887603" y="1614"/>
                </a:lnTo>
                <a:close/>
                <a:moveTo>
                  <a:pt x="922521" y="43486"/>
                </a:moveTo>
                <a:cubicBezTo>
                  <a:pt x="922521" y="41589"/>
                  <a:pt x="922705" y="39722"/>
                  <a:pt x="923072" y="37885"/>
                </a:cubicBezTo>
                <a:cubicBezTo>
                  <a:pt x="923439" y="36048"/>
                  <a:pt x="924066" y="34426"/>
                  <a:pt x="924953" y="33019"/>
                </a:cubicBezTo>
                <a:cubicBezTo>
                  <a:pt x="925841" y="31610"/>
                  <a:pt x="927020" y="30462"/>
                  <a:pt x="928489" y="29575"/>
                </a:cubicBezTo>
                <a:cubicBezTo>
                  <a:pt x="929958" y="28687"/>
                  <a:pt x="931794" y="28243"/>
                  <a:pt x="933998" y="28243"/>
                </a:cubicBezTo>
                <a:cubicBezTo>
                  <a:pt x="936202" y="28243"/>
                  <a:pt x="938053" y="28687"/>
                  <a:pt x="939552" y="29575"/>
                </a:cubicBezTo>
                <a:cubicBezTo>
                  <a:pt x="941052" y="30462"/>
                  <a:pt x="942246" y="31610"/>
                  <a:pt x="943133" y="33019"/>
                </a:cubicBezTo>
                <a:cubicBezTo>
                  <a:pt x="944021" y="34426"/>
                  <a:pt x="944649" y="36048"/>
                  <a:pt x="945016" y="37885"/>
                </a:cubicBezTo>
                <a:cubicBezTo>
                  <a:pt x="945383" y="39722"/>
                  <a:pt x="945567" y="41589"/>
                  <a:pt x="945567" y="43486"/>
                </a:cubicBezTo>
                <a:cubicBezTo>
                  <a:pt x="945567" y="45384"/>
                  <a:pt x="945383" y="47236"/>
                  <a:pt x="945016" y="49042"/>
                </a:cubicBezTo>
                <a:cubicBezTo>
                  <a:pt x="944649" y="50848"/>
                  <a:pt x="944021" y="52470"/>
                  <a:pt x="943133" y="53909"/>
                </a:cubicBezTo>
                <a:cubicBezTo>
                  <a:pt x="942246" y="55348"/>
                  <a:pt x="941052" y="56495"/>
                  <a:pt x="939552" y="57353"/>
                </a:cubicBezTo>
                <a:cubicBezTo>
                  <a:pt x="938053" y="58209"/>
                  <a:pt x="936202" y="58637"/>
                  <a:pt x="933998" y="58637"/>
                </a:cubicBezTo>
                <a:cubicBezTo>
                  <a:pt x="931794" y="58637"/>
                  <a:pt x="929958" y="58209"/>
                  <a:pt x="928489" y="57353"/>
                </a:cubicBezTo>
                <a:cubicBezTo>
                  <a:pt x="927020" y="56495"/>
                  <a:pt x="925841" y="55348"/>
                  <a:pt x="924953" y="53909"/>
                </a:cubicBezTo>
                <a:cubicBezTo>
                  <a:pt x="924066" y="52470"/>
                  <a:pt x="923439" y="50848"/>
                  <a:pt x="923072" y="49042"/>
                </a:cubicBezTo>
                <a:cubicBezTo>
                  <a:pt x="922705" y="47236"/>
                  <a:pt x="922521" y="45384"/>
                  <a:pt x="922521" y="43486"/>
                </a:cubicBezTo>
                <a:moveTo>
                  <a:pt x="909484" y="43488"/>
                </a:moveTo>
                <a:cubicBezTo>
                  <a:pt x="909484" y="47289"/>
                  <a:pt x="910066" y="50722"/>
                  <a:pt x="911228" y="53787"/>
                </a:cubicBezTo>
                <a:cubicBezTo>
                  <a:pt x="912391" y="56853"/>
                  <a:pt x="914044" y="59474"/>
                  <a:pt x="916186" y="61651"/>
                </a:cubicBezTo>
                <a:cubicBezTo>
                  <a:pt x="918329" y="63827"/>
                  <a:pt x="920899" y="65498"/>
                  <a:pt x="923898" y="66663"/>
                </a:cubicBezTo>
                <a:cubicBezTo>
                  <a:pt x="926898" y="67828"/>
                  <a:pt x="930265" y="68410"/>
                  <a:pt x="933998" y="68410"/>
                </a:cubicBezTo>
                <a:cubicBezTo>
                  <a:pt x="937732" y="68410"/>
                  <a:pt x="941113" y="67828"/>
                  <a:pt x="944143" y="66663"/>
                </a:cubicBezTo>
                <a:cubicBezTo>
                  <a:pt x="947173" y="65498"/>
                  <a:pt x="949759" y="63827"/>
                  <a:pt x="951902" y="61651"/>
                </a:cubicBezTo>
                <a:cubicBezTo>
                  <a:pt x="954044" y="59474"/>
                  <a:pt x="955697" y="56853"/>
                  <a:pt x="956859" y="53787"/>
                </a:cubicBezTo>
                <a:cubicBezTo>
                  <a:pt x="958022" y="50722"/>
                  <a:pt x="958604" y="47289"/>
                  <a:pt x="958604" y="43488"/>
                </a:cubicBezTo>
                <a:cubicBezTo>
                  <a:pt x="958604" y="39687"/>
                  <a:pt x="958022" y="36238"/>
                  <a:pt x="956859" y="33142"/>
                </a:cubicBezTo>
                <a:cubicBezTo>
                  <a:pt x="955697" y="30045"/>
                  <a:pt x="954044" y="27408"/>
                  <a:pt x="951902" y="25232"/>
                </a:cubicBezTo>
                <a:cubicBezTo>
                  <a:pt x="949759" y="23055"/>
                  <a:pt x="947173" y="21369"/>
                  <a:pt x="944143" y="20173"/>
                </a:cubicBezTo>
                <a:cubicBezTo>
                  <a:pt x="941113" y="18978"/>
                  <a:pt x="937732" y="18380"/>
                  <a:pt x="933998" y="18380"/>
                </a:cubicBezTo>
                <a:cubicBezTo>
                  <a:pt x="930265" y="18380"/>
                  <a:pt x="926898" y="18978"/>
                  <a:pt x="923898" y="20173"/>
                </a:cubicBezTo>
                <a:cubicBezTo>
                  <a:pt x="920899" y="21369"/>
                  <a:pt x="918329" y="23055"/>
                  <a:pt x="916186" y="25232"/>
                </a:cubicBezTo>
                <a:cubicBezTo>
                  <a:pt x="914044" y="27408"/>
                  <a:pt x="912391" y="30045"/>
                  <a:pt x="911228" y="33142"/>
                </a:cubicBezTo>
                <a:cubicBezTo>
                  <a:pt x="910066" y="36238"/>
                  <a:pt x="909484" y="39687"/>
                  <a:pt x="909484" y="43488"/>
                </a:cubicBezTo>
                <a:close/>
                <a:moveTo>
                  <a:pt x="966255" y="34286"/>
                </a:moveTo>
                <a:cubicBezTo>
                  <a:pt x="966438" y="31226"/>
                  <a:pt x="967203" y="28686"/>
                  <a:pt x="968550" y="26667"/>
                </a:cubicBezTo>
                <a:cubicBezTo>
                  <a:pt x="969897" y="24647"/>
                  <a:pt x="971611" y="23024"/>
                  <a:pt x="973691" y="21800"/>
                </a:cubicBezTo>
                <a:cubicBezTo>
                  <a:pt x="975772" y="20575"/>
                  <a:pt x="978113" y="19703"/>
                  <a:pt x="980714" y="19183"/>
                </a:cubicBezTo>
                <a:cubicBezTo>
                  <a:pt x="983316" y="18663"/>
                  <a:pt x="985933" y="18403"/>
                  <a:pt x="988565" y="18403"/>
                </a:cubicBezTo>
                <a:cubicBezTo>
                  <a:pt x="990952" y="18403"/>
                  <a:pt x="993370" y="18571"/>
                  <a:pt x="995818" y="18908"/>
                </a:cubicBezTo>
                <a:cubicBezTo>
                  <a:pt x="998267" y="19245"/>
                  <a:pt x="1000501" y="19903"/>
                  <a:pt x="1002520" y="20882"/>
                </a:cubicBezTo>
                <a:cubicBezTo>
                  <a:pt x="1004540" y="21861"/>
                  <a:pt x="1006193" y="23223"/>
                  <a:pt x="1007478" y="24967"/>
                </a:cubicBezTo>
                <a:cubicBezTo>
                  <a:pt x="1008764" y="26712"/>
                  <a:pt x="1009407" y="29023"/>
                  <a:pt x="1009407" y="31899"/>
                </a:cubicBezTo>
                <a:lnTo>
                  <a:pt x="1009407" y="56596"/>
                </a:lnTo>
                <a:cubicBezTo>
                  <a:pt x="1009407" y="58739"/>
                  <a:pt x="1009529" y="60789"/>
                  <a:pt x="1009774" y="62748"/>
                </a:cubicBezTo>
                <a:cubicBezTo>
                  <a:pt x="1010019" y="64706"/>
                  <a:pt x="1010447" y="66175"/>
                  <a:pt x="1011059" y="67155"/>
                </a:cubicBezTo>
                <a:lnTo>
                  <a:pt x="997838" y="67155"/>
                </a:lnTo>
                <a:cubicBezTo>
                  <a:pt x="997593" y="66421"/>
                  <a:pt x="997394" y="65671"/>
                  <a:pt x="997241" y="64907"/>
                </a:cubicBezTo>
                <a:cubicBezTo>
                  <a:pt x="997088" y="64141"/>
                  <a:pt x="996981" y="63360"/>
                  <a:pt x="996920" y="62564"/>
                </a:cubicBezTo>
                <a:cubicBezTo>
                  <a:pt x="994839" y="64707"/>
                  <a:pt x="992391" y="66207"/>
                  <a:pt x="989575" y="67064"/>
                </a:cubicBezTo>
                <a:cubicBezTo>
                  <a:pt x="986759" y="67920"/>
                  <a:pt x="983882" y="68349"/>
                  <a:pt x="980944" y="68349"/>
                </a:cubicBezTo>
                <a:cubicBezTo>
                  <a:pt x="978680" y="68349"/>
                  <a:pt x="976568" y="68073"/>
                  <a:pt x="974609" y="67522"/>
                </a:cubicBezTo>
                <a:cubicBezTo>
                  <a:pt x="972651" y="66971"/>
                  <a:pt x="970937" y="66114"/>
                  <a:pt x="969468" y="64951"/>
                </a:cubicBezTo>
                <a:cubicBezTo>
                  <a:pt x="967999" y="63789"/>
                  <a:pt x="966852" y="62320"/>
                  <a:pt x="966026" y="60545"/>
                </a:cubicBezTo>
                <a:cubicBezTo>
                  <a:pt x="965199" y="58770"/>
                  <a:pt x="964786" y="56658"/>
                  <a:pt x="964786" y="54209"/>
                </a:cubicBezTo>
                <a:cubicBezTo>
                  <a:pt x="964786" y="51516"/>
                  <a:pt x="965260" y="49298"/>
                  <a:pt x="966209" y="47553"/>
                </a:cubicBezTo>
                <a:cubicBezTo>
                  <a:pt x="967158" y="45809"/>
                  <a:pt x="968382" y="44416"/>
                  <a:pt x="969881" y="43376"/>
                </a:cubicBezTo>
                <a:cubicBezTo>
                  <a:pt x="971381" y="42335"/>
                  <a:pt x="973095" y="41555"/>
                  <a:pt x="975022" y="41035"/>
                </a:cubicBezTo>
                <a:cubicBezTo>
                  <a:pt x="976951" y="40514"/>
                  <a:pt x="978895" y="40102"/>
                  <a:pt x="980853" y="39796"/>
                </a:cubicBezTo>
                <a:cubicBezTo>
                  <a:pt x="982812" y="39490"/>
                  <a:pt x="984739" y="39245"/>
                  <a:pt x="986636" y="39061"/>
                </a:cubicBezTo>
                <a:cubicBezTo>
                  <a:pt x="988534" y="38877"/>
                  <a:pt x="990217" y="38601"/>
                  <a:pt x="991686" y="38234"/>
                </a:cubicBezTo>
                <a:cubicBezTo>
                  <a:pt x="993156" y="37867"/>
                  <a:pt x="994318" y="37332"/>
                  <a:pt x="995175" y="36629"/>
                </a:cubicBezTo>
                <a:cubicBezTo>
                  <a:pt x="996032" y="35925"/>
                  <a:pt x="996430" y="34899"/>
                  <a:pt x="996370" y="33552"/>
                </a:cubicBezTo>
                <a:cubicBezTo>
                  <a:pt x="996370" y="32144"/>
                  <a:pt x="996140" y="31027"/>
                  <a:pt x="995680" y="30201"/>
                </a:cubicBezTo>
                <a:cubicBezTo>
                  <a:pt x="995221" y="29375"/>
                  <a:pt x="994609" y="28732"/>
                  <a:pt x="993844" y="28274"/>
                </a:cubicBezTo>
                <a:cubicBezTo>
                  <a:pt x="993079" y="27814"/>
                  <a:pt x="992191" y="27508"/>
                  <a:pt x="991181" y="27355"/>
                </a:cubicBezTo>
                <a:cubicBezTo>
                  <a:pt x="990171" y="27201"/>
                  <a:pt x="989085" y="27125"/>
                  <a:pt x="987922" y="27125"/>
                </a:cubicBezTo>
                <a:cubicBezTo>
                  <a:pt x="985352" y="27125"/>
                  <a:pt x="983332" y="27676"/>
                  <a:pt x="981863" y="28778"/>
                </a:cubicBezTo>
                <a:cubicBezTo>
                  <a:pt x="980394" y="29880"/>
                  <a:pt x="979537" y="31716"/>
                  <a:pt x="979292" y="34286"/>
                </a:cubicBezTo>
                <a:lnTo>
                  <a:pt x="966255" y="34286"/>
                </a:lnTo>
                <a:moveTo>
                  <a:pt x="996370" y="43926"/>
                </a:moveTo>
                <a:cubicBezTo>
                  <a:pt x="995819" y="44417"/>
                  <a:pt x="995130" y="44799"/>
                  <a:pt x="994303" y="45075"/>
                </a:cubicBezTo>
                <a:cubicBezTo>
                  <a:pt x="993477" y="45350"/>
                  <a:pt x="992589" y="45580"/>
                  <a:pt x="991640" y="45764"/>
                </a:cubicBezTo>
                <a:cubicBezTo>
                  <a:pt x="990692" y="45947"/>
                  <a:pt x="989698" y="46100"/>
                  <a:pt x="988656" y="46222"/>
                </a:cubicBezTo>
                <a:cubicBezTo>
                  <a:pt x="987616" y="46345"/>
                  <a:pt x="986575" y="46497"/>
                  <a:pt x="985535" y="46680"/>
                </a:cubicBezTo>
                <a:cubicBezTo>
                  <a:pt x="984556" y="46864"/>
                  <a:pt x="983592" y="47110"/>
                  <a:pt x="982643" y="47416"/>
                </a:cubicBezTo>
                <a:cubicBezTo>
                  <a:pt x="981695" y="47721"/>
                  <a:pt x="980868" y="48135"/>
                  <a:pt x="980164" y="48656"/>
                </a:cubicBezTo>
                <a:cubicBezTo>
                  <a:pt x="979460" y="49176"/>
                  <a:pt x="978895" y="49834"/>
                  <a:pt x="978466" y="50630"/>
                </a:cubicBezTo>
                <a:cubicBezTo>
                  <a:pt x="978037" y="51424"/>
                  <a:pt x="977823" y="52434"/>
                  <a:pt x="977823" y="53658"/>
                </a:cubicBezTo>
                <a:cubicBezTo>
                  <a:pt x="977823" y="54821"/>
                  <a:pt x="978037" y="55801"/>
                  <a:pt x="978466" y="56596"/>
                </a:cubicBezTo>
                <a:cubicBezTo>
                  <a:pt x="978895" y="57392"/>
                  <a:pt x="979476" y="58020"/>
                  <a:pt x="980210" y="58479"/>
                </a:cubicBezTo>
                <a:cubicBezTo>
                  <a:pt x="980945" y="58938"/>
                  <a:pt x="981802" y="59259"/>
                  <a:pt x="982781" y="59443"/>
                </a:cubicBezTo>
                <a:cubicBezTo>
                  <a:pt x="983760" y="59627"/>
                  <a:pt x="984770" y="59719"/>
                  <a:pt x="985811" y="59719"/>
                </a:cubicBezTo>
                <a:cubicBezTo>
                  <a:pt x="988381" y="59719"/>
                  <a:pt x="990370" y="59291"/>
                  <a:pt x="991777" y="58434"/>
                </a:cubicBezTo>
                <a:cubicBezTo>
                  <a:pt x="993186" y="57577"/>
                  <a:pt x="994227" y="56551"/>
                  <a:pt x="994900" y="55358"/>
                </a:cubicBezTo>
                <a:cubicBezTo>
                  <a:pt x="995574" y="54164"/>
                  <a:pt x="995987" y="52955"/>
                  <a:pt x="996140" y="51731"/>
                </a:cubicBezTo>
                <a:cubicBezTo>
                  <a:pt x="996293" y="50506"/>
                  <a:pt x="996370" y="49527"/>
                  <a:pt x="996370" y="48793"/>
                </a:cubicBezTo>
                <a:lnTo>
                  <a:pt x="996370" y="43926"/>
                </a:lnTo>
                <a:close/>
                <a:moveTo>
                  <a:pt x="1036123" y="19725"/>
                </a:moveTo>
                <a:lnTo>
                  <a:pt x="1036123" y="5469"/>
                </a:lnTo>
                <a:lnTo>
                  <a:pt x="1023086" y="5469"/>
                </a:lnTo>
                <a:lnTo>
                  <a:pt x="1023086" y="19725"/>
                </a:lnTo>
                <a:lnTo>
                  <a:pt x="1015190" y="19725"/>
                </a:lnTo>
                <a:lnTo>
                  <a:pt x="1015190" y="28422"/>
                </a:lnTo>
                <a:lnTo>
                  <a:pt x="1023086" y="28422"/>
                </a:lnTo>
                <a:lnTo>
                  <a:pt x="1023086" y="56409"/>
                </a:lnTo>
                <a:cubicBezTo>
                  <a:pt x="1023086" y="58795"/>
                  <a:pt x="1023484" y="60722"/>
                  <a:pt x="1024280" y="62190"/>
                </a:cubicBezTo>
                <a:cubicBezTo>
                  <a:pt x="1025075" y="63658"/>
                  <a:pt x="1026161" y="64790"/>
                  <a:pt x="1027538" y="65586"/>
                </a:cubicBezTo>
                <a:cubicBezTo>
                  <a:pt x="1028916" y="66381"/>
                  <a:pt x="1030507" y="66916"/>
                  <a:pt x="1032312" y="67190"/>
                </a:cubicBezTo>
                <a:cubicBezTo>
                  <a:pt x="1034119" y="67466"/>
                  <a:pt x="1036032" y="67603"/>
                  <a:pt x="1038052" y="67603"/>
                </a:cubicBezTo>
                <a:cubicBezTo>
                  <a:pt x="1039337" y="67603"/>
                  <a:pt x="1040653" y="67573"/>
                  <a:pt x="1042000" y="67514"/>
                </a:cubicBezTo>
                <a:cubicBezTo>
                  <a:pt x="1043347" y="67454"/>
                  <a:pt x="1044571" y="67334"/>
                  <a:pt x="1045672" y="67155"/>
                </a:cubicBezTo>
                <a:lnTo>
                  <a:pt x="1045672" y="57015"/>
                </a:lnTo>
                <a:cubicBezTo>
                  <a:pt x="1045060" y="57137"/>
                  <a:pt x="1044417" y="57229"/>
                  <a:pt x="1043744" y="57291"/>
                </a:cubicBezTo>
                <a:cubicBezTo>
                  <a:pt x="1043071" y="57352"/>
                  <a:pt x="1042367" y="57382"/>
                  <a:pt x="1041633" y="57382"/>
                </a:cubicBezTo>
                <a:cubicBezTo>
                  <a:pt x="1039429" y="57382"/>
                  <a:pt x="1037959" y="57016"/>
                  <a:pt x="1037224" y="56282"/>
                </a:cubicBezTo>
                <a:cubicBezTo>
                  <a:pt x="1036490" y="55549"/>
                  <a:pt x="1036123" y="54083"/>
                  <a:pt x="1036123" y="51884"/>
                </a:cubicBezTo>
                <a:lnTo>
                  <a:pt x="1036123" y="28422"/>
                </a:lnTo>
                <a:lnTo>
                  <a:pt x="1045672" y="28422"/>
                </a:lnTo>
                <a:lnTo>
                  <a:pt x="1045672" y="19725"/>
                </a:lnTo>
                <a:lnTo>
                  <a:pt x="1036123" y="19725"/>
                </a:lnTo>
                <a:close/>
                <a:moveTo>
                  <a:pt x="1074592" y="0"/>
                </a:moveTo>
                <a:lnTo>
                  <a:pt x="1063668" y="0"/>
                </a:lnTo>
                <a:cubicBezTo>
                  <a:pt x="1061647" y="2938"/>
                  <a:pt x="1059887" y="6152"/>
                  <a:pt x="1058387" y="9641"/>
                </a:cubicBezTo>
                <a:cubicBezTo>
                  <a:pt x="1056888" y="13130"/>
                  <a:pt x="1055634" y="16742"/>
                  <a:pt x="1054623" y="20476"/>
                </a:cubicBezTo>
                <a:cubicBezTo>
                  <a:pt x="1053614" y="24210"/>
                  <a:pt x="1052849" y="27959"/>
                  <a:pt x="1052328" y="31724"/>
                </a:cubicBezTo>
                <a:cubicBezTo>
                  <a:pt x="1051808" y="35489"/>
                  <a:pt x="1051548" y="39086"/>
                  <a:pt x="1051548" y="42514"/>
                </a:cubicBezTo>
                <a:cubicBezTo>
                  <a:pt x="1051548" y="49737"/>
                  <a:pt x="1052604" y="56838"/>
                  <a:pt x="1054716" y="63817"/>
                </a:cubicBezTo>
                <a:cubicBezTo>
                  <a:pt x="1056827" y="70795"/>
                  <a:pt x="1059811" y="77437"/>
                  <a:pt x="1063668" y="83742"/>
                </a:cubicBezTo>
                <a:lnTo>
                  <a:pt x="1074501" y="83742"/>
                </a:lnTo>
                <a:cubicBezTo>
                  <a:pt x="1071012" y="77070"/>
                  <a:pt x="1068487" y="70214"/>
                  <a:pt x="1066926" y="63175"/>
                </a:cubicBezTo>
                <a:cubicBezTo>
                  <a:pt x="1065365" y="56135"/>
                  <a:pt x="1064585" y="48942"/>
                  <a:pt x="1064585" y="41595"/>
                </a:cubicBezTo>
                <a:cubicBezTo>
                  <a:pt x="1064585" y="34372"/>
                  <a:pt x="1065381" y="27256"/>
                  <a:pt x="1066972" y="20248"/>
                </a:cubicBezTo>
                <a:cubicBezTo>
                  <a:pt x="1068564" y="13238"/>
                  <a:pt x="1071104" y="6489"/>
                  <a:pt x="1074592" y="0"/>
                </a:cubicBezTo>
                <a:close/>
                <a:moveTo>
                  <a:pt x="1082213" y="1614"/>
                </a:moveTo>
                <a:lnTo>
                  <a:pt x="1082213" y="31112"/>
                </a:lnTo>
                <a:lnTo>
                  <a:pt x="1092036" y="31112"/>
                </a:lnTo>
                <a:lnTo>
                  <a:pt x="1092036" y="1614"/>
                </a:lnTo>
                <a:lnTo>
                  <a:pt x="1082213" y="1614"/>
                </a:lnTo>
                <a:close/>
                <a:moveTo>
                  <a:pt x="1104523" y="19687"/>
                </a:moveTo>
                <a:lnTo>
                  <a:pt x="1104523" y="67155"/>
                </a:lnTo>
                <a:lnTo>
                  <a:pt x="1117560" y="67155"/>
                </a:lnTo>
                <a:lnTo>
                  <a:pt x="1117560" y="42277"/>
                </a:lnTo>
                <a:cubicBezTo>
                  <a:pt x="1117560" y="37442"/>
                  <a:pt x="1118356" y="33969"/>
                  <a:pt x="1119947" y="31859"/>
                </a:cubicBezTo>
                <a:cubicBezTo>
                  <a:pt x="1121539" y="29747"/>
                  <a:pt x="1124109" y="28691"/>
                  <a:pt x="1127659" y="28691"/>
                </a:cubicBezTo>
                <a:cubicBezTo>
                  <a:pt x="1130781" y="28691"/>
                  <a:pt x="1132954" y="29655"/>
                  <a:pt x="1134178" y="31583"/>
                </a:cubicBezTo>
                <a:cubicBezTo>
                  <a:pt x="1135402" y="33510"/>
                  <a:pt x="1136014" y="36433"/>
                  <a:pt x="1136014" y="40350"/>
                </a:cubicBezTo>
                <a:lnTo>
                  <a:pt x="1136014" y="67155"/>
                </a:lnTo>
                <a:lnTo>
                  <a:pt x="1149051" y="67155"/>
                </a:lnTo>
                <a:lnTo>
                  <a:pt x="1149051" y="37946"/>
                </a:lnTo>
                <a:cubicBezTo>
                  <a:pt x="1149051" y="35006"/>
                  <a:pt x="1148791" y="32327"/>
                  <a:pt x="1148271" y="29908"/>
                </a:cubicBezTo>
                <a:cubicBezTo>
                  <a:pt x="1147751" y="27490"/>
                  <a:pt x="1146848" y="25438"/>
                  <a:pt x="1145562" y="23754"/>
                </a:cubicBezTo>
                <a:cubicBezTo>
                  <a:pt x="1144277" y="22070"/>
                  <a:pt x="1142517" y="20754"/>
                  <a:pt x="1140283" y="19805"/>
                </a:cubicBezTo>
                <a:cubicBezTo>
                  <a:pt x="1138049" y="18855"/>
                  <a:pt x="1135187" y="18380"/>
                  <a:pt x="1131698" y="18380"/>
                </a:cubicBezTo>
                <a:cubicBezTo>
                  <a:pt x="1128944" y="18380"/>
                  <a:pt x="1126251" y="19009"/>
                  <a:pt x="1123619" y="20267"/>
                </a:cubicBezTo>
                <a:cubicBezTo>
                  <a:pt x="1120987" y="21525"/>
                  <a:pt x="1118845" y="23535"/>
                  <a:pt x="1117193" y="26297"/>
                </a:cubicBezTo>
                <a:lnTo>
                  <a:pt x="1116917" y="26297"/>
                </a:lnTo>
                <a:lnTo>
                  <a:pt x="1116917" y="19687"/>
                </a:lnTo>
                <a:lnTo>
                  <a:pt x="1104523" y="19687"/>
                </a:lnTo>
                <a:close/>
                <a:moveTo>
                  <a:pt x="1158294" y="34286"/>
                </a:moveTo>
                <a:cubicBezTo>
                  <a:pt x="1158477" y="31226"/>
                  <a:pt x="1159242" y="28686"/>
                  <a:pt x="1160589" y="26667"/>
                </a:cubicBezTo>
                <a:cubicBezTo>
                  <a:pt x="1161936" y="24647"/>
                  <a:pt x="1163649" y="23024"/>
                  <a:pt x="1165730" y="21800"/>
                </a:cubicBezTo>
                <a:cubicBezTo>
                  <a:pt x="1167811" y="20575"/>
                  <a:pt x="1170152" y="19703"/>
                  <a:pt x="1172753" y="19183"/>
                </a:cubicBezTo>
                <a:cubicBezTo>
                  <a:pt x="1175355" y="18663"/>
                  <a:pt x="1177972" y="18403"/>
                  <a:pt x="1180604" y="18403"/>
                </a:cubicBezTo>
                <a:cubicBezTo>
                  <a:pt x="1182991" y="18403"/>
                  <a:pt x="1185409" y="18571"/>
                  <a:pt x="1187857" y="18908"/>
                </a:cubicBezTo>
                <a:cubicBezTo>
                  <a:pt x="1190305" y="19245"/>
                  <a:pt x="1192539" y="19903"/>
                  <a:pt x="1194559" y="20882"/>
                </a:cubicBezTo>
                <a:cubicBezTo>
                  <a:pt x="1196579" y="21861"/>
                  <a:pt x="1198231" y="23223"/>
                  <a:pt x="1199517" y="24967"/>
                </a:cubicBezTo>
                <a:cubicBezTo>
                  <a:pt x="1200803" y="26712"/>
                  <a:pt x="1201446" y="29023"/>
                  <a:pt x="1201446" y="31899"/>
                </a:cubicBezTo>
                <a:lnTo>
                  <a:pt x="1201446" y="56596"/>
                </a:lnTo>
                <a:cubicBezTo>
                  <a:pt x="1201446" y="58739"/>
                  <a:pt x="1201568" y="60789"/>
                  <a:pt x="1201813" y="62748"/>
                </a:cubicBezTo>
                <a:cubicBezTo>
                  <a:pt x="1202057" y="64706"/>
                  <a:pt x="1202486" y="66175"/>
                  <a:pt x="1203097" y="67155"/>
                </a:cubicBezTo>
                <a:lnTo>
                  <a:pt x="1189877" y="67155"/>
                </a:lnTo>
                <a:cubicBezTo>
                  <a:pt x="1189632" y="66421"/>
                  <a:pt x="1189433" y="65671"/>
                  <a:pt x="1189280" y="64907"/>
                </a:cubicBezTo>
                <a:cubicBezTo>
                  <a:pt x="1189127" y="64141"/>
                  <a:pt x="1189020" y="63360"/>
                  <a:pt x="1188959" y="62564"/>
                </a:cubicBezTo>
                <a:cubicBezTo>
                  <a:pt x="1186878" y="64707"/>
                  <a:pt x="1184430" y="66207"/>
                  <a:pt x="1181614" y="67064"/>
                </a:cubicBezTo>
                <a:cubicBezTo>
                  <a:pt x="1178798" y="67920"/>
                  <a:pt x="1175921" y="68349"/>
                  <a:pt x="1172983" y="68349"/>
                </a:cubicBezTo>
                <a:cubicBezTo>
                  <a:pt x="1170719" y="68349"/>
                  <a:pt x="1168607" y="68073"/>
                  <a:pt x="1166648" y="67522"/>
                </a:cubicBezTo>
                <a:cubicBezTo>
                  <a:pt x="1164689" y="66971"/>
                  <a:pt x="1162976" y="66114"/>
                  <a:pt x="1161506" y="64951"/>
                </a:cubicBezTo>
                <a:cubicBezTo>
                  <a:pt x="1160038" y="63789"/>
                  <a:pt x="1158891" y="62320"/>
                  <a:pt x="1158064" y="60545"/>
                </a:cubicBezTo>
                <a:cubicBezTo>
                  <a:pt x="1157238" y="58770"/>
                  <a:pt x="1156825" y="56658"/>
                  <a:pt x="1156825" y="54209"/>
                </a:cubicBezTo>
                <a:cubicBezTo>
                  <a:pt x="1156825" y="51516"/>
                  <a:pt x="1157299" y="49298"/>
                  <a:pt x="1158248" y="47553"/>
                </a:cubicBezTo>
                <a:cubicBezTo>
                  <a:pt x="1159197" y="45809"/>
                  <a:pt x="1160421" y="44416"/>
                  <a:pt x="1161920" y="43376"/>
                </a:cubicBezTo>
                <a:cubicBezTo>
                  <a:pt x="1163420" y="42335"/>
                  <a:pt x="1165134" y="41555"/>
                  <a:pt x="1167061" y="41035"/>
                </a:cubicBezTo>
                <a:cubicBezTo>
                  <a:pt x="1168990" y="40514"/>
                  <a:pt x="1170933" y="40102"/>
                  <a:pt x="1172892" y="39796"/>
                </a:cubicBezTo>
                <a:cubicBezTo>
                  <a:pt x="1174850" y="39490"/>
                  <a:pt x="1176778" y="39245"/>
                  <a:pt x="1178675" y="39061"/>
                </a:cubicBezTo>
                <a:cubicBezTo>
                  <a:pt x="1180573" y="38877"/>
                  <a:pt x="1182256" y="38601"/>
                  <a:pt x="1183725" y="38234"/>
                </a:cubicBezTo>
                <a:cubicBezTo>
                  <a:pt x="1185194" y="37867"/>
                  <a:pt x="1186357" y="37332"/>
                  <a:pt x="1187214" y="36629"/>
                </a:cubicBezTo>
                <a:cubicBezTo>
                  <a:pt x="1188071" y="35925"/>
                  <a:pt x="1188469" y="34899"/>
                  <a:pt x="1188409" y="33552"/>
                </a:cubicBezTo>
                <a:cubicBezTo>
                  <a:pt x="1188409" y="32144"/>
                  <a:pt x="1188179" y="31027"/>
                  <a:pt x="1187719" y="30201"/>
                </a:cubicBezTo>
                <a:cubicBezTo>
                  <a:pt x="1187260" y="29375"/>
                  <a:pt x="1186648" y="28732"/>
                  <a:pt x="1185883" y="28274"/>
                </a:cubicBezTo>
                <a:cubicBezTo>
                  <a:pt x="1185118" y="27814"/>
                  <a:pt x="1184230" y="27508"/>
                  <a:pt x="1183220" y="27355"/>
                </a:cubicBezTo>
                <a:cubicBezTo>
                  <a:pt x="1182210" y="27201"/>
                  <a:pt x="1181124" y="27125"/>
                  <a:pt x="1179961" y="27125"/>
                </a:cubicBezTo>
                <a:cubicBezTo>
                  <a:pt x="1177391" y="27125"/>
                  <a:pt x="1175371" y="27676"/>
                  <a:pt x="1173902" y="28778"/>
                </a:cubicBezTo>
                <a:cubicBezTo>
                  <a:pt x="1172433" y="29880"/>
                  <a:pt x="1171576" y="31716"/>
                  <a:pt x="1171331" y="34286"/>
                </a:cubicBezTo>
                <a:lnTo>
                  <a:pt x="1158294" y="34286"/>
                </a:lnTo>
                <a:moveTo>
                  <a:pt x="1188409" y="43926"/>
                </a:moveTo>
                <a:cubicBezTo>
                  <a:pt x="1187858" y="44417"/>
                  <a:pt x="1187169" y="44799"/>
                  <a:pt x="1186342" y="45075"/>
                </a:cubicBezTo>
                <a:cubicBezTo>
                  <a:pt x="1185516" y="45350"/>
                  <a:pt x="1184628" y="45580"/>
                  <a:pt x="1183679" y="45764"/>
                </a:cubicBezTo>
                <a:cubicBezTo>
                  <a:pt x="1182731" y="45947"/>
                  <a:pt x="1181736" y="46100"/>
                  <a:pt x="1180695" y="46222"/>
                </a:cubicBezTo>
                <a:cubicBezTo>
                  <a:pt x="1179655" y="46345"/>
                  <a:pt x="1178614" y="46497"/>
                  <a:pt x="1177574" y="46680"/>
                </a:cubicBezTo>
                <a:cubicBezTo>
                  <a:pt x="1176595" y="46864"/>
                  <a:pt x="1175631" y="47110"/>
                  <a:pt x="1174682" y="47416"/>
                </a:cubicBezTo>
                <a:cubicBezTo>
                  <a:pt x="1173733" y="47721"/>
                  <a:pt x="1172907" y="48135"/>
                  <a:pt x="1172203" y="48656"/>
                </a:cubicBezTo>
                <a:cubicBezTo>
                  <a:pt x="1171499" y="49176"/>
                  <a:pt x="1170933" y="49834"/>
                  <a:pt x="1170505" y="50630"/>
                </a:cubicBezTo>
                <a:cubicBezTo>
                  <a:pt x="1170076" y="51424"/>
                  <a:pt x="1169862" y="52434"/>
                  <a:pt x="1169862" y="53658"/>
                </a:cubicBezTo>
                <a:cubicBezTo>
                  <a:pt x="1169862" y="54821"/>
                  <a:pt x="1170076" y="55801"/>
                  <a:pt x="1170505" y="56596"/>
                </a:cubicBezTo>
                <a:cubicBezTo>
                  <a:pt x="1170933" y="57392"/>
                  <a:pt x="1171515" y="58020"/>
                  <a:pt x="1172249" y="58479"/>
                </a:cubicBezTo>
                <a:cubicBezTo>
                  <a:pt x="1172984" y="58938"/>
                  <a:pt x="1173841" y="59259"/>
                  <a:pt x="1174820" y="59443"/>
                </a:cubicBezTo>
                <a:cubicBezTo>
                  <a:pt x="1175799" y="59627"/>
                  <a:pt x="1176809" y="59719"/>
                  <a:pt x="1177850" y="59719"/>
                </a:cubicBezTo>
                <a:cubicBezTo>
                  <a:pt x="1180420" y="59719"/>
                  <a:pt x="1182409" y="59291"/>
                  <a:pt x="1183816" y="58434"/>
                </a:cubicBezTo>
                <a:cubicBezTo>
                  <a:pt x="1185225" y="57577"/>
                  <a:pt x="1186266" y="56551"/>
                  <a:pt x="1186939" y="55358"/>
                </a:cubicBezTo>
                <a:cubicBezTo>
                  <a:pt x="1187612" y="54164"/>
                  <a:pt x="1188026" y="52955"/>
                  <a:pt x="1188179" y="51731"/>
                </a:cubicBezTo>
                <a:cubicBezTo>
                  <a:pt x="1188332" y="50506"/>
                  <a:pt x="1188409" y="49527"/>
                  <a:pt x="1188409" y="48793"/>
                </a:cubicBezTo>
                <a:lnTo>
                  <a:pt x="1188409" y="43926"/>
                </a:lnTo>
                <a:close/>
                <a:moveTo>
                  <a:pt x="1211636" y="19687"/>
                </a:moveTo>
                <a:lnTo>
                  <a:pt x="1211636" y="67155"/>
                </a:lnTo>
                <a:lnTo>
                  <a:pt x="1224674" y="67155"/>
                </a:lnTo>
                <a:lnTo>
                  <a:pt x="1224674" y="42277"/>
                </a:lnTo>
                <a:cubicBezTo>
                  <a:pt x="1224674" y="37442"/>
                  <a:pt x="1225469" y="33969"/>
                  <a:pt x="1227061" y="31859"/>
                </a:cubicBezTo>
                <a:cubicBezTo>
                  <a:pt x="1228652" y="29747"/>
                  <a:pt x="1231223" y="28691"/>
                  <a:pt x="1234773" y="28691"/>
                </a:cubicBezTo>
                <a:cubicBezTo>
                  <a:pt x="1237895" y="28691"/>
                  <a:pt x="1240068" y="29655"/>
                  <a:pt x="1241291" y="31583"/>
                </a:cubicBezTo>
                <a:cubicBezTo>
                  <a:pt x="1242516" y="33510"/>
                  <a:pt x="1243128" y="36433"/>
                  <a:pt x="1243128" y="40350"/>
                </a:cubicBezTo>
                <a:lnTo>
                  <a:pt x="1243128" y="67155"/>
                </a:lnTo>
                <a:lnTo>
                  <a:pt x="1256165" y="67155"/>
                </a:lnTo>
                <a:lnTo>
                  <a:pt x="1256165" y="37946"/>
                </a:lnTo>
                <a:cubicBezTo>
                  <a:pt x="1256165" y="35006"/>
                  <a:pt x="1255905" y="32327"/>
                  <a:pt x="1255385" y="29908"/>
                </a:cubicBezTo>
                <a:cubicBezTo>
                  <a:pt x="1254865" y="27490"/>
                  <a:pt x="1253961" y="25438"/>
                  <a:pt x="1252675" y="23754"/>
                </a:cubicBezTo>
                <a:cubicBezTo>
                  <a:pt x="1251390" y="22070"/>
                  <a:pt x="1249631" y="20754"/>
                  <a:pt x="1247397" y="19805"/>
                </a:cubicBezTo>
                <a:cubicBezTo>
                  <a:pt x="1245163" y="18855"/>
                  <a:pt x="1242301" y="18380"/>
                  <a:pt x="1238812" y="18380"/>
                </a:cubicBezTo>
                <a:cubicBezTo>
                  <a:pt x="1236058" y="18380"/>
                  <a:pt x="1233364" y="19009"/>
                  <a:pt x="1230733" y="20267"/>
                </a:cubicBezTo>
                <a:cubicBezTo>
                  <a:pt x="1228101" y="21525"/>
                  <a:pt x="1225959" y="23535"/>
                  <a:pt x="1224306" y="26297"/>
                </a:cubicBezTo>
                <a:lnTo>
                  <a:pt x="1224031" y="26297"/>
                </a:lnTo>
                <a:lnTo>
                  <a:pt x="1224031" y="19687"/>
                </a:lnTo>
                <a:lnTo>
                  <a:pt x="1211636" y="19687"/>
                </a:lnTo>
                <a:close/>
                <a:moveTo>
                  <a:pt x="1268896" y="1614"/>
                </a:moveTo>
                <a:lnTo>
                  <a:pt x="1268896" y="31112"/>
                </a:lnTo>
                <a:lnTo>
                  <a:pt x="1278719" y="31112"/>
                </a:lnTo>
                <a:lnTo>
                  <a:pt x="1278719" y="1614"/>
                </a:lnTo>
                <a:lnTo>
                  <a:pt x="1268896" y="1614"/>
                </a:lnTo>
                <a:close/>
                <a:moveTo>
                  <a:pt x="1285698" y="83742"/>
                </a:moveTo>
                <a:lnTo>
                  <a:pt x="1296531" y="83742"/>
                </a:lnTo>
                <a:cubicBezTo>
                  <a:pt x="1298551" y="80865"/>
                  <a:pt x="1300326" y="77681"/>
                  <a:pt x="1301856" y="74192"/>
                </a:cubicBezTo>
                <a:cubicBezTo>
                  <a:pt x="1303387" y="70703"/>
                  <a:pt x="1304657" y="67107"/>
                  <a:pt x="1305667" y="63403"/>
                </a:cubicBezTo>
                <a:cubicBezTo>
                  <a:pt x="1306676" y="59700"/>
                  <a:pt x="1307426" y="55966"/>
                  <a:pt x="1307915" y="52202"/>
                </a:cubicBezTo>
                <a:cubicBezTo>
                  <a:pt x="1308405" y="48437"/>
                  <a:pt x="1308651" y="44840"/>
                  <a:pt x="1308651" y="41412"/>
                </a:cubicBezTo>
                <a:cubicBezTo>
                  <a:pt x="1308651" y="34188"/>
                  <a:pt x="1307595" y="27057"/>
                  <a:pt x="1305483" y="20018"/>
                </a:cubicBezTo>
                <a:cubicBezTo>
                  <a:pt x="1303371" y="12978"/>
                  <a:pt x="1300387" y="6305"/>
                  <a:pt x="1296531" y="0"/>
                </a:cubicBezTo>
                <a:lnTo>
                  <a:pt x="1285789" y="0"/>
                </a:lnTo>
                <a:cubicBezTo>
                  <a:pt x="1289156" y="6672"/>
                  <a:pt x="1291635" y="13559"/>
                  <a:pt x="1293226" y="20660"/>
                </a:cubicBezTo>
                <a:cubicBezTo>
                  <a:pt x="1294818" y="27760"/>
                  <a:pt x="1295613" y="34984"/>
                  <a:pt x="1295613" y="42331"/>
                </a:cubicBezTo>
                <a:cubicBezTo>
                  <a:pt x="1295613" y="49554"/>
                  <a:pt x="1294802" y="56639"/>
                  <a:pt x="1293180" y="63587"/>
                </a:cubicBezTo>
                <a:cubicBezTo>
                  <a:pt x="1291558" y="70535"/>
                  <a:pt x="1289064" y="77253"/>
                  <a:pt x="1285698" y="83742"/>
                </a:cubicBezTo>
                <a:close/>
                <a:moveTo>
                  <a:pt x="1319393" y="52989"/>
                </a:moveTo>
                <a:lnTo>
                  <a:pt x="1319393" y="67155"/>
                </a:lnTo>
                <a:lnTo>
                  <a:pt x="1326002" y="67155"/>
                </a:lnTo>
                <a:cubicBezTo>
                  <a:pt x="1326064" y="68135"/>
                  <a:pt x="1325941" y="69099"/>
                  <a:pt x="1325635" y="70048"/>
                </a:cubicBezTo>
                <a:cubicBezTo>
                  <a:pt x="1325329" y="70997"/>
                  <a:pt x="1324870" y="71854"/>
                  <a:pt x="1324258" y="72619"/>
                </a:cubicBezTo>
                <a:cubicBezTo>
                  <a:pt x="1323646" y="73385"/>
                  <a:pt x="1322927" y="74043"/>
                  <a:pt x="1322101" y="74594"/>
                </a:cubicBezTo>
                <a:cubicBezTo>
                  <a:pt x="1321274" y="75145"/>
                  <a:pt x="1320402" y="75512"/>
                  <a:pt x="1319484" y="75695"/>
                </a:cubicBezTo>
                <a:lnTo>
                  <a:pt x="1319484" y="82308"/>
                </a:lnTo>
                <a:cubicBezTo>
                  <a:pt x="1321442" y="82001"/>
                  <a:pt x="1323294" y="81434"/>
                  <a:pt x="1325038" y="80607"/>
                </a:cubicBezTo>
                <a:cubicBezTo>
                  <a:pt x="1326783" y="79780"/>
                  <a:pt x="1328298" y="78723"/>
                  <a:pt x="1329583" y="77437"/>
                </a:cubicBezTo>
                <a:cubicBezTo>
                  <a:pt x="1330869" y="76150"/>
                  <a:pt x="1331895" y="74633"/>
                  <a:pt x="1332659" y="72886"/>
                </a:cubicBezTo>
                <a:cubicBezTo>
                  <a:pt x="1333424" y="71141"/>
                  <a:pt x="1333807" y="69226"/>
                  <a:pt x="1333807" y="67142"/>
                </a:cubicBezTo>
                <a:lnTo>
                  <a:pt x="1333807" y="52989"/>
                </a:lnTo>
                <a:lnTo>
                  <a:pt x="1319393" y="52989"/>
                </a:lnTo>
                <a:close/>
                <a:moveTo>
                  <a:pt x="1385220" y="28870"/>
                </a:moveTo>
                <a:lnTo>
                  <a:pt x="1385220" y="38016"/>
                </a:lnTo>
                <a:cubicBezTo>
                  <a:pt x="1386812" y="38016"/>
                  <a:pt x="1388480" y="38061"/>
                  <a:pt x="1390224" y="38153"/>
                </a:cubicBezTo>
                <a:cubicBezTo>
                  <a:pt x="1391969" y="38245"/>
                  <a:pt x="1393575" y="38581"/>
                  <a:pt x="1395043" y="39163"/>
                </a:cubicBezTo>
                <a:cubicBezTo>
                  <a:pt x="1396513" y="39744"/>
                  <a:pt x="1397722" y="40677"/>
                  <a:pt x="1398670" y="41962"/>
                </a:cubicBezTo>
                <a:cubicBezTo>
                  <a:pt x="1399619" y="43246"/>
                  <a:pt x="1400094" y="45112"/>
                  <a:pt x="1400094" y="47559"/>
                </a:cubicBezTo>
                <a:cubicBezTo>
                  <a:pt x="1400094" y="50678"/>
                  <a:pt x="1399084" y="53140"/>
                  <a:pt x="1397064" y="54945"/>
                </a:cubicBezTo>
                <a:cubicBezTo>
                  <a:pt x="1395044" y="56749"/>
                  <a:pt x="1392566" y="57651"/>
                  <a:pt x="1389627" y="57651"/>
                </a:cubicBezTo>
                <a:cubicBezTo>
                  <a:pt x="1387730" y="57651"/>
                  <a:pt x="1386092" y="57314"/>
                  <a:pt x="1384714" y="56641"/>
                </a:cubicBezTo>
                <a:cubicBezTo>
                  <a:pt x="1383338" y="55968"/>
                  <a:pt x="1382190" y="55065"/>
                  <a:pt x="1381272" y="53933"/>
                </a:cubicBezTo>
                <a:cubicBezTo>
                  <a:pt x="1380354" y="52800"/>
                  <a:pt x="1379650" y="51453"/>
                  <a:pt x="1379161" y="49893"/>
                </a:cubicBezTo>
                <a:cubicBezTo>
                  <a:pt x="1378672" y="48332"/>
                  <a:pt x="1378396" y="46695"/>
                  <a:pt x="1378335" y="44981"/>
                </a:cubicBezTo>
                <a:lnTo>
                  <a:pt x="1365941" y="44981"/>
                </a:lnTo>
                <a:cubicBezTo>
                  <a:pt x="1365879" y="48715"/>
                  <a:pt x="1366414" y="52021"/>
                  <a:pt x="1367546" y="54898"/>
                </a:cubicBezTo>
                <a:cubicBezTo>
                  <a:pt x="1368679" y="57776"/>
                  <a:pt x="1370286" y="60211"/>
                  <a:pt x="1372367" y="62204"/>
                </a:cubicBezTo>
                <a:cubicBezTo>
                  <a:pt x="1374448" y="64197"/>
                  <a:pt x="1376973" y="65715"/>
                  <a:pt x="1379941" y="66757"/>
                </a:cubicBezTo>
                <a:cubicBezTo>
                  <a:pt x="1382910" y="67799"/>
                  <a:pt x="1386199" y="68321"/>
                  <a:pt x="1389811" y="68321"/>
                </a:cubicBezTo>
                <a:cubicBezTo>
                  <a:pt x="1392932" y="68321"/>
                  <a:pt x="1395931" y="67862"/>
                  <a:pt x="1398808" y="66945"/>
                </a:cubicBezTo>
                <a:cubicBezTo>
                  <a:pt x="1401685" y="66027"/>
                  <a:pt x="1404226" y="64681"/>
                  <a:pt x="1406429" y="62906"/>
                </a:cubicBezTo>
                <a:cubicBezTo>
                  <a:pt x="1408632" y="61132"/>
                  <a:pt x="1410392" y="58929"/>
                  <a:pt x="1411708" y="56298"/>
                </a:cubicBezTo>
                <a:cubicBezTo>
                  <a:pt x="1413023" y="53667"/>
                  <a:pt x="1413681" y="50669"/>
                  <a:pt x="1413681" y="47304"/>
                </a:cubicBezTo>
                <a:cubicBezTo>
                  <a:pt x="1413681" y="43633"/>
                  <a:pt x="1412671" y="40483"/>
                  <a:pt x="1410651" y="37852"/>
                </a:cubicBezTo>
                <a:cubicBezTo>
                  <a:pt x="1408632" y="35221"/>
                  <a:pt x="1405847" y="33507"/>
                  <a:pt x="1402297" y="32712"/>
                </a:cubicBezTo>
                <a:lnTo>
                  <a:pt x="1402297" y="32528"/>
                </a:lnTo>
                <a:cubicBezTo>
                  <a:pt x="1405296" y="31672"/>
                  <a:pt x="1407545" y="30051"/>
                  <a:pt x="1409044" y="27667"/>
                </a:cubicBezTo>
                <a:cubicBezTo>
                  <a:pt x="1410544" y="25282"/>
                  <a:pt x="1411294" y="22529"/>
                  <a:pt x="1411294" y="19410"/>
                </a:cubicBezTo>
                <a:cubicBezTo>
                  <a:pt x="1411294" y="16536"/>
                  <a:pt x="1410652" y="13999"/>
                  <a:pt x="1409367" y="11797"/>
                </a:cubicBezTo>
                <a:cubicBezTo>
                  <a:pt x="1408081" y="9595"/>
                  <a:pt x="1406413" y="7729"/>
                  <a:pt x="1404362" y="6201"/>
                </a:cubicBezTo>
                <a:cubicBezTo>
                  <a:pt x="1402312" y="4672"/>
                  <a:pt x="1400002" y="3525"/>
                  <a:pt x="1397431" y="2761"/>
                </a:cubicBezTo>
                <a:cubicBezTo>
                  <a:pt x="1394860" y="1996"/>
                  <a:pt x="1392290" y="1614"/>
                  <a:pt x="1389719" y="1614"/>
                </a:cubicBezTo>
                <a:cubicBezTo>
                  <a:pt x="1386414" y="1614"/>
                  <a:pt x="1383415" y="2150"/>
                  <a:pt x="1380722" y="3224"/>
                </a:cubicBezTo>
                <a:cubicBezTo>
                  <a:pt x="1378028" y="4296"/>
                  <a:pt x="1375718" y="5813"/>
                  <a:pt x="1373790" y="7775"/>
                </a:cubicBezTo>
                <a:cubicBezTo>
                  <a:pt x="1371862" y="9736"/>
                  <a:pt x="1370363" y="12080"/>
                  <a:pt x="1369292" y="14805"/>
                </a:cubicBezTo>
                <a:cubicBezTo>
                  <a:pt x="1368220" y="17529"/>
                  <a:pt x="1367623" y="20544"/>
                  <a:pt x="1367501" y="23849"/>
                </a:cubicBezTo>
                <a:lnTo>
                  <a:pt x="1379895" y="23849"/>
                </a:lnTo>
                <a:cubicBezTo>
                  <a:pt x="1379834" y="20544"/>
                  <a:pt x="1380646" y="17805"/>
                  <a:pt x="1382329" y="15633"/>
                </a:cubicBezTo>
                <a:cubicBezTo>
                  <a:pt x="1384012" y="13460"/>
                  <a:pt x="1386506" y="12373"/>
                  <a:pt x="1389811" y="12373"/>
                </a:cubicBezTo>
                <a:cubicBezTo>
                  <a:pt x="1392198" y="12373"/>
                  <a:pt x="1394310" y="13106"/>
                  <a:pt x="1396146" y="14572"/>
                </a:cubicBezTo>
                <a:cubicBezTo>
                  <a:pt x="1397982" y="16039"/>
                  <a:pt x="1398900" y="18147"/>
                  <a:pt x="1398900" y="20896"/>
                </a:cubicBezTo>
                <a:cubicBezTo>
                  <a:pt x="1398900" y="22730"/>
                  <a:pt x="1398457" y="24196"/>
                  <a:pt x="1397569" y="25297"/>
                </a:cubicBezTo>
                <a:cubicBezTo>
                  <a:pt x="1396682" y="26396"/>
                  <a:pt x="1395550" y="27236"/>
                  <a:pt x="1394172" y="27817"/>
                </a:cubicBezTo>
                <a:cubicBezTo>
                  <a:pt x="1392795" y="28397"/>
                  <a:pt x="1391310" y="28749"/>
                  <a:pt x="1389719" y="28872"/>
                </a:cubicBezTo>
                <a:cubicBezTo>
                  <a:pt x="1388128" y="28994"/>
                  <a:pt x="1386629" y="28994"/>
                  <a:pt x="1385220" y="28870"/>
                </a:cubicBezTo>
                <a:close/>
                <a:moveTo>
                  <a:pt x="1439879" y="83742"/>
                </a:moveTo>
                <a:lnTo>
                  <a:pt x="1439879" y="0"/>
                </a:lnTo>
                <a:lnTo>
                  <a:pt x="1415641" y="0"/>
                </a:lnTo>
                <a:lnTo>
                  <a:pt x="1415641" y="10311"/>
                </a:lnTo>
                <a:lnTo>
                  <a:pt x="1426842" y="10311"/>
                </a:lnTo>
                <a:lnTo>
                  <a:pt x="1426842" y="73431"/>
                </a:lnTo>
                <a:lnTo>
                  <a:pt x="1415641" y="73431"/>
                </a:lnTo>
                <a:lnTo>
                  <a:pt x="1415641" y="83742"/>
                </a:lnTo>
                <a:lnTo>
                  <a:pt x="1439879" y="83742"/>
                </a:lnTo>
                <a:close/>
                <a:moveTo>
                  <a:pt x="1445602" y="83742"/>
                </a:moveTo>
                <a:lnTo>
                  <a:pt x="1456436" y="83742"/>
                </a:lnTo>
                <a:cubicBezTo>
                  <a:pt x="1458456" y="80865"/>
                  <a:pt x="1460231" y="77681"/>
                  <a:pt x="1461761" y="74192"/>
                </a:cubicBezTo>
                <a:cubicBezTo>
                  <a:pt x="1463291" y="70703"/>
                  <a:pt x="1464561" y="67107"/>
                  <a:pt x="1465571" y="63403"/>
                </a:cubicBezTo>
                <a:cubicBezTo>
                  <a:pt x="1466581" y="59700"/>
                  <a:pt x="1467330" y="55966"/>
                  <a:pt x="1467820" y="52202"/>
                </a:cubicBezTo>
                <a:cubicBezTo>
                  <a:pt x="1468310" y="48437"/>
                  <a:pt x="1468555" y="44840"/>
                  <a:pt x="1468555" y="41412"/>
                </a:cubicBezTo>
                <a:cubicBezTo>
                  <a:pt x="1468555" y="34188"/>
                  <a:pt x="1467499" y="27057"/>
                  <a:pt x="1465388" y="20018"/>
                </a:cubicBezTo>
                <a:cubicBezTo>
                  <a:pt x="1463276" y="12978"/>
                  <a:pt x="1460292" y="6305"/>
                  <a:pt x="1456436" y="0"/>
                </a:cubicBezTo>
                <a:lnTo>
                  <a:pt x="1445693" y="0"/>
                </a:lnTo>
                <a:cubicBezTo>
                  <a:pt x="1449060" y="6672"/>
                  <a:pt x="1451539" y="13559"/>
                  <a:pt x="1453131" y="20660"/>
                </a:cubicBezTo>
                <a:cubicBezTo>
                  <a:pt x="1454722" y="27760"/>
                  <a:pt x="1455518" y="34984"/>
                  <a:pt x="1455518" y="42331"/>
                </a:cubicBezTo>
                <a:cubicBezTo>
                  <a:pt x="1455518" y="49554"/>
                  <a:pt x="1454707" y="56639"/>
                  <a:pt x="1453085" y="63587"/>
                </a:cubicBezTo>
                <a:cubicBezTo>
                  <a:pt x="1451462" y="70535"/>
                  <a:pt x="1448968" y="77253"/>
                  <a:pt x="1445602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abs_a=torch.abs(a)">
            <a:extLst xmlns:a="http://schemas.openxmlformats.org/drawingml/2006/main">
              <a:ext uri="{FF2B5EF4-FFF2-40B4-BE49-F238E27FC236}">
                <a16:creationId xmlns:a16="http://schemas.microsoft.com/office/drawing/2014/main" id="{6006D955-09D2-4A08-9778-605D2347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658" y="3608752"/>
            <a:ext cx="875607" cy="83742"/>
          </a:xfrm>
          <a:custGeom xmlns:a="http://schemas.openxmlformats.org/drawingml/2006/main">
            <a:pathLst>
              <a:path w="875607" h="83742">
                <a:moveTo>
                  <a:pt x="1470" y="34286"/>
                </a:moveTo>
                <a:cubicBezTo>
                  <a:pt x="1653" y="31226"/>
                  <a:pt x="2418" y="28686"/>
                  <a:pt x="3764" y="26667"/>
                </a:cubicBezTo>
                <a:cubicBezTo>
                  <a:pt x="5111" y="24647"/>
                  <a:pt x="6825" y="23024"/>
                  <a:pt x="8906" y="21800"/>
                </a:cubicBezTo>
                <a:cubicBezTo>
                  <a:pt x="10987" y="20575"/>
                  <a:pt x="13328" y="19703"/>
                  <a:pt x="15929" y="19183"/>
                </a:cubicBezTo>
                <a:cubicBezTo>
                  <a:pt x="18531" y="18663"/>
                  <a:pt x="21148" y="18403"/>
                  <a:pt x="23779" y="18403"/>
                </a:cubicBezTo>
                <a:cubicBezTo>
                  <a:pt x="26167" y="18403"/>
                  <a:pt x="28584" y="18571"/>
                  <a:pt x="31032" y="18908"/>
                </a:cubicBezTo>
                <a:cubicBezTo>
                  <a:pt x="33481" y="19245"/>
                  <a:pt x="35715" y="19903"/>
                  <a:pt x="37734" y="20882"/>
                </a:cubicBezTo>
                <a:cubicBezTo>
                  <a:pt x="39754" y="21861"/>
                  <a:pt x="41407" y="23223"/>
                  <a:pt x="42692" y="24967"/>
                </a:cubicBezTo>
                <a:cubicBezTo>
                  <a:pt x="43978" y="26712"/>
                  <a:pt x="44621" y="29023"/>
                  <a:pt x="44621" y="31899"/>
                </a:cubicBezTo>
                <a:lnTo>
                  <a:pt x="44621" y="56596"/>
                </a:lnTo>
                <a:cubicBezTo>
                  <a:pt x="44621" y="58739"/>
                  <a:pt x="44743" y="60789"/>
                  <a:pt x="44988" y="62748"/>
                </a:cubicBezTo>
                <a:cubicBezTo>
                  <a:pt x="45233" y="64706"/>
                  <a:pt x="45661" y="66175"/>
                  <a:pt x="46273" y="67155"/>
                </a:cubicBezTo>
                <a:lnTo>
                  <a:pt x="33052" y="67155"/>
                </a:lnTo>
                <a:cubicBezTo>
                  <a:pt x="32807" y="66421"/>
                  <a:pt x="32609" y="65671"/>
                  <a:pt x="32455" y="64907"/>
                </a:cubicBezTo>
                <a:cubicBezTo>
                  <a:pt x="32302" y="64141"/>
                  <a:pt x="32195" y="63360"/>
                  <a:pt x="32135" y="62564"/>
                </a:cubicBezTo>
                <a:cubicBezTo>
                  <a:pt x="30054" y="64707"/>
                  <a:pt x="27605" y="66207"/>
                  <a:pt x="24789" y="67064"/>
                </a:cubicBezTo>
                <a:cubicBezTo>
                  <a:pt x="21974" y="67920"/>
                  <a:pt x="19097" y="68349"/>
                  <a:pt x="16158" y="68349"/>
                </a:cubicBezTo>
                <a:cubicBezTo>
                  <a:pt x="13894" y="68349"/>
                  <a:pt x="11783" y="68073"/>
                  <a:pt x="9823" y="67522"/>
                </a:cubicBezTo>
                <a:cubicBezTo>
                  <a:pt x="7865" y="66971"/>
                  <a:pt x="6151" y="66114"/>
                  <a:pt x="4682" y="64951"/>
                </a:cubicBezTo>
                <a:cubicBezTo>
                  <a:pt x="3214" y="63789"/>
                  <a:pt x="2066" y="62320"/>
                  <a:pt x="1240" y="60545"/>
                </a:cubicBezTo>
                <a:cubicBezTo>
                  <a:pt x="413" y="58770"/>
                  <a:pt x="0" y="56658"/>
                  <a:pt x="0" y="54209"/>
                </a:cubicBezTo>
                <a:cubicBezTo>
                  <a:pt x="0" y="51516"/>
                  <a:pt x="474" y="49298"/>
                  <a:pt x="1423" y="47553"/>
                </a:cubicBezTo>
                <a:cubicBezTo>
                  <a:pt x="2372" y="45809"/>
                  <a:pt x="3596" y="44416"/>
                  <a:pt x="5095" y="43376"/>
                </a:cubicBezTo>
                <a:cubicBezTo>
                  <a:pt x="6595" y="42335"/>
                  <a:pt x="8309" y="41555"/>
                  <a:pt x="10237" y="41035"/>
                </a:cubicBezTo>
                <a:cubicBezTo>
                  <a:pt x="12165" y="40514"/>
                  <a:pt x="14109" y="40102"/>
                  <a:pt x="16067" y="39796"/>
                </a:cubicBezTo>
                <a:cubicBezTo>
                  <a:pt x="18026" y="39490"/>
                  <a:pt x="19953" y="39245"/>
                  <a:pt x="21850" y="39061"/>
                </a:cubicBezTo>
                <a:cubicBezTo>
                  <a:pt x="23748" y="38877"/>
                  <a:pt x="25432" y="38601"/>
                  <a:pt x="26901" y="38234"/>
                </a:cubicBezTo>
                <a:cubicBezTo>
                  <a:pt x="28370" y="37867"/>
                  <a:pt x="29533" y="37332"/>
                  <a:pt x="30389" y="36629"/>
                </a:cubicBezTo>
                <a:cubicBezTo>
                  <a:pt x="31246" y="35925"/>
                  <a:pt x="31645" y="34899"/>
                  <a:pt x="31584" y="33552"/>
                </a:cubicBezTo>
                <a:cubicBezTo>
                  <a:pt x="31584" y="32144"/>
                  <a:pt x="31354" y="31027"/>
                  <a:pt x="30895" y="30201"/>
                </a:cubicBezTo>
                <a:cubicBezTo>
                  <a:pt x="30435" y="29375"/>
                  <a:pt x="29823" y="28732"/>
                  <a:pt x="29058" y="28274"/>
                </a:cubicBezTo>
                <a:cubicBezTo>
                  <a:pt x="28293" y="27814"/>
                  <a:pt x="27405" y="27508"/>
                  <a:pt x="26395" y="27355"/>
                </a:cubicBezTo>
                <a:cubicBezTo>
                  <a:pt x="25385" y="27201"/>
                  <a:pt x="24299" y="27125"/>
                  <a:pt x="23136" y="27125"/>
                </a:cubicBezTo>
                <a:cubicBezTo>
                  <a:pt x="20566" y="27125"/>
                  <a:pt x="18546" y="27676"/>
                  <a:pt x="17077" y="28778"/>
                </a:cubicBezTo>
                <a:cubicBezTo>
                  <a:pt x="15608" y="29880"/>
                  <a:pt x="14751" y="31716"/>
                  <a:pt x="14507" y="34286"/>
                </a:cubicBezTo>
                <a:lnTo>
                  <a:pt x="1470" y="34286"/>
                </a:lnTo>
                <a:moveTo>
                  <a:pt x="31584" y="43926"/>
                </a:moveTo>
                <a:cubicBezTo>
                  <a:pt x="31033" y="44417"/>
                  <a:pt x="30344" y="44799"/>
                  <a:pt x="29518" y="45075"/>
                </a:cubicBezTo>
                <a:cubicBezTo>
                  <a:pt x="28691" y="45350"/>
                  <a:pt x="27803" y="45580"/>
                  <a:pt x="26854" y="45764"/>
                </a:cubicBezTo>
                <a:cubicBezTo>
                  <a:pt x="25907" y="45947"/>
                  <a:pt x="24912" y="46100"/>
                  <a:pt x="23870" y="46222"/>
                </a:cubicBezTo>
                <a:cubicBezTo>
                  <a:pt x="22830" y="46345"/>
                  <a:pt x="21790" y="46497"/>
                  <a:pt x="20749" y="46680"/>
                </a:cubicBezTo>
                <a:cubicBezTo>
                  <a:pt x="19770" y="46864"/>
                  <a:pt x="18807" y="47110"/>
                  <a:pt x="17858" y="47416"/>
                </a:cubicBezTo>
                <a:cubicBezTo>
                  <a:pt x="16909" y="47721"/>
                  <a:pt x="16082" y="48135"/>
                  <a:pt x="15378" y="48656"/>
                </a:cubicBezTo>
                <a:cubicBezTo>
                  <a:pt x="14675" y="49176"/>
                  <a:pt x="14109" y="49834"/>
                  <a:pt x="13680" y="50630"/>
                </a:cubicBezTo>
                <a:cubicBezTo>
                  <a:pt x="13251" y="51424"/>
                  <a:pt x="13037" y="52434"/>
                  <a:pt x="13037" y="53658"/>
                </a:cubicBezTo>
                <a:cubicBezTo>
                  <a:pt x="13037" y="54821"/>
                  <a:pt x="13251" y="55801"/>
                  <a:pt x="13680" y="56596"/>
                </a:cubicBezTo>
                <a:cubicBezTo>
                  <a:pt x="14109" y="57392"/>
                  <a:pt x="14690" y="58020"/>
                  <a:pt x="15424" y="58479"/>
                </a:cubicBezTo>
                <a:cubicBezTo>
                  <a:pt x="16159" y="58938"/>
                  <a:pt x="17016" y="59259"/>
                  <a:pt x="17995" y="59443"/>
                </a:cubicBezTo>
                <a:cubicBezTo>
                  <a:pt x="18975" y="59627"/>
                  <a:pt x="19985" y="59719"/>
                  <a:pt x="21025" y="59719"/>
                </a:cubicBezTo>
                <a:cubicBezTo>
                  <a:pt x="23595" y="59719"/>
                  <a:pt x="25584" y="59291"/>
                  <a:pt x="26992" y="58434"/>
                </a:cubicBezTo>
                <a:cubicBezTo>
                  <a:pt x="28400" y="57577"/>
                  <a:pt x="29441" y="56551"/>
                  <a:pt x="30114" y="55358"/>
                </a:cubicBezTo>
                <a:cubicBezTo>
                  <a:pt x="30788" y="54164"/>
                  <a:pt x="31201" y="52955"/>
                  <a:pt x="31354" y="51731"/>
                </a:cubicBezTo>
                <a:cubicBezTo>
                  <a:pt x="31507" y="50506"/>
                  <a:pt x="31584" y="49527"/>
                  <a:pt x="31584" y="48793"/>
                </a:cubicBezTo>
                <a:lnTo>
                  <a:pt x="31584" y="43926"/>
                </a:lnTo>
                <a:close/>
                <a:moveTo>
                  <a:pt x="89609" y="43486"/>
                </a:moveTo>
                <a:cubicBezTo>
                  <a:pt x="89609" y="45445"/>
                  <a:pt x="89394" y="47343"/>
                  <a:pt x="88966" y="49180"/>
                </a:cubicBezTo>
                <a:cubicBezTo>
                  <a:pt x="88537" y="51016"/>
                  <a:pt x="87864" y="52638"/>
                  <a:pt x="86946" y="54047"/>
                </a:cubicBezTo>
                <a:cubicBezTo>
                  <a:pt x="86028" y="55454"/>
                  <a:pt x="84880" y="56571"/>
                  <a:pt x="83502" y="57398"/>
                </a:cubicBezTo>
                <a:cubicBezTo>
                  <a:pt x="82125" y="58224"/>
                  <a:pt x="80458" y="58637"/>
                  <a:pt x="78499" y="58637"/>
                </a:cubicBezTo>
                <a:cubicBezTo>
                  <a:pt x="76602" y="58637"/>
                  <a:pt x="74949" y="58224"/>
                  <a:pt x="73542" y="57398"/>
                </a:cubicBezTo>
                <a:cubicBezTo>
                  <a:pt x="72134" y="56571"/>
                  <a:pt x="70971" y="55454"/>
                  <a:pt x="70053" y="54047"/>
                </a:cubicBezTo>
                <a:cubicBezTo>
                  <a:pt x="69135" y="52638"/>
                  <a:pt x="68462" y="51016"/>
                  <a:pt x="68033" y="49180"/>
                </a:cubicBezTo>
                <a:cubicBezTo>
                  <a:pt x="67604" y="47343"/>
                  <a:pt x="67390" y="45445"/>
                  <a:pt x="67390" y="43486"/>
                </a:cubicBezTo>
                <a:cubicBezTo>
                  <a:pt x="67390" y="41466"/>
                  <a:pt x="67604" y="39538"/>
                  <a:pt x="68033" y="37702"/>
                </a:cubicBezTo>
                <a:cubicBezTo>
                  <a:pt x="68462" y="35865"/>
                  <a:pt x="69135" y="34243"/>
                  <a:pt x="70053" y="32835"/>
                </a:cubicBezTo>
                <a:cubicBezTo>
                  <a:pt x="70971" y="31427"/>
                  <a:pt x="72134" y="30309"/>
                  <a:pt x="73542" y="29483"/>
                </a:cubicBezTo>
                <a:cubicBezTo>
                  <a:pt x="74949" y="28656"/>
                  <a:pt x="76602" y="28243"/>
                  <a:pt x="78499" y="28243"/>
                </a:cubicBezTo>
                <a:cubicBezTo>
                  <a:pt x="80458" y="28243"/>
                  <a:pt x="82125" y="28656"/>
                  <a:pt x="83502" y="29483"/>
                </a:cubicBezTo>
                <a:cubicBezTo>
                  <a:pt x="84880" y="30309"/>
                  <a:pt x="86028" y="31427"/>
                  <a:pt x="86946" y="32835"/>
                </a:cubicBezTo>
                <a:cubicBezTo>
                  <a:pt x="87864" y="34243"/>
                  <a:pt x="88537" y="35865"/>
                  <a:pt x="88966" y="37702"/>
                </a:cubicBezTo>
                <a:cubicBezTo>
                  <a:pt x="89394" y="39538"/>
                  <a:pt x="89609" y="41466"/>
                  <a:pt x="89609" y="43486"/>
                </a:cubicBezTo>
                <a:moveTo>
                  <a:pt x="54812" y="1614"/>
                </a:moveTo>
                <a:lnTo>
                  <a:pt x="54812" y="67186"/>
                </a:lnTo>
                <a:lnTo>
                  <a:pt x="67207" y="67186"/>
                </a:lnTo>
                <a:lnTo>
                  <a:pt x="67207" y="61127"/>
                </a:lnTo>
                <a:lnTo>
                  <a:pt x="67390" y="61127"/>
                </a:lnTo>
                <a:cubicBezTo>
                  <a:pt x="68797" y="63770"/>
                  <a:pt x="70878" y="65645"/>
                  <a:pt x="73633" y="66752"/>
                </a:cubicBezTo>
                <a:cubicBezTo>
                  <a:pt x="76388" y="67857"/>
                  <a:pt x="79509" y="68410"/>
                  <a:pt x="82998" y="68410"/>
                </a:cubicBezTo>
                <a:cubicBezTo>
                  <a:pt x="85385" y="68410"/>
                  <a:pt x="87741" y="67920"/>
                  <a:pt x="90067" y="66939"/>
                </a:cubicBezTo>
                <a:cubicBezTo>
                  <a:pt x="92393" y="65958"/>
                  <a:pt x="94490" y="64455"/>
                  <a:pt x="96357" y="62433"/>
                </a:cubicBezTo>
                <a:cubicBezTo>
                  <a:pt x="98224" y="60410"/>
                  <a:pt x="99739" y="57819"/>
                  <a:pt x="100902" y="54662"/>
                </a:cubicBezTo>
                <a:cubicBezTo>
                  <a:pt x="102064" y="51504"/>
                  <a:pt x="102646" y="47748"/>
                  <a:pt x="102646" y="43395"/>
                </a:cubicBezTo>
                <a:cubicBezTo>
                  <a:pt x="102646" y="39042"/>
                  <a:pt x="102064" y="35287"/>
                  <a:pt x="100902" y="32129"/>
                </a:cubicBezTo>
                <a:cubicBezTo>
                  <a:pt x="99739" y="28971"/>
                  <a:pt x="98224" y="26381"/>
                  <a:pt x="96357" y="24358"/>
                </a:cubicBezTo>
                <a:cubicBezTo>
                  <a:pt x="94490" y="22335"/>
                  <a:pt x="92393" y="20833"/>
                  <a:pt x="90067" y="19853"/>
                </a:cubicBezTo>
                <a:cubicBezTo>
                  <a:pt x="87741" y="18871"/>
                  <a:pt x="85385" y="18380"/>
                  <a:pt x="82998" y="18380"/>
                </a:cubicBezTo>
                <a:cubicBezTo>
                  <a:pt x="80061" y="18380"/>
                  <a:pt x="77230" y="18949"/>
                  <a:pt x="74505" y="20085"/>
                </a:cubicBezTo>
                <a:cubicBezTo>
                  <a:pt x="71782" y="21222"/>
                  <a:pt x="69625" y="23019"/>
                  <a:pt x="68033" y="25477"/>
                </a:cubicBezTo>
                <a:lnTo>
                  <a:pt x="67850" y="25477"/>
                </a:lnTo>
                <a:lnTo>
                  <a:pt x="67850" y="1614"/>
                </a:lnTo>
                <a:lnTo>
                  <a:pt x="54812" y="1614"/>
                </a:lnTo>
                <a:close/>
                <a:moveTo>
                  <a:pt x="120764" y="51734"/>
                </a:moveTo>
                <a:lnTo>
                  <a:pt x="108370" y="51734"/>
                </a:lnTo>
                <a:cubicBezTo>
                  <a:pt x="108492" y="54911"/>
                  <a:pt x="109211" y="57554"/>
                  <a:pt x="110527" y="59661"/>
                </a:cubicBezTo>
                <a:cubicBezTo>
                  <a:pt x="111843" y="61768"/>
                  <a:pt x="113526" y="63464"/>
                  <a:pt x="115576" y="64747"/>
                </a:cubicBezTo>
                <a:cubicBezTo>
                  <a:pt x="117627" y="66030"/>
                  <a:pt x="119968" y="66946"/>
                  <a:pt x="122600" y="67495"/>
                </a:cubicBezTo>
                <a:cubicBezTo>
                  <a:pt x="125232" y="68046"/>
                  <a:pt x="127925" y="68321"/>
                  <a:pt x="130679" y="68321"/>
                </a:cubicBezTo>
                <a:cubicBezTo>
                  <a:pt x="133372" y="68321"/>
                  <a:pt x="136019" y="68060"/>
                  <a:pt x="138620" y="67539"/>
                </a:cubicBezTo>
                <a:cubicBezTo>
                  <a:pt x="141222" y="67019"/>
                  <a:pt x="143532" y="66116"/>
                  <a:pt x="145552" y="64830"/>
                </a:cubicBezTo>
                <a:cubicBezTo>
                  <a:pt x="147572" y="63543"/>
                  <a:pt x="149209" y="61844"/>
                  <a:pt x="150463" y="59732"/>
                </a:cubicBezTo>
                <a:cubicBezTo>
                  <a:pt x="151719" y="57619"/>
                  <a:pt x="152346" y="55001"/>
                  <a:pt x="152346" y="51878"/>
                </a:cubicBezTo>
                <a:cubicBezTo>
                  <a:pt x="152346" y="49674"/>
                  <a:pt x="151918" y="47822"/>
                  <a:pt x="151060" y="46322"/>
                </a:cubicBezTo>
                <a:cubicBezTo>
                  <a:pt x="150204" y="44821"/>
                  <a:pt x="149071" y="43565"/>
                  <a:pt x="147663" y="42555"/>
                </a:cubicBezTo>
                <a:cubicBezTo>
                  <a:pt x="146255" y="41544"/>
                  <a:pt x="144649" y="40733"/>
                  <a:pt x="142844" y="40121"/>
                </a:cubicBezTo>
                <a:cubicBezTo>
                  <a:pt x="141038" y="39509"/>
                  <a:pt x="139187" y="38988"/>
                  <a:pt x="137289" y="38559"/>
                </a:cubicBezTo>
                <a:cubicBezTo>
                  <a:pt x="135453" y="38131"/>
                  <a:pt x="133647" y="37733"/>
                  <a:pt x="131872" y="37366"/>
                </a:cubicBezTo>
                <a:cubicBezTo>
                  <a:pt x="130097" y="36998"/>
                  <a:pt x="128521" y="36584"/>
                  <a:pt x="127143" y="36126"/>
                </a:cubicBezTo>
                <a:cubicBezTo>
                  <a:pt x="125767" y="35666"/>
                  <a:pt x="124650" y="35069"/>
                  <a:pt x="123792" y="34334"/>
                </a:cubicBezTo>
                <a:cubicBezTo>
                  <a:pt x="122936" y="33599"/>
                  <a:pt x="122508" y="32650"/>
                  <a:pt x="122508" y="31486"/>
                </a:cubicBezTo>
                <a:cubicBezTo>
                  <a:pt x="122508" y="30506"/>
                  <a:pt x="122752" y="29725"/>
                  <a:pt x="123242" y="29144"/>
                </a:cubicBezTo>
                <a:cubicBezTo>
                  <a:pt x="123732" y="28562"/>
                  <a:pt x="124329" y="28118"/>
                  <a:pt x="125032" y="27813"/>
                </a:cubicBezTo>
                <a:cubicBezTo>
                  <a:pt x="125736" y="27506"/>
                  <a:pt x="126517" y="27307"/>
                  <a:pt x="127373" y="27216"/>
                </a:cubicBezTo>
                <a:cubicBezTo>
                  <a:pt x="128231" y="27123"/>
                  <a:pt x="129026" y="27077"/>
                  <a:pt x="129760" y="27077"/>
                </a:cubicBezTo>
                <a:cubicBezTo>
                  <a:pt x="132086" y="27077"/>
                  <a:pt x="134106" y="27523"/>
                  <a:pt x="135819" y="28415"/>
                </a:cubicBezTo>
                <a:cubicBezTo>
                  <a:pt x="137533" y="29306"/>
                  <a:pt x="138482" y="31012"/>
                  <a:pt x="138666" y="33533"/>
                </a:cubicBezTo>
                <a:lnTo>
                  <a:pt x="151062" y="33533"/>
                </a:lnTo>
                <a:cubicBezTo>
                  <a:pt x="150817" y="30594"/>
                  <a:pt x="150067" y="28161"/>
                  <a:pt x="148812" y="26232"/>
                </a:cubicBezTo>
                <a:cubicBezTo>
                  <a:pt x="147557" y="24304"/>
                  <a:pt x="145981" y="22758"/>
                  <a:pt x="144084" y="21595"/>
                </a:cubicBezTo>
                <a:cubicBezTo>
                  <a:pt x="142187" y="20432"/>
                  <a:pt x="140029" y="19605"/>
                  <a:pt x="137611" y="19116"/>
                </a:cubicBezTo>
                <a:cubicBezTo>
                  <a:pt x="135193" y="18625"/>
                  <a:pt x="132699" y="18380"/>
                  <a:pt x="130129" y="18380"/>
                </a:cubicBezTo>
                <a:cubicBezTo>
                  <a:pt x="127558" y="18380"/>
                  <a:pt x="125048" y="18610"/>
                  <a:pt x="122599" y="19069"/>
                </a:cubicBezTo>
                <a:cubicBezTo>
                  <a:pt x="120151" y="19528"/>
                  <a:pt x="117948" y="20324"/>
                  <a:pt x="115989" y="21457"/>
                </a:cubicBezTo>
                <a:cubicBezTo>
                  <a:pt x="114031" y="22590"/>
                  <a:pt x="112455" y="24136"/>
                  <a:pt x="111261" y="26095"/>
                </a:cubicBezTo>
                <a:cubicBezTo>
                  <a:pt x="110067" y="28055"/>
                  <a:pt x="109471" y="30566"/>
                  <a:pt x="109471" y="33628"/>
                </a:cubicBezTo>
                <a:cubicBezTo>
                  <a:pt x="109471" y="35710"/>
                  <a:pt x="109899" y="37470"/>
                  <a:pt x="110755" y="38909"/>
                </a:cubicBezTo>
                <a:cubicBezTo>
                  <a:pt x="111613" y="40348"/>
                  <a:pt x="112745" y="41542"/>
                  <a:pt x="114153" y="42492"/>
                </a:cubicBezTo>
                <a:cubicBezTo>
                  <a:pt x="115561" y="43441"/>
                  <a:pt x="117168" y="44206"/>
                  <a:pt x="118973" y="44788"/>
                </a:cubicBezTo>
                <a:cubicBezTo>
                  <a:pt x="120779" y="45370"/>
                  <a:pt x="122630" y="45875"/>
                  <a:pt x="124528" y="46304"/>
                </a:cubicBezTo>
                <a:cubicBezTo>
                  <a:pt x="129179" y="47283"/>
                  <a:pt x="132805" y="48263"/>
                  <a:pt x="135406" y="49243"/>
                </a:cubicBezTo>
                <a:cubicBezTo>
                  <a:pt x="138008" y="50222"/>
                  <a:pt x="139309" y="51692"/>
                  <a:pt x="139309" y="53651"/>
                </a:cubicBezTo>
                <a:cubicBezTo>
                  <a:pt x="139309" y="54814"/>
                  <a:pt x="139034" y="55779"/>
                  <a:pt x="138483" y="56544"/>
                </a:cubicBezTo>
                <a:cubicBezTo>
                  <a:pt x="137932" y="57310"/>
                  <a:pt x="137243" y="57923"/>
                  <a:pt x="136416" y="58382"/>
                </a:cubicBezTo>
                <a:cubicBezTo>
                  <a:pt x="135591" y="58841"/>
                  <a:pt x="134673" y="59178"/>
                  <a:pt x="133662" y="59393"/>
                </a:cubicBezTo>
                <a:cubicBezTo>
                  <a:pt x="132652" y="59606"/>
                  <a:pt x="131689" y="59713"/>
                  <a:pt x="130770" y="59713"/>
                </a:cubicBezTo>
                <a:cubicBezTo>
                  <a:pt x="129485" y="59713"/>
                  <a:pt x="128246" y="59561"/>
                  <a:pt x="127052" y="59255"/>
                </a:cubicBezTo>
                <a:cubicBezTo>
                  <a:pt x="125859" y="58949"/>
                  <a:pt x="124803" y="58475"/>
                  <a:pt x="123885" y="57833"/>
                </a:cubicBezTo>
                <a:cubicBezTo>
                  <a:pt x="122967" y="57191"/>
                  <a:pt x="122217" y="56365"/>
                  <a:pt x="121635" y="55356"/>
                </a:cubicBezTo>
                <a:cubicBezTo>
                  <a:pt x="121054" y="54348"/>
                  <a:pt x="120764" y="53140"/>
                  <a:pt x="120764" y="51734"/>
                </a:cubicBezTo>
                <a:close/>
                <a:moveTo>
                  <a:pt x="154672" y="73969"/>
                </a:moveTo>
                <a:lnTo>
                  <a:pt x="154672" y="78542"/>
                </a:lnTo>
                <a:lnTo>
                  <a:pt x="200578" y="78542"/>
                </a:lnTo>
                <a:lnTo>
                  <a:pt x="200578" y="73969"/>
                </a:lnTo>
                <a:lnTo>
                  <a:pt x="154672" y="73969"/>
                </a:lnTo>
                <a:close/>
                <a:moveTo>
                  <a:pt x="204986" y="34286"/>
                </a:moveTo>
                <a:cubicBezTo>
                  <a:pt x="205169" y="31226"/>
                  <a:pt x="205934" y="28686"/>
                  <a:pt x="207280" y="26667"/>
                </a:cubicBezTo>
                <a:cubicBezTo>
                  <a:pt x="208627" y="24647"/>
                  <a:pt x="210341" y="23024"/>
                  <a:pt x="212422" y="21800"/>
                </a:cubicBezTo>
                <a:cubicBezTo>
                  <a:pt x="214503" y="20575"/>
                  <a:pt x="216844" y="19703"/>
                  <a:pt x="219445" y="19183"/>
                </a:cubicBezTo>
                <a:cubicBezTo>
                  <a:pt x="222047" y="18663"/>
                  <a:pt x="224664" y="18403"/>
                  <a:pt x="227295" y="18403"/>
                </a:cubicBezTo>
                <a:cubicBezTo>
                  <a:pt x="229683" y="18403"/>
                  <a:pt x="232100" y="18571"/>
                  <a:pt x="234548" y="18908"/>
                </a:cubicBezTo>
                <a:cubicBezTo>
                  <a:pt x="236997" y="19245"/>
                  <a:pt x="239231" y="19903"/>
                  <a:pt x="241250" y="20882"/>
                </a:cubicBezTo>
                <a:cubicBezTo>
                  <a:pt x="243270" y="21861"/>
                  <a:pt x="244923" y="23223"/>
                  <a:pt x="246208" y="24967"/>
                </a:cubicBezTo>
                <a:cubicBezTo>
                  <a:pt x="247494" y="26712"/>
                  <a:pt x="248137" y="29023"/>
                  <a:pt x="248137" y="31899"/>
                </a:cubicBezTo>
                <a:lnTo>
                  <a:pt x="248137" y="56596"/>
                </a:lnTo>
                <a:cubicBezTo>
                  <a:pt x="248137" y="58739"/>
                  <a:pt x="248259" y="60789"/>
                  <a:pt x="248504" y="62748"/>
                </a:cubicBezTo>
                <a:cubicBezTo>
                  <a:pt x="248749" y="64706"/>
                  <a:pt x="249177" y="66175"/>
                  <a:pt x="249789" y="67155"/>
                </a:cubicBezTo>
                <a:lnTo>
                  <a:pt x="236568" y="67155"/>
                </a:lnTo>
                <a:cubicBezTo>
                  <a:pt x="236323" y="66421"/>
                  <a:pt x="236125" y="65671"/>
                  <a:pt x="235971" y="64907"/>
                </a:cubicBezTo>
                <a:cubicBezTo>
                  <a:pt x="235818" y="64141"/>
                  <a:pt x="235711" y="63360"/>
                  <a:pt x="235651" y="62564"/>
                </a:cubicBezTo>
                <a:cubicBezTo>
                  <a:pt x="233570" y="64707"/>
                  <a:pt x="231121" y="66207"/>
                  <a:pt x="228305" y="67064"/>
                </a:cubicBezTo>
                <a:cubicBezTo>
                  <a:pt x="225490" y="67920"/>
                  <a:pt x="222613" y="68349"/>
                  <a:pt x="219674" y="68349"/>
                </a:cubicBezTo>
                <a:cubicBezTo>
                  <a:pt x="217410" y="68349"/>
                  <a:pt x="215299" y="68073"/>
                  <a:pt x="213339" y="67522"/>
                </a:cubicBezTo>
                <a:cubicBezTo>
                  <a:pt x="211381" y="66971"/>
                  <a:pt x="209667" y="66114"/>
                  <a:pt x="208198" y="64951"/>
                </a:cubicBezTo>
                <a:cubicBezTo>
                  <a:pt x="206730" y="63789"/>
                  <a:pt x="205582" y="62320"/>
                  <a:pt x="204756" y="60545"/>
                </a:cubicBezTo>
                <a:cubicBezTo>
                  <a:pt x="203929" y="58770"/>
                  <a:pt x="203516" y="56658"/>
                  <a:pt x="203516" y="54209"/>
                </a:cubicBezTo>
                <a:cubicBezTo>
                  <a:pt x="203516" y="51516"/>
                  <a:pt x="203990" y="49298"/>
                  <a:pt x="204939" y="47553"/>
                </a:cubicBezTo>
                <a:cubicBezTo>
                  <a:pt x="205888" y="45809"/>
                  <a:pt x="207112" y="44416"/>
                  <a:pt x="208611" y="43376"/>
                </a:cubicBezTo>
                <a:cubicBezTo>
                  <a:pt x="210111" y="42335"/>
                  <a:pt x="211825" y="41555"/>
                  <a:pt x="213753" y="41035"/>
                </a:cubicBezTo>
                <a:cubicBezTo>
                  <a:pt x="215681" y="40514"/>
                  <a:pt x="217625" y="40102"/>
                  <a:pt x="219583" y="39796"/>
                </a:cubicBezTo>
                <a:cubicBezTo>
                  <a:pt x="221542" y="39490"/>
                  <a:pt x="223469" y="39245"/>
                  <a:pt x="225366" y="39061"/>
                </a:cubicBezTo>
                <a:cubicBezTo>
                  <a:pt x="227264" y="38877"/>
                  <a:pt x="228948" y="38601"/>
                  <a:pt x="230417" y="38234"/>
                </a:cubicBezTo>
                <a:cubicBezTo>
                  <a:pt x="231886" y="37867"/>
                  <a:pt x="233049" y="37332"/>
                  <a:pt x="233905" y="36629"/>
                </a:cubicBezTo>
                <a:cubicBezTo>
                  <a:pt x="234762" y="35925"/>
                  <a:pt x="235161" y="34899"/>
                  <a:pt x="235100" y="33552"/>
                </a:cubicBezTo>
                <a:cubicBezTo>
                  <a:pt x="235100" y="32144"/>
                  <a:pt x="234870" y="31027"/>
                  <a:pt x="234411" y="30201"/>
                </a:cubicBezTo>
                <a:cubicBezTo>
                  <a:pt x="233951" y="29375"/>
                  <a:pt x="233339" y="28732"/>
                  <a:pt x="232574" y="28274"/>
                </a:cubicBezTo>
                <a:cubicBezTo>
                  <a:pt x="231809" y="27814"/>
                  <a:pt x="230922" y="27508"/>
                  <a:pt x="229911" y="27355"/>
                </a:cubicBezTo>
                <a:cubicBezTo>
                  <a:pt x="228901" y="27201"/>
                  <a:pt x="227815" y="27125"/>
                  <a:pt x="226652" y="27125"/>
                </a:cubicBezTo>
                <a:cubicBezTo>
                  <a:pt x="224082" y="27125"/>
                  <a:pt x="222062" y="27676"/>
                  <a:pt x="220593" y="28778"/>
                </a:cubicBezTo>
                <a:cubicBezTo>
                  <a:pt x="219124" y="29880"/>
                  <a:pt x="218267" y="31716"/>
                  <a:pt x="218023" y="34286"/>
                </a:cubicBezTo>
                <a:lnTo>
                  <a:pt x="204986" y="34286"/>
                </a:lnTo>
                <a:moveTo>
                  <a:pt x="235100" y="43926"/>
                </a:moveTo>
                <a:cubicBezTo>
                  <a:pt x="234549" y="44417"/>
                  <a:pt x="233860" y="44799"/>
                  <a:pt x="233034" y="45075"/>
                </a:cubicBezTo>
                <a:cubicBezTo>
                  <a:pt x="232207" y="45350"/>
                  <a:pt x="231319" y="45580"/>
                  <a:pt x="230370" y="45764"/>
                </a:cubicBezTo>
                <a:cubicBezTo>
                  <a:pt x="229423" y="45947"/>
                  <a:pt x="228428" y="46100"/>
                  <a:pt x="227386" y="46222"/>
                </a:cubicBezTo>
                <a:cubicBezTo>
                  <a:pt x="226346" y="46345"/>
                  <a:pt x="225306" y="46497"/>
                  <a:pt x="224265" y="46680"/>
                </a:cubicBezTo>
                <a:cubicBezTo>
                  <a:pt x="223286" y="46864"/>
                  <a:pt x="222323" y="47110"/>
                  <a:pt x="221374" y="47416"/>
                </a:cubicBezTo>
                <a:cubicBezTo>
                  <a:pt x="220425" y="47721"/>
                  <a:pt x="219598" y="48135"/>
                  <a:pt x="218894" y="48656"/>
                </a:cubicBezTo>
                <a:cubicBezTo>
                  <a:pt x="218191" y="49176"/>
                  <a:pt x="217625" y="49834"/>
                  <a:pt x="217196" y="50630"/>
                </a:cubicBezTo>
                <a:cubicBezTo>
                  <a:pt x="216767" y="51424"/>
                  <a:pt x="216553" y="52434"/>
                  <a:pt x="216553" y="53658"/>
                </a:cubicBezTo>
                <a:cubicBezTo>
                  <a:pt x="216553" y="54821"/>
                  <a:pt x="216767" y="55801"/>
                  <a:pt x="217196" y="56596"/>
                </a:cubicBezTo>
                <a:cubicBezTo>
                  <a:pt x="217625" y="57392"/>
                  <a:pt x="218206" y="58020"/>
                  <a:pt x="218940" y="58479"/>
                </a:cubicBezTo>
                <a:cubicBezTo>
                  <a:pt x="219675" y="58938"/>
                  <a:pt x="220532" y="59259"/>
                  <a:pt x="221511" y="59443"/>
                </a:cubicBezTo>
                <a:cubicBezTo>
                  <a:pt x="222491" y="59627"/>
                  <a:pt x="223501" y="59719"/>
                  <a:pt x="224541" y="59719"/>
                </a:cubicBezTo>
                <a:cubicBezTo>
                  <a:pt x="227111" y="59719"/>
                  <a:pt x="229100" y="59291"/>
                  <a:pt x="230508" y="58434"/>
                </a:cubicBezTo>
                <a:cubicBezTo>
                  <a:pt x="231916" y="57577"/>
                  <a:pt x="232957" y="56551"/>
                  <a:pt x="233630" y="55358"/>
                </a:cubicBezTo>
                <a:cubicBezTo>
                  <a:pt x="234304" y="54164"/>
                  <a:pt x="234717" y="52955"/>
                  <a:pt x="234870" y="51731"/>
                </a:cubicBezTo>
                <a:cubicBezTo>
                  <a:pt x="235023" y="50506"/>
                  <a:pt x="235100" y="49527"/>
                  <a:pt x="235100" y="48793"/>
                </a:cubicBezTo>
                <a:lnTo>
                  <a:pt x="235100" y="43926"/>
                </a:lnTo>
                <a:close/>
                <a:moveTo>
                  <a:pt x="329389" y="58727"/>
                </a:moveTo>
                <a:lnTo>
                  <a:pt x="329389" y="48865"/>
                </a:lnTo>
                <a:lnTo>
                  <a:pt x="283025" y="48865"/>
                </a:lnTo>
                <a:lnTo>
                  <a:pt x="283025" y="58727"/>
                </a:lnTo>
                <a:lnTo>
                  <a:pt x="329389" y="58727"/>
                </a:lnTo>
                <a:moveTo>
                  <a:pt x="329389" y="39092"/>
                </a:moveTo>
                <a:lnTo>
                  <a:pt x="329389" y="29229"/>
                </a:lnTo>
                <a:lnTo>
                  <a:pt x="283025" y="29229"/>
                </a:lnTo>
                <a:lnTo>
                  <a:pt x="283025" y="39092"/>
                </a:lnTo>
                <a:lnTo>
                  <a:pt x="329389" y="39092"/>
                </a:lnTo>
                <a:close/>
                <a:moveTo>
                  <a:pt x="380436" y="19725"/>
                </a:moveTo>
                <a:lnTo>
                  <a:pt x="380436" y="5469"/>
                </a:lnTo>
                <a:lnTo>
                  <a:pt x="367399" y="5469"/>
                </a:lnTo>
                <a:lnTo>
                  <a:pt x="367399" y="19725"/>
                </a:lnTo>
                <a:lnTo>
                  <a:pt x="359504" y="19725"/>
                </a:lnTo>
                <a:lnTo>
                  <a:pt x="359504" y="28422"/>
                </a:lnTo>
                <a:lnTo>
                  <a:pt x="367399" y="28422"/>
                </a:lnTo>
                <a:lnTo>
                  <a:pt x="367399" y="56409"/>
                </a:lnTo>
                <a:cubicBezTo>
                  <a:pt x="367399" y="58795"/>
                  <a:pt x="367797" y="60722"/>
                  <a:pt x="368593" y="62190"/>
                </a:cubicBezTo>
                <a:cubicBezTo>
                  <a:pt x="369389" y="63658"/>
                  <a:pt x="370475" y="64790"/>
                  <a:pt x="371852" y="65586"/>
                </a:cubicBezTo>
                <a:cubicBezTo>
                  <a:pt x="373229" y="66381"/>
                  <a:pt x="374821" y="66916"/>
                  <a:pt x="376626" y="67190"/>
                </a:cubicBezTo>
                <a:cubicBezTo>
                  <a:pt x="378432" y="67466"/>
                  <a:pt x="380345" y="67603"/>
                  <a:pt x="382366" y="67603"/>
                </a:cubicBezTo>
                <a:cubicBezTo>
                  <a:pt x="383651" y="67603"/>
                  <a:pt x="384967" y="67573"/>
                  <a:pt x="386313" y="67514"/>
                </a:cubicBezTo>
                <a:cubicBezTo>
                  <a:pt x="387660" y="67454"/>
                  <a:pt x="388884" y="67334"/>
                  <a:pt x="389985" y="67155"/>
                </a:cubicBezTo>
                <a:lnTo>
                  <a:pt x="389985" y="57015"/>
                </a:lnTo>
                <a:cubicBezTo>
                  <a:pt x="389373" y="57137"/>
                  <a:pt x="388731" y="57229"/>
                  <a:pt x="388058" y="57291"/>
                </a:cubicBezTo>
                <a:cubicBezTo>
                  <a:pt x="387384" y="57352"/>
                  <a:pt x="386680" y="57382"/>
                  <a:pt x="385946" y="57382"/>
                </a:cubicBezTo>
                <a:cubicBezTo>
                  <a:pt x="383742" y="57382"/>
                  <a:pt x="382273" y="57016"/>
                  <a:pt x="381538" y="56282"/>
                </a:cubicBezTo>
                <a:cubicBezTo>
                  <a:pt x="380804" y="55549"/>
                  <a:pt x="380436" y="54083"/>
                  <a:pt x="380436" y="51884"/>
                </a:cubicBezTo>
                <a:lnTo>
                  <a:pt x="380436" y="28422"/>
                </a:lnTo>
                <a:lnTo>
                  <a:pt x="389985" y="28422"/>
                </a:lnTo>
                <a:lnTo>
                  <a:pt x="389985" y="19725"/>
                </a:lnTo>
                <a:lnTo>
                  <a:pt x="380436" y="19725"/>
                </a:lnTo>
                <a:close/>
                <a:moveTo>
                  <a:pt x="407613" y="43486"/>
                </a:moveTo>
                <a:cubicBezTo>
                  <a:pt x="407613" y="41589"/>
                  <a:pt x="407796" y="39722"/>
                  <a:pt x="408163" y="37885"/>
                </a:cubicBezTo>
                <a:cubicBezTo>
                  <a:pt x="408530" y="36048"/>
                  <a:pt x="409157" y="34426"/>
                  <a:pt x="410045" y="33019"/>
                </a:cubicBezTo>
                <a:cubicBezTo>
                  <a:pt x="410933" y="31610"/>
                  <a:pt x="412111" y="30462"/>
                  <a:pt x="413581" y="29575"/>
                </a:cubicBezTo>
                <a:cubicBezTo>
                  <a:pt x="415050" y="28687"/>
                  <a:pt x="416886" y="28243"/>
                  <a:pt x="419089" y="28243"/>
                </a:cubicBezTo>
                <a:cubicBezTo>
                  <a:pt x="421293" y="28243"/>
                  <a:pt x="423145" y="28687"/>
                  <a:pt x="424644" y="29575"/>
                </a:cubicBezTo>
                <a:cubicBezTo>
                  <a:pt x="426144" y="30462"/>
                  <a:pt x="427337" y="31610"/>
                  <a:pt x="428225" y="33019"/>
                </a:cubicBezTo>
                <a:cubicBezTo>
                  <a:pt x="429113" y="34426"/>
                  <a:pt x="429740" y="36048"/>
                  <a:pt x="430107" y="37885"/>
                </a:cubicBezTo>
                <a:cubicBezTo>
                  <a:pt x="430474" y="39722"/>
                  <a:pt x="430658" y="41589"/>
                  <a:pt x="430658" y="43486"/>
                </a:cubicBezTo>
                <a:cubicBezTo>
                  <a:pt x="430658" y="45384"/>
                  <a:pt x="430474" y="47236"/>
                  <a:pt x="430107" y="49042"/>
                </a:cubicBezTo>
                <a:cubicBezTo>
                  <a:pt x="429740" y="50848"/>
                  <a:pt x="429113" y="52470"/>
                  <a:pt x="428225" y="53909"/>
                </a:cubicBezTo>
                <a:cubicBezTo>
                  <a:pt x="427337" y="55348"/>
                  <a:pt x="426144" y="56495"/>
                  <a:pt x="424644" y="57353"/>
                </a:cubicBezTo>
                <a:cubicBezTo>
                  <a:pt x="423145" y="58209"/>
                  <a:pt x="421293" y="58637"/>
                  <a:pt x="419089" y="58637"/>
                </a:cubicBezTo>
                <a:cubicBezTo>
                  <a:pt x="416886" y="58637"/>
                  <a:pt x="415050" y="58209"/>
                  <a:pt x="413581" y="57353"/>
                </a:cubicBezTo>
                <a:cubicBezTo>
                  <a:pt x="412111" y="56495"/>
                  <a:pt x="410933" y="55348"/>
                  <a:pt x="410045" y="53909"/>
                </a:cubicBezTo>
                <a:cubicBezTo>
                  <a:pt x="409157" y="52470"/>
                  <a:pt x="408530" y="50848"/>
                  <a:pt x="408163" y="49042"/>
                </a:cubicBezTo>
                <a:cubicBezTo>
                  <a:pt x="407796" y="47236"/>
                  <a:pt x="407613" y="45384"/>
                  <a:pt x="407613" y="43486"/>
                </a:cubicBezTo>
                <a:moveTo>
                  <a:pt x="394576" y="43488"/>
                </a:moveTo>
                <a:cubicBezTo>
                  <a:pt x="394576" y="47289"/>
                  <a:pt x="395157" y="50722"/>
                  <a:pt x="396320" y="53787"/>
                </a:cubicBezTo>
                <a:cubicBezTo>
                  <a:pt x="397482" y="56853"/>
                  <a:pt x="399135" y="59474"/>
                  <a:pt x="401278" y="61651"/>
                </a:cubicBezTo>
                <a:cubicBezTo>
                  <a:pt x="403420" y="63827"/>
                  <a:pt x="405991" y="65498"/>
                  <a:pt x="408990" y="66663"/>
                </a:cubicBezTo>
                <a:cubicBezTo>
                  <a:pt x="411990" y="67828"/>
                  <a:pt x="415356" y="68410"/>
                  <a:pt x="419089" y="68410"/>
                </a:cubicBezTo>
                <a:cubicBezTo>
                  <a:pt x="422823" y="68410"/>
                  <a:pt x="426205" y="67828"/>
                  <a:pt x="429235" y="66663"/>
                </a:cubicBezTo>
                <a:cubicBezTo>
                  <a:pt x="432264" y="65498"/>
                  <a:pt x="434850" y="63827"/>
                  <a:pt x="436993" y="61651"/>
                </a:cubicBezTo>
                <a:cubicBezTo>
                  <a:pt x="439135" y="59474"/>
                  <a:pt x="440788" y="56853"/>
                  <a:pt x="441951" y="53787"/>
                </a:cubicBezTo>
                <a:cubicBezTo>
                  <a:pt x="443114" y="50722"/>
                  <a:pt x="443695" y="47289"/>
                  <a:pt x="443695" y="43488"/>
                </a:cubicBezTo>
                <a:cubicBezTo>
                  <a:pt x="443695" y="39687"/>
                  <a:pt x="443114" y="36238"/>
                  <a:pt x="441951" y="33142"/>
                </a:cubicBezTo>
                <a:cubicBezTo>
                  <a:pt x="440788" y="30045"/>
                  <a:pt x="439135" y="27408"/>
                  <a:pt x="436993" y="25232"/>
                </a:cubicBezTo>
                <a:cubicBezTo>
                  <a:pt x="434850" y="23055"/>
                  <a:pt x="432264" y="21369"/>
                  <a:pt x="429235" y="20173"/>
                </a:cubicBezTo>
                <a:cubicBezTo>
                  <a:pt x="426205" y="18978"/>
                  <a:pt x="422823" y="18380"/>
                  <a:pt x="419089" y="18380"/>
                </a:cubicBezTo>
                <a:cubicBezTo>
                  <a:pt x="415356" y="18380"/>
                  <a:pt x="411990" y="18978"/>
                  <a:pt x="408990" y="20173"/>
                </a:cubicBezTo>
                <a:cubicBezTo>
                  <a:pt x="405991" y="21369"/>
                  <a:pt x="403420" y="23055"/>
                  <a:pt x="401278" y="25232"/>
                </a:cubicBezTo>
                <a:cubicBezTo>
                  <a:pt x="399135" y="27408"/>
                  <a:pt x="397482" y="30045"/>
                  <a:pt x="396320" y="33142"/>
                </a:cubicBezTo>
                <a:cubicBezTo>
                  <a:pt x="395157" y="36238"/>
                  <a:pt x="394576" y="39687"/>
                  <a:pt x="394576" y="43488"/>
                </a:cubicBezTo>
                <a:close/>
                <a:moveTo>
                  <a:pt x="451897" y="19654"/>
                </a:moveTo>
                <a:lnTo>
                  <a:pt x="451897" y="67155"/>
                </a:lnTo>
                <a:lnTo>
                  <a:pt x="464934" y="67155"/>
                </a:lnTo>
                <a:lnTo>
                  <a:pt x="464934" y="45740"/>
                </a:lnTo>
                <a:cubicBezTo>
                  <a:pt x="464934" y="43596"/>
                  <a:pt x="465148" y="41605"/>
                  <a:pt x="465577" y="39767"/>
                </a:cubicBezTo>
                <a:cubicBezTo>
                  <a:pt x="466006" y="37929"/>
                  <a:pt x="466725" y="36321"/>
                  <a:pt x="467734" y="34942"/>
                </a:cubicBezTo>
                <a:cubicBezTo>
                  <a:pt x="468744" y="33564"/>
                  <a:pt x="470075" y="32476"/>
                  <a:pt x="471727" y="31679"/>
                </a:cubicBezTo>
                <a:cubicBezTo>
                  <a:pt x="473380" y="30883"/>
                  <a:pt x="475400" y="30484"/>
                  <a:pt x="477788" y="30484"/>
                </a:cubicBezTo>
                <a:cubicBezTo>
                  <a:pt x="478583" y="30484"/>
                  <a:pt x="479409" y="30531"/>
                  <a:pt x="480266" y="30623"/>
                </a:cubicBezTo>
                <a:cubicBezTo>
                  <a:pt x="481123" y="30714"/>
                  <a:pt x="481858" y="30821"/>
                  <a:pt x="482469" y="30944"/>
                </a:cubicBezTo>
                <a:lnTo>
                  <a:pt x="482469" y="18838"/>
                </a:lnTo>
                <a:cubicBezTo>
                  <a:pt x="481429" y="18533"/>
                  <a:pt x="480481" y="18380"/>
                  <a:pt x="479624" y="18380"/>
                </a:cubicBezTo>
                <a:cubicBezTo>
                  <a:pt x="477971" y="18380"/>
                  <a:pt x="476380" y="18625"/>
                  <a:pt x="474850" y="19114"/>
                </a:cubicBezTo>
                <a:cubicBezTo>
                  <a:pt x="473320" y="19603"/>
                  <a:pt x="471882" y="20290"/>
                  <a:pt x="470535" y="21176"/>
                </a:cubicBezTo>
                <a:cubicBezTo>
                  <a:pt x="469188" y="22063"/>
                  <a:pt x="467995" y="23133"/>
                  <a:pt x="466954" y="24386"/>
                </a:cubicBezTo>
                <a:cubicBezTo>
                  <a:pt x="465914" y="25639"/>
                  <a:pt x="465087" y="27000"/>
                  <a:pt x="464475" y="28467"/>
                </a:cubicBezTo>
                <a:lnTo>
                  <a:pt x="464291" y="28467"/>
                </a:lnTo>
                <a:lnTo>
                  <a:pt x="464291" y="19654"/>
                </a:lnTo>
                <a:lnTo>
                  <a:pt x="451897" y="19654"/>
                </a:lnTo>
                <a:close/>
                <a:moveTo>
                  <a:pt x="520174" y="36402"/>
                </a:moveTo>
                <a:lnTo>
                  <a:pt x="532935" y="36402"/>
                </a:lnTo>
                <a:cubicBezTo>
                  <a:pt x="532752" y="33337"/>
                  <a:pt x="532018" y="30686"/>
                  <a:pt x="530732" y="28449"/>
                </a:cubicBezTo>
                <a:cubicBezTo>
                  <a:pt x="529447" y="26211"/>
                  <a:pt x="527779" y="24341"/>
                  <a:pt x="525728" y="22839"/>
                </a:cubicBezTo>
                <a:cubicBezTo>
                  <a:pt x="523678" y="21338"/>
                  <a:pt x="521352" y="20219"/>
                  <a:pt x="518751" y="19484"/>
                </a:cubicBezTo>
                <a:cubicBezTo>
                  <a:pt x="516150" y="18748"/>
                  <a:pt x="513442" y="18380"/>
                  <a:pt x="510626" y="18380"/>
                </a:cubicBezTo>
                <a:cubicBezTo>
                  <a:pt x="506769" y="18380"/>
                  <a:pt x="503341" y="19024"/>
                  <a:pt x="500341" y="20312"/>
                </a:cubicBezTo>
                <a:cubicBezTo>
                  <a:pt x="497342" y="21599"/>
                  <a:pt x="494803" y="23392"/>
                  <a:pt x="492722" y="25692"/>
                </a:cubicBezTo>
                <a:cubicBezTo>
                  <a:pt x="490641" y="27991"/>
                  <a:pt x="489065" y="30720"/>
                  <a:pt x="487994" y="33877"/>
                </a:cubicBezTo>
                <a:cubicBezTo>
                  <a:pt x="486922" y="37034"/>
                  <a:pt x="486387" y="40452"/>
                  <a:pt x="486387" y="44131"/>
                </a:cubicBezTo>
                <a:cubicBezTo>
                  <a:pt x="486387" y="47687"/>
                  <a:pt x="486968" y="50952"/>
                  <a:pt x="488131" y="53926"/>
                </a:cubicBezTo>
                <a:cubicBezTo>
                  <a:pt x="489294" y="56899"/>
                  <a:pt x="490915" y="59458"/>
                  <a:pt x="492996" y="61605"/>
                </a:cubicBezTo>
                <a:cubicBezTo>
                  <a:pt x="495078" y="63751"/>
                  <a:pt x="497603" y="65422"/>
                  <a:pt x="500571" y="66617"/>
                </a:cubicBezTo>
                <a:cubicBezTo>
                  <a:pt x="503540" y="67813"/>
                  <a:pt x="506800" y="68410"/>
                  <a:pt x="510350" y="68410"/>
                </a:cubicBezTo>
                <a:cubicBezTo>
                  <a:pt x="516654" y="68410"/>
                  <a:pt x="521826" y="66751"/>
                  <a:pt x="525865" y="63433"/>
                </a:cubicBezTo>
                <a:cubicBezTo>
                  <a:pt x="529905" y="60114"/>
                  <a:pt x="532354" y="55302"/>
                  <a:pt x="533211" y="48998"/>
                </a:cubicBezTo>
                <a:lnTo>
                  <a:pt x="520632" y="48998"/>
                </a:lnTo>
                <a:cubicBezTo>
                  <a:pt x="520205" y="51936"/>
                  <a:pt x="519149" y="54277"/>
                  <a:pt x="517465" y="56022"/>
                </a:cubicBezTo>
                <a:cubicBezTo>
                  <a:pt x="515782" y="57766"/>
                  <a:pt x="513380" y="58637"/>
                  <a:pt x="510259" y="58637"/>
                </a:cubicBezTo>
                <a:cubicBezTo>
                  <a:pt x="508238" y="58637"/>
                  <a:pt x="506524" y="58178"/>
                  <a:pt x="505116" y="57260"/>
                </a:cubicBezTo>
                <a:cubicBezTo>
                  <a:pt x="503708" y="56342"/>
                  <a:pt x="502591" y="55164"/>
                  <a:pt x="501765" y="53726"/>
                </a:cubicBezTo>
                <a:cubicBezTo>
                  <a:pt x="500939" y="52287"/>
                  <a:pt x="500342" y="50679"/>
                  <a:pt x="499974" y="48904"/>
                </a:cubicBezTo>
                <a:cubicBezTo>
                  <a:pt x="499607" y="47128"/>
                  <a:pt x="499424" y="45384"/>
                  <a:pt x="499424" y="43670"/>
                </a:cubicBezTo>
                <a:cubicBezTo>
                  <a:pt x="499424" y="41894"/>
                  <a:pt x="499607" y="40104"/>
                  <a:pt x="499974" y="38299"/>
                </a:cubicBezTo>
                <a:cubicBezTo>
                  <a:pt x="500342" y="36492"/>
                  <a:pt x="500970" y="34839"/>
                  <a:pt x="501857" y="33339"/>
                </a:cubicBezTo>
                <a:cubicBezTo>
                  <a:pt x="502744" y="31839"/>
                  <a:pt x="503892" y="30615"/>
                  <a:pt x="505299" y="29666"/>
                </a:cubicBezTo>
                <a:cubicBezTo>
                  <a:pt x="506708" y="28717"/>
                  <a:pt x="508452" y="28243"/>
                  <a:pt x="510533" y="28243"/>
                </a:cubicBezTo>
                <a:cubicBezTo>
                  <a:pt x="516103" y="28243"/>
                  <a:pt x="519317" y="30962"/>
                  <a:pt x="520174" y="36402"/>
                </a:cubicBezTo>
                <a:close/>
                <a:moveTo>
                  <a:pt x="540648" y="1614"/>
                </a:moveTo>
                <a:lnTo>
                  <a:pt x="540648" y="67155"/>
                </a:lnTo>
                <a:lnTo>
                  <a:pt x="553685" y="67155"/>
                </a:lnTo>
                <a:lnTo>
                  <a:pt x="553685" y="42277"/>
                </a:lnTo>
                <a:cubicBezTo>
                  <a:pt x="553685" y="37442"/>
                  <a:pt x="554481" y="33969"/>
                  <a:pt x="556073" y="31859"/>
                </a:cubicBezTo>
                <a:cubicBezTo>
                  <a:pt x="557664" y="29747"/>
                  <a:pt x="560235" y="28691"/>
                  <a:pt x="563785" y="28691"/>
                </a:cubicBezTo>
                <a:cubicBezTo>
                  <a:pt x="566907" y="28691"/>
                  <a:pt x="569080" y="29655"/>
                  <a:pt x="570303" y="31583"/>
                </a:cubicBezTo>
                <a:cubicBezTo>
                  <a:pt x="571528" y="33510"/>
                  <a:pt x="572140" y="36433"/>
                  <a:pt x="572140" y="40350"/>
                </a:cubicBezTo>
                <a:lnTo>
                  <a:pt x="572140" y="67155"/>
                </a:lnTo>
                <a:lnTo>
                  <a:pt x="585177" y="67155"/>
                </a:lnTo>
                <a:lnTo>
                  <a:pt x="585177" y="37946"/>
                </a:lnTo>
                <a:cubicBezTo>
                  <a:pt x="585177" y="35006"/>
                  <a:pt x="584917" y="32327"/>
                  <a:pt x="584397" y="29908"/>
                </a:cubicBezTo>
                <a:cubicBezTo>
                  <a:pt x="583876" y="27490"/>
                  <a:pt x="582973" y="25438"/>
                  <a:pt x="581687" y="23754"/>
                </a:cubicBezTo>
                <a:cubicBezTo>
                  <a:pt x="580402" y="22070"/>
                  <a:pt x="578643" y="20754"/>
                  <a:pt x="576409" y="19805"/>
                </a:cubicBezTo>
                <a:cubicBezTo>
                  <a:pt x="574174" y="18855"/>
                  <a:pt x="571313" y="18380"/>
                  <a:pt x="567825" y="18380"/>
                </a:cubicBezTo>
                <a:cubicBezTo>
                  <a:pt x="565376" y="18380"/>
                  <a:pt x="562866" y="19009"/>
                  <a:pt x="560295" y="20267"/>
                </a:cubicBezTo>
                <a:cubicBezTo>
                  <a:pt x="557725" y="21525"/>
                  <a:pt x="555614" y="23535"/>
                  <a:pt x="553961" y="26297"/>
                </a:cubicBezTo>
                <a:lnTo>
                  <a:pt x="553685" y="26297"/>
                </a:lnTo>
                <a:lnTo>
                  <a:pt x="553685" y="1614"/>
                </a:lnTo>
                <a:lnTo>
                  <a:pt x="540648" y="1614"/>
                </a:lnTo>
                <a:close/>
                <a:moveTo>
                  <a:pt x="595521" y="52989"/>
                </a:moveTo>
                <a:lnTo>
                  <a:pt x="595521" y="67155"/>
                </a:lnTo>
                <a:lnTo>
                  <a:pt x="609935" y="67155"/>
                </a:lnTo>
                <a:lnTo>
                  <a:pt x="609935" y="52989"/>
                </a:lnTo>
                <a:lnTo>
                  <a:pt x="595521" y="52989"/>
                </a:lnTo>
                <a:close/>
                <a:moveTo>
                  <a:pt x="619667" y="34286"/>
                </a:moveTo>
                <a:cubicBezTo>
                  <a:pt x="619850" y="31226"/>
                  <a:pt x="620615" y="28686"/>
                  <a:pt x="621962" y="26667"/>
                </a:cubicBezTo>
                <a:cubicBezTo>
                  <a:pt x="623309" y="24647"/>
                  <a:pt x="625023" y="23024"/>
                  <a:pt x="627104" y="21800"/>
                </a:cubicBezTo>
                <a:cubicBezTo>
                  <a:pt x="629184" y="20575"/>
                  <a:pt x="631525" y="19703"/>
                  <a:pt x="634126" y="19183"/>
                </a:cubicBezTo>
                <a:cubicBezTo>
                  <a:pt x="636728" y="18663"/>
                  <a:pt x="639345" y="18403"/>
                  <a:pt x="641977" y="18403"/>
                </a:cubicBezTo>
                <a:cubicBezTo>
                  <a:pt x="644364" y="18403"/>
                  <a:pt x="646782" y="18571"/>
                  <a:pt x="649230" y="18908"/>
                </a:cubicBezTo>
                <a:cubicBezTo>
                  <a:pt x="651679" y="19245"/>
                  <a:pt x="653913" y="19903"/>
                  <a:pt x="655932" y="20882"/>
                </a:cubicBezTo>
                <a:cubicBezTo>
                  <a:pt x="657952" y="21861"/>
                  <a:pt x="659605" y="23223"/>
                  <a:pt x="660890" y="24967"/>
                </a:cubicBezTo>
                <a:cubicBezTo>
                  <a:pt x="662176" y="26712"/>
                  <a:pt x="662819" y="29023"/>
                  <a:pt x="662819" y="31899"/>
                </a:cubicBezTo>
                <a:lnTo>
                  <a:pt x="662819" y="56596"/>
                </a:lnTo>
                <a:cubicBezTo>
                  <a:pt x="662819" y="58739"/>
                  <a:pt x="662941" y="60789"/>
                  <a:pt x="663186" y="62748"/>
                </a:cubicBezTo>
                <a:cubicBezTo>
                  <a:pt x="663431" y="64706"/>
                  <a:pt x="663859" y="66175"/>
                  <a:pt x="664471" y="67155"/>
                </a:cubicBezTo>
                <a:lnTo>
                  <a:pt x="651250" y="67155"/>
                </a:lnTo>
                <a:cubicBezTo>
                  <a:pt x="651005" y="66421"/>
                  <a:pt x="650806" y="65671"/>
                  <a:pt x="650653" y="64907"/>
                </a:cubicBezTo>
                <a:cubicBezTo>
                  <a:pt x="650500" y="64141"/>
                  <a:pt x="650393" y="63360"/>
                  <a:pt x="650332" y="62564"/>
                </a:cubicBezTo>
                <a:cubicBezTo>
                  <a:pt x="648252" y="64707"/>
                  <a:pt x="645803" y="66207"/>
                  <a:pt x="642987" y="67064"/>
                </a:cubicBezTo>
                <a:cubicBezTo>
                  <a:pt x="640171" y="67920"/>
                  <a:pt x="637294" y="68349"/>
                  <a:pt x="634356" y="68349"/>
                </a:cubicBezTo>
                <a:cubicBezTo>
                  <a:pt x="632092" y="68349"/>
                  <a:pt x="629981" y="68073"/>
                  <a:pt x="628021" y="67522"/>
                </a:cubicBezTo>
                <a:cubicBezTo>
                  <a:pt x="626063" y="66971"/>
                  <a:pt x="624349" y="66114"/>
                  <a:pt x="622880" y="64951"/>
                </a:cubicBezTo>
                <a:cubicBezTo>
                  <a:pt x="621412" y="63789"/>
                  <a:pt x="620264" y="62320"/>
                  <a:pt x="619438" y="60545"/>
                </a:cubicBezTo>
                <a:cubicBezTo>
                  <a:pt x="618611" y="58770"/>
                  <a:pt x="618198" y="56658"/>
                  <a:pt x="618198" y="54209"/>
                </a:cubicBezTo>
                <a:cubicBezTo>
                  <a:pt x="618198" y="51516"/>
                  <a:pt x="618672" y="49298"/>
                  <a:pt x="619621" y="47553"/>
                </a:cubicBezTo>
                <a:cubicBezTo>
                  <a:pt x="620570" y="45809"/>
                  <a:pt x="621794" y="44416"/>
                  <a:pt x="623293" y="43376"/>
                </a:cubicBezTo>
                <a:cubicBezTo>
                  <a:pt x="624793" y="42335"/>
                  <a:pt x="626507" y="41555"/>
                  <a:pt x="628434" y="41035"/>
                </a:cubicBezTo>
                <a:cubicBezTo>
                  <a:pt x="630363" y="40514"/>
                  <a:pt x="632307" y="40102"/>
                  <a:pt x="634265" y="39796"/>
                </a:cubicBezTo>
                <a:cubicBezTo>
                  <a:pt x="636224" y="39490"/>
                  <a:pt x="638151" y="39245"/>
                  <a:pt x="640048" y="39061"/>
                </a:cubicBezTo>
                <a:cubicBezTo>
                  <a:pt x="641946" y="38877"/>
                  <a:pt x="643629" y="38601"/>
                  <a:pt x="645099" y="38234"/>
                </a:cubicBezTo>
                <a:cubicBezTo>
                  <a:pt x="646568" y="37867"/>
                  <a:pt x="647730" y="37332"/>
                  <a:pt x="648587" y="36629"/>
                </a:cubicBezTo>
                <a:cubicBezTo>
                  <a:pt x="649444" y="35925"/>
                  <a:pt x="649843" y="34899"/>
                  <a:pt x="649782" y="33552"/>
                </a:cubicBezTo>
                <a:cubicBezTo>
                  <a:pt x="649782" y="32144"/>
                  <a:pt x="649552" y="31027"/>
                  <a:pt x="649093" y="30201"/>
                </a:cubicBezTo>
                <a:cubicBezTo>
                  <a:pt x="648633" y="29375"/>
                  <a:pt x="648021" y="28732"/>
                  <a:pt x="647256" y="28274"/>
                </a:cubicBezTo>
                <a:cubicBezTo>
                  <a:pt x="646491" y="27814"/>
                  <a:pt x="645603" y="27508"/>
                  <a:pt x="644593" y="27355"/>
                </a:cubicBezTo>
                <a:cubicBezTo>
                  <a:pt x="643583" y="27201"/>
                  <a:pt x="642497" y="27125"/>
                  <a:pt x="641334" y="27125"/>
                </a:cubicBezTo>
                <a:cubicBezTo>
                  <a:pt x="638764" y="27125"/>
                  <a:pt x="636744" y="27676"/>
                  <a:pt x="635275" y="28778"/>
                </a:cubicBezTo>
                <a:cubicBezTo>
                  <a:pt x="633806" y="29880"/>
                  <a:pt x="632949" y="31716"/>
                  <a:pt x="632704" y="34286"/>
                </a:cubicBezTo>
                <a:lnTo>
                  <a:pt x="619667" y="34286"/>
                </a:lnTo>
                <a:moveTo>
                  <a:pt x="649782" y="43926"/>
                </a:moveTo>
                <a:cubicBezTo>
                  <a:pt x="649231" y="44417"/>
                  <a:pt x="648542" y="44799"/>
                  <a:pt x="647715" y="45075"/>
                </a:cubicBezTo>
                <a:cubicBezTo>
                  <a:pt x="646889" y="45350"/>
                  <a:pt x="646001" y="45580"/>
                  <a:pt x="645052" y="45764"/>
                </a:cubicBezTo>
                <a:cubicBezTo>
                  <a:pt x="644104" y="45947"/>
                  <a:pt x="643110" y="46100"/>
                  <a:pt x="642068" y="46222"/>
                </a:cubicBezTo>
                <a:cubicBezTo>
                  <a:pt x="641028" y="46345"/>
                  <a:pt x="639987" y="46497"/>
                  <a:pt x="638947" y="46680"/>
                </a:cubicBezTo>
                <a:cubicBezTo>
                  <a:pt x="637968" y="46864"/>
                  <a:pt x="637004" y="47110"/>
                  <a:pt x="636056" y="47416"/>
                </a:cubicBezTo>
                <a:cubicBezTo>
                  <a:pt x="635107" y="47721"/>
                  <a:pt x="634280" y="48135"/>
                  <a:pt x="633576" y="48656"/>
                </a:cubicBezTo>
                <a:cubicBezTo>
                  <a:pt x="632873" y="49176"/>
                  <a:pt x="632307" y="49834"/>
                  <a:pt x="631878" y="50630"/>
                </a:cubicBezTo>
                <a:cubicBezTo>
                  <a:pt x="631449" y="51424"/>
                  <a:pt x="631235" y="52434"/>
                  <a:pt x="631235" y="53658"/>
                </a:cubicBezTo>
                <a:cubicBezTo>
                  <a:pt x="631235" y="54821"/>
                  <a:pt x="631449" y="55801"/>
                  <a:pt x="631878" y="56596"/>
                </a:cubicBezTo>
                <a:cubicBezTo>
                  <a:pt x="632307" y="57392"/>
                  <a:pt x="632888" y="58020"/>
                  <a:pt x="633622" y="58479"/>
                </a:cubicBezTo>
                <a:cubicBezTo>
                  <a:pt x="634357" y="58938"/>
                  <a:pt x="635214" y="59259"/>
                  <a:pt x="636193" y="59443"/>
                </a:cubicBezTo>
                <a:cubicBezTo>
                  <a:pt x="637173" y="59627"/>
                  <a:pt x="638183" y="59719"/>
                  <a:pt x="639223" y="59719"/>
                </a:cubicBezTo>
                <a:cubicBezTo>
                  <a:pt x="641793" y="59719"/>
                  <a:pt x="643782" y="59291"/>
                  <a:pt x="645190" y="58434"/>
                </a:cubicBezTo>
                <a:cubicBezTo>
                  <a:pt x="646598" y="57577"/>
                  <a:pt x="647639" y="56551"/>
                  <a:pt x="648312" y="55358"/>
                </a:cubicBezTo>
                <a:cubicBezTo>
                  <a:pt x="648986" y="54164"/>
                  <a:pt x="649399" y="52955"/>
                  <a:pt x="649552" y="51731"/>
                </a:cubicBezTo>
                <a:cubicBezTo>
                  <a:pt x="649705" y="50506"/>
                  <a:pt x="649782" y="49527"/>
                  <a:pt x="649782" y="48793"/>
                </a:cubicBezTo>
                <a:lnTo>
                  <a:pt x="649782" y="43926"/>
                </a:lnTo>
                <a:close/>
                <a:moveTo>
                  <a:pt x="707806" y="43486"/>
                </a:moveTo>
                <a:cubicBezTo>
                  <a:pt x="707806" y="45445"/>
                  <a:pt x="707592" y="47343"/>
                  <a:pt x="707163" y="49180"/>
                </a:cubicBezTo>
                <a:cubicBezTo>
                  <a:pt x="706734" y="51016"/>
                  <a:pt x="706061" y="52638"/>
                  <a:pt x="705143" y="54047"/>
                </a:cubicBezTo>
                <a:cubicBezTo>
                  <a:pt x="704225" y="55454"/>
                  <a:pt x="703077" y="56571"/>
                  <a:pt x="701699" y="57398"/>
                </a:cubicBezTo>
                <a:cubicBezTo>
                  <a:pt x="700323" y="58224"/>
                  <a:pt x="698655" y="58637"/>
                  <a:pt x="696697" y="58637"/>
                </a:cubicBezTo>
                <a:cubicBezTo>
                  <a:pt x="694799" y="58637"/>
                  <a:pt x="693146" y="58224"/>
                  <a:pt x="691739" y="57398"/>
                </a:cubicBezTo>
                <a:cubicBezTo>
                  <a:pt x="690331" y="56571"/>
                  <a:pt x="689169" y="55454"/>
                  <a:pt x="688250" y="54047"/>
                </a:cubicBezTo>
                <a:cubicBezTo>
                  <a:pt x="687332" y="52638"/>
                  <a:pt x="686659" y="51016"/>
                  <a:pt x="686230" y="49180"/>
                </a:cubicBezTo>
                <a:cubicBezTo>
                  <a:pt x="685802" y="47343"/>
                  <a:pt x="685587" y="45445"/>
                  <a:pt x="685587" y="43486"/>
                </a:cubicBezTo>
                <a:cubicBezTo>
                  <a:pt x="685587" y="41466"/>
                  <a:pt x="685802" y="39538"/>
                  <a:pt x="686230" y="37702"/>
                </a:cubicBezTo>
                <a:cubicBezTo>
                  <a:pt x="686659" y="35865"/>
                  <a:pt x="687332" y="34243"/>
                  <a:pt x="688250" y="32835"/>
                </a:cubicBezTo>
                <a:cubicBezTo>
                  <a:pt x="689169" y="31427"/>
                  <a:pt x="690331" y="30309"/>
                  <a:pt x="691739" y="29483"/>
                </a:cubicBezTo>
                <a:cubicBezTo>
                  <a:pt x="693146" y="28656"/>
                  <a:pt x="694799" y="28243"/>
                  <a:pt x="696697" y="28243"/>
                </a:cubicBezTo>
                <a:cubicBezTo>
                  <a:pt x="698655" y="28243"/>
                  <a:pt x="700323" y="28656"/>
                  <a:pt x="701699" y="29483"/>
                </a:cubicBezTo>
                <a:cubicBezTo>
                  <a:pt x="703077" y="30309"/>
                  <a:pt x="704225" y="31427"/>
                  <a:pt x="705143" y="32835"/>
                </a:cubicBezTo>
                <a:cubicBezTo>
                  <a:pt x="706061" y="34243"/>
                  <a:pt x="706734" y="35865"/>
                  <a:pt x="707163" y="37702"/>
                </a:cubicBezTo>
                <a:cubicBezTo>
                  <a:pt x="707592" y="39538"/>
                  <a:pt x="707806" y="41466"/>
                  <a:pt x="707806" y="43486"/>
                </a:cubicBezTo>
                <a:moveTo>
                  <a:pt x="673010" y="1614"/>
                </a:moveTo>
                <a:lnTo>
                  <a:pt x="673010" y="67186"/>
                </a:lnTo>
                <a:lnTo>
                  <a:pt x="685404" y="67186"/>
                </a:lnTo>
                <a:lnTo>
                  <a:pt x="685404" y="61127"/>
                </a:lnTo>
                <a:lnTo>
                  <a:pt x="685587" y="61127"/>
                </a:lnTo>
                <a:cubicBezTo>
                  <a:pt x="686995" y="63770"/>
                  <a:pt x="689076" y="65645"/>
                  <a:pt x="691830" y="66752"/>
                </a:cubicBezTo>
                <a:cubicBezTo>
                  <a:pt x="694585" y="67857"/>
                  <a:pt x="697707" y="68410"/>
                  <a:pt x="701195" y="68410"/>
                </a:cubicBezTo>
                <a:cubicBezTo>
                  <a:pt x="703582" y="68410"/>
                  <a:pt x="705939" y="67920"/>
                  <a:pt x="708264" y="66939"/>
                </a:cubicBezTo>
                <a:cubicBezTo>
                  <a:pt x="710591" y="65958"/>
                  <a:pt x="712687" y="64455"/>
                  <a:pt x="714554" y="62433"/>
                </a:cubicBezTo>
                <a:cubicBezTo>
                  <a:pt x="716421" y="60410"/>
                  <a:pt x="717936" y="57819"/>
                  <a:pt x="719099" y="54662"/>
                </a:cubicBezTo>
                <a:cubicBezTo>
                  <a:pt x="720262" y="51504"/>
                  <a:pt x="720843" y="47748"/>
                  <a:pt x="720843" y="43395"/>
                </a:cubicBezTo>
                <a:cubicBezTo>
                  <a:pt x="720843" y="39042"/>
                  <a:pt x="720262" y="35287"/>
                  <a:pt x="719099" y="32129"/>
                </a:cubicBezTo>
                <a:cubicBezTo>
                  <a:pt x="717936" y="28971"/>
                  <a:pt x="716421" y="26381"/>
                  <a:pt x="714554" y="24358"/>
                </a:cubicBezTo>
                <a:cubicBezTo>
                  <a:pt x="712687" y="22335"/>
                  <a:pt x="710591" y="20833"/>
                  <a:pt x="708264" y="19853"/>
                </a:cubicBezTo>
                <a:cubicBezTo>
                  <a:pt x="705939" y="18871"/>
                  <a:pt x="703582" y="18380"/>
                  <a:pt x="701195" y="18380"/>
                </a:cubicBezTo>
                <a:cubicBezTo>
                  <a:pt x="698258" y="18380"/>
                  <a:pt x="695427" y="18949"/>
                  <a:pt x="692703" y="20085"/>
                </a:cubicBezTo>
                <a:cubicBezTo>
                  <a:pt x="689979" y="21222"/>
                  <a:pt x="687822" y="23019"/>
                  <a:pt x="686230" y="25477"/>
                </a:cubicBezTo>
                <a:lnTo>
                  <a:pt x="686047" y="25477"/>
                </a:lnTo>
                <a:lnTo>
                  <a:pt x="686047" y="1614"/>
                </a:lnTo>
                <a:lnTo>
                  <a:pt x="673010" y="1614"/>
                </a:lnTo>
                <a:close/>
                <a:moveTo>
                  <a:pt x="738961" y="51734"/>
                </a:moveTo>
                <a:lnTo>
                  <a:pt x="726567" y="51734"/>
                </a:lnTo>
                <a:cubicBezTo>
                  <a:pt x="726689" y="54911"/>
                  <a:pt x="727408" y="57554"/>
                  <a:pt x="728724" y="59661"/>
                </a:cubicBezTo>
                <a:cubicBezTo>
                  <a:pt x="730040" y="61768"/>
                  <a:pt x="731723" y="63464"/>
                  <a:pt x="733773" y="64747"/>
                </a:cubicBezTo>
                <a:cubicBezTo>
                  <a:pt x="735824" y="66030"/>
                  <a:pt x="738166" y="66946"/>
                  <a:pt x="740797" y="67495"/>
                </a:cubicBezTo>
                <a:cubicBezTo>
                  <a:pt x="743429" y="68046"/>
                  <a:pt x="746122" y="68321"/>
                  <a:pt x="748877" y="68321"/>
                </a:cubicBezTo>
                <a:cubicBezTo>
                  <a:pt x="751569" y="68321"/>
                  <a:pt x="754216" y="68060"/>
                  <a:pt x="756817" y="67539"/>
                </a:cubicBezTo>
                <a:cubicBezTo>
                  <a:pt x="759419" y="67019"/>
                  <a:pt x="761730" y="66116"/>
                  <a:pt x="763749" y="64830"/>
                </a:cubicBezTo>
                <a:cubicBezTo>
                  <a:pt x="765769" y="63543"/>
                  <a:pt x="767406" y="61844"/>
                  <a:pt x="768661" y="59732"/>
                </a:cubicBezTo>
                <a:cubicBezTo>
                  <a:pt x="769916" y="57619"/>
                  <a:pt x="770543" y="55001"/>
                  <a:pt x="770543" y="51878"/>
                </a:cubicBezTo>
                <a:cubicBezTo>
                  <a:pt x="770543" y="49674"/>
                  <a:pt x="770115" y="47822"/>
                  <a:pt x="769257" y="46322"/>
                </a:cubicBezTo>
                <a:cubicBezTo>
                  <a:pt x="768401" y="44821"/>
                  <a:pt x="767269" y="43565"/>
                  <a:pt x="765860" y="42555"/>
                </a:cubicBezTo>
                <a:cubicBezTo>
                  <a:pt x="764453" y="41544"/>
                  <a:pt x="762846" y="40733"/>
                  <a:pt x="761041" y="40121"/>
                </a:cubicBezTo>
                <a:cubicBezTo>
                  <a:pt x="759236" y="39509"/>
                  <a:pt x="757384" y="38988"/>
                  <a:pt x="755486" y="38559"/>
                </a:cubicBezTo>
                <a:cubicBezTo>
                  <a:pt x="753650" y="38131"/>
                  <a:pt x="751844" y="37733"/>
                  <a:pt x="750069" y="37366"/>
                </a:cubicBezTo>
                <a:cubicBezTo>
                  <a:pt x="748294" y="36998"/>
                  <a:pt x="746718" y="36584"/>
                  <a:pt x="745341" y="36126"/>
                </a:cubicBezTo>
                <a:cubicBezTo>
                  <a:pt x="743964" y="35666"/>
                  <a:pt x="742847" y="35069"/>
                  <a:pt x="741990" y="34334"/>
                </a:cubicBezTo>
                <a:cubicBezTo>
                  <a:pt x="741133" y="33599"/>
                  <a:pt x="740705" y="32650"/>
                  <a:pt x="740705" y="31486"/>
                </a:cubicBezTo>
                <a:cubicBezTo>
                  <a:pt x="740705" y="30506"/>
                  <a:pt x="740950" y="29725"/>
                  <a:pt x="741439" y="29144"/>
                </a:cubicBezTo>
                <a:cubicBezTo>
                  <a:pt x="741929" y="28562"/>
                  <a:pt x="742526" y="28118"/>
                  <a:pt x="743230" y="27813"/>
                </a:cubicBezTo>
                <a:cubicBezTo>
                  <a:pt x="743934" y="27506"/>
                  <a:pt x="744714" y="27307"/>
                  <a:pt x="745570" y="27216"/>
                </a:cubicBezTo>
                <a:cubicBezTo>
                  <a:pt x="746428" y="27123"/>
                  <a:pt x="747224" y="27077"/>
                  <a:pt x="747958" y="27077"/>
                </a:cubicBezTo>
                <a:cubicBezTo>
                  <a:pt x="750283" y="27077"/>
                  <a:pt x="752303" y="27523"/>
                  <a:pt x="754017" y="28415"/>
                </a:cubicBezTo>
                <a:cubicBezTo>
                  <a:pt x="755731" y="29306"/>
                  <a:pt x="756679" y="31012"/>
                  <a:pt x="756863" y="33533"/>
                </a:cubicBezTo>
                <a:lnTo>
                  <a:pt x="769259" y="33533"/>
                </a:lnTo>
                <a:cubicBezTo>
                  <a:pt x="769014" y="30594"/>
                  <a:pt x="768264" y="28161"/>
                  <a:pt x="767009" y="26232"/>
                </a:cubicBezTo>
                <a:cubicBezTo>
                  <a:pt x="765755" y="24304"/>
                  <a:pt x="764179" y="22758"/>
                  <a:pt x="762281" y="21595"/>
                </a:cubicBezTo>
                <a:cubicBezTo>
                  <a:pt x="760384" y="20432"/>
                  <a:pt x="758226" y="19605"/>
                  <a:pt x="755808" y="19116"/>
                </a:cubicBezTo>
                <a:cubicBezTo>
                  <a:pt x="753390" y="18625"/>
                  <a:pt x="750896" y="18380"/>
                  <a:pt x="748326" y="18380"/>
                </a:cubicBezTo>
                <a:cubicBezTo>
                  <a:pt x="745755" y="18380"/>
                  <a:pt x="743245" y="18610"/>
                  <a:pt x="740796" y="19069"/>
                </a:cubicBezTo>
                <a:cubicBezTo>
                  <a:pt x="738348" y="19528"/>
                  <a:pt x="736145" y="20324"/>
                  <a:pt x="734187" y="21457"/>
                </a:cubicBezTo>
                <a:cubicBezTo>
                  <a:pt x="732228" y="22590"/>
                  <a:pt x="730652" y="24136"/>
                  <a:pt x="729458" y="26095"/>
                </a:cubicBezTo>
                <a:cubicBezTo>
                  <a:pt x="728265" y="28055"/>
                  <a:pt x="727668" y="30566"/>
                  <a:pt x="727668" y="33628"/>
                </a:cubicBezTo>
                <a:cubicBezTo>
                  <a:pt x="727668" y="35710"/>
                  <a:pt x="728096" y="37470"/>
                  <a:pt x="728953" y="38909"/>
                </a:cubicBezTo>
                <a:cubicBezTo>
                  <a:pt x="729810" y="40348"/>
                  <a:pt x="730942" y="41542"/>
                  <a:pt x="732350" y="42492"/>
                </a:cubicBezTo>
                <a:cubicBezTo>
                  <a:pt x="733758" y="43441"/>
                  <a:pt x="735365" y="44206"/>
                  <a:pt x="737170" y="44788"/>
                </a:cubicBezTo>
                <a:cubicBezTo>
                  <a:pt x="738976" y="45370"/>
                  <a:pt x="740827" y="45875"/>
                  <a:pt x="742725" y="46304"/>
                </a:cubicBezTo>
                <a:cubicBezTo>
                  <a:pt x="747376" y="47283"/>
                  <a:pt x="751002" y="48263"/>
                  <a:pt x="753603" y="49243"/>
                </a:cubicBezTo>
                <a:cubicBezTo>
                  <a:pt x="756205" y="50222"/>
                  <a:pt x="757506" y="51692"/>
                  <a:pt x="757506" y="53651"/>
                </a:cubicBezTo>
                <a:cubicBezTo>
                  <a:pt x="757506" y="54814"/>
                  <a:pt x="757231" y="55779"/>
                  <a:pt x="756680" y="56544"/>
                </a:cubicBezTo>
                <a:cubicBezTo>
                  <a:pt x="756129" y="57310"/>
                  <a:pt x="755440" y="57923"/>
                  <a:pt x="754613" y="58382"/>
                </a:cubicBezTo>
                <a:cubicBezTo>
                  <a:pt x="753788" y="58841"/>
                  <a:pt x="752870" y="59178"/>
                  <a:pt x="751859" y="59393"/>
                </a:cubicBezTo>
                <a:cubicBezTo>
                  <a:pt x="750850" y="59606"/>
                  <a:pt x="749886" y="59713"/>
                  <a:pt x="748968" y="59713"/>
                </a:cubicBezTo>
                <a:cubicBezTo>
                  <a:pt x="747683" y="59713"/>
                  <a:pt x="746443" y="59561"/>
                  <a:pt x="745250" y="59255"/>
                </a:cubicBezTo>
                <a:cubicBezTo>
                  <a:pt x="744056" y="58949"/>
                  <a:pt x="743000" y="58475"/>
                  <a:pt x="742082" y="57833"/>
                </a:cubicBezTo>
                <a:cubicBezTo>
                  <a:pt x="741164" y="57191"/>
                  <a:pt x="740414" y="56365"/>
                  <a:pt x="739832" y="55356"/>
                </a:cubicBezTo>
                <a:cubicBezTo>
                  <a:pt x="739251" y="54348"/>
                  <a:pt x="738961" y="53140"/>
                  <a:pt x="738961" y="51734"/>
                </a:cubicBezTo>
                <a:close/>
                <a:moveTo>
                  <a:pt x="800688" y="0"/>
                </a:moveTo>
                <a:lnTo>
                  <a:pt x="789764" y="0"/>
                </a:lnTo>
                <a:cubicBezTo>
                  <a:pt x="787744" y="2938"/>
                  <a:pt x="785984" y="6152"/>
                  <a:pt x="784484" y="9641"/>
                </a:cubicBezTo>
                <a:cubicBezTo>
                  <a:pt x="782985" y="13130"/>
                  <a:pt x="781730" y="16742"/>
                  <a:pt x="780719" y="20476"/>
                </a:cubicBezTo>
                <a:cubicBezTo>
                  <a:pt x="779710" y="24210"/>
                  <a:pt x="778945" y="27959"/>
                  <a:pt x="778425" y="31724"/>
                </a:cubicBezTo>
                <a:cubicBezTo>
                  <a:pt x="777905" y="35489"/>
                  <a:pt x="777644" y="39086"/>
                  <a:pt x="777644" y="42514"/>
                </a:cubicBezTo>
                <a:cubicBezTo>
                  <a:pt x="777644" y="49737"/>
                  <a:pt x="778700" y="56838"/>
                  <a:pt x="780812" y="63817"/>
                </a:cubicBezTo>
                <a:cubicBezTo>
                  <a:pt x="782924" y="70795"/>
                  <a:pt x="785908" y="77437"/>
                  <a:pt x="789764" y="83742"/>
                </a:cubicBezTo>
                <a:lnTo>
                  <a:pt x="800597" y="83742"/>
                </a:lnTo>
                <a:cubicBezTo>
                  <a:pt x="797108" y="77070"/>
                  <a:pt x="794583" y="70214"/>
                  <a:pt x="793022" y="63175"/>
                </a:cubicBezTo>
                <a:cubicBezTo>
                  <a:pt x="791462" y="56135"/>
                  <a:pt x="790682" y="48942"/>
                  <a:pt x="790682" y="41595"/>
                </a:cubicBezTo>
                <a:cubicBezTo>
                  <a:pt x="790682" y="34372"/>
                  <a:pt x="791477" y="27256"/>
                  <a:pt x="793069" y="20248"/>
                </a:cubicBezTo>
                <a:cubicBezTo>
                  <a:pt x="794660" y="13238"/>
                  <a:pt x="797200" y="6489"/>
                  <a:pt x="800688" y="0"/>
                </a:cubicBezTo>
                <a:close/>
                <a:moveTo>
                  <a:pt x="804821" y="34286"/>
                </a:moveTo>
                <a:cubicBezTo>
                  <a:pt x="805004" y="31226"/>
                  <a:pt x="805769" y="28686"/>
                  <a:pt x="807116" y="26667"/>
                </a:cubicBezTo>
                <a:cubicBezTo>
                  <a:pt x="808462" y="24647"/>
                  <a:pt x="810176" y="23024"/>
                  <a:pt x="812257" y="21800"/>
                </a:cubicBezTo>
                <a:cubicBezTo>
                  <a:pt x="814338" y="20575"/>
                  <a:pt x="816679" y="19703"/>
                  <a:pt x="819280" y="19183"/>
                </a:cubicBezTo>
                <a:cubicBezTo>
                  <a:pt x="821882" y="18663"/>
                  <a:pt x="824499" y="18403"/>
                  <a:pt x="827131" y="18403"/>
                </a:cubicBezTo>
                <a:cubicBezTo>
                  <a:pt x="829518" y="18403"/>
                  <a:pt x="831935" y="18571"/>
                  <a:pt x="834383" y="18908"/>
                </a:cubicBezTo>
                <a:cubicBezTo>
                  <a:pt x="836832" y="19245"/>
                  <a:pt x="839066" y="19903"/>
                  <a:pt x="841085" y="20882"/>
                </a:cubicBezTo>
                <a:cubicBezTo>
                  <a:pt x="843106" y="21861"/>
                  <a:pt x="844758" y="23223"/>
                  <a:pt x="846043" y="24967"/>
                </a:cubicBezTo>
                <a:cubicBezTo>
                  <a:pt x="847329" y="26712"/>
                  <a:pt x="847972" y="29023"/>
                  <a:pt x="847972" y="31899"/>
                </a:cubicBezTo>
                <a:lnTo>
                  <a:pt x="847972" y="56596"/>
                </a:lnTo>
                <a:cubicBezTo>
                  <a:pt x="847972" y="58739"/>
                  <a:pt x="848095" y="60789"/>
                  <a:pt x="848339" y="62748"/>
                </a:cubicBezTo>
                <a:cubicBezTo>
                  <a:pt x="848584" y="64706"/>
                  <a:pt x="849012" y="66175"/>
                  <a:pt x="849624" y="67155"/>
                </a:cubicBezTo>
                <a:lnTo>
                  <a:pt x="836403" y="67155"/>
                </a:lnTo>
                <a:cubicBezTo>
                  <a:pt x="836159" y="66421"/>
                  <a:pt x="835960" y="65671"/>
                  <a:pt x="835807" y="64907"/>
                </a:cubicBezTo>
                <a:cubicBezTo>
                  <a:pt x="835653" y="64141"/>
                  <a:pt x="835547" y="63360"/>
                  <a:pt x="835486" y="62564"/>
                </a:cubicBezTo>
                <a:cubicBezTo>
                  <a:pt x="833405" y="64707"/>
                  <a:pt x="830957" y="66207"/>
                  <a:pt x="828141" y="67064"/>
                </a:cubicBezTo>
                <a:cubicBezTo>
                  <a:pt x="825325" y="67920"/>
                  <a:pt x="822448" y="68349"/>
                  <a:pt x="819510" y="68349"/>
                </a:cubicBezTo>
                <a:cubicBezTo>
                  <a:pt x="817246" y="68349"/>
                  <a:pt x="815134" y="68073"/>
                  <a:pt x="813175" y="67522"/>
                </a:cubicBezTo>
                <a:cubicBezTo>
                  <a:pt x="811216" y="66971"/>
                  <a:pt x="809502" y="66114"/>
                  <a:pt x="808033" y="64951"/>
                </a:cubicBezTo>
                <a:cubicBezTo>
                  <a:pt x="806565" y="63789"/>
                  <a:pt x="805418" y="62320"/>
                  <a:pt x="804591" y="60545"/>
                </a:cubicBezTo>
                <a:cubicBezTo>
                  <a:pt x="803765" y="58770"/>
                  <a:pt x="803351" y="56658"/>
                  <a:pt x="803351" y="54209"/>
                </a:cubicBezTo>
                <a:cubicBezTo>
                  <a:pt x="803351" y="51516"/>
                  <a:pt x="803826" y="49298"/>
                  <a:pt x="804775" y="47553"/>
                </a:cubicBezTo>
                <a:cubicBezTo>
                  <a:pt x="805724" y="45809"/>
                  <a:pt x="806947" y="44416"/>
                  <a:pt x="808446" y="43376"/>
                </a:cubicBezTo>
                <a:cubicBezTo>
                  <a:pt x="809946" y="42335"/>
                  <a:pt x="811660" y="41555"/>
                  <a:pt x="813588" y="41035"/>
                </a:cubicBezTo>
                <a:cubicBezTo>
                  <a:pt x="815516" y="40514"/>
                  <a:pt x="817460" y="40102"/>
                  <a:pt x="819419" y="39796"/>
                </a:cubicBezTo>
                <a:cubicBezTo>
                  <a:pt x="821377" y="39490"/>
                  <a:pt x="823305" y="39245"/>
                  <a:pt x="825202" y="39061"/>
                </a:cubicBezTo>
                <a:cubicBezTo>
                  <a:pt x="827099" y="38877"/>
                  <a:pt x="828783" y="38601"/>
                  <a:pt x="830252" y="38234"/>
                </a:cubicBezTo>
                <a:cubicBezTo>
                  <a:pt x="831721" y="37867"/>
                  <a:pt x="832884" y="37332"/>
                  <a:pt x="833740" y="36629"/>
                </a:cubicBezTo>
                <a:cubicBezTo>
                  <a:pt x="834598" y="35925"/>
                  <a:pt x="834996" y="34899"/>
                  <a:pt x="834935" y="33552"/>
                </a:cubicBezTo>
                <a:cubicBezTo>
                  <a:pt x="834935" y="32144"/>
                  <a:pt x="834706" y="31027"/>
                  <a:pt x="834246" y="30201"/>
                </a:cubicBezTo>
                <a:cubicBezTo>
                  <a:pt x="833787" y="29375"/>
                  <a:pt x="833174" y="28732"/>
                  <a:pt x="832409" y="28274"/>
                </a:cubicBezTo>
                <a:cubicBezTo>
                  <a:pt x="831644" y="27814"/>
                  <a:pt x="830757" y="27508"/>
                  <a:pt x="829746" y="27355"/>
                </a:cubicBezTo>
                <a:cubicBezTo>
                  <a:pt x="828737" y="27201"/>
                  <a:pt x="827650" y="27125"/>
                  <a:pt x="826488" y="27125"/>
                </a:cubicBezTo>
                <a:cubicBezTo>
                  <a:pt x="823917" y="27125"/>
                  <a:pt x="821898" y="27676"/>
                  <a:pt x="820429" y="28778"/>
                </a:cubicBezTo>
                <a:cubicBezTo>
                  <a:pt x="818960" y="29880"/>
                  <a:pt x="818103" y="31716"/>
                  <a:pt x="817858" y="34286"/>
                </a:cubicBezTo>
                <a:lnTo>
                  <a:pt x="804821" y="34286"/>
                </a:lnTo>
                <a:moveTo>
                  <a:pt x="834935" y="43926"/>
                </a:moveTo>
                <a:cubicBezTo>
                  <a:pt x="834384" y="44417"/>
                  <a:pt x="833695" y="44799"/>
                  <a:pt x="832869" y="45075"/>
                </a:cubicBezTo>
                <a:cubicBezTo>
                  <a:pt x="832042" y="45350"/>
                  <a:pt x="831155" y="45580"/>
                  <a:pt x="830206" y="45764"/>
                </a:cubicBezTo>
                <a:cubicBezTo>
                  <a:pt x="829258" y="45947"/>
                  <a:pt x="828263" y="46100"/>
                  <a:pt x="827222" y="46222"/>
                </a:cubicBezTo>
                <a:cubicBezTo>
                  <a:pt x="826181" y="46345"/>
                  <a:pt x="825141" y="46497"/>
                  <a:pt x="824100" y="46680"/>
                </a:cubicBezTo>
                <a:cubicBezTo>
                  <a:pt x="823122" y="46864"/>
                  <a:pt x="822158" y="47110"/>
                  <a:pt x="821209" y="47416"/>
                </a:cubicBezTo>
                <a:cubicBezTo>
                  <a:pt x="820260" y="47721"/>
                  <a:pt x="819433" y="48135"/>
                  <a:pt x="818729" y="48656"/>
                </a:cubicBezTo>
                <a:cubicBezTo>
                  <a:pt x="818026" y="49176"/>
                  <a:pt x="817460" y="49834"/>
                  <a:pt x="817031" y="50630"/>
                </a:cubicBezTo>
                <a:cubicBezTo>
                  <a:pt x="816603" y="51424"/>
                  <a:pt x="816388" y="52434"/>
                  <a:pt x="816388" y="53658"/>
                </a:cubicBezTo>
                <a:cubicBezTo>
                  <a:pt x="816388" y="54821"/>
                  <a:pt x="816603" y="55801"/>
                  <a:pt x="817031" y="56596"/>
                </a:cubicBezTo>
                <a:cubicBezTo>
                  <a:pt x="817460" y="57392"/>
                  <a:pt x="818041" y="58020"/>
                  <a:pt x="818776" y="58479"/>
                </a:cubicBezTo>
                <a:cubicBezTo>
                  <a:pt x="819511" y="58938"/>
                  <a:pt x="820367" y="59259"/>
                  <a:pt x="821346" y="59443"/>
                </a:cubicBezTo>
                <a:cubicBezTo>
                  <a:pt x="822326" y="59627"/>
                  <a:pt x="823336" y="59719"/>
                  <a:pt x="824376" y="59719"/>
                </a:cubicBezTo>
                <a:cubicBezTo>
                  <a:pt x="826947" y="59719"/>
                  <a:pt x="828936" y="59291"/>
                  <a:pt x="830343" y="58434"/>
                </a:cubicBezTo>
                <a:cubicBezTo>
                  <a:pt x="831751" y="57577"/>
                  <a:pt x="832792" y="56551"/>
                  <a:pt x="833466" y="55358"/>
                </a:cubicBezTo>
                <a:cubicBezTo>
                  <a:pt x="834139" y="54164"/>
                  <a:pt x="834552" y="52955"/>
                  <a:pt x="834706" y="51731"/>
                </a:cubicBezTo>
                <a:cubicBezTo>
                  <a:pt x="834859" y="50506"/>
                  <a:pt x="834935" y="49527"/>
                  <a:pt x="834935" y="48793"/>
                </a:cubicBezTo>
                <a:lnTo>
                  <a:pt x="834935" y="43926"/>
                </a:lnTo>
                <a:close/>
                <a:moveTo>
                  <a:pt x="852654" y="83742"/>
                </a:moveTo>
                <a:lnTo>
                  <a:pt x="863488" y="83742"/>
                </a:lnTo>
                <a:cubicBezTo>
                  <a:pt x="865508" y="80865"/>
                  <a:pt x="867283" y="77681"/>
                  <a:pt x="868813" y="74192"/>
                </a:cubicBezTo>
                <a:cubicBezTo>
                  <a:pt x="870343" y="70703"/>
                  <a:pt x="871614" y="67107"/>
                  <a:pt x="872623" y="63403"/>
                </a:cubicBezTo>
                <a:cubicBezTo>
                  <a:pt x="873633" y="59700"/>
                  <a:pt x="874382" y="55966"/>
                  <a:pt x="874872" y="52202"/>
                </a:cubicBezTo>
                <a:cubicBezTo>
                  <a:pt x="875362" y="48437"/>
                  <a:pt x="875607" y="44840"/>
                  <a:pt x="875607" y="41412"/>
                </a:cubicBezTo>
                <a:cubicBezTo>
                  <a:pt x="875607" y="34188"/>
                  <a:pt x="874551" y="27057"/>
                  <a:pt x="872440" y="20018"/>
                </a:cubicBezTo>
                <a:cubicBezTo>
                  <a:pt x="870328" y="12978"/>
                  <a:pt x="867344" y="6305"/>
                  <a:pt x="863488" y="0"/>
                </a:cubicBezTo>
                <a:lnTo>
                  <a:pt x="852745" y="0"/>
                </a:lnTo>
                <a:cubicBezTo>
                  <a:pt x="856112" y="6672"/>
                  <a:pt x="858592" y="13559"/>
                  <a:pt x="860183" y="20660"/>
                </a:cubicBezTo>
                <a:cubicBezTo>
                  <a:pt x="861774" y="27760"/>
                  <a:pt x="862570" y="34984"/>
                  <a:pt x="862570" y="42331"/>
                </a:cubicBezTo>
                <a:cubicBezTo>
                  <a:pt x="862570" y="49554"/>
                  <a:pt x="861759" y="56639"/>
                  <a:pt x="860137" y="63587"/>
                </a:cubicBezTo>
                <a:cubicBezTo>
                  <a:pt x="858514" y="70535"/>
                  <a:pt x="856020" y="77253"/>
                  <a:pt x="852654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print('PyTorch:',abs_a)">
            <a:extLst xmlns:a="http://schemas.openxmlformats.org/drawingml/2006/main">
              <a:ext uri="{FF2B5EF4-FFF2-40B4-BE49-F238E27FC236}">
                <a16:creationId xmlns:a16="http://schemas.microsoft.com/office/drawing/2014/main" id="{27C0E57A-0766-4F23-8082-67FAAF3B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678" y="3718926"/>
            <a:ext cx="992941" cy="83742"/>
          </a:xfrm>
          <a:custGeom xmlns:a="http://schemas.openxmlformats.org/drawingml/2006/main">
            <a:pathLst>
              <a:path w="992941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4" y="41605"/>
                  <a:pt x="69532" y="39767"/>
                </a:cubicBezTo>
                <a:cubicBezTo>
                  <a:pt x="69961" y="37929"/>
                  <a:pt x="70680" y="36321"/>
                  <a:pt x="71690" y="34942"/>
                </a:cubicBezTo>
                <a:cubicBezTo>
                  <a:pt x="72699" y="33564"/>
                  <a:pt x="74030" y="32476"/>
                  <a:pt x="75682" y="31679"/>
                </a:cubicBezTo>
                <a:cubicBezTo>
                  <a:pt x="77335" y="30883"/>
                  <a:pt x="79356" y="30484"/>
                  <a:pt x="81743" y="30484"/>
                </a:cubicBezTo>
                <a:cubicBezTo>
                  <a:pt x="82538" y="30484"/>
                  <a:pt x="83365" y="30531"/>
                  <a:pt x="84221" y="30623"/>
                </a:cubicBezTo>
                <a:cubicBezTo>
                  <a:pt x="85078" y="30714"/>
                  <a:pt x="85813" y="30821"/>
                  <a:pt x="86425" y="30944"/>
                </a:cubicBezTo>
                <a:lnTo>
                  <a:pt x="86425" y="18838"/>
                </a:lnTo>
                <a:cubicBezTo>
                  <a:pt x="85384" y="18533"/>
                  <a:pt x="84436" y="18380"/>
                  <a:pt x="83579" y="18380"/>
                </a:cubicBezTo>
                <a:cubicBezTo>
                  <a:pt x="81926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3" y="22063"/>
                  <a:pt x="71950" y="23133"/>
                  <a:pt x="70909" y="24386"/>
                </a:cubicBezTo>
                <a:cubicBezTo>
                  <a:pt x="69869" y="25639"/>
                  <a:pt x="69042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9" y="1614"/>
                </a:lnTo>
                <a:lnTo>
                  <a:pt x="92179" y="12373"/>
                </a:lnTo>
                <a:lnTo>
                  <a:pt x="105216" y="12373"/>
                </a:lnTo>
                <a:moveTo>
                  <a:pt x="92179" y="19689"/>
                </a:moveTo>
                <a:lnTo>
                  <a:pt x="92179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9" y="19689"/>
                </a:lnTo>
                <a:close/>
                <a:moveTo>
                  <a:pt x="115529" y="19687"/>
                </a:moveTo>
                <a:lnTo>
                  <a:pt x="115529" y="67155"/>
                </a:lnTo>
                <a:lnTo>
                  <a:pt x="128566" y="67155"/>
                </a:lnTo>
                <a:lnTo>
                  <a:pt x="128566" y="42277"/>
                </a:lnTo>
                <a:cubicBezTo>
                  <a:pt x="128566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4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7" y="27490"/>
                  <a:pt x="157854" y="25438"/>
                  <a:pt x="156568" y="23754"/>
                </a:cubicBezTo>
                <a:cubicBezTo>
                  <a:pt x="155283" y="22070"/>
                  <a:pt x="153524" y="20754"/>
                  <a:pt x="151289" y="19805"/>
                </a:cubicBezTo>
                <a:cubicBezTo>
                  <a:pt x="149055" y="18855"/>
                  <a:pt x="146194" y="18380"/>
                  <a:pt x="142705" y="18380"/>
                </a:cubicBezTo>
                <a:cubicBezTo>
                  <a:pt x="139950" y="18380"/>
                  <a:pt x="137257" y="19009"/>
                  <a:pt x="134625" y="20267"/>
                </a:cubicBezTo>
                <a:cubicBezTo>
                  <a:pt x="131994" y="21525"/>
                  <a:pt x="129851" y="23535"/>
                  <a:pt x="128199" y="26297"/>
                </a:cubicBezTo>
                <a:lnTo>
                  <a:pt x="127923" y="26297"/>
                </a:lnTo>
                <a:lnTo>
                  <a:pt x="127923" y="19687"/>
                </a:lnTo>
                <a:lnTo>
                  <a:pt x="115529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7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2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5" y="67155"/>
                </a:cubicBezTo>
                <a:lnTo>
                  <a:pt x="195925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6" y="57382"/>
                </a:cubicBezTo>
                <a:cubicBezTo>
                  <a:pt x="189682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5" y="28422"/>
                </a:lnTo>
                <a:lnTo>
                  <a:pt x="195925" y="19725"/>
                </a:lnTo>
                <a:lnTo>
                  <a:pt x="186377" y="19725"/>
                </a:lnTo>
                <a:close/>
                <a:moveTo>
                  <a:pt x="224846" y="0"/>
                </a:moveTo>
                <a:lnTo>
                  <a:pt x="213921" y="0"/>
                </a:lnTo>
                <a:cubicBezTo>
                  <a:pt x="211901" y="2938"/>
                  <a:pt x="210141" y="6152"/>
                  <a:pt x="208641" y="9641"/>
                </a:cubicBezTo>
                <a:cubicBezTo>
                  <a:pt x="207142" y="13130"/>
                  <a:pt x="205887" y="16742"/>
                  <a:pt x="204877" y="20476"/>
                </a:cubicBezTo>
                <a:cubicBezTo>
                  <a:pt x="203867" y="24210"/>
                  <a:pt x="203102" y="27959"/>
                  <a:pt x="202582" y="31724"/>
                </a:cubicBezTo>
                <a:cubicBezTo>
                  <a:pt x="202062" y="35489"/>
                  <a:pt x="201802" y="39086"/>
                  <a:pt x="201802" y="42514"/>
                </a:cubicBezTo>
                <a:cubicBezTo>
                  <a:pt x="201802" y="49737"/>
                  <a:pt x="202858" y="56838"/>
                  <a:pt x="204969" y="63817"/>
                </a:cubicBezTo>
                <a:cubicBezTo>
                  <a:pt x="207081" y="70795"/>
                  <a:pt x="210065" y="77437"/>
                  <a:pt x="213921" y="83742"/>
                </a:cubicBezTo>
                <a:lnTo>
                  <a:pt x="224755" y="83742"/>
                </a:lnTo>
                <a:cubicBezTo>
                  <a:pt x="221265" y="77070"/>
                  <a:pt x="218740" y="70214"/>
                  <a:pt x="217180" y="63175"/>
                </a:cubicBezTo>
                <a:cubicBezTo>
                  <a:pt x="215619" y="56135"/>
                  <a:pt x="214839" y="48942"/>
                  <a:pt x="214839" y="41595"/>
                </a:cubicBezTo>
                <a:cubicBezTo>
                  <a:pt x="214839" y="34372"/>
                  <a:pt x="215635" y="27256"/>
                  <a:pt x="217226" y="20248"/>
                </a:cubicBezTo>
                <a:cubicBezTo>
                  <a:pt x="218817" y="13238"/>
                  <a:pt x="221357" y="6489"/>
                  <a:pt x="224846" y="0"/>
                </a:cubicBezTo>
                <a:close/>
                <a:moveTo>
                  <a:pt x="232466" y="1614"/>
                </a:moveTo>
                <a:lnTo>
                  <a:pt x="232466" y="31112"/>
                </a:lnTo>
                <a:lnTo>
                  <a:pt x="242289" y="31112"/>
                </a:lnTo>
                <a:lnTo>
                  <a:pt x="242289" y="1614"/>
                </a:lnTo>
                <a:lnTo>
                  <a:pt x="232466" y="1614"/>
                </a:lnTo>
                <a:close/>
                <a:moveTo>
                  <a:pt x="270568" y="32457"/>
                </a:moveTo>
                <a:lnTo>
                  <a:pt x="270568" y="12821"/>
                </a:lnTo>
                <a:lnTo>
                  <a:pt x="281768" y="12821"/>
                </a:lnTo>
                <a:cubicBezTo>
                  <a:pt x="283422" y="12821"/>
                  <a:pt x="285013" y="12944"/>
                  <a:pt x="286543" y="13188"/>
                </a:cubicBezTo>
                <a:cubicBezTo>
                  <a:pt x="288073" y="13433"/>
                  <a:pt x="289419" y="13907"/>
                  <a:pt x="290582" y="14610"/>
                </a:cubicBezTo>
                <a:cubicBezTo>
                  <a:pt x="291745" y="15314"/>
                  <a:pt x="292679" y="16308"/>
                  <a:pt x="293382" y="17593"/>
                </a:cubicBezTo>
                <a:cubicBezTo>
                  <a:pt x="294086" y="18877"/>
                  <a:pt x="294438" y="20559"/>
                  <a:pt x="294438" y="22639"/>
                </a:cubicBezTo>
                <a:cubicBezTo>
                  <a:pt x="294438" y="24719"/>
                  <a:pt x="294086" y="26401"/>
                  <a:pt x="293382" y="27687"/>
                </a:cubicBezTo>
                <a:cubicBezTo>
                  <a:pt x="292679" y="28971"/>
                  <a:pt x="291745" y="29965"/>
                  <a:pt x="290582" y="30668"/>
                </a:cubicBezTo>
                <a:cubicBezTo>
                  <a:pt x="289419" y="31371"/>
                  <a:pt x="288073" y="31845"/>
                  <a:pt x="286543" y="32090"/>
                </a:cubicBezTo>
                <a:cubicBezTo>
                  <a:pt x="285013" y="32334"/>
                  <a:pt x="283422" y="32457"/>
                  <a:pt x="281768" y="32457"/>
                </a:cubicBezTo>
                <a:lnTo>
                  <a:pt x="270568" y="32457"/>
                </a:lnTo>
                <a:moveTo>
                  <a:pt x="256154" y="1614"/>
                </a:moveTo>
                <a:lnTo>
                  <a:pt x="256154" y="67155"/>
                </a:lnTo>
                <a:lnTo>
                  <a:pt x="270568" y="67155"/>
                </a:lnTo>
                <a:lnTo>
                  <a:pt x="270568" y="43664"/>
                </a:lnTo>
                <a:lnTo>
                  <a:pt x="285718" y="43664"/>
                </a:lnTo>
                <a:cubicBezTo>
                  <a:pt x="289818" y="43664"/>
                  <a:pt x="293306" y="43067"/>
                  <a:pt x="296183" y="41874"/>
                </a:cubicBezTo>
                <a:cubicBezTo>
                  <a:pt x="299060" y="40680"/>
                  <a:pt x="301402" y="39104"/>
                  <a:pt x="303207" y="37146"/>
                </a:cubicBezTo>
                <a:cubicBezTo>
                  <a:pt x="305013" y="35187"/>
                  <a:pt x="306329" y="32938"/>
                  <a:pt x="307155" y="30397"/>
                </a:cubicBezTo>
                <a:cubicBezTo>
                  <a:pt x="307981" y="27857"/>
                  <a:pt x="308395" y="25271"/>
                  <a:pt x="308395" y="22639"/>
                </a:cubicBezTo>
                <a:cubicBezTo>
                  <a:pt x="308395" y="19946"/>
                  <a:pt x="307981" y="17344"/>
                  <a:pt x="307155" y="14834"/>
                </a:cubicBezTo>
                <a:cubicBezTo>
                  <a:pt x="306329" y="12325"/>
                  <a:pt x="305013" y="10091"/>
                  <a:pt x="303207" y="8132"/>
                </a:cubicBezTo>
                <a:cubicBezTo>
                  <a:pt x="301402" y="6174"/>
                  <a:pt x="299061" y="4598"/>
                  <a:pt x="296184" y="3404"/>
                </a:cubicBezTo>
                <a:cubicBezTo>
                  <a:pt x="293307" y="2211"/>
                  <a:pt x="289819" y="1614"/>
                  <a:pt x="285718" y="1614"/>
                </a:cubicBezTo>
                <a:lnTo>
                  <a:pt x="256154" y="1614"/>
                </a:lnTo>
                <a:close/>
                <a:moveTo>
                  <a:pt x="339397" y="73011"/>
                </a:moveTo>
                <a:lnTo>
                  <a:pt x="359227" y="19725"/>
                </a:lnTo>
                <a:lnTo>
                  <a:pt x="345732" y="19725"/>
                </a:lnTo>
                <a:lnTo>
                  <a:pt x="335356" y="52192"/>
                </a:lnTo>
                <a:lnTo>
                  <a:pt x="335173" y="52192"/>
                </a:lnTo>
                <a:lnTo>
                  <a:pt x="324431" y="19725"/>
                </a:lnTo>
                <a:lnTo>
                  <a:pt x="310567" y="19725"/>
                </a:lnTo>
                <a:lnTo>
                  <a:pt x="327185" y="64215"/>
                </a:lnTo>
                <a:cubicBezTo>
                  <a:pt x="327553" y="65132"/>
                  <a:pt x="327737" y="66110"/>
                  <a:pt x="327737" y="67149"/>
                </a:cubicBezTo>
                <a:cubicBezTo>
                  <a:pt x="327737" y="68556"/>
                  <a:pt x="327323" y="69840"/>
                  <a:pt x="326497" y="71002"/>
                </a:cubicBezTo>
                <a:cubicBezTo>
                  <a:pt x="325670" y="72164"/>
                  <a:pt x="324400" y="72837"/>
                  <a:pt x="322686" y="73021"/>
                </a:cubicBezTo>
                <a:cubicBezTo>
                  <a:pt x="321401" y="73081"/>
                  <a:pt x="320116" y="73051"/>
                  <a:pt x="318830" y="72928"/>
                </a:cubicBezTo>
                <a:cubicBezTo>
                  <a:pt x="317545" y="72806"/>
                  <a:pt x="316290" y="72684"/>
                  <a:pt x="315067" y="72561"/>
                </a:cubicBezTo>
                <a:lnTo>
                  <a:pt x="315067" y="83294"/>
                </a:lnTo>
                <a:cubicBezTo>
                  <a:pt x="316413" y="83413"/>
                  <a:pt x="317743" y="83518"/>
                  <a:pt x="319059" y="83608"/>
                </a:cubicBezTo>
                <a:cubicBezTo>
                  <a:pt x="320375" y="83697"/>
                  <a:pt x="321707" y="83742"/>
                  <a:pt x="323053" y="83742"/>
                </a:cubicBezTo>
                <a:cubicBezTo>
                  <a:pt x="327521" y="83742"/>
                  <a:pt x="331010" y="82916"/>
                  <a:pt x="333520" y="81265"/>
                </a:cubicBezTo>
                <a:cubicBezTo>
                  <a:pt x="336029" y="79615"/>
                  <a:pt x="337988" y="76864"/>
                  <a:pt x="339397" y="73011"/>
                </a:cubicBezTo>
                <a:close/>
                <a:moveTo>
                  <a:pt x="379304" y="13718"/>
                </a:moveTo>
                <a:lnTo>
                  <a:pt x="379304" y="67155"/>
                </a:lnTo>
                <a:lnTo>
                  <a:pt x="393718" y="67155"/>
                </a:lnTo>
                <a:lnTo>
                  <a:pt x="393718" y="13718"/>
                </a:lnTo>
                <a:lnTo>
                  <a:pt x="413366" y="13718"/>
                </a:lnTo>
                <a:lnTo>
                  <a:pt x="413366" y="1614"/>
                </a:lnTo>
                <a:lnTo>
                  <a:pt x="359656" y="1614"/>
                </a:lnTo>
                <a:lnTo>
                  <a:pt x="359656" y="13718"/>
                </a:lnTo>
                <a:lnTo>
                  <a:pt x="379304" y="13718"/>
                </a:lnTo>
                <a:close/>
                <a:moveTo>
                  <a:pt x="430840" y="43486"/>
                </a:moveTo>
                <a:cubicBezTo>
                  <a:pt x="430840" y="41589"/>
                  <a:pt x="431023" y="39722"/>
                  <a:pt x="431390" y="37885"/>
                </a:cubicBezTo>
                <a:cubicBezTo>
                  <a:pt x="431757" y="36048"/>
                  <a:pt x="432384" y="34426"/>
                  <a:pt x="433272" y="33019"/>
                </a:cubicBezTo>
                <a:cubicBezTo>
                  <a:pt x="434160" y="31610"/>
                  <a:pt x="435338" y="30462"/>
                  <a:pt x="436808" y="29575"/>
                </a:cubicBezTo>
                <a:cubicBezTo>
                  <a:pt x="438277" y="28687"/>
                  <a:pt x="440113" y="28243"/>
                  <a:pt x="442316" y="28243"/>
                </a:cubicBezTo>
                <a:cubicBezTo>
                  <a:pt x="444520" y="28243"/>
                  <a:pt x="446372" y="28687"/>
                  <a:pt x="447871" y="29575"/>
                </a:cubicBezTo>
                <a:cubicBezTo>
                  <a:pt x="449371" y="30462"/>
                  <a:pt x="450564" y="31610"/>
                  <a:pt x="451452" y="33019"/>
                </a:cubicBezTo>
                <a:cubicBezTo>
                  <a:pt x="452340" y="34426"/>
                  <a:pt x="452967" y="36048"/>
                  <a:pt x="453334" y="37885"/>
                </a:cubicBezTo>
                <a:cubicBezTo>
                  <a:pt x="453701" y="39722"/>
                  <a:pt x="453885" y="41589"/>
                  <a:pt x="453885" y="43486"/>
                </a:cubicBezTo>
                <a:cubicBezTo>
                  <a:pt x="453885" y="45384"/>
                  <a:pt x="453701" y="47236"/>
                  <a:pt x="453334" y="49042"/>
                </a:cubicBezTo>
                <a:cubicBezTo>
                  <a:pt x="452967" y="50848"/>
                  <a:pt x="452340" y="52470"/>
                  <a:pt x="451452" y="53909"/>
                </a:cubicBezTo>
                <a:cubicBezTo>
                  <a:pt x="450564" y="55348"/>
                  <a:pt x="449371" y="56495"/>
                  <a:pt x="447871" y="57353"/>
                </a:cubicBezTo>
                <a:cubicBezTo>
                  <a:pt x="446372" y="58209"/>
                  <a:pt x="444520" y="58637"/>
                  <a:pt x="442316" y="58637"/>
                </a:cubicBezTo>
                <a:cubicBezTo>
                  <a:pt x="440113" y="58637"/>
                  <a:pt x="438277" y="58209"/>
                  <a:pt x="436808" y="57353"/>
                </a:cubicBezTo>
                <a:cubicBezTo>
                  <a:pt x="435338" y="56495"/>
                  <a:pt x="434160" y="55348"/>
                  <a:pt x="433272" y="53909"/>
                </a:cubicBezTo>
                <a:cubicBezTo>
                  <a:pt x="432384" y="52470"/>
                  <a:pt x="431757" y="50848"/>
                  <a:pt x="431390" y="49042"/>
                </a:cubicBezTo>
                <a:cubicBezTo>
                  <a:pt x="431023" y="47236"/>
                  <a:pt x="430840" y="45384"/>
                  <a:pt x="430840" y="43486"/>
                </a:cubicBezTo>
                <a:moveTo>
                  <a:pt x="417803" y="43488"/>
                </a:moveTo>
                <a:cubicBezTo>
                  <a:pt x="417803" y="47289"/>
                  <a:pt x="418384" y="50722"/>
                  <a:pt x="419547" y="53787"/>
                </a:cubicBezTo>
                <a:cubicBezTo>
                  <a:pt x="420709" y="56853"/>
                  <a:pt x="422362" y="59474"/>
                  <a:pt x="424505" y="61651"/>
                </a:cubicBezTo>
                <a:cubicBezTo>
                  <a:pt x="426647" y="63827"/>
                  <a:pt x="429218" y="65498"/>
                  <a:pt x="432217" y="66663"/>
                </a:cubicBezTo>
                <a:cubicBezTo>
                  <a:pt x="435217" y="67828"/>
                  <a:pt x="438583" y="68410"/>
                  <a:pt x="442316" y="68410"/>
                </a:cubicBezTo>
                <a:cubicBezTo>
                  <a:pt x="446050" y="68410"/>
                  <a:pt x="449432" y="67828"/>
                  <a:pt x="452462" y="66663"/>
                </a:cubicBezTo>
                <a:cubicBezTo>
                  <a:pt x="455491" y="65498"/>
                  <a:pt x="458077" y="63827"/>
                  <a:pt x="460220" y="61651"/>
                </a:cubicBezTo>
                <a:cubicBezTo>
                  <a:pt x="462362" y="59474"/>
                  <a:pt x="464015" y="56853"/>
                  <a:pt x="465178" y="53787"/>
                </a:cubicBezTo>
                <a:cubicBezTo>
                  <a:pt x="466341" y="50722"/>
                  <a:pt x="466922" y="47289"/>
                  <a:pt x="466922" y="43488"/>
                </a:cubicBezTo>
                <a:cubicBezTo>
                  <a:pt x="466922" y="39687"/>
                  <a:pt x="466341" y="36238"/>
                  <a:pt x="465178" y="33142"/>
                </a:cubicBezTo>
                <a:cubicBezTo>
                  <a:pt x="464015" y="30045"/>
                  <a:pt x="462362" y="27408"/>
                  <a:pt x="460220" y="25232"/>
                </a:cubicBezTo>
                <a:cubicBezTo>
                  <a:pt x="458077" y="23055"/>
                  <a:pt x="455491" y="21369"/>
                  <a:pt x="452462" y="20173"/>
                </a:cubicBezTo>
                <a:cubicBezTo>
                  <a:pt x="449432" y="18978"/>
                  <a:pt x="446050" y="18380"/>
                  <a:pt x="442316" y="18380"/>
                </a:cubicBezTo>
                <a:cubicBezTo>
                  <a:pt x="438583" y="18380"/>
                  <a:pt x="435217" y="18978"/>
                  <a:pt x="432217" y="20173"/>
                </a:cubicBezTo>
                <a:cubicBezTo>
                  <a:pt x="429218" y="21369"/>
                  <a:pt x="426647" y="23055"/>
                  <a:pt x="424505" y="25232"/>
                </a:cubicBezTo>
                <a:cubicBezTo>
                  <a:pt x="422362" y="27408"/>
                  <a:pt x="420709" y="30045"/>
                  <a:pt x="419547" y="33142"/>
                </a:cubicBezTo>
                <a:cubicBezTo>
                  <a:pt x="418384" y="36238"/>
                  <a:pt x="417803" y="39687"/>
                  <a:pt x="417803" y="43488"/>
                </a:cubicBezTo>
                <a:close/>
                <a:moveTo>
                  <a:pt x="475124" y="19654"/>
                </a:moveTo>
                <a:lnTo>
                  <a:pt x="475124" y="67155"/>
                </a:lnTo>
                <a:lnTo>
                  <a:pt x="488161" y="67155"/>
                </a:lnTo>
                <a:lnTo>
                  <a:pt x="488161" y="45740"/>
                </a:lnTo>
                <a:cubicBezTo>
                  <a:pt x="488161" y="43596"/>
                  <a:pt x="488376" y="41605"/>
                  <a:pt x="488804" y="39767"/>
                </a:cubicBezTo>
                <a:cubicBezTo>
                  <a:pt x="489233" y="37929"/>
                  <a:pt x="489952" y="36321"/>
                  <a:pt x="490962" y="34942"/>
                </a:cubicBezTo>
                <a:cubicBezTo>
                  <a:pt x="491971" y="33564"/>
                  <a:pt x="493302" y="32476"/>
                  <a:pt x="494954" y="31679"/>
                </a:cubicBezTo>
                <a:cubicBezTo>
                  <a:pt x="496608" y="30883"/>
                  <a:pt x="498628" y="30484"/>
                  <a:pt x="501015" y="30484"/>
                </a:cubicBezTo>
                <a:cubicBezTo>
                  <a:pt x="501811" y="30484"/>
                  <a:pt x="502637" y="30531"/>
                  <a:pt x="503493" y="30623"/>
                </a:cubicBezTo>
                <a:cubicBezTo>
                  <a:pt x="504350" y="30714"/>
                  <a:pt x="505085" y="30821"/>
                  <a:pt x="505697" y="30944"/>
                </a:cubicBezTo>
                <a:lnTo>
                  <a:pt x="505697" y="18838"/>
                </a:lnTo>
                <a:cubicBezTo>
                  <a:pt x="504656" y="18533"/>
                  <a:pt x="503708" y="18380"/>
                  <a:pt x="502851" y="18380"/>
                </a:cubicBezTo>
                <a:cubicBezTo>
                  <a:pt x="501198" y="18380"/>
                  <a:pt x="499607" y="18625"/>
                  <a:pt x="498077" y="19114"/>
                </a:cubicBezTo>
                <a:cubicBezTo>
                  <a:pt x="496547" y="19603"/>
                  <a:pt x="495109" y="20290"/>
                  <a:pt x="493762" y="21176"/>
                </a:cubicBezTo>
                <a:cubicBezTo>
                  <a:pt x="492415" y="22063"/>
                  <a:pt x="491222" y="23133"/>
                  <a:pt x="490181" y="24386"/>
                </a:cubicBezTo>
                <a:cubicBezTo>
                  <a:pt x="489141" y="25639"/>
                  <a:pt x="488314" y="27000"/>
                  <a:pt x="487702" y="28467"/>
                </a:cubicBezTo>
                <a:lnTo>
                  <a:pt x="487518" y="28467"/>
                </a:lnTo>
                <a:lnTo>
                  <a:pt x="487518" y="19654"/>
                </a:lnTo>
                <a:lnTo>
                  <a:pt x="475124" y="19654"/>
                </a:lnTo>
                <a:close/>
                <a:moveTo>
                  <a:pt x="543402" y="36402"/>
                </a:moveTo>
                <a:lnTo>
                  <a:pt x="556163" y="36402"/>
                </a:lnTo>
                <a:cubicBezTo>
                  <a:pt x="555980" y="33337"/>
                  <a:pt x="555245" y="30686"/>
                  <a:pt x="553959" y="28449"/>
                </a:cubicBezTo>
                <a:cubicBezTo>
                  <a:pt x="552674" y="26211"/>
                  <a:pt x="551006" y="24341"/>
                  <a:pt x="548955" y="22839"/>
                </a:cubicBezTo>
                <a:cubicBezTo>
                  <a:pt x="546905" y="21338"/>
                  <a:pt x="544579" y="20219"/>
                  <a:pt x="541978" y="19484"/>
                </a:cubicBezTo>
                <a:cubicBezTo>
                  <a:pt x="539377" y="18748"/>
                  <a:pt x="536669" y="18380"/>
                  <a:pt x="533853" y="18380"/>
                </a:cubicBezTo>
                <a:cubicBezTo>
                  <a:pt x="529997" y="18380"/>
                  <a:pt x="526569" y="19024"/>
                  <a:pt x="523569" y="20312"/>
                </a:cubicBezTo>
                <a:cubicBezTo>
                  <a:pt x="520570" y="21599"/>
                  <a:pt x="518030" y="23392"/>
                  <a:pt x="515949" y="25692"/>
                </a:cubicBezTo>
                <a:cubicBezTo>
                  <a:pt x="513868" y="27991"/>
                  <a:pt x="512292" y="30720"/>
                  <a:pt x="511221" y="33877"/>
                </a:cubicBezTo>
                <a:cubicBezTo>
                  <a:pt x="510150" y="37034"/>
                  <a:pt x="509614" y="40452"/>
                  <a:pt x="509614" y="44131"/>
                </a:cubicBezTo>
                <a:cubicBezTo>
                  <a:pt x="509614" y="47687"/>
                  <a:pt x="510195" y="50952"/>
                  <a:pt x="511358" y="53926"/>
                </a:cubicBezTo>
                <a:cubicBezTo>
                  <a:pt x="512521" y="56899"/>
                  <a:pt x="514143" y="59458"/>
                  <a:pt x="516224" y="61605"/>
                </a:cubicBezTo>
                <a:cubicBezTo>
                  <a:pt x="518305" y="63751"/>
                  <a:pt x="520830" y="65422"/>
                  <a:pt x="523798" y="66617"/>
                </a:cubicBezTo>
                <a:cubicBezTo>
                  <a:pt x="526767" y="67813"/>
                  <a:pt x="530027" y="68410"/>
                  <a:pt x="533577" y="68410"/>
                </a:cubicBezTo>
                <a:cubicBezTo>
                  <a:pt x="539881" y="68410"/>
                  <a:pt x="545053" y="66751"/>
                  <a:pt x="549092" y="63433"/>
                </a:cubicBezTo>
                <a:cubicBezTo>
                  <a:pt x="553133" y="60114"/>
                  <a:pt x="555581" y="55302"/>
                  <a:pt x="556439" y="48998"/>
                </a:cubicBezTo>
                <a:lnTo>
                  <a:pt x="543860" y="48998"/>
                </a:lnTo>
                <a:cubicBezTo>
                  <a:pt x="543432" y="51936"/>
                  <a:pt x="542376" y="54277"/>
                  <a:pt x="540692" y="56022"/>
                </a:cubicBezTo>
                <a:cubicBezTo>
                  <a:pt x="539009" y="57766"/>
                  <a:pt x="536607" y="58637"/>
                  <a:pt x="533486" y="58637"/>
                </a:cubicBezTo>
                <a:cubicBezTo>
                  <a:pt x="531466" y="58637"/>
                  <a:pt x="529751" y="58178"/>
                  <a:pt x="528343" y="57260"/>
                </a:cubicBezTo>
                <a:cubicBezTo>
                  <a:pt x="526936" y="56342"/>
                  <a:pt x="525819" y="55164"/>
                  <a:pt x="524992" y="53726"/>
                </a:cubicBezTo>
                <a:cubicBezTo>
                  <a:pt x="524166" y="52287"/>
                  <a:pt x="523570" y="50679"/>
                  <a:pt x="523202" y="48904"/>
                </a:cubicBezTo>
                <a:cubicBezTo>
                  <a:pt x="522835" y="47128"/>
                  <a:pt x="522651" y="45384"/>
                  <a:pt x="522651" y="43670"/>
                </a:cubicBezTo>
                <a:cubicBezTo>
                  <a:pt x="522651" y="41894"/>
                  <a:pt x="522835" y="40104"/>
                  <a:pt x="523202" y="38299"/>
                </a:cubicBezTo>
                <a:cubicBezTo>
                  <a:pt x="523570" y="36492"/>
                  <a:pt x="524197" y="34839"/>
                  <a:pt x="525085" y="33339"/>
                </a:cubicBezTo>
                <a:cubicBezTo>
                  <a:pt x="525972" y="31839"/>
                  <a:pt x="527119" y="30615"/>
                  <a:pt x="528527" y="29666"/>
                </a:cubicBezTo>
                <a:cubicBezTo>
                  <a:pt x="529935" y="28717"/>
                  <a:pt x="531680" y="28243"/>
                  <a:pt x="533760" y="28243"/>
                </a:cubicBezTo>
                <a:cubicBezTo>
                  <a:pt x="539331" y="28243"/>
                  <a:pt x="542544" y="30962"/>
                  <a:pt x="543402" y="36402"/>
                </a:cubicBezTo>
                <a:close/>
                <a:moveTo>
                  <a:pt x="563876" y="1614"/>
                </a:moveTo>
                <a:lnTo>
                  <a:pt x="563876" y="67155"/>
                </a:lnTo>
                <a:lnTo>
                  <a:pt x="576913" y="67155"/>
                </a:lnTo>
                <a:lnTo>
                  <a:pt x="576913" y="42277"/>
                </a:lnTo>
                <a:cubicBezTo>
                  <a:pt x="576913" y="37442"/>
                  <a:pt x="577708" y="33969"/>
                  <a:pt x="579300" y="31859"/>
                </a:cubicBezTo>
                <a:cubicBezTo>
                  <a:pt x="580891" y="29747"/>
                  <a:pt x="583462" y="28691"/>
                  <a:pt x="587012" y="28691"/>
                </a:cubicBezTo>
                <a:cubicBezTo>
                  <a:pt x="590134" y="28691"/>
                  <a:pt x="592307" y="29655"/>
                  <a:pt x="593531" y="31583"/>
                </a:cubicBezTo>
                <a:cubicBezTo>
                  <a:pt x="594755" y="33510"/>
                  <a:pt x="595367" y="36433"/>
                  <a:pt x="595367" y="40350"/>
                </a:cubicBezTo>
                <a:lnTo>
                  <a:pt x="595367" y="67155"/>
                </a:lnTo>
                <a:lnTo>
                  <a:pt x="608404" y="67155"/>
                </a:lnTo>
                <a:lnTo>
                  <a:pt x="608404" y="37946"/>
                </a:lnTo>
                <a:cubicBezTo>
                  <a:pt x="608404" y="35006"/>
                  <a:pt x="608144" y="32327"/>
                  <a:pt x="607624" y="29908"/>
                </a:cubicBezTo>
                <a:cubicBezTo>
                  <a:pt x="607104" y="27490"/>
                  <a:pt x="606201" y="25438"/>
                  <a:pt x="604915" y="23754"/>
                </a:cubicBezTo>
                <a:cubicBezTo>
                  <a:pt x="603629" y="22070"/>
                  <a:pt x="601870" y="20754"/>
                  <a:pt x="599636" y="19805"/>
                </a:cubicBezTo>
                <a:cubicBezTo>
                  <a:pt x="597402" y="18855"/>
                  <a:pt x="594541" y="18380"/>
                  <a:pt x="591052" y="18380"/>
                </a:cubicBezTo>
                <a:cubicBezTo>
                  <a:pt x="588603" y="18380"/>
                  <a:pt x="586093" y="19009"/>
                  <a:pt x="583522" y="20267"/>
                </a:cubicBezTo>
                <a:cubicBezTo>
                  <a:pt x="580952" y="21525"/>
                  <a:pt x="578841" y="23535"/>
                  <a:pt x="577189" y="26297"/>
                </a:cubicBezTo>
                <a:lnTo>
                  <a:pt x="576913" y="26297"/>
                </a:lnTo>
                <a:lnTo>
                  <a:pt x="576913" y="1614"/>
                </a:lnTo>
                <a:lnTo>
                  <a:pt x="563876" y="1614"/>
                </a:lnTo>
                <a:close/>
                <a:moveTo>
                  <a:pt x="633254" y="34698"/>
                </a:moveTo>
                <a:lnTo>
                  <a:pt x="633254" y="20532"/>
                </a:lnTo>
                <a:lnTo>
                  <a:pt x="618840" y="20532"/>
                </a:lnTo>
                <a:lnTo>
                  <a:pt x="618840" y="34698"/>
                </a:lnTo>
                <a:lnTo>
                  <a:pt x="633254" y="34698"/>
                </a:lnTo>
                <a:moveTo>
                  <a:pt x="618840" y="52989"/>
                </a:moveTo>
                <a:lnTo>
                  <a:pt x="618840" y="67155"/>
                </a:lnTo>
                <a:lnTo>
                  <a:pt x="633254" y="67155"/>
                </a:lnTo>
                <a:lnTo>
                  <a:pt x="633254" y="52989"/>
                </a:lnTo>
                <a:lnTo>
                  <a:pt x="618840" y="52989"/>
                </a:lnTo>
                <a:close/>
                <a:moveTo>
                  <a:pt x="646383" y="1614"/>
                </a:moveTo>
                <a:lnTo>
                  <a:pt x="646383" y="31112"/>
                </a:lnTo>
                <a:lnTo>
                  <a:pt x="656206" y="31112"/>
                </a:lnTo>
                <a:lnTo>
                  <a:pt x="656206" y="1614"/>
                </a:lnTo>
                <a:lnTo>
                  <a:pt x="646383" y="1614"/>
                </a:lnTo>
                <a:close/>
                <a:moveTo>
                  <a:pt x="669336" y="52989"/>
                </a:moveTo>
                <a:lnTo>
                  <a:pt x="669336" y="67155"/>
                </a:lnTo>
                <a:lnTo>
                  <a:pt x="675946" y="67155"/>
                </a:lnTo>
                <a:cubicBezTo>
                  <a:pt x="676007" y="68135"/>
                  <a:pt x="675885" y="69099"/>
                  <a:pt x="675579" y="70048"/>
                </a:cubicBezTo>
                <a:cubicBezTo>
                  <a:pt x="675272" y="70997"/>
                  <a:pt x="674813" y="71854"/>
                  <a:pt x="674201" y="72619"/>
                </a:cubicBezTo>
                <a:cubicBezTo>
                  <a:pt x="673590" y="73385"/>
                  <a:pt x="672871" y="74043"/>
                  <a:pt x="672044" y="74594"/>
                </a:cubicBezTo>
                <a:cubicBezTo>
                  <a:pt x="671217" y="75145"/>
                  <a:pt x="670345" y="75512"/>
                  <a:pt x="669427" y="75695"/>
                </a:cubicBezTo>
                <a:lnTo>
                  <a:pt x="669427" y="82308"/>
                </a:lnTo>
                <a:cubicBezTo>
                  <a:pt x="671386" y="82001"/>
                  <a:pt x="673237" y="81434"/>
                  <a:pt x="674982" y="80607"/>
                </a:cubicBezTo>
                <a:cubicBezTo>
                  <a:pt x="676726" y="79780"/>
                  <a:pt x="678241" y="78723"/>
                  <a:pt x="679526" y="77437"/>
                </a:cubicBezTo>
                <a:cubicBezTo>
                  <a:pt x="680812" y="76150"/>
                  <a:pt x="681838" y="74633"/>
                  <a:pt x="682603" y="72886"/>
                </a:cubicBezTo>
                <a:cubicBezTo>
                  <a:pt x="683368" y="71141"/>
                  <a:pt x="683750" y="69226"/>
                  <a:pt x="683750" y="67142"/>
                </a:cubicBezTo>
                <a:lnTo>
                  <a:pt x="683750" y="52989"/>
                </a:lnTo>
                <a:lnTo>
                  <a:pt x="669336" y="52989"/>
                </a:lnTo>
                <a:close/>
                <a:moveTo>
                  <a:pt x="718639" y="34286"/>
                </a:moveTo>
                <a:cubicBezTo>
                  <a:pt x="718822" y="31226"/>
                  <a:pt x="719587" y="28686"/>
                  <a:pt x="720933" y="26667"/>
                </a:cubicBezTo>
                <a:cubicBezTo>
                  <a:pt x="722280" y="24647"/>
                  <a:pt x="723994" y="23024"/>
                  <a:pt x="726075" y="21800"/>
                </a:cubicBezTo>
                <a:cubicBezTo>
                  <a:pt x="728156" y="20575"/>
                  <a:pt x="730497" y="19703"/>
                  <a:pt x="733098" y="19183"/>
                </a:cubicBezTo>
                <a:cubicBezTo>
                  <a:pt x="735700" y="18663"/>
                  <a:pt x="738317" y="18403"/>
                  <a:pt x="740949" y="18403"/>
                </a:cubicBezTo>
                <a:cubicBezTo>
                  <a:pt x="743336" y="18403"/>
                  <a:pt x="745753" y="18571"/>
                  <a:pt x="748201" y="18908"/>
                </a:cubicBezTo>
                <a:cubicBezTo>
                  <a:pt x="750650" y="19245"/>
                  <a:pt x="752884" y="19903"/>
                  <a:pt x="754903" y="20882"/>
                </a:cubicBezTo>
                <a:cubicBezTo>
                  <a:pt x="756923" y="21861"/>
                  <a:pt x="758576" y="23223"/>
                  <a:pt x="759861" y="24967"/>
                </a:cubicBezTo>
                <a:cubicBezTo>
                  <a:pt x="761147" y="26712"/>
                  <a:pt x="761790" y="29023"/>
                  <a:pt x="761790" y="31899"/>
                </a:cubicBezTo>
                <a:lnTo>
                  <a:pt x="761790" y="56596"/>
                </a:lnTo>
                <a:cubicBezTo>
                  <a:pt x="761790" y="58739"/>
                  <a:pt x="761913" y="60789"/>
                  <a:pt x="762157" y="62748"/>
                </a:cubicBezTo>
                <a:cubicBezTo>
                  <a:pt x="762402" y="64706"/>
                  <a:pt x="762830" y="66175"/>
                  <a:pt x="763442" y="67155"/>
                </a:cubicBezTo>
                <a:lnTo>
                  <a:pt x="750221" y="67155"/>
                </a:lnTo>
                <a:cubicBezTo>
                  <a:pt x="749977" y="66421"/>
                  <a:pt x="749778" y="65671"/>
                  <a:pt x="749625" y="64907"/>
                </a:cubicBezTo>
                <a:cubicBezTo>
                  <a:pt x="749471" y="64141"/>
                  <a:pt x="749364" y="63360"/>
                  <a:pt x="749304" y="62564"/>
                </a:cubicBezTo>
                <a:cubicBezTo>
                  <a:pt x="747223" y="64707"/>
                  <a:pt x="744775" y="66207"/>
                  <a:pt x="741959" y="67064"/>
                </a:cubicBezTo>
                <a:cubicBezTo>
                  <a:pt x="739143" y="67920"/>
                  <a:pt x="736266" y="68349"/>
                  <a:pt x="733328" y="68349"/>
                </a:cubicBezTo>
                <a:cubicBezTo>
                  <a:pt x="731064" y="68349"/>
                  <a:pt x="728952" y="68073"/>
                  <a:pt x="726993" y="67522"/>
                </a:cubicBezTo>
                <a:cubicBezTo>
                  <a:pt x="725034" y="66971"/>
                  <a:pt x="723320" y="66114"/>
                  <a:pt x="721851" y="64951"/>
                </a:cubicBezTo>
                <a:cubicBezTo>
                  <a:pt x="720383" y="63789"/>
                  <a:pt x="719236" y="62320"/>
                  <a:pt x="718409" y="60545"/>
                </a:cubicBezTo>
                <a:cubicBezTo>
                  <a:pt x="717582" y="58770"/>
                  <a:pt x="717169" y="56658"/>
                  <a:pt x="717169" y="54209"/>
                </a:cubicBezTo>
                <a:cubicBezTo>
                  <a:pt x="717169" y="51516"/>
                  <a:pt x="717644" y="49298"/>
                  <a:pt x="718593" y="47553"/>
                </a:cubicBezTo>
                <a:cubicBezTo>
                  <a:pt x="719541" y="45809"/>
                  <a:pt x="720765" y="44416"/>
                  <a:pt x="722264" y="43376"/>
                </a:cubicBezTo>
                <a:cubicBezTo>
                  <a:pt x="723764" y="42335"/>
                  <a:pt x="725478" y="41555"/>
                  <a:pt x="727406" y="41035"/>
                </a:cubicBezTo>
                <a:cubicBezTo>
                  <a:pt x="729334" y="40514"/>
                  <a:pt x="731278" y="40102"/>
                  <a:pt x="733236" y="39796"/>
                </a:cubicBezTo>
                <a:cubicBezTo>
                  <a:pt x="735195" y="39490"/>
                  <a:pt x="737123" y="39245"/>
                  <a:pt x="739020" y="39061"/>
                </a:cubicBezTo>
                <a:cubicBezTo>
                  <a:pt x="740917" y="38877"/>
                  <a:pt x="742601" y="38601"/>
                  <a:pt x="744070" y="38234"/>
                </a:cubicBezTo>
                <a:cubicBezTo>
                  <a:pt x="745539" y="37867"/>
                  <a:pt x="746702" y="37332"/>
                  <a:pt x="747558" y="36629"/>
                </a:cubicBezTo>
                <a:cubicBezTo>
                  <a:pt x="748416" y="35925"/>
                  <a:pt x="748814" y="34899"/>
                  <a:pt x="748753" y="33552"/>
                </a:cubicBezTo>
                <a:cubicBezTo>
                  <a:pt x="748753" y="32144"/>
                  <a:pt x="748523" y="31027"/>
                  <a:pt x="748064" y="30201"/>
                </a:cubicBezTo>
                <a:cubicBezTo>
                  <a:pt x="747604" y="29375"/>
                  <a:pt x="746992" y="28732"/>
                  <a:pt x="746227" y="28274"/>
                </a:cubicBezTo>
                <a:cubicBezTo>
                  <a:pt x="745462" y="27814"/>
                  <a:pt x="744575" y="27508"/>
                  <a:pt x="743564" y="27355"/>
                </a:cubicBezTo>
                <a:cubicBezTo>
                  <a:pt x="742555" y="27201"/>
                  <a:pt x="741468" y="27125"/>
                  <a:pt x="740306" y="27125"/>
                </a:cubicBezTo>
                <a:cubicBezTo>
                  <a:pt x="737735" y="27125"/>
                  <a:pt x="735716" y="27676"/>
                  <a:pt x="734247" y="28778"/>
                </a:cubicBezTo>
                <a:cubicBezTo>
                  <a:pt x="732777" y="29880"/>
                  <a:pt x="731921" y="31716"/>
                  <a:pt x="731676" y="34286"/>
                </a:cubicBezTo>
                <a:lnTo>
                  <a:pt x="718639" y="34286"/>
                </a:lnTo>
                <a:moveTo>
                  <a:pt x="748753" y="43926"/>
                </a:moveTo>
                <a:cubicBezTo>
                  <a:pt x="748202" y="44417"/>
                  <a:pt x="747513" y="44799"/>
                  <a:pt x="746687" y="45075"/>
                </a:cubicBezTo>
                <a:cubicBezTo>
                  <a:pt x="745860" y="45350"/>
                  <a:pt x="744973" y="45580"/>
                  <a:pt x="744024" y="45764"/>
                </a:cubicBezTo>
                <a:cubicBezTo>
                  <a:pt x="743076" y="45947"/>
                  <a:pt x="742081" y="46100"/>
                  <a:pt x="741040" y="46222"/>
                </a:cubicBezTo>
                <a:cubicBezTo>
                  <a:pt x="739999" y="46345"/>
                  <a:pt x="738959" y="46497"/>
                  <a:pt x="737918" y="46680"/>
                </a:cubicBezTo>
                <a:cubicBezTo>
                  <a:pt x="736940" y="46864"/>
                  <a:pt x="735976" y="47110"/>
                  <a:pt x="735027" y="47416"/>
                </a:cubicBezTo>
                <a:cubicBezTo>
                  <a:pt x="734078" y="47721"/>
                  <a:pt x="733251" y="48135"/>
                  <a:pt x="732547" y="48656"/>
                </a:cubicBezTo>
                <a:cubicBezTo>
                  <a:pt x="731844" y="49176"/>
                  <a:pt x="731278" y="49834"/>
                  <a:pt x="730849" y="50630"/>
                </a:cubicBezTo>
                <a:cubicBezTo>
                  <a:pt x="730421" y="51424"/>
                  <a:pt x="730206" y="52434"/>
                  <a:pt x="730206" y="53658"/>
                </a:cubicBezTo>
                <a:cubicBezTo>
                  <a:pt x="730206" y="54821"/>
                  <a:pt x="730421" y="55801"/>
                  <a:pt x="730849" y="56596"/>
                </a:cubicBezTo>
                <a:cubicBezTo>
                  <a:pt x="731278" y="57392"/>
                  <a:pt x="731859" y="58020"/>
                  <a:pt x="732593" y="58479"/>
                </a:cubicBezTo>
                <a:cubicBezTo>
                  <a:pt x="733328" y="58938"/>
                  <a:pt x="734185" y="59259"/>
                  <a:pt x="735164" y="59443"/>
                </a:cubicBezTo>
                <a:cubicBezTo>
                  <a:pt x="736144" y="59627"/>
                  <a:pt x="737154" y="59719"/>
                  <a:pt x="738194" y="59719"/>
                </a:cubicBezTo>
                <a:cubicBezTo>
                  <a:pt x="740765" y="59719"/>
                  <a:pt x="742753" y="59291"/>
                  <a:pt x="744161" y="58434"/>
                </a:cubicBezTo>
                <a:cubicBezTo>
                  <a:pt x="745569" y="57577"/>
                  <a:pt x="746610" y="56551"/>
                  <a:pt x="747284" y="55358"/>
                </a:cubicBezTo>
                <a:cubicBezTo>
                  <a:pt x="747957" y="54164"/>
                  <a:pt x="748370" y="52955"/>
                  <a:pt x="748523" y="51731"/>
                </a:cubicBezTo>
                <a:cubicBezTo>
                  <a:pt x="748677" y="50506"/>
                  <a:pt x="748753" y="49527"/>
                  <a:pt x="748753" y="48793"/>
                </a:cubicBezTo>
                <a:lnTo>
                  <a:pt x="748753" y="43926"/>
                </a:lnTo>
                <a:close/>
                <a:moveTo>
                  <a:pt x="806777" y="43486"/>
                </a:moveTo>
                <a:cubicBezTo>
                  <a:pt x="806777" y="45445"/>
                  <a:pt x="806563" y="47343"/>
                  <a:pt x="806134" y="49180"/>
                </a:cubicBezTo>
                <a:cubicBezTo>
                  <a:pt x="805705" y="51016"/>
                  <a:pt x="805032" y="52638"/>
                  <a:pt x="804114" y="54047"/>
                </a:cubicBezTo>
                <a:cubicBezTo>
                  <a:pt x="803196" y="55454"/>
                  <a:pt x="802048" y="56571"/>
                  <a:pt x="800670" y="57398"/>
                </a:cubicBezTo>
                <a:cubicBezTo>
                  <a:pt x="799294" y="58224"/>
                  <a:pt x="797626" y="58637"/>
                  <a:pt x="795668" y="58637"/>
                </a:cubicBezTo>
                <a:cubicBezTo>
                  <a:pt x="793770" y="58637"/>
                  <a:pt x="792117" y="58224"/>
                  <a:pt x="790710" y="57398"/>
                </a:cubicBezTo>
                <a:cubicBezTo>
                  <a:pt x="789302" y="56571"/>
                  <a:pt x="788140" y="55454"/>
                  <a:pt x="787222" y="54047"/>
                </a:cubicBezTo>
                <a:cubicBezTo>
                  <a:pt x="786303" y="52638"/>
                  <a:pt x="785630" y="51016"/>
                  <a:pt x="785201" y="49180"/>
                </a:cubicBezTo>
                <a:cubicBezTo>
                  <a:pt x="784773" y="47343"/>
                  <a:pt x="784558" y="45445"/>
                  <a:pt x="784558" y="43486"/>
                </a:cubicBezTo>
                <a:cubicBezTo>
                  <a:pt x="784558" y="41466"/>
                  <a:pt x="784773" y="39538"/>
                  <a:pt x="785201" y="37702"/>
                </a:cubicBezTo>
                <a:cubicBezTo>
                  <a:pt x="785630" y="35865"/>
                  <a:pt x="786303" y="34243"/>
                  <a:pt x="787222" y="32835"/>
                </a:cubicBezTo>
                <a:cubicBezTo>
                  <a:pt x="788140" y="31427"/>
                  <a:pt x="789302" y="30309"/>
                  <a:pt x="790710" y="29483"/>
                </a:cubicBezTo>
                <a:cubicBezTo>
                  <a:pt x="792117" y="28656"/>
                  <a:pt x="793770" y="28243"/>
                  <a:pt x="795668" y="28243"/>
                </a:cubicBezTo>
                <a:cubicBezTo>
                  <a:pt x="797626" y="28243"/>
                  <a:pt x="799294" y="28656"/>
                  <a:pt x="800670" y="29483"/>
                </a:cubicBezTo>
                <a:cubicBezTo>
                  <a:pt x="802048" y="30309"/>
                  <a:pt x="803196" y="31427"/>
                  <a:pt x="804114" y="32835"/>
                </a:cubicBezTo>
                <a:cubicBezTo>
                  <a:pt x="805032" y="34243"/>
                  <a:pt x="805705" y="35865"/>
                  <a:pt x="806134" y="37702"/>
                </a:cubicBezTo>
                <a:cubicBezTo>
                  <a:pt x="806563" y="39538"/>
                  <a:pt x="806777" y="41466"/>
                  <a:pt x="806777" y="43486"/>
                </a:cubicBezTo>
                <a:moveTo>
                  <a:pt x="771981" y="1614"/>
                </a:moveTo>
                <a:lnTo>
                  <a:pt x="771981" y="67186"/>
                </a:lnTo>
                <a:lnTo>
                  <a:pt x="784375" y="67186"/>
                </a:lnTo>
                <a:lnTo>
                  <a:pt x="784375" y="61127"/>
                </a:lnTo>
                <a:lnTo>
                  <a:pt x="784558" y="61127"/>
                </a:lnTo>
                <a:cubicBezTo>
                  <a:pt x="785966" y="63770"/>
                  <a:pt x="788047" y="65645"/>
                  <a:pt x="790801" y="66752"/>
                </a:cubicBezTo>
                <a:cubicBezTo>
                  <a:pt x="793556" y="67857"/>
                  <a:pt x="796678" y="68410"/>
                  <a:pt x="800166" y="68410"/>
                </a:cubicBezTo>
                <a:cubicBezTo>
                  <a:pt x="802553" y="68410"/>
                  <a:pt x="804910" y="67920"/>
                  <a:pt x="807235" y="66939"/>
                </a:cubicBezTo>
                <a:cubicBezTo>
                  <a:pt x="809562" y="65958"/>
                  <a:pt x="811658" y="64455"/>
                  <a:pt x="813525" y="62433"/>
                </a:cubicBezTo>
                <a:cubicBezTo>
                  <a:pt x="815392" y="60410"/>
                  <a:pt x="816907" y="57819"/>
                  <a:pt x="818070" y="54662"/>
                </a:cubicBezTo>
                <a:cubicBezTo>
                  <a:pt x="819233" y="51504"/>
                  <a:pt x="819814" y="47748"/>
                  <a:pt x="819814" y="43395"/>
                </a:cubicBezTo>
                <a:cubicBezTo>
                  <a:pt x="819814" y="39042"/>
                  <a:pt x="819233" y="35287"/>
                  <a:pt x="818070" y="32129"/>
                </a:cubicBezTo>
                <a:cubicBezTo>
                  <a:pt x="816907" y="28971"/>
                  <a:pt x="815392" y="26381"/>
                  <a:pt x="813525" y="24358"/>
                </a:cubicBezTo>
                <a:cubicBezTo>
                  <a:pt x="811658" y="22335"/>
                  <a:pt x="809562" y="20833"/>
                  <a:pt x="807235" y="19853"/>
                </a:cubicBezTo>
                <a:cubicBezTo>
                  <a:pt x="804910" y="18871"/>
                  <a:pt x="802553" y="18380"/>
                  <a:pt x="800166" y="18380"/>
                </a:cubicBezTo>
                <a:cubicBezTo>
                  <a:pt x="797229" y="18380"/>
                  <a:pt x="794398" y="18949"/>
                  <a:pt x="791674" y="20085"/>
                </a:cubicBezTo>
                <a:cubicBezTo>
                  <a:pt x="788950" y="21222"/>
                  <a:pt x="786793" y="23019"/>
                  <a:pt x="785201" y="25477"/>
                </a:cubicBezTo>
                <a:lnTo>
                  <a:pt x="785018" y="25477"/>
                </a:lnTo>
                <a:lnTo>
                  <a:pt x="785018" y="1614"/>
                </a:lnTo>
                <a:lnTo>
                  <a:pt x="771981" y="1614"/>
                </a:lnTo>
                <a:close/>
                <a:moveTo>
                  <a:pt x="837932" y="51734"/>
                </a:moveTo>
                <a:lnTo>
                  <a:pt x="825538" y="51734"/>
                </a:lnTo>
                <a:cubicBezTo>
                  <a:pt x="825661" y="54911"/>
                  <a:pt x="826380" y="57554"/>
                  <a:pt x="827696" y="59661"/>
                </a:cubicBezTo>
                <a:cubicBezTo>
                  <a:pt x="829012" y="61768"/>
                  <a:pt x="830695" y="63464"/>
                  <a:pt x="832745" y="64747"/>
                </a:cubicBezTo>
                <a:cubicBezTo>
                  <a:pt x="834796" y="66030"/>
                  <a:pt x="837137" y="66946"/>
                  <a:pt x="839769" y="67495"/>
                </a:cubicBezTo>
                <a:cubicBezTo>
                  <a:pt x="842401" y="68046"/>
                  <a:pt x="845094" y="68321"/>
                  <a:pt x="847848" y="68321"/>
                </a:cubicBezTo>
                <a:cubicBezTo>
                  <a:pt x="850541" y="68321"/>
                  <a:pt x="853187" y="68060"/>
                  <a:pt x="855788" y="67539"/>
                </a:cubicBezTo>
                <a:cubicBezTo>
                  <a:pt x="858390" y="67019"/>
                  <a:pt x="860701" y="66116"/>
                  <a:pt x="862720" y="64830"/>
                </a:cubicBezTo>
                <a:cubicBezTo>
                  <a:pt x="864740" y="63543"/>
                  <a:pt x="866378" y="61844"/>
                  <a:pt x="867632" y="59732"/>
                </a:cubicBezTo>
                <a:cubicBezTo>
                  <a:pt x="868887" y="57619"/>
                  <a:pt x="869515" y="55001"/>
                  <a:pt x="869515" y="51878"/>
                </a:cubicBezTo>
                <a:cubicBezTo>
                  <a:pt x="869515" y="49674"/>
                  <a:pt x="869086" y="47822"/>
                  <a:pt x="868229" y="46322"/>
                </a:cubicBezTo>
                <a:cubicBezTo>
                  <a:pt x="867372" y="44821"/>
                  <a:pt x="866240" y="43565"/>
                  <a:pt x="864832" y="42555"/>
                </a:cubicBezTo>
                <a:cubicBezTo>
                  <a:pt x="863424" y="41544"/>
                  <a:pt x="861818" y="40733"/>
                  <a:pt x="860012" y="40121"/>
                </a:cubicBezTo>
                <a:cubicBezTo>
                  <a:pt x="858207" y="39509"/>
                  <a:pt x="856355" y="38988"/>
                  <a:pt x="854458" y="38559"/>
                </a:cubicBezTo>
                <a:cubicBezTo>
                  <a:pt x="852621" y="38131"/>
                  <a:pt x="850816" y="37733"/>
                  <a:pt x="849040" y="37366"/>
                </a:cubicBezTo>
                <a:cubicBezTo>
                  <a:pt x="847266" y="36998"/>
                  <a:pt x="845690" y="36584"/>
                  <a:pt x="844312" y="36126"/>
                </a:cubicBezTo>
                <a:cubicBezTo>
                  <a:pt x="842935" y="35666"/>
                  <a:pt x="841818" y="35069"/>
                  <a:pt x="840961" y="34334"/>
                </a:cubicBezTo>
                <a:cubicBezTo>
                  <a:pt x="840105" y="33599"/>
                  <a:pt x="839676" y="32650"/>
                  <a:pt x="839676" y="31486"/>
                </a:cubicBezTo>
                <a:cubicBezTo>
                  <a:pt x="839676" y="30506"/>
                  <a:pt x="839921" y="29725"/>
                  <a:pt x="840410" y="29144"/>
                </a:cubicBezTo>
                <a:cubicBezTo>
                  <a:pt x="840901" y="28562"/>
                  <a:pt x="841498" y="28118"/>
                  <a:pt x="842201" y="27813"/>
                </a:cubicBezTo>
                <a:cubicBezTo>
                  <a:pt x="842905" y="27506"/>
                  <a:pt x="843685" y="27307"/>
                  <a:pt x="844542" y="27216"/>
                </a:cubicBezTo>
                <a:cubicBezTo>
                  <a:pt x="845399" y="27123"/>
                  <a:pt x="846195" y="27077"/>
                  <a:pt x="846929" y="27077"/>
                </a:cubicBezTo>
                <a:cubicBezTo>
                  <a:pt x="849255" y="27077"/>
                  <a:pt x="851274" y="27523"/>
                  <a:pt x="852988" y="28415"/>
                </a:cubicBezTo>
                <a:cubicBezTo>
                  <a:pt x="854702" y="29306"/>
                  <a:pt x="855651" y="31012"/>
                  <a:pt x="855835" y="33533"/>
                </a:cubicBezTo>
                <a:lnTo>
                  <a:pt x="868230" y="33533"/>
                </a:lnTo>
                <a:cubicBezTo>
                  <a:pt x="867985" y="30594"/>
                  <a:pt x="867236" y="28161"/>
                  <a:pt x="865980" y="26232"/>
                </a:cubicBezTo>
                <a:cubicBezTo>
                  <a:pt x="864726" y="24304"/>
                  <a:pt x="863150" y="22758"/>
                  <a:pt x="861252" y="21595"/>
                </a:cubicBezTo>
                <a:cubicBezTo>
                  <a:pt x="859355" y="20432"/>
                  <a:pt x="857198" y="19605"/>
                  <a:pt x="854780" y="19116"/>
                </a:cubicBezTo>
                <a:cubicBezTo>
                  <a:pt x="852362" y="18625"/>
                  <a:pt x="849868" y="18380"/>
                  <a:pt x="847297" y="18380"/>
                </a:cubicBezTo>
                <a:cubicBezTo>
                  <a:pt x="844726" y="18380"/>
                  <a:pt x="842216" y="18610"/>
                  <a:pt x="839767" y="19069"/>
                </a:cubicBezTo>
                <a:cubicBezTo>
                  <a:pt x="837320" y="19528"/>
                  <a:pt x="835116" y="20324"/>
                  <a:pt x="833158" y="21457"/>
                </a:cubicBezTo>
                <a:cubicBezTo>
                  <a:pt x="831199" y="22590"/>
                  <a:pt x="829623" y="24136"/>
                  <a:pt x="828430" y="26095"/>
                </a:cubicBezTo>
                <a:cubicBezTo>
                  <a:pt x="827236" y="28055"/>
                  <a:pt x="826639" y="30566"/>
                  <a:pt x="826639" y="33628"/>
                </a:cubicBezTo>
                <a:cubicBezTo>
                  <a:pt x="826639" y="35710"/>
                  <a:pt x="827068" y="37470"/>
                  <a:pt x="827924" y="38909"/>
                </a:cubicBezTo>
                <a:cubicBezTo>
                  <a:pt x="828781" y="40348"/>
                  <a:pt x="829914" y="41542"/>
                  <a:pt x="831321" y="42492"/>
                </a:cubicBezTo>
                <a:cubicBezTo>
                  <a:pt x="832730" y="43441"/>
                  <a:pt x="834336" y="44206"/>
                  <a:pt x="836142" y="44788"/>
                </a:cubicBezTo>
                <a:cubicBezTo>
                  <a:pt x="837947" y="45370"/>
                  <a:pt x="839799" y="45875"/>
                  <a:pt x="841697" y="46304"/>
                </a:cubicBezTo>
                <a:cubicBezTo>
                  <a:pt x="846348" y="47283"/>
                  <a:pt x="849974" y="48263"/>
                  <a:pt x="852575" y="49243"/>
                </a:cubicBezTo>
                <a:cubicBezTo>
                  <a:pt x="855177" y="50222"/>
                  <a:pt x="856478" y="51692"/>
                  <a:pt x="856478" y="53651"/>
                </a:cubicBezTo>
                <a:cubicBezTo>
                  <a:pt x="856478" y="54814"/>
                  <a:pt x="856202" y="55779"/>
                  <a:pt x="855651" y="56544"/>
                </a:cubicBezTo>
                <a:cubicBezTo>
                  <a:pt x="855100" y="57310"/>
                  <a:pt x="854411" y="57923"/>
                  <a:pt x="853585" y="58382"/>
                </a:cubicBezTo>
                <a:cubicBezTo>
                  <a:pt x="852759" y="58841"/>
                  <a:pt x="851841" y="59178"/>
                  <a:pt x="850831" y="59393"/>
                </a:cubicBezTo>
                <a:cubicBezTo>
                  <a:pt x="849821" y="59606"/>
                  <a:pt x="848857" y="59713"/>
                  <a:pt x="847939" y="59713"/>
                </a:cubicBezTo>
                <a:cubicBezTo>
                  <a:pt x="846654" y="59713"/>
                  <a:pt x="845415" y="59561"/>
                  <a:pt x="844221" y="59255"/>
                </a:cubicBezTo>
                <a:cubicBezTo>
                  <a:pt x="843027" y="58949"/>
                  <a:pt x="841972" y="58475"/>
                  <a:pt x="841053" y="57833"/>
                </a:cubicBezTo>
                <a:cubicBezTo>
                  <a:pt x="840135" y="57191"/>
                  <a:pt x="839385" y="56365"/>
                  <a:pt x="838804" y="55356"/>
                </a:cubicBezTo>
                <a:cubicBezTo>
                  <a:pt x="838223" y="54348"/>
                  <a:pt x="837932" y="53140"/>
                  <a:pt x="837932" y="51734"/>
                </a:cubicBezTo>
                <a:close/>
                <a:moveTo>
                  <a:pt x="871841" y="73969"/>
                </a:moveTo>
                <a:lnTo>
                  <a:pt x="871841" y="78542"/>
                </a:lnTo>
                <a:lnTo>
                  <a:pt x="917747" y="78542"/>
                </a:lnTo>
                <a:lnTo>
                  <a:pt x="917747" y="73969"/>
                </a:lnTo>
                <a:lnTo>
                  <a:pt x="871841" y="73969"/>
                </a:lnTo>
                <a:close/>
                <a:moveTo>
                  <a:pt x="922154" y="34286"/>
                </a:moveTo>
                <a:cubicBezTo>
                  <a:pt x="922338" y="31226"/>
                  <a:pt x="923102" y="28686"/>
                  <a:pt x="924449" y="26667"/>
                </a:cubicBezTo>
                <a:cubicBezTo>
                  <a:pt x="925796" y="24647"/>
                  <a:pt x="927510" y="23024"/>
                  <a:pt x="929591" y="21800"/>
                </a:cubicBezTo>
                <a:cubicBezTo>
                  <a:pt x="931671" y="20575"/>
                  <a:pt x="934012" y="19703"/>
                  <a:pt x="936613" y="19183"/>
                </a:cubicBezTo>
                <a:cubicBezTo>
                  <a:pt x="939215" y="18663"/>
                  <a:pt x="941832" y="18403"/>
                  <a:pt x="944464" y="18403"/>
                </a:cubicBezTo>
                <a:cubicBezTo>
                  <a:pt x="946852" y="18403"/>
                  <a:pt x="949269" y="18571"/>
                  <a:pt x="951717" y="18908"/>
                </a:cubicBezTo>
                <a:cubicBezTo>
                  <a:pt x="954166" y="19245"/>
                  <a:pt x="956400" y="19903"/>
                  <a:pt x="958419" y="20882"/>
                </a:cubicBezTo>
                <a:cubicBezTo>
                  <a:pt x="960439" y="21861"/>
                  <a:pt x="962092" y="23223"/>
                  <a:pt x="963377" y="24967"/>
                </a:cubicBezTo>
                <a:cubicBezTo>
                  <a:pt x="964663" y="26712"/>
                  <a:pt x="965306" y="29023"/>
                  <a:pt x="965306" y="31899"/>
                </a:cubicBezTo>
                <a:lnTo>
                  <a:pt x="965306" y="56596"/>
                </a:lnTo>
                <a:cubicBezTo>
                  <a:pt x="965306" y="58739"/>
                  <a:pt x="965428" y="60789"/>
                  <a:pt x="965673" y="62748"/>
                </a:cubicBezTo>
                <a:cubicBezTo>
                  <a:pt x="965918" y="64706"/>
                  <a:pt x="966346" y="66175"/>
                  <a:pt x="966958" y="67155"/>
                </a:cubicBezTo>
                <a:lnTo>
                  <a:pt x="953737" y="67155"/>
                </a:lnTo>
                <a:cubicBezTo>
                  <a:pt x="953492" y="66421"/>
                  <a:pt x="953293" y="65671"/>
                  <a:pt x="953140" y="64907"/>
                </a:cubicBezTo>
                <a:cubicBezTo>
                  <a:pt x="952987" y="64141"/>
                  <a:pt x="952880" y="63360"/>
                  <a:pt x="952819" y="62564"/>
                </a:cubicBezTo>
                <a:cubicBezTo>
                  <a:pt x="950739" y="64707"/>
                  <a:pt x="948290" y="66207"/>
                  <a:pt x="945474" y="67064"/>
                </a:cubicBezTo>
                <a:cubicBezTo>
                  <a:pt x="942659" y="67920"/>
                  <a:pt x="939781" y="68349"/>
                  <a:pt x="936843" y="68349"/>
                </a:cubicBezTo>
                <a:cubicBezTo>
                  <a:pt x="934579" y="68349"/>
                  <a:pt x="932468" y="68073"/>
                  <a:pt x="930508" y="67522"/>
                </a:cubicBezTo>
                <a:cubicBezTo>
                  <a:pt x="928550" y="66971"/>
                  <a:pt x="926836" y="66114"/>
                  <a:pt x="925367" y="64951"/>
                </a:cubicBezTo>
                <a:cubicBezTo>
                  <a:pt x="923899" y="63789"/>
                  <a:pt x="922751" y="62320"/>
                  <a:pt x="921925" y="60545"/>
                </a:cubicBezTo>
                <a:cubicBezTo>
                  <a:pt x="921098" y="58770"/>
                  <a:pt x="920685" y="56658"/>
                  <a:pt x="920685" y="54209"/>
                </a:cubicBezTo>
                <a:cubicBezTo>
                  <a:pt x="920685" y="51516"/>
                  <a:pt x="921159" y="49298"/>
                  <a:pt x="922108" y="47553"/>
                </a:cubicBezTo>
                <a:cubicBezTo>
                  <a:pt x="923057" y="45809"/>
                  <a:pt x="924281" y="44416"/>
                  <a:pt x="925780" y="43376"/>
                </a:cubicBezTo>
                <a:cubicBezTo>
                  <a:pt x="927280" y="42335"/>
                  <a:pt x="928994" y="41555"/>
                  <a:pt x="930922" y="41035"/>
                </a:cubicBezTo>
                <a:cubicBezTo>
                  <a:pt x="932850" y="40514"/>
                  <a:pt x="934794" y="40102"/>
                  <a:pt x="936752" y="39796"/>
                </a:cubicBezTo>
                <a:cubicBezTo>
                  <a:pt x="938711" y="39490"/>
                  <a:pt x="940638" y="39245"/>
                  <a:pt x="942535" y="39061"/>
                </a:cubicBezTo>
                <a:cubicBezTo>
                  <a:pt x="944433" y="38877"/>
                  <a:pt x="946116" y="38601"/>
                  <a:pt x="947586" y="38234"/>
                </a:cubicBezTo>
                <a:cubicBezTo>
                  <a:pt x="949055" y="37867"/>
                  <a:pt x="950217" y="37332"/>
                  <a:pt x="951074" y="36629"/>
                </a:cubicBezTo>
                <a:cubicBezTo>
                  <a:pt x="951931" y="35925"/>
                  <a:pt x="952330" y="34899"/>
                  <a:pt x="952269" y="33552"/>
                </a:cubicBezTo>
                <a:cubicBezTo>
                  <a:pt x="952269" y="32144"/>
                  <a:pt x="952039" y="31027"/>
                  <a:pt x="951580" y="30201"/>
                </a:cubicBezTo>
                <a:cubicBezTo>
                  <a:pt x="951120" y="29375"/>
                  <a:pt x="950508" y="28732"/>
                  <a:pt x="949743" y="28274"/>
                </a:cubicBezTo>
                <a:cubicBezTo>
                  <a:pt x="948978" y="27814"/>
                  <a:pt x="948090" y="27508"/>
                  <a:pt x="947080" y="27355"/>
                </a:cubicBezTo>
                <a:cubicBezTo>
                  <a:pt x="946070" y="27201"/>
                  <a:pt x="944984" y="27125"/>
                  <a:pt x="943821" y="27125"/>
                </a:cubicBezTo>
                <a:cubicBezTo>
                  <a:pt x="941251" y="27125"/>
                  <a:pt x="939231" y="27676"/>
                  <a:pt x="937762" y="28778"/>
                </a:cubicBezTo>
                <a:cubicBezTo>
                  <a:pt x="936293" y="29880"/>
                  <a:pt x="935436" y="31716"/>
                  <a:pt x="935192" y="34286"/>
                </a:cubicBezTo>
                <a:lnTo>
                  <a:pt x="922154" y="34286"/>
                </a:lnTo>
                <a:moveTo>
                  <a:pt x="952269" y="43926"/>
                </a:moveTo>
                <a:cubicBezTo>
                  <a:pt x="951718" y="44417"/>
                  <a:pt x="951029" y="44799"/>
                  <a:pt x="950203" y="45075"/>
                </a:cubicBezTo>
                <a:cubicBezTo>
                  <a:pt x="949376" y="45350"/>
                  <a:pt x="948488" y="45580"/>
                  <a:pt x="947539" y="45764"/>
                </a:cubicBezTo>
                <a:cubicBezTo>
                  <a:pt x="946591" y="45947"/>
                  <a:pt x="945597" y="46100"/>
                  <a:pt x="944555" y="46222"/>
                </a:cubicBezTo>
                <a:cubicBezTo>
                  <a:pt x="943515" y="46345"/>
                  <a:pt x="942475" y="46497"/>
                  <a:pt x="941434" y="46680"/>
                </a:cubicBezTo>
                <a:cubicBezTo>
                  <a:pt x="940455" y="46864"/>
                  <a:pt x="939491" y="47110"/>
                  <a:pt x="938543" y="47416"/>
                </a:cubicBezTo>
                <a:cubicBezTo>
                  <a:pt x="937594" y="47721"/>
                  <a:pt x="936767" y="48135"/>
                  <a:pt x="936063" y="48656"/>
                </a:cubicBezTo>
                <a:cubicBezTo>
                  <a:pt x="935360" y="49176"/>
                  <a:pt x="934794" y="49834"/>
                  <a:pt x="934365" y="50630"/>
                </a:cubicBezTo>
                <a:cubicBezTo>
                  <a:pt x="933936" y="51424"/>
                  <a:pt x="933722" y="52434"/>
                  <a:pt x="933722" y="53658"/>
                </a:cubicBezTo>
                <a:cubicBezTo>
                  <a:pt x="933722" y="54821"/>
                  <a:pt x="933936" y="55801"/>
                  <a:pt x="934365" y="56596"/>
                </a:cubicBezTo>
                <a:cubicBezTo>
                  <a:pt x="934794" y="57392"/>
                  <a:pt x="935375" y="58020"/>
                  <a:pt x="936109" y="58479"/>
                </a:cubicBezTo>
                <a:cubicBezTo>
                  <a:pt x="936844" y="58938"/>
                  <a:pt x="937701" y="59259"/>
                  <a:pt x="938680" y="59443"/>
                </a:cubicBezTo>
                <a:cubicBezTo>
                  <a:pt x="939660" y="59627"/>
                  <a:pt x="940670" y="59719"/>
                  <a:pt x="941710" y="59719"/>
                </a:cubicBezTo>
                <a:cubicBezTo>
                  <a:pt x="944280" y="59719"/>
                  <a:pt x="946269" y="59291"/>
                  <a:pt x="947677" y="58434"/>
                </a:cubicBezTo>
                <a:cubicBezTo>
                  <a:pt x="949085" y="57577"/>
                  <a:pt x="950126" y="56551"/>
                  <a:pt x="950799" y="55358"/>
                </a:cubicBezTo>
                <a:cubicBezTo>
                  <a:pt x="951473" y="54164"/>
                  <a:pt x="951886" y="52955"/>
                  <a:pt x="952039" y="51731"/>
                </a:cubicBezTo>
                <a:cubicBezTo>
                  <a:pt x="952192" y="50506"/>
                  <a:pt x="952269" y="49527"/>
                  <a:pt x="952269" y="48793"/>
                </a:cubicBezTo>
                <a:lnTo>
                  <a:pt x="952269" y="43926"/>
                </a:lnTo>
                <a:close/>
                <a:moveTo>
                  <a:pt x="969988" y="83742"/>
                </a:moveTo>
                <a:lnTo>
                  <a:pt x="980821" y="83742"/>
                </a:lnTo>
                <a:cubicBezTo>
                  <a:pt x="982842" y="80865"/>
                  <a:pt x="984617" y="77681"/>
                  <a:pt x="986146" y="74192"/>
                </a:cubicBezTo>
                <a:cubicBezTo>
                  <a:pt x="987677" y="70703"/>
                  <a:pt x="988947" y="67107"/>
                  <a:pt x="989957" y="63403"/>
                </a:cubicBezTo>
                <a:cubicBezTo>
                  <a:pt x="990967" y="59700"/>
                  <a:pt x="991716" y="55966"/>
                  <a:pt x="992205" y="52202"/>
                </a:cubicBezTo>
                <a:cubicBezTo>
                  <a:pt x="992696" y="48437"/>
                  <a:pt x="992941" y="44840"/>
                  <a:pt x="992941" y="41412"/>
                </a:cubicBezTo>
                <a:cubicBezTo>
                  <a:pt x="992941" y="34188"/>
                  <a:pt x="991885" y="27057"/>
                  <a:pt x="989773" y="20018"/>
                </a:cubicBezTo>
                <a:cubicBezTo>
                  <a:pt x="987662" y="12978"/>
                  <a:pt x="984678" y="6305"/>
                  <a:pt x="980821" y="0"/>
                </a:cubicBezTo>
                <a:lnTo>
                  <a:pt x="970079" y="0"/>
                </a:lnTo>
                <a:cubicBezTo>
                  <a:pt x="973446" y="6672"/>
                  <a:pt x="975925" y="13559"/>
                  <a:pt x="977517" y="20660"/>
                </a:cubicBezTo>
                <a:cubicBezTo>
                  <a:pt x="979108" y="27760"/>
                  <a:pt x="979904" y="34984"/>
                  <a:pt x="979904" y="42331"/>
                </a:cubicBezTo>
                <a:cubicBezTo>
                  <a:pt x="979904" y="49554"/>
                  <a:pt x="979093" y="56639"/>
                  <a:pt x="977470" y="63587"/>
                </a:cubicBezTo>
                <a:cubicBezTo>
                  <a:pt x="975848" y="70535"/>
                  <a:pt x="973354" y="77253"/>
                  <a:pt x="969988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668085c554faf"/>
          <a:stretch xmlns:a="http://schemas.openxmlformats.org/drawingml/2006/main"/>
        </p:blipFill>
        <p:spPr>
          <a:xfrm xmlns:a="http://schemas.openxmlformats.org/drawingml/2006/main">
            <a:off x="4845072" y="4460758"/>
            <a:ext cx="2461221" cy="1328357"/>
          </a:xfrm>
          <a:prstGeom xmlns:a="http://schemas.openxmlformats.org/drawingml/2006/main" prst="rect">
            <a:avLst/>
          </a:prstGeom>
        </p:spPr>
      </p:pic>
      <p:sp>
        <p:nvSpPr>
          <p:cNvPr id="95" name="Text {">
            <a:extLst xmlns:a="http://schemas.openxmlformats.org/drawingml/2006/main">
              <a:ext uri="{FF2B5EF4-FFF2-40B4-BE49-F238E27FC236}">
                <a16:creationId xmlns:a16="http://schemas.microsoft.com/office/drawing/2014/main" id="{DD8EC395-1DE1-445F-85CE-BCC7B0B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478" y="4588706"/>
            <a:ext cx="39394" cy="105375"/>
          </a:xfrm>
          <a:custGeom xmlns:a="http://schemas.openxmlformats.org/drawingml/2006/main">
            <a:pathLst>
              <a:path w="39394" h="105375">
                <a:moveTo>
                  <a:pt x="39394" y="12974"/>
                </a:moveTo>
                <a:lnTo>
                  <a:pt x="39394" y="0"/>
                </a:lnTo>
                <a:lnTo>
                  <a:pt x="24724" y="0"/>
                </a:lnTo>
                <a:cubicBezTo>
                  <a:pt x="23413" y="0"/>
                  <a:pt x="21930" y="327"/>
                  <a:pt x="20274" y="982"/>
                </a:cubicBezTo>
                <a:cubicBezTo>
                  <a:pt x="18619" y="1636"/>
                  <a:pt x="17078" y="2600"/>
                  <a:pt x="15652" y="3871"/>
                </a:cubicBezTo>
                <a:cubicBezTo>
                  <a:pt x="14228" y="5142"/>
                  <a:pt x="13015" y="6759"/>
                  <a:pt x="12014" y="8724"/>
                </a:cubicBezTo>
                <a:cubicBezTo>
                  <a:pt x="11012" y="10688"/>
                  <a:pt x="10512" y="12979"/>
                  <a:pt x="10512" y="15598"/>
                </a:cubicBezTo>
                <a:lnTo>
                  <a:pt x="10512" y="37321"/>
                </a:lnTo>
                <a:cubicBezTo>
                  <a:pt x="10512" y="39246"/>
                  <a:pt x="10127" y="40883"/>
                  <a:pt x="9357" y="42231"/>
                </a:cubicBezTo>
                <a:cubicBezTo>
                  <a:pt x="8587" y="43579"/>
                  <a:pt x="7663" y="44657"/>
                  <a:pt x="6584" y="45467"/>
                </a:cubicBezTo>
                <a:cubicBezTo>
                  <a:pt x="5507" y="46276"/>
                  <a:pt x="4351" y="46853"/>
                  <a:pt x="3118" y="47200"/>
                </a:cubicBezTo>
                <a:cubicBezTo>
                  <a:pt x="1887" y="47547"/>
                  <a:pt x="847" y="47720"/>
                  <a:pt x="0" y="47720"/>
                </a:cubicBezTo>
                <a:lnTo>
                  <a:pt x="0" y="57772"/>
                </a:lnTo>
                <a:cubicBezTo>
                  <a:pt x="847" y="57772"/>
                  <a:pt x="1887" y="57945"/>
                  <a:pt x="3118" y="58292"/>
                </a:cubicBezTo>
                <a:cubicBezTo>
                  <a:pt x="4351" y="58638"/>
                  <a:pt x="5507" y="59178"/>
                  <a:pt x="6584" y="59910"/>
                </a:cubicBezTo>
                <a:cubicBezTo>
                  <a:pt x="7663" y="60641"/>
                  <a:pt x="8587" y="61623"/>
                  <a:pt x="9357" y="62856"/>
                </a:cubicBezTo>
                <a:cubicBezTo>
                  <a:pt x="10127" y="64089"/>
                  <a:pt x="10512" y="65591"/>
                  <a:pt x="10512" y="67362"/>
                </a:cubicBezTo>
                <a:lnTo>
                  <a:pt x="10512" y="89778"/>
                </a:lnTo>
                <a:cubicBezTo>
                  <a:pt x="10512" y="92396"/>
                  <a:pt x="11012" y="94687"/>
                  <a:pt x="12014" y="96651"/>
                </a:cubicBezTo>
                <a:cubicBezTo>
                  <a:pt x="13015" y="98616"/>
                  <a:pt x="14228" y="100234"/>
                  <a:pt x="15652" y="101504"/>
                </a:cubicBezTo>
                <a:cubicBezTo>
                  <a:pt x="17078" y="102776"/>
                  <a:pt x="18619" y="103739"/>
                  <a:pt x="20274" y="104394"/>
                </a:cubicBezTo>
                <a:cubicBezTo>
                  <a:pt x="21930" y="105048"/>
                  <a:pt x="23413" y="105375"/>
                  <a:pt x="24724" y="105375"/>
                </a:cubicBezTo>
                <a:lnTo>
                  <a:pt x="39394" y="105375"/>
                </a:lnTo>
                <a:lnTo>
                  <a:pt x="39394" y="92401"/>
                </a:lnTo>
                <a:lnTo>
                  <a:pt x="33157" y="92401"/>
                </a:lnTo>
                <a:cubicBezTo>
                  <a:pt x="31770" y="92401"/>
                  <a:pt x="30673" y="92131"/>
                  <a:pt x="29864" y="91592"/>
                </a:cubicBezTo>
                <a:cubicBezTo>
                  <a:pt x="29056" y="91054"/>
                  <a:pt x="28420" y="90380"/>
                  <a:pt x="27957" y="89572"/>
                </a:cubicBezTo>
                <a:cubicBezTo>
                  <a:pt x="27495" y="88764"/>
                  <a:pt x="27206" y="87860"/>
                  <a:pt x="27091" y="86859"/>
                </a:cubicBezTo>
                <a:cubicBezTo>
                  <a:pt x="26976" y="85859"/>
                  <a:pt x="26919" y="84935"/>
                  <a:pt x="26919" y="84089"/>
                </a:cubicBezTo>
                <a:lnTo>
                  <a:pt x="26919" y="65618"/>
                </a:lnTo>
                <a:cubicBezTo>
                  <a:pt x="26919" y="63155"/>
                  <a:pt x="26475" y="61135"/>
                  <a:pt x="25589" y="59558"/>
                </a:cubicBezTo>
                <a:cubicBezTo>
                  <a:pt x="24704" y="57979"/>
                  <a:pt x="23665" y="56709"/>
                  <a:pt x="22471" y="55748"/>
                </a:cubicBezTo>
                <a:cubicBezTo>
                  <a:pt x="21277" y="54786"/>
                  <a:pt x="20025" y="54093"/>
                  <a:pt x="18716" y="53670"/>
                </a:cubicBezTo>
                <a:cubicBezTo>
                  <a:pt x="17407" y="53245"/>
                  <a:pt x="16329" y="52995"/>
                  <a:pt x="15481" y="52919"/>
                </a:cubicBezTo>
                <a:lnTo>
                  <a:pt x="15481" y="52573"/>
                </a:lnTo>
                <a:cubicBezTo>
                  <a:pt x="16329" y="52496"/>
                  <a:pt x="17407" y="52265"/>
                  <a:pt x="18716" y="51880"/>
                </a:cubicBezTo>
                <a:cubicBezTo>
                  <a:pt x="20025" y="51495"/>
                  <a:pt x="21277" y="50821"/>
                  <a:pt x="22471" y="49860"/>
                </a:cubicBezTo>
                <a:cubicBezTo>
                  <a:pt x="23665" y="48898"/>
                  <a:pt x="24704" y="47551"/>
                  <a:pt x="25589" y="45820"/>
                </a:cubicBezTo>
                <a:cubicBezTo>
                  <a:pt x="26475" y="44087"/>
                  <a:pt x="26919" y="41798"/>
                  <a:pt x="26919" y="38950"/>
                </a:cubicBezTo>
                <a:lnTo>
                  <a:pt x="26919" y="21403"/>
                </a:lnTo>
                <a:cubicBezTo>
                  <a:pt x="26919" y="20479"/>
                  <a:pt x="26976" y="19517"/>
                  <a:pt x="27091" y="18517"/>
                </a:cubicBezTo>
                <a:cubicBezTo>
                  <a:pt x="27206" y="17516"/>
                  <a:pt x="27495" y="16611"/>
                  <a:pt x="27957" y="15804"/>
                </a:cubicBezTo>
                <a:cubicBezTo>
                  <a:pt x="28420" y="14995"/>
                  <a:pt x="29056" y="14322"/>
                  <a:pt x="29864" y="13784"/>
                </a:cubicBezTo>
                <a:cubicBezTo>
                  <a:pt x="30673" y="13244"/>
                  <a:pt x="31770" y="12974"/>
                  <a:pt x="33157" y="12974"/>
                </a:cubicBezTo>
                <a:lnTo>
                  <a:pt x="39394" y="12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&quot;seed&quot;">
            <a:extLst xmlns:a="http://schemas.openxmlformats.org/drawingml/2006/main">
              <a:ext uri="{FF2B5EF4-FFF2-40B4-BE49-F238E27FC236}">
                <a16:creationId xmlns:a16="http://schemas.microsoft.com/office/drawing/2014/main" id="{DAEE1A41-2DFD-4705-99CA-CBF98F8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77" y="4590737"/>
            <a:ext cx="350599" cy="84052"/>
          </a:xfrm>
          <a:custGeom xmlns:a="http://schemas.openxmlformats.org/drawingml/2006/main">
            <a:pathLst>
              <a:path w="350599" h="84052">
                <a:moveTo>
                  <a:pt x="0" y="0"/>
                </a:moveTo>
                <a:lnTo>
                  <a:pt x="0" y="37118"/>
                </a:lnTo>
                <a:lnTo>
                  <a:pt x="12361" y="37118"/>
                </a:lnTo>
                <a:lnTo>
                  <a:pt x="12361" y="0"/>
                </a:lnTo>
                <a:lnTo>
                  <a:pt x="0" y="0"/>
                </a:lnTo>
                <a:moveTo>
                  <a:pt x="21487" y="0"/>
                </a:moveTo>
                <a:lnTo>
                  <a:pt x="21487" y="37118"/>
                </a:lnTo>
                <a:lnTo>
                  <a:pt x="33850" y="37118"/>
                </a:lnTo>
                <a:lnTo>
                  <a:pt x="33850" y="0"/>
                </a:lnTo>
                <a:lnTo>
                  <a:pt x="21487" y="0"/>
                </a:lnTo>
                <a:close/>
                <a:moveTo>
                  <a:pt x="61917" y="63067"/>
                </a:moveTo>
                <a:lnTo>
                  <a:pt x="46321" y="63067"/>
                </a:lnTo>
                <a:cubicBezTo>
                  <a:pt x="46475" y="67065"/>
                  <a:pt x="47380" y="70391"/>
                  <a:pt x="49036" y="73043"/>
                </a:cubicBezTo>
                <a:cubicBezTo>
                  <a:pt x="50692" y="75695"/>
                  <a:pt x="52810" y="77828"/>
                  <a:pt x="55389" y="79442"/>
                </a:cubicBezTo>
                <a:cubicBezTo>
                  <a:pt x="57970" y="81057"/>
                  <a:pt x="60916" y="82210"/>
                  <a:pt x="64228" y="82901"/>
                </a:cubicBezTo>
                <a:cubicBezTo>
                  <a:pt x="67540" y="83593"/>
                  <a:pt x="70929" y="83939"/>
                  <a:pt x="74394" y="83939"/>
                </a:cubicBezTo>
                <a:cubicBezTo>
                  <a:pt x="77783" y="83939"/>
                  <a:pt x="81113" y="83611"/>
                  <a:pt x="84386" y="82956"/>
                </a:cubicBezTo>
                <a:cubicBezTo>
                  <a:pt x="87660" y="82301"/>
                  <a:pt x="90568" y="81165"/>
                  <a:pt x="93109" y="79546"/>
                </a:cubicBezTo>
                <a:cubicBezTo>
                  <a:pt x="95651" y="77928"/>
                  <a:pt x="97711" y="75790"/>
                  <a:pt x="99289" y="73131"/>
                </a:cubicBezTo>
                <a:cubicBezTo>
                  <a:pt x="100869" y="70473"/>
                  <a:pt x="101659" y="67179"/>
                  <a:pt x="101659" y="63249"/>
                </a:cubicBezTo>
                <a:cubicBezTo>
                  <a:pt x="101659" y="60475"/>
                  <a:pt x="101119" y="58145"/>
                  <a:pt x="100040" y="56257"/>
                </a:cubicBezTo>
                <a:cubicBezTo>
                  <a:pt x="98963" y="54369"/>
                  <a:pt x="97538" y="52789"/>
                  <a:pt x="95765" y="51517"/>
                </a:cubicBezTo>
                <a:cubicBezTo>
                  <a:pt x="93994" y="50246"/>
                  <a:pt x="91973" y="49225"/>
                  <a:pt x="89701" y="48455"/>
                </a:cubicBezTo>
                <a:cubicBezTo>
                  <a:pt x="87430" y="47684"/>
                  <a:pt x="85100" y="47029"/>
                  <a:pt x="82712" y="46490"/>
                </a:cubicBezTo>
                <a:cubicBezTo>
                  <a:pt x="80401" y="45950"/>
                  <a:pt x="78129" y="45450"/>
                  <a:pt x="75895" y="44988"/>
                </a:cubicBezTo>
                <a:cubicBezTo>
                  <a:pt x="73662" y="44525"/>
                  <a:pt x="71679" y="44005"/>
                  <a:pt x="69945" y="43428"/>
                </a:cubicBezTo>
                <a:cubicBezTo>
                  <a:pt x="68213" y="42849"/>
                  <a:pt x="66807" y="42098"/>
                  <a:pt x="65728" y="41173"/>
                </a:cubicBezTo>
                <a:cubicBezTo>
                  <a:pt x="64651" y="40248"/>
                  <a:pt x="64112" y="39053"/>
                  <a:pt x="64112" y="37589"/>
                </a:cubicBezTo>
                <a:cubicBezTo>
                  <a:pt x="64112" y="36356"/>
                  <a:pt x="64420" y="35374"/>
                  <a:pt x="65036" y="34642"/>
                </a:cubicBezTo>
                <a:cubicBezTo>
                  <a:pt x="65653" y="33909"/>
                  <a:pt x="66404" y="33351"/>
                  <a:pt x="67288" y="32967"/>
                </a:cubicBezTo>
                <a:cubicBezTo>
                  <a:pt x="68175" y="32581"/>
                  <a:pt x="69156" y="32331"/>
                  <a:pt x="70234" y="32216"/>
                </a:cubicBezTo>
                <a:cubicBezTo>
                  <a:pt x="71313" y="32100"/>
                  <a:pt x="72314" y="32041"/>
                  <a:pt x="73238" y="32041"/>
                </a:cubicBezTo>
                <a:cubicBezTo>
                  <a:pt x="76164" y="32041"/>
                  <a:pt x="78706" y="32603"/>
                  <a:pt x="80862" y="33725"/>
                </a:cubicBezTo>
                <a:cubicBezTo>
                  <a:pt x="83019" y="34846"/>
                  <a:pt x="84213" y="36993"/>
                  <a:pt x="84444" y="40165"/>
                </a:cubicBezTo>
                <a:lnTo>
                  <a:pt x="100042" y="40165"/>
                </a:lnTo>
                <a:cubicBezTo>
                  <a:pt x="99734" y="36467"/>
                  <a:pt x="98790" y="33405"/>
                  <a:pt x="97211" y="30978"/>
                </a:cubicBezTo>
                <a:cubicBezTo>
                  <a:pt x="95633" y="28552"/>
                  <a:pt x="93649" y="26607"/>
                  <a:pt x="91261" y="25143"/>
                </a:cubicBezTo>
                <a:cubicBezTo>
                  <a:pt x="88874" y="23679"/>
                  <a:pt x="86160" y="22639"/>
                  <a:pt x="83117" y="22023"/>
                </a:cubicBezTo>
                <a:cubicBezTo>
                  <a:pt x="80074" y="21406"/>
                  <a:pt x="76936" y="21098"/>
                  <a:pt x="73702" y="21098"/>
                </a:cubicBezTo>
                <a:cubicBezTo>
                  <a:pt x="70466" y="21098"/>
                  <a:pt x="67308" y="21387"/>
                  <a:pt x="64226" y="21965"/>
                </a:cubicBezTo>
                <a:cubicBezTo>
                  <a:pt x="61146" y="22542"/>
                  <a:pt x="58374" y="23543"/>
                  <a:pt x="55909" y="24969"/>
                </a:cubicBezTo>
                <a:cubicBezTo>
                  <a:pt x="53445" y="26394"/>
                  <a:pt x="51462" y="28340"/>
                  <a:pt x="49960" y="30806"/>
                </a:cubicBezTo>
                <a:cubicBezTo>
                  <a:pt x="48458" y="33271"/>
                  <a:pt x="47707" y="36431"/>
                  <a:pt x="47707" y="40284"/>
                </a:cubicBezTo>
                <a:cubicBezTo>
                  <a:pt x="47707" y="42904"/>
                  <a:pt x="48246" y="45119"/>
                  <a:pt x="49323" y="46930"/>
                </a:cubicBezTo>
                <a:cubicBezTo>
                  <a:pt x="50402" y="48740"/>
                  <a:pt x="51827" y="50243"/>
                  <a:pt x="53598" y="51438"/>
                </a:cubicBezTo>
                <a:cubicBezTo>
                  <a:pt x="55371" y="52632"/>
                  <a:pt x="57392" y="53595"/>
                  <a:pt x="59664" y="54327"/>
                </a:cubicBezTo>
                <a:cubicBezTo>
                  <a:pt x="61936" y="55059"/>
                  <a:pt x="64266" y="55695"/>
                  <a:pt x="66654" y="56235"/>
                </a:cubicBezTo>
                <a:cubicBezTo>
                  <a:pt x="72506" y="57467"/>
                  <a:pt x="77069" y="58700"/>
                  <a:pt x="80342" y="59933"/>
                </a:cubicBezTo>
                <a:cubicBezTo>
                  <a:pt x="83616" y="61166"/>
                  <a:pt x="85254" y="63015"/>
                  <a:pt x="85254" y="65481"/>
                </a:cubicBezTo>
                <a:cubicBezTo>
                  <a:pt x="85254" y="66944"/>
                  <a:pt x="84907" y="68157"/>
                  <a:pt x="84213" y="69121"/>
                </a:cubicBezTo>
                <a:cubicBezTo>
                  <a:pt x="83520" y="70085"/>
                  <a:pt x="82653" y="70856"/>
                  <a:pt x="81613" y="71434"/>
                </a:cubicBezTo>
                <a:cubicBezTo>
                  <a:pt x="80574" y="72011"/>
                  <a:pt x="79419" y="72434"/>
                  <a:pt x="78148" y="72705"/>
                </a:cubicBezTo>
                <a:cubicBezTo>
                  <a:pt x="76877" y="72974"/>
                  <a:pt x="75664" y="73108"/>
                  <a:pt x="74509" y="73108"/>
                </a:cubicBezTo>
                <a:cubicBezTo>
                  <a:pt x="72892" y="73108"/>
                  <a:pt x="71332" y="72916"/>
                  <a:pt x="69830" y="72532"/>
                </a:cubicBezTo>
                <a:cubicBezTo>
                  <a:pt x="68329" y="72147"/>
                  <a:pt x="67000" y="71550"/>
                  <a:pt x="65845" y="70743"/>
                </a:cubicBezTo>
                <a:cubicBezTo>
                  <a:pt x="64689" y="69934"/>
                  <a:pt x="63746" y="68895"/>
                  <a:pt x="63014" y="67626"/>
                </a:cubicBezTo>
                <a:cubicBezTo>
                  <a:pt x="62283" y="66357"/>
                  <a:pt x="61917" y="64837"/>
                  <a:pt x="61917" y="63067"/>
                </a:cubicBezTo>
                <a:close/>
                <a:moveTo>
                  <a:pt x="151385" y="46257"/>
                </a:moveTo>
                <a:lnTo>
                  <a:pt x="124699" y="46257"/>
                </a:lnTo>
                <a:cubicBezTo>
                  <a:pt x="124776" y="45098"/>
                  <a:pt x="125025" y="43785"/>
                  <a:pt x="125448" y="42317"/>
                </a:cubicBezTo>
                <a:cubicBezTo>
                  <a:pt x="125873" y="40848"/>
                  <a:pt x="126605" y="39457"/>
                  <a:pt x="127645" y="38144"/>
                </a:cubicBezTo>
                <a:cubicBezTo>
                  <a:pt x="128685" y="36830"/>
                  <a:pt x="130071" y="35729"/>
                  <a:pt x="131803" y="34841"/>
                </a:cubicBezTo>
                <a:cubicBezTo>
                  <a:pt x="133537" y="33952"/>
                  <a:pt x="135713" y="33508"/>
                  <a:pt x="138331" y="33508"/>
                </a:cubicBezTo>
                <a:cubicBezTo>
                  <a:pt x="142336" y="33508"/>
                  <a:pt x="145321" y="34590"/>
                  <a:pt x="147285" y="36753"/>
                </a:cubicBezTo>
                <a:cubicBezTo>
                  <a:pt x="149248" y="38917"/>
                  <a:pt x="150615" y="42085"/>
                  <a:pt x="151385" y="46257"/>
                </a:cubicBezTo>
                <a:moveTo>
                  <a:pt x="124699" y="56637"/>
                </a:moveTo>
                <a:lnTo>
                  <a:pt x="167792" y="56637"/>
                </a:lnTo>
                <a:cubicBezTo>
                  <a:pt x="168100" y="52006"/>
                  <a:pt x="167714" y="47568"/>
                  <a:pt x="166635" y="43324"/>
                </a:cubicBezTo>
                <a:cubicBezTo>
                  <a:pt x="165558" y="39079"/>
                  <a:pt x="163805" y="35297"/>
                  <a:pt x="161379" y="31980"/>
                </a:cubicBezTo>
                <a:cubicBezTo>
                  <a:pt x="158953" y="28661"/>
                  <a:pt x="155853" y="26018"/>
                  <a:pt x="152078" y="24050"/>
                </a:cubicBezTo>
                <a:cubicBezTo>
                  <a:pt x="148304" y="22082"/>
                  <a:pt x="143876" y="21098"/>
                  <a:pt x="138793" y="21098"/>
                </a:cubicBezTo>
                <a:cubicBezTo>
                  <a:pt x="134248" y="21098"/>
                  <a:pt x="130109" y="21908"/>
                  <a:pt x="126374" y="23529"/>
                </a:cubicBezTo>
                <a:cubicBezTo>
                  <a:pt x="122639" y="25148"/>
                  <a:pt x="119424" y="27366"/>
                  <a:pt x="116728" y="30182"/>
                </a:cubicBezTo>
                <a:cubicBezTo>
                  <a:pt x="114032" y="32997"/>
                  <a:pt x="111952" y="36334"/>
                  <a:pt x="110489" y="40193"/>
                </a:cubicBezTo>
                <a:cubicBezTo>
                  <a:pt x="109026" y="44050"/>
                  <a:pt x="108294" y="48216"/>
                  <a:pt x="108294" y="52691"/>
                </a:cubicBezTo>
                <a:cubicBezTo>
                  <a:pt x="108294" y="57319"/>
                  <a:pt x="109006" y="61562"/>
                  <a:pt x="110431" y="65421"/>
                </a:cubicBezTo>
                <a:cubicBezTo>
                  <a:pt x="111856" y="69278"/>
                  <a:pt x="113878" y="72595"/>
                  <a:pt x="116497" y="75374"/>
                </a:cubicBezTo>
                <a:cubicBezTo>
                  <a:pt x="119115" y="78151"/>
                  <a:pt x="122311" y="80291"/>
                  <a:pt x="126085" y="81796"/>
                </a:cubicBezTo>
                <a:cubicBezTo>
                  <a:pt x="129858" y="83300"/>
                  <a:pt x="134094" y="84052"/>
                  <a:pt x="138793" y="84052"/>
                </a:cubicBezTo>
                <a:cubicBezTo>
                  <a:pt x="145571" y="84052"/>
                  <a:pt x="151347" y="82513"/>
                  <a:pt x="156122" y="79435"/>
                </a:cubicBezTo>
                <a:cubicBezTo>
                  <a:pt x="160898" y="76357"/>
                  <a:pt x="164441" y="71240"/>
                  <a:pt x="166752" y="64083"/>
                </a:cubicBezTo>
                <a:lnTo>
                  <a:pt x="152310" y="64083"/>
                </a:lnTo>
                <a:cubicBezTo>
                  <a:pt x="151771" y="65915"/>
                  <a:pt x="150307" y="67652"/>
                  <a:pt x="147919" y="69294"/>
                </a:cubicBezTo>
                <a:cubicBezTo>
                  <a:pt x="145532" y="70934"/>
                  <a:pt x="142683" y="71755"/>
                  <a:pt x="139371" y="71755"/>
                </a:cubicBezTo>
                <a:cubicBezTo>
                  <a:pt x="134750" y="71755"/>
                  <a:pt x="131207" y="70562"/>
                  <a:pt x="128741" y="68178"/>
                </a:cubicBezTo>
                <a:cubicBezTo>
                  <a:pt x="126277" y="65792"/>
                  <a:pt x="124929" y="61945"/>
                  <a:pt x="124699" y="56637"/>
                </a:cubicBezTo>
                <a:close/>
                <a:moveTo>
                  <a:pt x="217183" y="46257"/>
                </a:moveTo>
                <a:lnTo>
                  <a:pt x="190497" y="46257"/>
                </a:lnTo>
                <a:cubicBezTo>
                  <a:pt x="190573" y="45098"/>
                  <a:pt x="190823" y="43785"/>
                  <a:pt x="191246" y="42317"/>
                </a:cubicBezTo>
                <a:cubicBezTo>
                  <a:pt x="191671" y="40848"/>
                  <a:pt x="192403" y="39457"/>
                  <a:pt x="193443" y="38144"/>
                </a:cubicBezTo>
                <a:cubicBezTo>
                  <a:pt x="194483" y="36830"/>
                  <a:pt x="195869" y="35729"/>
                  <a:pt x="197601" y="34841"/>
                </a:cubicBezTo>
                <a:cubicBezTo>
                  <a:pt x="199335" y="33952"/>
                  <a:pt x="201511" y="33508"/>
                  <a:pt x="204129" y="33508"/>
                </a:cubicBezTo>
                <a:cubicBezTo>
                  <a:pt x="208134" y="33508"/>
                  <a:pt x="211119" y="34590"/>
                  <a:pt x="213083" y="36753"/>
                </a:cubicBezTo>
                <a:cubicBezTo>
                  <a:pt x="215046" y="38917"/>
                  <a:pt x="216413" y="42085"/>
                  <a:pt x="217183" y="46257"/>
                </a:cubicBezTo>
                <a:moveTo>
                  <a:pt x="190497" y="56637"/>
                </a:moveTo>
                <a:lnTo>
                  <a:pt x="233590" y="56637"/>
                </a:lnTo>
                <a:cubicBezTo>
                  <a:pt x="233898" y="52006"/>
                  <a:pt x="233512" y="47568"/>
                  <a:pt x="232433" y="43324"/>
                </a:cubicBezTo>
                <a:cubicBezTo>
                  <a:pt x="231356" y="39079"/>
                  <a:pt x="229603" y="35297"/>
                  <a:pt x="227176" y="31980"/>
                </a:cubicBezTo>
                <a:cubicBezTo>
                  <a:pt x="224751" y="28661"/>
                  <a:pt x="221651" y="26018"/>
                  <a:pt x="217876" y="24050"/>
                </a:cubicBezTo>
                <a:cubicBezTo>
                  <a:pt x="214102" y="22082"/>
                  <a:pt x="209674" y="21098"/>
                  <a:pt x="204591" y="21098"/>
                </a:cubicBezTo>
                <a:cubicBezTo>
                  <a:pt x="200046" y="21098"/>
                  <a:pt x="195907" y="21908"/>
                  <a:pt x="192172" y="23529"/>
                </a:cubicBezTo>
                <a:cubicBezTo>
                  <a:pt x="188437" y="25148"/>
                  <a:pt x="185221" y="27366"/>
                  <a:pt x="182526" y="30182"/>
                </a:cubicBezTo>
                <a:cubicBezTo>
                  <a:pt x="179830" y="32997"/>
                  <a:pt x="177750" y="36334"/>
                  <a:pt x="176287" y="40193"/>
                </a:cubicBezTo>
                <a:cubicBezTo>
                  <a:pt x="174824" y="44050"/>
                  <a:pt x="174092" y="48216"/>
                  <a:pt x="174092" y="52691"/>
                </a:cubicBezTo>
                <a:cubicBezTo>
                  <a:pt x="174092" y="57319"/>
                  <a:pt x="174804" y="61562"/>
                  <a:pt x="176229" y="65421"/>
                </a:cubicBezTo>
                <a:cubicBezTo>
                  <a:pt x="177654" y="69278"/>
                  <a:pt x="179676" y="72595"/>
                  <a:pt x="182295" y="75374"/>
                </a:cubicBezTo>
                <a:cubicBezTo>
                  <a:pt x="184913" y="78151"/>
                  <a:pt x="188109" y="80291"/>
                  <a:pt x="191883" y="81796"/>
                </a:cubicBezTo>
                <a:cubicBezTo>
                  <a:pt x="195656" y="83300"/>
                  <a:pt x="199892" y="84052"/>
                  <a:pt x="204591" y="84052"/>
                </a:cubicBezTo>
                <a:cubicBezTo>
                  <a:pt x="211369" y="84052"/>
                  <a:pt x="217145" y="82513"/>
                  <a:pt x="221920" y="79435"/>
                </a:cubicBezTo>
                <a:cubicBezTo>
                  <a:pt x="226696" y="76357"/>
                  <a:pt x="230239" y="71240"/>
                  <a:pt x="232550" y="64083"/>
                </a:cubicBezTo>
                <a:lnTo>
                  <a:pt x="218108" y="64083"/>
                </a:lnTo>
                <a:cubicBezTo>
                  <a:pt x="217569" y="65915"/>
                  <a:pt x="216105" y="67652"/>
                  <a:pt x="213717" y="69294"/>
                </a:cubicBezTo>
                <a:cubicBezTo>
                  <a:pt x="211330" y="70934"/>
                  <a:pt x="208481" y="71755"/>
                  <a:pt x="205169" y="71755"/>
                </a:cubicBezTo>
                <a:cubicBezTo>
                  <a:pt x="200548" y="71755"/>
                  <a:pt x="197005" y="70562"/>
                  <a:pt x="194539" y="68178"/>
                </a:cubicBezTo>
                <a:cubicBezTo>
                  <a:pt x="192075" y="65792"/>
                  <a:pt x="190727" y="61945"/>
                  <a:pt x="190497" y="56637"/>
                </a:cubicBezTo>
                <a:close/>
                <a:moveTo>
                  <a:pt x="285178" y="52459"/>
                </a:moveTo>
                <a:cubicBezTo>
                  <a:pt x="285178" y="54923"/>
                  <a:pt x="284947" y="57311"/>
                  <a:pt x="284485" y="59623"/>
                </a:cubicBezTo>
                <a:cubicBezTo>
                  <a:pt x="284023" y="61933"/>
                  <a:pt x="283253" y="63994"/>
                  <a:pt x="282174" y="65805"/>
                </a:cubicBezTo>
                <a:cubicBezTo>
                  <a:pt x="281095" y="67615"/>
                  <a:pt x="279651" y="69059"/>
                  <a:pt x="277841" y="70138"/>
                </a:cubicBezTo>
                <a:cubicBezTo>
                  <a:pt x="276031" y="71216"/>
                  <a:pt x="273778" y="71755"/>
                  <a:pt x="271082" y="71755"/>
                </a:cubicBezTo>
                <a:cubicBezTo>
                  <a:pt x="268541" y="71755"/>
                  <a:pt x="266365" y="71196"/>
                  <a:pt x="264554" y="70080"/>
                </a:cubicBezTo>
                <a:cubicBezTo>
                  <a:pt x="262744" y="68962"/>
                  <a:pt x="261242" y="67499"/>
                  <a:pt x="260048" y="65689"/>
                </a:cubicBezTo>
                <a:cubicBezTo>
                  <a:pt x="258856" y="63878"/>
                  <a:pt x="257989" y="61817"/>
                  <a:pt x="257450" y="59506"/>
                </a:cubicBezTo>
                <a:cubicBezTo>
                  <a:pt x="256911" y="57196"/>
                  <a:pt x="256641" y="54885"/>
                  <a:pt x="256641" y="52573"/>
                </a:cubicBezTo>
                <a:cubicBezTo>
                  <a:pt x="256641" y="50109"/>
                  <a:pt x="256891" y="47740"/>
                  <a:pt x="257392" y="45467"/>
                </a:cubicBezTo>
                <a:cubicBezTo>
                  <a:pt x="257892" y="43194"/>
                  <a:pt x="258701" y="41172"/>
                  <a:pt x="259817" y="39401"/>
                </a:cubicBezTo>
                <a:cubicBezTo>
                  <a:pt x="260935" y="37629"/>
                  <a:pt x="262418" y="36204"/>
                  <a:pt x="264265" y="35126"/>
                </a:cubicBezTo>
                <a:cubicBezTo>
                  <a:pt x="266114" y="34047"/>
                  <a:pt x="268386" y="33508"/>
                  <a:pt x="271082" y="33508"/>
                </a:cubicBezTo>
                <a:cubicBezTo>
                  <a:pt x="273778" y="33508"/>
                  <a:pt x="276011" y="34047"/>
                  <a:pt x="277783" y="35126"/>
                </a:cubicBezTo>
                <a:cubicBezTo>
                  <a:pt x="279555" y="36204"/>
                  <a:pt x="280999" y="37610"/>
                  <a:pt x="282116" y="39343"/>
                </a:cubicBezTo>
                <a:cubicBezTo>
                  <a:pt x="283233" y="41077"/>
                  <a:pt x="284023" y="43080"/>
                  <a:pt x="284485" y="45353"/>
                </a:cubicBezTo>
                <a:cubicBezTo>
                  <a:pt x="284947" y="47624"/>
                  <a:pt x="285178" y="49993"/>
                  <a:pt x="285178" y="52459"/>
                </a:cubicBezTo>
                <a:moveTo>
                  <a:pt x="285409" y="74919"/>
                </a:moveTo>
                <a:lnTo>
                  <a:pt x="285409" y="82548"/>
                </a:lnTo>
                <a:lnTo>
                  <a:pt x="301004" y="82548"/>
                </a:lnTo>
                <a:lnTo>
                  <a:pt x="301004" y="0"/>
                </a:lnTo>
                <a:lnTo>
                  <a:pt x="284599" y="0"/>
                </a:lnTo>
                <a:lnTo>
                  <a:pt x="284599" y="30028"/>
                </a:lnTo>
                <a:lnTo>
                  <a:pt x="284369" y="30028"/>
                </a:lnTo>
                <a:cubicBezTo>
                  <a:pt x="282520" y="27090"/>
                  <a:pt x="279997" y="24867"/>
                  <a:pt x="276801" y="23359"/>
                </a:cubicBezTo>
                <a:cubicBezTo>
                  <a:pt x="273605" y="21852"/>
                  <a:pt x="270236" y="21098"/>
                  <a:pt x="266693" y="21098"/>
                </a:cubicBezTo>
                <a:cubicBezTo>
                  <a:pt x="262302" y="21098"/>
                  <a:pt x="258451" y="21966"/>
                  <a:pt x="255139" y="23701"/>
                </a:cubicBezTo>
                <a:cubicBezTo>
                  <a:pt x="251827" y="25437"/>
                  <a:pt x="249074" y="27732"/>
                  <a:pt x="246878" y="30587"/>
                </a:cubicBezTo>
                <a:cubicBezTo>
                  <a:pt x="244684" y="33442"/>
                  <a:pt x="243028" y="36740"/>
                  <a:pt x="241911" y="40482"/>
                </a:cubicBezTo>
                <a:cubicBezTo>
                  <a:pt x="240794" y="44224"/>
                  <a:pt x="240236" y="48100"/>
                  <a:pt x="240236" y="52111"/>
                </a:cubicBezTo>
                <a:cubicBezTo>
                  <a:pt x="240236" y="56277"/>
                  <a:pt x="240794" y="60290"/>
                  <a:pt x="241911" y="64148"/>
                </a:cubicBezTo>
                <a:cubicBezTo>
                  <a:pt x="243028" y="68005"/>
                  <a:pt x="244684" y="71419"/>
                  <a:pt x="246878" y="74390"/>
                </a:cubicBezTo>
                <a:cubicBezTo>
                  <a:pt x="249074" y="77360"/>
                  <a:pt x="251865" y="79713"/>
                  <a:pt x="255253" y="81448"/>
                </a:cubicBezTo>
                <a:cubicBezTo>
                  <a:pt x="258643" y="83184"/>
                  <a:pt x="262572" y="84052"/>
                  <a:pt x="267040" y="84052"/>
                </a:cubicBezTo>
                <a:cubicBezTo>
                  <a:pt x="270967" y="84052"/>
                  <a:pt x="274491" y="83339"/>
                  <a:pt x="277610" y="81914"/>
                </a:cubicBezTo>
                <a:cubicBezTo>
                  <a:pt x="280730" y="80487"/>
                  <a:pt x="283253" y="78155"/>
                  <a:pt x="285178" y="74919"/>
                </a:cubicBezTo>
                <a:lnTo>
                  <a:pt x="285409" y="74919"/>
                </a:lnTo>
                <a:close/>
                <a:moveTo>
                  <a:pt x="316749" y="0"/>
                </a:moveTo>
                <a:lnTo>
                  <a:pt x="316749" y="37118"/>
                </a:lnTo>
                <a:lnTo>
                  <a:pt x="329110" y="37118"/>
                </a:lnTo>
                <a:lnTo>
                  <a:pt x="329110" y="0"/>
                </a:lnTo>
                <a:lnTo>
                  <a:pt x="316749" y="0"/>
                </a:lnTo>
                <a:moveTo>
                  <a:pt x="338236" y="0"/>
                </a:moveTo>
                <a:lnTo>
                  <a:pt x="338236" y="37118"/>
                </a:lnTo>
                <a:lnTo>
                  <a:pt x="350599" y="37118"/>
                </a:lnTo>
                <a:lnTo>
                  <a:pt x="350599" y="0"/>
                </a:lnTo>
                <a:lnTo>
                  <a:pt x="338236" y="0"/>
                </a:lnTo>
                <a:close/>
              </a:path>
            </a:pathLst>
          </a:custGeom>
          <a:solidFill xmlns:a="http://schemas.openxmlformats.org/drawingml/2006/main">
            <a:srgbClr val="00B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:&quot;importtorch\n…abs_a=">
            <a:extLst xmlns:a="http://schemas.openxmlformats.org/drawingml/2006/main">
              <a:ext uri="{FF2B5EF4-FFF2-40B4-BE49-F238E27FC236}">
                <a16:creationId xmlns:a16="http://schemas.microsoft.com/office/drawing/2014/main" id="{902C8DB8-E020-4330-AF03-7E1BF54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245" y="4588706"/>
            <a:ext cx="1498279" cy="105375"/>
          </a:xfrm>
          <a:custGeom xmlns:a="http://schemas.openxmlformats.org/drawingml/2006/main">
            <a:pathLst>
              <a:path w="1498279" h="105375">
                <a:moveTo>
                  <a:pt x="18138" y="43662"/>
                </a:moveTo>
                <a:lnTo>
                  <a:pt x="18138" y="25836"/>
                </a:lnTo>
                <a:lnTo>
                  <a:pt x="0" y="25836"/>
                </a:lnTo>
                <a:lnTo>
                  <a:pt x="0" y="43662"/>
                </a:lnTo>
                <a:lnTo>
                  <a:pt x="18138" y="43662"/>
                </a:lnTo>
                <a:moveTo>
                  <a:pt x="0" y="66678"/>
                </a:moveTo>
                <a:lnTo>
                  <a:pt x="0" y="84503"/>
                </a:lnTo>
                <a:lnTo>
                  <a:pt x="18138" y="84503"/>
                </a:lnTo>
                <a:lnTo>
                  <a:pt x="18138" y="66678"/>
                </a:lnTo>
                <a:lnTo>
                  <a:pt x="0" y="66678"/>
                </a:lnTo>
                <a:close/>
                <a:moveTo>
                  <a:pt x="67041" y="2031"/>
                </a:moveTo>
                <a:lnTo>
                  <a:pt x="67041" y="39149"/>
                </a:lnTo>
                <a:lnTo>
                  <a:pt x="79402" y="39149"/>
                </a:lnTo>
                <a:lnTo>
                  <a:pt x="79402" y="2031"/>
                </a:lnTo>
                <a:lnTo>
                  <a:pt x="67041" y="2031"/>
                </a:lnTo>
                <a:moveTo>
                  <a:pt x="88529" y="2031"/>
                </a:moveTo>
                <a:lnTo>
                  <a:pt x="88529" y="39149"/>
                </a:lnTo>
                <a:lnTo>
                  <a:pt x="100891" y="39149"/>
                </a:lnTo>
                <a:lnTo>
                  <a:pt x="100891" y="2031"/>
                </a:lnTo>
                <a:lnTo>
                  <a:pt x="88529" y="2031"/>
                </a:lnTo>
                <a:close/>
                <a:moveTo>
                  <a:pt x="133117" y="15569"/>
                </a:moveTo>
                <a:lnTo>
                  <a:pt x="133117" y="2031"/>
                </a:lnTo>
                <a:lnTo>
                  <a:pt x="116712" y="2031"/>
                </a:lnTo>
                <a:lnTo>
                  <a:pt x="116712" y="15569"/>
                </a:lnTo>
                <a:lnTo>
                  <a:pt x="133117" y="15569"/>
                </a:lnTo>
                <a:moveTo>
                  <a:pt x="116712" y="24775"/>
                </a:moveTo>
                <a:lnTo>
                  <a:pt x="116712" y="84503"/>
                </a:lnTo>
                <a:lnTo>
                  <a:pt x="133117" y="84503"/>
                </a:lnTo>
                <a:lnTo>
                  <a:pt x="133117" y="24775"/>
                </a:lnTo>
                <a:lnTo>
                  <a:pt x="116712" y="24775"/>
                </a:lnTo>
                <a:close/>
                <a:moveTo>
                  <a:pt x="146551" y="24773"/>
                </a:moveTo>
                <a:lnTo>
                  <a:pt x="146551" y="84503"/>
                </a:lnTo>
                <a:lnTo>
                  <a:pt x="162956" y="84503"/>
                </a:lnTo>
                <a:lnTo>
                  <a:pt x="162956" y="49850"/>
                </a:lnTo>
                <a:cubicBezTo>
                  <a:pt x="162956" y="46923"/>
                  <a:pt x="163380" y="44555"/>
                  <a:pt x="164227" y="42745"/>
                </a:cubicBezTo>
                <a:cubicBezTo>
                  <a:pt x="165075" y="40935"/>
                  <a:pt x="166095" y="39549"/>
                  <a:pt x="167289" y="38587"/>
                </a:cubicBezTo>
                <a:cubicBezTo>
                  <a:pt x="168483" y="37624"/>
                  <a:pt x="169716" y="36970"/>
                  <a:pt x="170986" y="36623"/>
                </a:cubicBezTo>
                <a:cubicBezTo>
                  <a:pt x="172257" y="36276"/>
                  <a:pt x="173277" y="36103"/>
                  <a:pt x="174048" y="36103"/>
                </a:cubicBezTo>
                <a:cubicBezTo>
                  <a:pt x="176667" y="36103"/>
                  <a:pt x="178650" y="36546"/>
                  <a:pt x="179998" y="37432"/>
                </a:cubicBezTo>
                <a:cubicBezTo>
                  <a:pt x="181346" y="38317"/>
                  <a:pt x="182308" y="39491"/>
                  <a:pt x="182885" y="40954"/>
                </a:cubicBezTo>
                <a:cubicBezTo>
                  <a:pt x="183463" y="42417"/>
                  <a:pt x="183791" y="44016"/>
                  <a:pt x="183867" y="45749"/>
                </a:cubicBezTo>
                <a:cubicBezTo>
                  <a:pt x="183945" y="47481"/>
                  <a:pt x="183983" y="49233"/>
                  <a:pt x="183983" y="51004"/>
                </a:cubicBezTo>
                <a:lnTo>
                  <a:pt x="183983" y="84503"/>
                </a:lnTo>
                <a:lnTo>
                  <a:pt x="200388" y="84503"/>
                </a:lnTo>
                <a:lnTo>
                  <a:pt x="200388" y="51235"/>
                </a:lnTo>
                <a:cubicBezTo>
                  <a:pt x="200388" y="49387"/>
                  <a:pt x="200523" y="47558"/>
                  <a:pt x="200792" y="45749"/>
                </a:cubicBezTo>
                <a:cubicBezTo>
                  <a:pt x="201062" y="43939"/>
                  <a:pt x="201602" y="42322"/>
                  <a:pt x="202410" y="40898"/>
                </a:cubicBezTo>
                <a:cubicBezTo>
                  <a:pt x="203219" y="39472"/>
                  <a:pt x="204335" y="38317"/>
                  <a:pt x="205760" y="37432"/>
                </a:cubicBezTo>
                <a:cubicBezTo>
                  <a:pt x="207185" y="36546"/>
                  <a:pt x="209053" y="36103"/>
                  <a:pt x="211364" y="36103"/>
                </a:cubicBezTo>
                <a:cubicBezTo>
                  <a:pt x="213674" y="36103"/>
                  <a:pt x="215503" y="36488"/>
                  <a:pt x="216850" y="37259"/>
                </a:cubicBezTo>
                <a:cubicBezTo>
                  <a:pt x="218198" y="38029"/>
                  <a:pt x="219219" y="39069"/>
                  <a:pt x="219912" y="40378"/>
                </a:cubicBezTo>
                <a:cubicBezTo>
                  <a:pt x="220605" y="41686"/>
                  <a:pt x="221029" y="43226"/>
                  <a:pt x="221183" y="44998"/>
                </a:cubicBezTo>
                <a:cubicBezTo>
                  <a:pt x="221337" y="46769"/>
                  <a:pt x="221414" y="48656"/>
                  <a:pt x="221414" y="50657"/>
                </a:cubicBezTo>
                <a:lnTo>
                  <a:pt x="221414" y="84503"/>
                </a:lnTo>
                <a:lnTo>
                  <a:pt x="237821" y="84503"/>
                </a:lnTo>
                <a:lnTo>
                  <a:pt x="237821" y="44512"/>
                </a:lnTo>
                <a:cubicBezTo>
                  <a:pt x="237821" y="40659"/>
                  <a:pt x="237281" y="37365"/>
                  <a:pt x="236202" y="34629"/>
                </a:cubicBezTo>
                <a:cubicBezTo>
                  <a:pt x="235125" y="31893"/>
                  <a:pt x="233623" y="29678"/>
                  <a:pt x="231697" y="27983"/>
                </a:cubicBezTo>
                <a:cubicBezTo>
                  <a:pt x="229771" y="26287"/>
                  <a:pt x="227461" y="25055"/>
                  <a:pt x="224765" y="24285"/>
                </a:cubicBezTo>
                <a:cubicBezTo>
                  <a:pt x="222070" y="23514"/>
                  <a:pt x="219144" y="23128"/>
                  <a:pt x="215986" y="23128"/>
                </a:cubicBezTo>
                <a:cubicBezTo>
                  <a:pt x="211827" y="23128"/>
                  <a:pt x="208226" y="24133"/>
                  <a:pt x="205183" y="26141"/>
                </a:cubicBezTo>
                <a:cubicBezTo>
                  <a:pt x="202141" y="28148"/>
                  <a:pt x="199734" y="30465"/>
                  <a:pt x="197963" y="33090"/>
                </a:cubicBezTo>
                <a:cubicBezTo>
                  <a:pt x="196346" y="29384"/>
                  <a:pt x="193977" y="26797"/>
                  <a:pt x="190857" y="25330"/>
                </a:cubicBezTo>
                <a:cubicBezTo>
                  <a:pt x="187738" y="23862"/>
                  <a:pt x="184291" y="23128"/>
                  <a:pt x="180518" y="23128"/>
                </a:cubicBezTo>
                <a:cubicBezTo>
                  <a:pt x="176590" y="23128"/>
                  <a:pt x="173105" y="23978"/>
                  <a:pt x="170062" y="25678"/>
                </a:cubicBezTo>
                <a:cubicBezTo>
                  <a:pt x="167020" y="27376"/>
                  <a:pt x="164420" y="29770"/>
                  <a:pt x="162264" y="32859"/>
                </a:cubicBezTo>
                <a:lnTo>
                  <a:pt x="162033" y="32859"/>
                </a:lnTo>
                <a:lnTo>
                  <a:pt x="162033" y="24773"/>
                </a:lnTo>
                <a:lnTo>
                  <a:pt x="146551" y="24773"/>
                </a:lnTo>
                <a:close/>
                <a:moveTo>
                  <a:pt x="280295" y="73785"/>
                </a:moveTo>
                <a:cubicBezTo>
                  <a:pt x="277676" y="73785"/>
                  <a:pt x="275442" y="73247"/>
                  <a:pt x="273593" y="72169"/>
                </a:cubicBezTo>
                <a:cubicBezTo>
                  <a:pt x="271746" y="71090"/>
                  <a:pt x="270263" y="69684"/>
                  <a:pt x="269145" y="67950"/>
                </a:cubicBezTo>
                <a:cubicBezTo>
                  <a:pt x="268029" y="66217"/>
                  <a:pt x="267220" y="64195"/>
                  <a:pt x="266720" y="61884"/>
                </a:cubicBezTo>
                <a:cubicBezTo>
                  <a:pt x="266219" y="59573"/>
                  <a:pt x="265969" y="57223"/>
                  <a:pt x="265969" y="54835"/>
                </a:cubicBezTo>
                <a:cubicBezTo>
                  <a:pt x="265969" y="52370"/>
                  <a:pt x="266200" y="49983"/>
                  <a:pt x="266662" y="47672"/>
                </a:cubicBezTo>
                <a:cubicBezTo>
                  <a:pt x="267123" y="45361"/>
                  <a:pt x="267913" y="43319"/>
                  <a:pt x="269029" y="41548"/>
                </a:cubicBezTo>
                <a:cubicBezTo>
                  <a:pt x="270147" y="39776"/>
                  <a:pt x="271610" y="38332"/>
                  <a:pt x="273420" y="37215"/>
                </a:cubicBezTo>
                <a:cubicBezTo>
                  <a:pt x="275230" y="36098"/>
                  <a:pt x="277483" y="35539"/>
                  <a:pt x="280179" y="35539"/>
                </a:cubicBezTo>
                <a:cubicBezTo>
                  <a:pt x="282799" y="35539"/>
                  <a:pt x="285013" y="36098"/>
                  <a:pt x="286823" y="37215"/>
                </a:cubicBezTo>
                <a:cubicBezTo>
                  <a:pt x="288633" y="38332"/>
                  <a:pt x="290115" y="39796"/>
                  <a:pt x="291271" y="41607"/>
                </a:cubicBezTo>
                <a:cubicBezTo>
                  <a:pt x="292426" y="43416"/>
                  <a:pt x="293254" y="45477"/>
                  <a:pt x="293755" y="47787"/>
                </a:cubicBezTo>
                <a:cubicBezTo>
                  <a:pt x="294255" y="50098"/>
                  <a:pt x="294506" y="52447"/>
                  <a:pt x="294506" y="54835"/>
                </a:cubicBezTo>
                <a:cubicBezTo>
                  <a:pt x="294506" y="57223"/>
                  <a:pt x="294275" y="59573"/>
                  <a:pt x="293813" y="61884"/>
                </a:cubicBezTo>
                <a:cubicBezTo>
                  <a:pt x="293351" y="64195"/>
                  <a:pt x="292561" y="66217"/>
                  <a:pt x="291443" y="67950"/>
                </a:cubicBezTo>
                <a:cubicBezTo>
                  <a:pt x="290327" y="69684"/>
                  <a:pt x="288864" y="71090"/>
                  <a:pt x="287054" y="72169"/>
                </a:cubicBezTo>
                <a:cubicBezTo>
                  <a:pt x="285244" y="73247"/>
                  <a:pt x="282991" y="73785"/>
                  <a:pt x="280295" y="73785"/>
                </a:cubicBezTo>
                <a:moveTo>
                  <a:pt x="250142" y="24784"/>
                </a:moveTo>
                <a:lnTo>
                  <a:pt x="250142" y="105375"/>
                </a:lnTo>
                <a:lnTo>
                  <a:pt x="266547" y="105375"/>
                </a:lnTo>
                <a:lnTo>
                  <a:pt x="266547" y="77151"/>
                </a:lnTo>
                <a:lnTo>
                  <a:pt x="266778" y="77151"/>
                </a:lnTo>
                <a:cubicBezTo>
                  <a:pt x="268780" y="80090"/>
                  <a:pt x="271341" y="82313"/>
                  <a:pt x="274460" y="83821"/>
                </a:cubicBezTo>
                <a:cubicBezTo>
                  <a:pt x="277579" y="85329"/>
                  <a:pt x="280988" y="86083"/>
                  <a:pt x="284685" y="86083"/>
                </a:cubicBezTo>
                <a:cubicBezTo>
                  <a:pt x="289075" y="86083"/>
                  <a:pt x="292907" y="85234"/>
                  <a:pt x="296180" y="83537"/>
                </a:cubicBezTo>
                <a:cubicBezTo>
                  <a:pt x="299453" y="81840"/>
                  <a:pt x="302187" y="79565"/>
                  <a:pt x="304383" y="76710"/>
                </a:cubicBezTo>
                <a:cubicBezTo>
                  <a:pt x="306578" y="73855"/>
                  <a:pt x="308215" y="70576"/>
                  <a:pt x="309292" y="66873"/>
                </a:cubicBezTo>
                <a:cubicBezTo>
                  <a:pt x="310371" y="63170"/>
                  <a:pt x="310911" y="59312"/>
                  <a:pt x="310911" y="55300"/>
                </a:cubicBezTo>
                <a:cubicBezTo>
                  <a:pt x="310911" y="51057"/>
                  <a:pt x="310371" y="46987"/>
                  <a:pt x="309292" y="43091"/>
                </a:cubicBezTo>
                <a:cubicBezTo>
                  <a:pt x="308215" y="39195"/>
                  <a:pt x="306559" y="35782"/>
                  <a:pt x="304325" y="32851"/>
                </a:cubicBezTo>
                <a:cubicBezTo>
                  <a:pt x="302092" y="29918"/>
                  <a:pt x="299280" y="27565"/>
                  <a:pt x="295891" y="25790"/>
                </a:cubicBezTo>
                <a:cubicBezTo>
                  <a:pt x="292503" y="24016"/>
                  <a:pt x="288460" y="23128"/>
                  <a:pt x="283761" y="23128"/>
                </a:cubicBezTo>
                <a:cubicBezTo>
                  <a:pt x="280064" y="23128"/>
                  <a:pt x="276674" y="23863"/>
                  <a:pt x="273593" y="25332"/>
                </a:cubicBezTo>
                <a:cubicBezTo>
                  <a:pt x="270513" y="26801"/>
                  <a:pt x="267971" y="29160"/>
                  <a:pt x="265969" y="32408"/>
                </a:cubicBezTo>
                <a:lnTo>
                  <a:pt x="265738" y="32408"/>
                </a:lnTo>
                <a:lnTo>
                  <a:pt x="265738" y="24784"/>
                </a:lnTo>
                <a:lnTo>
                  <a:pt x="250142" y="24784"/>
                </a:lnTo>
                <a:close/>
                <a:moveTo>
                  <a:pt x="335087" y="54720"/>
                </a:moveTo>
                <a:cubicBezTo>
                  <a:pt x="335087" y="52332"/>
                  <a:pt x="335318" y="49983"/>
                  <a:pt x="335780" y="47672"/>
                </a:cubicBezTo>
                <a:cubicBezTo>
                  <a:pt x="336241" y="45361"/>
                  <a:pt x="337031" y="43319"/>
                  <a:pt x="338147" y="41548"/>
                </a:cubicBezTo>
                <a:cubicBezTo>
                  <a:pt x="339265" y="39776"/>
                  <a:pt x="340748" y="38332"/>
                  <a:pt x="342596" y="37215"/>
                </a:cubicBezTo>
                <a:cubicBezTo>
                  <a:pt x="344445" y="36098"/>
                  <a:pt x="346756" y="35539"/>
                  <a:pt x="349528" y="35539"/>
                </a:cubicBezTo>
                <a:cubicBezTo>
                  <a:pt x="352302" y="35539"/>
                  <a:pt x="354631" y="36098"/>
                  <a:pt x="356518" y="37215"/>
                </a:cubicBezTo>
                <a:cubicBezTo>
                  <a:pt x="358405" y="38332"/>
                  <a:pt x="359907" y="39776"/>
                  <a:pt x="361023" y="41548"/>
                </a:cubicBezTo>
                <a:cubicBezTo>
                  <a:pt x="362141" y="43319"/>
                  <a:pt x="362931" y="45361"/>
                  <a:pt x="363393" y="47672"/>
                </a:cubicBezTo>
                <a:cubicBezTo>
                  <a:pt x="363855" y="49983"/>
                  <a:pt x="364085" y="52332"/>
                  <a:pt x="364085" y="54720"/>
                </a:cubicBezTo>
                <a:cubicBezTo>
                  <a:pt x="364085" y="57108"/>
                  <a:pt x="363855" y="59439"/>
                  <a:pt x="363393" y="61712"/>
                </a:cubicBezTo>
                <a:cubicBezTo>
                  <a:pt x="362931" y="63983"/>
                  <a:pt x="362141" y="66025"/>
                  <a:pt x="361023" y="67836"/>
                </a:cubicBezTo>
                <a:cubicBezTo>
                  <a:pt x="359907" y="69646"/>
                  <a:pt x="358405" y="71090"/>
                  <a:pt x="356518" y="72169"/>
                </a:cubicBezTo>
                <a:cubicBezTo>
                  <a:pt x="354631" y="73247"/>
                  <a:pt x="352302" y="73785"/>
                  <a:pt x="349528" y="73785"/>
                </a:cubicBezTo>
                <a:cubicBezTo>
                  <a:pt x="346756" y="73785"/>
                  <a:pt x="344445" y="73247"/>
                  <a:pt x="342596" y="72169"/>
                </a:cubicBezTo>
                <a:cubicBezTo>
                  <a:pt x="340748" y="71090"/>
                  <a:pt x="339265" y="69646"/>
                  <a:pt x="338147" y="67836"/>
                </a:cubicBezTo>
                <a:cubicBezTo>
                  <a:pt x="337031" y="66025"/>
                  <a:pt x="336241" y="63983"/>
                  <a:pt x="335780" y="61712"/>
                </a:cubicBezTo>
                <a:cubicBezTo>
                  <a:pt x="335318" y="59439"/>
                  <a:pt x="335087" y="57108"/>
                  <a:pt x="335087" y="54720"/>
                </a:cubicBezTo>
                <a:moveTo>
                  <a:pt x="318682" y="54722"/>
                </a:moveTo>
                <a:cubicBezTo>
                  <a:pt x="318682" y="59505"/>
                  <a:pt x="319413" y="63825"/>
                  <a:pt x="320877" y="67682"/>
                </a:cubicBezTo>
                <a:cubicBezTo>
                  <a:pt x="322340" y="71540"/>
                  <a:pt x="324419" y="74838"/>
                  <a:pt x="327115" y="77577"/>
                </a:cubicBezTo>
                <a:cubicBezTo>
                  <a:pt x="329811" y="80316"/>
                  <a:pt x="333046" y="82418"/>
                  <a:pt x="336820" y="83885"/>
                </a:cubicBezTo>
                <a:cubicBezTo>
                  <a:pt x="340594" y="85350"/>
                  <a:pt x="344831" y="86083"/>
                  <a:pt x="349528" y="86083"/>
                </a:cubicBezTo>
                <a:cubicBezTo>
                  <a:pt x="354227" y="86083"/>
                  <a:pt x="358482" y="85350"/>
                  <a:pt x="362294" y="83885"/>
                </a:cubicBezTo>
                <a:cubicBezTo>
                  <a:pt x="366107" y="82418"/>
                  <a:pt x="369361" y="80316"/>
                  <a:pt x="372057" y="77577"/>
                </a:cubicBezTo>
                <a:cubicBezTo>
                  <a:pt x="374753" y="74838"/>
                  <a:pt x="376833" y="71540"/>
                  <a:pt x="378296" y="67682"/>
                </a:cubicBezTo>
                <a:cubicBezTo>
                  <a:pt x="379759" y="63825"/>
                  <a:pt x="380490" y="59505"/>
                  <a:pt x="380490" y="54722"/>
                </a:cubicBezTo>
                <a:cubicBezTo>
                  <a:pt x="380490" y="49939"/>
                  <a:pt x="379759" y="45599"/>
                  <a:pt x="378296" y="41703"/>
                </a:cubicBezTo>
                <a:cubicBezTo>
                  <a:pt x="376833" y="37806"/>
                  <a:pt x="374753" y="34489"/>
                  <a:pt x="372057" y="31750"/>
                </a:cubicBezTo>
                <a:cubicBezTo>
                  <a:pt x="369361" y="29011"/>
                  <a:pt x="366107" y="26889"/>
                  <a:pt x="362294" y="25385"/>
                </a:cubicBezTo>
                <a:cubicBezTo>
                  <a:pt x="358482" y="23881"/>
                  <a:pt x="354227" y="23128"/>
                  <a:pt x="349528" y="23128"/>
                </a:cubicBezTo>
                <a:cubicBezTo>
                  <a:pt x="344831" y="23128"/>
                  <a:pt x="340594" y="23881"/>
                  <a:pt x="336820" y="25385"/>
                </a:cubicBezTo>
                <a:cubicBezTo>
                  <a:pt x="333046" y="26889"/>
                  <a:pt x="329811" y="29011"/>
                  <a:pt x="327115" y="31750"/>
                </a:cubicBezTo>
                <a:cubicBezTo>
                  <a:pt x="324419" y="34489"/>
                  <a:pt x="322340" y="37806"/>
                  <a:pt x="320877" y="41703"/>
                </a:cubicBezTo>
                <a:cubicBezTo>
                  <a:pt x="319413" y="45599"/>
                  <a:pt x="318682" y="49939"/>
                  <a:pt x="318682" y="54722"/>
                </a:cubicBezTo>
                <a:close/>
                <a:moveTo>
                  <a:pt x="390920" y="24731"/>
                </a:moveTo>
                <a:lnTo>
                  <a:pt x="390920" y="84503"/>
                </a:lnTo>
                <a:lnTo>
                  <a:pt x="407325" y="84503"/>
                </a:lnTo>
                <a:lnTo>
                  <a:pt x="407325" y="57557"/>
                </a:lnTo>
                <a:cubicBezTo>
                  <a:pt x="407325" y="54858"/>
                  <a:pt x="407595" y="52353"/>
                  <a:pt x="408134" y="50040"/>
                </a:cubicBezTo>
                <a:cubicBezTo>
                  <a:pt x="408674" y="47727"/>
                  <a:pt x="409579" y="45703"/>
                  <a:pt x="410849" y="43969"/>
                </a:cubicBezTo>
                <a:cubicBezTo>
                  <a:pt x="412119" y="42234"/>
                  <a:pt x="413794" y="40866"/>
                  <a:pt x="415873" y="39863"/>
                </a:cubicBezTo>
                <a:cubicBezTo>
                  <a:pt x="417953" y="38861"/>
                  <a:pt x="420495" y="38359"/>
                  <a:pt x="423499" y="38359"/>
                </a:cubicBezTo>
                <a:cubicBezTo>
                  <a:pt x="424500" y="38359"/>
                  <a:pt x="425540" y="38418"/>
                  <a:pt x="426618" y="38534"/>
                </a:cubicBezTo>
                <a:cubicBezTo>
                  <a:pt x="427696" y="38649"/>
                  <a:pt x="428621" y="38784"/>
                  <a:pt x="429391" y="38938"/>
                </a:cubicBezTo>
                <a:lnTo>
                  <a:pt x="429391" y="23705"/>
                </a:lnTo>
                <a:cubicBezTo>
                  <a:pt x="428081" y="23321"/>
                  <a:pt x="426888" y="23128"/>
                  <a:pt x="425810" y="23128"/>
                </a:cubicBezTo>
                <a:cubicBezTo>
                  <a:pt x="423730" y="23128"/>
                  <a:pt x="421727" y="23436"/>
                  <a:pt x="419802" y="24052"/>
                </a:cubicBezTo>
                <a:cubicBezTo>
                  <a:pt x="417877" y="24667"/>
                  <a:pt x="416068" y="25532"/>
                  <a:pt x="414373" y="26647"/>
                </a:cubicBezTo>
                <a:cubicBezTo>
                  <a:pt x="412678" y="27762"/>
                  <a:pt x="411176" y="29109"/>
                  <a:pt x="409867" y="30686"/>
                </a:cubicBezTo>
                <a:cubicBezTo>
                  <a:pt x="408558" y="32263"/>
                  <a:pt x="407518" y="33975"/>
                  <a:pt x="406747" y="35821"/>
                </a:cubicBezTo>
                <a:lnTo>
                  <a:pt x="406516" y="35821"/>
                </a:lnTo>
                <a:lnTo>
                  <a:pt x="406516" y="24731"/>
                </a:lnTo>
                <a:lnTo>
                  <a:pt x="390920" y="24731"/>
                </a:lnTo>
                <a:close/>
                <a:moveTo>
                  <a:pt x="456090" y="24821"/>
                </a:moveTo>
                <a:lnTo>
                  <a:pt x="456090" y="6882"/>
                </a:lnTo>
                <a:lnTo>
                  <a:pt x="439685" y="6882"/>
                </a:lnTo>
                <a:lnTo>
                  <a:pt x="439685" y="24821"/>
                </a:lnTo>
                <a:lnTo>
                  <a:pt x="429749" y="24821"/>
                </a:lnTo>
                <a:lnTo>
                  <a:pt x="429749" y="35764"/>
                </a:lnTo>
                <a:lnTo>
                  <a:pt x="439685" y="35764"/>
                </a:lnTo>
                <a:lnTo>
                  <a:pt x="439685" y="70981"/>
                </a:lnTo>
                <a:cubicBezTo>
                  <a:pt x="439685" y="73983"/>
                  <a:pt x="440185" y="76409"/>
                  <a:pt x="441187" y="78256"/>
                </a:cubicBezTo>
                <a:cubicBezTo>
                  <a:pt x="442188" y="80103"/>
                  <a:pt x="443555" y="81528"/>
                  <a:pt x="445287" y="82529"/>
                </a:cubicBezTo>
                <a:cubicBezTo>
                  <a:pt x="447021" y="83529"/>
                  <a:pt x="449023" y="84202"/>
                  <a:pt x="451295" y="84548"/>
                </a:cubicBezTo>
                <a:cubicBezTo>
                  <a:pt x="453568" y="84894"/>
                  <a:pt x="455975" y="85068"/>
                  <a:pt x="458517" y="85068"/>
                </a:cubicBezTo>
                <a:cubicBezTo>
                  <a:pt x="460134" y="85068"/>
                  <a:pt x="461790" y="85030"/>
                  <a:pt x="463485" y="84955"/>
                </a:cubicBezTo>
                <a:cubicBezTo>
                  <a:pt x="465180" y="84880"/>
                  <a:pt x="466720" y="84729"/>
                  <a:pt x="468105" y="84503"/>
                </a:cubicBezTo>
                <a:lnTo>
                  <a:pt x="468105" y="71744"/>
                </a:lnTo>
                <a:cubicBezTo>
                  <a:pt x="467336" y="71898"/>
                  <a:pt x="466527" y="72014"/>
                  <a:pt x="465680" y="72091"/>
                </a:cubicBezTo>
                <a:cubicBezTo>
                  <a:pt x="464832" y="72168"/>
                  <a:pt x="463947" y="72206"/>
                  <a:pt x="463023" y="72206"/>
                </a:cubicBezTo>
                <a:cubicBezTo>
                  <a:pt x="460250" y="72206"/>
                  <a:pt x="458400" y="71745"/>
                  <a:pt x="457475" y="70822"/>
                </a:cubicBezTo>
                <a:cubicBezTo>
                  <a:pt x="456552" y="69900"/>
                  <a:pt x="456090" y="68054"/>
                  <a:pt x="456090" y="65287"/>
                </a:cubicBezTo>
                <a:lnTo>
                  <a:pt x="456090" y="35764"/>
                </a:lnTo>
                <a:lnTo>
                  <a:pt x="468105" y="35764"/>
                </a:lnTo>
                <a:lnTo>
                  <a:pt x="468105" y="24821"/>
                </a:lnTo>
                <a:lnTo>
                  <a:pt x="456090" y="24821"/>
                </a:lnTo>
                <a:close/>
                <a:moveTo>
                  <a:pt x="528774" y="24821"/>
                </a:moveTo>
                <a:lnTo>
                  <a:pt x="528774" y="6882"/>
                </a:lnTo>
                <a:lnTo>
                  <a:pt x="512369" y="6882"/>
                </a:lnTo>
                <a:lnTo>
                  <a:pt x="512369" y="24821"/>
                </a:lnTo>
                <a:lnTo>
                  <a:pt x="502433" y="24821"/>
                </a:lnTo>
                <a:lnTo>
                  <a:pt x="502433" y="35764"/>
                </a:lnTo>
                <a:lnTo>
                  <a:pt x="512369" y="35764"/>
                </a:lnTo>
                <a:lnTo>
                  <a:pt x="512369" y="70981"/>
                </a:lnTo>
                <a:cubicBezTo>
                  <a:pt x="512369" y="73983"/>
                  <a:pt x="512869" y="76409"/>
                  <a:pt x="513871" y="78256"/>
                </a:cubicBezTo>
                <a:cubicBezTo>
                  <a:pt x="514872" y="80103"/>
                  <a:pt x="516239" y="81528"/>
                  <a:pt x="517971" y="82529"/>
                </a:cubicBezTo>
                <a:cubicBezTo>
                  <a:pt x="519705" y="83529"/>
                  <a:pt x="521707" y="84202"/>
                  <a:pt x="523979" y="84548"/>
                </a:cubicBezTo>
                <a:cubicBezTo>
                  <a:pt x="526252" y="84894"/>
                  <a:pt x="528659" y="85068"/>
                  <a:pt x="531201" y="85068"/>
                </a:cubicBezTo>
                <a:cubicBezTo>
                  <a:pt x="532818" y="85068"/>
                  <a:pt x="534474" y="85030"/>
                  <a:pt x="536169" y="84955"/>
                </a:cubicBezTo>
                <a:cubicBezTo>
                  <a:pt x="537864" y="84880"/>
                  <a:pt x="539404" y="84729"/>
                  <a:pt x="540789" y="84503"/>
                </a:cubicBezTo>
                <a:lnTo>
                  <a:pt x="540789" y="71744"/>
                </a:lnTo>
                <a:cubicBezTo>
                  <a:pt x="540019" y="71898"/>
                  <a:pt x="539211" y="72014"/>
                  <a:pt x="538364" y="72091"/>
                </a:cubicBezTo>
                <a:cubicBezTo>
                  <a:pt x="537516" y="72168"/>
                  <a:pt x="536631" y="72206"/>
                  <a:pt x="535707" y="72206"/>
                </a:cubicBezTo>
                <a:cubicBezTo>
                  <a:pt x="532933" y="72206"/>
                  <a:pt x="531084" y="71745"/>
                  <a:pt x="530159" y="70822"/>
                </a:cubicBezTo>
                <a:cubicBezTo>
                  <a:pt x="529236" y="69900"/>
                  <a:pt x="528774" y="68054"/>
                  <a:pt x="528774" y="65287"/>
                </a:cubicBezTo>
                <a:lnTo>
                  <a:pt x="528774" y="35764"/>
                </a:lnTo>
                <a:lnTo>
                  <a:pt x="540789" y="35764"/>
                </a:lnTo>
                <a:lnTo>
                  <a:pt x="540789" y="24821"/>
                </a:lnTo>
                <a:lnTo>
                  <a:pt x="528774" y="24821"/>
                </a:lnTo>
                <a:close/>
                <a:moveTo>
                  <a:pt x="563085" y="54720"/>
                </a:moveTo>
                <a:cubicBezTo>
                  <a:pt x="563085" y="52332"/>
                  <a:pt x="563316" y="49983"/>
                  <a:pt x="563778" y="47672"/>
                </a:cubicBezTo>
                <a:cubicBezTo>
                  <a:pt x="564240" y="45361"/>
                  <a:pt x="565029" y="43319"/>
                  <a:pt x="566146" y="41548"/>
                </a:cubicBezTo>
                <a:cubicBezTo>
                  <a:pt x="567263" y="39776"/>
                  <a:pt x="568746" y="38332"/>
                  <a:pt x="570595" y="37215"/>
                </a:cubicBezTo>
                <a:cubicBezTo>
                  <a:pt x="572444" y="36098"/>
                  <a:pt x="574754" y="35539"/>
                  <a:pt x="577526" y="35539"/>
                </a:cubicBezTo>
                <a:cubicBezTo>
                  <a:pt x="580300" y="35539"/>
                  <a:pt x="582630" y="36098"/>
                  <a:pt x="584516" y="37215"/>
                </a:cubicBezTo>
                <a:cubicBezTo>
                  <a:pt x="586404" y="38332"/>
                  <a:pt x="587905" y="39776"/>
                  <a:pt x="589022" y="41548"/>
                </a:cubicBezTo>
                <a:cubicBezTo>
                  <a:pt x="590140" y="43319"/>
                  <a:pt x="590929" y="45361"/>
                  <a:pt x="591391" y="47672"/>
                </a:cubicBezTo>
                <a:cubicBezTo>
                  <a:pt x="591853" y="49983"/>
                  <a:pt x="592084" y="52332"/>
                  <a:pt x="592084" y="54720"/>
                </a:cubicBezTo>
                <a:cubicBezTo>
                  <a:pt x="592084" y="57108"/>
                  <a:pt x="591853" y="59439"/>
                  <a:pt x="591391" y="61712"/>
                </a:cubicBezTo>
                <a:cubicBezTo>
                  <a:pt x="590929" y="63983"/>
                  <a:pt x="590140" y="66025"/>
                  <a:pt x="589022" y="67836"/>
                </a:cubicBezTo>
                <a:cubicBezTo>
                  <a:pt x="587905" y="69646"/>
                  <a:pt x="586404" y="71090"/>
                  <a:pt x="584516" y="72169"/>
                </a:cubicBezTo>
                <a:cubicBezTo>
                  <a:pt x="582630" y="73247"/>
                  <a:pt x="580300" y="73785"/>
                  <a:pt x="577526" y="73785"/>
                </a:cubicBezTo>
                <a:cubicBezTo>
                  <a:pt x="574754" y="73785"/>
                  <a:pt x="572444" y="73247"/>
                  <a:pt x="570595" y="72169"/>
                </a:cubicBezTo>
                <a:cubicBezTo>
                  <a:pt x="568746" y="71090"/>
                  <a:pt x="567263" y="69646"/>
                  <a:pt x="566146" y="67836"/>
                </a:cubicBezTo>
                <a:cubicBezTo>
                  <a:pt x="565029" y="66025"/>
                  <a:pt x="564240" y="63983"/>
                  <a:pt x="563778" y="61712"/>
                </a:cubicBezTo>
                <a:cubicBezTo>
                  <a:pt x="563316" y="59439"/>
                  <a:pt x="563085" y="57108"/>
                  <a:pt x="563085" y="54720"/>
                </a:cubicBezTo>
                <a:moveTo>
                  <a:pt x="546680" y="54722"/>
                </a:moveTo>
                <a:cubicBezTo>
                  <a:pt x="546680" y="59505"/>
                  <a:pt x="547412" y="63825"/>
                  <a:pt x="548875" y="67682"/>
                </a:cubicBezTo>
                <a:cubicBezTo>
                  <a:pt x="550338" y="71540"/>
                  <a:pt x="552418" y="74838"/>
                  <a:pt x="555114" y="77577"/>
                </a:cubicBezTo>
                <a:cubicBezTo>
                  <a:pt x="557810" y="80316"/>
                  <a:pt x="561044" y="82418"/>
                  <a:pt x="564818" y="83885"/>
                </a:cubicBezTo>
                <a:cubicBezTo>
                  <a:pt x="568593" y="85350"/>
                  <a:pt x="572829" y="86083"/>
                  <a:pt x="577526" y="86083"/>
                </a:cubicBezTo>
                <a:cubicBezTo>
                  <a:pt x="582225" y="86083"/>
                  <a:pt x="586481" y="85350"/>
                  <a:pt x="590293" y="83885"/>
                </a:cubicBezTo>
                <a:cubicBezTo>
                  <a:pt x="594105" y="82418"/>
                  <a:pt x="597360" y="80316"/>
                  <a:pt x="600056" y="77577"/>
                </a:cubicBezTo>
                <a:cubicBezTo>
                  <a:pt x="602752" y="74838"/>
                  <a:pt x="604831" y="71540"/>
                  <a:pt x="606294" y="67682"/>
                </a:cubicBezTo>
                <a:cubicBezTo>
                  <a:pt x="607757" y="63825"/>
                  <a:pt x="608489" y="59505"/>
                  <a:pt x="608489" y="54722"/>
                </a:cubicBezTo>
                <a:cubicBezTo>
                  <a:pt x="608489" y="49939"/>
                  <a:pt x="607757" y="45599"/>
                  <a:pt x="606294" y="41703"/>
                </a:cubicBezTo>
                <a:cubicBezTo>
                  <a:pt x="604831" y="37806"/>
                  <a:pt x="602752" y="34489"/>
                  <a:pt x="600056" y="31750"/>
                </a:cubicBezTo>
                <a:cubicBezTo>
                  <a:pt x="597360" y="29011"/>
                  <a:pt x="594105" y="26889"/>
                  <a:pt x="590293" y="25385"/>
                </a:cubicBezTo>
                <a:cubicBezTo>
                  <a:pt x="586481" y="23881"/>
                  <a:pt x="582225" y="23128"/>
                  <a:pt x="577526" y="23128"/>
                </a:cubicBezTo>
                <a:cubicBezTo>
                  <a:pt x="572829" y="23128"/>
                  <a:pt x="568593" y="23881"/>
                  <a:pt x="564818" y="25385"/>
                </a:cubicBezTo>
                <a:cubicBezTo>
                  <a:pt x="561044" y="26889"/>
                  <a:pt x="557810" y="29011"/>
                  <a:pt x="555114" y="31750"/>
                </a:cubicBezTo>
                <a:cubicBezTo>
                  <a:pt x="552418" y="34489"/>
                  <a:pt x="550338" y="37806"/>
                  <a:pt x="548875" y="41703"/>
                </a:cubicBezTo>
                <a:cubicBezTo>
                  <a:pt x="547412" y="45599"/>
                  <a:pt x="546680" y="49939"/>
                  <a:pt x="546680" y="54722"/>
                </a:cubicBezTo>
                <a:close/>
                <a:moveTo>
                  <a:pt x="618918" y="24731"/>
                </a:moveTo>
                <a:lnTo>
                  <a:pt x="618918" y="84503"/>
                </a:lnTo>
                <a:lnTo>
                  <a:pt x="635323" y="84503"/>
                </a:lnTo>
                <a:lnTo>
                  <a:pt x="635323" y="57557"/>
                </a:lnTo>
                <a:cubicBezTo>
                  <a:pt x="635323" y="54858"/>
                  <a:pt x="635593" y="52353"/>
                  <a:pt x="636132" y="50040"/>
                </a:cubicBezTo>
                <a:cubicBezTo>
                  <a:pt x="636672" y="47727"/>
                  <a:pt x="637577" y="45703"/>
                  <a:pt x="638847" y="43969"/>
                </a:cubicBezTo>
                <a:cubicBezTo>
                  <a:pt x="640118" y="42234"/>
                  <a:pt x="641792" y="40866"/>
                  <a:pt x="643871" y="39863"/>
                </a:cubicBezTo>
                <a:cubicBezTo>
                  <a:pt x="645951" y="38861"/>
                  <a:pt x="648493" y="38359"/>
                  <a:pt x="651497" y="38359"/>
                </a:cubicBezTo>
                <a:cubicBezTo>
                  <a:pt x="652499" y="38359"/>
                  <a:pt x="653538" y="38418"/>
                  <a:pt x="654616" y="38534"/>
                </a:cubicBezTo>
                <a:cubicBezTo>
                  <a:pt x="655695" y="38649"/>
                  <a:pt x="656619" y="38784"/>
                  <a:pt x="657389" y="38938"/>
                </a:cubicBezTo>
                <a:lnTo>
                  <a:pt x="657389" y="23705"/>
                </a:lnTo>
                <a:cubicBezTo>
                  <a:pt x="656080" y="23321"/>
                  <a:pt x="654886" y="23128"/>
                  <a:pt x="653808" y="23128"/>
                </a:cubicBezTo>
                <a:cubicBezTo>
                  <a:pt x="651728" y="23128"/>
                  <a:pt x="649726" y="23436"/>
                  <a:pt x="647801" y="24052"/>
                </a:cubicBezTo>
                <a:cubicBezTo>
                  <a:pt x="645876" y="24667"/>
                  <a:pt x="644066" y="25532"/>
                  <a:pt x="642371" y="26647"/>
                </a:cubicBezTo>
                <a:cubicBezTo>
                  <a:pt x="640676" y="27762"/>
                  <a:pt x="639175" y="29109"/>
                  <a:pt x="637865" y="30686"/>
                </a:cubicBezTo>
                <a:cubicBezTo>
                  <a:pt x="636556" y="32263"/>
                  <a:pt x="635516" y="33975"/>
                  <a:pt x="634745" y="35821"/>
                </a:cubicBezTo>
                <a:lnTo>
                  <a:pt x="634514" y="35821"/>
                </a:lnTo>
                <a:lnTo>
                  <a:pt x="634514" y="24731"/>
                </a:lnTo>
                <a:lnTo>
                  <a:pt x="618918" y="24731"/>
                </a:lnTo>
                <a:close/>
                <a:moveTo>
                  <a:pt x="703961" y="45806"/>
                </a:moveTo>
                <a:lnTo>
                  <a:pt x="720019" y="45806"/>
                </a:lnTo>
                <a:cubicBezTo>
                  <a:pt x="719788" y="41949"/>
                  <a:pt x="718864" y="38613"/>
                  <a:pt x="717246" y="35798"/>
                </a:cubicBezTo>
                <a:cubicBezTo>
                  <a:pt x="715628" y="32982"/>
                  <a:pt x="713529" y="30629"/>
                  <a:pt x="710949" y="28740"/>
                </a:cubicBezTo>
                <a:cubicBezTo>
                  <a:pt x="708369" y="26850"/>
                  <a:pt x="705443" y="25442"/>
                  <a:pt x="702170" y="24518"/>
                </a:cubicBezTo>
                <a:cubicBezTo>
                  <a:pt x="698897" y="23591"/>
                  <a:pt x="695489" y="23128"/>
                  <a:pt x="691945" y="23128"/>
                </a:cubicBezTo>
                <a:cubicBezTo>
                  <a:pt x="687093" y="23128"/>
                  <a:pt x="682779" y="23939"/>
                  <a:pt x="679004" y="25559"/>
                </a:cubicBezTo>
                <a:cubicBezTo>
                  <a:pt x="675231" y="27179"/>
                  <a:pt x="672035" y="29435"/>
                  <a:pt x="669416" y="32329"/>
                </a:cubicBezTo>
                <a:cubicBezTo>
                  <a:pt x="666798" y="35222"/>
                  <a:pt x="664815" y="38656"/>
                  <a:pt x="663467" y="42629"/>
                </a:cubicBezTo>
                <a:cubicBezTo>
                  <a:pt x="662119" y="46601"/>
                  <a:pt x="661445" y="50902"/>
                  <a:pt x="661445" y="55531"/>
                </a:cubicBezTo>
                <a:cubicBezTo>
                  <a:pt x="661445" y="60006"/>
                  <a:pt x="662176" y="64115"/>
                  <a:pt x="663639" y="67857"/>
                </a:cubicBezTo>
                <a:cubicBezTo>
                  <a:pt x="665103" y="71598"/>
                  <a:pt x="667143" y="74818"/>
                  <a:pt x="669762" y="77519"/>
                </a:cubicBezTo>
                <a:cubicBezTo>
                  <a:pt x="672381" y="80220"/>
                  <a:pt x="675559" y="82322"/>
                  <a:pt x="679293" y="83827"/>
                </a:cubicBezTo>
                <a:cubicBezTo>
                  <a:pt x="683029" y="85331"/>
                  <a:pt x="687131" y="86083"/>
                  <a:pt x="691598" y="86083"/>
                </a:cubicBezTo>
                <a:cubicBezTo>
                  <a:pt x="699531" y="86083"/>
                  <a:pt x="706039" y="83995"/>
                  <a:pt x="711121" y="79820"/>
                </a:cubicBezTo>
                <a:cubicBezTo>
                  <a:pt x="716205" y="75643"/>
                  <a:pt x="719287" y="69588"/>
                  <a:pt x="720366" y="61655"/>
                </a:cubicBezTo>
                <a:lnTo>
                  <a:pt x="704537" y="61655"/>
                </a:lnTo>
                <a:cubicBezTo>
                  <a:pt x="703999" y="65353"/>
                  <a:pt x="702670" y="68299"/>
                  <a:pt x="700551" y="70494"/>
                </a:cubicBezTo>
                <a:cubicBezTo>
                  <a:pt x="698434" y="72688"/>
                  <a:pt x="695411" y="73785"/>
                  <a:pt x="691483" y="73785"/>
                </a:cubicBezTo>
                <a:cubicBezTo>
                  <a:pt x="688941" y="73785"/>
                  <a:pt x="686784" y="73208"/>
                  <a:pt x="685012" y="72053"/>
                </a:cubicBezTo>
                <a:cubicBezTo>
                  <a:pt x="683241" y="70897"/>
                  <a:pt x="681835" y="69415"/>
                  <a:pt x="680795" y="67605"/>
                </a:cubicBezTo>
                <a:cubicBezTo>
                  <a:pt x="679756" y="65794"/>
                  <a:pt x="679005" y="63771"/>
                  <a:pt x="678542" y="61537"/>
                </a:cubicBezTo>
                <a:cubicBezTo>
                  <a:pt x="678081" y="59303"/>
                  <a:pt x="677850" y="57108"/>
                  <a:pt x="677850" y="54951"/>
                </a:cubicBezTo>
                <a:cubicBezTo>
                  <a:pt x="677850" y="52717"/>
                  <a:pt x="678081" y="50464"/>
                  <a:pt x="678542" y="48192"/>
                </a:cubicBezTo>
                <a:cubicBezTo>
                  <a:pt x="679005" y="45920"/>
                  <a:pt x="679795" y="43839"/>
                  <a:pt x="680912" y="41952"/>
                </a:cubicBezTo>
                <a:cubicBezTo>
                  <a:pt x="682028" y="40065"/>
                  <a:pt x="683472" y="38524"/>
                  <a:pt x="685243" y="37330"/>
                </a:cubicBezTo>
                <a:cubicBezTo>
                  <a:pt x="687015" y="36136"/>
                  <a:pt x="689211" y="35539"/>
                  <a:pt x="691829" y="35539"/>
                </a:cubicBezTo>
                <a:cubicBezTo>
                  <a:pt x="698838" y="35539"/>
                  <a:pt x="702882" y="38961"/>
                  <a:pt x="703961" y="45806"/>
                </a:cubicBezTo>
                <a:close/>
                <a:moveTo>
                  <a:pt x="729092" y="2031"/>
                </a:moveTo>
                <a:lnTo>
                  <a:pt x="729092" y="84503"/>
                </a:lnTo>
                <a:lnTo>
                  <a:pt x="745497" y="84503"/>
                </a:lnTo>
                <a:lnTo>
                  <a:pt x="745497" y="53199"/>
                </a:lnTo>
                <a:cubicBezTo>
                  <a:pt x="745497" y="47115"/>
                  <a:pt x="746498" y="42745"/>
                  <a:pt x="748501" y="40089"/>
                </a:cubicBezTo>
                <a:cubicBezTo>
                  <a:pt x="750504" y="37432"/>
                  <a:pt x="753738" y="36103"/>
                  <a:pt x="758205" y="36103"/>
                </a:cubicBezTo>
                <a:cubicBezTo>
                  <a:pt x="762134" y="36103"/>
                  <a:pt x="764868" y="37316"/>
                  <a:pt x="766408" y="39741"/>
                </a:cubicBezTo>
                <a:cubicBezTo>
                  <a:pt x="767949" y="42167"/>
                  <a:pt x="768719" y="45844"/>
                  <a:pt x="768719" y="50773"/>
                </a:cubicBezTo>
                <a:lnTo>
                  <a:pt x="768719" y="84503"/>
                </a:lnTo>
                <a:lnTo>
                  <a:pt x="785124" y="84503"/>
                </a:lnTo>
                <a:lnTo>
                  <a:pt x="785124" y="47748"/>
                </a:lnTo>
                <a:cubicBezTo>
                  <a:pt x="785124" y="44050"/>
                  <a:pt x="784797" y="40679"/>
                  <a:pt x="784142" y="37635"/>
                </a:cubicBezTo>
                <a:cubicBezTo>
                  <a:pt x="783487" y="34591"/>
                  <a:pt x="782351" y="32010"/>
                  <a:pt x="780733" y="29891"/>
                </a:cubicBezTo>
                <a:cubicBezTo>
                  <a:pt x="779116" y="27772"/>
                  <a:pt x="776901" y="26115"/>
                  <a:pt x="774090" y="24921"/>
                </a:cubicBezTo>
                <a:cubicBezTo>
                  <a:pt x="771279" y="23726"/>
                  <a:pt x="767679" y="23128"/>
                  <a:pt x="763289" y="23128"/>
                </a:cubicBezTo>
                <a:cubicBezTo>
                  <a:pt x="760208" y="23128"/>
                  <a:pt x="757050" y="23920"/>
                  <a:pt x="753814" y="25503"/>
                </a:cubicBezTo>
                <a:cubicBezTo>
                  <a:pt x="750580" y="27086"/>
                  <a:pt x="747923" y="29615"/>
                  <a:pt x="745844" y="33090"/>
                </a:cubicBezTo>
                <a:lnTo>
                  <a:pt x="745497" y="33090"/>
                </a:lnTo>
                <a:lnTo>
                  <a:pt x="745497" y="2031"/>
                </a:lnTo>
                <a:lnTo>
                  <a:pt x="729092" y="2031"/>
                </a:lnTo>
                <a:close/>
                <a:moveTo>
                  <a:pt x="835080" y="86309"/>
                </a:moveTo>
                <a:lnTo>
                  <a:pt x="802846" y="0"/>
                </a:lnTo>
                <a:lnTo>
                  <a:pt x="789792" y="0"/>
                </a:lnTo>
                <a:lnTo>
                  <a:pt x="821910" y="86309"/>
                </a:lnTo>
                <a:lnTo>
                  <a:pt x="835080" y="86309"/>
                </a:lnTo>
                <a:close/>
                <a:moveTo>
                  <a:pt x="840031" y="24773"/>
                </a:moveTo>
                <a:lnTo>
                  <a:pt x="840031" y="84503"/>
                </a:lnTo>
                <a:lnTo>
                  <a:pt x="856436" y="84503"/>
                </a:lnTo>
                <a:lnTo>
                  <a:pt x="856436" y="53199"/>
                </a:lnTo>
                <a:cubicBezTo>
                  <a:pt x="856436" y="47115"/>
                  <a:pt x="857437" y="42745"/>
                  <a:pt x="859440" y="40089"/>
                </a:cubicBezTo>
                <a:cubicBezTo>
                  <a:pt x="861442" y="37432"/>
                  <a:pt x="864677" y="36103"/>
                  <a:pt x="869144" y="36103"/>
                </a:cubicBezTo>
                <a:cubicBezTo>
                  <a:pt x="873073" y="36103"/>
                  <a:pt x="875807" y="37316"/>
                  <a:pt x="877347" y="39741"/>
                </a:cubicBezTo>
                <a:cubicBezTo>
                  <a:pt x="878887" y="42167"/>
                  <a:pt x="879658" y="45844"/>
                  <a:pt x="879658" y="50773"/>
                </a:cubicBezTo>
                <a:lnTo>
                  <a:pt x="879658" y="84503"/>
                </a:lnTo>
                <a:lnTo>
                  <a:pt x="896063" y="84503"/>
                </a:lnTo>
                <a:lnTo>
                  <a:pt x="896063" y="47748"/>
                </a:lnTo>
                <a:cubicBezTo>
                  <a:pt x="896063" y="44050"/>
                  <a:pt x="895735" y="40679"/>
                  <a:pt x="895081" y="37635"/>
                </a:cubicBezTo>
                <a:cubicBezTo>
                  <a:pt x="894426" y="34591"/>
                  <a:pt x="893290" y="32010"/>
                  <a:pt x="891671" y="29891"/>
                </a:cubicBezTo>
                <a:cubicBezTo>
                  <a:pt x="890054" y="27772"/>
                  <a:pt x="887840" y="26115"/>
                  <a:pt x="885029" y="24921"/>
                </a:cubicBezTo>
                <a:cubicBezTo>
                  <a:pt x="882218" y="23726"/>
                  <a:pt x="878617" y="23128"/>
                  <a:pt x="874226" y="23128"/>
                </a:cubicBezTo>
                <a:cubicBezTo>
                  <a:pt x="870761" y="23128"/>
                  <a:pt x="867372" y="23920"/>
                  <a:pt x="864060" y="25503"/>
                </a:cubicBezTo>
                <a:cubicBezTo>
                  <a:pt x="860748" y="27086"/>
                  <a:pt x="858053" y="29615"/>
                  <a:pt x="855974" y="33090"/>
                </a:cubicBezTo>
                <a:lnTo>
                  <a:pt x="855627" y="33090"/>
                </a:lnTo>
                <a:lnTo>
                  <a:pt x="855627" y="24773"/>
                </a:lnTo>
                <a:lnTo>
                  <a:pt x="840031" y="24773"/>
                </a:lnTo>
                <a:close/>
                <a:moveTo>
                  <a:pt x="1021129" y="66678"/>
                </a:moveTo>
                <a:lnTo>
                  <a:pt x="1021129" y="84503"/>
                </a:lnTo>
                <a:lnTo>
                  <a:pt x="1039267" y="84503"/>
                </a:lnTo>
                <a:lnTo>
                  <a:pt x="1039267" y="66678"/>
                </a:lnTo>
                <a:lnTo>
                  <a:pt x="1021129" y="66678"/>
                </a:lnTo>
                <a:moveTo>
                  <a:pt x="982658" y="66678"/>
                </a:moveTo>
                <a:lnTo>
                  <a:pt x="982658" y="84503"/>
                </a:lnTo>
                <a:lnTo>
                  <a:pt x="1000796" y="84503"/>
                </a:lnTo>
                <a:lnTo>
                  <a:pt x="1000796" y="66678"/>
                </a:lnTo>
                <a:lnTo>
                  <a:pt x="982658" y="66678"/>
                </a:lnTo>
                <a:moveTo>
                  <a:pt x="944186" y="66678"/>
                </a:moveTo>
                <a:lnTo>
                  <a:pt x="944186" y="84503"/>
                </a:lnTo>
                <a:lnTo>
                  <a:pt x="962324" y="84503"/>
                </a:lnTo>
                <a:lnTo>
                  <a:pt x="962324" y="66678"/>
                </a:lnTo>
                <a:lnTo>
                  <a:pt x="944186" y="66678"/>
                </a:lnTo>
                <a:close/>
                <a:moveTo>
                  <a:pt x="1086464" y="43144"/>
                </a:moveTo>
                <a:cubicBezTo>
                  <a:pt x="1086695" y="39293"/>
                  <a:pt x="1087657" y="36096"/>
                  <a:pt x="1089352" y="33556"/>
                </a:cubicBezTo>
                <a:cubicBezTo>
                  <a:pt x="1091047" y="31014"/>
                  <a:pt x="1093203" y="28972"/>
                  <a:pt x="1095821" y="27432"/>
                </a:cubicBezTo>
                <a:cubicBezTo>
                  <a:pt x="1098440" y="25891"/>
                  <a:pt x="1101386" y="24793"/>
                  <a:pt x="1104659" y="24139"/>
                </a:cubicBezTo>
                <a:cubicBezTo>
                  <a:pt x="1107933" y="23484"/>
                  <a:pt x="1111226" y="23157"/>
                  <a:pt x="1114538" y="23157"/>
                </a:cubicBezTo>
                <a:cubicBezTo>
                  <a:pt x="1117541" y="23157"/>
                  <a:pt x="1120583" y="23369"/>
                  <a:pt x="1123664" y="23793"/>
                </a:cubicBezTo>
                <a:cubicBezTo>
                  <a:pt x="1126745" y="24216"/>
                  <a:pt x="1129556" y="25044"/>
                  <a:pt x="1132097" y="26277"/>
                </a:cubicBezTo>
                <a:cubicBezTo>
                  <a:pt x="1134639" y="27509"/>
                  <a:pt x="1136719" y="29222"/>
                  <a:pt x="1138336" y="31417"/>
                </a:cubicBezTo>
                <a:cubicBezTo>
                  <a:pt x="1139954" y="33613"/>
                  <a:pt x="1140763" y="36520"/>
                  <a:pt x="1140763" y="40140"/>
                </a:cubicBezTo>
                <a:lnTo>
                  <a:pt x="1140763" y="71217"/>
                </a:lnTo>
                <a:cubicBezTo>
                  <a:pt x="1140763" y="73913"/>
                  <a:pt x="1140917" y="76493"/>
                  <a:pt x="1141225" y="78958"/>
                </a:cubicBezTo>
                <a:cubicBezTo>
                  <a:pt x="1141533" y="81422"/>
                  <a:pt x="1142072" y="83271"/>
                  <a:pt x="1142842" y="84503"/>
                </a:cubicBezTo>
                <a:lnTo>
                  <a:pt x="1126206" y="84503"/>
                </a:lnTo>
                <a:cubicBezTo>
                  <a:pt x="1125898" y="83580"/>
                  <a:pt x="1125648" y="82637"/>
                  <a:pt x="1125455" y="81674"/>
                </a:cubicBezTo>
                <a:cubicBezTo>
                  <a:pt x="1125262" y="80710"/>
                  <a:pt x="1125128" y="79728"/>
                  <a:pt x="1125051" y="78727"/>
                </a:cubicBezTo>
                <a:cubicBezTo>
                  <a:pt x="1122433" y="81423"/>
                  <a:pt x="1119352" y="83310"/>
                  <a:pt x="1115809" y="84389"/>
                </a:cubicBezTo>
                <a:cubicBezTo>
                  <a:pt x="1112265" y="85467"/>
                  <a:pt x="1108645" y="86005"/>
                  <a:pt x="1104948" y="86005"/>
                </a:cubicBezTo>
                <a:cubicBezTo>
                  <a:pt x="1102099" y="86005"/>
                  <a:pt x="1099442" y="85659"/>
                  <a:pt x="1096976" y="84965"/>
                </a:cubicBezTo>
                <a:cubicBezTo>
                  <a:pt x="1094512" y="84272"/>
                  <a:pt x="1092355" y="83194"/>
                  <a:pt x="1090507" y="81731"/>
                </a:cubicBezTo>
                <a:cubicBezTo>
                  <a:pt x="1088659" y="80267"/>
                  <a:pt x="1087215" y="78419"/>
                  <a:pt x="1086175" y="76186"/>
                </a:cubicBezTo>
                <a:cubicBezTo>
                  <a:pt x="1085135" y="73952"/>
                  <a:pt x="1084615" y="71295"/>
                  <a:pt x="1084615" y="68213"/>
                </a:cubicBezTo>
                <a:cubicBezTo>
                  <a:pt x="1084615" y="64825"/>
                  <a:pt x="1085212" y="62033"/>
                  <a:pt x="1086406" y="59838"/>
                </a:cubicBezTo>
                <a:cubicBezTo>
                  <a:pt x="1087600" y="57642"/>
                  <a:pt x="1089140" y="55890"/>
                  <a:pt x="1091027" y="54581"/>
                </a:cubicBezTo>
                <a:cubicBezTo>
                  <a:pt x="1092914" y="53272"/>
                  <a:pt x="1095071" y="52290"/>
                  <a:pt x="1097496" y="51635"/>
                </a:cubicBezTo>
                <a:cubicBezTo>
                  <a:pt x="1099923" y="50981"/>
                  <a:pt x="1102369" y="50461"/>
                  <a:pt x="1104833" y="50077"/>
                </a:cubicBezTo>
                <a:cubicBezTo>
                  <a:pt x="1107298" y="49692"/>
                  <a:pt x="1109723" y="49383"/>
                  <a:pt x="1112110" y="49151"/>
                </a:cubicBezTo>
                <a:cubicBezTo>
                  <a:pt x="1114498" y="48920"/>
                  <a:pt x="1116617" y="48573"/>
                  <a:pt x="1118465" y="48111"/>
                </a:cubicBezTo>
                <a:cubicBezTo>
                  <a:pt x="1120314" y="47650"/>
                  <a:pt x="1121777" y="46976"/>
                  <a:pt x="1122855" y="46091"/>
                </a:cubicBezTo>
                <a:cubicBezTo>
                  <a:pt x="1123933" y="45205"/>
                  <a:pt x="1124435" y="43915"/>
                  <a:pt x="1124358" y="42220"/>
                </a:cubicBezTo>
                <a:cubicBezTo>
                  <a:pt x="1124358" y="40448"/>
                  <a:pt x="1124069" y="39042"/>
                  <a:pt x="1123491" y="38003"/>
                </a:cubicBezTo>
                <a:cubicBezTo>
                  <a:pt x="1122913" y="36963"/>
                  <a:pt x="1122142" y="36155"/>
                  <a:pt x="1121180" y="35578"/>
                </a:cubicBezTo>
                <a:cubicBezTo>
                  <a:pt x="1120217" y="34999"/>
                  <a:pt x="1119100" y="34614"/>
                  <a:pt x="1117829" y="34421"/>
                </a:cubicBezTo>
                <a:cubicBezTo>
                  <a:pt x="1116558" y="34228"/>
                  <a:pt x="1115192" y="34132"/>
                  <a:pt x="1113728" y="34132"/>
                </a:cubicBezTo>
                <a:cubicBezTo>
                  <a:pt x="1110494" y="34132"/>
                  <a:pt x="1107953" y="34825"/>
                  <a:pt x="1106104" y="36212"/>
                </a:cubicBezTo>
                <a:cubicBezTo>
                  <a:pt x="1104255" y="37599"/>
                  <a:pt x="1103177" y="39910"/>
                  <a:pt x="1102869" y="43144"/>
                </a:cubicBezTo>
                <a:lnTo>
                  <a:pt x="1086464" y="43144"/>
                </a:lnTo>
                <a:moveTo>
                  <a:pt x="1124358" y="55274"/>
                </a:moveTo>
                <a:cubicBezTo>
                  <a:pt x="1123665" y="55891"/>
                  <a:pt x="1122798" y="56373"/>
                  <a:pt x="1121758" y="56719"/>
                </a:cubicBezTo>
                <a:cubicBezTo>
                  <a:pt x="1120718" y="57066"/>
                  <a:pt x="1119601" y="57355"/>
                  <a:pt x="1118407" y="57587"/>
                </a:cubicBezTo>
                <a:cubicBezTo>
                  <a:pt x="1117214" y="57817"/>
                  <a:pt x="1115963" y="58009"/>
                  <a:pt x="1114652" y="58163"/>
                </a:cubicBezTo>
                <a:cubicBezTo>
                  <a:pt x="1113343" y="58317"/>
                  <a:pt x="1112034" y="58509"/>
                  <a:pt x="1110725" y="58740"/>
                </a:cubicBezTo>
                <a:cubicBezTo>
                  <a:pt x="1109493" y="58971"/>
                  <a:pt x="1108280" y="59280"/>
                  <a:pt x="1107086" y="59665"/>
                </a:cubicBezTo>
                <a:cubicBezTo>
                  <a:pt x="1105892" y="60049"/>
                  <a:pt x="1104852" y="60569"/>
                  <a:pt x="1103966" y="61225"/>
                </a:cubicBezTo>
                <a:cubicBezTo>
                  <a:pt x="1103081" y="61880"/>
                  <a:pt x="1102369" y="62708"/>
                  <a:pt x="1101829" y="63709"/>
                </a:cubicBezTo>
                <a:cubicBezTo>
                  <a:pt x="1101290" y="64709"/>
                  <a:pt x="1101020" y="65980"/>
                  <a:pt x="1101020" y="67520"/>
                </a:cubicBezTo>
                <a:cubicBezTo>
                  <a:pt x="1101020" y="68983"/>
                  <a:pt x="1101290" y="70216"/>
                  <a:pt x="1101829" y="71217"/>
                </a:cubicBezTo>
                <a:cubicBezTo>
                  <a:pt x="1102369" y="72218"/>
                  <a:pt x="1103100" y="73008"/>
                  <a:pt x="1104024" y="73586"/>
                </a:cubicBezTo>
                <a:cubicBezTo>
                  <a:pt x="1104949" y="74163"/>
                  <a:pt x="1106027" y="74568"/>
                  <a:pt x="1107259" y="74799"/>
                </a:cubicBezTo>
                <a:cubicBezTo>
                  <a:pt x="1108492" y="75031"/>
                  <a:pt x="1109763" y="75146"/>
                  <a:pt x="1111072" y="75146"/>
                </a:cubicBezTo>
                <a:cubicBezTo>
                  <a:pt x="1114306" y="75146"/>
                  <a:pt x="1116809" y="74607"/>
                  <a:pt x="1118580" y="73530"/>
                </a:cubicBezTo>
                <a:cubicBezTo>
                  <a:pt x="1120352" y="72451"/>
                  <a:pt x="1121662" y="71161"/>
                  <a:pt x="1122509" y="69659"/>
                </a:cubicBezTo>
                <a:cubicBezTo>
                  <a:pt x="1123356" y="68157"/>
                  <a:pt x="1123876" y="66635"/>
                  <a:pt x="1124069" y="65095"/>
                </a:cubicBezTo>
                <a:cubicBezTo>
                  <a:pt x="1124262" y="63554"/>
                  <a:pt x="1124358" y="62322"/>
                  <a:pt x="1124358" y="61398"/>
                </a:cubicBezTo>
                <a:lnTo>
                  <a:pt x="1124358" y="55274"/>
                </a:lnTo>
                <a:close/>
                <a:moveTo>
                  <a:pt x="1196741" y="54720"/>
                </a:moveTo>
                <a:cubicBezTo>
                  <a:pt x="1196741" y="57185"/>
                  <a:pt x="1196471" y="59573"/>
                  <a:pt x="1195932" y="61884"/>
                </a:cubicBezTo>
                <a:cubicBezTo>
                  <a:pt x="1195392" y="64195"/>
                  <a:pt x="1194545" y="66236"/>
                  <a:pt x="1193390" y="68009"/>
                </a:cubicBezTo>
                <a:cubicBezTo>
                  <a:pt x="1192234" y="69780"/>
                  <a:pt x="1190790" y="71185"/>
                  <a:pt x="1189057" y="72225"/>
                </a:cubicBezTo>
                <a:cubicBezTo>
                  <a:pt x="1187324" y="73265"/>
                  <a:pt x="1185226" y="73785"/>
                  <a:pt x="1182761" y="73785"/>
                </a:cubicBezTo>
                <a:cubicBezTo>
                  <a:pt x="1180373" y="73785"/>
                  <a:pt x="1178294" y="73265"/>
                  <a:pt x="1176523" y="72225"/>
                </a:cubicBezTo>
                <a:cubicBezTo>
                  <a:pt x="1174752" y="71185"/>
                  <a:pt x="1173289" y="69780"/>
                  <a:pt x="1172133" y="68009"/>
                </a:cubicBezTo>
                <a:cubicBezTo>
                  <a:pt x="1170978" y="66236"/>
                  <a:pt x="1170131" y="64195"/>
                  <a:pt x="1169591" y="61884"/>
                </a:cubicBezTo>
                <a:cubicBezTo>
                  <a:pt x="1169052" y="59573"/>
                  <a:pt x="1168782" y="57185"/>
                  <a:pt x="1168782" y="54720"/>
                </a:cubicBezTo>
                <a:cubicBezTo>
                  <a:pt x="1168782" y="52178"/>
                  <a:pt x="1169052" y="49752"/>
                  <a:pt x="1169591" y="47442"/>
                </a:cubicBezTo>
                <a:cubicBezTo>
                  <a:pt x="1170131" y="45130"/>
                  <a:pt x="1170978" y="43088"/>
                  <a:pt x="1172133" y="41317"/>
                </a:cubicBezTo>
                <a:cubicBezTo>
                  <a:pt x="1173289" y="39545"/>
                  <a:pt x="1174752" y="38139"/>
                  <a:pt x="1176523" y="37099"/>
                </a:cubicBezTo>
                <a:cubicBezTo>
                  <a:pt x="1178294" y="36059"/>
                  <a:pt x="1180373" y="35539"/>
                  <a:pt x="1182761" y="35539"/>
                </a:cubicBezTo>
                <a:cubicBezTo>
                  <a:pt x="1185226" y="35539"/>
                  <a:pt x="1187324" y="36059"/>
                  <a:pt x="1189057" y="37099"/>
                </a:cubicBezTo>
                <a:cubicBezTo>
                  <a:pt x="1190790" y="38139"/>
                  <a:pt x="1192234" y="39545"/>
                  <a:pt x="1193390" y="41317"/>
                </a:cubicBezTo>
                <a:cubicBezTo>
                  <a:pt x="1194545" y="43088"/>
                  <a:pt x="1195392" y="45130"/>
                  <a:pt x="1195932" y="47442"/>
                </a:cubicBezTo>
                <a:cubicBezTo>
                  <a:pt x="1196471" y="49752"/>
                  <a:pt x="1196741" y="52178"/>
                  <a:pt x="1196741" y="54720"/>
                </a:cubicBezTo>
                <a:moveTo>
                  <a:pt x="1152955" y="2031"/>
                </a:moveTo>
                <a:lnTo>
                  <a:pt x="1152955" y="84542"/>
                </a:lnTo>
                <a:lnTo>
                  <a:pt x="1168551" y="84542"/>
                </a:lnTo>
                <a:lnTo>
                  <a:pt x="1168551" y="76918"/>
                </a:lnTo>
                <a:lnTo>
                  <a:pt x="1168782" y="76918"/>
                </a:lnTo>
                <a:cubicBezTo>
                  <a:pt x="1170553" y="80244"/>
                  <a:pt x="1173172" y="82603"/>
                  <a:pt x="1176637" y="83996"/>
                </a:cubicBezTo>
                <a:cubicBezTo>
                  <a:pt x="1180104" y="85387"/>
                  <a:pt x="1184032" y="86083"/>
                  <a:pt x="1188422" y="86083"/>
                </a:cubicBezTo>
                <a:cubicBezTo>
                  <a:pt x="1191426" y="86083"/>
                  <a:pt x="1194391" y="85466"/>
                  <a:pt x="1197317" y="84232"/>
                </a:cubicBezTo>
                <a:cubicBezTo>
                  <a:pt x="1200245" y="82997"/>
                  <a:pt x="1202883" y="81106"/>
                  <a:pt x="1205232" y="78561"/>
                </a:cubicBezTo>
                <a:cubicBezTo>
                  <a:pt x="1207582" y="76015"/>
                  <a:pt x="1209488" y="72756"/>
                  <a:pt x="1210951" y="68782"/>
                </a:cubicBezTo>
                <a:cubicBezTo>
                  <a:pt x="1212414" y="64809"/>
                  <a:pt x="1213146" y="60083"/>
                  <a:pt x="1213146" y="54606"/>
                </a:cubicBezTo>
                <a:cubicBezTo>
                  <a:pt x="1213146" y="49128"/>
                  <a:pt x="1212414" y="44402"/>
                  <a:pt x="1210951" y="40429"/>
                </a:cubicBezTo>
                <a:cubicBezTo>
                  <a:pt x="1209488" y="36456"/>
                  <a:pt x="1207582" y="33196"/>
                  <a:pt x="1205232" y="30650"/>
                </a:cubicBezTo>
                <a:cubicBezTo>
                  <a:pt x="1202883" y="28105"/>
                  <a:pt x="1200245" y="26215"/>
                  <a:pt x="1197317" y="24981"/>
                </a:cubicBezTo>
                <a:cubicBezTo>
                  <a:pt x="1194391" y="23746"/>
                  <a:pt x="1191426" y="23128"/>
                  <a:pt x="1188422" y="23128"/>
                </a:cubicBezTo>
                <a:cubicBezTo>
                  <a:pt x="1184726" y="23128"/>
                  <a:pt x="1181164" y="23844"/>
                  <a:pt x="1177736" y="25274"/>
                </a:cubicBezTo>
                <a:cubicBezTo>
                  <a:pt x="1174309" y="26704"/>
                  <a:pt x="1171594" y="28966"/>
                  <a:pt x="1169591" y="32059"/>
                </a:cubicBezTo>
                <a:lnTo>
                  <a:pt x="1169360" y="32059"/>
                </a:lnTo>
                <a:lnTo>
                  <a:pt x="1169360" y="2031"/>
                </a:lnTo>
                <a:lnTo>
                  <a:pt x="1152955" y="2031"/>
                </a:lnTo>
                <a:close/>
                <a:moveTo>
                  <a:pt x="1236052" y="65098"/>
                </a:moveTo>
                <a:lnTo>
                  <a:pt x="1220457" y="65098"/>
                </a:lnTo>
                <a:cubicBezTo>
                  <a:pt x="1220611" y="69096"/>
                  <a:pt x="1221515" y="72422"/>
                  <a:pt x="1223171" y="75074"/>
                </a:cubicBezTo>
                <a:cubicBezTo>
                  <a:pt x="1224827" y="77725"/>
                  <a:pt x="1226945" y="79858"/>
                  <a:pt x="1229525" y="81473"/>
                </a:cubicBezTo>
                <a:cubicBezTo>
                  <a:pt x="1232105" y="83088"/>
                  <a:pt x="1235052" y="84241"/>
                  <a:pt x="1238364" y="84932"/>
                </a:cubicBezTo>
                <a:cubicBezTo>
                  <a:pt x="1241675" y="85624"/>
                  <a:pt x="1245064" y="85970"/>
                  <a:pt x="1248530" y="85970"/>
                </a:cubicBezTo>
                <a:cubicBezTo>
                  <a:pt x="1251918" y="85970"/>
                  <a:pt x="1255249" y="85642"/>
                  <a:pt x="1258522" y="84986"/>
                </a:cubicBezTo>
                <a:cubicBezTo>
                  <a:pt x="1261796" y="84332"/>
                  <a:pt x="1264703" y="83195"/>
                  <a:pt x="1267244" y="81577"/>
                </a:cubicBezTo>
                <a:cubicBezTo>
                  <a:pt x="1269786" y="79959"/>
                  <a:pt x="1271846" y="77821"/>
                  <a:pt x="1273425" y="75162"/>
                </a:cubicBezTo>
                <a:cubicBezTo>
                  <a:pt x="1275004" y="72504"/>
                  <a:pt x="1275794" y="69210"/>
                  <a:pt x="1275794" y="65280"/>
                </a:cubicBezTo>
                <a:cubicBezTo>
                  <a:pt x="1275794" y="62506"/>
                  <a:pt x="1275254" y="60176"/>
                  <a:pt x="1274176" y="58288"/>
                </a:cubicBezTo>
                <a:cubicBezTo>
                  <a:pt x="1273098" y="56400"/>
                  <a:pt x="1271673" y="54820"/>
                  <a:pt x="1269901" y="53548"/>
                </a:cubicBezTo>
                <a:cubicBezTo>
                  <a:pt x="1268130" y="52276"/>
                  <a:pt x="1266108" y="51256"/>
                  <a:pt x="1263837" y="50486"/>
                </a:cubicBezTo>
                <a:cubicBezTo>
                  <a:pt x="1261565" y="49715"/>
                  <a:pt x="1259235" y="49060"/>
                  <a:pt x="1256847" y="48520"/>
                </a:cubicBezTo>
                <a:cubicBezTo>
                  <a:pt x="1254536" y="47981"/>
                  <a:pt x="1252264" y="47480"/>
                  <a:pt x="1250030" y="47018"/>
                </a:cubicBezTo>
                <a:cubicBezTo>
                  <a:pt x="1247797" y="46555"/>
                  <a:pt x="1245814" y="46035"/>
                  <a:pt x="1244080" y="45458"/>
                </a:cubicBezTo>
                <a:cubicBezTo>
                  <a:pt x="1242348" y="44880"/>
                  <a:pt x="1240943" y="44129"/>
                  <a:pt x="1239864" y="43204"/>
                </a:cubicBezTo>
                <a:cubicBezTo>
                  <a:pt x="1238786" y="42279"/>
                  <a:pt x="1238247" y="41084"/>
                  <a:pt x="1238247" y="39620"/>
                </a:cubicBezTo>
                <a:cubicBezTo>
                  <a:pt x="1238247" y="38387"/>
                  <a:pt x="1238555" y="37405"/>
                  <a:pt x="1239171" y="36672"/>
                </a:cubicBezTo>
                <a:cubicBezTo>
                  <a:pt x="1239788" y="35940"/>
                  <a:pt x="1240539" y="35382"/>
                  <a:pt x="1241424" y="34998"/>
                </a:cubicBezTo>
                <a:cubicBezTo>
                  <a:pt x="1242310" y="34612"/>
                  <a:pt x="1243292" y="34362"/>
                  <a:pt x="1244370" y="34247"/>
                </a:cubicBezTo>
                <a:cubicBezTo>
                  <a:pt x="1245448" y="34130"/>
                  <a:pt x="1246450" y="34072"/>
                  <a:pt x="1247373" y="34072"/>
                </a:cubicBezTo>
                <a:cubicBezTo>
                  <a:pt x="1250300" y="34072"/>
                  <a:pt x="1252841" y="34633"/>
                  <a:pt x="1254998" y="35756"/>
                </a:cubicBezTo>
                <a:cubicBezTo>
                  <a:pt x="1257154" y="36877"/>
                  <a:pt x="1258348" y="39023"/>
                  <a:pt x="1258580" y="42195"/>
                </a:cubicBezTo>
                <a:lnTo>
                  <a:pt x="1274177" y="42195"/>
                </a:lnTo>
                <a:cubicBezTo>
                  <a:pt x="1273869" y="38498"/>
                  <a:pt x="1272926" y="35436"/>
                  <a:pt x="1271346" y="33009"/>
                </a:cubicBezTo>
                <a:cubicBezTo>
                  <a:pt x="1269768" y="30582"/>
                  <a:pt x="1267785" y="28637"/>
                  <a:pt x="1265397" y="27174"/>
                </a:cubicBezTo>
                <a:cubicBezTo>
                  <a:pt x="1263010" y="25710"/>
                  <a:pt x="1260295" y="24670"/>
                  <a:pt x="1257252" y="24054"/>
                </a:cubicBezTo>
                <a:cubicBezTo>
                  <a:pt x="1254210" y="23437"/>
                  <a:pt x="1251071" y="23128"/>
                  <a:pt x="1247837" y="23128"/>
                </a:cubicBezTo>
                <a:cubicBezTo>
                  <a:pt x="1244602" y="23128"/>
                  <a:pt x="1241443" y="23418"/>
                  <a:pt x="1238362" y="23996"/>
                </a:cubicBezTo>
                <a:cubicBezTo>
                  <a:pt x="1235282" y="24573"/>
                  <a:pt x="1232509" y="25574"/>
                  <a:pt x="1230045" y="27000"/>
                </a:cubicBezTo>
                <a:cubicBezTo>
                  <a:pt x="1227580" y="28425"/>
                  <a:pt x="1225597" y="30371"/>
                  <a:pt x="1224095" y="32836"/>
                </a:cubicBezTo>
                <a:cubicBezTo>
                  <a:pt x="1222593" y="35302"/>
                  <a:pt x="1221842" y="38462"/>
                  <a:pt x="1221842" y="42315"/>
                </a:cubicBezTo>
                <a:cubicBezTo>
                  <a:pt x="1221842" y="44935"/>
                  <a:pt x="1222381" y="47150"/>
                  <a:pt x="1223459" y="48961"/>
                </a:cubicBezTo>
                <a:cubicBezTo>
                  <a:pt x="1224538" y="50771"/>
                  <a:pt x="1225963" y="52273"/>
                  <a:pt x="1227734" y="53469"/>
                </a:cubicBezTo>
                <a:cubicBezTo>
                  <a:pt x="1229506" y="54663"/>
                  <a:pt x="1231528" y="55626"/>
                  <a:pt x="1233800" y="56358"/>
                </a:cubicBezTo>
                <a:cubicBezTo>
                  <a:pt x="1236071" y="57090"/>
                  <a:pt x="1238401" y="57726"/>
                  <a:pt x="1240789" y="58265"/>
                </a:cubicBezTo>
                <a:cubicBezTo>
                  <a:pt x="1246642" y="59498"/>
                  <a:pt x="1251205" y="60731"/>
                  <a:pt x="1254478" y="61964"/>
                </a:cubicBezTo>
                <a:cubicBezTo>
                  <a:pt x="1257752" y="63197"/>
                  <a:pt x="1259389" y="65046"/>
                  <a:pt x="1259389" y="67511"/>
                </a:cubicBezTo>
                <a:cubicBezTo>
                  <a:pt x="1259389" y="68975"/>
                  <a:pt x="1259042" y="70188"/>
                  <a:pt x="1258349" y="71152"/>
                </a:cubicBezTo>
                <a:cubicBezTo>
                  <a:pt x="1257655" y="72115"/>
                  <a:pt x="1256789" y="72886"/>
                  <a:pt x="1255749" y="73465"/>
                </a:cubicBezTo>
                <a:cubicBezTo>
                  <a:pt x="1254710" y="74042"/>
                  <a:pt x="1253555" y="74465"/>
                  <a:pt x="1252283" y="74736"/>
                </a:cubicBezTo>
                <a:cubicBezTo>
                  <a:pt x="1251012" y="75005"/>
                  <a:pt x="1249800" y="75139"/>
                  <a:pt x="1248644" y="75139"/>
                </a:cubicBezTo>
                <a:cubicBezTo>
                  <a:pt x="1247027" y="75139"/>
                  <a:pt x="1245468" y="74947"/>
                  <a:pt x="1243966" y="74563"/>
                </a:cubicBezTo>
                <a:cubicBezTo>
                  <a:pt x="1242464" y="74177"/>
                  <a:pt x="1241135" y="73581"/>
                  <a:pt x="1239980" y="72774"/>
                </a:cubicBezTo>
                <a:cubicBezTo>
                  <a:pt x="1238825" y="71965"/>
                  <a:pt x="1237881" y="70926"/>
                  <a:pt x="1237149" y="69657"/>
                </a:cubicBezTo>
                <a:cubicBezTo>
                  <a:pt x="1236418" y="68388"/>
                  <a:pt x="1236052" y="66868"/>
                  <a:pt x="1236052" y="65098"/>
                </a:cubicBezTo>
                <a:close/>
                <a:moveTo>
                  <a:pt x="1279078" y="93078"/>
                </a:moveTo>
                <a:lnTo>
                  <a:pt x="1279078" y="98832"/>
                </a:lnTo>
                <a:lnTo>
                  <a:pt x="1336842" y="98832"/>
                </a:lnTo>
                <a:lnTo>
                  <a:pt x="1336842" y="93078"/>
                </a:lnTo>
                <a:lnTo>
                  <a:pt x="1279078" y="93078"/>
                </a:lnTo>
                <a:close/>
                <a:moveTo>
                  <a:pt x="1342006" y="43144"/>
                </a:moveTo>
                <a:cubicBezTo>
                  <a:pt x="1342236" y="39293"/>
                  <a:pt x="1343199" y="36096"/>
                  <a:pt x="1344893" y="33556"/>
                </a:cubicBezTo>
                <a:cubicBezTo>
                  <a:pt x="1346588" y="31014"/>
                  <a:pt x="1348744" y="28972"/>
                  <a:pt x="1351363" y="27432"/>
                </a:cubicBezTo>
                <a:cubicBezTo>
                  <a:pt x="1353981" y="25891"/>
                  <a:pt x="1356927" y="24793"/>
                  <a:pt x="1360200" y="24139"/>
                </a:cubicBezTo>
                <a:cubicBezTo>
                  <a:pt x="1363474" y="23484"/>
                  <a:pt x="1366767" y="23157"/>
                  <a:pt x="1370079" y="23157"/>
                </a:cubicBezTo>
                <a:cubicBezTo>
                  <a:pt x="1373083" y="23157"/>
                  <a:pt x="1376125" y="23369"/>
                  <a:pt x="1379205" y="23793"/>
                </a:cubicBezTo>
                <a:cubicBezTo>
                  <a:pt x="1382287" y="24216"/>
                  <a:pt x="1385098" y="25044"/>
                  <a:pt x="1387639" y="26277"/>
                </a:cubicBezTo>
                <a:cubicBezTo>
                  <a:pt x="1390181" y="27509"/>
                  <a:pt x="1392260" y="29222"/>
                  <a:pt x="1393877" y="31417"/>
                </a:cubicBezTo>
                <a:cubicBezTo>
                  <a:pt x="1395496" y="33613"/>
                  <a:pt x="1396305" y="36520"/>
                  <a:pt x="1396305" y="40140"/>
                </a:cubicBezTo>
                <a:lnTo>
                  <a:pt x="1396305" y="71217"/>
                </a:lnTo>
                <a:cubicBezTo>
                  <a:pt x="1396305" y="73913"/>
                  <a:pt x="1396459" y="76493"/>
                  <a:pt x="1396767" y="78958"/>
                </a:cubicBezTo>
                <a:cubicBezTo>
                  <a:pt x="1397074" y="81422"/>
                  <a:pt x="1397613" y="83271"/>
                  <a:pt x="1398383" y="84503"/>
                </a:cubicBezTo>
                <a:lnTo>
                  <a:pt x="1381747" y="84503"/>
                </a:lnTo>
                <a:cubicBezTo>
                  <a:pt x="1381439" y="83580"/>
                  <a:pt x="1381189" y="82637"/>
                  <a:pt x="1380996" y="81674"/>
                </a:cubicBezTo>
                <a:cubicBezTo>
                  <a:pt x="1380803" y="80710"/>
                  <a:pt x="1380669" y="79728"/>
                  <a:pt x="1380592" y="78727"/>
                </a:cubicBezTo>
                <a:cubicBezTo>
                  <a:pt x="1377974" y="81423"/>
                  <a:pt x="1374893" y="83310"/>
                  <a:pt x="1371350" y="84389"/>
                </a:cubicBezTo>
                <a:cubicBezTo>
                  <a:pt x="1367807" y="85467"/>
                  <a:pt x="1364186" y="86005"/>
                  <a:pt x="1360489" y="86005"/>
                </a:cubicBezTo>
                <a:cubicBezTo>
                  <a:pt x="1357640" y="86005"/>
                  <a:pt x="1354983" y="85659"/>
                  <a:pt x="1352518" y="84965"/>
                </a:cubicBezTo>
                <a:cubicBezTo>
                  <a:pt x="1350053" y="84272"/>
                  <a:pt x="1347897" y="83194"/>
                  <a:pt x="1346048" y="81731"/>
                </a:cubicBezTo>
                <a:cubicBezTo>
                  <a:pt x="1344200" y="80267"/>
                  <a:pt x="1342757" y="78419"/>
                  <a:pt x="1341717" y="76186"/>
                </a:cubicBezTo>
                <a:cubicBezTo>
                  <a:pt x="1340677" y="73952"/>
                  <a:pt x="1340156" y="71295"/>
                  <a:pt x="1340156" y="68213"/>
                </a:cubicBezTo>
                <a:cubicBezTo>
                  <a:pt x="1340156" y="64825"/>
                  <a:pt x="1340753" y="62033"/>
                  <a:pt x="1341948" y="59838"/>
                </a:cubicBezTo>
                <a:cubicBezTo>
                  <a:pt x="1343142" y="57642"/>
                  <a:pt x="1344682" y="55890"/>
                  <a:pt x="1346568" y="54581"/>
                </a:cubicBezTo>
                <a:cubicBezTo>
                  <a:pt x="1348455" y="53272"/>
                  <a:pt x="1350612" y="52290"/>
                  <a:pt x="1353038" y="51635"/>
                </a:cubicBezTo>
                <a:cubicBezTo>
                  <a:pt x="1355464" y="50981"/>
                  <a:pt x="1357910" y="50461"/>
                  <a:pt x="1360374" y="50077"/>
                </a:cubicBezTo>
                <a:cubicBezTo>
                  <a:pt x="1362839" y="49692"/>
                  <a:pt x="1365265" y="49383"/>
                  <a:pt x="1367651" y="49151"/>
                </a:cubicBezTo>
                <a:cubicBezTo>
                  <a:pt x="1370040" y="48920"/>
                  <a:pt x="1372158" y="48573"/>
                  <a:pt x="1374007" y="48111"/>
                </a:cubicBezTo>
                <a:cubicBezTo>
                  <a:pt x="1375855" y="47650"/>
                  <a:pt x="1377318" y="46976"/>
                  <a:pt x="1378396" y="46091"/>
                </a:cubicBezTo>
                <a:cubicBezTo>
                  <a:pt x="1379475" y="45205"/>
                  <a:pt x="1379976" y="43915"/>
                  <a:pt x="1379900" y="42220"/>
                </a:cubicBezTo>
                <a:cubicBezTo>
                  <a:pt x="1379900" y="40448"/>
                  <a:pt x="1379611" y="39042"/>
                  <a:pt x="1379032" y="38003"/>
                </a:cubicBezTo>
                <a:cubicBezTo>
                  <a:pt x="1378454" y="36963"/>
                  <a:pt x="1377684" y="36155"/>
                  <a:pt x="1376721" y="35578"/>
                </a:cubicBezTo>
                <a:cubicBezTo>
                  <a:pt x="1375759" y="34999"/>
                  <a:pt x="1374642" y="34614"/>
                  <a:pt x="1373370" y="34421"/>
                </a:cubicBezTo>
                <a:cubicBezTo>
                  <a:pt x="1372100" y="34228"/>
                  <a:pt x="1370733" y="34132"/>
                  <a:pt x="1369270" y="34132"/>
                </a:cubicBezTo>
                <a:cubicBezTo>
                  <a:pt x="1366036" y="34132"/>
                  <a:pt x="1363494" y="34825"/>
                  <a:pt x="1361645" y="36212"/>
                </a:cubicBezTo>
                <a:cubicBezTo>
                  <a:pt x="1359797" y="37599"/>
                  <a:pt x="1358719" y="39910"/>
                  <a:pt x="1358411" y="43144"/>
                </a:cubicBezTo>
                <a:lnTo>
                  <a:pt x="1342006" y="43144"/>
                </a:lnTo>
                <a:moveTo>
                  <a:pt x="1379900" y="55274"/>
                </a:moveTo>
                <a:cubicBezTo>
                  <a:pt x="1379206" y="55891"/>
                  <a:pt x="1378340" y="56373"/>
                  <a:pt x="1377300" y="56719"/>
                </a:cubicBezTo>
                <a:cubicBezTo>
                  <a:pt x="1376259" y="57066"/>
                  <a:pt x="1375142" y="57355"/>
                  <a:pt x="1373948" y="57587"/>
                </a:cubicBezTo>
                <a:cubicBezTo>
                  <a:pt x="1372755" y="57817"/>
                  <a:pt x="1371504" y="58009"/>
                  <a:pt x="1370193" y="58163"/>
                </a:cubicBezTo>
                <a:cubicBezTo>
                  <a:pt x="1368884" y="58317"/>
                  <a:pt x="1367575" y="58509"/>
                  <a:pt x="1366266" y="58740"/>
                </a:cubicBezTo>
                <a:cubicBezTo>
                  <a:pt x="1365034" y="58971"/>
                  <a:pt x="1363821" y="59280"/>
                  <a:pt x="1362627" y="59665"/>
                </a:cubicBezTo>
                <a:cubicBezTo>
                  <a:pt x="1361433" y="60049"/>
                  <a:pt x="1360393" y="60569"/>
                  <a:pt x="1359507" y="61225"/>
                </a:cubicBezTo>
                <a:cubicBezTo>
                  <a:pt x="1358622" y="61880"/>
                  <a:pt x="1357910" y="62708"/>
                  <a:pt x="1357371" y="63709"/>
                </a:cubicBezTo>
                <a:cubicBezTo>
                  <a:pt x="1356831" y="64709"/>
                  <a:pt x="1356561" y="65980"/>
                  <a:pt x="1356561" y="67520"/>
                </a:cubicBezTo>
                <a:cubicBezTo>
                  <a:pt x="1356561" y="68983"/>
                  <a:pt x="1356831" y="70216"/>
                  <a:pt x="1357371" y="71217"/>
                </a:cubicBezTo>
                <a:cubicBezTo>
                  <a:pt x="1357910" y="72218"/>
                  <a:pt x="1358642" y="73008"/>
                  <a:pt x="1359565" y="73586"/>
                </a:cubicBezTo>
                <a:cubicBezTo>
                  <a:pt x="1360490" y="74163"/>
                  <a:pt x="1361569" y="74568"/>
                  <a:pt x="1362800" y="74799"/>
                </a:cubicBezTo>
                <a:cubicBezTo>
                  <a:pt x="1364033" y="75031"/>
                  <a:pt x="1365304" y="75146"/>
                  <a:pt x="1366613" y="75146"/>
                </a:cubicBezTo>
                <a:cubicBezTo>
                  <a:pt x="1369847" y="75146"/>
                  <a:pt x="1372350" y="74607"/>
                  <a:pt x="1374121" y="73530"/>
                </a:cubicBezTo>
                <a:cubicBezTo>
                  <a:pt x="1375893" y="72451"/>
                  <a:pt x="1377203" y="71161"/>
                  <a:pt x="1378050" y="69659"/>
                </a:cubicBezTo>
                <a:cubicBezTo>
                  <a:pt x="1378898" y="68157"/>
                  <a:pt x="1379418" y="66635"/>
                  <a:pt x="1379611" y="65095"/>
                </a:cubicBezTo>
                <a:cubicBezTo>
                  <a:pt x="1379803" y="63554"/>
                  <a:pt x="1379900" y="62322"/>
                  <a:pt x="1379900" y="61398"/>
                </a:cubicBezTo>
                <a:lnTo>
                  <a:pt x="1379900" y="55274"/>
                </a:lnTo>
                <a:close/>
                <a:moveTo>
                  <a:pt x="1498279" y="73898"/>
                </a:moveTo>
                <a:lnTo>
                  <a:pt x="1498279" y="61488"/>
                </a:lnTo>
                <a:lnTo>
                  <a:pt x="1439938" y="61488"/>
                </a:lnTo>
                <a:lnTo>
                  <a:pt x="1439938" y="73898"/>
                </a:lnTo>
                <a:lnTo>
                  <a:pt x="1498279" y="73898"/>
                </a:lnTo>
                <a:moveTo>
                  <a:pt x="1498279" y="49190"/>
                </a:moveTo>
                <a:lnTo>
                  <a:pt x="1498279" y="36780"/>
                </a:lnTo>
                <a:lnTo>
                  <a:pt x="1439938" y="36780"/>
                </a:lnTo>
                <a:lnTo>
                  <a:pt x="1439938" y="49190"/>
                </a:lnTo>
                <a:lnTo>
                  <a:pt x="1498279" y="491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torch.abs(a)…print('PyTorch:',">
            <a:extLst xmlns:a="http://schemas.openxmlformats.org/drawingml/2006/main">
              <a:ext uri="{FF2B5EF4-FFF2-40B4-BE49-F238E27FC236}">
                <a16:creationId xmlns:a16="http://schemas.microsoft.com/office/drawing/2014/main" id="{675677EF-4651-4446-9D47-4C77002A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094" y="4726423"/>
            <a:ext cx="1694698" cy="105375"/>
          </a:xfrm>
          <a:custGeom xmlns:a="http://schemas.openxmlformats.org/drawingml/2006/main">
            <a:pathLst>
              <a:path w="1694698" h="105375">
                <a:moveTo>
                  <a:pt x="26340" y="24821"/>
                </a:moveTo>
                <a:lnTo>
                  <a:pt x="26340" y="6882"/>
                </a:lnTo>
                <a:lnTo>
                  <a:pt x="9935" y="6882"/>
                </a:lnTo>
                <a:lnTo>
                  <a:pt x="9935" y="24821"/>
                </a:lnTo>
                <a:lnTo>
                  <a:pt x="0" y="24821"/>
                </a:lnTo>
                <a:lnTo>
                  <a:pt x="0" y="35764"/>
                </a:lnTo>
                <a:lnTo>
                  <a:pt x="9935" y="35764"/>
                </a:lnTo>
                <a:lnTo>
                  <a:pt x="9935" y="70981"/>
                </a:lnTo>
                <a:cubicBezTo>
                  <a:pt x="9935" y="73983"/>
                  <a:pt x="10436" y="76409"/>
                  <a:pt x="11437" y="78256"/>
                </a:cubicBezTo>
                <a:cubicBezTo>
                  <a:pt x="12439" y="80103"/>
                  <a:pt x="13805" y="81528"/>
                  <a:pt x="15538" y="82529"/>
                </a:cubicBezTo>
                <a:cubicBezTo>
                  <a:pt x="17271" y="83529"/>
                  <a:pt x="19274" y="84202"/>
                  <a:pt x="21545" y="84548"/>
                </a:cubicBezTo>
                <a:cubicBezTo>
                  <a:pt x="23818" y="84894"/>
                  <a:pt x="26226" y="85068"/>
                  <a:pt x="28768" y="85068"/>
                </a:cubicBezTo>
                <a:cubicBezTo>
                  <a:pt x="30385" y="85068"/>
                  <a:pt x="32041" y="85030"/>
                  <a:pt x="33735" y="84955"/>
                </a:cubicBezTo>
                <a:cubicBezTo>
                  <a:pt x="35430" y="84880"/>
                  <a:pt x="36970" y="84729"/>
                  <a:pt x="38356" y="84503"/>
                </a:cubicBezTo>
                <a:lnTo>
                  <a:pt x="38356" y="71744"/>
                </a:lnTo>
                <a:cubicBezTo>
                  <a:pt x="37586" y="71898"/>
                  <a:pt x="36778" y="72014"/>
                  <a:pt x="35930" y="72091"/>
                </a:cubicBezTo>
                <a:cubicBezTo>
                  <a:pt x="35083" y="72168"/>
                  <a:pt x="34197" y="72206"/>
                  <a:pt x="33274" y="72206"/>
                </a:cubicBezTo>
                <a:cubicBezTo>
                  <a:pt x="30500" y="72206"/>
                  <a:pt x="28651" y="71745"/>
                  <a:pt x="27726" y="70822"/>
                </a:cubicBezTo>
                <a:cubicBezTo>
                  <a:pt x="26802" y="69900"/>
                  <a:pt x="26340" y="68054"/>
                  <a:pt x="26340" y="65287"/>
                </a:cubicBezTo>
                <a:lnTo>
                  <a:pt x="26340" y="35764"/>
                </a:lnTo>
                <a:lnTo>
                  <a:pt x="38356" y="35764"/>
                </a:lnTo>
                <a:lnTo>
                  <a:pt x="38356" y="24821"/>
                </a:lnTo>
                <a:lnTo>
                  <a:pt x="26340" y="24821"/>
                </a:lnTo>
                <a:close/>
                <a:moveTo>
                  <a:pt x="60652" y="54720"/>
                </a:moveTo>
                <a:cubicBezTo>
                  <a:pt x="60652" y="52332"/>
                  <a:pt x="60883" y="49983"/>
                  <a:pt x="61345" y="47672"/>
                </a:cubicBezTo>
                <a:cubicBezTo>
                  <a:pt x="61807" y="45361"/>
                  <a:pt x="62596" y="43319"/>
                  <a:pt x="63712" y="41548"/>
                </a:cubicBezTo>
                <a:cubicBezTo>
                  <a:pt x="64830" y="39776"/>
                  <a:pt x="66313" y="38332"/>
                  <a:pt x="68162" y="37215"/>
                </a:cubicBezTo>
                <a:cubicBezTo>
                  <a:pt x="70010" y="36098"/>
                  <a:pt x="72321" y="35539"/>
                  <a:pt x="75093" y="35539"/>
                </a:cubicBezTo>
                <a:cubicBezTo>
                  <a:pt x="77867" y="35539"/>
                  <a:pt x="80197" y="36098"/>
                  <a:pt x="82083" y="37215"/>
                </a:cubicBezTo>
                <a:cubicBezTo>
                  <a:pt x="83970" y="38332"/>
                  <a:pt x="85472" y="39776"/>
                  <a:pt x="86589" y="41548"/>
                </a:cubicBezTo>
                <a:cubicBezTo>
                  <a:pt x="87706" y="43319"/>
                  <a:pt x="88496" y="45361"/>
                  <a:pt x="88958" y="47672"/>
                </a:cubicBezTo>
                <a:cubicBezTo>
                  <a:pt x="89420" y="49983"/>
                  <a:pt x="89651" y="52332"/>
                  <a:pt x="89651" y="54720"/>
                </a:cubicBezTo>
                <a:cubicBezTo>
                  <a:pt x="89651" y="57108"/>
                  <a:pt x="89420" y="59439"/>
                  <a:pt x="88958" y="61712"/>
                </a:cubicBezTo>
                <a:cubicBezTo>
                  <a:pt x="88496" y="63983"/>
                  <a:pt x="87706" y="66025"/>
                  <a:pt x="86589" y="67836"/>
                </a:cubicBezTo>
                <a:cubicBezTo>
                  <a:pt x="85472" y="69646"/>
                  <a:pt x="83970" y="71090"/>
                  <a:pt x="82083" y="72169"/>
                </a:cubicBezTo>
                <a:cubicBezTo>
                  <a:pt x="80197" y="73247"/>
                  <a:pt x="77867" y="73785"/>
                  <a:pt x="75093" y="73785"/>
                </a:cubicBezTo>
                <a:cubicBezTo>
                  <a:pt x="72321" y="73785"/>
                  <a:pt x="70010" y="73247"/>
                  <a:pt x="68162" y="72169"/>
                </a:cubicBezTo>
                <a:cubicBezTo>
                  <a:pt x="66313" y="71090"/>
                  <a:pt x="64830" y="69646"/>
                  <a:pt x="63712" y="67836"/>
                </a:cubicBezTo>
                <a:cubicBezTo>
                  <a:pt x="62596" y="66025"/>
                  <a:pt x="61807" y="63983"/>
                  <a:pt x="61345" y="61712"/>
                </a:cubicBezTo>
                <a:cubicBezTo>
                  <a:pt x="60883" y="59439"/>
                  <a:pt x="60652" y="57108"/>
                  <a:pt x="60652" y="54720"/>
                </a:cubicBezTo>
                <a:moveTo>
                  <a:pt x="44247" y="54722"/>
                </a:moveTo>
                <a:cubicBezTo>
                  <a:pt x="44247" y="59505"/>
                  <a:pt x="44979" y="63825"/>
                  <a:pt x="46442" y="67682"/>
                </a:cubicBezTo>
                <a:cubicBezTo>
                  <a:pt x="47905" y="71540"/>
                  <a:pt x="49985" y="74838"/>
                  <a:pt x="52681" y="77577"/>
                </a:cubicBezTo>
                <a:cubicBezTo>
                  <a:pt x="55377" y="80316"/>
                  <a:pt x="58611" y="82418"/>
                  <a:pt x="62385" y="83885"/>
                </a:cubicBezTo>
                <a:cubicBezTo>
                  <a:pt x="66160" y="85350"/>
                  <a:pt x="70396" y="86083"/>
                  <a:pt x="75093" y="86083"/>
                </a:cubicBezTo>
                <a:cubicBezTo>
                  <a:pt x="79792" y="86083"/>
                  <a:pt x="84047" y="85350"/>
                  <a:pt x="87860" y="83885"/>
                </a:cubicBezTo>
                <a:cubicBezTo>
                  <a:pt x="91672" y="82418"/>
                  <a:pt x="94926" y="80316"/>
                  <a:pt x="97622" y="77577"/>
                </a:cubicBezTo>
                <a:cubicBezTo>
                  <a:pt x="100318" y="74838"/>
                  <a:pt x="102398" y="71540"/>
                  <a:pt x="103861" y="67682"/>
                </a:cubicBezTo>
                <a:cubicBezTo>
                  <a:pt x="105324" y="63825"/>
                  <a:pt x="106056" y="59505"/>
                  <a:pt x="106056" y="54722"/>
                </a:cubicBezTo>
                <a:cubicBezTo>
                  <a:pt x="106056" y="49939"/>
                  <a:pt x="105324" y="45599"/>
                  <a:pt x="103861" y="41703"/>
                </a:cubicBezTo>
                <a:cubicBezTo>
                  <a:pt x="102398" y="37806"/>
                  <a:pt x="100318" y="34489"/>
                  <a:pt x="97622" y="31750"/>
                </a:cubicBezTo>
                <a:cubicBezTo>
                  <a:pt x="94926" y="29011"/>
                  <a:pt x="91672" y="26889"/>
                  <a:pt x="87860" y="25385"/>
                </a:cubicBezTo>
                <a:cubicBezTo>
                  <a:pt x="84047" y="23881"/>
                  <a:pt x="79792" y="23128"/>
                  <a:pt x="75093" y="23128"/>
                </a:cubicBezTo>
                <a:cubicBezTo>
                  <a:pt x="70396" y="23128"/>
                  <a:pt x="66160" y="23881"/>
                  <a:pt x="62385" y="25385"/>
                </a:cubicBezTo>
                <a:cubicBezTo>
                  <a:pt x="58611" y="26889"/>
                  <a:pt x="55377" y="29011"/>
                  <a:pt x="52681" y="31750"/>
                </a:cubicBezTo>
                <a:cubicBezTo>
                  <a:pt x="49985" y="34489"/>
                  <a:pt x="47905" y="37806"/>
                  <a:pt x="46442" y="41703"/>
                </a:cubicBezTo>
                <a:cubicBezTo>
                  <a:pt x="44979" y="45599"/>
                  <a:pt x="44247" y="49939"/>
                  <a:pt x="44247" y="54722"/>
                </a:cubicBezTo>
                <a:close/>
                <a:moveTo>
                  <a:pt x="116485" y="24731"/>
                </a:moveTo>
                <a:lnTo>
                  <a:pt x="116485" y="84503"/>
                </a:lnTo>
                <a:lnTo>
                  <a:pt x="132890" y="84503"/>
                </a:lnTo>
                <a:lnTo>
                  <a:pt x="132890" y="57557"/>
                </a:lnTo>
                <a:cubicBezTo>
                  <a:pt x="132890" y="54858"/>
                  <a:pt x="133160" y="52353"/>
                  <a:pt x="133699" y="50040"/>
                </a:cubicBezTo>
                <a:cubicBezTo>
                  <a:pt x="134239" y="47727"/>
                  <a:pt x="135144" y="45703"/>
                  <a:pt x="136414" y="43969"/>
                </a:cubicBezTo>
                <a:cubicBezTo>
                  <a:pt x="137685" y="42234"/>
                  <a:pt x="139359" y="40866"/>
                  <a:pt x="141438" y="39863"/>
                </a:cubicBezTo>
                <a:cubicBezTo>
                  <a:pt x="143518" y="38861"/>
                  <a:pt x="146060" y="38359"/>
                  <a:pt x="149064" y="38359"/>
                </a:cubicBezTo>
                <a:cubicBezTo>
                  <a:pt x="150066" y="38359"/>
                  <a:pt x="151105" y="38418"/>
                  <a:pt x="152183" y="38534"/>
                </a:cubicBezTo>
                <a:cubicBezTo>
                  <a:pt x="153262" y="38649"/>
                  <a:pt x="154186" y="38784"/>
                  <a:pt x="154956" y="38938"/>
                </a:cubicBezTo>
                <a:lnTo>
                  <a:pt x="154956" y="23705"/>
                </a:lnTo>
                <a:cubicBezTo>
                  <a:pt x="153646" y="23321"/>
                  <a:pt x="152453" y="23128"/>
                  <a:pt x="151375" y="23128"/>
                </a:cubicBezTo>
                <a:cubicBezTo>
                  <a:pt x="149295" y="23128"/>
                  <a:pt x="147293" y="23436"/>
                  <a:pt x="145368" y="24052"/>
                </a:cubicBezTo>
                <a:cubicBezTo>
                  <a:pt x="143443" y="24667"/>
                  <a:pt x="141633" y="25532"/>
                  <a:pt x="139938" y="26647"/>
                </a:cubicBezTo>
                <a:cubicBezTo>
                  <a:pt x="138243" y="27762"/>
                  <a:pt x="136741" y="29109"/>
                  <a:pt x="135432" y="30686"/>
                </a:cubicBezTo>
                <a:cubicBezTo>
                  <a:pt x="134123" y="32263"/>
                  <a:pt x="133083" y="33975"/>
                  <a:pt x="132312" y="35821"/>
                </a:cubicBezTo>
                <a:lnTo>
                  <a:pt x="132081" y="35821"/>
                </a:lnTo>
                <a:lnTo>
                  <a:pt x="132081" y="24731"/>
                </a:lnTo>
                <a:lnTo>
                  <a:pt x="116485" y="24731"/>
                </a:lnTo>
                <a:close/>
                <a:moveTo>
                  <a:pt x="201527" y="45806"/>
                </a:moveTo>
                <a:lnTo>
                  <a:pt x="217585" y="45806"/>
                </a:lnTo>
                <a:cubicBezTo>
                  <a:pt x="217355" y="41949"/>
                  <a:pt x="216430" y="38613"/>
                  <a:pt x="214812" y="35798"/>
                </a:cubicBezTo>
                <a:cubicBezTo>
                  <a:pt x="213195" y="32982"/>
                  <a:pt x="211096" y="30629"/>
                  <a:pt x="208515" y="28740"/>
                </a:cubicBezTo>
                <a:cubicBezTo>
                  <a:pt x="205936" y="26850"/>
                  <a:pt x="203009" y="25442"/>
                  <a:pt x="199736" y="24518"/>
                </a:cubicBezTo>
                <a:cubicBezTo>
                  <a:pt x="196463" y="23591"/>
                  <a:pt x="193055" y="23128"/>
                  <a:pt x="189512" y="23128"/>
                </a:cubicBezTo>
                <a:cubicBezTo>
                  <a:pt x="184659" y="23128"/>
                  <a:pt x="180346" y="23939"/>
                  <a:pt x="176571" y="25559"/>
                </a:cubicBezTo>
                <a:cubicBezTo>
                  <a:pt x="172797" y="27179"/>
                  <a:pt x="169601" y="29435"/>
                  <a:pt x="166983" y="32329"/>
                </a:cubicBezTo>
                <a:cubicBezTo>
                  <a:pt x="164364" y="35222"/>
                  <a:pt x="162381" y="38656"/>
                  <a:pt x="161033" y="42629"/>
                </a:cubicBezTo>
                <a:cubicBezTo>
                  <a:pt x="159685" y="46601"/>
                  <a:pt x="159011" y="50902"/>
                  <a:pt x="159011" y="55531"/>
                </a:cubicBezTo>
                <a:cubicBezTo>
                  <a:pt x="159011" y="60006"/>
                  <a:pt x="159743" y="64115"/>
                  <a:pt x="161206" y="67857"/>
                </a:cubicBezTo>
                <a:cubicBezTo>
                  <a:pt x="162669" y="71598"/>
                  <a:pt x="164710" y="74818"/>
                  <a:pt x="167328" y="77519"/>
                </a:cubicBezTo>
                <a:cubicBezTo>
                  <a:pt x="169948" y="80220"/>
                  <a:pt x="173125" y="82322"/>
                  <a:pt x="176860" y="83827"/>
                </a:cubicBezTo>
                <a:cubicBezTo>
                  <a:pt x="180596" y="85331"/>
                  <a:pt x="184698" y="86083"/>
                  <a:pt x="189165" y="86083"/>
                </a:cubicBezTo>
                <a:cubicBezTo>
                  <a:pt x="197097" y="86083"/>
                  <a:pt x="203605" y="83995"/>
                  <a:pt x="208688" y="79820"/>
                </a:cubicBezTo>
                <a:cubicBezTo>
                  <a:pt x="213772" y="75643"/>
                  <a:pt x="216854" y="69588"/>
                  <a:pt x="217932" y="61655"/>
                </a:cubicBezTo>
                <a:lnTo>
                  <a:pt x="202104" y="61655"/>
                </a:lnTo>
                <a:cubicBezTo>
                  <a:pt x="201566" y="65353"/>
                  <a:pt x="200237" y="68299"/>
                  <a:pt x="198118" y="70494"/>
                </a:cubicBezTo>
                <a:cubicBezTo>
                  <a:pt x="196000" y="72688"/>
                  <a:pt x="192978" y="73785"/>
                  <a:pt x="189050" y="73785"/>
                </a:cubicBezTo>
                <a:cubicBezTo>
                  <a:pt x="186508" y="73785"/>
                  <a:pt x="184351" y="73208"/>
                  <a:pt x="182579" y="72053"/>
                </a:cubicBezTo>
                <a:cubicBezTo>
                  <a:pt x="180808" y="70897"/>
                  <a:pt x="179402" y="69415"/>
                  <a:pt x="178362" y="67605"/>
                </a:cubicBezTo>
                <a:cubicBezTo>
                  <a:pt x="177323" y="65794"/>
                  <a:pt x="176572" y="63771"/>
                  <a:pt x="176109" y="61537"/>
                </a:cubicBezTo>
                <a:cubicBezTo>
                  <a:pt x="175647" y="59303"/>
                  <a:pt x="175416" y="57108"/>
                  <a:pt x="175416" y="54951"/>
                </a:cubicBezTo>
                <a:cubicBezTo>
                  <a:pt x="175416" y="52717"/>
                  <a:pt x="175647" y="50464"/>
                  <a:pt x="176109" y="48192"/>
                </a:cubicBezTo>
                <a:cubicBezTo>
                  <a:pt x="176572" y="45920"/>
                  <a:pt x="177362" y="43839"/>
                  <a:pt x="178478" y="41952"/>
                </a:cubicBezTo>
                <a:cubicBezTo>
                  <a:pt x="179595" y="40065"/>
                  <a:pt x="181038" y="38524"/>
                  <a:pt x="182810" y="37330"/>
                </a:cubicBezTo>
                <a:cubicBezTo>
                  <a:pt x="184582" y="36136"/>
                  <a:pt x="186777" y="35539"/>
                  <a:pt x="189396" y="35539"/>
                </a:cubicBezTo>
                <a:cubicBezTo>
                  <a:pt x="196405" y="35539"/>
                  <a:pt x="200449" y="38961"/>
                  <a:pt x="201527" y="45806"/>
                </a:cubicBezTo>
                <a:close/>
                <a:moveTo>
                  <a:pt x="226659" y="2031"/>
                </a:moveTo>
                <a:lnTo>
                  <a:pt x="226659" y="84503"/>
                </a:lnTo>
                <a:lnTo>
                  <a:pt x="243064" y="84503"/>
                </a:lnTo>
                <a:lnTo>
                  <a:pt x="243064" y="53199"/>
                </a:lnTo>
                <a:cubicBezTo>
                  <a:pt x="243064" y="47115"/>
                  <a:pt x="244065" y="42745"/>
                  <a:pt x="246068" y="40089"/>
                </a:cubicBezTo>
                <a:cubicBezTo>
                  <a:pt x="248070" y="37432"/>
                  <a:pt x="251305" y="36103"/>
                  <a:pt x="255772" y="36103"/>
                </a:cubicBezTo>
                <a:cubicBezTo>
                  <a:pt x="259701" y="36103"/>
                  <a:pt x="262435" y="37316"/>
                  <a:pt x="263974" y="39741"/>
                </a:cubicBezTo>
                <a:cubicBezTo>
                  <a:pt x="265515" y="42167"/>
                  <a:pt x="266286" y="45844"/>
                  <a:pt x="266286" y="50773"/>
                </a:cubicBezTo>
                <a:lnTo>
                  <a:pt x="266286" y="84503"/>
                </a:lnTo>
                <a:lnTo>
                  <a:pt x="282691" y="84503"/>
                </a:lnTo>
                <a:lnTo>
                  <a:pt x="282691" y="47748"/>
                </a:lnTo>
                <a:cubicBezTo>
                  <a:pt x="282691" y="44050"/>
                  <a:pt x="282363" y="40679"/>
                  <a:pt x="281709" y="37635"/>
                </a:cubicBezTo>
                <a:cubicBezTo>
                  <a:pt x="281054" y="34591"/>
                  <a:pt x="279918" y="32010"/>
                  <a:pt x="278299" y="29891"/>
                </a:cubicBezTo>
                <a:cubicBezTo>
                  <a:pt x="276682" y="27772"/>
                  <a:pt x="274468" y="26115"/>
                  <a:pt x="271657" y="24921"/>
                </a:cubicBezTo>
                <a:cubicBezTo>
                  <a:pt x="268846" y="23726"/>
                  <a:pt x="265245" y="23128"/>
                  <a:pt x="260856" y="23128"/>
                </a:cubicBezTo>
                <a:cubicBezTo>
                  <a:pt x="257775" y="23128"/>
                  <a:pt x="254616" y="23920"/>
                  <a:pt x="251381" y="25503"/>
                </a:cubicBezTo>
                <a:cubicBezTo>
                  <a:pt x="248147" y="27086"/>
                  <a:pt x="245490" y="29615"/>
                  <a:pt x="243411" y="33090"/>
                </a:cubicBezTo>
                <a:lnTo>
                  <a:pt x="243064" y="33090"/>
                </a:lnTo>
                <a:lnTo>
                  <a:pt x="243064" y="2031"/>
                </a:lnTo>
                <a:lnTo>
                  <a:pt x="226659" y="2031"/>
                </a:lnTo>
                <a:close/>
                <a:moveTo>
                  <a:pt x="295445" y="66678"/>
                </a:moveTo>
                <a:lnTo>
                  <a:pt x="295445" y="84503"/>
                </a:lnTo>
                <a:lnTo>
                  <a:pt x="313583" y="84503"/>
                </a:lnTo>
                <a:lnTo>
                  <a:pt x="313583" y="66678"/>
                </a:lnTo>
                <a:lnTo>
                  <a:pt x="295445" y="66678"/>
                </a:lnTo>
                <a:close/>
                <a:moveTo>
                  <a:pt x="326194" y="43144"/>
                </a:moveTo>
                <a:cubicBezTo>
                  <a:pt x="326424" y="39293"/>
                  <a:pt x="327387" y="36096"/>
                  <a:pt x="329081" y="33556"/>
                </a:cubicBezTo>
                <a:cubicBezTo>
                  <a:pt x="330776" y="31014"/>
                  <a:pt x="332933" y="28972"/>
                  <a:pt x="335551" y="27432"/>
                </a:cubicBezTo>
                <a:cubicBezTo>
                  <a:pt x="338169" y="25891"/>
                  <a:pt x="341115" y="24793"/>
                  <a:pt x="344388" y="24139"/>
                </a:cubicBezTo>
                <a:cubicBezTo>
                  <a:pt x="347662" y="23484"/>
                  <a:pt x="350955" y="23157"/>
                  <a:pt x="354267" y="23157"/>
                </a:cubicBezTo>
                <a:cubicBezTo>
                  <a:pt x="357271" y="23157"/>
                  <a:pt x="360313" y="23369"/>
                  <a:pt x="363393" y="23793"/>
                </a:cubicBezTo>
                <a:cubicBezTo>
                  <a:pt x="366475" y="24216"/>
                  <a:pt x="369286" y="25044"/>
                  <a:pt x="371827" y="26277"/>
                </a:cubicBezTo>
                <a:cubicBezTo>
                  <a:pt x="374369" y="27509"/>
                  <a:pt x="376448" y="29222"/>
                  <a:pt x="378065" y="31417"/>
                </a:cubicBezTo>
                <a:cubicBezTo>
                  <a:pt x="379684" y="33613"/>
                  <a:pt x="380493" y="36520"/>
                  <a:pt x="380493" y="40140"/>
                </a:cubicBezTo>
                <a:lnTo>
                  <a:pt x="380493" y="71217"/>
                </a:lnTo>
                <a:cubicBezTo>
                  <a:pt x="380493" y="73913"/>
                  <a:pt x="380647" y="76493"/>
                  <a:pt x="380955" y="78958"/>
                </a:cubicBezTo>
                <a:cubicBezTo>
                  <a:pt x="381263" y="81422"/>
                  <a:pt x="381801" y="83271"/>
                  <a:pt x="382571" y="84503"/>
                </a:cubicBezTo>
                <a:lnTo>
                  <a:pt x="365935" y="84503"/>
                </a:lnTo>
                <a:cubicBezTo>
                  <a:pt x="365627" y="83580"/>
                  <a:pt x="365377" y="82637"/>
                  <a:pt x="365184" y="81674"/>
                </a:cubicBezTo>
                <a:cubicBezTo>
                  <a:pt x="364992" y="80710"/>
                  <a:pt x="364857" y="79728"/>
                  <a:pt x="364781" y="78727"/>
                </a:cubicBezTo>
                <a:cubicBezTo>
                  <a:pt x="362162" y="81423"/>
                  <a:pt x="359081" y="83310"/>
                  <a:pt x="355538" y="84389"/>
                </a:cubicBezTo>
                <a:cubicBezTo>
                  <a:pt x="351995" y="85467"/>
                  <a:pt x="348374" y="86005"/>
                  <a:pt x="344677" y="86005"/>
                </a:cubicBezTo>
                <a:cubicBezTo>
                  <a:pt x="341828" y="86005"/>
                  <a:pt x="339171" y="85659"/>
                  <a:pt x="336706" y="84965"/>
                </a:cubicBezTo>
                <a:cubicBezTo>
                  <a:pt x="334241" y="84272"/>
                  <a:pt x="332085" y="83194"/>
                  <a:pt x="330236" y="81731"/>
                </a:cubicBezTo>
                <a:cubicBezTo>
                  <a:pt x="328389" y="80267"/>
                  <a:pt x="326945" y="78419"/>
                  <a:pt x="325905" y="76186"/>
                </a:cubicBezTo>
                <a:cubicBezTo>
                  <a:pt x="324865" y="73952"/>
                  <a:pt x="324345" y="71295"/>
                  <a:pt x="324345" y="68213"/>
                </a:cubicBezTo>
                <a:cubicBezTo>
                  <a:pt x="324345" y="64825"/>
                  <a:pt x="324942" y="62033"/>
                  <a:pt x="326136" y="59838"/>
                </a:cubicBezTo>
                <a:cubicBezTo>
                  <a:pt x="327330" y="57642"/>
                  <a:pt x="328870" y="55890"/>
                  <a:pt x="330756" y="54581"/>
                </a:cubicBezTo>
                <a:cubicBezTo>
                  <a:pt x="332643" y="53272"/>
                  <a:pt x="334800" y="52290"/>
                  <a:pt x="337226" y="51635"/>
                </a:cubicBezTo>
                <a:cubicBezTo>
                  <a:pt x="339653" y="50981"/>
                  <a:pt x="342098" y="50461"/>
                  <a:pt x="344563" y="50077"/>
                </a:cubicBezTo>
                <a:cubicBezTo>
                  <a:pt x="347027" y="49692"/>
                  <a:pt x="349453" y="49383"/>
                  <a:pt x="351840" y="49151"/>
                </a:cubicBezTo>
                <a:cubicBezTo>
                  <a:pt x="354228" y="48920"/>
                  <a:pt x="356346" y="48573"/>
                  <a:pt x="358195" y="48111"/>
                </a:cubicBezTo>
                <a:cubicBezTo>
                  <a:pt x="360043" y="47650"/>
                  <a:pt x="361506" y="46976"/>
                  <a:pt x="362584" y="46091"/>
                </a:cubicBezTo>
                <a:cubicBezTo>
                  <a:pt x="363663" y="45205"/>
                  <a:pt x="364164" y="43915"/>
                  <a:pt x="364088" y="42220"/>
                </a:cubicBezTo>
                <a:cubicBezTo>
                  <a:pt x="364088" y="40448"/>
                  <a:pt x="363799" y="39042"/>
                  <a:pt x="363221" y="38003"/>
                </a:cubicBezTo>
                <a:cubicBezTo>
                  <a:pt x="362642" y="36963"/>
                  <a:pt x="361872" y="36155"/>
                  <a:pt x="360909" y="35578"/>
                </a:cubicBezTo>
                <a:cubicBezTo>
                  <a:pt x="359947" y="34999"/>
                  <a:pt x="358830" y="34614"/>
                  <a:pt x="357558" y="34421"/>
                </a:cubicBezTo>
                <a:cubicBezTo>
                  <a:pt x="356288" y="34228"/>
                  <a:pt x="354921" y="34132"/>
                  <a:pt x="353458" y="34132"/>
                </a:cubicBezTo>
                <a:cubicBezTo>
                  <a:pt x="350224" y="34132"/>
                  <a:pt x="347682" y="34825"/>
                  <a:pt x="345834" y="36212"/>
                </a:cubicBezTo>
                <a:cubicBezTo>
                  <a:pt x="343985" y="37599"/>
                  <a:pt x="342907" y="39910"/>
                  <a:pt x="342599" y="43144"/>
                </a:cubicBezTo>
                <a:lnTo>
                  <a:pt x="326194" y="43144"/>
                </a:lnTo>
                <a:moveTo>
                  <a:pt x="364088" y="55274"/>
                </a:moveTo>
                <a:cubicBezTo>
                  <a:pt x="363394" y="55891"/>
                  <a:pt x="362528" y="56373"/>
                  <a:pt x="361488" y="56719"/>
                </a:cubicBezTo>
                <a:cubicBezTo>
                  <a:pt x="360448" y="57066"/>
                  <a:pt x="359331" y="57355"/>
                  <a:pt x="358136" y="57587"/>
                </a:cubicBezTo>
                <a:cubicBezTo>
                  <a:pt x="356944" y="57817"/>
                  <a:pt x="355692" y="58009"/>
                  <a:pt x="354382" y="58163"/>
                </a:cubicBezTo>
                <a:cubicBezTo>
                  <a:pt x="353072" y="58317"/>
                  <a:pt x="351763" y="58509"/>
                  <a:pt x="350454" y="58740"/>
                </a:cubicBezTo>
                <a:cubicBezTo>
                  <a:pt x="349222" y="58971"/>
                  <a:pt x="348010" y="59280"/>
                  <a:pt x="346816" y="59665"/>
                </a:cubicBezTo>
                <a:cubicBezTo>
                  <a:pt x="345621" y="60049"/>
                  <a:pt x="344581" y="60569"/>
                  <a:pt x="343695" y="61225"/>
                </a:cubicBezTo>
                <a:cubicBezTo>
                  <a:pt x="342810" y="61880"/>
                  <a:pt x="342098" y="62708"/>
                  <a:pt x="341559" y="63709"/>
                </a:cubicBezTo>
                <a:cubicBezTo>
                  <a:pt x="341019" y="64709"/>
                  <a:pt x="340750" y="65980"/>
                  <a:pt x="340750" y="67520"/>
                </a:cubicBezTo>
                <a:cubicBezTo>
                  <a:pt x="340750" y="68983"/>
                  <a:pt x="341019" y="70216"/>
                  <a:pt x="341559" y="71217"/>
                </a:cubicBezTo>
                <a:cubicBezTo>
                  <a:pt x="342098" y="72218"/>
                  <a:pt x="342830" y="73008"/>
                  <a:pt x="343753" y="73586"/>
                </a:cubicBezTo>
                <a:cubicBezTo>
                  <a:pt x="344678" y="74163"/>
                  <a:pt x="345757" y="74568"/>
                  <a:pt x="346988" y="74799"/>
                </a:cubicBezTo>
                <a:cubicBezTo>
                  <a:pt x="348221" y="75031"/>
                  <a:pt x="349492" y="75146"/>
                  <a:pt x="350801" y="75146"/>
                </a:cubicBezTo>
                <a:cubicBezTo>
                  <a:pt x="354036" y="75146"/>
                  <a:pt x="356538" y="74607"/>
                  <a:pt x="358309" y="73530"/>
                </a:cubicBezTo>
                <a:cubicBezTo>
                  <a:pt x="360081" y="72451"/>
                  <a:pt x="361391" y="71161"/>
                  <a:pt x="362239" y="69659"/>
                </a:cubicBezTo>
                <a:cubicBezTo>
                  <a:pt x="363086" y="68157"/>
                  <a:pt x="363606" y="66635"/>
                  <a:pt x="363799" y="65095"/>
                </a:cubicBezTo>
                <a:cubicBezTo>
                  <a:pt x="363991" y="63554"/>
                  <a:pt x="364088" y="62322"/>
                  <a:pt x="364088" y="61398"/>
                </a:cubicBezTo>
                <a:lnTo>
                  <a:pt x="364088" y="55274"/>
                </a:lnTo>
                <a:close/>
                <a:moveTo>
                  <a:pt x="436470" y="54720"/>
                </a:moveTo>
                <a:cubicBezTo>
                  <a:pt x="436470" y="57185"/>
                  <a:pt x="436200" y="59573"/>
                  <a:pt x="435661" y="61884"/>
                </a:cubicBezTo>
                <a:cubicBezTo>
                  <a:pt x="435121" y="64195"/>
                  <a:pt x="434274" y="66236"/>
                  <a:pt x="433119" y="68009"/>
                </a:cubicBezTo>
                <a:cubicBezTo>
                  <a:pt x="431964" y="69780"/>
                  <a:pt x="430519" y="71185"/>
                  <a:pt x="428786" y="72225"/>
                </a:cubicBezTo>
                <a:cubicBezTo>
                  <a:pt x="427053" y="73265"/>
                  <a:pt x="424955" y="73785"/>
                  <a:pt x="422491" y="73785"/>
                </a:cubicBezTo>
                <a:cubicBezTo>
                  <a:pt x="420103" y="73785"/>
                  <a:pt x="418023" y="73265"/>
                  <a:pt x="416252" y="72225"/>
                </a:cubicBezTo>
                <a:cubicBezTo>
                  <a:pt x="414481" y="71185"/>
                  <a:pt x="413018" y="69780"/>
                  <a:pt x="411862" y="68009"/>
                </a:cubicBezTo>
                <a:cubicBezTo>
                  <a:pt x="410707" y="66236"/>
                  <a:pt x="409860" y="64195"/>
                  <a:pt x="409320" y="61884"/>
                </a:cubicBezTo>
                <a:cubicBezTo>
                  <a:pt x="408781" y="59573"/>
                  <a:pt x="408511" y="57185"/>
                  <a:pt x="408511" y="54720"/>
                </a:cubicBezTo>
                <a:cubicBezTo>
                  <a:pt x="408511" y="52178"/>
                  <a:pt x="408781" y="49752"/>
                  <a:pt x="409320" y="47442"/>
                </a:cubicBezTo>
                <a:cubicBezTo>
                  <a:pt x="409860" y="45130"/>
                  <a:pt x="410707" y="43088"/>
                  <a:pt x="411862" y="41317"/>
                </a:cubicBezTo>
                <a:cubicBezTo>
                  <a:pt x="413018" y="39545"/>
                  <a:pt x="414481" y="38139"/>
                  <a:pt x="416252" y="37099"/>
                </a:cubicBezTo>
                <a:cubicBezTo>
                  <a:pt x="418023" y="36059"/>
                  <a:pt x="420103" y="35539"/>
                  <a:pt x="422491" y="35539"/>
                </a:cubicBezTo>
                <a:cubicBezTo>
                  <a:pt x="424955" y="35539"/>
                  <a:pt x="427053" y="36059"/>
                  <a:pt x="428786" y="37099"/>
                </a:cubicBezTo>
                <a:cubicBezTo>
                  <a:pt x="430519" y="38139"/>
                  <a:pt x="431964" y="39545"/>
                  <a:pt x="433119" y="41317"/>
                </a:cubicBezTo>
                <a:cubicBezTo>
                  <a:pt x="434274" y="43088"/>
                  <a:pt x="435121" y="45130"/>
                  <a:pt x="435661" y="47442"/>
                </a:cubicBezTo>
                <a:cubicBezTo>
                  <a:pt x="436200" y="49752"/>
                  <a:pt x="436470" y="52178"/>
                  <a:pt x="436470" y="54720"/>
                </a:cubicBezTo>
                <a:moveTo>
                  <a:pt x="392685" y="2031"/>
                </a:moveTo>
                <a:lnTo>
                  <a:pt x="392685" y="84542"/>
                </a:lnTo>
                <a:lnTo>
                  <a:pt x="408280" y="84542"/>
                </a:lnTo>
                <a:lnTo>
                  <a:pt x="408280" y="76918"/>
                </a:lnTo>
                <a:lnTo>
                  <a:pt x="408511" y="76918"/>
                </a:lnTo>
                <a:cubicBezTo>
                  <a:pt x="410282" y="80244"/>
                  <a:pt x="412901" y="82603"/>
                  <a:pt x="416367" y="83996"/>
                </a:cubicBezTo>
                <a:cubicBezTo>
                  <a:pt x="419833" y="85387"/>
                  <a:pt x="423762" y="86083"/>
                  <a:pt x="428151" y="86083"/>
                </a:cubicBezTo>
                <a:cubicBezTo>
                  <a:pt x="431155" y="86083"/>
                  <a:pt x="434120" y="85466"/>
                  <a:pt x="437046" y="84232"/>
                </a:cubicBezTo>
                <a:cubicBezTo>
                  <a:pt x="439974" y="82997"/>
                  <a:pt x="442612" y="81106"/>
                  <a:pt x="444962" y="78561"/>
                </a:cubicBezTo>
                <a:cubicBezTo>
                  <a:pt x="447311" y="76015"/>
                  <a:pt x="449217" y="72756"/>
                  <a:pt x="450680" y="68782"/>
                </a:cubicBezTo>
                <a:cubicBezTo>
                  <a:pt x="452143" y="64809"/>
                  <a:pt x="452875" y="60083"/>
                  <a:pt x="452875" y="54606"/>
                </a:cubicBezTo>
                <a:cubicBezTo>
                  <a:pt x="452875" y="49128"/>
                  <a:pt x="452143" y="44402"/>
                  <a:pt x="450680" y="40429"/>
                </a:cubicBezTo>
                <a:cubicBezTo>
                  <a:pt x="449217" y="36456"/>
                  <a:pt x="447311" y="33196"/>
                  <a:pt x="444962" y="30650"/>
                </a:cubicBezTo>
                <a:cubicBezTo>
                  <a:pt x="442612" y="28105"/>
                  <a:pt x="439974" y="26215"/>
                  <a:pt x="437046" y="24981"/>
                </a:cubicBezTo>
                <a:cubicBezTo>
                  <a:pt x="434120" y="23746"/>
                  <a:pt x="431155" y="23128"/>
                  <a:pt x="428151" y="23128"/>
                </a:cubicBezTo>
                <a:cubicBezTo>
                  <a:pt x="424455" y="23128"/>
                  <a:pt x="420893" y="23844"/>
                  <a:pt x="417465" y="25274"/>
                </a:cubicBezTo>
                <a:cubicBezTo>
                  <a:pt x="414038" y="26704"/>
                  <a:pt x="411323" y="28966"/>
                  <a:pt x="409320" y="32059"/>
                </a:cubicBezTo>
                <a:lnTo>
                  <a:pt x="409090" y="32059"/>
                </a:lnTo>
                <a:lnTo>
                  <a:pt x="409090" y="2031"/>
                </a:lnTo>
                <a:lnTo>
                  <a:pt x="392685" y="2031"/>
                </a:lnTo>
                <a:close/>
                <a:moveTo>
                  <a:pt x="475782" y="65098"/>
                </a:moveTo>
                <a:lnTo>
                  <a:pt x="460186" y="65098"/>
                </a:lnTo>
                <a:cubicBezTo>
                  <a:pt x="460340" y="69096"/>
                  <a:pt x="461245" y="72422"/>
                  <a:pt x="462901" y="75074"/>
                </a:cubicBezTo>
                <a:cubicBezTo>
                  <a:pt x="464556" y="77725"/>
                  <a:pt x="466674" y="79858"/>
                  <a:pt x="469254" y="81473"/>
                </a:cubicBezTo>
                <a:cubicBezTo>
                  <a:pt x="471835" y="83088"/>
                  <a:pt x="474781" y="84241"/>
                  <a:pt x="478093" y="84932"/>
                </a:cubicBezTo>
                <a:cubicBezTo>
                  <a:pt x="481405" y="85624"/>
                  <a:pt x="484793" y="85970"/>
                  <a:pt x="488259" y="85970"/>
                </a:cubicBezTo>
                <a:cubicBezTo>
                  <a:pt x="491647" y="85970"/>
                  <a:pt x="494978" y="85642"/>
                  <a:pt x="498251" y="84986"/>
                </a:cubicBezTo>
                <a:cubicBezTo>
                  <a:pt x="501525" y="84332"/>
                  <a:pt x="504433" y="83195"/>
                  <a:pt x="506973" y="81577"/>
                </a:cubicBezTo>
                <a:cubicBezTo>
                  <a:pt x="509515" y="79959"/>
                  <a:pt x="511576" y="77821"/>
                  <a:pt x="513154" y="75162"/>
                </a:cubicBezTo>
                <a:cubicBezTo>
                  <a:pt x="514733" y="72504"/>
                  <a:pt x="515523" y="69210"/>
                  <a:pt x="515523" y="65280"/>
                </a:cubicBezTo>
                <a:cubicBezTo>
                  <a:pt x="515523" y="62506"/>
                  <a:pt x="514984" y="60176"/>
                  <a:pt x="513905" y="58288"/>
                </a:cubicBezTo>
                <a:cubicBezTo>
                  <a:pt x="512827" y="56400"/>
                  <a:pt x="511402" y="54820"/>
                  <a:pt x="509630" y="53548"/>
                </a:cubicBezTo>
                <a:cubicBezTo>
                  <a:pt x="507859" y="52276"/>
                  <a:pt x="505837" y="51256"/>
                  <a:pt x="503566" y="50486"/>
                </a:cubicBezTo>
                <a:cubicBezTo>
                  <a:pt x="501294" y="49715"/>
                  <a:pt x="498964" y="49060"/>
                  <a:pt x="496576" y="48520"/>
                </a:cubicBezTo>
                <a:cubicBezTo>
                  <a:pt x="494266" y="47981"/>
                  <a:pt x="491993" y="47480"/>
                  <a:pt x="489759" y="47018"/>
                </a:cubicBezTo>
                <a:cubicBezTo>
                  <a:pt x="487526" y="46555"/>
                  <a:pt x="485543" y="46035"/>
                  <a:pt x="483810" y="45458"/>
                </a:cubicBezTo>
                <a:cubicBezTo>
                  <a:pt x="482077" y="44880"/>
                  <a:pt x="480672" y="44129"/>
                  <a:pt x="479593" y="43204"/>
                </a:cubicBezTo>
                <a:cubicBezTo>
                  <a:pt x="478515" y="42279"/>
                  <a:pt x="477976" y="41084"/>
                  <a:pt x="477976" y="39620"/>
                </a:cubicBezTo>
                <a:cubicBezTo>
                  <a:pt x="477976" y="38387"/>
                  <a:pt x="478284" y="37405"/>
                  <a:pt x="478900" y="36672"/>
                </a:cubicBezTo>
                <a:cubicBezTo>
                  <a:pt x="479517" y="35940"/>
                  <a:pt x="480268" y="35382"/>
                  <a:pt x="481153" y="34998"/>
                </a:cubicBezTo>
                <a:cubicBezTo>
                  <a:pt x="482039" y="34612"/>
                  <a:pt x="483021" y="34362"/>
                  <a:pt x="484099" y="34247"/>
                </a:cubicBezTo>
                <a:cubicBezTo>
                  <a:pt x="485178" y="34130"/>
                  <a:pt x="486179" y="34072"/>
                  <a:pt x="487103" y="34072"/>
                </a:cubicBezTo>
                <a:cubicBezTo>
                  <a:pt x="490029" y="34072"/>
                  <a:pt x="492570" y="34633"/>
                  <a:pt x="494727" y="35756"/>
                </a:cubicBezTo>
                <a:cubicBezTo>
                  <a:pt x="496883" y="36877"/>
                  <a:pt x="498077" y="39023"/>
                  <a:pt x="498309" y="42195"/>
                </a:cubicBezTo>
                <a:lnTo>
                  <a:pt x="513907" y="42195"/>
                </a:lnTo>
                <a:cubicBezTo>
                  <a:pt x="513599" y="38498"/>
                  <a:pt x="512655" y="35436"/>
                  <a:pt x="511075" y="33009"/>
                </a:cubicBezTo>
                <a:cubicBezTo>
                  <a:pt x="509497" y="30582"/>
                  <a:pt x="507514" y="28637"/>
                  <a:pt x="505126" y="27174"/>
                </a:cubicBezTo>
                <a:cubicBezTo>
                  <a:pt x="502739" y="25710"/>
                  <a:pt x="500024" y="24670"/>
                  <a:pt x="496982" y="24054"/>
                </a:cubicBezTo>
                <a:cubicBezTo>
                  <a:pt x="493939" y="23437"/>
                  <a:pt x="490800" y="23128"/>
                  <a:pt x="487566" y="23128"/>
                </a:cubicBezTo>
                <a:cubicBezTo>
                  <a:pt x="484331" y="23128"/>
                  <a:pt x="481172" y="23418"/>
                  <a:pt x="478091" y="23996"/>
                </a:cubicBezTo>
                <a:cubicBezTo>
                  <a:pt x="475011" y="24573"/>
                  <a:pt x="472238" y="25574"/>
                  <a:pt x="469774" y="27000"/>
                </a:cubicBezTo>
                <a:cubicBezTo>
                  <a:pt x="467309" y="28425"/>
                  <a:pt x="465326" y="30371"/>
                  <a:pt x="463824" y="32836"/>
                </a:cubicBezTo>
                <a:cubicBezTo>
                  <a:pt x="462322" y="35302"/>
                  <a:pt x="461571" y="38462"/>
                  <a:pt x="461571" y="42315"/>
                </a:cubicBezTo>
                <a:cubicBezTo>
                  <a:pt x="461571" y="44935"/>
                  <a:pt x="462110" y="47150"/>
                  <a:pt x="463188" y="48961"/>
                </a:cubicBezTo>
                <a:cubicBezTo>
                  <a:pt x="464267" y="50771"/>
                  <a:pt x="465692" y="52273"/>
                  <a:pt x="467463" y="53469"/>
                </a:cubicBezTo>
                <a:cubicBezTo>
                  <a:pt x="469235" y="54663"/>
                  <a:pt x="471257" y="55626"/>
                  <a:pt x="473529" y="56358"/>
                </a:cubicBezTo>
                <a:cubicBezTo>
                  <a:pt x="475800" y="57090"/>
                  <a:pt x="478130" y="57726"/>
                  <a:pt x="480518" y="58265"/>
                </a:cubicBezTo>
                <a:cubicBezTo>
                  <a:pt x="486371" y="59498"/>
                  <a:pt x="490934" y="60731"/>
                  <a:pt x="494207" y="61964"/>
                </a:cubicBezTo>
                <a:cubicBezTo>
                  <a:pt x="497481" y="63197"/>
                  <a:pt x="499118" y="65046"/>
                  <a:pt x="499118" y="67511"/>
                </a:cubicBezTo>
                <a:cubicBezTo>
                  <a:pt x="499118" y="68975"/>
                  <a:pt x="498771" y="70188"/>
                  <a:pt x="498078" y="71152"/>
                </a:cubicBezTo>
                <a:cubicBezTo>
                  <a:pt x="497385" y="72115"/>
                  <a:pt x="496518" y="72886"/>
                  <a:pt x="495478" y="73465"/>
                </a:cubicBezTo>
                <a:cubicBezTo>
                  <a:pt x="494439" y="74042"/>
                  <a:pt x="493284" y="74465"/>
                  <a:pt x="492012" y="74736"/>
                </a:cubicBezTo>
                <a:cubicBezTo>
                  <a:pt x="490742" y="75005"/>
                  <a:pt x="489529" y="75139"/>
                  <a:pt x="488374" y="75139"/>
                </a:cubicBezTo>
                <a:cubicBezTo>
                  <a:pt x="486757" y="75139"/>
                  <a:pt x="485197" y="74947"/>
                  <a:pt x="483695" y="74563"/>
                </a:cubicBezTo>
                <a:cubicBezTo>
                  <a:pt x="482193" y="74177"/>
                  <a:pt x="480865" y="73581"/>
                  <a:pt x="479709" y="72774"/>
                </a:cubicBezTo>
                <a:cubicBezTo>
                  <a:pt x="478554" y="71965"/>
                  <a:pt x="477610" y="70926"/>
                  <a:pt x="476878" y="69657"/>
                </a:cubicBezTo>
                <a:cubicBezTo>
                  <a:pt x="476147" y="68388"/>
                  <a:pt x="475782" y="66868"/>
                  <a:pt x="475782" y="65098"/>
                </a:cubicBezTo>
                <a:close/>
                <a:moveTo>
                  <a:pt x="553812" y="0"/>
                </a:moveTo>
                <a:lnTo>
                  <a:pt x="540065" y="0"/>
                </a:lnTo>
                <a:cubicBezTo>
                  <a:pt x="537523" y="3697"/>
                  <a:pt x="535309" y="7741"/>
                  <a:pt x="533421" y="12132"/>
                </a:cubicBezTo>
                <a:cubicBezTo>
                  <a:pt x="531535" y="16523"/>
                  <a:pt x="529956" y="21067"/>
                  <a:pt x="528684" y="25766"/>
                </a:cubicBezTo>
                <a:cubicBezTo>
                  <a:pt x="527414" y="30464"/>
                  <a:pt x="526452" y="35182"/>
                  <a:pt x="525797" y="39919"/>
                </a:cubicBezTo>
                <a:cubicBezTo>
                  <a:pt x="525142" y="44657"/>
                  <a:pt x="524815" y="49183"/>
                  <a:pt x="524815" y="53497"/>
                </a:cubicBezTo>
                <a:cubicBezTo>
                  <a:pt x="524815" y="62586"/>
                  <a:pt x="526144" y="71521"/>
                  <a:pt x="528801" y="80303"/>
                </a:cubicBezTo>
                <a:cubicBezTo>
                  <a:pt x="531458" y="89084"/>
                  <a:pt x="535213" y="97442"/>
                  <a:pt x="540065" y="105375"/>
                </a:cubicBezTo>
                <a:lnTo>
                  <a:pt x="553697" y="105375"/>
                </a:lnTo>
                <a:cubicBezTo>
                  <a:pt x="549307" y="96980"/>
                  <a:pt x="546130" y="88353"/>
                  <a:pt x="544166" y="79495"/>
                </a:cubicBezTo>
                <a:cubicBezTo>
                  <a:pt x="542202" y="70636"/>
                  <a:pt x="541220" y="61585"/>
                  <a:pt x="541220" y="52340"/>
                </a:cubicBezTo>
                <a:cubicBezTo>
                  <a:pt x="541220" y="43251"/>
                  <a:pt x="542221" y="34297"/>
                  <a:pt x="544224" y="25478"/>
                </a:cubicBezTo>
                <a:cubicBezTo>
                  <a:pt x="546226" y="16658"/>
                  <a:pt x="549423" y="8165"/>
                  <a:pt x="553812" y="0"/>
                </a:cubicBezTo>
                <a:close/>
                <a:moveTo>
                  <a:pt x="558017" y="43144"/>
                </a:moveTo>
                <a:cubicBezTo>
                  <a:pt x="558248" y="39293"/>
                  <a:pt x="559210" y="36096"/>
                  <a:pt x="560905" y="33556"/>
                </a:cubicBezTo>
                <a:cubicBezTo>
                  <a:pt x="562600" y="31014"/>
                  <a:pt x="564756" y="28972"/>
                  <a:pt x="567375" y="27432"/>
                </a:cubicBezTo>
                <a:cubicBezTo>
                  <a:pt x="569993" y="25891"/>
                  <a:pt x="572939" y="24793"/>
                  <a:pt x="576212" y="24139"/>
                </a:cubicBezTo>
                <a:cubicBezTo>
                  <a:pt x="579486" y="23484"/>
                  <a:pt x="582779" y="23157"/>
                  <a:pt x="586091" y="23157"/>
                </a:cubicBezTo>
                <a:cubicBezTo>
                  <a:pt x="589094" y="23157"/>
                  <a:pt x="592137" y="23369"/>
                  <a:pt x="595217" y="23793"/>
                </a:cubicBezTo>
                <a:cubicBezTo>
                  <a:pt x="598298" y="24216"/>
                  <a:pt x="601109" y="25044"/>
                  <a:pt x="603650" y="26277"/>
                </a:cubicBezTo>
                <a:cubicBezTo>
                  <a:pt x="606192" y="27509"/>
                  <a:pt x="608272" y="29222"/>
                  <a:pt x="609889" y="31417"/>
                </a:cubicBezTo>
                <a:cubicBezTo>
                  <a:pt x="611507" y="33613"/>
                  <a:pt x="612316" y="36520"/>
                  <a:pt x="612316" y="40140"/>
                </a:cubicBezTo>
                <a:lnTo>
                  <a:pt x="612316" y="71217"/>
                </a:lnTo>
                <a:cubicBezTo>
                  <a:pt x="612316" y="73913"/>
                  <a:pt x="612470" y="76493"/>
                  <a:pt x="612778" y="78958"/>
                </a:cubicBezTo>
                <a:cubicBezTo>
                  <a:pt x="613086" y="81422"/>
                  <a:pt x="613625" y="83271"/>
                  <a:pt x="614395" y="84503"/>
                </a:cubicBezTo>
                <a:lnTo>
                  <a:pt x="597759" y="84503"/>
                </a:lnTo>
                <a:cubicBezTo>
                  <a:pt x="597451" y="83580"/>
                  <a:pt x="597201" y="82637"/>
                  <a:pt x="597008" y="81674"/>
                </a:cubicBezTo>
                <a:cubicBezTo>
                  <a:pt x="596815" y="80710"/>
                  <a:pt x="596681" y="79728"/>
                  <a:pt x="596604" y="78727"/>
                </a:cubicBezTo>
                <a:cubicBezTo>
                  <a:pt x="593986" y="81423"/>
                  <a:pt x="590905" y="83310"/>
                  <a:pt x="587362" y="84389"/>
                </a:cubicBezTo>
                <a:cubicBezTo>
                  <a:pt x="583818" y="85467"/>
                  <a:pt x="580198" y="86005"/>
                  <a:pt x="576501" y="86005"/>
                </a:cubicBezTo>
                <a:cubicBezTo>
                  <a:pt x="573652" y="86005"/>
                  <a:pt x="570995" y="85659"/>
                  <a:pt x="568529" y="84965"/>
                </a:cubicBezTo>
                <a:cubicBezTo>
                  <a:pt x="566065" y="84272"/>
                  <a:pt x="563908" y="83194"/>
                  <a:pt x="562060" y="81731"/>
                </a:cubicBezTo>
                <a:cubicBezTo>
                  <a:pt x="560212" y="80267"/>
                  <a:pt x="558768" y="78419"/>
                  <a:pt x="557728" y="76186"/>
                </a:cubicBezTo>
                <a:cubicBezTo>
                  <a:pt x="556688" y="73952"/>
                  <a:pt x="556168" y="71295"/>
                  <a:pt x="556168" y="68213"/>
                </a:cubicBezTo>
                <a:cubicBezTo>
                  <a:pt x="556168" y="64825"/>
                  <a:pt x="556765" y="62033"/>
                  <a:pt x="557959" y="59838"/>
                </a:cubicBezTo>
                <a:cubicBezTo>
                  <a:pt x="559153" y="57642"/>
                  <a:pt x="560693" y="55890"/>
                  <a:pt x="562580" y="54581"/>
                </a:cubicBezTo>
                <a:cubicBezTo>
                  <a:pt x="564467" y="53272"/>
                  <a:pt x="566624" y="52290"/>
                  <a:pt x="569049" y="51635"/>
                </a:cubicBezTo>
                <a:cubicBezTo>
                  <a:pt x="571476" y="50981"/>
                  <a:pt x="573922" y="50461"/>
                  <a:pt x="576386" y="50077"/>
                </a:cubicBezTo>
                <a:cubicBezTo>
                  <a:pt x="578851" y="49692"/>
                  <a:pt x="581276" y="49383"/>
                  <a:pt x="583663" y="49151"/>
                </a:cubicBezTo>
                <a:cubicBezTo>
                  <a:pt x="586051" y="48920"/>
                  <a:pt x="588170" y="48573"/>
                  <a:pt x="590018" y="48111"/>
                </a:cubicBezTo>
                <a:cubicBezTo>
                  <a:pt x="591867" y="47650"/>
                  <a:pt x="593330" y="46976"/>
                  <a:pt x="594408" y="46091"/>
                </a:cubicBezTo>
                <a:cubicBezTo>
                  <a:pt x="595487" y="45205"/>
                  <a:pt x="595988" y="43915"/>
                  <a:pt x="595911" y="42220"/>
                </a:cubicBezTo>
                <a:cubicBezTo>
                  <a:pt x="595911" y="40448"/>
                  <a:pt x="595622" y="39042"/>
                  <a:pt x="595044" y="38003"/>
                </a:cubicBezTo>
                <a:cubicBezTo>
                  <a:pt x="594466" y="36963"/>
                  <a:pt x="593695" y="36155"/>
                  <a:pt x="592733" y="35578"/>
                </a:cubicBezTo>
                <a:cubicBezTo>
                  <a:pt x="591770" y="34999"/>
                  <a:pt x="590653" y="34614"/>
                  <a:pt x="589382" y="34421"/>
                </a:cubicBezTo>
                <a:cubicBezTo>
                  <a:pt x="588111" y="34228"/>
                  <a:pt x="586745" y="34132"/>
                  <a:pt x="585281" y="34132"/>
                </a:cubicBezTo>
                <a:cubicBezTo>
                  <a:pt x="582047" y="34132"/>
                  <a:pt x="579506" y="34825"/>
                  <a:pt x="577657" y="36212"/>
                </a:cubicBezTo>
                <a:cubicBezTo>
                  <a:pt x="575809" y="37599"/>
                  <a:pt x="574730" y="39910"/>
                  <a:pt x="574422" y="43144"/>
                </a:cubicBezTo>
                <a:lnTo>
                  <a:pt x="558017" y="43144"/>
                </a:lnTo>
                <a:moveTo>
                  <a:pt x="595911" y="55274"/>
                </a:moveTo>
                <a:cubicBezTo>
                  <a:pt x="595218" y="55891"/>
                  <a:pt x="594351" y="56373"/>
                  <a:pt x="593311" y="56719"/>
                </a:cubicBezTo>
                <a:cubicBezTo>
                  <a:pt x="592271" y="57066"/>
                  <a:pt x="591154" y="57355"/>
                  <a:pt x="589960" y="57587"/>
                </a:cubicBezTo>
                <a:cubicBezTo>
                  <a:pt x="588767" y="57817"/>
                  <a:pt x="587516" y="58009"/>
                  <a:pt x="586205" y="58163"/>
                </a:cubicBezTo>
                <a:cubicBezTo>
                  <a:pt x="584896" y="58317"/>
                  <a:pt x="583587" y="58509"/>
                  <a:pt x="582278" y="58740"/>
                </a:cubicBezTo>
                <a:cubicBezTo>
                  <a:pt x="581046" y="58971"/>
                  <a:pt x="579833" y="59280"/>
                  <a:pt x="578639" y="59665"/>
                </a:cubicBezTo>
                <a:cubicBezTo>
                  <a:pt x="577445" y="60049"/>
                  <a:pt x="576405" y="60569"/>
                  <a:pt x="575519" y="61225"/>
                </a:cubicBezTo>
                <a:cubicBezTo>
                  <a:pt x="574634" y="61880"/>
                  <a:pt x="573922" y="62708"/>
                  <a:pt x="573382" y="63709"/>
                </a:cubicBezTo>
                <a:cubicBezTo>
                  <a:pt x="572843" y="64709"/>
                  <a:pt x="572573" y="65980"/>
                  <a:pt x="572573" y="67520"/>
                </a:cubicBezTo>
                <a:cubicBezTo>
                  <a:pt x="572573" y="68983"/>
                  <a:pt x="572843" y="70216"/>
                  <a:pt x="573382" y="71217"/>
                </a:cubicBezTo>
                <a:cubicBezTo>
                  <a:pt x="573922" y="72218"/>
                  <a:pt x="574653" y="73008"/>
                  <a:pt x="575577" y="73586"/>
                </a:cubicBezTo>
                <a:cubicBezTo>
                  <a:pt x="576502" y="74163"/>
                  <a:pt x="577580" y="74568"/>
                  <a:pt x="578812" y="74799"/>
                </a:cubicBezTo>
                <a:cubicBezTo>
                  <a:pt x="580045" y="75031"/>
                  <a:pt x="581316" y="75146"/>
                  <a:pt x="582625" y="75146"/>
                </a:cubicBezTo>
                <a:cubicBezTo>
                  <a:pt x="585859" y="75146"/>
                  <a:pt x="588362" y="74607"/>
                  <a:pt x="590133" y="73530"/>
                </a:cubicBezTo>
                <a:cubicBezTo>
                  <a:pt x="591905" y="72451"/>
                  <a:pt x="593215" y="71161"/>
                  <a:pt x="594062" y="69659"/>
                </a:cubicBezTo>
                <a:cubicBezTo>
                  <a:pt x="594909" y="68157"/>
                  <a:pt x="595430" y="66635"/>
                  <a:pt x="595622" y="65095"/>
                </a:cubicBezTo>
                <a:cubicBezTo>
                  <a:pt x="595815" y="63554"/>
                  <a:pt x="595911" y="62322"/>
                  <a:pt x="595911" y="61398"/>
                </a:cubicBezTo>
                <a:lnTo>
                  <a:pt x="595911" y="55274"/>
                </a:lnTo>
                <a:close/>
                <a:moveTo>
                  <a:pt x="617577" y="105375"/>
                </a:moveTo>
                <a:lnTo>
                  <a:pt x="631209" y="105375"/>
                </a:lnTo>
                <a:cubicBezTo>
                  <a:pt x="633751" y="101755"/>
                  <a:pt x="635984" y="97749"/>
                  <a:pt x="637909" y="93358"/>
                </a:cubicBezTo>
                <a:cubicBezTo>
                  <a:pt x="639835" y="88968"/>
                  <a:pt x="641434" y="84442"/>
                  <a:pt x="642704" y="79783"/>
                </a:cubicBezTo>
                <a:cubicBezTo>
                  <a:pt x="643975" y="75123"/>
                  <a:pt x="644918" y="70424"/>
                  <a:pt x="645533" y="65687"/>
                </a:cubicBezTo>
                <a:cubicBezTo>
                  <a:pt x="646150" y="60950"/>
                  <a:pt x="646459" y="56424"/>
                  <a:pt x="646459" y="52110"/>
                </a:cubicBezTo>
                <a:cubicBezTo>
                  <a:pt x="646459" y="43020"/>
                  <a:pt x="645130" y="34047"/>
                  <a:pt x="642473" y="25189"/>
                </a:cubicBezTo>
                <a:cubicBezTo>
                  <a:pt x="639816" y="16330"/>
                  <a:pt x="636061" y="7934"/>
                  <a:pt x="631209" y="0"/>
                </a:cubicBezTo>
                <a:lnTo>
                  <a:pt x="617691" y="0"/>
                </a:lnTo>
                <a:cubicBezTo>
                  <a:pt x="621928" y="8396"/>
                  <a:pt x="625048" y="17061"/>
                  <a:pt x="627050" y="25997"/>
                </a:cubicBezTo>
                <a:cubicBezTo>
                  <a:pt x="629053" y="34932"/>
                  <a:pt x="630054" y="44022"/>
                  <a:pt x="630054" y="53266"/>
                </a:cubicBezTo>
                <a:cubicBezTo>
                  <a:pt x="630054" y="62355"/>
                  <a:pt x="629033" y="71271"/>
                  <a:pt x="626992" y="80014"/>
                </a:cubicBezTo>
                <a:cubicBezTo>
                  <a:pt x="624951" y="88756"/>
                  <a:pt x="621812" y="97210"/>
                  <a:pt x="617577" y="105375"/>
                </a:cubicBezTo>
                <a:close/>
                <a:moveTo>
                  <a:pt x="771177" y="66678"/>
                </a:moveTo>
                <a:lnTo>
                  <a:pt x="771177" y="84503"/>
                </a:lnTo>
                <a:lnTo>
                  <a:pt x="789315" y="84503"/>
                </a:lnTo>
                <a:lnTo>
                  <a:pt x="789315" y="66678"/>
                </a:lnTo>
                <a:lnTo>
                  <a:pt x="771177" y="66678"/>
                </a:lnTo>
                <a:moveTo>
                  <a:pt x="732707" y="66678"/>
                </a:moveTo>
                <a:lnTo>
                  <a:pt x="732707" y="84503"/>
                </a:lnTo>
                <a:lnTo>
                  <a:pt x="750845" y="84503"/>
                </a:lnTo>
                <a:lnTo>
                  <a:pt x="750845" y="66678"/>
                </a:lnTo>
                <a:lnTo>
                  <a:pt x="732707" y="66678"/>
                </a:lnTo>
                <a:moveTo>
                  <a:pt x="694235" y="66678"/>
                </a:moveTo>
                <a:lnTo>
                  <a:pt x="694235" y="84503"/>
                </a:lnTo>
                <a:lnTo>
                  <a:pt x="712372" y="84503"/>
                </a:lnTo>
                <a:lnTo>
                  <a:pt x="712372" y="66678"/>
                </a:lnTo>
                <a:lnTo>
                  <a:pt x="694235" y="66678"/>
                </a:lnTo>
                <a:close/>
                <a:moveTo>
                  <a:pt x="867358" y="73785"/>
                </a:moveTo>
                <a:cubicBezTo>
                  <a:pt x="864739" y="73785"/>
                  <a:pt x="862505" y="73247"/>
                  <a:pt x="860656" y="72169"/>
                </a:cubicBezTo>
                <a:cubicBezTo>
                  <a:pt x="858809" y="71090"/>
                  <a:pt x="857326" y="69684"/>
                  <a:pt x="856208" y="67950"/>
                </a:cubicBezTo>
                <a:cubicBezTo>
                  <a:pt x="855092" y="66217"/>
                  <a:pt x="854283" y="64195"/>
                  <a:pt x="853783" y="61884"/>
                </a:cubicBezTo>
                <a:cubicBezTo>
                  <a:pt x="853282" y="59573"/>
                  <a:pt x="853032" y="57223"/>
                  <a:pt x="853032" y="54835"/>
                </a:cubicBezTo>
                <a:cubicBezTo>
                  <a:pt x="853032" y="52370"/>
                  <a:pt x="853263" y="49983"/>
                  <a:pt x="853725" y="47672"/>
                </a:cubicBezTo>
                <a:cubicBezTo>
                  <a:pt x="854186" y="45361"/>
                  <a:pt x="854976" y="43319"/>
                  <a:pt x="856092" y="41548"/>
                </a:cubicBezTo>
                <a:cubicBezTo>
                  <a:pt x="857210" y="39776"/>
                  <a:pt x="858673" y="38332"/>
                  <a:pt x="860483" y="37215"/>
                </a:cubicBezTo>
                <a:cubicBezTo>
                  <a:pt x="862293" y="36098"/>
                  <a:pt x="864546" y="35539"/>
                  <a:pt x="867242" y="35539"/>
                </a:cubicBezTo>
                <a:cubicBezTo>
                  <a:pt x="869862" y="35539"/>
                  <a:pt x="872076" y="36098"/>
                  <a:pt x="873886" y="37215"/>
                </a:cubicBezTo>
                <a:cubicBezTo>
                  <a:pt x="875696" y="38332"/>
                  <a:pt x="877179" y="39796"/>
                  <a:pt x="878334" y="41607"/>
                </a:cubicBezTo>
                <a:cubicBezTo>
                  <a:pt x="879489" y="43416"/>
                  <a:pt x="880317" y="45477"/>
                  <a:pt x="880818" y="47787"/>
                </a:cubicBezTo>
                <a:cubicBezTo>
                  <a:pt x="881318" y="50098"/>
                  <a:pt x="881569" y="52447"/>
                  <a:pt x="881569" y="54835"/>
                </a:cubicBezTo>
                <a:cubicBezTo>
                  <a:pt x="881569" y="57223"/>
                  <a:pt x="881338" y="59573"/>
                  <a:pt x="880876" y="61884"/>
                </a:cubicBezTo>
                <a:cubicBezTo>
                  <a:pt x="880414" y="64195"/>
                  <a:pt x="879624" y="66217"/>
                  <a:pt x="878507" y="67950"/>
                </a:cubicBezTo>
                <a:cubicBezTo>
                  <a:pt x="877390" y="69684"/>
                  <a:pt x="875927" y="71090"/>
                  <a:pt x="874117" y="72169"/>
                </a:cubicBezTo>
                <a:cubicBezTo>
                  <a:pt x="872307" y="73247"/>
                  <a:pt x="870054" y="73785"/>
                  <a:pt x="867358" y="73785"/>
                </a:cubicBezTo>
                <a:moveTo>
                  <a:pt x="837205" y="24784"/>
                </a:moveTo>
                <a:lnTo>
                  <a:pt x="837205" y="105375"/>
                </a:lnTo>
                <a:lnTo>
                  <a:pt x="853610" y="105375"/>
                </a:lnTo>
                <a:lnTo>
                  <a:pt x="853610" y="77151"/>
                </a:lnTo>
                <a:lnTo>
                  <a:pt x="853841" y="77151"/>
                </a:lnTo>
                <a:cubicBezTo>
                  <a:pt x="855843" y="80090"/>
                  <a:pt x="858404" y="82313"/>
                  <a:pt x="861523" y="83821"/>
                </a:cubicBezTo>
                <a:cubicBezTo>
                  <a:pt x="864642" y="85329"/>
                  <a:pt x="868051" y="86083"/>
                  <a:pt x="871748" y="86083"/>
                </a:cubicBezTo>
                <a:cubicBezTo>
                  <a:pt x="876138" y="86083"/>
                  <a:pt x="879970" y="85234"/>
                  <a:pt x="883243" y="83537"/>
                </a:cubicBezTo>
                <a:cubicBezTo>
                  <a:pt x="886516" y="81840"/>
                  <a:pt x="889250" y="79565"/>
                  <a:pt x="891446" y="76710"/>
                </a:cubicBezTo>
                <a:cubicBezTo>
                  <a:pt x="893641" y="73855"/>
                  <a:pt x="895278" y="70576"/>
                  <a:pt x="896355" y="66873"/>
                </a:cubicBezTo>
                <a:cubicBezTo>
                  <a:pt x="897434" y="63170"/>
                  <a:pt x="897974" y="59312"/>
                  <a:pt x="897974" y="55300"/>
                </a:cubicBezTo>
                <a:cubicBezTo>
                  <a:pt x="897974" y="51057"/>
                  <a:pt x="897434" y="46987"/>
                  <a:pt x="896355" y="43091"/>
                </a:cubicBezTo>
                <a:cubicBezTo>
                  <a:pt x="895278" y="39195"/>
                  <a:pt x="893622" y="35782"/>
                  <a:pt x="891388" y="32851"/>
                </a:cubicBezTo>
                <a:cubicBezTo>
                  <a:pt x="889155" y="29918"/>
                  <a:pt x="886344" y="27565"/>
                  <a:pt x="882954" y="25790"/>
                </a:cubicBezTo>
                <a:cubicBezTo>
                  <a:pt x="879566" y="24016"/>
                  <a:pt x="875523" y="23128"/>
                  <a:pt x="870824" y="23128"/>
                </a:cubicBezTo>
                <a:cubicBezTo>
                  <a:pt x="867127" y="23128"/>
                  <a:pt x="863737" y="23863"/>
                  <a:pt x="860656" y="25332"/>
                </a:cubicBezTo>
                <a:cubicBezTo>
                  <a:pt x="857576" y="26801"/>
                  <a:pt x="855034" y="29160"/>
                  <a:pt x="853032" y="32408"/>
                </a:cubicBezTo>
                <a:lnTo>
                  <a:pt x="852801" y="32408"/>
                </a:lnTo>
                <a:lnTo>
                  <a:pt x="852801" y="24784"/>
                </a:lnTo>
                <a:lnTo>
                  <a:pt x="837205" y="24784"/>
                </a:lnTo>
                <a:close/>
                <a:moveTo>
                  <a:pt x="907594" y="24731"/>
                </a:moveTo>
                <a:lnTo>
                  <a:pt x="907594" y="84503"/>
                </a:lnTo>
                <a:lnTo>
                  <a:pt x="923999" y="84503"/>
                </a:lnTo>
                <a:lnTo>
                  <a:pt x="923999" y="57557"/>
                </a:lnTo>
                <a:cubicBezTo>
                  <a:pt x="923999" y="54858"/>
                  <a:pt x="924268" y="52353"/>
                  <a:pt x="924808" y="50040"/>
                </a:cubicBezTo>
                <a:cubicBezTo>
                  <a:pt x="925347" y="47727"/>
                  <a:pt x="926252" y="45703"/>
                  <a:pt x="927523" y="43969"/>
                </a:cubicBezTo>
                <a:cubicBezTo>
                  <a:pt x="928793" y="42234"/>
                  <a:pt x="930468" y="40866"/>
                  <a:pt x="932547" y="39863"/>
                </a:cubicBezTo>
                <a:cubicBezTo>
                  <a:pt x="934627" y="38861"/>
                  <a:pt x="937169" y="38359"/>
                  <a:pt x="940173" y="38359"/>
                </a:cubicBezTo>
                <a:cubicBezTo>
                  <a:pt x="941174" y="38359"/>
                  <a:pt x="942214" y="38418"/>
                  <a:pt x="943291" y="38534"/>
                </a:cubicBezTo>
                <a:cubicBezTo>
                  <a:pt x="944370" y="38649"/>
                  <a:pt x="945294" y="38784"/>
                  <a:pt x="946064" y="38938"/>
                </a:cubicBezTo>
                <a:lnTo>
                  <a:pt x="946064" y="23705"/>
                </a:lnTo>
                <a:cubicBezTo>
                  <a:pt x="944755" y="23321"/>
                  <a:pt x="943562" y="23128"/>
                  <a:pt x="942484" y="23128"/>
                </a:cubicBezTo>
                <a:cubicBezTo>
                  <a:pt x="940404" y="23128"/>
                  <a:pt x="938401" y="23436"/>
                  <a:pt x="936476" y="24052"/>
                </a:cubicBezTo>
                <a:cubicBezTo>
                  <a:pt x="934551" y="24667"/>
                  <a:pt x="932741" y="25532"/>
                  <a:pt x="931047" y="26647"/>
                </a:cubicBezTo>
                <a:cubicBezTo>
                  <a:pt x="929352" y="27762"/>
                  <a:pt x="927850" y="29109"/>
                  <a:pt x="926541" y="30686"/>
                </a:cubicBezTo>
                <a:cubicBezTo>
                  <a:pt x="925232" y="32263"/>
                  <a:pt x="924191" y="33975"/>
                  <a:pt x="923421" y="35821"/>
                </a:cubicBezTo>
                <a:lnTo>
                  <a:pt x="923190" y="35821"/>
                </a:lnTo>
                <a:lnTo>
                  <a:pt x="923190" y="24731"/>
                </a:lnTo>
                <a:lnTo>
                  <a:pt x="907594" y="24731"/>
                </a:lnTo>
                <a:close/>
                <a:moveTo>
                  <a:pt x="968836" y="15569"/>
                </a:moveTo>
                <a:lnTo>
                  <a:pt x="968836" y="2031"/>
                </a:lnTo>
                <a:lnTo>
                  <a:pt x="952431" y="2031"/>
                </a:lnTo>
                <a:lnTo>
                  <a:pt x="952431" y="15569"/>
                </a:lnTo>
                <a:lnTo>
                  <a:pt x="968836" y="15569"/>
                </a:lnTo>
                <a:moveTo>
                  <a:pt x="952431" y="24775"/>
                </a:moveTo>
                <a:lnTo>
                  <a:pt x="952431" y="84503"/>
                </a:lnTo>
                <a:lnTo>
                  <a:pt x="968836" y="84503"/>
                </a:lnTo>
                <a:lnTo>
                  <a:pt x="968836" y="24775"/>
                </a:lnTo>
                <a:lnTo>
                  <a:pt x="952431" y="24775"/>
                </a:lnTo>
                <a:close/>
                <a:moveTo>
                  <a:pt x="981808" y="24773"/>
                </a:moveTo>
                <a:lnTo>
                  <a:pt x="981808" y="84503"/>
                </a:lnTo>
                <a:lnTo>
                  <a:pt x="998213" y="84503"/>
                </a:lnTo>
                <a:lnTo>
                  <a:pt x="998213" y="53199"/>
                </a:lnTo>
                <a:cubicBezTo>
                  <a:pt x="998213" y="47115"/>
                  <a:pt x="999215" y="42745"/>
                  <a:pt x="1001217" y="40089"/>
                </a:cubicBezTo>
                <a:cubicBezTo>
                  <a:pt x="1003220" y="37432"/>
                  <a:pt x="1006455" y="36103"/>
                  <a:pt x="1010922" y="36103"/>
                </a:cubicBezTo>
                <a:cubicBezTo>
                  <a:pt x="1014851" y="36103"/>
                  <a:pt x="1017585" y="37316"/>
                  <a:pt x="1019124" y="39741"/>
                </a:cubicBezTo>
                <a:cubicBezTo>
                  <a:pt x="1020665" y="42167"/>
                  <a:pt x="1021435" y="45844"/>
                  <a:pt x="1021435" y="50773"/>
                </a:cubicBezTo>
                <a:lnTo>
                  <a:pt x="1021435" y="84503"/>
                </a:lnTo>
                <a:lnTo>
                  <a:pt x="1037840" y="84503"/>
                </a:lnTo>
                <a:lnTo>
                  <a:pt x="1037840" y="47748"/>
                </a:lnTo>
                <a:cubicBezTo>
                  <a:pt x="1037840" y="44050"/>
                  <a:pt x="1037513" y="40679"/>
                  <a:pt x="1036858" y="37635"/>
                </a:cubicBezTo>
                <a:cubicBezTo>
                  <a:pt x="1036204" y="34591"/>
                  <a:pt x="1035067" y="32010"/>
                  <a:pt x="1033449" y="29891"/>
                </a:cubicBezTo>
                <a:cubicBezTo>
                  <a:pt x="1031832" y="27772"/>
                  <a:pt x="1029618" y="26115"/>
                  <a:pt x="1026807" y="24921"/>
                </a:cubicBezTo>
                <a:cubicBezTo>
                  <a:pt x="1023996" y="23726"/>
                  <a:pt x="1020395" y="23128"/>
                  <a:pt x="1016004" y="23128"/>
                </a:cubicBezTo>
                <a:cubicBezTo>
                  <a:pt x="1012538" y="23128"/>
                  <a:pt x="1009150" y="23920"/>
                  <a:pt x="1005838" y="25503"/>
                </a:cubicBezTo>
                <a:cubicBezTo>
                  <a:pt x="1002526" y="27086"/>
                  <a:pt x="999831" y="29615"/>
                  <a:pt x="997752" y="33090"/>
                </a:cubicBezTo>
                <a:lnTo>
                  <a:pt x="997404" y="33090"/>
                </a:lnTo>
                <a:lnTo>
                  <a:pt x="997404" y="24773"/>
                </a:lnTo>
                <a:lnTo>
                  <a:pt x="981808" y="24773"/>
                </a:lnTo>
                <a:close/>
                <a:moveTo>
                  <a:pt x="1070697" y="24821"/>
                </a:moveTo>
                <a:lnTo>
                  <a:pt x="1070697" y="6882"/>
                </a:lnTo>
                <a:lnTo>
                  <a:pt x="1054292" y="6882"/>
                </a:lnTo>
                <a:lnTo>
                  <a:pt x="1054292" y="24821"/>
                </a:lnTo>
                <a:lnTo>
                  <a:pt x="1044356" y="24821"/>
                </a:lnTo>
                <a:lnTo>
                  <a:pt x="1044356" y="35764"/>
                </a:lnTo>
                <a:lnTo>
                  <a:pt x="1054292" y="35764"/>
                </a:lnTo>
                <a:lnTo>
                  <a:pt x="1054292" y="70981"/>
                </a:lnTo>
                <a:cubicBezTo>
                  <a:pt x="1054292" y="73983"/>
                  <a:pt x="1054792" y="76409"/>
                  <a:pt x="1055794" y="78256"/>
                </a:cubicBezTo>
                <a:cubicBezTo>
                  <a:pt x="1056795" y="80103"/>
                  <a:pt x="1058162" y="81528"/>
                  <a:pt x="1059894" y="82529"/>
                </a:cubicBezTo>
                <a:cubicBezTo>
                  <a:pt x="1061627" y="83529"/>
                  <a:pt x="1063630" y="84202"/>
                  <a:pt x="1065902" y="84548"/>
                </a:cubicBezTo>
                <a:cubicBezTo>
                  <a:pt x="1068175" y="84894"/>
                  <a:pt x="1070582" y="85068"/>
                  <a:pt x="1073124" y="85068"/>
                </a:cubicBezTo>
                <a:cubicBezTo>
                  <a:pt x="1074741" y="85068"/>
                  <a:pt x="1076397" y="85030"/>
                  <a:pt x="1078092" y="84955"/>
                </a:cubicBezTo>
                <a:cubicBezTo>
                  <a:pt x="1079786" y="84880"/>
                  <a:pt x="1081327" y="84729"/>
                  <a:pt x="1082712" y="84503"/>
                </a:cubicBezTo>
                <a:lnTo>
                  <a:pt x="1082712" y="71744"/>
                </a:lnTo>
                <a:cubicBezTo>
                  <a:pt x="1081942" y="71898"/>
                  <a:pt x="1081134" y="72014"/>
                  <a:pt x="1080286" y="72091"/>
                </a:cubicBezTo>
                <a:cubicBezTo>
                  <a:pt x="1079439" y="72168"/>
                  <a:pt x="1078554" y="72206"/>
                  <a:pt x="1077630" y="72206"/>
                </a:cubicBezTo>
                <a:cubicBezTo>
                  <a:pt x="1074856" y="72206"/>
                  <a:pt x="1073007" y="71745"/>
                  <a:pt x="1072082" y="70822"/>
                </a:cubicBezTo>
                <a:cubicBezTo>
                  <a:pt x="1071158" y="69900"/>
                  <a:pt x="1070697" y="68054"/>
                  <a:pt x="1070697" y="65287"/>
                </a:cubicBezTo>
                <a:lnTo>
                  <a:pt x="1070697" y="35764"/>
                </a:lnTo>
                <a:lnTo>
                  <a:pt x="1082712" y="35764"/>
                </a:lnTo>
                <a:lnTo>
                  <a:pt x="1082712" y="24821"/>
                </a:lnTo>
                <a:lnTo>
                  <a:pt x="1070697" y="24821"/>
                </a:lnTo>
                <a:close/>
                <a:moveTo>
                  <a:pt x="1119218" y="0"/>
                </a:moveTo>
                <a:lnTo>
                  <a:pt x="1105471" y="0"/>
                </a:lnTo>
                <a:cubicBezTo>
                  <a:pt x="1102929" y="3697"/>
                  <a:pt x="1100715" y="7741"/>
                  <a:pt x="1098827" y="12132"/>
                </a:cubicBezTo>
                <a:cubicBezTo>
                  <a:pt x="1096941" y="16523"/>
                  <a:pt x="1095362" y="21067"/>
                  <a:pt x="1094091" y="25766"/>
                </a:cubicBezTo>
                <a:cubicBezTo>
                  <a:pt x="1092820" y="30464"/>
                  <a:pt x="1091858" y="35182"/>
                  <a:pt x="1091203" y="39919"/>
                </a:cubicBezTo>
                <a:cubicBezTo>
                  <a:pt x="1090548" y="44657"/>
                  <a:pt x="1090221" y="49183"/>
                  <a:pt x="1090221" y="53497"/>
                </a:cubicBezTo>
                <a:cubicBezTo>
                  <a:pt x="1090221" y="62586"/>
                  <a:pt x="1091550" y="71521"/>
                  <a:pt x="1094207" y="80303"/>
                </a:cubicBezTo>
                <a:cubicBezTo>
                  <a:pt x="1096864" y="89084"/>
                  <a:pt x="1100619" y="97442"/>
                  <a:pt x="1105471" y="105375"/>
                </a:cubicBezTo>
                <a:lnTo>
                  <a:pt x="1119103" y="105375"/>
                </a:lnTo>
                <a:cubicBezTo>
                  <a:pt x="1114713" y="96980"/>
                  <a:pt x="1111536" y="88353"/>
                  <a:pt x="1109572" y="79495"/>
                </a:cubicBezTo>
                <a:cubicBezTo>
                  <a:pt x="1107608" y="70636"/>
                  <a:pt x="1106626" y="61585"/>
                  <a:pt x="1106626" y="52340"/>
                </a:cubicBezTo>
                <a:cubicBezTo>
                  <a:pt x="1106626" y="43251"/>
                  <a:pt x="1107627" y="34297"/>
                  <a:pt x="1109630" y="25478"/>
                </a:cubicBezTo>
                <a:cubicBezTo>
                  <a:pt x="1111633" y="16658"/>
                  <a:pt x="1114829" y="8165"/>
                  <a:pt x="1119218" y="0"/>
                </a:cubicBezTo>
                <a:close/>
                <a:moveTo>
                  <a:pt x="1127814" y="2031"/>
                </a:moveTo>
                <a:lnTo>
                  <a:pt x="1127814" y="39149"/>
                </a:lnTo>
                <a:lnTo>
                  <a:pt x="1140175" y="39149"/>
                </a:lnTo>
                <a:lnTo>
                  <a:pt x="1140175" y="2031"/>
                </a:lnTo>
                <a:lnTo>
                  <a:pt x="1127814" y="2031"/>
                </a:lnTo>
                <a:close/>
                <a:moveTo>
                  <a:pt x="1176121" y="40841"/>
                </a:moveTo>
                <a:lnTo>
                  <a:pt x="1176121" y="16134"/>
                </a:lnTo>
                <a:lnTo>
                  <a:pt x="1190215" y="16134"/>
                </a:lnTo>
                <a:cubicBezTo>
                  <a:pt x="1192295" y="16134"/>
                  <a:pt x="1194298" y="16287"/>
                  <a:pt x="1196223" y="16595"/>
                </a:cubicBezTo>
                <a:cubicBezTo>
                  <a:pt x="1198148" y="16903"/>
                  <a:pt x="1199842" y="17500"/>
                  <a:pt x="1201305" y="18385"/>
                </a:cubicBezTo>
                <a:cubicBezTo>
                  <a:pt x="1202770" y="19270"/>
                  <a:pt x="1203944" y="20521"/>
                  <a:pt x="1204829" y="22138"/>
                </a:cubicBezTo>
                <a:cubicBezTo>
                  <a:pt x="1205715" y="23754"/>
                  <a:pt x="1206158" y="25870"/>
                  <a:pt x="1206158" y="28487"/>
                </a:cubicBezTo>
                <a:cubicBezTo>
                  <a:pt x="1206158" y="31105"/>
                  <a:pt x="1205715" y="33222"/>
                  <a:pt x="1204829" y="34839"/>
                </a:cubicBezTo>
                <a:cubicBezTo>
                  <a:pt x="1203944" y="36455"/>
                  <a:pt x="1202770" y="37705"/>
                  <a:pt x="1201305" y="38590"/>
                </a:cubicBezTo>
                <a:cubicBezTo>
                  <a:pt x="1199842" y="39475"/>
                  <a:pt x="1198148" y="40072"/>
                  <a:pt x="1196223" y="40380"/>
                </a:cubicBezTo>
                <a:cubicBezTo>
                  <a:pt x="1194298" y="40688"/>
                  <a:pt x="1192295" y="40841"/>
                  <a:pt x="1190215" y="40841"/>
                </a:cubicBezTo>
                <a:lnTo>
                  <a:pt x="1176121" y="40841"/>
                </a:lnTo>
                <a:moveTo>
                  <a:pt x="1157983" y="2031"/>
                </a:moveTo>
                <a:lnTo>
                  <a:pt x="1157983" y="84503"/>
                </a:lnTo>
                <a:lnTo>
                  <a:pt x="1176121" y="84503"/>
                </a:lnTo>
                <a:lnTo>
                  <a:pt x="1176121" y="54944"/>
                </a:lnTo>
                <a:lnTo>
                  <a:pt x="1195185" y="54944"/>
                </a:lnTo>
                <a:cubicBezTo>
                  <a:pt x="1200344" y="54944"/>
                  <a:pt x="1204733" y="54193"/>
                  <a:pt x="1208353" y="52691"/>
                </a:cubicBezTo>
                <a:cubicBezTo>
                  <a:pt x="1211974" y="51189"/>
                  <a:pt x="1214920" y="49206"/>
                  <a:pt x="1217192" y="46742"/>
                </a:cubicBezTo>
                <a:cubicBezTo>
                  <a:pt x="1219465" y="44277"/>
                  <a:pt x="1221121" y="41447"/>
                  <a:pt x="1222160" y="38250"/>
                </a:cubicBezTo>
                <a:cubicBezTo>
                  <a:pt x="1223200" y="35053"/>
                  <a:pt x="1223720" y="31799"/>
                  <a:pt x="1223720" y="28487"/>
                </a:cubicBezTo>
                <a:cubicBezTo>
                  <a:pt x="1223720" y="25098"/>
                  <a:pt x="1223200" y="21825"/>
                  <a:pt x="1222160" y="18667"/>
                </a:cubicBezTo>
                <a:cubicBezTo>
                  <a:pt x="1221121" y="15509"/>
                  <a:pt x="1219465" y="12698"/>
                  <a:pt x="1217192" y="10233"/>
                </a:cubicBezTo>
                <a:cubicBezTo>
                  <a:pt x="1214920" y="7769"/>
                  <a:pt x="1211975" y="5786"/>
                  <a:pt x="1208355" y="4284"/>
                </a:cubicBezTo>
                <a:cubicBezTo>
                  <a:pt x="1204735" y="2782"/>
                  <a:pt x="1200345" y="2031"/>
                  <a:pt x="1195185" y="2031"/>
                </a:cubicBezTo>
                <a:lnTo>
                  <a:pt x="1157983" y="2031"/>
                </a:lnTo>
                <a:close/>
                <a:moveTo>
                  <a:pt x="1262221" y="91872"/>
                </a:moveTo>
                <a:lnTo>
                  <a:pt x="1287174" y="24821"/>
                </a:lnTo>
                <a:lnTo>
                  <a:pt x="1270192" y="24821"/>
                </a:lnTo>
                <a:lnTo>
                  <a:pt x="1257137" y="65675"/>
                </a:lnTo>
                <a:lnTo>
                  <a:pt x="1256906" y="65675"/>
                </a:lnTo>
                <a:lnTo>
                  <a:pt x="1243388" y="24821"/>
                </a:lnTo>
                <a:lnTo>
                  <a:pt x="1225943" y="24821"/>
                </a:lnTo>
                <a:lnTo>
                  <a:pt x="1246854" y="80803"/>
                </a:lnTo>
                <a:cubicBezTo>
                  <a:pt x="1247317" y="81957"/>
                  <a:pt x="1247549" y="83188"/>
                  <a:pt x="1247549" y="84496"/>
                </a:cubicBezTo>
                <a:cubicBezTo>
                  <a:pt x="1247549" y="86266"/>
                  <a:pt x="1247029" y="87882"/>
                  <a:pt x="1245988" y="89344"/>
                </a:cubicBezTo>
                <a:cubicBezTo>
                  <a:pt x="1244948" y="90806"/>
                  <a:pt x="1243350" y="91653"/>
                  <a:pt x="1241194" y="91884"/>
                </a:cubicBezTo>
                <a:cubicBezTo>
                  <a:pt x="1239576" y="91961"/>
                  <a:pt x="1237959" y="91922"/>
                  <a:pt x="1236340" y="91768"/>
                </a:cubicBezTo>
                <a:cubicBezTo>
                  <a:pt x="1234723" y="91614"/>
                  <a:pt x="1233145" y="91460"/>
                  <a:pt x="1231605" y="91306"/>
                </a:cubicBezTo>
                <a:lnTo>
                  <a:pt x="1231605" y="104811"/>
                </a:lnTo>
                <a:cubicBezTo>
                  <a:pt x="1233299" y="104962"/>
                  <a:pt x="1234974" y="105093"/>
                  <a:pt x="1236630" y="105206"/>
                </a:cubicBezTo>
                <a:cubicBezTo>
                  <a:pt x="1238285" y="105319"/>
                  <a:pt x="1239961" y="105375"/>
                  <a:pt x="1241655" y="105375"/>
                </a:cubicBezTo>
                <a:cubicBezTo>
                  <a:pt x="1247278" y="105375"/>
                  <a:pt x="1251668" y="104337"/>
                  <a:pt x="1254826" y="102259"/>
                </a:cubicBezTo>
                <a:cubicBezTo>
                  <a:pt x="1257983" y="100182"/>
                  <a:pt x="1260448" y="96720"/>
                  <a:pt x="1262221" y="91872"/>
                </a:cubicBezTo>
                <a:close/>
                <a:moveTo>
                  <a:pt x="1312425" y="17262"/>
                </a:moveTo>
                <a:lnTo>
                  <a:pt x="1312425" y="84503"/>
                </a:lnTo>
                <a:lnTo>
                  <a:pt x="1330563" y="84503"/>
                </a:lnTo>
                <a:lnTo>
                  <a:pt x="1330563" y="17262"/>
                </a:lnTo>
                <a:lnTo>
                  <a:pt x="1355287" y="17262"/>
                </a:lnTo>
                <a:lnTo>
                  <a:pt x="1355287" y="2031"/>
                </a:lnTo>
                <a:lnTo>
                  <a:pt x="1287701" y="2031"/>
                </a:lnTo>
                <a:lnTo>
                  <a:pt x="1287701" y="17262"/>
                </a:lnTo>
                <a:lnTo>
                  <a:pt x="1312425" y="17262"/>
                </a:lnTo>
                <a:close/>
                <a:moveTo>
                  <a:pt x="1377382" y="54720"/>
                </a:moveTo>
                <a:cubicBezTo>
                  <a:pt x="1377382" y="52332"/>
                  <a:pt x="1377613" y="49983"/>
                  <a:pt x="1378075" y="47672"/>
                </a:cubicBezTo>
                <a:cubicBezTo>
                  <a:pt x="1378537" y="45361"/>
                  <a:pt x="1379326" y="43319"/>
                  <a:pt x="1380443" y="41548"/>
                </a:cubicBezTo>
                <a:cubicBezTo>
                  <a:pt x="1381560" y="39776"/>
                  <a:pt x="1383044" y="38332"/>
                  <a:pt x="1384892" y="37215"/>
                </a:cubicBezTo>
                <a:cubicBezTo>
                  <a:pt x="1386741" y="36098"/>
                  <a:pt x="1389051" y="35539"/>
                  <a:pt x="1391824" y="35539"/>
                </a:cubicBezTo>
                <a:cubicBezTo>
                  <a:pt x="1394597" y="35539"/>
                  <a:pt x="1396927" y="36098"/>
                  <a:pt x="1398813" y="37215"/>
                </a:cubicBezTo>
                <a:cubicBezTo>
                  <a:pt x="1400701" y="38332"/>
                  <a:pt x="1402203" y="39776"/>
                  <a:pt x="1403319" y="41548"/>
                </a:cubicBezTo>
                <a:cubicBezTo>
                  <a:pt x="1404437" y="43319"/>
                  <a:pt x="1405226" y="45361"/>
                  <a:pt x="1405688" y="47672"/>
                </a:cubicBezTo>
                <a:cubicBezTo>
                  <a:pt x="1406150" y="49983"/>
                  <a:pt x="1406381" y="52332"/>
                  <a:pt x="1406381" y="54720"/>
                </a:cubicBezTo>
                <a:cubicBezTo>
                  <a:pt x="1406381" y="57108"/>
                  <a:pt x="1406150" y="59439"/>
                  <a:pt x="1405688" y="61712"/>
                </a:cubicBezTo>
                <a:cubicBezTo>
                  <a:pt x="1405226" y="63983"/>
                  <a:pt x="1404437" y="66025"/>
                  <a:pt x="1403319" y="67836"/>
                </a:cubicBezTo>
                <a:cubicBezTo>
                  <a:pt x="1402203" y="69646"/>
                  <a:pt x="1400701" y="71090"/>
                  <a:pt x="1398813" y="72169"/>
                </a:cubicBezTo>
                <a:cubicBezTo>
                  <a:pt x="1396927" y="73247"/>
                  <a:pt x="1394597" y="73785"/>
                  <a:pt x="1391824" y="73785"/>
                </a:cubicBezTo>
                <a:cubicBezTo>
                  <a:pt x="1389051" y="73785"/>
                  <a:pt x="1386741" y="73247"/>
                  <a:pt x="1384892" y="72169"/>
                </a:cubicBezTo>
                <a:cubicBezTo>
                  <a:pt x="1383044" y="71090"/>
                  <a:pt x="1381560" y="69646"/>
                  <a:pt x="1380443" y="67836"/>
                </a:cubicBezTo>
                <a:cubicBezTo>
                  <a:pt x="1379326" y="66025"/>
                  <a:pt x="1378537" y="63983"/>
                  <a:pt x="1378075" y="61712"/>
                </a:cubicBezTo>
                <a:cubicBezTo>
                  <a:pt x="1377613" y="59439"/>
                  <a:pt x="1377382" y="57108"/>
                  <a:pt x="1377382" y="54720"/>
                </a:cubicBezTo>
                <a:moveTo>
                  <a:pt x="1360977" y="54722"/>
                </a:moveTo>
                <a:cubicBezTo>
                  <a:pt x="1360977" y="59505"/>
                  <a:pt x="1361709" y="63825"/>
                  <a:pt x="1363172" y="67682"/>
                </a:cubicBezTo>
                <a:cubicBezTo>
                  <a:pt x="1364635" y="71540"/>
                  <a:pt x="1366715" y="74838"/>
                  <a:pt x="1369411" y="77577"/>
                </a:cubicBezTo>
                <a:cubicBezTo>
                  <a:pt x="1372107" y="80316"/>
                  <a:pt x="1375342" y="82418"/>
                  <a:pt x="1379115" y="83885"/>
                </a:cubicBezTo>
                <a:cubicBezTo>
                  <a:pt x="1382890" y="85350"/>
                  <a:pt x="1387126" y="86083"/>
                  <a:pt x="1391824" y="86083"/>
                </a:cubicBezTo>
                <a:cubicBezTo>
                  <a:pt x="1396522" y="86083"/>
                  <a:pt x="1400778" y="85350"/>
                  <a:pt x="1404590" y="83885"/>
                </a:cubicBezTo>
                <a:cubicBezTo>
                  <a:pt x="1408403" y="82418"/>
                  <a:pt x="1411657" y="80316"/>
                  <a:pt x="1414353" y="77577"/>
                </a:cubicBezTo>
                <a:cubicBezTo>
                  <a:pt x="1417049" y="74838"/>
                  <a:pt x="1419128" y="71540"/>
                  <a:pt x="1420591" y="67682"/>
                </a:cubicBezTo>
                <a:cubicBezTo>
                  <a:pt x="1422055" y="63825"/>
                  <a:pt x="1422786" y="59505"/>
                  <a:pt x="1422786" y="54722"/>
                </a:cubicBezTo>
                <a:cubicBezTo>
                  <a:pt x="1422786" y="49939"/>
                  <a:pt x="1422055" y="45599"/>
                  <a:pt x="1420591" y="41703"/>
                </a:cubicBezTo>
                <a:cubicBezTo>
                  <a:pt x="1419128" y="37806"/>
                  <a:pt x="1417049" y="34489"/>
                  <a:pt x="1414353" y="31750"/>
                </a:cubicBezTo>
                <a:cubicBezTo>
                  <a:pt x="1411657" y="29011"/>
                  <a:pt x="1408403" y="26889"/>
                  <a:pt x="1404590" y="25385"/>
                </a:cubicBezTo>
                <a:cubicBezTo>
                  <a:pt x="1400778" y="23881"/>
                  <a:pt x="1396522" y="23128"/>
                  <a:pt x="1391824" y="23128"/>
                </a:cubicBezTo>
                <a:cubicBezTo>
                  <a:pt x="1387126" y="23128"/>
                  <a:pt x="1382890" y="23881"/>
                  <a:pt x="1379115" y="25385"/>
                </a:cubicBezTo>
                <a:cubicBezTo>
                  <a:pt x="1375342" y="26889"/>
                  <a:pt x="1372107" y="29011"/>
                  <a:pt x="1369411" y="31750"/>
                </a:cubicBezTo>
                <a:cubicBezTo>
                  <a:pt x="1366715" y="34489"/>
                  <a:pt x="1364635" y="37806"/>
                  <a:pt x="1363172" y="41703"/>
                </a:cubicBezTo>
                <a:cubicBezTo>
                  <a:pt x="1361709" y="45599"/>
                  <a:pt x="1360977" y="49939"/>
                  <a:pt x="1360977" y="54722"/>
                </a:cubicBezTo>
                <a:close/>
                <a:moveTo>
                  <a:pt x="1433215" y="24731"/>
                </a:moveTo>
                <a:lnTo>
                  <a:pt x="1433215" y="84503"/>
                </a:lnTo>
                <a:lnTo>
                  <a:pt x="1449620" y="84503"/>
                </a:lnTo>
                <a:lnTo>
                  <a:pt x="1449620" y="57557"/>
                </a:lnTo>
                <a:cubicBezTo>
                  <a:pt x="1449620" y="54858"/>
                  <a:pt x="1449890" y="52353"/>
                  <a:pt x="1450430" y="50040"/>
                </a:cubicBezTo>
                <a:cubicBezTo>
                  <a:pt x="1450969" y="47727"/>
                  <a:pt x="1451874" y="45703"/>
                  <a:pt x="1453144" y="43969"/>
                </a:cubicBezTo>
                <a:cubicBezTo>
                  <a:pt x="1454415" y="42234"/>
                  <a:pt x="1456089" y="40866"/>
                  <a:pt x="1458168" y="39863"/>
                </a:cubicBezTo>
                <a:cubicBezTo>
                  <a:pt x="1460249" y="38861"/>
                  <a:pt x="1462791" y="38359"/>
                  <a:pt x="1465795" y="38359"/>
                </a:cubicBezTo>
                <a:cubicBezTo>
                  <a:pt x="1466796" y="38359"/>
                  <a:pt x="1467835" y="38418"/>
                  <a:pt x="1468913" y="38534"/>
                </a:cubicBezTo>
                <a:cubicBezTo>
                  <a:pt x="1469992" y="38649"/>
                  <a:pt x="1470916" y="38784"/>
                  <a:pt x="1471686" y="38938"/>
                </a:cubicBezTo>
                <a:lnTo>
                  <a:pt x="1471686" y="23705"/>
                </a:lnTo>
                <a:cubicBezTo>
                  <a:pt x="1470377" y="23321"/>
                  <a:pt x="1469183" y="23128"/>
                  <a:pt x="1468106" y="23128"/>
                </a:cubicBezTo>
                <a:cubicBezTo>
                  <a:pt x="1466025" y="23128"/>
                  <a:pt x="1464023" y="23436"/>
                  <a:pt x="1462098" y="24052"/>
                </a:cubicBezTo>
                <a:cubicBezTo>
                  <a:pt x="1460173" y="24667"/>
                  <a:pt x="1458363" y="25532"/>
                  <a:pt x="1456668" y="26647"/>
                </a:cubicBezTo>
                <a:cubicBezTo>
                  <a:pt x="1454974" y="27762"/>
                  <a:pt x="1453472" y="29109"/>
                  <a:pt x="1452162" y="30686"/>
                </a:cubicBezTo>
                <a:cubicBezTo>
                  <a:pt x="1450853" y="32263"/>
                  <a:pt x="1449813" y="33975"/>
                  <a:pt x="1449042" y="35821"/>
                </a:cubicBezTo>
                <a:lnTo>
                  <a:pt x="1448811" y="35821"/>
                </a:lnTo>
                <a:lnTo>
                  <a:pt x="1448811" y="24731"/>
                </a:lnTo>
                <a:lnTo>
                  <a:pt x="1433215" y="24731"/>
                </a:lnTo>
                <a:close/>
                <a:moveTo>
                  <a:pt x="1518258" y="45806"/>
                </a:moveTo>
                <a:lnTo>
                  <a:pt x="1534316" y="45806"/>
                </a:lnTo>
                <a:cubicBezTo>
                  <a:pt x="1534085" y="41949"/>
                  <a:pt x="1533161" y="38613"/>
                  <a:pt x="1531543" y="35798"/>
                </a:cubicBezTo>
                <a:cubicBezTo>
                  <a:pt x="1529926" y="32982"/>
                  <a:pt x="1527827" y="30629"/>
                  <a:pt x="1525246" y="28740"/>
                </a:cubicBezTo>
                <a:cubicBezTo>
                  <a:pt x="1522666" y="26850"/>
                  <a:pt x="1519740" y="25442"/>
                  <a:pt x="1516467" y="24518"/>
                </a:cubicBezTo>
                <a:cubicBezTo>
                  <a:pt x="1513194" y="23591"/>
                  <a:pt x="1509786" y="23128"/>
                  <a:pt x="1506242" y="23128"/>
                </a:cubicBezTo>
                <a:cubicBezTo>
                  <a:pt x="1501390" y="23128"/>
                  <a:pt x="1497076" y="23939"/>
                  <a:pt x="1493301" y="25559"/>
                </a:cubicBezTo>
                <a:cubicBezTo>
                  <a:pt x="1489528" y="27179"/>
                  <a:pt x="1486332" y="29435"/>
                  <a:pt x="1483713" y="32329"/>
                </a:cubicBezTo>
                <a:cubicBezTo>
                  <a:pt x="1481095" y="35222"/>
                  <a:pt x="1479112" y="38656"/>
                  <a:pt x="1477764" y="42629"/>
                </a:cubicBezTo>
                <a:cubicBezTo>
                  <a:pt x="1476416" y="46601"/>
                  <a:pt x="1475742" y="50902"/>
                  <a:pt x="1475742" y="55531"/>
                </a:cubicBezTo>
                <a:cubicBezTo>
                  <a:pt x="1475742" y="60006"/>
                  <a:pt x="1476473" y="64115"/>
                  <a:pt x="1477937" y="67857"/>
                </a:cubicBezTo>
                <a:cubicBezTo>
                  <a:pt x="1479400" y="71598"/>
                  <a:pt x="1481440" y="74818"/>
                  <a:pt x="1484059" y="77519"/>
                </a:cubicBezTo>
                <a:cubicBezTo>
                  <a:pt x="1486678" y="80220"/>
                  <a:pt x="1489856" y="82322"/>
                  <a:pt x="1493591" y="83827"/>
                </a:cubicBezTo>
                <a:cubicBezTo>
                  <a:pt x="1497327" y="85331"/>
                  <a:pt x="1501428" y="86083"/>
                  <a:pt x="1505895" y="86083"/>
                </a:cubicBezTo>
                <a:cubicBezTo>
                  <a:pt x="1513828" y="86083"/>
                  <a:pt x="1520336" y="83995"/>
                  <a:pt x="1525419" y="79820"/>
                </a:cubicBezTo>
                <a:cubicBezTo>
                  <a:pt x="1530503" y="75643"/>
                  <a:pt x="1533584" y="69588"/>
                  <a:pt x="1534663" y="61655"/>
                </a:cubicBezTo>
                <a:lnTo>
                  <a:pt x="1518834" y="61655"/>
                </a:lnTo>
                <a:cubicBezTo>
                  <a:pt x="1518296" y="65353"/>
                  <a:pt x="1516968" y="68299"/>
                  <a:pt x="1514849" y="70494"/>
                </a:cubicBezTo>
                <a:cubicBezTo>
                  <a:pt x="1512731" y="72688"/>
                  <a:pt x="1509708" y="73785"/>
                  <a:pt x="1505781" y="73785"/>
                </a:cubicBezTo>
                <a:cubicBezTo>
                  <a:pt x="1503239" y="73785"/>
                  <a:pt x="1501081" y="73208"/>
                  <a:pt x="1499309" y="72053"/>
                </a:cubicBezTo>
                <a:cubicBezTo>
                  <a:pt x="1497538" y="70897"/>
                  <a:pt x="1496133" y="69415"/>
                  <a:pt x="1495092" y="67605"/>
                </a:cubicBezTo>
                <a:cubicBezTo>
                  <a:pt x="1494054" y="65794"/>
                  <a:pt x="1493303" y="63771"/>
                  <a:pt x="1492840" y="61537"/>
                </a:cubicBezTo>
                <a:cubicBezTo>
                  <a:pt x="1492378" y="59303"/>
                  <a:pt x="1492147" y="57108"/>
                  <a:pt x="1492147" y="54951"/>
                </a:cubicBezTo>
                <a:cubicBezTo>
                  <a:pt x="1492147" y="52717"/>
                  <a:pt x="1492378" y="50464"/>
                  <a:pt x="1492840" y="48192"/>
                </a:cubicBezTo>
                <a:cubicBezTo>
                  <a:pt x="1493303" y="45920"/>
                  <a:pt x="1494092" y="43839"/>
                  <a:pt x="1495209" y="41952"/>
                </a:cubicBezTo>
                <a:cubicBezTo>
                  <a:pt x="1496325" y="40065"/>
                  <a:pt x="1497769" y="38524"/>
                  <a:pt x="1499540" y="37330"/>
                </a:cubicBezTo>
                <a:cubicBezTo>
                  <a:pt x="1501312" y="36136"/>
                  <a:pt x="1503508" y="35539"/>
                  <a:pt x="1506126" y="35539"/>
                </a:cubicBezTo>
                <a:cubicBezTo>
                  <a:pt x="1513135" y="35539"/>
                  <a:pt x="1517179" y="38961"/>
                  <a:pt x="1518258" y="45806"/>
                </a:cubicBezTo>
                <a:close/>
                <a:moveTo>
                  <a:pt x="1543389" y="2031"/>
                </a:moveTo>
                <a:lnTo>
                  <a:pt x="1543389" y="84503"/>
                </a:lnTo>
                <a:lnTo>
                  <a:pt x="1559794" y="84503"/>
                </a:lnTo>
                <a:lnTo>
                  <a:pt x="1559794" y="53199"/>
                </a:lnTo>
                <a:cubicBezTo>
                  <a:pt x="1559794" y="47115"/>
                  <a:pt x="1560795" y="42745"/>
                  <a:pt x="1562798" y="40089"/>
                </a:cubicBezTo>
                <a:cubicBezTo>
                  <a:pt x="1564800" y="37432"/>
                  <a:pt x="1568035" y="36103"/>
                  <a:pt x="1572502" y="36103"/>
                </a:cubicBezTo>
                <a:cubicBezTo>
                  <a:pt x="1576431" y="36103"/>
                  <a:pt x="1579165" y="37316"/>
                  <a:pt x="1580705" y="39741"/>
                </a:cubicBezTo>
                <a:cubicBezTo>
                  <a:pt x="1582245" y="42167"/>
                  <a:pt x="1583016" y="45844"/>
                  <a:pt x="1583016" y="50773"/>
                </a:cubicBezTo>
                <a:lnTo>
                  <a:pt x="1583016" y="84503"/>
                </a:lnTo>
                <a:lnTo>
                  <a:pt x="1599421" y="84503"/>
                </a:lnTo>
                <a:lnTo>
                  <a:pt x="1599421" y="47748"/>
                </a:lnTo>
                <a:cubicBezTo>
                  <a:pt x="1599421" y="44050"/>
                  <a:pt x="1599094" y="40679"/>
                  <a:pt x="1598439" y="37635"/>
                </a:cubicBezTo>
                <a:cubicBezTo>
                  <a:pt x="1597784" y="34591"/>
                  <a:pt x="1596648" y="32010"/>
                  <a:pt x="1595030" y="29891"/>
                </a:cubicBezTo>
                <a:cubicBezTo>
                  <a:pt x="1593412" y="27772"/>
                  <a:pt x="1591198" y="26115"/>
                  <a:pt x="1588387" y="24921"/>
                </a:cubicBezTo>
                <a:cubicBezTo>
                  <a:pt x="1585576" y="23726"/>
                  <a:pt x="1581976" y="23128"/>
                  <a:pt x="1577586" y="23128"/>
                </a:cubicBezTo>
                <a:cubicBezTo>
                  <a:pt x="1574505" y="23128"/>
                  <a:pt x="1571346" y="23920"/>
                  <a:pt x="1568111" y="25503"/>
                </a:cubicBezTo>
                <a:cubicBezTo>
                  <a:pt x="1564877" y="27086"/>
                  <a:pt x="1562220" y="29615"/>
                  <a:pt x="1560141" y="33090"/>
                </a:cubicBezTo>
                <a:lnTo>
                  <a:pt x="1559794" y="33090"/>
                </a:lnTo>
                <a:lnTo>
                  <a:pt x="1559794" y="2031"/>
                </a:lnTo>
                <a:lnTo>
                  <a:pt x="1543389" y="2031"/>
                </a:lnTo>
                <a:close/>
                <a:moveTo>
                  <a:pt x="1630430" y="43662"/>
                </a:moveTo>
                <a:lnTo>
                  <a:pt x="1630430" y="25836"/>
                </a:lnTo>
                <a:lnTo>
                  <a:pt x="1612292" y="25836"/>
                </a:lnTo>
                <a:lnTo>
                  <a:pt x="1612292" y="43662"/>
                </a:lnTo>
                <a:lnTo>
                  <a:pt x="1630430" y="43662"/>
                </a:lnTo>
                <a:moveTo>
                  <a:pt x="1612292" y="66678"/>
                </a:moveTo>
                <a:lnTo>
                  <a:pt x="1612292" y="84503"/>
                </a:lnTo>
                <a:lnTo>
                  <a:pt x="1630430" y="84503"/>
                </a:lnTo>
                <a:lnTo>
                  <a:pt x="1630430" y="66678"/>
                </a:lnTo>
                <a:lnTo>
                  <a:pt x="1612292" y="66678"/>
                </a:lnTo>
                <a:close/>
                <a:moveTo>
                  <a:pt x="1647313" y="2031"/>
                </a:moveTo>
                <a:lnTo>
                  <a:pt x="1647313" y="39149"/>
                </a:lnTo>
                <a:lnTo>
                  <a:pt x="1659674" y="39149"/>
                </a:lnTo>
                <a:lnTo>
                  <a:pt x="1659674" y="2031"/>
                </a:lnTo>
                <a:lnTo>
                  <a:pt x="1647313" y="2031"/>
                </a:lnTo>
                <a:close/>
                <a:moveTo>
                  <a:pt x="1676560" y="66678"/>
                </a:moveTo>
                <a:lnTo>
                  <a:pt x="1676560" y="84503"/>
                </a:lnTo>
                <a:lnTo>
                  <a:pt x="1684877" y="84503"/>
                </a:lnTo>
                <a:cubicBezTo>
                  <a:pt x="1684954" y="85736"/>
                  <a:pt x="1684800" y="86950"/>
                  <a:pt x="1684415" y="88144"/>
                </a:cubicBezTo>
                <a:cubicBezTo>
                  <a:pt x="1684030" y="89338"/>
                  <a:pt x="1683452" y="90416"/>
                  <a:pt x="1682682" y="91379"/>
                </a:cubicBezTo>
                <a:cubicBezTo>
                  <a:pt x="1681912" y="92342"/>
                  <a:pt x="1681007" y="93171"/>
                  <a:pt x="1679967" y="93864"/>
                </a:cubicBezTo>
                <a:cubicBezTo>
                  <a:pt x="1678927" y="94558"/>
                  <a:pt x="1677830" y="95019"/>
                  <a:pt x="1676674" y="95250"/>
                </a:cubicBezTo>
                <a:lnTo>
                  <a:pt x="1676674" y="103570"/>
                </a:lnTo>
                <a:cubicBezTo>
                  <a:pt x="1679139" y="103185"/>
                  <a:pt x="1681469" y="102472"/>
                  <a:pt x="1683664" y="101430"/>
                </a:cubicBezTo>
                <a:cubicBezTo>
                  <a:pt x="1685859" y="100390"/>
                  <a:pt x="1687766" y="99060"/>
                  <a:pt x="1689383" y="97441"/>
                </a:cubicBezTo>
                <a:cubicBezTo>
                  <a:pt x="1691001" y="95821"/>
                  <a:pt x="1692291" y="93913"/>
                  <a:pt x="1693254" y="91715"/>
                </a:cubicBezTo>
                <a:cubicBezTo>
                  <a:pt x="1694216" y="89519"/>
                  <a:pt x="1694698" y="87110"/>
                  <a:pt x="1694698" y="84488"/>
                </a:cubicBezTo>
                <a:lnTo>
                  <a:pt x="1694698" y="66678"/>
                </a:lnTo>
                <a:lnTo>
                  <a:pt x="1676560" y="66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abs_a)&quot;">
            <a:extLst xmlns:a="http://schemas.openxmlformats.org/drawingml/2006/main">
              <a:ext uri="{FF2B5EF4-FFF2-40B4-BE49-F238E27FC236}">
                <a16:creationId xmlns:a16="http://schemas.microsoft.com/office/drawing/2014/main" id="{49F299AE-DB55-4198-B59A-20EC938A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98" y="4864140"/>
            <a:ext cx="394979" cy="105375"/>
          </a:xfrm>
          <a:custGeom xmlns:a="http://schemas.openxmlformats.org/drawingml/2006/main">
            <a:pathLst>
              <a:path w="394979" h="105375">
                <a:moveTo>
                  <a:pt x="1849" y="43144"/>
                </a:moveTo>
                <a:cubicBezTo>
                  <a:pt x="2080" y="39293"/>
                  <a:pt x="3042" y="36096"/>
                  <a:pt x="4737" y="33556"/>
                </a:cubicBezTo>
                <a:cubicBezTo>
                  <a:pt x="6431" y="31014"/>
                  <a:pt x="8588" y="28972"/>
                  <a:pt x="11206" y="27432"/>
                </a:cubicBezTo>
                <a:cubicBezTo>
                  <a:pt x="13825" y="25891"/>
                  <a:pt x="16770" y="24793"/>
                  <a:pt x="20043" y="24139"/>
                </a:cubicBezTo>
                <a:cubicBezTo>
                  <a:pt x="23318" y="23484"/>
                  <a:pt x="26611" y="23157"/>
                  <a:pt x="29922" y="23157"/>
                </a:cubicBezTo>
                <a:cubicBezTo>
                  <a:pt x="32926" y="23157"/>
                  <a:pt x="35968" y="23369"/>
                  <a:pt x="39049" y="23793"/>
                </a:cubicBezTo>
                <a:cubicBezTo>
                  <a:pt x="42130" y="24216"/>
                  <a:pt x="44941" y="25044"/>
                  <a:pt x="47482" y="26277"/>
                </a:cubicBezTo>
                <a:cubicBezTo>
                  <a:pt x="50024" y="27509"/>
                  <a:pt x="52104" y="29222"/>
                  <a:pt x="53721" y="31417"/>
                </a:cubicBezTo>
                <a:cubicBezTo>
                  <a:pt x="55339" y="33613"/>
                  <a:pt x="56148" y="36520"/>
                  <a:pt x="56148" y="40140"/>
                </a:cubicBezTo>
                <a:lnTo>
                  <a:pt x="56148" y="71217"/>
                </a:lnTo>
                <a:cubicBezTo>
                  <a:pt x="56148" y="73913"/>
                  <a:pt x="56302" y="76493"/>
                  <a:pt x="56610" y="78958"/>
                </a:cubicBezTo>
                <a:cubicBezTo>
                  <a:pt x="56918" y="81422"/>
                  <a:pt x="57457" y="83271"/>
                  <a:pt x="58227" y="84503"/>
                </a:cubicBezTo>
                <a:lnTo>
                  <a:pt x="41591" y="84503"/>
                </a:lnTo>
                <a:cubicBezTo>
                  <a:pt x="41283" y="83580"/>
                  <a:pt x="41032" y="82637"/>
                  <a:pt x="40840" y="81674"/>
                </a:cubicBezTo>
                <a:cubicBezTo>
                  <a:pt x="40647" y="80710"/>
                  <a:pt x="40512" y="79728"/>
                  <a:pt x="40436" y="78727"/>
                </a:cubicBezTo>
                <a:cubicBezTo>
                  <a:pt x="37818" y="81423"/>
                  <a:pt x="34737" y="83310"/>
                  <a:pt x="31193" y="84389"/>
                </a:cubicBezTo>
                <a:cubicBezTo>
                  <a:pt x="27650" y="85467"/>
                  <a:pt x="24030" y="86005"/>
                  <a:pt x="20333" y="86005"/>
                </a:cubicBezTo>
                <a:cubicBezTo>
                  <a:pt x="17484" y="86005"/>
                  <a:pt x="14827" y="85659"/>
                  <a:pt x="12361" y="84965"/>
                </a:cubicBezTo>
                <a:cubicBezTo>
                  <a:pt x="9897" y="84272"/>
                  <a:pt x="7740" y="83194"/>
                  <a:pt x="5891" y="81731"/>
                </a:cubicBezTo>
                <a:cubicBezTo>
                  <a:pt x="4044" y="80267"/>
                  <a:pt x="2600" y="78419"/>
                  <a:pt x="1560" y="76186"/>
                </a:cubicBezTo>
                <a:cubicBezTo>
                  <a:pt x="520" y="73952"/>
                  <a:pt x="0" y="71295"/>
                  <a:pt x="0" y="68213"/>
                </a:cubicBezTo>
                <a:cubicBezTo>
                  <a:pt x="0" y="64825"/>
                  <a:pt x="597" y="62033"/>
                  <a:pt x="1791" y="59838"/>
                </a:cubicBezTo>
                <a:cubicBezTo>
                  <a:pt x="2985" y="57642"/>
                  <a:pt x="4525" y="55890"/>
                  <a:pt x="6411" y="54581"/>
                </a:cubicBezTo>
                <a:cubicBezTo>
                  <a:pt x="8299" y="53272"/>
                  <a:pt x="10455" y="52290"/>
                  <a:pt x="12881" y="51635"/>
                </a:cubicBezTo>
                <a:cubicBezTo>
                  <a:pt x="15308" y="50981"/>
                  <a:pt x="17754" y="50461"/>
                  <a:pt x="20218" y="50077"/>
                </a:cubicBezTo>
                <a:cubicBezTo>
                  <a:pt x="22682" y="49692"/>
                  <a:pt x="25108" y="49383"/>
                  <a:pt x="27495" y="49151"/>
                </a:cubicBezTo>
                <a:cubicBezTo>
                  <a:pt x="29883" y="48920"/>
                  <a:pt x="32001" y="48573"/>
                  <a:pt x="33850" y="48111"/>
                </a:cubicBezTo>
                <a:cubicBezTo>
                  <a:pt x="35699" y="47650"/>
                  <a:pt x="37162" y="46976"/>
                  <a:pt x="38240" y="46091"/>
                </a:cubicBezTo>
                <a:cubicBezTo>
                  <a:pt x="39318" y="45205"/>
                  <a:pt x="39820" y="43915"/>
                  <a:pt x="39743" y="42220"/>
                </a:cubicBezTo>
                <a:cubicBezTo>
                  <a:pt x="39743" y="40448"/>
                  <a:pt x="39454" y="39042"/>
                  <a:pt x="38876" y="38003"/>
                </a:cubicBezTo>
                <a:cubicBezTo>
                  <a:pt x="38298" y="36963"/>
                  <a:pt x="37527" y="36155"/>
                  <a:pt x="36565" y="35578"/>
                </a:cubicBezTo>
                <a:cubicBezTo>
                  <a:pt x="35602" y="34999"/>
                  <a:pt x="34485" y="34614"/>
                  <a:pt x="33214" y="34421"/>
                </a:cubicBezTo>
                <a:cubicBezTo>
                  <a:pt x="31943" y="34228"/>
                  <a:pt x="30576" y="34132"/>
                  <a:pt x="29113" y="34132"/>
                </a:cubicBezTo>
                <a:cubicBezTo>
                  <a:pt x="25879" y="34132"/>
                  <a:pt x="23338" y="34825"/>
                  <a:pt x="21489" y="36212"/>
                </a:cubicBezTo>
                <a:cubicBezTo>
                  <a:pt x="19640" y="37599"/>
                  <a:pt x="18562" y="39910"/>
                  <a:pt x="18254" y="43144"/>
                </a:cubicBezTo>
                <a:lnTo>
                  <a:pt x="1849" y="43144"/>
                </a:lnTo>
                <a:moveTo>
                  <a:pt x="39743" y="55274"/>
                </a:moveTo>
                <a:cubicBezTo>
                  <a:pt x="39050" y="55891"/>
                  <a:pt x="38183" y="56373"/>
                  <a:pt x="37143" y="56719"/>
                </a:cubicBezTo>
                <a:cubicBezTo>
                  <a:pt x="36103" y="57066"/>
                  <a:pt x="34986" y="57355"/>
                  <a:pt x="33792" y="57587"/>
                </a:cubicBezTo>
                <a:cubicBezTo>
                  <a:pt x="32599" y="57817"/>
                  <a:pt x="31347" y="58009"/>
                  <a:pt x="30037" y="58163"/>
                </a:cubicBezTo>
                <a:cubicBezTo>
                  <a:pt x="28728" y="58317"/>
                  <a:pt x="27419" y="58509"/>
                  <a:pt x="26109" y="58740"/>
                </a:cubicBezTo>
                <a:cubicBezTo>
                  <a:pt x="24878" y="58971"/>
                  <a:pt x="23665" y="59280"/>
                  <a:pt x="22471" y="59665"/>
                </a:cubicBezTo>
                <a:cubicBezTo>
                  <a:pt x="21277" y="60049"/>
                  <a:pt x="20237" y="60569"/>
                  <a:pt x="19351" y="61225"/>
                </a:cubicBezTo>
                <a:cubicBezTo>
                  <a:pt x="18466" y="61880"/>
                  <a:pt x="17754" y="62708"/>
                  <a:pt x="17214" y="63709"/>
                </a:cubicBezTo>
                <a:cubicBezTo>
                  <a:pt x="16675" y="64709"/>
                  <a:pt x="16405" y="65980"/>
                  <a:pt x="16405" y="67520"/>
                </a:cubicBezTo>
                <a:cubicBezTo>
                  <a:pt x="16405" y="68983"/>
                  <a:pt x="16675" y="70216"/>
                  <a:pt x="17214" y="71217"/>
                </a:cubicBezTo>
                <a:cubicBezTo>
                  <a:pt x="17754" y="72218"/>
                  <a:pt x="18485" y="73008"/>
                  <a:pt x="19409" y="73586"/>
                </a:cubicBezTo>
                <a:cubicBezTo>
                  <a:pt x="20334" y="74163"/>
                  <a:pt x="21412" y="74568"/>
                  <a:pt x="22644" y="74799"/>
                </a:cubicBezTo>
                <a:cubicBezTo>
                  <a:pt x="23876" y="75031"/>
                  <a:pt x="25147" y="75146"/>
                  <a:pt x="26457" y="75146"/>
                </a:cubicBezTo>
                <a:cubicBezTo>
                  <a:pt x="29691" y="75146"/>
                  <a:pt x="32194" y="74607"/>
                  <a:pt x="33965" y="73530"/>
                </a:cubicBezTo>
                <a:cubicBezTo>
                  <a:pt x="35737" y="72451"/>
                  <a:pt x="37047" y="71161"/>
                  <a:pt x="37894" y="69659"/>
                </a:cubicBezTo>
                <a:cubicBezTo>
                  <a:pt x="38741" y="68157"/>
                  <a:pt x="39261" y="66635"/>
                  <a:pt x="39454" y="65095"/>
                </a:cubicBezTo>
                <a:cubicBezTo>
                  <a:pt x="39647" y="63554"/>
                  <a:pt x="39743" y="62322"/>
                  <a:pt x="39743" y="61398"/>
                </a:cubicBezTo>
                <a:lnTo>
                  <a:pt x="39743" y="55274"/>
                </a:lnTo>
                <a:close/>
                <a:moveTo>
                  <a:pt x="112126" y="54720"/>
                </a:moveTo>
                <a:cubicBezTo>
                  <a:pt x="112126" y="57185"/>
                  <a:pt x="111856" y="59573"/>
                  <a:pt x="111317" y="61884"/>
                </a:cubicBezTo>
                <a:cubicBezTo>
                  <a:pt x="110777" y="64195"/>
                  <a:pt x="109930" y="66236"/>
                  <a:pt x="108775" y="68009"/>
                </a:cubicBezTo>
                <a:cubicBezTo>
                  <a:pt x="107620" y="69780"/>
                  <a:pt x="106175" y="71185"/>
                  <a:pt x="104442" y="72225"/>
                </a:cubicBezTo>
                <a:cubicBezTo>
                  <a:pt x="102709" y="73265"/>
                  <a:pt x="100611" y="73785"/>
                  <a:pt x="98147" y="73785"/>
                </a:cubicBezTo>
                <a:cubicBezTo>
                  <a:pt x="95759" y="73785"/>
                  <a:pt x="93679" y="73265"/>
                  <a:pt x="91908" y="72225"/>
                </a:cubicBezTo>
                <a:cubicBezTo>
                  <a:pt x="90137" y="71185"/>
                  <a:pt x="88674" y="69780"/>
                  <a:pt x="87518" y="68009"/>
                </a:cubicBezTo>
                <a:cubicBezTo>
                  <a:pt x="86363" y="66236"/>
                  <a:pt x="85516" y="64195"/>
                  <a:pt x="84976" y="61884"/>
                </a:cubicBezTo>
                <a:cubicBezTo>
                  <a:pt x="84437" y="59573"/>
                  <a:pt x="84167" y="57185"/>
                  <a:pt x="84167" y="54720"/>
                </a:cubicBezTo>
                <a:cubicBezTo>
                  <a:pt x="84167" y="52178"/>
                  <a:pt x="84437" y="49752"/>
                  <a:pt x="84976" y="47442"/>
                </a:cubicBezTo>
                <a:cubicBezTo>
                  <a:pt x="85516" y="45130"/>
                  <a:pt x="86363" y="43088"/>
                  <a:pt x="87518" y="41317"/>
                </a:cubicBezTo>
                <a:cubicBezTo>
                  <a:pt x="88674" y="39545"/>
                  <a:pt x="90137" y="38139"/>
                  <a:pt x="91908" y="37099"/>
                </a:cubicBezTo>
                <a:cubicBezTo>
                  <a:pt x="93679" y="36059"/>
                  <a:pt x="95759" y="35539"/>
                  <a:pt x="98147" y="35539"/>
                </a:cubicBezTo>
                <a:cubicBezTo>
                  <a:pt x="100611" y="35539"/>
                  <a:pt x="102709" y="36059"/>
                  <a:pt x="104442" y="37099"/>
                </a:cubicBezTo>
                <a:cubicBezTo>
                  <a:pt x="106175" y="38139"/>
                  <a:pt x="107620" y="39545"/>
                  <a:pt x="108775" y="41317"/>
                </a:cubicBezTo>
                <a:cubicBezTo>
                  <a:pt x="109930" y="43088"/>
                  <a:pt x="110777" y="45130"/>
                  <a:pt x="111317" y="47442"/>
                </a:cubicBezTo>
                <a:cubicBezTo>
                  <a:pt x="111856" y="49752"/>
                  <a:pt x="112126" y="52178"/>
                  <a:pt x="112126" y="54720"/>
                </a:cubicBezTo>
                <a:moveTo>
                  <a:pt x="68341" y="2031"/>
                </a:moveTo>
                <a:lnTo>
                  <a:pt x="68341" y="84542"/>
                </a:lnTo>
                <a:lnTo>
                  <a:pt x="83936" y="84542"/>
                </a:lnTo>
                <a:lnTo>
                  <a:pt x="83936" y="76918"/>
                </a:lnTo>
                <a:lnTo>
                  <a:pt x="84167" y="76918"/>
                </a:lnTo>
                <a:cubicBezTo>
                  <a:pt x="85938" y="80244"/>
                  <a:pt x="88557" y="82603"/>
                  <a:pt x="92023" y="83996"/>
                </a:cubicBezTo>
                <a:cubicBezTo>
                  <a:pt x="95489" y="85387"/>
                  <a:pt x="99418" y="86083"/>
                  <a:pt x="103807" y="86083"/>
                </a:cubicBezTo>
                <a:cubicBezTo>
                  <a:pt x="106811" y="86083"/>
                  <a:pt x="109776" y="85466"/>
                  <a:pt x="112702" y="84232"/>
                </a:cubicBezTo>
                <a:cubicBezTo>
                  <a:pt x="115630" y="82997"/>
                  <a:pt x="118268" y="81106"/>
                  <a:pt x="120618" y="78561"/>
                </a:cubicBezTo>
                <a:cubicBezTo>
                  <a:pt x="122967" y="76015"/>
                  <a:pt x="124873" y="72756"/>
                  <a:pt x="126336" y="68782"/>
                </a:cubicBezTo>
                <a:cubicBezTo>
                  <a:pt x="127799" y="64809"/>
                  <a:pt x="128531" y="60083"/>
                  <a:pt x="128531" y="54606"/>
                </a:cubicBezTo>
                <a:cubicBezTo>
                  <a:pt x="128531" y="49128"/>
                  <a:pt x="127799" y="44402"/>
                  <a:pt x="126336" y="40429"/>
                </a:cubicBezTo>
                <a:cubicBezTo>
                  <a:pt x="124873" y="36456"/>
                  <a:pt x="122967" y="33196"/>
                  <a:pt x="120618" y="30650"/>
                </a:cubicBezTo>
                <a:cubicBezTo>
                  <a:pt x="118268" y="28105"/>
                  <a:pt x="115630" y="26215"/>
                  <a:pt x="112702" y="24981"/>
                </a:cubicBezTo>
                <a:cubicBezTo>
                  <a:pt x="109776" y="23746"/>
                  <a:pt x="106811" y="23128"/>
                  <a:pt x="103807" y="23128"/>
                </a:cubicBezTo>
                <a:cubicBezTo>
                  <a:pt x="100111" y="23128"/>
                  <a:pt x="96549" y="23844"/>
                  <a:pt x="93121" y="25274"/>
                </a:cubicBezTo>
                <a:cubicBezTo>
                  <a:pt x="89694" y="26704"/>
                  <a:pt x="86979" y="28966"/>
                  <a:pt x="84976" y="32059"/>
                </a:cubicBezTo>
                <a:lnTo>
                  <a:pt x="84746" y="32059"/>
                </a:lnTo>
                <a:lnTo>
                  <a:pt x="84746" y="2031"/>
                </a:lnTo>
                <a:lnTo>
                  <a:pt x="68341" y="2031"/>
                </a:lnTo>
                <a:close/>
                <a:moveTo>
                  <a:pt x="151438" y="65098"/>
                </a:moveTo>
                <a:lnTo>
                  <a:pt x="135842" y="65098"/>
                </a:lnTo>
                <a:cubicBezTo>
                  <a:pt x="135996" y="69096"/>
                  <a:pt x="136901" y="72422"/>
                  <a:pt x="138557" y="75074"/>
                </a:cubicBezTo>
                <a:cubicBezTo>
                  <a:pt x="140213" y="77725"/>
                  <a:pt x="142330" y="79858"/>
                  <a:pt x="144910" y="81473"/>
                </a:cubicBezTo>
                <a:cubicBezTo>
                  <a:pt x="147491" y="83088"/>
                  <a:pt x="150437" y="84241"/>
                  <a:pt x="153749" y="84932"/>
                </a:cubicBezTo>
                <a:cubicBezTo>
                  <a:pt x="157061" y="85624"/>
                  <a:pt x="160450" y="85970"/>
                  <a:pt x="163915" y="85970"/>
                </a:cubicBezTo>
                <a:cubicBezTo>
                  <a:pt x="167303" y="85970"/>
                  <a:pt x="170634" y="85642"/>
                  <a:pt x="173907" y="84986"/>
                </a:cubicBezTo>
                <a:cubicBezTo>
                  <a:pt x="177181" y="84332"/>
                  <a:pt x="180089" y="83195"/>
                  <a:pt x="182630" y="81577"/>
                </a:cubicBezTo>
                <a:cubicBezTo>
                  <a:pt x="185172" y="79959"/>
                  <a:pt x="187232" y="77821"/>
                  <a:pt x="188810" y="75162"/>
                </a:cubicBezTo>
                <a:cubicBezTo>
                  <a:pt x="190390" y="72504"/>
                  <a:pt x="191179" y="69210"/>
                  <a:pt x="191179" y="65280"/>
                </a:cubicBezTo>
                <a:cubicBezTo>
                  <a:pt x="191179" y="62506"/>
                  <a:pt x="190640" y="60176"/>
                  <a:pt x="189561" y="58288"/>
                </a:cubicBezTo>
                <a:cubicBezTo>
                  <a:pt x="188483" y="56400"/>
                  <a:pt x="187058" y="54820"/>
                  <a:pt x="185286" y="53548"/>
                </a:cubicBezTo>
                <a:cubicBezTo>
                  <a:pt x="183515" y="52276"/>
                  <a:pt x="181494" y="51256"/>
                  <a:pt x="179222" y="50486"/>
                </a:cubicBezTo>
                <a:cubicBezTo>
                  <a:pt x="176950" y="49715"/>
                  <a:pt x="174620" y="49060"/>
                  <a:pt x="172232" y="48520"/>
                </a:cubicBezTo>
                <a:cubicBezTo>
                  <a:pt x="169922" y="47981"/>
                  <a:pt x="167650" y="47480"/>
                  <a:pt x="165415" y="47018"/>
                </a:cubicBezTo>
                <a:cubicBezTo>
                  <a:pt x="163183" y="46555"/>
                  <a:pt x="161199" y="46035"/>
                  <a:pt x="159466" y="45458"/>
                </a:cubicBezTo>
                <a:cubicBezTo>
                  <a:pt x="157734" y="44880"/>
                  <a:pt x="156328" y="44129"/>
                  <a:pt x="155249" y="43204"/>
                </a:cubicBezTo>
                <a:cubicBezTo>
                  <a:pt x="154171" y="42279"/>
                  <a:pt x="153633" y="41084"/>
                  <a:pt x="153633" y="39620"/>
                </a:cubicBezTo>
                <a:cubicBezTo>
                  <a:pt x="153633" y="38387"/>
                  <a:pt x="153941" y="37405"/>
                  <a:pt x="154556" y="36672"/>
                </a:cubicBezTo>
                <a:cubicBezTo>
                  <a:pt x="155173" y="35940"/>
                  <a:pt x="155924" y="35382"/>
                  <a:pt x="156809" y="34998"/>
                </a:cubicBezTo>
                <a:cubicBezTo>
                  <a:pt x="157695" y="34612"/>
                  <a:pt x="158677" y="34362"/>
                  <a:pt x="159755" y="34247"/>
                </a:cubicBezTo>
                <a:cubicBezTo>
                  <a:pt x="160834" y="34130"/>
                  <a:pt x="161835" y="34072"/>
                  <a:pt x="162759" y="34072"/>
                </a:cubicBezTo>
                <a:cubicBezTo>
                  <a:pt x="165685" y="34072"/>
                  <a:pt x="168227" y="34633"/>
                  <a:pt x="170383" y="35756"/>
                </a:cubicBezTo>
                <a:cubicBezTo>
                  <a:pt x="172540" y="36877"/>
                  <a:pt x="173734" y="39023"/>
                  <a:pt x="173965" y="42195"/>
                </a:cubicBezTo>
                <a:lnTo>
                  <a:pt x="189563" y="42195"/>
                </a:lnTo>
                <a:cubicBezTo>
                  <a:pt x="189255" y="38498"/>
                  <a:pt x="188311" y="35436"/>
                  <a:pt x="186732" y="33009"/>
                </a:cubicBezTo>
                <a:cubicBezTo>
                  <a:pt x="185153" y="30582"/>
                  <a:pt x="183170" y="28637"/>
                  <a:pt x="180782" y="27174"/>
                </a:cubicBezTo>
                <a:cubicBezTo>
                  <a:pt x="178395" y="25710"/>
                  <a:pt x="175680" y="24670"/>
                  <a:pt x="172638" y="24054"/>
                </a:cubicBezTo>
                <a:cubicBezTo>
                  <a:pt x="169595" y="23437"/>
                  <a:pt x="166457" y="23128"/>
                  <a:pt x="163222" y="23128"/>
                </a:cubicBezTo>
                <a:cubicBezTo>
                  <a:pt x="159987" y="23128"/>
                  <a:pt x="156829" y="23418"/>
                  <a:pt x="153747" y="23996"/>
                </a:cubicBezTo>
                <a:cubicBezTo>
                  <a:pt x="150667" y="24573"/>
                  <a:pt x="147895" y="25574"/>
                  <a:pt x="145430" y="27000"/>
                </a:cubicBezTo>
                <a:cubicBezTo>
                  <a:pt x="142966" y="28425"/>
                  <a:pt x="140983" y="30371"/>
                  <a:pt x="139481" y="32836"/>
                </a:cubicBezTo>
                <a:cubicBezTo>
                  <a:pt x="137979" y="35302"/>
                  <a:pt x="137228" y="38462"/>
                  <a:pt x="137228" y="42315"/>
                </a:cubicBezTo>
                <a:cubicBezTo>
                  <a:pt x="137228" y="44935"/>
                  <a:pt x="137767" y="47150"/>
                  <a:pt x="138844" y="48961"/>
                </a:cubicBezTo>
                <a:cubicBezTo>
                  <a:pt x="139923" y="50771"/>
                  <a:pt x="141348" y="52273"/>
                  <a:pt x="143119" y="53469"/>
                </a:cubicBezTo>
                <a:cubicBezTo>
                  <a:pt x="144891" y="54663"/>
                  <a:pt x="146913" y="55626"/>
                  <a:pt x="149185" y="56358"/>
                </a:cubicBezTo>
                <a:cubicBezTo>
                  <a:pt x="151457" y="57090"/>
                  <a:pt x="153787" y="57726"/>
                  <a:pt x="156175" y="58265"/>
                </a:cubicBezTo>
                <a:cubicBezTo>
                  <a:pt x="162027" y="59498"/>
                  <a:pt x="166590" y="60731"/>
                  <a:pt x="169863" y="61964"/>
                </a:cubicBezTo>
                <a:cubicBezTo>
                  <a:pt x="173137" y="63197"/>
                  <a:pt x="174774" y="65046"/>
                  <a:pt x="174774" y="67511"/>
                </a:cubicBezTo>
                <a:cubicBezTo>
                  <a:pt x="174774" y="68975"/>
                  <a:pt x="174428" y="70188"/>
                  <a:pt x="173734" y="71152"/>
                </a:cubicBezTo>
                <a:cubicBezTo>
                  <a:pt x="173041" y="72115"/>
                  <a:pt x="172174" y="72886"/>
                  <a:pt x="171134" y="73465"/>
                </a:cubicBezTo>
                <a:cubicBezTo>
                  <a:pt x="170095" y="74042"/>
                  <a:pt x="168940" y="74465"/>
                  <a:pt x="167668" y="74736"/>
                </a:cubicBezTo>
                <a:cubicBezTo>
                  <a:pt x="166398" y="75005"/>
                  <a:pt x="165185" y="75139"/>
                  <a:pt x="164030" y="75139"/>
                </a:cubicBezTo>
                <a:cubicBezTo>
                  <a:pt x="162413" y="75139"/>
                  <a:pt x="160853" y="74947"/>
                  <a:pt x="159351" y="74563"/>
                </a:cubicBezTo>
                <a:cubicBezTo>
                  <a:pt x="157849" y="74177"/>
                  <a:pt x="156521" y="73581"/>
                  <a:pt x="155366" y="72774"/>
                </a:cubicBezTo>
                <a:cubicBezTo>
                  <a:pt x="154210" y="71965"/>
                  <a:pt x="153267" y="70926"/>
                  <a:pt x="152534" y="69657"/>
                </a:cubicBezTo>
                <a:cubicBezTo>
                  <a:pt x="151803" y="68388"/>
                  <a:pt x="151438" y="66868"/>
                  <a:pt x="151438" y="65098"/>
                </a:cubicBezTo>
                <a:close/>
                <a:moveTo>
                  <a:pt x="194463" y="93078"/>
                </a:moveTo>
                <a:lnTo>
                  <a:pt x="194463" y="98832"/>
                </a:lnTo>
                <a:lnTo>
                  <a:pt x="252228" y="98832"/>
                </a:lnTo>
                <a:lnTo>
                  <a:pt x="252228" y="93078"/>
                </a:lnTo>
                <a:lnTo>
                  <a:pt x="194463" y="93078"/>
                </a:lnTo>
                <a:close/>
                <a:moveTo>
                  <a:pt x="257391" y="43144"/>
                </a:moveTo>
                <a:cubicBezTo>
                  <a:pt x="257622" y="39293"/>
                  <a:pt x="258584" y="36096"/>
                  <a:pt x="260279" y="33556"/>
                </a:cubicBezTo>
                <a:cubicBezTo>
                  <a:pt x="261973" y="31014"/>
                  <a:pt x="264130" y="28972"/>
                  <a:pt x="266748" y="27432"/>
                </a:cubicBezTo>
                <a:cubicBezTo>
                  <a:pt x="269367" y="25891"/>
                  <a:pt x="272312" y="24793"/>
                  <a:pt x="275585" y="24139"/>
                </a:cubicBezTo>
                <a:cubicBezTo>
                  <a:pt x="278860" y="23484"/>
                  <a:pt x="282153" y="23157"/>
                  <a:pt x="285464" y="23157"/>
                </a:cubicBezTo>
                <a:cubicBezTo>
                  <a:pt x="288468" y="23157"/>
                  <a:pt x="291510" y="23369"/>
                  <a:pt x="294591" y="23793"/>
                </a:cubicBezTo>
                <a:cubicBezTo>
                  <a:pt x="297672" y="24216"/>
                  <a:pt x="300483" y="25044"/>
                  <a:pt x="303024" y="26277"/>
                </a:cubicBezTo>
                <a:cubicBezTo>
                  <a:pt x="305566" y="27509"/>
                  <a:pt x="307646" y="29222"/>
                  <a:pt x="309263" y="31417"/>
                </a:cubicBezTo>
                <a:cubicBezTo>
                  <a:pt x="310881" y="33613"/>
                  <a:pt x="311690" y="36520"/>
                  <a:pt x="311690" y="40140"/>
                </a:cubicBezTo>
                <a:lnTo>
                  <a:pt x="311690" y="71217"/>
                </a:lnTo>
                <a:cubicBezTo>
                  <a:pt x="311690" y="73913"/>
                  <a:pt x="311844" y="76493"/>
                  <a:pt x="312152" y="78958"/>
                </a:cubicBezTo>
                <a:cubicBezTo>
                  <a:pt x="312460" y="81422"/>
                  <a:pt x="312999" y="83271"/>
                  <a:pt x="313769" y="84503"/>
                </a:cubicBezTo>
                <a:lnTo>
                  <a:pt x="297133" y="84503"/>
                </a:lnTo>
                <a:cubicBezTo>
                  <a:pt x="296825" y="83580"/>
                  <a:pt x="296574" y="82637"/>
                  <a:pt x="296382" y="81674"/>
                </a:cubicBezTo>
                <a:cubicBezTo>
                  <a:pt x="296189" y="80710"/>
                  <a:pt x="296054" y="79728"/>
                  <a:pt x="295978" y="78727"/>
                </a:cubicBezTo>
                <a:cubicBezTo>
                  <a:pt x="293360" y="81423"/>
                  <a:pt x="290279" y="83310"/>
                  <a:pt x="286735" y="84389"/>
                </a:cubicBezTo>
                <a:cubicBezTo>
                  <a:pt x="283192" y="85467"/>
                  <a:pt x="279572" y="86005"/>
                  <a:pt x="275875" y="86005"/>
                </a:cubicBezTo>
                <a:cubicBezTo>
                  <a:pt x="273026" y="86005"/>
                  <a:pt x="270369" y="85659"/>
                  <a:pt x="267903" y="84965"/>
                </a:cubicBezTo>
                <a:cubicBezTo>
                  <a:pt x="265439" y="84272"/>
                  <a:pt x="263282" y="83194"/>
                  <a:pt x="261433" y="81731"/>
                </a:cubicBezTo>
                <a:cubicBezTo>
                  <a:pt x="259586" y="80267"/>
                  <a:pt x="258142" y="78419"/>
                  <a:pt x="257102" y="76186"/>
                </a:cubicBezTo>
                <a:cubicBezTo>
                  <a:pt x="256062" y="73952"/>
                  <a:pt x="255542" y="71295"/>
                  <a:pt x="255542" y="68213"/>
                </a:cubicBezTo>
                <a:cubicBezTo>
                  <a:pt x="255542" y="64825"/>
                  <a:pt x="256139" y="62033"/>
                  <a:pt x="257333" y="59838"/>
                </a:cubicBezTo>
                <a:cubicBezTo>
                  <a:pt x="258527" y="57642"/>
                  <a:pt x="260067" y="55890"/>
                  <a:pt x="261953" y="54581"/>
                </a:cubicBezTo>
                <a:cubicBezTo>
                  <a:pt x="263841" y="53272"/>
                  <a:pt x="265997" y="52290"/>
                  <a:pt x="268423" y="51635"/>
                </a:cubicBezTo>
                <a:cubicBezTo>
                  <a:pt x="270850" y="50981"/>
                  <a:pt x="273295" y="50461"/>
                  <a:pt x="275760" y="50077"/>
                </a:cubicBezTo>
                <a:cubicBezTo>
                  <a:pt x="278224" y="49692"/>
                  <a:pt x="280650" y="49383"/>
                  <a:pt x="283037" y="49151"/>
                </a:cubicBezTo>
                <a:cubicBezTo>
                  <a:pt x="285425" y="48920"/>
                  <a:pt x="287543" y="48573"/>
                  <a:pt x="289392" y="48111"/>
                </a:cubicBezTo>
                <a:cubicBezTo>
                  <a:pt x="291241" y="47650"/>
                  <a:pt x="292704" y="46976"/>
                  <a:pt x="293781" y="46091"/>
                </a:cubicBezTo>
                <a:cubicBezTo>
                  <a:pt x="294860" y="45205"/>
                  <a:pt x="295362" y="43915"/>
                  <a:pt x="295285" y="42220"/>
                </a:cubicBezTo>
                <a:cubicBezTo>
                  <a:pt x="295285" y="40448"/>
                  <a:pt x="294996" y="39042"/>
                  <a:pt x="294418" y="38003"/>
                </a:cubicBezTo>
                <a:cubicBezTo>
                  <a:pt x="293840" y="36963"/>
                  <a:pt x="293069" y="36155"/>
                  <a:pt x="292107" y="35578"/>
                </a:cubicBezTo>
                <a:cubicBezTo>
                  <a:pt x="291144" y="34999"/>
                  <a:pt x="290027" y="34614"/>
                  <a:pt x="288756" y="34421"/>
                </a:cubicBezTo>
                <a:cubicBezTo>
                  <a:pt x="287485" y="34228"/>
                  <a:pt x="286118" y="34132"/>
                  <a:pt x="284655" y="34132"/>
                </a:cubicBezTo>
                <a:cubicBezTo>
                  <a:pt x="281421" y="34132"/>
                  <a:pt x="278880" y="34825"/>
                  <a:pt x="277031" y="36212"/>
                </a:cubicBezTo>
                <a:cubicBezTo>
                  <a:pt x="275182" y="37599"/>
                  <a:pt x="274104" y="39910"/>
                  <a:pt x="273796" y="43144"/>
                </a:cubicBezTo>
                <a:lnTo>
                  <a:pt x="257391" y="43144"/>
                </a:lnTo>
                <a:moveTo>
                  <a:pt x="295285" y="55274"/>
                </a:moveTo>
                <a:cubicBezTo>
                  <a:pt x="294592" y="55891"/>
                  <a:pt x="293725" y="56373"/>
                  <a:pt x="292685" y="56719"/>
                </a:cubicBezTo>
                <a:cubicBezTo>
                  <a:pt x="291645" y="57066"/>
                  <a:pt x="290528" y="57355"/>
                  <a:pt x="289334" y="57587"/>
                </a:cubicBezTo>
                <a:cubicBezTo>
                  <a:pt x="288141" y="57817"/>
                  <a:pt x="286889" y="58009"/>
                  <a:pt x="285579" y="58163"/>
                </a:cubicBezTo>
                <a:cubicBezTo>
                  <a:pt x="284270" y="58317"/>
                  <a:pt x="282961" y="58509"/>
                  <a:pt x="281651" y="58740"/>
                </a:cubicBezTo>
                <a:cubicBezTo>
                  <a:pt x="280420" y="58971"/>
                  <a:pt x="279207" y="59280"/>
                  <a:pt x="278013" y="59665"/>
                </a:cubicBezTo>
                <a:cubicBezTo>
                  <a:pt x="276819" y="60049"/>
                  <a:pt x="275779" y="60569"/>
                  <a:pt x="274893" y="61225"/>
                </a:cubicBezTo>
                <a:cubicBezTo>
                  <a:pt x="274008" y="61880"/>
                  <a:pt x="273295" y="62708"/>
                  <a:pt x="272756" y="63709"/>
                </a:cubicBezTo>
                <a:cubicBezTo>
                  <a:pt x="272217" y="64709"/>
                  <a:pt x="271947" y="65980"/>
                  <a:pt x="271947" y="67520"/>
                </a:cubicBezTo>
                <a:cubicBezTo>
                  <a:pt x="271947" y="68983"/>
                  <a:pt x="272217" y="70216"/>
                  <a:pt x="272756" y="71217"/>
                </a:cubicBezTo>
                <a:cubicBezTo>
                  <a:pt x="273295" y="72218"/>
                  <a:pt x="274027" y="73008"/>
                  <a:pt x="274951" y="73586"/>
                </a:cubicBezTo>
                <a:cubicBezTo>
                  <a:pt x="275876" y="74163"/>
                  <a:pt x="276954" y="74568"/>
                  <a:pt x="278186" y="74799"/>
                </a:cubicBezTo>
                <a:cubicBezTo>
                  <a:pt x="279418" y="75031"/>
                  <a:pt x="280689" y="75146"/>
                  <a:pt x="281999" y="75146"/>
                </a:cubicBezTo>
                <a:cubicBezTo>
                  <a:pt x="285233" y="75146"/>
                  <a:pt x="287736" y="74607"/>
                  <a:pt x="289507" y="73530"/>
                </a:cubicBezTo>
                <a:cubicBezTo>
                  <a:pt x="291279" y="72451"/>
                  <a:pt x="292589" y="71161"/>
                  <a:pt x="293436" y="69659"/>
                </a:cubicBezTo>
                <a:cubicBezTo>
                  <a:pt x="294283" y="68157"/>
                  <a:pt x="294803" y="66635"/>
                  <a:pt x="294996" y="65095"/>
                </a:cubicBezTo>
                <a:cubicBezTo>
                  <a:pt x="295189" y="63554"/>
                  <a:pt x="295285" y="62322"/>
                  <a:pt x="295285" y="61398"/>
                </a:cubicBezTo>
                <a:lnTo>
                  <a:pt x="295285" y="55274"/>
                </a:lnTo>
                <a:close/>
                <a:moveTo>
                  <a:pt x="316950" y="105375"/>
                </a:moveTo>
                <a:lnTo>
                  <a:pt x="330582" y="105375"/>
                </a:lnTo>
                <a:cubicBezTo>
                  <a:pt x="333124" y="101755"/>
                  <a:pt x="335358" y="97749"/>
                  <a:pt x="337283" y="93358"/>
                </a:cubicBezTo>
                <a:cubicBezTo>
                  <a:pt x="339209" y="88968"/>
                  <a:pt x="340807" y="84442"/>
                  <a:pt x="342078" y="79783"/>
                </a:cubicBezTo>
                <a:cubicBezTo>
                  <a:pt x="343348" y="75123"/>
                  <a:pt x="344291" y="70424"/>
                  <a:pt x="344907" y="65687"/>
                </a:cubicBezTo>
                <a:cubicBezTo>
                  <a:pt x="345524" y="60950"/>
                  <a:pt x="345833" y="56424"/>
                  <a:pt x="345833" y="52110"/>
                </a:cubicBezTo>
                <a:cubicBezTo>
                  <a:pt x="345833" y="43020"/>
                  <a:pt x="344504" y="34047"/>
                  <a:pt x="341847" y="25189"/>
                </a:cubicBezTo>
                <a:cubicBezTo>
                  <a:pt x="339190" y="16330"/>
                  <a:pt x="335435" y="7934"/>
                  <a:pt x="330582" y="0"/>
                </a:cubicBezTo>
                <a:lnTo>
                  <a:pt x="317065" y="0"/>
                </a:lnTo>
                <a:cubicBezTo>
                  <a:pt x="321302" y="8396"/>
                  <a:pt x="324421" y="17061"/>
                  <a:pt x="326424" y="25997"/>
                </a:cubicBezTo>
                <a:cubicBezTo>
                  <a:pt x="328426" y="34932"/>
                  <a:pt x="329428" y="44022"/>
                  <a:pt x="329428" y="53266"/>
                </a:cubicBezTo>
                <a:cubicBezTo>
                  <a:pt x="329428" y="62355"/>
                  <a:pt x="328407" y="71271"/>
                  <a:pt x="326366" y="80014"/>
                </a:cubicBezTo>
                <a:cubicBezTo>
                  <a:pt x="324324" y="88756"/>
                  <a:pt x="321186" y="97210"/>
                  <a:pt x="316950" y="105375"/>
                </a:cubicBezTo>
                <a:close/>
                <a:moveTo>
                  <a:pt x="361128" y="2031"/>
                </a:moveTo>
                <a:lnTo>
                  <a:pt x="361128" y="39149"/>
                </a:lnTo>
                <a:lnTo>
                  <a:pt x="373490" y="39149"/>
                </a:lnTo>
                <a:lnTo>
                  <a:pt x="373490" y="2031"/>
                </a:lnTo>
                <a:lnTo>
                  <a:pt x="361128" y="2031"/>
                </a:lnTo>
                <a:moveTo>
                  <a:pt x="382616" y="2031"/>
                </a:moveTo>
                <a:lnTo>
                  <a:pt x="382616" y="39149"/>
                </a:lnTo>
                <a:lnTo>
                  <a:pt x="394979" y="39149"/>
                </a:lnTo>
                <a:lnTo>
                  <a:pt x="394979" y="2031"/>
                </a:lnTo>
                <a:lnTo>
                  <a:pt x="382616" y="2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&quot;problem&quot;">
            <a:extLst xmlns:a="http://schemas.openxmlformats.org/drawingml/2006/main">
              <a:ext uri="{FF2B5EF4-FFF2-40B4-BE49-F238E27FC236}">
                <a16:creationId xmlns:a16="http://schemas.microsoft.com/office/drawing/2014/main" id="{8ED334C4-70AC-484E-AE58-AB4E1046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356" y="5003888"/>
            <a:ext cx="541874" cy="103345"/>
          </a:xfrm>
          <a:custGeom xmlns:a="http://schemas.openxmlformats.org/drawingml/2006/main">
            <a:pathLst>
              <a:path w="541874" h="103345">
                <a:moveTo>
                  <a:pt x="0" y="0"/>
                </a:moveTo>
                <a:lnTo>
                  <a:pt x="0" y="37118"/>
                </a:lnTo>
                <a:lnTo>
                  <a:pt x="12361" y="37118"/>
                </a:lnTo>
                <a:lnTo>
                  <a:pt x="12361" y="0"/>
                </a:lnTo>
                <a:lnTo>
                  <a:pt x="0" y="0"/>
                </a:lnTo>
                <a:moveTo>
                  <a:pt x="21487" y="0"/>
                </a:moveTo>
                <a:lnTo>
                  <a:pt x="21487" y="37118"/>
                </a:lnTo>
                <a:lnTo>
                  <a:pt x="33850" y="37118"/>
                </a:lnTo>
                <a:lnTo>
                  <a:pt x="33850" y="0"/>
                </a:lnTo>
                <a:lnTo>
                  <a:pt x="21487" y="0"/>
                </a:lnTo>
                <a:close/>
                <a:moveTo>
                  <a:pt x="79363" y="71755"/>
                </a:moveTo>
                <a:cubicBezTo>
                  <a:pt x="76744" y="71755"/>
                  <a:pt x="74510" y="71216"/>
                  <a:pt x="72661" y="70138"/>
                </a:cubicBezTo>
                <a:cubicBezTo>
                  <a:pt x="70814" y="69059"/>
                  <a:pt x="69331" y="67653"/>
                  <a:pt x="68213" y="65920"/>
                </a:cubicBezTo>
                <a:cubicBezTo>
                  <a:pt x="67097" y="64186"/>
                  <a:pt x="66288" y="62164"/>
                  <a:pt x="65788" y="59854"/>
                </a:cubicBezTo>
                <a:cubicBezTo>
                  <a:pt x="65287" y="57542"/>
                  <a:pt x="65037" y="55192"/>
                  <a:pt x="65037" y="52804"/>
                </a:cubicBezTo>
                <a:cubicBezTo>
                  <a:pt x="65037" y="50340"/>
                  <a:pt x="65268" y="47952"/>
                  <a:pt x="65730" y="45642"/>
                </a:cubicBezTo>
                <a:cubicBezTo>
                  <a:pt x="66191" y="43330"/>
                  <a:pt x="66981" y="41289"/>
                  <a:pt x="68097" y="39518"/>
                </a:cubicBezTo>
                <a:cubicBezTo>
                  <a:pt x="69215" y="37745"/>
                  <a:pt x="70678" y="36301"/>
                  <a:pt x="72488" y="35185"/>
                </a:cubicBezTo>
                <a:cubicBezTo>
                  <a:pt x="74298" y="34067"/>
                  <a:pt x="76551" y="33508"/>
                  <a:pt x="79247" y="33508"/>
                </a:cubicBezTo>
                <a:cubicBezTo>
                  <a:pt x="81867" y="33508"/>
                  <a:pt x="84081" y="34067"/>
                  <a:pt x="85891" y="35185"/>
                </a:cubicBezTo>
                <a:cubicBezTo>
                  <a:pt x="87701" y="36301"/>
                  <a:pt x="89183" y="37765"/>
                  <a:pt x="90339" y="39576"/>
                </a:cubicBezTo>
                <a:cubicBezTo>
                  <a:pt x="91494" y="41386"/>
                  <a:pt x="92322" y="43446"/>
                  <a:pt x="92823" y="45756"/>
                </a:cubicBezTo>
                <a:cubicBezTo>
                  <a:pt x="93323" y="48067"/>
                  <a:pt x="93574" y="50416"/>
                  <a:pt x="93574" y="52804"/>
                </a:cubicBezTo>
                <a:cubicBezTo>
                  <a:pt x="93574" y="55192"/>
                  <a:pt x="93343" y="57542"/>
                  <a:pt x="92881" y="59854"/>
                </a:cubicBezTo>
                <a:cubicBezTo>
                  <a:pt x="92419" y="62164"/>
                  <a:pt x="91629" y="64186"/>
                  <a:pt x="90512" y="65920"/>
                </a:cubicBezTo>
                <a:cubicBezTo>
                  <a:pt x="89395" y="67653"/>
                  <a:pt x="87932" y="69059"/>
                  <a:pt x="86122" y="70138"/>
                </a:cubicBezTo>
                <a:cubicBezTo>
                  <a:pt x="84312" y="71216"/>
                  <a:pt x="82059" y="71755"/>
                  <a:pt x="79363" y="71755"/>
                </a:cubicBezTo>
                <a:moveTo>
                  <a:pt x="49210" y="22753"/>
                </a:moveTo>
                <a:lnTo>
                  <a:pt x="49210" y="103345"/>
                </a:lnTo>
                <a:lnTo>
                  <a:pt x="65615" y="103345"/>
                </a:lnTo>
                <a:lnTo>
                  <a:pt x="65615" y="75120"/>
                </a:lnTo>
                <a:lnTo>
                  <a:pt x="65846" y="75120"/>
                </a:lnTo>
                <a:cubicBezTo>
                  <a:pt x="67848" y="78059"/>
                  <a:pt x="70409" y="80283"/>
                  <a:pt x="73528" y="81790"/>
                </a:cubicBezTo>
                <a:cubicBezTo>
                  <a:pt x="76647" y="83298"/>
                  <a:pt x="80056" y="84052"/>
                  <a:pt x="83753" y="84052"/>
                </a:cubicBezTo>
                <a:cubicBezTo>
                  <a:pt x="88143" y="84052"/>
                  <a:pt x="91975" y="83204"/>
                  <a:pt x="95248" y="81507"/>
                </a:cubicBezTo>
                <a:cubicBezTo>
                  <a:pt x="98521" y="79810"/>
                  <a:pt x="101255" y="77534"/>
                  <a:pt x="103451" y="74679"/>
                </a:cubicBezTo>
                <a:cubicBezTo>
                  <a:pt x="105646" y="71825"/>
                  <a:pt x="107283" y="68546"/>
                  <a:pt x="108360" y="64843"/>
                </a:cubicBezTo>
                <a:cubicBezTo>
                  <a:pt x="109439" y="61139"/>
                  <a:pt x="109979" y="57282"/>
                  <a:pt x="109979" y="53269"/>
                </a:cubicBezTo>
                <a:cubicBezTo>
                  <a:pt x="109979" y="49026"/>
                  <a:pt x="109439" y="44956"/>
                  <a:pt x="108360" y="41060"/>
                </a:cubicBezTo>
                <a:cubicBezTo>
                  <a:pt x="107283" y="37164"/>
                  <a:pt x="105627" y="33751"/>
                  <a:pt x="103393" y="30820"/>
                </a:cubicBezTo>
                <a:cubicBezTo>
                  <a:pt x="101160" y="27888"/>
                  <a:pt x="98348" y="25534"/>
                  <a:pt x="94959" y="23760"/>
                </a:cubicBezTo>
                <a:cubicBezTo>
                  <a:pt x="91571" y="21985"/>
                  <a:pt x="87528" y="21098"/>
                  <a:pt x="82829" y="21098"/>
                </a:cubicBezTo>
                <a:cubicBezTo>
                  <a:pt x="79132" y="21098"/>
                  <a:pt x="75742" y="21832"/>
                  <a:pt x="72661" y="23301"/>
                </a:cubicBezTo>
                <a:cubicBezTo>
                  <a:pt x="69581" y="24770"/>
                  <a:pt x="67039" y="27129"/>
                  <a:pt x="65037" y="30377"/>
                </a:cubicBezTo>
                <a:lnTo>
                  <a:pt x="64806" y="30377"/>
                </a:lnTo>
                <a:lnTo>
                  <a:pt x="64806" y="22753"/>
                </a:lnTo>
                <a:lnTo>
                  <a:pt x="49210" y="22753"/>
                </a:lnTo>
                <a:close/>
                <a:moveTo>
                  <a:pt x="119599" y="22700"/>
                </a:moveTo>
                <a:lnTo>
                  <a:pt x="119599" y="82473"/>
                </a:lnTo>
                <a:lnTo>
                  <a:pt x="136004" y="82473"/>
                </a:lnTo>
                <a:lnTo>
                  <a:pt x="136004" y="55526"/>
                </a:lnTo>
                <a:cubicBezTo>
                  <a:pt x="136004" y="52828"/>
                  <a:pt x="136273" y="50322"/>
                  <a:pt x="136813" y="48009"/>
                </a:cubicBezTo>
                <a:cubicBezTo>
                  <a:pt x="137352" y="45696"/>
                  <a:pt x="138257" y="43673"/>
                  <a:pt x="139528" y="41938"/>
                </a:cubicBezTo>
                <a:cubicBezTo>
                  <a:pt x="140798" y="40203"/>
                  <a:pt x="142473" y="38835"/>
                  <a:pt x="144552" y="37832"/>
                </a:cubicBezTo>
                <a:cubicBezTo>
                  <a:pt x="146632" y="36830"/>
                  <a:pt x="149174" y="36329"/>
                  <a:pt x="152178" y="36329"/>
                </a:cubicBezTo>
                <a:cubicBezTo>
                  <a:pt x="153179" y="36329"/>
                  <a:pt x="154219" y="36387"/>
                  <a:pt x="155296" y="36503"/>
                </a:cubicBezTo>
                <a:cubicBezTo>
                  <a:pt x="156375" y="36618"/>
                  <a:pt x="157299" y="36753"/>
                  <a:pt x="158069" y="36907"/>
                </a:cubicBezTo>
                <a:lnTo>
                  <a:pt x="158069" y="21674"/>
                </a:lnTo>
                <a:cubicBezTo>
                  <a:pt x="156760" y="21290"/>
                  <a:pt x="155567" y="21098"/>
                  <a:pt x="154489" y="21098"/>
                </a:cubicBezTo>
                <a:cubicBezTo>
                  <a:pt x="152409" y="21098"/>
                  <a:pt x="150406" y="21406"/>
                  <a:pt x="148481" y="22021"/>
                </a:cubicBezTo>
                <a:cubicBezTo>
                  <a:pt x="146556" y="22636"/>
                  <a:pt x="144746" y="23501"/>
                  <a:pt x="143052" y="24616"/>
                </a:cubicBezTo>
                <a:cubicBezTo>
                  <a:pt x="141357" y="25732"/>
                  <a:pt x="139855" y="27078"/>
                  <a:pt x="138546" y="28655"/>
                </a:cubicBezTo>
                <a:cubicBezTo>
                  <a:pt x="137237" y="30232"/>
                  <a:pt x="136196" y="31944"/>
                  <a:pt x="135426" y="33790"/>
                </a:cubicBezTo>
                <a:lnTo>
                  <a:pt x="135195" y="33790"/>
                </a:lnTo>
                <a:lnTo>
                  <a:pt x="135195" y="22700"/>
                </a:lnTo>
                <a:lnTo>
                  <a:pt x="119599" y="22700"/>
                </a:lnTo>
                <a:close/>
                <a:moveTo>
                  <a:pt x="178530" y="52690"/>
                </a:moveTo>
                <a:cubicBezTo>
                  <a:pt x="178530" y="50301"/>
                  <a:pt x="178761" y="47952"/>
                  <a:pt x="179223" y="45642"/>
                </a:cubicBezTo>
                <a:cubicBezTo>
                  <a:pt x="179685" y="43330"/>
                  <a:pt x="180474" y="41289"/>
                  <a:pt x="181590" y="39518"/>
                </a:cubicBezTo>
                <a:cubicBezTo>
                  <a:pt x="182708" y="37745"/>
                  <a:pt x="184191" y="36301"/>
                  <a:pt x="186040" y="35185"/>
                </a:cubicBezTo>
                <a:cubicBezTo>
                  <a:pt x="187888" y="34067"/>
                  <a:pt x="190199" y="33508"/>
                  <a:pt x="192971" y="33508"/>
                </a:cubicBezTo>
                <a:cubicBezTo>
                  <a:pt x="195745" y="33508"/>
                  <a:pt x="198075" y="34067"/>
                  <a:pt x="199961" y="35185"/>
                </a:cubicBezTo>
                <a:cubicBezTo>
                  <a:pt x="201848" y="36301"/>
                  <a:pt x="203350" y="37745"/>
                  <a:pt x="204467" y="39518"/>
                </a:cubicBezTo>
                <a:cubicBezTo>
                  <a:pt x="205584" y="41289"/>
                  <a:pt x="206374" y="43330"/>
                  <a:pt x="206836" y="45642"/>
                </a:cubicBezTo>
                <a:cubicBezTo>
                  <a:pt x="207298" y="47952"/>
                  <a:pt x="207529" y="50301"/>
                  <a:pt x="207529" y="52690"/>
                </a:cubicBezTo>
                <a:cubicBezTo>
                  <a:pt x="207529" y="55078"/>
                  <a:pt x="207298" y="57408"/>
                  <a:pt x="206836" y="59681"/>
                </a:cubicBezTo>
                <a:cubicBezTo>
                  <a:pt x="206374" y="61953"/>
                  <a:pt x="205584" y="63994"/>
                  <a:pt x="204467" y="65805"/>
                </a:cubicBezTo>
                <a:cubicBezTo>
                  <a:pt x="203350" y="67615"/>
                  <a:pt x="201848" y="69059"/>
                  <a:pt x="199961" y="70138"/>
                </a:cubicBezTo>
                <a:cubicBezTo>
                  <a:pt x="198075" y="71216"/>
                  <a:pt x="195745" y="71755"/>
                  <a:pt x="192971" y="71755"/>
                </a:cubicBezTo>
                <a:cubicBezTo>
                  <a:pt x="190199" y="71755"/>
                  <a:pt x="187888" y="71216"/>
                  <a:pt x="186040" y="70138"/>
                </a:cubicBezTo>
                <a:cubicBezTo>
                  <a:pt x="184191" y="69059"/>
                  <a:pt x="182708" y="67615"/>
                  <a:pt x="181590" y="65805"/>
                </a:cubicBezTo>
                <a:cubicBezTo>
                  <a:pt x="180474" y="63994"/>
                  <a:pt x="179685" y="61953"/>
                  <a:pt x="179223" y="59681"/>
                </a:cubicBezTo>
                <a:cubicBezTo>
                  <a:pt x="178761" y="57408"/>
                  <a:pt x="178530" y="55078"/>
                  <a:pt x="178530" y="52690"/>
                </a:cubicBezTo>
                <a:moveTo>
                  <a:pt x="162125" y="52691"/>
                </a:moveTo>
                <a:cubicBezTo>
                  <a:pt x="162125" y="57474"/>
                  <a:pt x="162857" y="61795"/>
                  <a:pt x="164320" y="65652"/>
                </a:cubicBezTo>
                <a:cubicBezTo>
                  <a:pt x="165783" y="69509"/>
                  <a:pt x="167863" y="72807"/>
                  <a:pt x="170558" y="75546"/>
                </a:cubicBezTo>
                <a:cubicBezTo>
                  <a:pt x="173254" y="78285"/>
                  <a:pt x="176489" y="80387"/>
                  <a:pt x="180263" y="81854"/>
                </a:cubicBezTo>
                <a:cubicBezTo>
                  <a:pt x="184038" y="83319"/>
                  <a:pt x="188274" y="84052"/>
                  <a:pt x="192971" y="84052"/>
                </a:cubicBezTo>
                <a:cubicBezTo>
                  <a:pt x="197670" y="84052"/>
                  <a:pt x="201925" y="83319"/>
                  <a:pt x="205738" y="81854"/>
                </a:cubicBezTo>
                <a:cubicBezTo>
                  <a:pt x="209550" y="80387"/>
                  <a:pt x="212804" y="78285"/>
                  <a:pt x="215500" y="75546"/>
                </a:cubicBezTo>
                <a:cubicBezTo>
                  <a:pt x="218196" y="72807"/>
                  <a:pt x="220276" y="69509"/>
                  <a:pt x="221739" y="65652"/>
                </a:cubicBezTo>
                <a:cubicBezTo>
                  <a:pt x="223202" y="61795"/>
                  <a:pt x="223934" y="57474"/>
                  <a:pt x="223934" y="52691"/>
                </a:cubicBezTo>
                <a:cubicBezTo>
                  <a:pt x="223934" y="47908"/>
                  <a:pt x="223202" y="43569"/>
                  <a:pt x="221739" y="39673"/>
                </a:cubicBezTo>
                <a:cubicBezTo>
                  <a:pt x="220276" y="35776"/>
                  <a:pt x="218196" y="32458"/>
                  <a:pt x="215500" y="29720"/>
                </a:cubicBezTo>
                <a:cubicBezTo>
                  <a:pt x="212804" y="26980"/>
                  <a:pt x="209550" y="24858"/>
                  <a:pt x="205738" y="23354"/>
                </a:cubicBezTo>
                <a:cubicBezTo>
                  <a:pt x="201925" y="21850"/>
                  <a:pt x="197670" y="21098"/>
                  <a:pt x="192971" y="21098"/>
                </a:cubicBezTo>
                <a:cubicBezTo>
                  <a:pt x="188274" y="21098"/>
                  <a:pt x="184038" y="21850"/>
                  <a:pt x="180263" y="23354"/>
                </a:cubicBezTo>
                <a:cubicBezTo>
                  <a:pt x="176489" y="24858"/>
                  <a:pt x="173254" y="26980"/>
                  <a:pt x="170558" y="29720"/>
                </a:cubicBezTo>
                <a:cubicBezTo>
                  <a:pt x="167863" y="32458"/>
                  <a:pt x="165783" y="35776"/>
                  <a:pt x="164320" y="39673"/>
                </a:cubicBezTo>
                <a:cubicBezTo>
                  <a:pt x="162857" y="43569"/>
                  <a:pt x="162125" y="47908"/>
                  <a:pt x="162125" y="52691"/>
                </a:cubicBezTo>
                <a:close/>
                <a:moveTo>
                  <a:pt x="278148" y="52690"/>
                </a:moveTo>
                <a:cubicBezTo>
                  <a:pt x="278148" y="55154"/>
                  <a:pt x="277879" y="57542"/>
                  <a:pt x="277339" y="59854"/>
                </a:cubicBezTo>
                <a:cubicBezTo>
                  <a:pt x="276800" y="62164"/>
                  <a:pt x="275953" y="64206"/>
                  <a:pt x="274797" y="65978"/>
                </a:cubicBezTo>
                <a:cubicBezTo>
                  <a:pt x="273642" y="67749"/>
                  <a:pt x="272198" y="69154"/>
                  <a:pt x="270464" y="70195"/>
                </a:cubicBezTo>
                <a:cubicBezTo>
                  <a:pt x="268732" y="71235"/>
                  <a:pt x="266634" y="71755"/>
                  <a:pt x="264169" y="71755"/>
                </a:cubicBezTo>
                <a:cubicBezTo>
                  <a:pt x="261781" y="71755"/>
                  <a:pt x="259702" y="71235"/>
                  <a:pt x="257930" y="70195"/>
                </a:cubicBezTo>
                <a:cubicBezTo>
                  <a:pt x="256159" y="69154"/>
                  <a:pt x="254696" y="67749"/>
                  <a:pt x="253541" y="65978"/>
                </a:cubicBezTo>
                <a:cubicBezTo>
                  <a:pt x="252386" y="64206"/>
                  <a:pt x="251538" y="62164"/>
                  <a:pt x="250999" y="59854"/>
                </a:cubicBezTo>
                <a:cubicBezTo>
                  <a:pt x="250460" y="57542"/>
                  <a:pt x="250190" y="55154"/>
                  <a:pt x="250190" y="52690"/>
                </a:cubicBezTo>
                <a:cubicBezTo>
                  <a:pt x="250190" y="50147"/>
                  <a:pt x="250460" y="47721"/>
                  <a:pt x="250999" y="45411"/>
                </a:cubicBezTo>
                <a:cubicBezTo>
                  <a:pt x="251538" y="43099"/>
                  <a:pt x="252386" y="41058"/>
                  <a:pt x="253541" y="39287"/>
                </a:cubicBezTo>
                <a:cubicBezTo>
                  <a:pt x="254696" y="37514"/>
                  <a:pt x="256159" y="36108"/>
                  <a:pt x="257930" y="35068"/>
                </a:cubicBezTo>
                <a:cubicBezTo>
                  <a:pt x="259702" y="34028"/>
                  <a:pt x="261781" y="33508"/>
                  <a:pt x="264169" y="33508"/>
                </a:cubicBezTo>
                <a:cubicBezTo>
                  <a:pt x="266634" y="33508"/>
                  <a:pt x="268732" y="34028"/>
                  <a:pt x="270464" y="35068"/>
                </a:cubicBezTo>
                <a:cubicBezTo>
                  <a:pt x="272198" y="36108"/>
                  <a:pt x="273642" y="37514"/>
                  <a:pt x="274797" y="39287"/>
                </a:cubicBezTo>
                <a:cubicBezTo>
                  <a:pt x="275953" y="41058"/>
                  <a:pt x="276800" y="43099"/>
                  <a:pt x="277339" y="45411"/>
                </a:cubicBezTo>
                <a:cubicBezTo>
                  <a:pt x="277879" y="47721"/>
                  <a:pt x="278148" y="50147"/>
                  <a:pt x="278148" y="52690"/>
                </a:cubicBezTo>
                <a:moveTo>
                  <a:pt x="234363" y="0"/>
                </a:moveTo>
                <a:lnTo>
                  <a:pt x="234363" y="82511"/>
                </a:lnTo>
                <a:lnTo>
                  <a:pt x="249959" y="82511"/>
                </a:lnTo>
                <a:lnTo>
                  <a:pt x="249959" y="74887"/>
                </a:lnTo>
                <a:lnTo>
                  <a:pt x="250190" y="74887"/>
                </a:lnTo>
                <a:cubicBezTo>
                  <a:pt x="251961" y="78213"/>
                  <a:pt x="254579" y="80572"/>
                  <a:pt x="258045" y="81965"/>
                </a:cubicBezTo>
                <a:cubicBezTo>
                  <a:pt x="261512" y="83356"/>
                  <a:pt x="265440" y="84052"/>
                  <a:pt x="269830" y="84052"/>
                </a:cubicBezTo>
                <a:cubicBezTo>
                  <a:pt x="272834" y="84052"/>
                  <a:pt x="275799" y="83435"/>
                  <a:pt x="278725" y="82201"/>
                </a:cubicBezTo>
                <a:cubicBezTo>
                  <a:pt x="281652" y="80966"/>
                  <a:pt x="284291" y="79076"/>
                  <a:pt x="286640" y="76530"/>
                </a:cubicBezTo>
                <a:cubicBezTo>
                  <a:pt x="288989" y="73985"/>
                  <a:pt x="290896" y="70725"/>
                  <a:pt x="292359" y="66752"/>
                </a:cubicBezTo>
                <a:cubicBezTo>
                  <a:pt x="293822" y="62778"/>
                  <a:pt x="294553" y="58053"/>
                  <a:pt x="294553" y="52575"/>
                </a:cubicBezTo>
                <a:cubicBezTo>
                  <a:pt x="294553" y="47097"/>
                  <a:pt x="293822" y="42372"/>
                  <a:pt x="292359" y="38398"/>
                </a:cubicBezTo>
                <a:cubicBezTo>
                  <a:pt x="290896" y="34425"/>
                  <a:pt x="288989" y="31165"/>
                  <a:pt x="286640" y="28620"/>
                </a:cubicBezTo>
                <a:cubicBezTo>
                  <a:pt x="284291" y="26074"/>
                  <a:pt x="281652" y="24184"/>
                  <a:pt x="278725" y="22950"/>
                </a:cubicBezTo>
                <a:cubicBezTo>
                  <a:pt x="275799" y="21715"/>
                  <a:pt x="272834" y="21098"/>
                  <a:pt x="269830" y="21098"/>
                </a:cubicBezTo>
                <a:cubicBezTo>
                  <a:pt x="266134" y="21098"/>
                  <a:pt x="262571" y="21813"/>
                  <a:pt x="259143" y="23243"/>
                </a:cubicBezTo>
                <a:cubicBezTo>
                  <a:pt x="255716" y="24673"/>
                  <a:pt x="253002" y="26935"/>
                  <a:pt x="250999" y="30028"/>
                </a:cubicBezTo>
                <a:lnTo>
                  <a:pt x="250768" y="30028"/>
                </a:lnTo>
                <a:lnTo>
                  <a:pt x="250768" y="0"/>
                </a:lnTo>
                <a:lnTo>
                  <a:pt x="234363" y="0"/>
                </a:lnTo>
                <a:close/>
                <a:moveTo>
                  <a:pt x="305214" y="0"/>
                </a:moveTo>
                <a:lnTo>
                  <a:pt x="305214" y="82473"/>
                </a:lnTo>
                <a:lnTo>
                  <a:pt x="321619" y="82473"/>
                </a:lnTo>
                <a:lnTo>
                  <a:pt x="321619" y="0"/>
                </a:lnTo>
                <a:lnTo>
                  <a:pt x="305214" y="0"/>
                </a:lnTo>
                <a:close/>
                <a:moveTo>
                  <a:pt x="374794" y="46257"/>
                </a:moveTo>
                <a:lnTo>
                  <a:pt x="348108" y="46257"/>
                </a:lnTo>
                <a:cubicBezTo>
                  <a:pt x="348185" y="45098"/>
                  <a:pt x="348435" y="43785"/>
                  <a:pt x="348858" y="42317"/>
                </a:cubicBezTo>
                <a:cubicBezTo>
                  <a:pt x="349282" y="40848"/>
                  <a:pt x="350014" y="39457"/>
                  <a:pt x="351054" y="38144"/>
                </a:cubicBezTo>
                <a:cubicBezTo>
                  <a:pt x="352094" y="36830"/>
                  <a:pt x="353480" y="35729"/>
                  <a:pt x="355213" y="34841"/>
                </a:cubicBezTo>
                <a:cubicBezTo>
                  <a:pt x="356946" y="33952"/>
                  <a:pt x="359122" y="33508"/>
                  <a:pt x="361741" y="33508"/>
                </a:cubicBezTo>
                <a:cubicBezTo>
                  <a:pt x="365746" y="33508"/>
                  <a:pt x="368730" y="34590"/>
                  <a:pt x="370694" y="36753"/>
                </a:cubicBezTo>
                <a:cubicBezTo>
                  <a:pt x="372658" y="38917"/>
                  <a:pt x="374025" y="42085"/>
                  <a:pt x="374794" y="46257"/>
                </a:cubicBezTo>
                <a:moveTo>
                  <a:pt x="348108" y="56637"/>
                </a:moveTo>
                <a:lnTo>
                  <a:pt x="391201" y="56637"/>
                </a:lnTo>
                <a:cubicBezTo>
                  <a:pt x="391509" y="52006"/>
                  <a:pt x="391124" y="47568"/>
                  <a:pt x="390045" y="43324"/>
                </a:cubicBezTo>
                <a:cubicBezTo>
                  <a:pt x="388967" y="39079"/>
                  <a:pt x="387215" y="35297"/>
                  <a:pt x="384788" y="31980"/>
                </a:cubicBezTo>
                <a:cubicBezTo>
                  <a:pt x="382362" y="28661"/>
                  <a:pt x="379262" y="26018"/>
                  <a:pt x="375487" y="24050"/>
                </a:cubicBezTo>
                <a:cubicBezTo>
                  <a:pt x="371713" y="22082"/>
                  <a:pt x="367285" y="21098"/>
                  <a:pt x="362202" y="21098"/>
                </a:cubicBezTo>
                <a:cubicBezTo>
                  <a:pt x="357658" y="21098"/>
                  <a:pt x="353518" y="21908"/>
                  <a:pt x="349783" y="23529"/>
                </a:cubicBezTo>
                <a:cubicBezTo>
                  <a:pt x="346048" y="25148"/>
                  <a:pt x="342833" y="27366"/>
                  <a:pt x="340137" y="30182"/>
                </a:cubicBezTo>
                <a:cubicBezTo>
                  <a:pt x="337441" y="32997"/>
                  <a:pt x="335361" y="36334"/>
                  <a:pt x="333898" y="40193"/>
                </a:cubicBezTo>
                <a:cubicBezTo>
                  <a:pt x="332435" y="44050"/>
                  <a:pt x="331704" y="48216"/>
                  <a:pt x="331704" y="52691"/>
                </a:cubicBezTo>
                <a:cubicBezTo>
                  <a:pt x="331704" y="57319"/>
                  <a:pt x="332416" y="61562"/>
                  <a:pt x="333840" y="65421"/>
                </a:cubicBezTo>
                <a:cubicBezTo>
                  <a:pt x="335266" y="69278"/>
                  <a:pt x="337288" y="72595"/>
                  <a:pt x="339906" y="75374"/>
                </a:cubicBezTo>
                <a:cubicBezTo>
                  <a:pt x="342524" y="78151"/>
                  <a:pt x="345720" y="80291"/>
                  <a:pt x="349494" y="81796"/>
                </a:cubicBezTo>
                <a:cubicBezTo>
                  <a:pt x="353268" y="83300"/>
                  <a:pt x="357504" y="84052"/>
                  <a:pt x="362202" y="84052"/>
                </a:cubicBezTo>
                <a:cubicBezTo>
                  <a:pt x="368980" y="84052"/>
                  <a:pt x="374756" y="82513"/>
                  <a:pt x="379531" y="79435"/>
                </a:cubicBezTo>
                <a:cubicBezTo>
                  <a:pt x="384307" y="76357"/>
                  <a:pt x="387851" y="71240"/>
                  <a:pt x="390161" y="64083"/>
                </a:cubicBezTo>
                <a:lnTo>
                  <a:pt x="375720" y="64083"/>
                </a:lnTo>
                <a:cubicBezTo>
                  <a:pt x="375180" y="65915"/>
                  <a:pt x="373717" y="67652"/>
                  <a:pt x="371329" y="69294"/>
                </a:cubicBezTo>
                <a:cubicBezTo>
                  <a:pt x="368942" y="70934"/>
                  <a:pt x="366092" y="71755"/>
                  <a:pt x="362781" y="71755"/>
                </a:cubicBezTo>
                <a:cubicBezTo>
                  <a:pt x="358160" y="71755"/>
                  <a:pt x="354616" y="70562"/>
                  <a:pt x="352151" y="68178"/>
                </a:cubicBezTo>
                <a:cubicBezTo>
                  <a:pt x="349686" y="65792"/>
                  <a:pt x="348339" y="61945"/>
                  <a:pt x="348108" y="56637"/>
                </a:cubicBezTo>
                <a:close/>
                <a:moveTo>
                  <a:pt x="400851" y="22742"/>
                </a:moveTo>
                <a:lnTo>
                  <a:pt x="400851" y="82473"/>
                </a:lnTo>
                <a:lnTo>
                  <a:pt x="417256" y="82473"/>
                </a:lnTo>
                <a:lnTo>
                  <a:pt x="417256" y="47819"/>
                </a:lnTo>
                <a:cubicBezTo>
                  <a:pt x="417256" y="44892"/>
                  <a:pt x="417679" y="42524"/>
                  <a:pt x="418527" y="40715"/>
                </a:cubicBezTo>
                <a:cubicBezTo>
                  <a:pt x="419374" y="38905"/>
                  <a:pt x="420395" y="37519"/>
                  <a:pt x="421589" y="36556"/>
                </a:cubicBezTo>
                <a:cubicBezTo>
                  <a:pt x="422783" y="35593"/>
                  <a:pt x="424015" y="34939"/>
                  <a:pt x="425286" y="34592"/>
                </a:cubicBezTo>
                <a:cubicBezTo>
                  <a:pt x="426556" y="34246"/>
                  <a:pt x="427577" y="34072"/>
                  <a:pt x="428348" y="34072"/>
                </a:cubicBezTo>
                <a:cubicBezTo>
                  <a:pt x="430966" y="34072"/>
                  <a:pt x="432949" y="34515"/>
                  <a:pt x="434297" y="35401"/>
                </a:cubicBezTo>
                <a:cubicBezTo>
                  <a:pt x="435645" y="36286"/>
                  <a:pt x="436608" y="37460"/>
                  <a:pt x="437185" y="38923"/>
                </a:cubicBezTo>
                <a:cubicBezTo>
                  <a:pt x="437763" y="40387"/>
                  <a:pt x="438090" y="41985"/>
                  <a:pt x="438167" y="43718"/>
                </a:cubicBezTo>
                <a:cubicBezTo>
                  <a:pt x="438244" y="45451"/>
                  <a:pt x="438283" y="47202"/>
                  <a:pt x="438283" y="48973"/>
                </a:cubicBezTo>
                <a:lnTo>
                  <a:pt x="438283" y="82473"/>
                </a:lnTo>
                <a:lnTo>
                  <a:pt x="454688" y="82473"/>
                </a:lnTo>
                <a:lnTo>
                  <a:pt x="454688" y="49204"/>
                </a:lnTo>
                <a:cubicBezTo>
                  <a:pt x="454688" y="47356"/>
                  <a:pt x="454823" y="45527"/>
                  <a:pt x="455092" y="43718"/>
                </a:cubicBezTo>
                <a:cubicBezTo>
                  <a:pt x="455362" y="41909"/>
                  <a:pt x="455901" y="40291"/>
                  <a:pt x="456710" y="38867"/>
                </a:cubicBezTo>
                <a:cubicBezTo>
                  <a:pt x="457518" y="37442"/>
                  <a:pt x="458635" y="36286"/>
                  <a:pt x="460059" y="35401"/>
                </a:cubicBezTo>
                <a:cubicBezTo>
                  <a:pt x="461485" y="34515"/>
                  <a:pt x="463353" y="34072"/>
                  <a:pt x="465663" y="34072"/>
                </a:cubicBezTo>
                <a:cubicBezTo>
                  <a:pt x="467974" y="34072"/>
                  <a:pt x="469803" y="34458"/>
                  <a:pt x="471149" y="35229"/>
                </a:cubicBezTo>
                <a:cubicBezTo>
                  <a:pt x="472497" y="35998"/>
                  <a:pt x="473518" y="37038"/>
                  <a:pt x="474211" y="38347"/>
                </a:cubicBezTo>
                <a:cubicBezTo>
                  <a:pt x="474905" y="39655"/>
                  <a:pt x="475328" y="41195"/>
                  <a:pt x="475482" y="42967"/>
                </a:cubicBezTo>
                <a:cubicBezTo>
                  <a:pt x="475636" y="44739"/>
                  <a:pt x="475713" y="46625"/>
                  <a:pt x="475713" y="48626"/>
                </a:cubicBezTo>
                <a:lnTo>
                  <a:pt x="475713" y="82473"/>
                </a:lnTo>
                <a:lnTo>
                  <a:pt x="492120" y="82473"/>
                </a:lnTo>
                <a:lnTo>
                  <a:pt x="492120" y="42481"/>
                </a:lnTo>
                <a:cubicBezTo>
                  <a:pt x="492120" y="38629"/>
                  <a:pt x="491581" y="35334"/>
                  <a:pt x="490502" y="32598"/>
                </a:cubicBezTo>
                <a:cubicBezTo>
                  <a:pt x="489424" y="29863"/>
                  <a:pt x="487922" y="27647"/>
                  <a:pt x="485996" y="25953"/>
                </a:cubicBezTo>
                <a:cubicBezTo>
                  <a:pt x="484071" y="24257"/>
                  <a:pt x="481760" y="23024"/>
                  <a:pt x="479064" y="22254"/>
                </a:cubicBezTo>
                <a:cubicBezTo>
                  <a:pt x="476370" y="21483"/>
                  <a:pt x="473443" y="21098"/>
                  <a:pt x="470286" y="21098"/>
                </a:cubicBezTo>
                <a:cubicBezTo>
                  <a:pt x="466126" y="21098"/>
                  <a:pt x="462526" y="22102"/>
                  <a:pt x="459483" y="24110"/>
                </a:cubicBezTo>
                <a:cubicBezTo>
                  <a:pt x="456440" y="26118"/>
                  <a:pt x="454033" y="28434"/>
                  <a:pt x="452262" y="31059"/>
                </a:cubicBezTo>
                <a:cubicBezTo>
                  <a:pt x="450645" y="27353"/>
                  <a:pt x="448277" y="24766"/>
                  <a:pt x="445156" y="23299"/>
                </a:cubicBezTo>
                <a:cubicBezTo>
                  <a:pt x="442037" y="21832"/>
                  <a:pt x="438591" y="21098"/>
                  <a:pt x="434817" y="21098"/>
                </a:cubicBezTo>
                <a:cubicBezTo>
                  <a:pt x="430890" y="21098"/>
                  <a:pt x="427404" y="21947"/>
                  <a:pt x="424362" y="23647"/>
                </a:cubicBezTo>
                <a:cubicBezTo>
                  <a:pt x="421319" y="25345"/>
                  <a:pt x="418720" y="27739"/>
                  <a:pt x="416563" y="30829"/>
                </a:cubicBezTo>
                <a:lnTo>
                  <a:pt x="416332" y="30829"/>
                </a:lnTo>
                <a:lnTo>
                  <a:pt x="416332" y="22742"/>
                </a:lnTo>
                <a:lnTo>
                  <a:pt x="400851" y="22742"/>
                </a:lnTo>
                <a:close/>
                <a:moveTo>
                  <a:pt x="508024" y="0"/>
                </a:moveTo>
                <a:lnTo>
                  <a:pt x="508024" y="37118"/>
                </a:lnTo>
                <a:lnTo>
                  <a:pt x="520385" y="37118"/>
                </a:lnTo>
                <a:lnTo>
                  <a:pt x="520385" y="0"/>
                </a:lnTo>
                <a:lnTo>
                  <a:pt x="508024" y="0"/>
                </a:lnTo>
                <a:moveTo>
                  <a:pt x="529511" y="0"/>
                </a:moveTo>
                <a:lnTo>
                  <a:pt x="529511" y="37118"/>
                </a:lnTo>
                <a:lnTo>
                  <a:pt x="541874" y="37118"/>
                </a:lnTo>
                <a:lnTo>
                  <a:pt x="541874" y="0"/>
                </a:lnTo>
                <a:lnTo>
                  <a:pt x="529511" y="0"/>
                </a:lnTo>
                <a:close/>
              </a:path>
            </a:pathLst>
          </a:custGeom>
          <a:solidFill xmlns:a="http://schemas.openxmlformats.org/drawingml/2006/main">
            <a:srgbClr val="00B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:&quot;Convertthiscodeto">
            <a:extLst xmlns:a="http://schemas.openxmlformats.org/drawingml/2006/main">
              <a:ext uri="{FF2B5EF4-FFF2-40B4-BE49-F238E27FC236}">
                <a16:creationId xmlns:a16="http://schemas.microsoft.com/office/drawing/2014/main" id="{E223254B-C271-494D-88A2-0FBAB12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398" y="5001970"/>
            <a:ext cx="1219801" cy="86196"/>
          </a:xfrm>
          <a:custGeom xmlns:a="http://schemas.openxmlformats.org/drawingml/2006/main">
            <a:pathLst>
              <a:path w="1219801" h="86196">
                <a:moveTo>
                  <a:pt x="18138" y="43549"/>
                </a:moveTo>
                <a:lnTo>
                  <a:pt x="18138" y="25723"/>
                </a:lnTo>
                <a:lnTo>
                  <a:pt x="0" y="25723"/>
                </a:lnTo>
                <a:lnTo>
                  <a:pt x="0" y="43549"/>
                </a:lnTo>
                <a:lnTo>
                  <a:pt x="18138" y="43549"/>
                </a:lnTo>
                <a:moveTo>
                  <a:pt x="0" y="66565"/>
                </a:moveTo>
                <a:lnTo>
                  <a:pt x="0" y="84391"/>
                </a:lnTo>
                <a:lnTo>
                  <a:pt x="18138" y="84391"/>
                </a:lnTo>
                <a:lnTo>
                  <a:pt x="18138" y="66565"/>
                </a:lnTo>
                <a:lnTo>
                  <a:pt x="0" y="66565"/>
                </a:lnTo>
                <a:close/>
                <a:moveTo>
                  <a:pt x="67042" y="1918"/>
                </a:moveTo>
                <a:lnTo>
                  <a:pt x="67042" y="39036"/>
                </a:lnTo>
                <a:lnTo>
                  <a:pt x="79403" y="39036"/>
                </a:lnTo>
                <a:lnTo>
                  <a:pt x="79403" y="1918"/>
                </a:lnTo>
                <a:lnTo>
                  <a:pt x="67042" y="1918"/>
                </a:lnTo>
                <a:moveTo>
                  <a:pt x="88529" y="1918"/>
                </a:moveTo>
                <a:lnTo>
                  <a:pt x="88529" y="39036"/>
                </a:lnTo>
                <a:lnTo>
                  <a:pt x="100892" y="39036"/>
                </a:lnTo>
                <a:lnTo>
                  <a:pt x="100892" y="1918"/>
                </a:lnTo>
                <a:lnTo>
                  <a:pt x="88529" y="1918"/>
                </a:lnTo>
                <a:close/>
                <a:moveTo>
                  <a:pt x="172976" y="29672"/>
                </a:moveTo>
                <a:lnTo>
                  <a:pt x="190537" y="29672"/>
                </a:lnTo>
                <a:cubicBezTo>
                  <a:pt x="189998" y="24897"/>
                  <a:pt x="188688" y="20662"/>
                  <a:pt x="186608" y="16967"/>
                </a:cubicBezTo>
                <a:cubicBezTo>
                  <a:pt x="184529" y="13271"/>
                  <a:pt x="181891" y="10173"/>
                  <a:pt x="178694" y="7674"/>
                </a:cubicBezTo>
                <a:cubicBezTo>
                  <a:pt x="175498" y="5173"/>
                  <a:pt x="171877" y="3269"/>
                  <a:pt x="167833" y="1962"/>
                </a:cubicBezTo>
                <a:cubicBezTo>
                  <a:pt x="163791" y="654"/>
                  <a:pt x="159497" y="0"/>
                  <a:pt x="154954" y="0"/>
                </a:cubicBezTo>
                <a:cubicBezTo>
                  <a:pt x="148638" y="0"/>
                  <a:pt x="142958" y="1115"/>
                  <a:pt x="137913" y="3346"/>
                </a:cubicBezTo>
                <a:cubicBezTo>
                  <a:pt x="132869" y="5576"/>
                  <a:pt x="128613" y="8654"/>
                  <a:pt x="125146" y="12578"/>
                </a:cubicBezTo>
                <a:cubicBezTo>
                  <a:pt x="121680" y="16501"/>
                  <a:pt x="119023" y="21097"/>
                  <a:pt x="117175" y="26367"/>
                </a:cubicBezTo>
                <a:cubicBezTo>
                  <a:pt x="115326" y="31637"/>
                  <a:pt x="114402" y="37348"/>
                  <a:pt x="114402" y="43502"/>
                </a:cubicBezTo>
                <a:cubicBezTo>
                  <a:pt x="114402" y="49502"/>
                  <a:pt x="115326" y="55099"/>
                  <a:pt x="117175" y="60291"/>
                </a:cubicBezTo>
                <a:cubicBezTo>
                  <a:pt x="119023" y="65483"/>
                  <a:pt x="121680" y="70002"/>
                  <a:pt x="125146" y="73849"/>
                </a:cubicBezTo>
                <a:cubicBezTo>
                  <a:pt x="128613" y="77695"/>
                  <a:pt x="132869" y="80715"/>
                  <a:pt x="137913" y="82908"/>
                </a:cubicBezTo>
                <a:cubicBezTo>
                  <a:pt x="142958" y="85100"/>
                  <a:pt x="148638" y="86196"/>
                  <a:pt x="154954" y="86196"/>
                </a:cubicBezTo>
                <a:cubicBezTo>
                  <a:pt x="160037" y="86196"/>
                  <a:pt x="164696" y="85427"/>
                  <a:pt x="168932" y="83888"/>
                </a:cubicBezTo>
                <a:cubicBezTo>
                  <a:pt x="173168" y="82349"/>
                  <a:pt x="176866" y="80118"/>
                  <a:pt x="180023" y="77195"/>
                </a:cubicBezTo>
                <a:cubicBezTo>
                  <a:pt x="183181" y="74271"/>
                  <a:pt x="185723" y="70730"/>
                  <a:pt x="187648" y="66572"/>
                </a:cubicBezTo>
                <a:cubicBezTo>
                  <a:pt x="189574" y="62414"/>
                  <a:pt x="190768" y="57755"/>
                  <a:pt x="191230" y="52594"/>
                </a:cubicBezTo>
                <a:lnTo>
                  <a:pt x="173668" y="52594"/>
                </a:lnTo>
                <a:cubicBezTo>
                  <a:pt x="172976" y="58139"/>
                  <a:pt x="171070" y="62606"/>
                  <a:pt x="167950" y="65995"/>
                </a:cubicBezTo>
                <a:cubicBezTo>
                  <a:pt x="164831" y="69384"/>
                  <a:pt x="160499" y="71078"/>
                  <a:pt x="154954" y="71078"/>
                </a:cubicBezTo>
                <a:cubicBezTo>
                  <a:pt x="150871" y="71078"/>
                  <a:pt x="147405" y="70289"/>
                  <a:pt x="144555" y="68712"/>
                </a:cubicBezTo>
                <a:cubicBezTo>
                  <a:pt x="141705" y="67135"/>
                  <a:pt x="139395" y="65039"/>
                  <a:pt x="137624" y="62424"/>
                </a:cubicBezTo>
                <a:cubicBezTo>
                  <a:pt x="135853" y="59808"/>
                  <a:pt x="134563" y="56866"/>
                  <a:pt x="133754" y="53597"/>
                </a:cubicBezTo>
                <a:cubicBezTo>
                  <a:pt x="132946" y="50328"/>
                  <a:pt x="132541" y="46962"/>
                  <a:pt x="132541" y="43500"/>
                </a:cubicBezTo>
                <a:cubicBezTo>
                  <a:pt x="132541" y="39885"/>
                  <a:pt x="132946" y="36385"/>
                  <a:pt x="133754" y="33000"/>
                </a:cubicBezTo>
                <a:cubicBezTo>
                  <a:pt x="134563" y="29616"/>
                  <a:pt x="135853" y="26597"/>
                  <a:pt x="137624" y="23943"/>
                </a:cubicBezTo>
                <a:cubicBezTo>
                  <a:pt x="139395" y="21289"/>
                  <a:pt x="141705" y="19174"/>
                  <a:pt x="144555" y="17597"/>
                </a:cubicBezTo>
                <a:cubicBezTo>
                  <a:pt x="147405" y="16020"/>
                  <a:pt x="150871" y="15231"/>
                  <a:pt x="154954" y="15231"/>
                </a:cubicBezTo>
                <a:cubicBezTo>
                  <a:pt x="157187" y="15231"/>
                  <a:pt x="159324" y="15597"/>
                  <a:pt x="161364" y="16329"/>
                </a:cubicBezTo>
                <a:cubicBezTo>
                  <a:pt x="163405" y="17060"/>
                  <a:pt x="165234" y="18080"/>
                  <a:pt x="166851" y="19389"/>
                </a:cubicBezTo>
                <a:cubicBezTo>
                  <a:pt x="168470" y="20699"/>
                  <a:pt x="169818" y="22220"/>
                  <a:pt x="170895" y="23953"/>
                </a:cubicBezTo>
                <a:cubicBezTo>
                  <a:pt x="171974" y="25686"/>
                  <a:pt x="172668" y="27592"/>
                  <a:pt x="172976" y="29672"/>
                </a:cubicBezTo>
                <a:close/>
                <a:moveTo>
                  <a:pt x="215732" y="54607"/>
                </a:moveTo>
                <a:cubicBezTo>
                  <a:pt x="215732" y="52219"/>
                  <a:pt x="215963" y="49870"/>
                  <a:pt x="216425" y="47560"/>
                </a:cubicBezTo>
                <a:cubicBezTo>
                  <a:pt x="216887" y="45248"/>
                  <a:pt x="217676" y="43207"/>
                  <a:pt x="218793" y="41436"/>
                </a:cubicBezTo>
                <a:cubicBezTo>
                  <a:pt x="219910" y="39663"/>
                  <a:pt x="221394" y="38219"/>
                  <a:pt x="223242" y="37102"/>
                </a:cubicBezTo>
                <a:cubicBezTo>
                  <a:pt x="225091" y="35985"/>
                  <a:pt x="227401" y="35426"/>
                  <a:pt x="230174" y="35426"/>
                </a:cubicBezTo>
                <a:cubicBezTo>
                  <a:pt x="232947" y="35426"/>
                  <a:pt x="235277" y="35985"/>
                  <a:pt x="237163" y="37102"/>
                </a:cubicBezTo>
                <a:cubicBezTo>
                  <a:pt x="239051" y="38219"/>
                  <a:pt x="240553" y="39663"/>
                  <a:pt x="241669" y="41436"/>
                </a:cubicBezTo>
                <a:cubicBezTo>
                  <a:pt x="242787" y="43207"/>
                  <a:pt x="243576" y="45248"/>
                  <a:pt x="244038" y="47560"/>
                </a:cubicBezTo>
                <a:cubicBezTo>
                  <a:pt x="244500" y="49870"/>
                  <a:pt x="244731" y="52219"/>
                  <a:pt x="244731" y="54607"/>
                </a:cubicBezTo>
                <a:cubicBezTo>
                  <a:pt x="244731" y="56996"/>
                  <a:pt x="244500" y="59326"/>
                  <a:pt x="244038" y="61599"/>
                </a:cubicBezTo>
                <a:cubicBezTo>
                  <a:pt x="243576" y="63871"/>
                  <a:pt x="242787" y="65912"/>
                  <a:pt x="241669" y="67723"/>
                </a:cubicBezTo>
                <a:cubicBezTo>
                  <a:pt x="240553" y="69533"/>
                  <a:pt x="239051" y="70977"/>
                  <a:pt x="237163" y="72056"/>
                </a:cubicBezTo>
                <a:cubicBezTo>
                  <a:pt x="235277" y="73134"/>
                  <a:pt x="232947" y="73673"/>
                  <a:pt x="230174" y="73673"/>
                </a:cubicBezTo>
                <a:cubicBezTo>
                  <a:pt x="227401" y="73673"/>
                  <a:pt x="225091" y="73134"/>
                  <a:pt x="223242" y="72056"/>
                </a:cubicBezTo>
                <a:cubicBezTo>
                  <a:pt x="221394" y="70977"/>
                  <a:pt x="219910" y="69533"/>
                  <a:pt x="218793" y="67723"/>
                </a:cubicBezTo>
                <a:cubicBezTo>
                  <a:pt x="217676" y="65912"/>
                  <a:pt x="216887" y="63871"/>
                  <a:pt x="216425" y="61599"/>
                </a:cubicBezTo>
                <a:cubicBezTo>
                  <a:pt x="215963" y="59326"/>
                  <a:pt x="215732" y="56996"/>
                  <a:pt x="215732" y="54607"/>
                </a:cubicBezTo>
                <a:moveTo>
                  <a:pt x="199327" y="54609"/>
                </a:moveTo>
                <a:cubicBezTo>
                  <a:pt x="199327" y="59392"/>
                  <a:pt x="200059" y="63713"/>
                  <a:pt x="201522" y="67570"/>
                </a:cubicBezTo>
                <a:cubicBezTo>
                  <a:pt x="202985" y="71427"/>
                  <a:pt x="205065" y="74725"/>
                  <a:pt x="207761" y="77464"/>
                </a:cubicBezTo>
                <a:cubicBezTo>
                  <a:pt x="210457" y="80203"/>
                  <a:pt x="213692" y="82305"/>
                  <a:pt x="217465" y="83772"/>
                </a:cubicBezTo>
                <a:cubicBezTo>
                  <a:pt x="221240" y="85237"/>
                  <a:pt x="225476" y="85970"/>
                  <a:pt x="230174" y="85970"/>
                </a:cubicBezTo>
                <a:cubicBezTo>
                  <a:pt x="234872" y="85970"/>
                  <a:pt x="239128" y="85237"/>
                  <a:pt x="242940" y="83772"/>
                </a:cubicBezTo>
                <a:cubicBezTo>
                  <a:pt x="246753" y="82305"/>
                  <a:pt x="250007" y="80203"/>
                  <a:pt x="252703" y="77464"/>
                </a:cubicBezTo>
                <a:cubicBezTo>
                  <a:pt x="255399" y="74725"/>
                  <a:pt x="257478" y="71427"/>
                  <a:pt x="258941" y="67570"/>
                </a:cubicBezTo>
                <a:cubicBezTo>
                  <a:pt x="260405" y="63713"/>
                  <a:pt x="261136" y="59392"/>
                  <a:pt x="261136" y="54609"/>
                </a:cubicBezTo>
                <a:cubicBezTo>
                  <a:pt x="261136" y="49826"/>
                  <a:pt x="260405" y="45487"/>
                  <a:pt x="258941" y="41591"/>
                </a:cubicBezTo>
                <a:cubicBezTo>
                  <a:pt x="257478" y="37694"/>
                  <a:pt x="255399" y="34376"/>
                  <a:pt x="252703" y="31638"/>
                </a:cubicBezTo>
                <a:cubicBezTo>
                  <a:pt x="250007" y="28898"/>
                  <a:pt x="246753" y="26776"/>
                  <a:pt x="242940" y="25272"/>
                </a:cubicBezTo>
                <a:cubicBezTo>
                  <a:pt x="239128" y="23768"/>
                  <a:pt x="234872" y="23016"/>
                  <a:pt x="230174" y="23016"/>
                </a:cubicBezTo>
                <a:cubicBezTo>
                  <a:pt x="225476" y="23016"/>
                  <a:pt x="221240" y="23768"/>
                  <a:pt x="217465" y="25272"/>
                </a:cubicBezTo>
                <a:cubicBezTo>
                  <a:pt x="213692" y="26776"/>
                  <a:pt x="210457" y="28898"/>
                  <a:pt x="207761" y="31638"/>
                </a:cubicBezTo>
                <a:cubicBezTo>
                  <a:pt x="205065" y="34376"/>
                  <a:pt x="202985" y="37694"/>
                  <a:pt x="201522" y="41591"/>
                </a:cubicBezTo>
                <a:cubicBezTo>
                  <a:pt x="200059" y="45487"/>
                  <a:pt x="199327" y="49826"/>
                  <a:pt x="199327" y="54609"/>
                </a:cubicBezTo>
                <a:close/>
                <a:moveTo>
                  <a:pt x="271565" y="24660"/>
                </a:moveTo>
                <a:lnTo>
                  <a:pt x="271565" y="84391"/>
                </a:lnTo>
                <a:lnTo>
                  <a:pt x="287970" y="84391"/>
                </a:lnTo>
                <a:lnTo>
                  <a:pt x="287970" y="53086"/>
                </a:lnTo>
                <a:cubicBezTo>
                  <a:pt x="287970" y="47002"/>
                  <a:pt x="288972" y="42632"/>
                  <a:pt x="290974" y="39976"/>
                </a:cubicBezTo>
                <a:cubicBezTo>
                  <a:pt x="292977" y="37319"/>
                  <a:pt x="296212" y="35990"/>
                  <a:pt x="300679" y="35990"/>
                </a:cubicBezTo>
                <a:cubicBezTo>
                  <a:pt x="304608" y="35990"/>
                  <a:pt x="307342" y="37203"/>
                  <a:pt x="308881" y="39629"/>
                </a:cubicBezTo>
                <a:cubicBezTo>
                  <a:pt x="310422" y="42054"/>
                  <a:pt x="311192" y="45732"/>
                  <a:pt x="311192" y="50660"/>
                </a:cubicBezTo>
                <a:lnTo>
                  <a:pt x="311192" y="84391"/>
                </a:lnTo>
                <a:lnTo>
                  <a:pt x="327597" y="84391"/>
                </a:lnTo>
                <a:lnTo>
                  <a:pt x="327597" y="47635"/>
                </a:lnTo>
                <a:cubicBezTo>
                  <a:pt x="327597" y="43937"/>
                  <a:pt x="327270" y="40566"/>
                  <a:pt x="326615" y="37522"/>
                </a:cubicBezTo>
                <a:cubicBezTo>
                  <a:pt x="325961" y="34478"/>
                  <a:pt x="324824" y="31897"/>
                  <a:pt x="323206" y="29778"/>
                </a:cubicBezTo>
                <a:cubicBezTo>
                  <a:pt x="321589" y="27659"/>
                  <a:pt x="319375" y="26002"/>
                  <a:pt x="316564" y="24808"/>
                </a:cubicBezTo>
                <a:cubicBezTo>
                  <a:pt x="313753" y="23613"/>
                  <a:pt x="310152" y="23016"/>
                  <a:pt x="305761" y="23016"/>
                </a:cubicBezTo>
                <a:cubicBezTo>
                  <a:pt x="302295" y="23016"/>
                  <a:pt x="298907" y="23807"/>
                  <a:pt x="295595" y="25390"/>
                </a:cubicBezTo>
                <a:cubicBezTo>
                  <a:pt x="292283" y="26973"/>
                  <a:pt x="289588" y="29502"/>
                  <a:pt x="287509" y="32977"/>
                </a:cubicBezTo>
                <a:lnTo>
                  <a:pt x="287161" y="32977"/>
                </a:lnTo>
                <a:lnTo>
                  <a:pt x="287161" y="24660"/>
                </a:lnTo>
                <a:lnTo>
                  <a:pt x="271565" y="24660"/>
                </a:lnTo>
                <a:close/>
                <a:moveTo>
                  <a:pt x="372700" y="84391"/>
                </a:moveTo>
                <a:lnTo>
                  <a:pt x="392918" y="24708"/>
                </a:lnTo>
                <a:lnTo>
                  <a:pt x="376628" y="24708"/>
                </a:lnTo>
                <a:lnTo>
                  <a:pt x="364036" y="65458"/>
                </a:lnTo>
                <a:lnTo>
                  <a:pt x="363805" y="65458"/>
                </a:lnTo>
                <a:lnTo>
                  <a:pt x="351213" y="24708"/>
                </a:lnTo>
                <a:lnTo>
                  <a:pt x="333999" y="24708"/>
                </a:lnTo>
                <a:lnTo>
                  <a:pt x="354448" y="84391"/>
                </a:lnTo>
                <a:lnTo>
                  <a:pt x="372700" y="84391"/>
                </a:lnTo>
                <a:close/>
                <a:moveTo>
                  <a:pt x="439540" y="48175"/>
                </a:moveTo>
                <a:lnTo>
                  <a:pt x="412854" y="48175"/>
                </a:lnTo>
                <a:cubicBezTo>
                  <a:pt x="412930" y="47016"/>
                  <a:pt x="413180" y="45703"/>
                  <a:pt x="413603" y="44235"/>
                </a:cubicBezTo>
                <a:cubicBezTo>
                  <a:pt x="414027" y="42766"/>
                  <a:pt x="414759" y="41375"/>
                  <a:pt x="415799" y="40062"/>
                </a:cubicBezTo>
                <a:cubicBezTo>
                  <a:pt x="416840" y="38748"/>
                  <a:pt x="418226" y="37647"/>
                  <a:pt x="419958" y="36759"/>
                </a:cubicBezTo>
                <a:cubicBezTo>
                  <a:pt x="421691" y="35870"/>
                  <a:pt x="423867" y="35426"/>
                  <a:pt x="426486" y="35426"/>
                </a:cubicBezTo>
                <a:cubicBezTo>
                  <a:pt x="430491" y="35426"/>
                  <a:pt x="433475" y="36508"/>
                  <a:pt x="435439" y="38671"/>
                </a:cubicBezTo>
                <a:cubicBezTo>
                  <a:pt x="437403" y="40835"/>
                  <a:pt x="438770" y="44003"/>
                  <a:pt x="439540" y="48175"/>
                </a:cubicBezTo>
                <a:moveTo>
                  <a:pt x="412854" y="58554"/>
                </a:moveTo>
                <a:lnTo>
                  <a:pt x="455946" y="58554"/>
                </a:lnTo>
                <a:cubicBezTo>
                  <a:pt x="456254" y="53924"/>
                  <a:pt x="455869" y="49486"/>
                  <a:pt x="454790" y="45242"/>
                </a:cubicBezTo>
                <a:cubicBezTo>
                  <a:pt x="453712" y="40997"/>
                  <a:pt x="451960" y="37215"/>
                  <a:pt x="449533" y="33898"/>
                </a:cubicBezTo>
                <a:cubicBezTo>
                  <a:pt x="447107" y="30579"/>
                  <a:pt x="444007" y="27936"/>
                  <a:pt x="440232" y="25968"/>
                </a:cubicBezTo>
                <a:cubicBezTo>
                  <a:pt x="436459" y="24000"/>
                  <a:pt x="432031" y="23016"/>
                  <a:pt x="426948" y="23016"/>
                </a:cubicBezTo>
                <a:cubicBezTo>
                  <a:pt x="422403" y="23016"/>
                  <a:pt x="418263" y="23826"/>
                  <a:pt x="414528" y="25447"/>
                </a:cubicBezTo>
                <a:cubicBezTo>
                  <a:pt x="410794" y="27066"/>
                  <a:pt x="407578" y="29284"/>
                  <a:pt x="404882" y="32100"/>
                </a:cubicBezTo>
                <a:cubicBezTo>
                  <a:pt x="402186" y="34915"/>
                  <a:pt x="400107" y="38252"/>
                  <a:pt x="398644" y="42111"/>
                </a:cubicBezTo>
                <a:cubicBezTo>
                  <a:pt x="397180" y="45968"/>
                  <a:pt x="396449" y="50134"/>
                  <a:pt x="396449" y="54609"/>
                </a:cubicBezTo>
                <a:cubicBezTo>
                  <a:pt x="396449" y="59237"/>
                  <a:pt x="397161" y="63480"/>
                  <a:pt x="398585" y="67339"/>
                </a:cubicBezTo>
                <a:cubicBezTo>
                  <a:pt x="400011" y="71196"/>
                  <a:pt x="402033" y="74513"/>
                  <a:pt x="404651" y="77292"/>
                </a:cubicBezTo>
                <a:cubicBezTo>
                  <a:pt x="407270" y="80069"/>
                  <a:pt x="410466" y="82209"/>
                  <a:pt x="414239" y="83714"/>
                </a:cubicBezTo>
                <a:cubicBezTo>
                  <a:pt x="418013" y="85218"/>
                  <a:pt x="422249" y="85970"/>
                  <a:pt x="426948" y="85970"/>
                </a:cubicBezTo>
                <a:cubicBezTo>
                  <a:pt x="433725" y="85970"/>
                  <a:pt x="439501" y="84431"/>
                  <a:pt x="444276" y="81353"/>
                </a:cubicBezTo>
                <a:cubicBezTo>
                  <a:pt x="449052" y="78275"/>
                  <a:pt x="452596" y="73158"/>
                  <a:pt x="454906" y="66001"/>
                </a:cubicBezTo>
                <a:lnTo>
                  <a:pt x="440465" y="66001"/>
                </a:lnTo>
                <a:cubicBezTo>
                  <a:pt x="439926" y="67833"/>
                  <a:pt x="438462" y="69570"/>
                  <a:pt x="436074" y="71212"/>
                </a:cubicBezTo>
                <a:cubicBezTo>
                  <a:pt x="433687" y="72852"/>
                  <a:pt x="430838" y="73673"/>
                  <a:pt x="427526" y="73673"/>
                </a:cubicBezTo>
                <a:cubicBezTo>
                  <a:pt x="422905" y="73673"/>
                  <a:pt x="419362" y="72480"/>
                  <a:pt x="416896" y="70096"/>
                </a:cubicBezTo>
                <a:cubicBezTo>
                  <a:pt x="414431" y="67710"/>
                  <a:pt x="413084" y="63863"/>
                  <a:pt x="412854" y="58554"/>
                </a:cubicBezTo>
                <a:close/>
                <a:moveTo>
                  <a:pt x="465134" y="24618"/>
                </a:moveTo>
                <a:lnTo>
                  <a:pt x="465134" y="84391"/>
                </a:lnTo>
                <a:lnTo>
                  <a:pt x="481539" y="84391"/>
                </a:lnTo>
                <a:lnTo>
                  <a:pt x="481539" y="57444"/>
                </a:lnTo>
                <a:cubicBezTo>
                  <a:pt x="481539" y="54746"/>
                  <a:pt x="481809" y="52240"/>
                  <a:pt x="482348" y="49927"/>
                </a:cubicBezTo>
                <a:cubicBezTo>
                  <a:pt x="482888" y="47614"/>
                  <a:pt x="483793" y="45591"/>
                  <a:pt x="485063" y="43856"/>
                </a:cubicBezTo>
                <a:cubicBezTo>
                  <a:pt x="486334" y="42121"/>
                  <a:pt x="488008" y="40753"/>
                  <a:pt x="490087" y="39750"/>
                </a:cubicBezTo>
                <a:cubicBezTo>
                  <a:pt x="492167" y="38748"/>
                  <a:pt x="494709" y="38247"/>
                  <a:pt x="497713" y="38247"/>
                </a:cubicBezTo>
                <a:cubicBezTo>
                  <a:pt x="498715" y="38247"/>
                  <a:pt x="499754" y="38305"/>
                  <a:pt x="500832" y="38421"/>
                </a:cubicBezTo>
                <a:cubicBezTo>
                  <a:pt x="501911" y="38536"/>
                  <a:pt x="502835" y="38671"/>
                  <a:pt x="503605" y="38825"/>
                </a:cubicBezTo>
                <a:lnTo>
                  <a:pt x="503605" y="23592"/>
                </a:lnTo>
                <a:cubicBezTo>
                  <a:pt x="502295" y="23208"/>
                  <a:pt x="501102" y="23016"/>
                  <a:pt x="500024" y="23016"/>
                </a:cubicBezTo>
                <a:cubicBezTo>
                  <a:pt x="497944" y="23016"/>
                  <a:pt x="495942" y="23324"/>
                  <a:pt x="494017" y="23939"/>
                </a:cubicBezTo>
                <a:cubicBezTo>
                  <a:pt x="492092" y="24554"/>
                  <a:pt x="490282" y="25419"/>
                  <a:pt x="488587" y="26534"/>
                </a:cubicBezTo>
                <a:cubicBezTo>
                  <a:pt x="486892" y="27650"/>
                  <a:pt x="485390" y="28996"/>
                  <a:pt x="484081" y="30573"/>
                </a:cubicBezTo>
                <a:cubicBezTo>
                  <a:pt x="482772" y="32150"/>
                  <a:pt x="481732" y="33862"/>
                  <a:pt x="480961" y="35708"/>
                </a:cubicBezTo>
                <a:lnTo>
                  <a:pt x="480730" y="35708"/>
                </a:lnTo>
                <a:lnTo>
                  <a:pt x="480730" y="24618"/>
                </a:lnTo>
                <a:lnTo>
                  <a:pt x="465134" y="24618"/>
                </a:lnTo>
                <a:close/>
                <a:moveTo>
                  <a:pt x="530304" y="24708"/>
                </a:moveTo>
                <a:lnTo>
                  <a:pt x="530304" y="6769"/>
                </a:lnTo>
                <a:lnTo>
                  <a:pt x="513899" y="6769"/>
                </a:lnTo>
                <a:lnTo>
                  <a:pt x="513899" y="24708"/>
                </a:lnTo>
                <a:lnTo>
                  <a:pt x="503964" y="24708"/>
                </a:lnTo>
                <a:lnTo>
                  <a:pt x="503964" y="35652"/>
                </a:lnTo>
                <a:lnTo>
                  <a:pt x="513899" y="35652"/>
                </a:lnTo>
                <a:lnTo>
                  <a:pt x="513899" y="70868"/>
                </a:lnTo>
                <a:cubicBezTo>
                  <a:pt x="513899" y="73871"/>
                  <a:pt x="514400" y="76296"/>
                  <a:pt x="515401" y="78143"/>
                </a:cubicBezTo>
                <a:cubicBezTo>
                  <a:pt x="516402" y="79991"/>
                  <a:pt x="517769" y="81415"/>
                  <a:pt x="519502" y="82416"/>
                </a:cubicBezTo>
                <a:cubicBezTo>
                  <a:pt x="521235" y="83416"/>
                  <a:pt x="523238" y="84089"/>
                  <a:pt x="525509" y="84435"/>
                </a:cubicBezTo>
                <a:cubicBezTo>
                  <a:pt x="527782" y="84781"/>
                  <a:pt x="530190" y="84955"/>
                  <a:pt x="532732" y="84955"/>
                </a:cubicBezTo>
                <a:cubicBezTo>
                  <a:pt x="534349" y="84955"/>
                  <a:pt x="536005" y="84917"/>
                  <a:pt x="537699" y="84842"/>
                </a:cubicBezTo>
                <a:cubicBezTo>
                  <a:pt x="539394" y="84767"/>
                  <a:pt x="540934" y="84616"/>
                  <a:pt x="542320" y="84391"/>
                </a:cubicBezTo>
                <a:lnTo>
                  <a:pt x="542320" y="71631"/>
                </a:lnTo>
                <a:cubicBezTo>
                  <a:pt x="541550" y="71785"/>
                  <a:pt x="540741" y="71901"/>
                  <a:pt x="539894" y="71978"/>
                </a:cubicBezTo>
                <a:cubicBezTo>
                  <a:pt x="539047" y="72055"/>
                  <a:pt x="538161" y="72093"/>
                  <a:pt x="537237" y="72093"/>
                </a:cubicBezTo>
                <a:cubicBezTo>
                  <a:pt x="534464" y="72093"/>
                  <a:pt x="532615" y="71632"/>
                  <a:pt x="531690" y="70709"/>
                </a:cubicBezTo>
                <a:cubicBezTo>
                  <a:pt x="530766" y="69787"/>
                  <a:pt x="530304" y="67942"/>
                  <a:pt x="530304" y="65174"/>
                </a:cubicBezTo>
                <a:lnTo>
                  <a:pt x="530304" y="35652"/>
                </a:lnTo>
                <a:lnTo>
                  <a:pt x="542320" y="35652"/>
                </a:lnTo>
                <a:lnTo>
                  <a:pt x="542320" y="24708"/>
                </a:lnTo>
                <a:lnTo>
                  <a:pt x="530304" y="24708"/>
                </a:lnTo>
                <a:close/>
                <a:moveTo>
                  <a:pt x="602988" y="24708"/>
                </a:moveTo>
                <a:lnTo>
                  <a:pt x="602988" y="6769"/>
                </a:lnTo>
                <a:lnTo>
                  <a:pt x="586583" y="6769"/>
                </a:lnTo>
                <a:lnTo>
                  <a:pt x="586583" y="24708"/>
                </a:lnTo>
                <a:lnTo>
                  <a:pt x="576648" y="24708"/>
                </a:lnTo>
                <a:lnTo>
                  <a:pt x="576648" y="35652"/>
                </a:lnTo>
                <a:lnTo>
                  <a:pt x="586583" y="35652"/>
                </a:lnTo>
                <a:lnTo>
                  <a:pt x="586583" y="70868"/>
                </a:lnTo>
                <a:cubicBezTo>
                  <a:pt x="586583" y="73871"/>
                  <a:pt x="587084" y="76296"/>
                  <a:pt x="588085" y="78143"/>
                </a:cubicBezTo>
                <a:cubicBezTo>
                  <a:pt x="589087" y="79991"/>
                  <a:pt x="590453" y="81415"/>
                  <a:pt x="592186" y="82416"/>
                </a:cubicBezTo>
                <a:cubicBezTo>
                  <a:pt x="593919" y="83416"/>
                  <a:pt x="595922" y="84089"/>
                  <a:pt x="598194" y="84435"/>
                </a:cubicBezTo>
                <a:cubicBezTo>
                  <a:pt x="600466" y="84781"/>
                  <a:pt x="602874" y="84955"/>
                  <a:pt x="605416" y="84955"/>
                </a:cubicBezTo>
                <a:cubicBezTo>
                  <a:pt x="607033" y="84955"/>
                  <a:pt x="608689" y="84917"/>
                  <a:pt x="610384" y="84842"/>
                </a:cubicBezTo>
                <a:cubicBezTo>
                  <a:pt x="612078" y="84767"/>
                  <a:pt x="613618" y="84616"/>
                  <a:pt x="615004" y="84391"/>
                </a:cubicBezTo>
                <a:lnTo>
                  <a:pt x="615004" y="71631"/>
                </a:lnTo>
                <a:cubicBezTo>
                  <a:pt x="614234" y="71785"/>
                  <a:pt x="613426" y="71901"/>
                  <a:pt x="612578" y="71978"/>
                </a:cubicBezTo>
                <a:cubicBezTo>
                  <a:pt x="611731" y="72055"/>
                  <a:pt x="610845" y="72093"/>
                  <a:pt x="609922" y="72093"/>
                </a:cubicBezTo>
                <a:cubicBezTo>
                  <a:pt x="607148" y="72093"/>
                  <a:pt x="605299" y="71632"/>
                  <a:pt x="604374" y="70709"/>
                </a:cubicBezTo>
                <a:cubicBezTo>
                  <a:pt x="603450" y="69787"/>
                  <a:pt x="602988" y="67942"/>
                  <a:pt x="602988" y="65174"/>
                </a:cubicBezTo>
                <a:lnTo>
                  <a:pt x="602988" y="35652"/>
                </a:lnTo>
                <a:lnTo>
                  <a:pt x="615004" y="35652"/>
                </a:lnTo>
                <a:lnTo>
                  <a:pt x="615004" y="24708"/>
                </a:lnTo>
                <a:lnTo>
                  <a:pt x="602988" y="24708"/>
                </a:lnTo>
                <a:close/>
                <a:moveTo>
                  <a:pt x="622744" y="1918"/>
                </a:moveTo>
                <a:lnTo>
                  <a:pt x="622744" y="84391"/>
                </a:lnTo>
                <a:lnTo>
                  <a:pt x="639149" y="84391"/>
                </a:lnTo>
                <a:lnTo>
                  <a:pt x="639149" y="53086"/>
                </a:lnTo>
                <a:cubicBezTo>
                  <a:pt x="639149" y="47002"/>
                  <a:pt x="640150" y="42632"/>
                  <a:pt x="642153" y="39976"/>
                </a:cubicBezTo>
                <a:cubicBezTo>
                  <a:pt x="644155" y="37319"/>
                  <a:pt x="647390" y="35990"/>
                  <a:pt x="651857" y="35990"/>
                </a:cubicBezTo>
                <a:cubicBezTo>
                  <a:pt x="655786" y="35990"/>
                  <a:pt x="658520" y="37203"/>
                  <a:pt x="660060" y="39629"/>
                </a:cubicBezTo>
                <a:cubicBezTo>
                  <a:pt x="661600" y="42054"/>
                  <a:pt x="662371" y="45732"/>
                  <a:pt x="662371" y="50660"/>
                </a:cubicBezTo>
                <a:lnTo>
                  <a:pt x="662371" y="84391"/>
                </a:lnTo>
                <a:lnTo>
                  <a:pt x="678776" y="84391"/>
                </a:lnTo>
                <a:lnTo>
                  <a:pt x="678776" y="47635"/>
                </a:lnTo>
                <a:cubicBezTo>
                  <a:pt x="678776" y="43937"/>
                  <a:pt x="678448" y="40566"/>
                  <a:pt x="677794" y="37522"/>
                </a:cubicBezTo>
                <a:cubicBezTo>
                  <a:pt x="677139" y="34478"/>
                  <a:pt x="676003" y="31897"/>
                  <a:pt x="674385" y="29778"/>
                </a:cubicBezTo>
                <a:cubicBezTo>
                  <a:pt x="672767" y="27659"/>
                  <a:pt x="670553" y="26002"/>
                  <a:pt x="667742" y="24808"/>
                </a:cubicBezTo>
                <a:cubicBezTo>
                  <a:pt x="664931" y="23613"/>
                  <a:pt x="661331" y="23016"/>
                  <a:pt x="656941" y="23016"/>
                </a:cubicBezTo>
                <a:cubicBezTo>
                  <a:pt x="653860" y="23016"/>
                  <a:pt x="650701" y="23807"/>
                  <a:pt x="647466" y="25390"/>
                </a:cubicBezTo>
                <a:cubicBezTo>
                  <a:pt x="644232" y="26973"/>
                  <a:pt x="641575" y="29502"/>
                  <a:pt x="639496" y="32977"/>
                </a:cubicBezTo>
                <a:lnTo>
                  <a:pt x="639149" y="32977"/>
                </a:lnTo>
                <a:lnTo>
                  <a:pt x="639149" y="1918"/>
                </a:lnTo>
                <a:lnTo>
                  <a:pt x="622744" y="1918"/>
                </a:lnTo>
                <a:close/>
                <a:moveTo>
                  <a:pt x="707704" y="15457"/>
                </a:moveTo>
                <a:lnTo>
                  <a:pt x="707704" y="1918"/>
                </a:lnTo>
                <a:lnTo>
                  <a:pt x="691299" y="1918"/>
                </a:lnTo>
                <a:lnTo>
                  <a:pt x="691299" y="15457"/>
                </a:lnTo>
                <a:lnTo>
                  <a:pt x="707704" y="15457"/>
                </a:lnTo>
                <a:moveTo>
                  <a:pt x="691299" y="24662"/>
                </a:moveTo>
                <a:lnTo>
                  <a:pt x="691299" y="84391"/>
                </a:lnTo>
                <a:lnTo>
                  <a:pt x="707704" y="84391"/>
                </a:lnTo>
                <a:lnTo>
                  <a:pt x="707704" y="24662"/>
                </a:lnTo>
                <a:lnTo>
                  <a:pt x="691299" y="24662"/>
                </a:lnTo>
                <a:close/>
                <a:moveTo>
                  <a:pt x="733385" y="64985"/>
                </a:moveTo>
                <a:lnTo>
                  <a:pt x="717789" y="64985"/>
                </a:lnTo>
                <a:cubicBezTo>
                  <a:pt x="717943" y="68983"/>
                  <a:pt x="718848" y="72309"/>
                  <a:pt x="720504" y="74961"/>
                </a:cubicBezTo>
                <a:cubicBezTo>
                  <a:pt x="722160" y="77613"/>
                  <a:pt x="724277" y="79746"/>
                  <a:pt x="726857" y="81360"/>
                </a:cubicBezTo>
                <a:cubicBezTo>
                  <a:pt x="729438" y="82975"/>
                  <a:pt x="732384" y="84128"/>
                  <a:pt x="735696" y="84819"/>
                </a:cubicBezTo>
                <a:cubicBezTo>
                  <a:pt x="739008" y="85511"/>
                  <a:pt x="742396" y="85857"/>
                  <a:pt x="745862" y="85857"/>
                </a:cubicBezTo>
                <a:cubicBezTo>
                  <a:pt x="749250" y="85857"/>
                  <a:pt x="752581" y="85529"/>
                  <a:pt x="755854" y="84874"/>
                </a:cubicBezTo>
                <a:cubicBezTo>
                  <a:pt x="759128" y="84219"/>
                  <a:pt x="762036" y="83083"/>
                  <a:pt x="764576" y="81464"/>
                </a:cubicBezTo>
                <a:cubicBezTo>
                  <a:pt x="767118" y="79846"/>
                  <a:pt x="769179" y="77708"/>
                  <a:pt x="770757" y="75049"/>
                </a:cubicBezTo>
                <a:cubicBezTo>
                  <a:pt x="772336" y="72391"/>
                  <a:pt x="773126" y="69097"/>
                  <a:pt x="773126" y="65167"/>
                </a:cubicBezTo>
                <a:cubicBezTo>
                  <a:pt x="773126" y="62393"/>
                  <a:pt x="772587" y="60063"/>
                  <a:pt x="771508" y="58175"/>
                </a:cubicBezTo>
                <a:cubicBezTo>
                  <a:pt x="770430" y="56287"/>
                  <a:pt x="769005" y="54707"/>
                  <a:pt x="767233" y="53435"/>
                </a:cubicBezTo>
                <a:cubicBezTo>
                  <a:pt x="765462" y="52164"/>
                  <a:pt x="763441" y="51143"/>
                  <a:pt x="761169" y="50373"/>
                </a:cubicBezTo>
                <a:cubicBezTo>
                  <a:pt x="758897" y="49602"/>
                  <a:pt x="756567" y="48947"/>
                  <a:pt x="754179" y="48408"/>
                </a:cubicBezTo>
                <a:cubicBezTo>
                  <a:pt x="751869" y="47868"/>
                  <a:pt x="749596" y="47367"/>
                  <a:pt x="747362" y="46906"/>
                </a:cubicBezTo>
                <a:cubicBezTo>
                  <a:pt x="745129" y="46443"/>
                  <a:pt x="743146" y="45923"/>
                  <a:pt x="741413" y="45346"/>
                </a:cubicBezTo>
                <a:cubicBezTo>
                  <a:pt x="739680" y="44767"/>
                  <a:pt x="738275" y="44016"/>
                  <a:pt x="737196" y="43091"/>
                </a:cubicBezTo>
                <a:cubicBezTo>
                  <a:pt x="736118" y="42166"/>
                  <a:pt x="735580" y="40971"/>
                  <a:pt x="735580" y="39507"/>
                </a:cubicBezTo>
                <a:cubicBezTo>
                  <a:pt x="735580" y="38274"/>
                  <a:pt x="735887" y="37292"/>
                  <a:pt x="736503" y="36560"/>
                </a:cubicBezTo>
                <a:cubicBezTo>
                  <a:pt x="737120" y="35827"/>
                  <a:pt x="737871" y="35269"/>
                  <a:pt x="738756" y="34885"/>
                </a:cubicBezTo>
                <a:cubicBezTo>
                  <a:pt x="739642" y="34499"/>
                  <a:pt x="740624" y="34249"/>
                  <a:pt x="741702" y="34134"/>
                </a:cubicBezTo>
                <a:cubicBezTo>
                  <a:pt x="742781" y="34018"/>
                  <a:pt x="743782" y="33959"/>
                  <a:pt x="744706" y="33959"/>
                </a:cubicBezTo>
                <a:cubicBezTo>
                  <a:pt x="747632" y="33959"/>
                  <a:pt x="750173" y="34521"/>
                  <a:pt x="752330" y="35643"/>
                </a:cubicBezTo>
                <a:cubicBezTo>
                  <a:pt x="754487" y="36764"/>
                  <a:pt x="755681" y="38911"/>
                  <a:pt x="755912" y="42083"/>
                </a:cubicBezTo>
                <a:lnTo>
                  <a:pt x="771510" y="42083"/>
                </a:lnTo>
                <a:cubicBezTo>
                  <a:pt x="771202" y="38385"/>
                  <a:pt x="770258" y="35323"/>
                  <a:pt x="768679" y="32896"/>
                </a:cubicBezTo>
                <a:cubicBezTo>
                  <a:pt x="767100" y="30470"/>
                  <a:pt x="765117" y="28525"/>
                  <a:pt x="762729" y="27061"/>
                </a:cubicBezTo>
                <a:cubicBezTo>
                  <a:pt x="760342" y="25597"/>
                  <a:pt x="757627" y="24557"/>
                  <a:pt x="754585" y="23941"/>
                </a:cubicBezTo>
                <a:cubicBezTo>
                  <a:pt x="751542" y="23324"/>
                  <a:pt x="748404" y="23016"/>
                  <a:pt x="745169" y="23016"/>
                </a:cubicBezTo>
                <a:cubicBezTo>
                  <a:pt x="741934" y="23016"/>
                  <a:pt x="738776" y="23305"/>
                  <a:pt x="735694" y="23883"/>
                </a:cubicBezTo>
                <a:cubicBezTo>
                  <a:pt x="732614" y="24460"/>
                  <a:pt x="729841" y="25461"/>
                  <a:pt x="727377" y="26887"/>
                </a:cubicBezTo>
                <a:cubicBezTo>
                  <a:pt x="724913" y="28312"/>
                  <a:pt x="722929" y="30258"/>
                  <a:pt x="721427" y="32724"/>
                </a:cubicBezTo>
                <a:cubicBezTo>
                  <a:pt x="719925" y="35189"/>
                  <a:pt x="719175" y="38349"/>
                  <a:pt x="719175" y="42202"/>
                </a:cubicBezTo>
                <a:cubicBezTo>
                  <a:pt x="719175" y="44822"/>
                  <a:pt x="719713" y="47037"/>
                  <a:pt x="720791" y="48848"/>
                </a:cubicBezTo>
                <a:cubicBezTo>
                  <a:pt x="721870" y="50658"/>
                  <a:pt x="723295" y="52161"/>
                  <a:pt x="725066" y="53356"/>
                </a:cubicBezTo>
                <a:cubicBezTo>
                  <a:pt x="726838" y="54550"/>
                  <a:pt x="728860" y="55513"/>
                  <a:pt x="731132" y="56245"/>
                </a:cubicBezTo>
                <a:cubicBezTo>
                  <a:pt x="733404" y="56977"/>
                  <a:pt x="735733" y="57613"/>
                  <a:pt x="738122" y="58153"/>
                </a:cubicBezTo>
                <a:cubicBezTo>
                  <a:pt x="743974" y="59385"/>
                  <a:pt x="748537" y="60618"/>
                  <a:pt x="751810" y="61851"/>
                </a:cubicBezTo>
                <a:cubicBezTo>
                  <a:pt x="755084" y="63084"/>
                  <a:pt x="756721" y="64933"/>
                  <a:pt x="756721" y="67399"/>
                </a:cubicBezTo>
                <a:cubicBezTo>
                  <a:pt x="756721" y="68862"/>
                  <a:pt x="756375" y="70075"/>
                  <a:pt x="755681" y="71039"/>
                </a:cubicBezTo>
                <a:cubicBezTo>
                  <a:pt x="754988" y="72003"/>
                  <a:pt x="754121" y="72774"/>
                  <a:pt x="753081" y="73352"/>
                </a:cubicBezTo>
                <a:cubicBezTo>
                  <a:pt x="752042" y="73929"/>
                  <a:pt x="750887" y="74352"/>
                  <a:pt x="749615" y="74623"/>
                </a:cubicBezTo>
                <a:cubicBezTo>
                  <a:pt x="748345" y="74892"/>
                  <a:pt x="747132" y="75026"/>
                  <a:pt x="745977" y="75026"/>
                </a:cubicBezTo>
                <a:cubicBezTo>
                  <a:pt x="744360" y="75026"/>
                  <a:pt x="742800" y="74834"/>
                  <a:pt x="741298" y="74450"/>
                </a:cubicBezTo>
                <a:cubicBezTo>
                  <a:pt x="739796" y="74065"/>
                  <a:pt x="738468" y="73468"/>
                  <a:pt x="737312" y="72661"/>
                </a:cubicBezTo>
                <a:cubicBezTo>
                  <a:pt x="736157" y="71852"/>
                  <a:pt x="735213" y="70813"/>
                  <a:pt x="734481" y="69544"/>
                </a:cubicBezTo>
                <a:cubicBezTo>
                  <a:pt x="733750" y="68275"/>
                  <a:pt x="733385" y="66755"/>
                  <a:pt x="733385" y="64985"/>
                </a:cubicBezTo>
                <a:close/>
                <a:moveTo>
                  <a:pt x="855450" y="45693"/>
                </a:moveTo>
                <a:lnTo>
                  <a:pt x="871508" y="45693"/>
                </a:lnTo>
                <a:cubicBezTo>
                  <a:pt x="871277" y="41836"/>
                  <a:pt x="870353" y="38500"/>
                  <a:pt x="868735" y="35685"/>
                </a:cubicBezTo>
                <a:cubicBezTo>
                  <a:pt x="867118" y="32869"/>
                  <a:pt x="865019" y="30517"/>
                  <a:pt x="862438" y="28627"/>
                </a:cubicBezTo>
                <a:cubicBezTo>
                  <a:pt x="859858" y="26737"/>
                  <a:pt x="856932" y="25330"/>
                  <a:pt x="853659" y="24405"/>
                </a:cubicBezTo>
                <a:cubicBezTo>
                  <a:pt x="850386" y="23479"/>
                  <a:pt x="846978" y="23016"/>
                  <a:pt x="843435" y="23016"/>
                </a:cubicBezTo>
                <a:cubicBezTo>
                  <a:pt x="838582" y="23016"/>
                  <a:pt x="834268" y="23826"/>
                  <a:pt x="830494" y="25447"/>
                </a:cubicBezTo>
                <a:cubicBezTo>
                  <a:pt x="826720" y="27066"/>
                  <a:pt x="823524" y="29322"/>
                  <a:pt x="820905" y="32216"/>
                </a:cubicBezTo>
                <a:cubicBezTo>
                  <a:pt x="818287" y="35109"/>
                  <a:pt x="816304" y="38543"/>
                  <a:pt x="814956" y="42516"/>
                </a:cubicBezTo>
                <a:cubicBezTo>
                  <a:pt x="813608" y="46488"/>
                  <a:pt x="812934" y="50789"/>
                  <a:pt x="812934" y="55418"/>
                </a:cubicBezTo>
                <a:cubicBezTo>
                  <a:pt x="812934" y="59894"/>
                  <a:pt x="813665" y="64002"/>
                  <a:pt x="815129" y="67744"/>
                </a:cubicBezTo>
                <a:cubicBezTo>
                  <a:pt x="816592" y="71485"/>
                  <a:pt x="818633" y="74706"/>
                  <a:pt x="821251" y="77406"/>
                </a:cubicBezTo>
                <a:cubicBezTo>
                  <a:pt x="823871" y="80107"/>
                  <a:pt x="827048" y="82209"/>
                  <a:pt x="830783" y="83714"/>
                </a:cubicBezTo>
                <a:cubicBezTo>
                  <a:pt x="834519" y="85218"/>
                  <a:pt x="838620" y="85970"/>
                  <a:pt x="843087" y="85970"/>
                </a:cubicBezTo>
                <a:cubicBezTo>
                  <a:pt x="851020" y="85970"/>
                  <a:pt x="857528" y="83882"/>
                  <a:pt x="862611" y="79707"/>
                </a:cubicBezTo>
                <a:cubicBezTo>
                  <a:pt x="867695" y="75530"/>
                  <a:pt x="870776" y="69475"/>
                  <a:pt x="871855" y="61542"/>
                </a:cubicBezTo>
                <a:lnTo>
                  <a:pt x="856026" y="61542"/>
                </a:lnTo>
                <a:cubicBezTo>
                  <a:pt x="855488" y="65240"/>
                  <a:pt x="854160" y="68186"/>
                  <a:pt x="852041" y="70381"/>
                </a:cubicBezTo>
                <a:cubicBezTo>
                  <a:pt x="849923" y="72576"/>
                  <a:pt x="846900" y="73673"/>
                  <a:pt x="842973" y="73673"/>
                </a:cubicBezTo>
                <a:cubicBezTo>
                  <a:pt x="840431" y="73673"/>
                  <a:pt x="838274" y="73095"/>
                  <a:pt x="836501" y="71940"/>
                </a:cubicBezTo>
                <a:cubicBezTo>
                  <a:pt x="834730" y="70784"/>
                  <a:pt x="833325" y="69302"/>
                  <a:pt x="832285" y="67492"/>
                </a:cubicBezTo>
                <a:cubicBezTo>
                  <a:pt x="831246" y="65681"/>
                  <a:pt x="830495" y="63658"/>
                  <a:pt x="830032" y="61424"/>
                </a:cubicBezTo>
                <a:cubicBezTo>
                  <a:pt x="829570" y="59190"/>
                  <a:pt x="829339" y="56995"/>
                  <a:pt x="829339" y="54838"/>
                </a:cubicBezTo>
                <a:cubicBezTo>
                  <a:pt x="829339" y="52604"/>
                  <a:pt x="829570" y="50351"/>
                  <a:pt x="830032" y="48080"/>
                </a:cubicBezTo>
                <a:cubicBezTo>
                  <a:pt x="830495" y="45807"/>
                  <a:pt x="831284" y="43727"/>
                  <a:pt x="832401" y="41839"/>
                </a:cubicBezTo>
                <a:cubicBezTo>
                  <a:pt x="833517" y="39952"/>
                  <a:pt x="834961" y="38411"/>
                  <a:pt x="836732" y="37217"/>
                </a:cubicBezTo>
                <a:cubicBezTo>
                  <a:pt x="838504" y="36023"/>
                  <a:pt x="840700" y="35426"/>
                  <a:pt x="843318" y="35426"/>
                </a:cubicBezTo>
                <a:cubicBezTo>
                  <a:pt x="850327" y="35426"/>
                  <a:pt x="854371" y="38848"/>
                  <a:pt x="855450" y="45693"/>
                </a:cubicBezTo>
                <a:close/>
                <a:moveTo>
                  <a:pt x="895137" y="54607"/>
                </a:moveTo>
                <a:cubicBezTo>
                  <a:pt x="895137" y="52219"/>
                  <a:pt x="895368" y="49870"/>
                  <a:pt x="895830" y="47560"/>
                </a:cubicBezTo>
                <a:cubicBezTo>
                  <a:pt x="896291" y="45248"/>
                  <a:pt x="897081" y="43207"/>
                  <a:pt x="898197" y="41436"/>
                </a:cubicBezTo>
                <a:cubicBezTo>
                  <a:pt x="899315" y="39663"/>
                  <a:pt x="900798" y="38219"/>
                  <a:pt x="902646" y="37102"/>
                </a:cubicBezTo>
                <a:cubicBezTo>
                  <a:pt x="904495" y="35985"/>
                  <a:pt x="906806" y="35426"/>
                  <a:pt x="909578" y="35426"/>
                </a:cubicBezTo>
                <a:cubicBezTo>
                  <a:pt x="912351" y="35426"/>
                  <a:pt x="914681" y="35985"/>
                  <a:pt x="916568" y="37102"/>
                </a:cubicBezTo>
                <a:cubicBezTo>
                  <a:pt x="918455" y="38219"/>
                  <a:pt x="919957" y="39663"/>
                  <a:pt x="921073" y="41436"/>
                </a:cubicBezTo>
                <a:cubicBezTo>
                  <a:pt x="922191" y="43207"/>
                  <a:pt x="922981" y="45248"/>
                  <a:pt x="923443" y="47560"/>
                </a:cubicBezTo>
                <a:cubicBezTo>
                  <a:pt x="923905" y="49870"/>
                  <a:pt x="924135" y="52219"/>
                  <a:pt x="924135" y="54607"/>
                </a:cubicBezTo>
                <a:cubicBezTo>
                  <a:pt x="924135" y="56996"/>
                  <a:pt x="923905" y="59326"/>
                  <a:pt x="923443" y="61599"/>
                </a:cubicBezTo>
                <a:cubicBezTo>
                  <a:pt x="922981" y="63871"/>
                  <a:pt x="922191" y="65912"/>
                  <a:pt x="921073" y="67723"/>
                </a:cubicBezTo>
                <a:cubicBezTo>
                  <a:pt x="919957" y="69533"/>
                  <a:pt x="918455" y="70977"/>
                  <a:pt x="916568" y="72056"/>
                </a:cubicBezTo>
                <a:cubicBezTo>
                  <a:pt x="914681" y="73134"/>
                  <a:pt x="912351" y="73673"/>
                  <a:pt x="909578" y="73673"/>
                </a:cubicBezTo>
                <a:cubicBezTo>
                  <a:pt x="906806" y="73673"/>
                  <a:pt x="904495" y="73134"/>
                  <a:pt x="902646" y="72056"/>
                </a:cubicBezTo>
                <a:cubicBezTo>
                  <a:pt x="900798" y="70977"/>
                  <a:pt x="899315" y="69533"/>
                  <a:pt x="898197" y="67723"/>
                </a:cubicBezTo>
                <a:cubicBezTo>
                  <a:pt x="897081" y="65912"/>
                  <a:pt x="896291" y="63871"/>
                  <a:pt x="895830" y="61599"/>
                </a:cubicBezTo>
                <a:cubicBezTo>
                  <a:pt x="895368" y="59326"/>
                  <a:pt x="895137" y="56996"/>
                  <a:pt x="895137" y="54607"/>
                </a:cubicBezTo>
                <a:moveTo>
                  <a:pt x="878732" y="54609"/>
                </a:moveTo>
                <a:cubicBezTo>
                  <a:pt x="878732" y="59392"/>
                  <a:pt x="879463" y="63713"/>
                  <a:pt x="880927" y="67570"/>
                </a:cubicBezTo>
                <a:cubicBezTo>
                  <a:pt x="882390" y="71427"/>
                  <a:pt x="884469" y="74725"/>
                  <a:pt x="887165" y="77464"/>
                </a:cubicBezTo>
                <a:cubicBezTo>
                  <a:pt x="889861" y="80203"/>
                  <a:pt x="893096" y="82305"/>
                  <a:pt x="896870" y="83772"/>
                </a:cubicBezTo>
                <a:cubicBezTo>
                  <a:pt x="900644" y="85237"/>
                  <a:pt x="904881" y="85970"/>
                  <a:pt x="909578" y="85970"/>
                </a:cubicBezTo>
                <a:cubicBezTo>
                  <a:pt x="914277" y="85970"/>
                  <a:pt x="918532" y="85237"/>
                  <a:pt x="922344" y="83772"/>
                </a:cubicBezTo>
                <a:cubicBezTo>
                  <a:pt x="926157" y="82305"/>
                  <a:pt x="929411" y="80203"/>
                  <a:pt x="932107" y="77464"/>
                </a:cubicBezTo>
                <a:cubicBezTo>
                  <a:pt x="934803" y="74725"/>
                  <a:pt x="936883" y="71427"/>
                  <a:pt x="938346" y="67570"/>
                </a:cubicBezTo>
                <a:cubicBezTo>
                  <a:pt x="939809" y="63713"/>
                  <a:pt x="940540" y="59392"/>
                  <a:pt x="940540" y="54609"/>
                </a:cubicBezTo>
                <a:cubicBezTo>
                  <a:pt x="940540" y="49826"/>
                  <a:pt x="939809" y="45487"/>
                  <a:pt x="938346" y="41591"/>
                </a:cubicBezTo>
                <a:cubicBezTo>
                  <a:pt x="936883" y="37694"/>
                  <a:pt x="934803" y="34376"/>
                  <a:pt x="932107" y="31638"/>
                </a:cubicBezTo>
                <a:cubicBezTo>
                  <a:pt x="929411" y="28898"/>
                  <a:pt x="926157" y="26776"/>
                  <a:pt x="922344" y="25272"/>
                </a:cubicBezTo>
                <a:cubicBezTo>
                  <a:pt x="918532" y="23768"/>
                  <a:pt x="914277" y="23016"/>
                  <a:pt x="909578" y="23016"/>
                </a:cubicBezTo>
                <a:cubicBezTo>
                  <a:pt x="904881" y="23016"/>
                  <a:pt x="900644" y="23768"/>
                  <a:pt x="896870" y="25272"/>
                </a:cubicBezTo>
                <a:cubicBezTo>
                  <a:pt x="893096" y="26776"/>
                  <a:pt x="889861" y="28898"/>
                  <a:pt x="887165" y="31638"/>
                </a:cubicBezTo>
                <a:cubicBezTo>
                  <a:pt x="884469" y="34376"/>
                  <a:pt x="882390" y="37694"/>
                  <a:pt x="880927" y="41591"/>
                </a:cubicBezTo>
                <a:cubicBezTo>
                  <a:pt x="879463" y="45487"/>
                  <a:pt x="878732" y="49826"/>
                  <a:pt x="878732" y="54609"/>
                </a:cubicBezTo>
                <a:close/>
                <a:moveTo>
                  <a:pt x="993370" y="54377"/>
                </a:moveTo>
                <a:cubicBezTo>
                  <a:pt x="993370" y="56841"/>
                  <a:pt x="993139" y="59229"/>
                  <a:pt x="992677" y="61541"/>
                </a:cubicBezTo>
                <a:cubicBezTo>
                  <a:pt x="992215" y="63851"/>
                  <a:pt x="991445" y="65912"/>
                  <a:pt x="990366" y="67723"/>
                </a:cubicBezTo>
                <a:cubicBezTo>
                  <a:pt x="989287" y="69533"/>
                  <a:pt x="987843" y="70977"/>
                  <a:pt x="986033" y="72056"/>
                </a:cubicBezTo>
                <a:cubicBezTo>
                  <a:pt x="984223" y="73134"/>
                  <a:pt x="981970" y="73673"/>
                  <a:pt x="979274" y="73673"/>
                </a:cubicBezTo>
                <a:cubicBezTo>
                  <a:pt x="976733" y="73673"/>
                  <a:pt x="974557" y="73114"/>
                  <a:pt x="972746" y="71998"/>
                </a:cubicBezTo>
                <a:cubicBezTo>
                  <a:pt x="970936" y="70880"/>
                  <a:pt x="969434" y="69417"/>
                  <a:pt x="968240" y="67607"/>
                </a:cubicBezTo>
                <a:cubicBezTo>
                  <a:pt x="967047" y="65796"/>
                  <a:pt x="966181" y="63735"/>
                  <a:pt x="965642" y="61424"/>
                </a:cubicBezTo>
                <a:cubicBezTo>
                  <a:pt x="965102" y="59114"/>
                  <a:pt x="964833" y="56803"/>
                  <a:pt x="964833" y="54491"/>
                </a:cubicBezTo>
                <a:cubicBezTo>
                  <a:pt x="964833" y="52027"/>
                  <a:pt x="965083" y="49658"/>
                  <a:pt x="965584" y="47385"/>
                </a:cubicBezTo>
                <a:cubicBezTo>
                  <a:pt x="966084" y="45112"/>
                  <a:pt x="966893" y="43090"/>
                  <a:pt x="968009" y="41319"/>
                </a:cubicBezTo>
                <a:cubicBezTo>
                  <a:pt x="969127" y="39547"/>
                  <a:pt x="970610" y="38122"/>
                  <a:pt x="972457" y="37044"/>
                </a:cubicBezTo>
                <a:cubicBezTo>
                  <a:pt x="974306" y="35965"/>
                  <a:pt x="976578" y="35426"/>
                  <a:pt x="979274" y="35426"/>
                </a:cubicBezTo>
                <a:cubicBezTo>
                  <a:pt x="981970" y="35426"/>
                  <a:pt x="984203" y="35965"/>
                  <a:pt x="985975" y="37044"/>
                </a:cubicBezTo>
                <a:cubicBezTo>
                  <a:pt x="987747" y="38122"/>
                  <a:pt x="989191" y="39528"/>
                  <a:pt x="990308" y="41261"/>
                </a:cubicBezTo>
                <a:cubicBezTo>
                  <a:pt x="991425" y="42994"/>
                  <a:pt x="992215" y="44998"/>
                  <a:pt x="992677" y="47271"/>
                </a:cubicBezTo>
                <a:cubicBezTo>
                  <a:pt x="993139" y="49542"/>
                  <a:pt x="993370" y="51911"/>
                  <a:pt x="993370" y="54377"/>
                </a:cubicBezTo>
                <a:moveTo>
                  <a:pt x="993601" y="76837"/>
                </a:moveTo>
                <a:lnTo>
                  <a:pt x="993601" y="84466"/>
                </a:lnTo>
                <a:lnTo>
                  <a:pt x="1009196" y="84466"/>
                </a:lnTo>
                <a:lnTo>
                  <a:pt x="1009196" y="1918"/>
                </a:lnTo>
                <a:lnTo>
                  <a:pt x="992791" y="1918"/>
                </a:lnTo>
                <a:lnTo>
                  <a:pt x="992791" y="31946"/>
                </a:lnTo>
                <a:lnTo>
                  <a:pt x="992560" y="31946"/>
                </a:lnTo>
                <a:cubicBezTo>
                  <a:pt x="990712" y="29008"/>
                  <a:pt x="988189" y="26785"/>
                  <a:pt x="984993" y="25277"/>
                </a:cubicBezTo>
                <a:cubicBezTo>
                  <a:pt x="981797" y="23770"/>
                  <a:pt x="978428" y="23016"/>
                  <a:pt x="974884" y="23016"/>
                </a:cubicBezTo>
                <a:cubicBezTo>
                  <a:pt x="970494" y="23016"/>
                  <a:pt x="966643" y="23884"/>
                  <a:pt x="963331" y="25619"/>
                </a:cubicBezTo>
                <a:cubicBezTo>
                  <a:pt x="960019" y="27355"/>
                  <a:pt x="957266" y="29650"/>
                  <a:pt x="955070" y="32505"/>
                </a:cubicBezTo>
                <a:cubicBezTo>
                  <a:pt x="952876" y="35360"/>
                  <a:pt x="951220" y="38658"/>
                  <a:pt x="950102" y="42400"/>
                </a:cubicBezTo>
                <a:cubicBezTo>
                  <a:pt x="948986" y="46142"/>
                  <a:pt x="948428" y="50018"/>
                  <a:pt x="948428" y="54029"/>
                </a:cubicBezTo>
                <a:cubicBezTo>
                  <a:pt x="948428" y="58195"/>
                  <a:pt x="948986" y="62208"/>
                  <a:pt x="950102" y="66066"/>
                </a:cubicBezTo>
                <a:cubicBezTo>
                  <a:pt x="951220" y="69923"/>
                  <a:pt x="952876" y="73337"/>
                  <a:pt x="955070" y="76308"/>
                </a:cubicBezTo>
                <a:cubicBezTo>
                  <a:pt x="957266" y="79278"/>
                  <a:pt x="960057" y="81631"/>
                  <a:pt x="963445" y="83366"/>
                </a:cubicBezTo>
                <a:cubicBezTo>
                  <a:pt x="966835" y="85102"/>
                  <a:pt x="970764" y="85970"/>
                  <a:pt x="975232" y="85970"/>
                </a:cubicBezTo>
                <a:cubicBezTo>
                  <a:pt x="979159" y="85970"/>
                  <a:pt x="982683" y="85257"/>
                  <a:pt x="985802" y="83832"/>
                </a:cubicBezTo>
                <a:cubicBezTo>
                  <a:pt x="988922" y="82405"/>
                  <a:pt x="991445" y="80073"/>
                  <a:pt x="993370" y="76837"/>
                </a:cubicBezTo>
                <a:lnTo>
                  <a:pt x="993601" y="76837"/>
                </a:lnTo>
                <a:close/>
                <a:moveTo>
                  <a:pt x="1061562" y="48175"/>
                </a:moveTo>
                <a:lnTo>
                  <a:pt x="1034876" y="48175"/>
                </a:lnTo>
                <a:cubicBezTo>
                  <a:pt x="1034952" y="47016"/>
                  <a:pt x="1035202" y="45703"/>
                  <a:pt x="1035625" y="44235"/>
                </a:cubicBezTo>
                <a:cubicBezTo>
                  <a:pt x="1036050" y="42766"/>
                  <a:pt x="1036782" y="41375"/>
                  <a:pt x="1037822" y="40062"/>
                </a:cubicBezTo>
                <a:cubicBezTo>
                  <a:pt x="1038862" y="38748"/>
                  <a:pt x="1040248" y="37647"/>
                  <a:pt x="1041980" y="36759"/>
                </a:cubicBezTo>
                <a:cubicBezTo>
                  <a:pt x="1043714" y="35870"/>
                  <a:pt x="1045890" y="35426"/>
                  <a:pt x="1048508" y="35426"/>
                </a:cubicBezTo>
                <a:cubicBezTo>
                  <a:pt x="1052513" y="35426"/>
                  <a:pt x="1055498" y="36508"/>
                  <a:pt x="1057462" y="38671"/>
                </a:cubicBezTo>
                <a:cubicBezTo>
                  <a:pt x="1059425" y="40835"/>
                  <a:pt x="1060792" y="44003"/>
                  <a:pt x="1061562" y="48175"/>
                </a:cubicBezTo>
                <a:moveTo>
                  <a:pt x="1034876" y="58554"/>
                </a:moveTo>
                <a:lnTo>
                  <a:pt x="1077969" y="58554"/>
                </a:lnTo>
                <a:cubicBezTo>
                  <a:pt x="1078277" y="53924"/>
                  <a:pt x="1077891" y="49486"/>
                  <a:pt x="1076812" y="45242"/>
                </a:cubicBezTo>
                <a:cubicBezTo>
                  <a:pt x="1075735" y="40997"/>
                  <a:pt x="1073982" y="37215"/>
                  <a:pt x="1071555" y="33898"/>
                </a:cubicBezTo>
                <a:cubicBezTo>
                  <a:pt x="1069130" y="30579"/>
                  <a:pt x="1066030" y="27936"/>
                  <a:pt x="1062255" y="25968"/>
                </a:cubicBezTo>
                <a:cubicBezTo>
                  <a:pt x="1058481" y="24000"/>
                  <a:pt x="1054053" y="23016"/>
                  <a:pt x="1048970" y="23016"/>
                </a:cubicBezTo>
                <a:cubicBezTo>
                  <a:pt x="1044425" y="23016"/>
                  <a:pt x="1040286" y="23826"/>
                  <a:pt x="1036551" y="25447"/>
                </a:cubicBezTo>
                <a:cubicBezTo>
                  <a:pt x="1032816" y="27066"/>
                  <a:pt x="1029600" y="29284"/>
                  <a:pt x="1026905" y="32100"/>
                </a:cubicBezTo>
                <a:cubicBezTo>
                  <a:pt x="1024209" y="34915"/>
                  <a:pt x="1022129" y="38252"/>
                  <a:pt x="1020666" y="42111"/>
                </a:cubicBezTo>
                <a:cubicBezTo>
                  <a:pt x="1019203" y="45968"/>
                  <a:pt x="1018471" y="50134"/>
                  <a:pt x="1018471" y="54609"/>
                </a:cubicBezTo>
                <a:cubicBezTo>
                  <a:pt x="1018471" y="59237"/>
                  <a:pt x="1019183" y="63480"/>
                  <a:pt x="1020608" y="67339"/>
                </a:cubicBezTo>
                <a:cubicBezTo>
                  <a:pt x="1022033" y="71196"/>
                  <a:pt x="1024055" y="74513"/>
                  <a:pt x="1026674" y="77292"/>
                </a:cubicBezTo>
                <a:cubicBezTo>
                  <a:pt x="1029292" y="80069"/>
                  <a:pt x="1032488" y="82209"/>
                  <a:pt x="1036262" y="83714"/>
                </a:cubicBezTo>
                <a:cubicBezTo>
                  <a:pt x="1040035" y="85218"/>
                  <a:pt x="1044271" y="85970"/>
                  <a:pt x="1048970" y="85970"/>
                </a:cubicBezTo>
                <a:cubicBezTo>
                  <a:pt x="1055747" y="85970"/>
                  <a:pt x="1061524" y="84431"/>
                  <a:pt x="1066299" y="81353"/>
                </a:cubicBezTo>
                <a:cubicBezTo>
                  <a:pt x="1071075" y="78275"/>
                  <a:pt x="1074618" y="73158"/>
                  <a:pt x="1076929" y="66001"/>
                </a:cubicBezTo>
                <a:lnTo>
                  <a:pt x="1062487" y="66001"/>
                </a:lnTo>
                <a:cubicBezTo>
                  <a:pt x="1061948" y="67833"/>
                  <a:pt x="1060484" y="69570"/>
                  <a:pt x="1058096" y="71212"/>
                </a:cubicBezTo>
                <a:cubicBezTo>
                  <a:pt x="1055709" y="72852"/>
                  <a:pt x="1052860" y="73673"/>
                  <a:pt x="1049548" y="73673"/>
                </a:cubicBezTo>
                <a:cubicBezTo>
                  <a:pt x="1044927" y="73673"/>
                  <a:pt x="1041384" y="72480"/>
                  <a:pt x="1038918" y="70096"/>
                </a:cubicBezTo>
                <a:cubicBezTo>
                  <a:pt x="1036454" y="67710"/>
                  <a:pt x="1035106" y="63863"/>
                  <a:pt x="1034876" y="58554"/>
                </a:cubicBezTo>
                <a:close/>
                <a:moveTo>
                  <a:pt x="1140085" y="24708"/>
                </a:moveTo>
                <a:lnTo>
                  <a:pt x="1140085" y="6769"/>
                </a:lnTo>
                <a:lnTo>
                  <a:pt x="1123680" y="6769"/>
                </a:lnTo>
                <a:lnTo>
                  <a:pt x="1123680" y="24708"/>
                </a:lnTo>
                <a:lnTo>
                  <a:pt x="1113745" y="24708"/>
                </a:lnTo>
                <a:lnTo>
                  <a:pt x="1113745" y="35652"/>
                </a:lnTo>
                <a:lnTo>
                  <a:pt x="1123680" y="35652"/>
                </a:lnTo>
                <a:lnTo>
                  <a:pt x="1123680" y="70868"/>
                </a:lnTo>
                <a:cubicBezTo>
                  <a:pt x="1123680" y="73871"/>
                  <a:pt x="1124181" y="76296"/>
                  <a:pt x="1125182" y="78143"/>
                </a:cubicBezTo>
                <a:cubicBezTo>
                  <a:pt x="1126184" y="79991"/>
                  <a:pt x="1127550" y="81415"/>
                  <a:pt x="1129283" y="82416"/>
                </a:cubicBezTo>
                <a:cubicBezTo>
                  <a:pt x="1131016" y="83416"/>
                  <a:pt x="1133019" y="84089"/>
                  <a:pt x="1135290" y="84435"/>
                </a:cubicBezTo>
                <a:cubicBezTo>
                  <a:pt x="1137563" y="84781"/>
                  <a:pt x="1139971" y="84955"/>
                  <a:pt x="1142513" y="84955"/>
                </a:cubicBezTo>
                <a:cubicBezTo>
                  <a:pt x="1144130" y="84955"/>
                  <a:pt x="1145786" y="84917"/>
                  <a:pt x="1147480" y="84842"/>
                </a:cubicBezTo>
                <a:cubicBezTo>
                  <a:pt x="1149175" y="84767"/>
                  <a:pt x="1150715" y="84616"/>
                  <a:pt x="1152101" y="84391"/>
                </a:cubicBezTo>
                <a:lnTo>
                  <a:pt x="1152101" y="71631"/>
                </a:lnTo>
                <a:cubicBezTo>
                  <a:pt x="1151331" y="71785"/>
                  <a:pt x="1150522" y="71901"/>
                  <a:pt x="1149675" y="71978"/>
                </a:cubicBezTo>
                <a:cubicBezTo>
                  <a:pt x="1148828" y="72055"/>
                  <a:pt x="1147942" y="72093"/>
                  <a:pt x="1147019" y="72093"/>
                </a:cubicBezTo>
                <a:cubicBezTo>
                  <a:pt x="1144245" y="72093"/>
                  <a:pt x="1142396" y="71632"/>
                  <a:pt x="1141471" y="70709"/>
                </a:cubicBezTo>
                <a:cubicBezTo>
                  <a:pt x="1140547" y="69787"/>
                  <a:pt x="1140085" y="67942"/>
                  <a:pt x="1140085" y="65174"/>
                </a:cubicBezTo>
                <a:lnTo>
                  <a:pt x="1140085" y="35652"/>
                </a:lnTo>
                <a:lnTo>
                  <a:pt x="1152101" y="35652"/>
                </a:lnTo>
                <a:lnTo>
                  <a:pt x="1152101" y="24708"/>
                </a:lnTo>
                <a:lnTo>
                  <a:pt x="1140085" y="24708"/>
                </a:lnTo>
                <a:close/>
                <a:moveTo>
                  <a:pt x="1174397" y="54607"/>
                </a:moveTo>
                <a:cubicBezTo>
                  <a:pt x="1174397" y="52219"/>
                  <a:pt x="1174628" y="49870"/>
                  <a:pt x="1175090" y="47560"/>
                </a:cubicBezTo>
                <a:cubicBezTo>
                  <a:pt x="1175552" y="45248"/>
                  <a:pt x="1176341" y="43207"/>
                  <a:pt x="1177457" y="41436"/>
                </a:cubicBezTo>
                <a:cubicBezTo>
                  <a:pt x="1178575" y="39663"/>
                  <a:pt x="1180058" y="38219"/>
                  <a:pt x="1181907" y="37102"/>
                </a:cubicBezTo>
                <a:cubicBezTo>
                  <a:pt x="1183755" y="35985"/>
                  <a:pt x="1186066" y="35426"/>
                  <a:pt x="1188838" y="35426"/>
                </a:cubicBezTo>
                <a:cubicBezTo>
                  <a:pt x="1191612" y="35426"/>
                  <a:pt x="1193942" y="35985"/>
                  <a:pt x="1195828" y="37102"/>
                </a:cubicBezTo>
                <a:cubicBezTo>
                  <a:pt x="1197715" y="38219"/>
                  <a:pt x="1199217" y="39663"/>
                  <a:pt x="1200334" y="41436"/>
                </a:cubicBezTo>
                <a:cubicBezTo>
                  <a:pt x="1201451" y="43207"/>
                  <a:pt x="1202241" y="45248"/>
                  <a:pt x="1202703" y="47560"/>
                </a:cubicBezTo>
                <a:cubicBezTo>
                  <a:pt x="1203165" y="49870"/>
                  <a:pt x="1203396" y="52219"/>
                  <a:pt x="1203396" y="54607"/>
                </a:cubicBezTo>
                <a:cubicBezTo>
                  <a:pt x="1203396" y="56996"/>
                  <a:pt x="1203165" y="59326"/>
                  <a:pt x="1202703" y="61599"/>
                </a:cubicBezTo>
                <a:cubicBezTo>
                  <a:pt x="1202241" y="63871"/>
                  <a:pt x="1201451" y="65912"/>
                  <a:pt x="1200334" y="67723"/>
                </a:cubicBezTo>
                <a:cubicBezTo>
                  <a:pt x="1199217" y="69533"/>
                  <a:pt x="1197715" y="70977"/>
                  <a:pt x="1195828" y="72056"/>
                </a:cubicBezTo>
                <a:cubicBezTo>
                  <a:pt x="1193942" y="73134"/>
                  <a:pt x="1191612" y="73673"/>
                  <a:pt x="1188838" y="73673"/>
                </a:cubicBezTo>
                <a:cubicBezTo>
                  <a:pt x="1186066" y="73673"/>
                  <a:pt x="1183755" y="73134"/>
                  <a:pt x="1181907" y="72056"/>
                </a:cubicBezTo>
                <a:cubicBezTo>
                  <a:pt x="1180058" y="70977"/>
                  <a:pt x="1178575" y="69533"/>
                  <a:pt x="1177457" y="67723"/>
                </a:cubicBezTo>
                <a:cubicBezTo>
                  <a:pt x="1176341" y="65912"/>
                  <a:pt x="1175552" y="63871"/>
                  <a:pt x="1175090" y="61599"/>
                </a:cubicBezTo>
                <a:cubicBezTo>
                  <a:pt x="1174628" y="59326"/>
                  <a:pt x="1174397" y="56996"/>
                  <a:pt x="1174397" y="54607"/>
                </a:cubicBezTo>
                <a:moveTo>
                  <a:pt x="1157992" y="54609"/>
                </a:moveTo>
                <a:cubicBezTo>
                  <a:pt x="1157992" y="59392"/>
                  <a:pt x="1158724" y="63713"/>
                  <a:pt x="1160187" y="67570"/>
                </a:cubicBezTo>
                <a:cubicBezTo>
                  <a:pt x="1161650" y="71427"/>
                  <a:pt x="1163730" y="74725"/>
                  <a:pt x="1166426" y="77464"/>
                </a:cubicBezTo>
                <a:cubicBezTo>
                  <a:pt x="1169122" y="80203"/>
                  <a:pt x="1172356" y="82305"/>
                  <a:pt x="1176130" y="83772"/>
                </a:cubicBezTo>
                <a:cubicBezTo>
                  <a:pt x="1179905" y="85237"/>
                  <a:pt x="1184141" y="85970"/>
                  <a:pt x="1188838" y="85970"/>
                </a:cubicBezTo>
                <a:cubicBezTo>
                  <a:pt x="1193537" y="85970"/>
                  <a:pt x="1197792" y="85237"/>
                  <a:pt x="1201605" y="83772"/>
                </a:cubicBezTo>
                <a:cubicBezTo>
                  <a:pt x="1205417" y="82305"/>
                  <a:pt x="1208671" y="80203"/>
                  <a:pt x="1211367" y="77464"/>
                </a:cubicBezTo>
                <a:cubicBezTo>
                  <a:pt x="1214063" y="74725"/>
                  <a:pt x="1216143" y="71427"/>
                  <a:pt x="1217606" y="67570"/>
                </a:cubicBezTo>
                <a:cubicBezTo>
                  <a:pt x="1219069" y="63713"/>
                  <a:pt x="1219801" y="59392"/>
                  <a:pt x="1219801" y="54609"/>
                </a:cubicBezTo>
                <a:cubicBezTo>
                  <a:pt x="1219801" y="49826"/>
                  <a:pt x="1219069" y="45487"/>
                  <a:pt x="1217606" y="41591"/>
                </a:cubicBezTo>
                <a:cubicBezTo>
                  <a:pt x="1216143" y="37694"/>
                  <a:pt x="1214063" y="34376"/>
                  <a:pt x="1211367" y="31638"/>
                </a:cubicBezTo>
                <a:cubicBezTo>
                  <a:pt x="1208671" y="28898"/>
                  <a:pt x="1205417" y="26776"/>
                  <a:pt x="1201605" y="25272"/>
                </a:cubicBezTo>
                <a:cubicBezTo>
                  <a:pt x="1197792" y="23768"/>
                  <a:pt x="1193537" y="23016"/>
                  <a:pt x="1188838" y="23016"/>
                </a:cubicBezTo>
                <a:cubicBezTo>
                  <a:pt x="1184141" y="23016"/>
                  <a:pt x="1179905" y="23768"/>
                  <a:pt x="1176130" y="25272"/>
                </a:cubicBezTo>
                <a:cubicBezTo>
                  <a:pt x="1172356" y="26776"/>
                  <a:pt x="1169122" y="28898"/>
                  <a:pt x="1166426" y="31638"/>
                </a:cubicBezTo>
                <a:cubicBezTo>
                  <a:pt x="1163730" y="34376"/>
                  <a:pt x="1161650" y="37694"/>
                  <a:pt x="1160187" y="41591"/>
                </a:cubicBezTo>
                <a:cubicBezTo>
                  <a:pt x="1158724" y="45487"/>
                  <a:pt x="1157992" y="49826"/>
                  <a:pt x="1157992" y="546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codethatusestheMLXframework&quot;">
            <a:extLst xmlns:a="http://schemas.openxmlformats.org/drawingml/2006/main">
              <a:ext uri="{FF2B5EF4-FFF2-40B4-BE49-F238E27FC236}">
                <a16:creationId xmlns:a16="http://schemas.microsoft.com/office/drawing/2014/main" id="{444CAC4A-C8D0-47BD-A73F-790044F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791" y="5141606"/>
            <a:ext cx="1960436" cy="84052"/>
          </a:xfrm>
          <a:custGeom xmlns:a="http://schemas.openxmlformats.org/drawingml/2006/main">
            <a:pathLst>
              <a:path w="1960436" h="84052">
                <a:moveTo>
                  <a:pt x="42516" y="43775"/>
                </a:moveTo>
                <a:lnTo>
                  <a:pt x="58574" y="43775"/>
                </a:lnTo>
                <a:cubicBezTo>
                  <a:pt x="58344" y="39918"/>
                  <a:pt x="57419" y="36582"/>
                  <a:pt x="55801" y="33767"/>
                </a:cubicBezTo>
                <a:cubicBezTo>
                  <a:pt x="54184" y="30951"/>
                  <a:pt x="52085" y="28599"/>
                  <a:pt x="49504" y="26709"/>
                </a:cubicBezTo>
                <a:cubicBezTo>
                  <a:pt x="46924" y="24819"/>
                  <a:pt x="43998" y="23412"/>
                  <a:pt x="40725" y="22487"/>
                </a:cubicBezTo>
                <a:cubicBezTo>
                  <a:pt x="37452" y="21561"/>
                  <a:pt x="34044" y="21098"/>
                  <a:pt x="30501" y="21098"/>
                </a:cubicBezTo>
                <a:cubicBezTo>
                  <a:pt x="25648" y="21098"/>
                  <a:pt x="21334" y="21908"/>
                  <a:pt x="17560" y="23529"/>
                </a:cubicBezTo>
                <a:cubicBezTo>
                  <a:pt x="13786" y="25148"/>
                  <a:pt x="10590" y="27405"/>
                  <a:pt x="7972" y="30298"/>
                </a:cubicBezTo>
                <a:cubicBezTo>
                  <a:pt x="5353" y="33191"/>
                  <a:pt x="3370" y="36625"/>
                  <a:pt x="2022" y="40598"/>
                </a:cubicBezTo>
                <a:cubicBezTo>
                  <a:pt x="674" y="44570"/>
                  <a:pt x="0" y="48871"/>
                  <a:pt x="0" y="53500"/>
                </a:cubicBezTo>
                <a:cubicBezTo>
                  <a:pt x="0" y="57976"/>
                  <a:pt x="732" y="62084"/>
                  <a:pt x="2195" y="65826"/>
                </a:cubicBezTo>
                <a:cubicBezTo>
                  <a:pt x="3658" y="69567"/>
                  <a:pt x="5699" y="72788"/>
                  <a:pt x="8317" y="75488"/>
                </a:cubicBezTo>
                <a:cubicBezTo>
                  <a:pt x="10937" y="78189"/>
                  <a:pt x="14114" y="80291"/>
                  <a:pt x="17849" y="81796"/>
                </a:cubicBezTo>
                <a:cubicBezTo>
                  <a:pt x="21585" y="83300"/>
                  <a:pt x="25686" y="84052"/>
                  <a:pt x="30153" y="84052"/>
                </a:cubicBezTo>
                <a:cubicBezTo>
                  <a:pt x="38086" y="84052"/>
                  <a:pt x="44594" y="81964"/>
                  <a:pt x="49677" y="77789"/>
                </a:cubicBezTo>
                <a:cubicBezTo>
                  <a:pt x="54761" y="73612"/>
                  <a:pt x="57842" y="67557"/>
                  <a:pt x="58921" y="59625"/>
                </a:cubicBezTo>
                <a:lnTo>
                  <a:pt x="43093" y="59625"/>
                </a:lnTo>
                <a:cubicBezTo>
                  <a:pt x="42554" y="63322"/>
                  <a:pt x="41226" y="66268"/>
                  <a:pt x="39107" y="68463"/>
                </a:cubicBezTo>
                <a:cubicBezTo>
                  <a:pt x="36989" y="70658"/>
                  <a:pt x="33966" y="71755"/>
                  <a:pt x="30039" y="71755"/>
                </a:cubicBezTo>
                <a:cubicBezTo>
                  <a:pt x="27497" y="71755"/>
                  <a:pt x="25340" y="71177"/>
                  <a:pt x="23567" y="70022"/>
                </a:cubicBezTo>
                <a:cubicBezTo>
                  <a:pt x="21796" y="68866"/>
                  <a:pt x="20391" y="67384"/>
                  <a:pt x="19351" y="65574"/>
                </a:cubicBezTo>
                <a:cubicBezTo>
                  <a:pt x="18312" y="63763"/>
                  <a:pt x="17561" y="61741"/>
                  <a:pt x="17098" y="59506"/>
                </a:cubicBezTo>
                <a:cubicBezTo>
                  <a:pt x="16636" y="57272"/>
                  <a:pt x="16405" y="55077"/>
                  <a:pt x="16405" y="52920"/>
                </a:cubicBezTo>
                <a:cubicBezTo>
                  <a:pt x="16405" y="50686"/>
                  <a:pt x="16636" y="48433"/>
                  <a:pt x="17098" y="46162"/>
                </a:cubicBezTo>
                <a:cubicBezTo>
                  <a:pt x="17561" y="43889"/>
                  <a:pt x="18351" y="41809"/>
                  <a:pt x="19467" y="39921"/>
                </a:cubicBezTo>
                <a:cubicBezTo>
                  <a:pt x="20583" y="38034"/>
                  <a:pt x="22027" y="36493"/>
                  <a:pt x="23798" y="35299"/>
                </a:cubicBezTo>
                <a:cubicBezTo>
                  <a:pt x="25571" y="34105"/>
                  <a:pt x="27766" y="33508"/>
                  <a:pt x="30384" y="33508"/>
                </a:cubicBezTo>
                <a:cubicBezTo>
                  <a:pt x="37393" y="33508"/>
                  <a:pt x="41437" y="36930"/>
                  <a:pt x="42516" y="43775"/>
                </a:cubicBezTo>
                <a:close/>
                <a:moveTo>
                  <a:pt x="82203" y="52690"/>
                </a:moveTo>
                <a:cubicBezTo>
                  <a:pt x="82203" y="50301"/>
                  <a:pt x="82434" y="47952"/>
                  <a:pt x="82896" y="45642"/>
                </a:cubicBezTo>
                <a:cubicBezTo>
                  <a:pt x="83358" y="43330"/>
                  <a:pt x="84147" y="41289"/>
                  <a:pt x="85264" y="39518"/>
                </a:cubicBezTo>
                <a:cubicBezTo>
                  <a:pt x="86381" y="37745"/>
                  <a:pt x="87865" y="36301"/>
                  <a:pt x="89713" y="35185"/>
                </a:cubicBezTo>
                <a:cubicBezTo>
                  <a:pt x="91562" y="34067"/>
                  <a:pt x="93872" y="33508"/>
                  <a:pt x="96645" y="33508"/>
                </a:cubicBezTo>
                <a:cubicBezTo>
                  <a:pt x="99418" y="33508"/>
                  <a:pt x="101748" y="34067"/>
                  <a:pt x="103634" y="35185"/>
                </a:cubicBezTo>
                <a:cubicBezTo>
                  <a:pt x="105522" y="36301"/>
                  <a:pt x="107024" y="37745"/>
                  <a:pt x="108140" y="39518"/>
                </a:cubicBezTo>
                <a:cubicBezTo>
                  <a:pt x="109258" y="41289"/>
                  <a:pt x="110048" y="43330"/>
                  <a:pt x="110509" y="45642"/>
                </a:cubicBezTo>
                <a:cubicBezTo>
                  <a:pt x="110971" y="47952"/>
                  <a:pt x="111202" y="50301"/>
                  <a:pt x="111202" y="52690"/>
                </a:cubicBezTo>
                <a:cubicBezTo>
                  <a:pt x="111202" y="55078"/>
                  <a:pt x="110971" y="57408"/>
                  <a:pt x="110509" y="59681"/>
                </a:cubicBezTo>
                <a:cubicBezTo>
                  <a:pt x="110048" y="61953"/>
                  <a:pt x="109258" y="63994"/>
                  <a:pt x="108140" y="65805"/>
                </a:cubicBezTo>
                <a:cubicBezTo>
                  <a:pt x="107024" y="67615"/>
                  <a:pt x="105522" y="69059"/>
                  <a:pt x="103634" y="70138"/>
                </a:cubicBezTo>
                <a:cubicBezTo>
                  <a:pt x="101748" y="71216"/>
                  <a:pt x="99418" y="71755"/>
                  <a:pt x="96645" y="71755"/>
                </a:cubicBezTo>
                <a:cubicBezTo>
                  <a:pt x="93872" y="71755"/>
                  <a:pt x="91562" y="71216"/>
                  <a:pt x="89713" y="70138"/>
                </a:cubicBezTo>
                <a:cubicBezTo>
                  <a:pt x="87865" y="69059"/>
                  <a:pt x="86381" y="67615"/>
                  <a:pt x="85264" y="65805"/>
                </a:cubicBezTo>
                <a:cubicBezTo>
                  <a:pt x="84147" y="63994"/>
                  <a:pt x="83358" y="61953"/>
                  <a:pt x="82896" y="59681"/>
                </a:cubicBezTo>
                <a:cubicBezTo>
                  <a:pt x="82434" y="57408"/>
                  <a:pt x="82203" y="55078"/>
                  <a:pt x="82203" y="52690"/>
                </a:cubicBezTo>
                <a:moveTo>
                  <a:pt x="65799" y="52691"/>
                </a:moveTo>
                <a:cubicBezTo>
                  <a:pt x="65799" y="57474"/>
                  <a:pt x="66530" y="61795"/>
                  <a:pt x="67993" y="65652"/>
                </a:cubicBezTo>
                <a:cubicBezTo>
                  <a:pt x="69456" y="69509"/>
                  <a:pt x="71536" y="72807"/>
                  <a:pt x="74232" y="75546"/>
                </a:cubicBezTo>
                <a:cubicBezTo>
                  <a:pt x="76928" y="78285"/>
                  <a:pt x="80163" y="80387"/>
                  <a:pt x="83936" y="81854"/>
                </a:cubicBezTo>
                <a:cubicBezTo>
                  <a:pt x="87711" y="83319"/>
                  <a:pt x="91947" y="84052"/>
                  <a:pt x="96645" y="84052"/>
                </a:cubicBezTo>
                <a:cubicBezTo>
                  <a:pt x="101343" y="84052"/>
                  <a:pt x="105599" y="83319"/>
                  <a:pt x="109411" y="81854"/>
                </a:cubicBezTo>
                <a:cubicBezTo>
                  <a:pt x="113224" y="80387"/>
                  <a:pt x="116478" y="78285"/>
                  <a:pt x="119174" y="75546"/>
                </a:cubicBezTo>
                <a:cubicBezTo>
                  <a:pt x="121870" y="72807"/>
                  <a:pt x="123949" y="69509"/>
                  <a:pt x="125412" y="65652"/>
                </a:cubicBezTo>
                <a:cubicBezTo>
                  <a:pt x="126876" y="61795"/>
                  <a:pt x="127607" y="57474"/>
                  <a:pt x="127607" y="52691"/>
                </a:cubicBezTo>
                <a:cubicBezTo>
                  <a:pt x="127607" y="47908"/>
                  <a:pt x="126876" y="43569"/>
                  <a:pt x="125412" y="39673"/>
                </a:cubicBezTo>
                <a:cubicBezTo>
                  <a:pt x="123949" y="35776"/>
                  <a:pt x="121870" y="32458"/>
                  <a:pt x="119174" y="29720"/>
                </a:cubicBezTo>
                <a:cubicBezTo>
                  <a:pt x="116478" y="26980"/>
                  <a:pt x="113224" y="24858"/>
                  <a:pt x="109411" y="23354"/>
                </a:cubicBezTo>
                <a:cubicBezTo>
                  <a:pt x="105599" y="21850"/>
                  <a:pt x="101343" y="21098"/>
                  <a:pt x="96645" y="21098"/>
                </a:cubicBezTo>
                <a:cubicBezTo>
                  <a:pt x="91947" y="21098"/>
                  <a:pt x="87711" y="21850"/>
                  <a:pt x="83936" y="23354"/>
                </a:cubicBezTo>
                <a:cubicBezTo>
                  <a:pt x="80163" y="24858"/>
                  <a:pt x="76928" y="26980"/>
                  <a:pt x="74232" y="29720"/>
                </a:cubicBezTo>
                <a:cubicBezTo>
                  <a:pt x="71536" y="32458"/>
                  <a:pt x="69456" y="35776"/>
                  <a:pt x="67993" y="39673"/>
                </a:cubicBezTo>
                <a:cubicBezTo>
                  <a:pt x="66530" y="43569"/>
                  <a:pt x="65799" y="47908"/>
                  <a:pt x="65799" y="52691"/>
                </a:cubicBezTo>
                <a:close/>
                <a:moveTo>
                  <a:pt x="180437" y="52459"/>
                </a:moveTo>
                <a:cubicBezTo>
                  <a:pt x="180437" y="54923"/>
                  <a:pt x="180206" y="57311"/>
                  <a:pt x="179744" y="59623"/>
                </a:cubicBezTo>
                <a:cubicBezTo>
                  <a:pt x="179282" y="61933"/>
                  <a:pt x="178512" y="63994"/>
                  <a:pt x="177433" y="65805"/>
                </a:cubicBezTo>
                <a:cubicBezTo>
                  <a:pt x="176354" y="67615"/>
                  <a:pt x="174910" y="69059"/>
                  <a:pt x="173100" y="70138"/>
                </a:cubicBezTo>
                <a:cubicBezTo>
                  <a:pt x="171290" y="71216"/>
                  <a:pt x="169037" y="71755"/>
                  <a:pt x="166341" y="71755"/>
                </a:cubicBezTo>
                <a:cubicBezTo>
                  <a:pt x="163800" y="71755"/>
                  <a:pt x="161624" y="71196"/>
                  <a:pt x="159813" y="70080"/>
                </a:cubicBezTo>
                <a:cubicBezTo>
                  <a:pt x="158003" y="68962"/>
                  <a:pt x="156501" y="67499"/>
                  <a:pt x="155307" y="65689"/>
                </a:cubicBezTo>
                <a:cubicBezTo>
                  <a:pt x="154114" y="63878"/>
                  <a:pt x="153248" y="61817"/>
                  <a:pt x="152709" y="59506"/>
                </a:cubicBezTo>
                <a:cubicBezTo>
                  <a:pt x="152169" y="57196"/>
                  <a:pt x="151900" y="54885"/>
                  <a:pt x="151900" y="52573"/>
                </a:cubicBezTo>
                <a:cubicBezTo>
                  <a:pt x="151900" y="50109"/>
                  <a:pt x="152150" y="47740"/>
                  <a:pt x="152651" y="45467"/>
                </a:cubicBezTo>
                <a:cubicBezTo>
                  <a:pt x="153151" y="43194"/>
                  <a:pt x="153960" y="41172"/>
                  <a:pt x="155076" y="39401"/>
                </a:cubicBezTo>
                <a:cubicBezTo>
                  <a:pt x="156194" y="37629"/>
                  <a:pt x="157677" y="36204"/>
                  <a:pt x="159524" y="35126"/>
                </a:cubicBezTo>
                <a:cubicBezTo>
                  <a:pt x="161373" y="34047"/>
                  <a:pt x="163645" y="33508"/>
                  <a:pt x="166341" y="33508"/>
                </a:cubicBezTo>
                <a:cubicBezTo>
                  <a:pt x="169037" y="33508"/>
                  <a:pt x="171270" y="34047"/>
                  <a:pt x="173042" y="35126"/>
                </a:cubicBezTo>
                <a:cubicBezTo>
                  <a:pt x="174814" y="36204"/>
                  <a:pt x="176258" y="37610"/>
                  <a:pt x="177375" y="39343"/>
                </a:cubicBezTo>
                <a:cubicBezTo>
                  <a:pt x="178492" y="41077"/>
                  <a:pt x="179282" y="43080"/>
                  <a:pt x="179744" y="45353"/>
                </a:cubicBezTo>
                <a:cubicBezTo>
                  <a:pt x="180206" y="47624"/>
                  <a:pt x="180437" y="49993"/>
                  <a:pt x="180437" y="52459"/>
                </a:cubicBezTo>
                <a:moveTo>
                  <a:pt x="180668" y="74919"/>
                </a:moveTo>
                <a:lnTo>
                  <a:pt x="180668" y="82548"/>
                </a:lnTo>
                <a:lnTo>
                  <a:pt x="196263" y="82548"/>
                </a:lnTo>
                <a:lnTo>
                  <a:pt x="196263" y="0"/>
                </a:lnTo>
                <a:lnTo>
                  <a:pt x="179858" y="0"/>
                </a:lnTo>
                <a:lnTo>
                  <a:pt x="179858" y="30028"/>
                </a:lnTo>
                <a:lnTo>
                  <a:pt x="179627" y="30028"/>
                </a:lnTo>
                <a:cubicBezTo>
                  <a:pt x="177779" y="27090"/>
                  <a:pt x="175256" y="24867"/>
                  <a:pt x="172060" y="23359"/>
                </a:cubicBezTo>
                <a:cubicBezTo>
                  <a:pt x="168864" y="21852"/>
                  <a:pt x="165495" y="21098"/>
                  <a:pt x="161951" y="21098"/>
                </a:cubicBezTo>
                <a:cubicBezTo>
                  <a:pt x="157561" y="21098"/>
                  <a:pt x="153710" y="21966"/>
                  <a:pt x="150398" y="23701"/>
                </a:cubicBezTo>
                <a:cubicBezTo>
                  <a:pt x="147086" y="25437"/>
                  <a:pt x="144332" y="27732"/>
                  <a:pt x="142137" y="30587"/>
                </a:cubicBezTo>
                <a:cubicBezTo>
                  <a:pt x="139943" y="33442"/>
                  <a:pt x="138287" y="36740"/>
                  <a:pt x="137169" y="40482"/>
                </a:cubicBezTo>
                <a:cubicBezTo>
                  <a:pt x="136053" y="44224"/>
                  <a:pt x="135495" y="48100"/>
                  <a:pt x="135495" y="52111"/>
                </a:cubicBezTo>
                <a:cubicBezTo>
                  <a:pt x="135495" y="56277"/>
                  <a:pt x="136053" y="60290"/>
                  <a:pt x="137169" y="64148"/>
                </a:cubicBezTo>
                <a:cubicBezTo>
                  <a:pt x="138287" y="68005"/>
                  <a:pt x="139943" y="71419"/>
                  <a:pt x="142137" y="74390"/>
                </a:cubicBezTo>
                <a:cubicBezTo>
                  <a:pt x="144332" y="77360"/>
                  <a:pt x="147124" y="79713"/>
                  <a:pt x="150512" y="81448"/>
                </a:cubicBezTo>
                <a:cubicBezTo>
                  <a:pt x="153902" y="83184"/>
                  <a:pt x="157831" y="84052"/>
                  <a:pt x="162299" y="84052"/>
                </a:cubicBezTo>
                <a:cubicBezTo>
                  <a:pt x="166226" y="84052"/>
                  <a:pt x="169750" y="83339"/>
                  <a:pt x="172869" y="81914"/>
                </a:cubicBezTo>
                <a:cubicBezTo>
                  <a:pt x="175989" y="80487"/>
                  <a:pt x="178512" y="78155"/>
                  <a:pt x="180437" y="74919"/>
                </a:cubicBezTo>
                <a:lnTo>
                  <a:pt x="180668" y="74919"/>
                </a:lnTo>
                <a:close/>
                <a:moveTo>
                  <a:pt x="248629" y="46257"/>
                </a:moveTo>
                <a:lnTo>
                  <a:pt x="221943" y="46257"/>
                </a:lnTo>
                <a:cubicBezTo>
                  <a:pt x="222019" y="45098"/>
                  <a:pt x="222269" y="43785"/>
                  <a:pt x="222692" y="42317"/>
                </a:cubicBezTo>
                <a:cubicBezTo>
                  <a:pt x="223117" y="40848"/>
                  <a:pt x="223849" y="39457"/>
                  <a:pt x="224889" y="38144"/>
                </a:cubicBezTo>
                <a:cubicBezTo>
                  <a:pt x="225929" y="36830"/>
                  <a:pt x="227315" y="35729"/>
                  <a:pt x="229047" y="34841"/>
                </a:cubicBezTo>
                <a:cubicBezTo>
                  <a:pt x="230781" y="33952"/>
                  <a:pt x="232957" y="33508"/>
                  <a:pt x="235575" y="33508"/>
                </a:cubicBezTo>
                <a:cubicBezTo>
                  <a:pt x="239580" y="33508"/>
                  <a:pt x="242565" y="34590"/>
                  <a:pt x="244529" y="36753"/>
                </a:cubicBezTo>
                <a:cubicBezTo>
                  <a:pt x="246492" y="38917"/>
                  <a:pt x="247859" y="42085"/>
                  <a:pt x="248629" y="46257"/>
                </a:cubicBezTo>
                <a:moveTo>
                  <a:pt x="221943" y="56637"/>
                </a:moveTo>
                <a:lnTo>
                  <a:pt x="265036" y="56637"/>
                </a:lnTo>
                <a:cubicBezTo>
                  <a:pt x="265344" y="52006"/>
                  <a:pt x="264958" y="47568"/>
                  <a:pt x="263879" y="43324"/>
                </a:cubicBezTo>
                <a:cubicBezTo>
                  <a:pt x="262802" y="39079"/>
                  <a:pt x="261049" y="35297"/>
                  <a:pt x="258622" y="31980"/>
                </a:cubicBezTo>
                <a:cubicBezTo>
                  <a:pt x="256197" y="28661"/>
                  <a:pt x="253097" y="26018"/>
                  <a:pt x="249322" y="24050"/>
                </a:cubicBezTo>
                <a:cubicBezTo>
                  <a:pt x="245548" y="22082"/>
                  <a:pt x="241120" y="21098"/>
                  <a:pt x="236037" y="21098"/>
                </a:cubicBezTo>
                <a:cubicBezTo>
                  <a:pt x="231492" y="21098"/>
                  <a:pt x="227353" y="21908"/>
                  <a:pt x="223618" y="23529"/>
                </a:cubicBezTo>
                <a:cubicBezTo>
                  <a:pt x="219883" y="25148"/>
                  <a:pt x="216667" y="27366"/>
                  <a:pt x="213972" y="30182"/>
                </a:cubicBezTo>
                <a:cubicBezTo>
                  <a:pt x="211276" y="32997"/>
                  <a:pt x="209196" y="36334"/>
                  <a:pt x="207733" y="40193"/>
                </a:cubicBezTo>
                <a:cubicBezTo>
                  <a:pt x="206270" y="44050"/>
                  <a:pt x="205538" y="48216"/>
                  <a:pt x="205538" y="52691"/>
                </a:cubicBezTo>
                <a:cubicBezTo>
                  <a:pt x="205538" y="57319"/>
                  <a:pt x="206250" y="61562"/>
                  <a:pt x="207675" y="65421"/>
                </a:cubicBezTo>
                <a:cubicBezTo>
                  <a:pt x="209100" y="69278"/>
                  <a:pt x="211122" y="72595"/>
                  <a:pt x="213741" y="75374"/>
                </a:cubicBezTo>
                <a:cubicBezTo>
                  <a:pt x="216359" y="78151"/>
                  <a:pt x="219555" y="80291"/>
                  <a:pt x="223329" y="81796"/>
                </a:cubicBezTo>
                <a:cubicBezTo>
                  <a:pt x="227102" y="83300"/>
                  <a:pt x="231338" y="84052"/>
                  <a:pt x="236037" y="84052"/>
                </a:cubicBezTo>
                <a:cubicBezTo>
                  <a:pt x="242814" y="84052"/>
                  <a:pt x="248591" y="82513"/>
                  <a:pt x="253366" y="79435"/>
                </a:cubicBezTo>
                <a:cubicBezTo>
                  <a:pt x="258142" y="76357"/>
                  <a:pt x="261685" y="71240"/>
                  <a:pt x="263996" y="64083"/>
                </a:cubicBezTo>
                <a:lnTo>
                  <a:pt x="249554" y="64083"/>
                </a:lnTo>
                <a:cubicBezTo>
                  <a:pt x="249015" y="65915"/>
                  <a:pt x="247551" y="67652"/>
                  <a:pt x="245163" y="69294"/>
                </a:cubicBezTo>
                <a:cubicBezTo>
                  <a:pt x="242776" y="70934"/>
                  <a:pt x="239927" y="71755"/>
                  <a:pt x="236615" y="71755"/>
                </a:cubicBezTo>
                <a:cubicBezTo>
                  <a:pt x="231994" y="71755"/>
                  <a:pt x="228451" y="70562"/>
                  <a:pt x="225985" y="68178"/>
                </a:cubicBezTo>
                <a:cubicBezTo>
                  <a:pt x="223521" y="65792"/>
                  <a:pt x="222173" y="61945"/>
                  <a:pt x="221943" y="56637"/>
                </a:cubicBezTo>
                <a:close/>
                <a:moveTo>
                  <a:pt x="327152" y="22790"/>
                </a:moveTo>
                <a:lnTo>
                  <a:pt x="327152" y="4851"/>
                </a:lnTo>
                <a:lnTo>
                  <a:pt x="310747" y="4851"/>
                </a:lnTo>
                <a:lnTo>
                  <a:pt x="310747" y="22790"/>
                </a:lnTo>
                <a:lnTo>
                  <a:pt x="300811" y="22790"/>
                </a:lnTo>
                <a:lnTo>
                  <a:pt x="300811" y="33734"/>
                </a:lnTo>
                <a:lnTo>
                  <a:pt x="310747" y="33734"/>
                </a:lnTo>
                <a:lnTo>
                  <a:pt x="310747" y="68950"/>
                </a:lnTo>
                <a:cubicBezTo>
                  <a:pt x="310747" y="71953"/>
                  <a:pt x="311247" y="74378"/>
                  <a:pt x="312249" y="76225"/>
                </a:cubicBezTo>
                <a:cubicBezTo>
                  <a:pt x="313250" y="78073"/>
                  <a:pt x="314617" y="79497"/>
                  <a:pt x="316349" y="80498"/>
                </a:cubicBezTo>
                <a:cubicBezTo>
                  <a:pt x="318083" y="81498"/>
                  <a:pt x="320085" y="82171"/>
                  <a:pt x="322357" y="82517"/>
                </a:cubicBezTo>
                <a:cubicBezTo>
                  <a:pt x="324630" y="82863"/>
                  <a:pt x="327037" y="83037"/>
                  <a:pt x="329579" y="83037"/>
                </a:cubicBezTo>
                <a:cubicBezTo>
                  <a:pt x="331196" y="83037"/>
                  <a:pt x="332852" y="82999"/>
                  <a:pt x="334547" y="82924"/>
                </a:cubicBezTo>
                <a:cubicBezTo>
                  <a:pt x="336242" y="82849"/>
                  <a:pt x="337782" y="82698"/>
                  <a:pt x="339167" y="82473"/>
                </a:cubicBezTo>
                <a:lnTo>
                  <a:pt x="339167" y="69713"/>
                </a:lnTo>
                <a:cubicBezTo>
                  <a:pt x="338397" y="69867"/>
                  <a:pt x="337589" y="69983"/>
                  <a:pt x="336742" y="70061"/>
                </a:cubicBezTo>
                <a:cubicBezTo>
                  <a:pt x="335894" y="70137"/>
                  <a:pt x="335009" y="70175"/>
                  <a:pt x="334085" y="70175"/>
                </a:cubicBezTo>
                <a:cubicBezTo>
                  <a:pt x="331311" y="70175"/>
                  <a:pt x="329462" y="69714"/>
                  <a:pt x="328537" y="68791"/>
                </a:cubicBezTo>
                <a:cubicBezTo>
                  <a:pt x="327614" y="67869"/>
                  <a:pt x="327152" y="66024"/>
                  <a:pt x="327152" y="63256"/>
                </a:cubicBezTo>
                <a:lnTo>
                  <a:pt x="327152" y="33734"/>
                </a:lnTo>
                <a:lnTo>
                  <a:pt x="339167" y="33734"/>
                </a:lnTo>
                <a:lnTo>
                  <a:pt x="339167" y="22790"/>
                </a:lnTo>
                <a:lnTo>
                  <a:pt x="327152" y="22790"/>
                </a:lnTo>
                <a:close/>
                <a:moveTo>
                  <a:pt x="346907" y="0"/>
                </a:moveTo>
                <a:lnTo>
                  <a:pt x="346907" y="82473"/>
                </a:lnTo>
                <a:lnTo>
                  <a:pt x="363312" y="82473"/>
                </a:lnTo>
                <a:lnTo>
                  <a:pt x="363312" y="51168"/>
                </a:lnTo>
                <a:cubicBezTo>
                  <a:pt x="363312" y="45084"/>
                  <a:pt x="364314" y="40714"/>
                  <a:pt x="366316" y="38058"/>
                </a:cubicBezTo>
                <a:cubicBezTo>
                  <a:pt x="368319" y="35401"/>
                  <a:pt x="371554" y="34072"/>
                  <a:pt x="376021" y="34072"/>
                </a:cubicBezTo>
                <a:cubicBezTo>
                  <a:pt x="379950" y="34072"/>
                  <a:pt x="382684" y="35285"/>
                  <a:pt x="384223" y="37711"/>
                </a:cubicBezTo>
                <a:cubicBezTo>
                  <a:pt x="385764" y="40136"/>
                  <a:pt x="386534" y="43814"/>
                  <a:pt x="386534" y="48743"/>
                </a:cubicBezTo>
                <a:lnTo>
                  <a:pt x="386534" y="82473"/>
                </a:lnTo>
                <a:lnTo>
                  <a:pt x="402939" y="82473"/>
                </a:lnTo>
                <a:lnTo>
                  <a:pt x="402939" y="45717"/>
                </a:lnTo>
                <a:cubicBezTo>
                  <a:pt x="402939" y="42019"/>
                  <a:pt x="402612" y="38648"/>
                  <a:pt x="401957" y="35604"/>
                </a:cubicBezTo>
                <a:cubicBezTo>
                  <a:pt x="401303" y="32560"/>
                  <a:pt x="400166" y="29979"/>
                  <a:pt x="398548" y="27860"/>
                </a:cubicBezTo>
                <a:cubicBezTo>
                  <a:pt x="396931" y="25741"/>
                  <a:pt x="394717" y="24084"/>
                  <a:pt x="391906" y="22890"/>
                </a:cubicBezTo>
                <a:cubicBezTo>
                  <a:pt x="389095" y="21695"/>
                  <a:pt x="385494" y="21098"/>
                  <a:pt x="381105" y="21098"/>
                </a:cubicBezTo>
                <a:cubicBezTo>
                  <a:pt x="378023" y="21098"/>
                  <a:pt x="374865" y="21889"/>
                  <a:pt x="371630" y="23472"/>
                </a:cubicBezTo>
                <a:cubicBezTo>
                  <a:pt x="368395" y="25055"/>
                  <a:pt x="365739" y="27584"/>
                  <a:pt x="363660" y="31059"/>
                </a:cubicBezTo>
                <a:lnTo>
                  <a:pt x="363312" y="31059"/>
                </a:lnTo>
                <a:lnTo>
                  <a:pt x="363312" y="0"/>
                </a:lnTo>
                <a:lnTo>
                  <a:pt x="346907" y="0"/>
                </a:lnTo>
                <a:close/>
                <a:moveTo>
                  <a:pt x="414309" y="41113"/>
                </a:moveTo>
                <a:cubicBezTo>
                  <a:pt x="414539" y="37262"/>
                  <a:pt x="415501" y="34066"/>
                  <a:pt x="417196" y="31525"/>
                </a:cubicBezTo>
                <a:cubicBezTo>
                  <a:pt x="418891" y="28983"/>
                  <a:pt x="421047" y="26941"/>
                  <a:pt x="423666" y="25401"/>
                </a:cubicBezTo>
                <a:cubicBezTo>
                  <a:pt x="426284" y="23860"/>
                  <a:pt x="429230" y="22762"/>
                  <a:pt x="432503" y="22108"/>
                </a:cubicBezTo>
                <a:cubicBezTo>
                  <a:pt x="435777" y="21453"/>
                  <a:pt x="439070" y="21126"/>
                  <a:pt x="442382" y="21126"/>
                </a:cubicBezTo>
                <a:cubicBezTo>
                  <a:pt x="445386" y="21126"/>
                  <a:pt x="448428" y="21338"/>
                  <a:pt x="451508" y="21762"/>
                </a:cubicBezTo>
                <a:cubicBezTo>
                  <a:pt x="454590" y="22185"/>
                  <a:pt x="457401" y="23013"/>
                  <a:pt x="459941" y="24246"/>
                </a:cubicBezTo>
                <a:cubicBezTo>
                  <a:pt x="462484" y="25478"/>
                  <a:pt x="464563" y="27191"/>
                  <a:pt x="466180" y="29387"/>
                </a:cubicBezTo>
                <a:cubicBezTo>
                  <a:pt x="467798" y="31582"/>
                  <a:pt x="468608" y="34489"/>
                  <a:pt x="468608" y="38109"/>
                </a:cubicBezTo>
                <a:lnTo>
                  <a:pt x="468608" y="69186"/>
                </a:lnTo>
                <a:cubicBezTo>
                  <a:pt x="468608" y="71882"/>
                  <a:pt x="468762" y="74462"/>
                  <a:pt x="469069" y="76927"/>
                </a:cubicBezTo>
                <a:cubicBezTo>
                  <a:pt x="469377" y="79391"/>
                  <a:pt x="469916" y="81240"/>
                  <a:pt x="470686" y="82473"/>
                </a:cubicBezTo>
                <a:lnTo>
                  <a:pt x="454050" y="82473"/>
                </a:lnTo>
                <a:cubicBezTo>
                  <a:pt x="453742" y="81549"/>
                  <a:pt x="453492" y="80606"/>
                  <a:pt x="453299" y="79643"/>
                </a:cubicBezTo>
                <a:cubicBezTo>
                  <a:pt x="453106" y="78680"/>
                  <a:pt x="452972" y="77697"/>
                  <a:pt x="452895" y="76696"/>
                </a:cubicBezTo>
                <a:cubicBezTo>
                  <a:pt x="450277" y="79392"/>
                  <a:pt x="447196" y="81279"/>
                  <a:pt x="443653" y="82358"/>
                </a:cubicBezTo>
                <a:cubicBezTo>
                  <a:pt x="440110" y="83436"/>
                  <a:pt x="436489" y="83975"/>
                  <a:pt x="432792" y="83975"/>
                </a:cubicBezTo>
                <a:cubicBezTo>
                  <a:pt x="429943" y="83975"/>
                  <a:pt x="427286" y="83628"/>
                  <a:pt x="424820" y="82935"/>
                </a:cubicBezTo>
                <a:cubicBezTo>
                  <a:pt x="422356" y="82241"/>
                  <a:pt x="420199" y="81163"/>
                  <a:pt x="418351" y="79700"/>
                </a:cubicBezTo>
                <a:cubicBezTo>
                  <a:pt x="416503" y="78237"/>
                  <a:pt x="415060" y="76389"/>
                  <a:pt x="414020" y="74156"/>
                </a:cubicBezTo>
                <a:cubicBezTo>
                  <a:pt x="412979" y="71921"/>
                  <a:pt x="412459" y="69264"/>
                  <a:pt x="412459" y="66182"/>
                </a:cubicBezTo>
                <a:cubicBezTo>
                  <a:pt x="412459" y="62794"/>
                  <a:pt x="413056" y="60002"/>
                  <a:pt x="414250" y="57807"/>
                </a:cubicBezTo>
                <a:cubicBezTo>
                  <a:pt x="415444" y="55612"/>
                  <a:pt x="416985" y="53859"/>
                  <a:pt x="418871" y="52550"/>
                </a:cubicBezTo>
                <a:cubicBezTo>
                  <a:pt x="420758" y="51241"/>
                  <a:pt x="422915" y="50259"/>
                  <a:pt x="425340" y="49605"/>
                </a:cubicBezTo>
                <a:cubicBezTo>
                  <a:pt x="427767" y="48950"/>
                  <a:pt x="430213" y="48430"/>
                  <a:pt x="432677" y="48046"/>
                </a:cubicBezTo>
                <a:cubicBezTo>
                  <a:pt x="435142" y="47661"/>
                  <a:pt x="437568" y="47352"/>
                  <a:pt x="439954" y="47121"/>
                </a:cubicBezTo>
                <a:cubicBezTo>
                  <a:pt x="442342" y="46889"/>
                  <a:pt x="444461" y="46542"/>
                  <a:pt x="446309" y="46081"/>
                </a:cubicBezTo>
                <a:cubicBezTo>
                  <a:pt x="448158" y="45619"/>
                  <a:pt x="449621" y="44945"/>
                  <a:pt x="450699" y="44060"/>
                </a:cubicBezTo>
                <a:cubicBezTo>
                  <a:pt x="451778" y="43174"/>
                  <a:pt x="452279" y="41884"/>
                  <a:pt x="452203" y="40189"/>
                </a:cubicBezTo>
                <a:cubicBezTo>
                  <a:pt x="452203" y="38417"/>
                  <a:pt x="451914" y="37011"/>
                  <a:pt x="451335" y="35972"/>
                </a:cubicBezTo>
                <a:cubicBezTo>
                  <a:pt x="450757" y="34932"/>
                  <a:pt x="449987" y="34124"/>
                  <a:pt x="449024" y="33547"/>
                </a:cubicBezTo>
                <a:cubicBezTo>
                  <a:pt x="448062" y="32969"/>
                  <a:pt x="446945" y="32583"/>
                  <a:pt x="445673" y="32390"/>
                </a:cubicBezTo>
                <a:cubicBezTo>
                  <a:pt x="444403" y="32198"/>
                  <a:pt x="443036" y="32101"/>
                  <a:pt x="441573" y="32101"/>
                </a:cubicBezTo>
                <a:cubicBezTo>
                  <a:pt x="438338" y="32101"/>
                  <a:pt x="435797" y="32795"/>
                  <a:pt x="433948" y="34181"/>
                </a:cubicBezTo>
                <a:cubicBezTo>
                  <a:pt x="432100" y="35568"/>
                  <a:pt x="431022" y="37879"/>
                  <a:pt x="430714" y="41113"/>
                </a:cubicBezTo>
                <a:lnTo>
                  <a:pt x="414309" y="41113"/>
                </a:lnTo>
                <a:moveTo>
                  <a:pt x="452203" y="53243"/>
                </a:moveTo>
                <a:cubicBezTo>
                  <a:pt x="451509" y="53860"/>
                  <a:pt x="450643" y="54342"/>
                  <a:pt x="449602" y="54689"/>
                </a:cubicBezTo>
                <a:cubicBezTo>
                  <a:pt x="448562" y="55035"/>
                  <a:pt x="447445" y="55324"/>
                  <a:pt x="446251" y="55556"/>
                </a:cubicBezTo>
                <a:cubicBezTo>
                  <a:pt x="445058" y="55786"/>
                  <a:pt x="443807" y="55978"/>
                  <a:pt x="442496" y="56132"/>
                </a:cubicBezTo>
                <a:cubicBezTo>
                  <a:pt x="441187" y="56286"/>
                  <a:pt x="439878" y="56478"/>
                  <a:pt x="438569" y="56709"/>
                </a:cubicBezTo>
                <a:cubicBezTo>
                  <a:pt x="437337" y="56940"/>
                  <a:pt x="436124" y="57249"/>
                  <a:pt x="434930" y="57634"/>
                </a:cubicBezTo>
                <a:cubicBezTo>
                  <a:pt x="433736" y="58019"/>
                  <a:pt x="432696" y="58539"/>
                  <a:pt x="431810" y="59194"/>
                </a:cubicBezTo>
                <a:cubicBezTo>
                  <a:pt x="430925" y="59849"/>
                  <a:pt x="430213" y="60677"/>
                  <a:pt x="429674" y="61678"/>
                </a:cubicBezTo>
                <a:cubicBezTo>
                  <a:pt x="429134" y="62678"/>
                  <a:pt x="428864" y="63949"/>
                  <a:pt x="428864" y="65489"/>
                </a:cubicBezTo>
                <a:cubicBezTo>
                  <a:pt x="428864" y="66953"/>
                  <a:pt x="429134" y="68185"/>
                  <a:pt x="429674" y="69186"/>
                </a:cubicBezTo>
                <a:cubicBezTo>
                  <a:pt x="430213" y="70187"/>
                  <a:pt x="430945" y="70977"/>
                  <a:pt x="431868" y="71555"/>
                </a:cubicBezTo>
                <a:cubicBezTo>
                  <a:pt x="432793" y="72132"/>
                  <a:pt x="433871" y="72537"/>
                  <a:pt x="435103" y="72768"/>
                </a:cubicBezTo>
                <a:cubicBezTo>
                  <a:pt x="436336" y="73000"/>
                  <a:pt x="437607" y="73116"/>
                  <a:pt x="438916" y="73116"/>
                </a:cubicBezTo>
                <a:cubicBezTo>
                  <a:pt x="442150" y="73116"/>
                  <a:pt x="444653" y="72577"/>
                  <a:pt x="446424" y="71499"/>
                </a:cubicBezTo>
                <a:cubicBezTo>
                  <a:pt x="448196" y="70420"/>
                  <a:pt x="449506" y="69130"/>
                  <a:pt x="450353" y="67628"/>
                </a:cubicBezTo>
                <a:cubicBezTo>
                  <a:pt x="451201" y="66126"/>
                  <a:pt x="451721" y="64605"/>
                  <a:pt x="451914" y="63064"/>
                </a:cubicBezTo>
                <a:cubicBezTo>
                  <a:pt x="452106" y="61523"/>
                  <a:pt x="452203" y="60291"/>
                  <a:pt x="452203" y="59367"/>
                </a:cubicBezTo>
                <a:lnTo>
                  <a:pt x="452203" y="53243"/>
                </a:lnTo>
                <a:close/>
                <a:moveTo>
                  <a:pt x="501594" y="22790"/>
                </a:moveTo>
                <a:lnTo>
                  <a:pt x="501594" y="4851"/>
                </a:lnTo>
                <a:lnTo>
                  <a:pt x="485189" y="4851"/>
                </a:lnTo>
                <a:lnTo>
                  <a:pt x="485189" y="22790"/>
                </a:lnTo>
                <a:lnTo>
                  <a:pt x="475253" y="22790"/>
                </a:lnTo>
                <a:lnTo>
                  <a:pt x="475253" y="33734"/>
                </a:lnTo>
                <a:lnTo>
                  <a:pt x="485189" y="33734"/>
                </a:lnTo>
                <a:lnTo>
                  <a:pt x="485189" y="68950"/>
                </a:lnTo>
                <a:cubicBezTo>
                  <a:pt x="485189" y="71953"/>
                  <a:pt x="485689" y="74378"/>
                  <a:pt x="486691" y="76225"/>
                </a:cubicBezTo>
                <a:cubicBezTo>
                  <a:pt x="487692" y="78073"/>
                  <a:pt x="489059" y="79497"/>
                  <a:pt x="490791" y="80498"/>
                </a:cubicBezTo>
                <a:cubicBezTo>
                  <a:pt x="492525" y="81498"/>
                  <a:pt x="494527" y="82171"/>
                  <a:pt x="496799" y="82517"/>
                </a:cubicBezTo>
                <a:cubicBezTo>
                  <a:pt x="499072" y="82863"/>
                  <a:pt x="501479" y="83037"/>
                  <a:pt x="504021" y="83037"/>
                </a:cubicBezTo>
                <a:cubicBezTo>
                  <a:pt x="505638" y="83037"/>
                  <a:pt x="507294" y="82999"/>
                  <a:pt x="508989" y="82924"/>
                </a:cubicBezTo>
                <a:cubicBezTo>
                  <a:pt x="510684" y="82849"/>
                  <a:pt x="512224" y="82698"/>
                  <a:pt x="513609" y="82473"/>
                </a:cubicBezTo>
                <a:lnTo>
                  <a:pt x="513609" y="69713"/>
                </a:lnTo>
                <a:cubicBezTo>
                  <a:pt x="512840" y="69867"/>
                  <a:pt x="512031" y="69983"/>
                  <a:pt x="511184" y="70061"/>
                </a:cubicBezTo>
                <a:cubicBezTo>
                  <a:pt x="510336" y="70137"/>
                  <a:pt x="509451" y="70175"/>
                  <a:pt x="508527" y="70175"/>
                </a:cubicBezTo>
                <a:cubicBezTo>
                  <a:pt x="505754" y="70175"/>
                  <a:pt x="503904" y="69714"/>
                  <a:pt x="502979" y="68791"/>
                </a:cubicBezTo>
                <a:cubicBezTo>
                  <a:pt x="502056" y="67869"/>
                  <a:pt x="501594" y="66024"/>
                  <a:pt x="501594" y="63256"/>
                </a:cubicBezTo>
                <a:lnTo>
                  <a:pt x="501594" y="33734"/>
                </a:lnTo>
                <a:lnTo>
                  <a:pt x="513609" y="33734"/>
                </a:lnTo>
                <a:lnTo>
                  <a:pt x="513609" y="22790"/>
                </a:lnTo>
                <a:lnTo>
                  <a:pt x="501594" y="22790"/>
                </a:lnTo>
                <a:close/>
                <a:moveTo>
                  <a:pt x="609515" y="82409"/>
                </a:moveTo>
                <a:lnTo>
                  <a:pt x="609515" y="22790"/>
                </a:lnTo>
                <a:lnTo>
                  <a:pt x="593110" y="22790"/>
                </a:lnTo>
                <a:lnTo>
                  <a:pt x="593110" y="54022"/>
                </a:lnTo>
                <a:cubicBezTo>
                  <a:pt x="593110" y="60091"/>
                  <a:pt x="592109" y="64451"/>
                  <a:pt x="590106" y="67102"/>
                </a:cubicBezTo>
                <a:cubicBezTo>
                  <a:pt x="588104" y="69753"/>
                  <a:pt x="584869" y="71078"/>
                  <a:pt x="580402" y="71078"/>
                </a:cubicBezTo>
                <a:cubicBezTo>
                  <a:pt x="576473" y="71078"/>
                  <a:pt x="573738" y="69868"/>
                  <a:pt x="572198" y="67448"/>
                </a:cubicBezTo>
                <a:cubicBezTo>
                  <a:pt x="570658" y="65027"/>
                  <a:pt x="569888" y="61358"/>
                  <a:pt x="569888" y="56441"/>
                </a:cubicBezTo>
                <a:lnTo>
                  <a:pt x="569888" y="22790"/>
                </a:lnTo>
                <a:lnTo>
                  <a:pt x="553483" y="22790"/>
                </a:lnTo>
                <a:lnTo>
                  <a:pt x="553483" y="59480"/>
                </a:lnTo>
                <a:cubicBezTo>
                  <a:pt x="553483" y="63171"/>
                  <a:pt x="553811" y="66537"/>
                  <a:pt x="554465" y="69576"/>
                </a:cubicBezTo>
                <a:cubicBezTo>
                  <a:pt x="555120" y="72614"/>
                  <a:pt x="556256" y="75190"/>
                  <a:pt x="557873" y="77306"/>
                </a:cubicBezTo>
                <a:cubicBezTo>
                  <a:pt x="559491" y="79421"/>
                  <a:pt x="561706" y="81056"/>
                  <a:pt x="564517" y="82210"/>
                </a:cubicBezTo>
                <a:cubicBezTo>
                  <a:pt x="567328" y="83363"/>
                  <a:pt x="570929" y="83939"/>
                  <a:pt x="575320" y="83939"/>
                </a:cubicBezTo>
                <a:cubicBezTo>
                  <a:pt x="578785" y="83939"/>
                  <a:pt x="582174" y="83167"/>
                  <a:pt x="585486" y="81623"/>
                </a:cubicBezTo>
                <a:cubicBezTo>
                  <a:pt x="588798" y="80078"/>
                  <a:pt x="591493" y="77567"/>
                  <a:pt x="593572" y="74090"/>
                </a:cubicBezTo>
                <a:lnTo>
                  <a:pt x="593919" y="74090"/>
                </a:lnTo>
                <a:lnTo>
                  <a:pt x="593919" y="82409"/>
                </a:lnTo>
                <a:lnTo>
                  <a:pt x="609515" y="82409"/>
                </a:lnTo>
                <a:close/>
                <a:moveTo>
                  <a:pt x="634285" y="63067"/>
                </a:moveTo>
                <a:lnTo>
                  <a:pt x="618689" y="63067"/>
                </a:lnTo>
                <a:cubicBezTo>
                  <a:pt x="618843" y="67065"/>
                  <a:pt x="619748" y="70391"/>
                  <a:pt x="621404" y="73043"/>
                </a:cubicBezTo>
                <a:cubicBezTo>
                  <a:pt x="623060" y="75695"/>
                  <a:pt x="625178" y="77828"/>
                  <a:pt x="627757" y="79442"/>
                </a:cubicBezTo>
                <a:cubicBezTo>
                  <a:pt x="630338" y="81057"/>
                  <a:pt x="633285" y="82210"/>
                  <a:pt x="636596" y="82901"/>
                </a:cubicBezTo>
                <a:cubicBezTo>
                  <a:pt x="639908" y="83593"/>
                  <a:pt x="643297" y="83939"/>
                  <a:pt x="646763" y="83939"/>
                </a:cubicBezTo>
                <a:cubicBezTo>
                  <a:pt x="650151" y="83939"/>
                  <a:pt x="653481" y="83611"/>
                  <a:pt x="656754" y="82956"/>
                </a:cubicBezTo>
                <a:cubicBezTo>
                  <a:pt x="660029" y="82301"/>
                  <a:pt x="662936" y="81165"/>
                  <a:pt x="665477" y="79546"/>
                </a:cubicBezTo>
                <a:cubicBezTo>
                  <a:pt x="668019" y="77928"/>
                  <a:pt x="670079" y="75790"/>
                  <a:pt x="671657" y="73131"/>
                </a:cubicBezTo>
                <a:cubicBezTo>
                  <a:pt x="673237" y="70473"/>
                  <a:pt x="674027" y="67179"/>
                  <a:pt x="674027" y="63249"/>
                </a:cubicBezTo>
                <a:cubicBezTo>
                  <a:pt x="674027" y="60475"/>
                  <a:pt x="673487" y="58145"/>
                  <a:pt x="672408" y="56257"/>
                </a:cubicBezTo>
                <a:cubicBezTo>
                  <a:pt x="671331" y="54369"/>
                  <a:pt x="669906" y="52789"/>
                  <a:pt x="668134" y="51517"/>
                </a:cubicBezTo>
                <a:cubicBezTo>
                  <a:pt x="666362" y="50246"/>
                  <a:pt x="664341" y="49225"/>
                  <a:pt x="662069" y="48455"/>
                </a:cubicBezTo>
                <a:cubicBezTo>
                  <a:pt x="659798" y="47684"/>
                  <a:pt x="657468" y="47029"/>
                  <a:pt x="655080" y="46490"/>
                </a:cubicBezTo>
                <a:cubicBezTo>
                  <a:pt x="652769" y="45950"/>
                  <a:pt x="650497" y="45450"/>
                  <a:pt x="648263" y="44988"/>
                </a:cubicBezTo>
                <a:cubicBezTo>
                  <a:pt x="646030" y="44525"/>
                  <a:pt x="644047" y="44005"/>
                  <a:pt x="642313" y="43428"/>
                </a:cubicBezTo>
                <a:cubicBezTo>
                  <a:pt x="640581" y="42849"/>
                  <a:pt x="639175" y="42098"/>
                  <a:pt x="638097" y="41173"/>
                </a:cubicBezTo>
                <a:cubicBezTo>
                  <a:pt x="637019" y="40248"/>
                  <a:pt x="636480" y="39053"/>
                  <a:pt x="636480" y="37589"/>
                </a:cubicBezTo>
                <a:cubicBezTo>
                  <a:pt x="636480" y="36356"/>
                  <a:pt x="636788" y="35374"/>
                  <a:pt x="637404" y="34642"/>
                </a:cubicBezTo>
                <a:cubicBezTo>
                  <a:pt x="638021" y="33909"/>
                  <a:pt x="638772" y="33351"/>
                  <a:pt x="639657" y="32967"/>
                </a:cubicBezTo>
                <a:cubicBezTo>
                  <a:pt x="640543" y="32581"/>
                  <a:pt x="641525" y="32331"/>
                  <a:pt x="642602" y="32216"/>
                </a:cubicBezTo>
                <a:cubicBezTo>
                  <a:pt x="643681" y="32100"/>
                  <a:pt x="644682" y="32041"/>
                  <a:pt x="645606" y="32041"/>
                </a:cubicBezTo>
                <a:cubicBezTo>
                  <a:pt x="648533" y="32041"/>
                  <a:pt x="651074" y="32603"/>
                  <a:pt x="653231" y="33725"/>
                </a:cubicBezTo>
                <a:cubicBezTo>
                  <a:pt x="655387" y="34846"/>
                  <a:pt x="656581" y="36993"/>
                  <a:pt x="656813" y="40165"/>
                </a:cubicBezTo>
                <a:lnTo>
                  <a:pt x="672410" y="40165"/>
                </a:lnTo>
                <a:cubicBezTo>
                  <a:pt x="672102" y="36467"/>
                  <a:pt x="671159" y="33405"/>
                  <a:pt x="669579" y="30978"/>
                </a:cubicBezTo>
                <a:cubicBezTo>
                  <a:pt x="668001" y="28552"/>
                  <a:pt x="666018" y="26607"/>
                  <a:pt x="663629" y="25143"/>
                </a:cubicBezTo>
                <a:cubicBezTo>
                  <a:pt x="661243" y="23679"/>
                  <a:pt x="658528" y="22639"/>
                  <a:pt x="655485" y="22023"/>
                </a:cubicBezTo>
                <a:cubicBezTo>
                  <a:pt x="652443" y="21406"/>
                  <a:pt x="649304" y="21098"/>
                  <a:pt x="646070" y="21098"/>
                </a:cubicBezTo>
                <a:cubicBezTo>
                  <a:pt x="642834" y="21098"/>
                  <a:pt x="639676" y="21387"/>
                  <a:pt x="636595" y="21965"/>
                </a:cubicBezTo>
                <a:cubicBezTo>
                  <a:pt x="633514" y="22542"/>
                  <a:pt x="630742" y="23543"/>
                  <a:pt x="628278" y="24969"/>
                </a:cubicBezTo>
                <a:cubicBezTo>
                  <a:pt x="625813" y="26394"/>
                  <a:pt x="623830" y="28340"/>
                  <a:pt x="622328" y="30806"/>
                </a:cubicBezTo>
                <a:cubicBezTo>
                  <a:pt x="620826" y="33271"/>
                  <a:pt x="620075" y="36431"/>
                  <a:pt x="620075" y="40284"/>
                </a:cubicBezTo>
                <a:cubicBezTo>
                  <a:pt x="620075" y="42904"/>
                  <a:pt x="620614" y="45119"/>
                  <a:pt x="621692" y="46930"/>
                </a:cubicBezTo>
                <a:cubicBezTo>
                  <a:pt x="622770" y="48740"/>
                  <a:pt x="624195" y="50243"/>
                  <a:pt x="625966" y="51438"/>
                </a:cubicBezTo>
                <a:cubicBezTo>
                  <a:pt x="627739" y="52632"/>
                  <a:pt x="629761" y="53595"/>
                  <a:pt x="632032" y="54327"/>
                </a:cubicBezTo>
                <a:cubicBezTo>
                  <a:pt x="634304" y="55059"/>
                  <a:pt x="636634" y="55695"/>
                  <a:pt x="639022" y="56235"/>
                </a:cubicBezTo>
                <a:cubicBezTo>
                  <a:pt x="644875" y="57467"/>
                  <a:pt x="649437" y="58700"/>
                  <a:pt x="652710" y="59933"/>
                </a:cubicBezTo>
                <a:cubicBezTo>
                  <a:pt x="655985" y="61166"/>
                  <a:pt x="657622" y="63015"/>
                  <a:pt x="657622" y="65481"/>
                </a:cubicBezTo>
                <a:cubicBezTo>
                  <a:pt x="657622" y="66944"/>
                  <a:pt x="657275" y="68157"/>
                  <a:pt x="656582" y="69121"/>
                </a:cubicBezTo>
                <a:cubicBezTo>
                  <a:pt x="655888" y="70085"/>
                  <a:pt x="655022" y="70856"/>
                  <a:pt x="653981" y="71434"/>
                </a:cubicBezTo>
                <a:cubicBezTo>
                  <a:pt x="652943" y="72011"/>
                  <a:pt x="651787" y="72434"/>
                  <a:pt x="650516" y="72705"/>
                </a:cubicBezTo>
                <a:cubicBezTo>
                  <a:pt x="649245" y="72974"/>
                  <a:pt x="648032" y="73108"/>
                  <a:pt x="646877" y="73108"/>
                </a:cubicBezTo>
                <a:cubicBezTo>
                  <a:pt x="645260" y="73108"/>
                  <a:pt x="643701" y="72916"/>
                  <a:pt x="642199" y="72532"/>
                </a:cubicBezTo>
                <a:cubicBezTo>
                  <a:pt x="640697" y="72147"/>
                  <a:pt x="639368" y="71550"/>
                  <a:pt x="638213" y="70743"/>
                </a:cubicBezTo>
                <a:cubicBezTo>
                  <a:pt x="637058" y="69934"/>
                  <a:pt x="636114" y="68895"/>
                  <a:pt x="635382" y="67626"/>
                </a:cubicBezTo>
                <a:cubicBezTo>
                  <a:pt x="634651" y="66357"/>
                  <a:pt x="634285" y="64837"/>
                  <a:pt x="634285" y="63067"/>
                </a:cubicBezTo>
                <a:close/>
                <a:moveTo>
                  <a:pt x="723753" y="46257"/>
                </a:moveTo>
                <a:lnTo>
                  <a:pt x="697067" y="46257"/>
                </a:lnTo>
                <a:cubicBezTo>
                  <a:pt x="697143" y="45098"/>
                  <a:pt x="697393" y="43785"/>
                  <a:pt x="697816" y="42317"/>
                </a:cubicBezTo>
                <a:cubicBezTo>
                  <a:pt x="698240" y="40848"/>
                  <a:pt x="698973" y="39457"/>
                  <a:pt x="700013" y="38144"/>
                </a:cubicBezTo>
                <a:cubicBezTo>
                  <a:pt x="701053" y="36830"/>
                  <a:pt x="702439" y="35729"/>
                  <a:pt x="704171" y="34841"/>
                </a:cubicBezTo>
                <a:cubicBezTo>
                  <a:pt x="705905" y="33952"/>
                  <a:pt x="708081" y="33508"/>
                  <a:pt x="710699" y="33508"/>
                </a:cubicBezTo>
                <a:cubicBezTo>
                  <a:pt x="714704" y="33508"/>
                  <a:pt x="717689" y="34590"/>
                  <a:pt x="719653" y="36753"/>
                </a:cubicBezTo>
                <a:cubicBezTo>
                  <a:pt x="721616" y="38917"/>
                  <a:pt x="722983" y="42085"/>
                  <a:pt x="723753" y="46257"/>
                </a:cubicBezTo>
                <a:moveTo>
                  <a:pt x="697067" y="56637"/>
                </a:moveTo>
                <a:lnTo>
                  <a:pt x="740160" y="56637"/>
                </a:lnTo>
                <a:cubicBezTo>
                  <a:pt x="740468" y="52006"/>
                  <a:pt x="740082" y="47568"/>
                  <a:pt x="739003" y="43324"/>
                </a:cubicBezTo>
                <a:cubicBezTo>
                  <a:pt x="737926" y="39079"/>
                  <a:pt x="736173" y="35297"/>
                  <a:pt x="733746" y="31980"/>
                </a:cubicBezTo>
                <a:cubicBezTo>
                  <a:pt x="731321" y="28661"/>
                  <a:pt x="728221" y="26018"/>
                  <a:pt x="724446" y="24050"/>
                </a:cubicBezTo>
                <a:cubicBezTo>
                  <a:pt x="720672" y="22082"/>
                  <a:pt x="716244" y="21098"/>
                  <a:pt x="711161" y="21098"/>
                </a:cubicBezTo>
                <a:cubicBezTo>
                  <a:pt x="706616" y="21098"/>
                  <a:pt x="702477" y="21908"/>
                  <a:pt x="698742" y="23529"/>
                </a:cubicBezTo>
                <a:cubicBezTo>
                  <a:pt x="695007" y="25148"/>
                  <a:pt x="691791" y="27366"/>
                  <a:pt x="689095" y="30182"/>
                </a:cubicBezTo>
                <a:cubicBezTo>
                  <a:pt x="686399" y="32997"/>
                  <a:pt x="684320" y="36334"/>
                  <a:pt x="682857" y="40193"/>
                </a:cubicBezTo>
                <a:cubicBezTo>
                  <a:pt x="681394" y="44050"/>
                  <a:pt x="680662" y="48216"/>
                  <a:pt x="680662" y="52691"/>
                </a:cubicBezTo>
                <a:cubicBezTo>
                  <a:pt x="680662" y="57319"/>
                  <a:pt x="681374" y="61562"/>
                  <a:pt x="682799" y="65421"/>
                </a:cubicBezTo>
                <a:cubicBezTo>
                  <a:pt x="684224" y="69278"/>
                  <a:pt x="686246" y="72595"/>
                  <a:pt x="688865" y="75374"/>
                </a:cubicBezTo>
                <a:cubicBezTo>
                  <a:pt x="691483" y="78151"/>
                  <a:pt x="694679" y="80291"/>
                  <a:pt x="698453" y="81796"/>
                </a:cubicBezTo>
                <a:cubicBezTo>
                  <a:pt x="702226" y="83300"/>
                  <a:pt x="706462" y="84052"/>
                  <a:pt x="711161" y="84052"/>
                </a:cubicBezTo>
                <a:cubicBezTo>
                  <a:pt x="717938" y="84052"/>
                  <a:pt x="723715" y="82513"/>
                  <a:pt x="728490" y="79435"/>
                </a:cubicBezTo>
                <a:cubicBezTo>
                  <a:pt x="733266" y="76357"/>
                  <a:pt x="736809" y="71240"/>
                  <a:pt x="739120" y="64083"/>
                </a:cubicBezTo>
                <a:lnTo>
                  <a:pt x="724678" y="64083"/>
                </a:lnTo>
                <a:cubicBezTo>
                  <a:pt x="724139" y="65915"/>
                  <a:pt x="722675" y="67652"/>
                  <a:pt x="720287" y="69294"/>
                </a:cubicBezTo>
                <a:cubicBezTo>
                  <a:pt x="717900" y="70934"/>
                  <a:pt x="715051" y="71755"/>
                  <a:pt x="711739" y="71755"/>
                </a:cubicBezTo>
                <a:cubicBezTo>
                  <a:pt x="707118" y="71755"/>
                  <a:pt x="703575" y="70562"/>
                  <a:pt x="701109" y="68178"/>
                </a:cubicBezTo>
                <a:cubicBezTo>
                  <a:pt x="698645" y="65792"/>
                  <a:pt x="697297" y="61945"/>
                  <a:pt x="697067" y="56637"/>
                </a:cubicBezTo>
                <a:close/>
                <a:moveTo>
                  <a:pt x="762056" y="63067"/>
                </a:moveTo>
                <a:lnTo>
                  <a:pt x="746460" y="63067"/>
                </a:lnTo>
                <a:cubicBezTo>
                  <a:pt x="746614" y="67065"/>
                  <a:pt x="747519" y="70391"/>
                  <a:pt x="749175" y="73043"/>
                </a:cubicBezTo>
                <a:cubicBezTo>
                  <a:pt x="750831" y="75695"/>
                  <a:pt x="752948" y="77828"/>
                  <a:pt x="755528" y="79442"/>
                </a:cubicBezTo>
                <a:cubicBezTo>
                  <a:pt x="758109" y="81057"/>
                  <a:pt x="761055" y="82210"/>
                  <a:pt x="764367" y="82901"/>
                </a:cubicBezTo>
                <a:cubicBezTo>
                  <a:pt x="767679" y="83593"/>
                  <a:pt x="771067" y="83939"/>
                  <a:pt x="774533" y="83939"/>
                </a:cubicBezTo>
                <a:cubicBezTo>
                  <a:pt x="777921" y="83939"/>
                  <a:pt x="781252" y="83611"/>
                  <a:pt x="784525" y="82956"/>
                </a:cubicBezTo>
                <a:cubicBezTo>
                  <a:pt x="787799" y="82301"/>
                  <a:pt x="790707" y="81165"/>
                  <a:pt x="793247" y="79546"/>
                </a:cubicBezTo>
                <a:cubicBezTo>
                  <a:pt x="795790" y="77928"/>
                  <a:pt x="797850" y="75790"/>
                  <a:pt x="799428" y="73131"/>
                </a:cubicBezTo>
                <a:cubicBezTo>
                  <a:pt x="801008" y="70473"/>
                  <a:pt x="801797" y="67179"/>
                  <a:pt x="801797" y="63249"/>
                </a:cubicBezTo>
                <a:cubicBezTo>
                  <a:pt x="801797" y="60475"/>
                  <a:pt x="801258" y="58145"/>
                  <a:pt x="800179" y="56257"/>
                </a:cubicBezTo>
                <a:cubicBezTo>
                  <a:pt x="799101" y="54369"/>
                  <a:pt x="797676" y="52789"/>
                  <a:pt x="795904" y="51517"/>
                </a:cubicBezTo>
                <a:cubicBezTo>
                  <a:pt x="794133" y="50246"/>
                  <a:pt x="792112" y="49225"/>
                  <a:pt x="789840" y="48455"/>
                </a:cubicBezTo>
                <a:cubicBezTo>
                  <a:pt x="787568" y="47684"/>
                  <a:pt x="785238" y="47029"/>
                  <a:pt x="782850" y="46490"/>
                </a:cubicBezTo>
                <a:cubicBezTo>
                  <a:pt x="780540" y="45950"/>
                  <a:pt x="778267" y="45450"/>
                  <a:pt x="776033" y="44988"/>
                </a:cubicBezTo>
                <a:cubicBezTo>
                  <a:pt x="773800" y="44525"/>
                  <a:pt x="771817" y="44005"/>
                  <a:pt x="770084" y="43428"/>
                </a:cubicBezTo>
                <a:cubicBezTo>
                  <a:pt x="768351" y="42849"/>
                  <a:pt x="766946" y="42098"/>
                  <a:pt x="765867" y="41173"/>
                </a:cubicBezTo>
                <a:cubicBezTo>
                  <a:pt x="764789" y="40248"/>
                  <a:pt x="764251" y="39053"/>
                  <a:pt x="764251" y="37589"/>
                </a:cubicBezTo>
                <a:cubicBezTo>
                  <a:pt x="764251" y="36356"/>
                  <a:pt x="764558" y="35374"/>
                  <a:pt x="765174" y="34642"/>
                </a:cubicBezTo>
                <a:cubicBezTo>
                  <a:pt x="765791" y="33909"/>
                  <a:pt x="766542" y="33351"/>
                  <a:pt x="767427" y="32967"/>
                </a:cubicBezTo>
                <a:cubicBezTo>
                  <a:pt x="768313" y="32581"/>
                  <a:pt x="769295" y="32331"/>
                  <a:pt x="770373" y="32216"/>
                </a:cubicBezTo>
                <a:cubicBezTo>
                  <a:pt x="771452" y="32100"/>
                  <a:pt x="772453" y="32041"/>
                  <a:pt x="773377" y="32041"/>
                </a:cubicBezTo>
                <a:cubicBezTo>
                  <a:pt x="776303" y="32041"/>
                  <a:pt x="778845" y="32603"/>
                  <a:pt x="781001" y="33725"/>
                </a:cubicBezTo>
                <a:cubicBezTo>
                  <a:pt x="783158" y="34846"/>
                  <a:pt x="784352" y="36993"/>
                  <a:pt x="784583" y="40165"/>
                </a:cubicBezTo>
                <a:lnTo>
                  <a:pt x="800181" y="40165"/>
                </a:lnTo>
                <a:cubicBezTo>
                  <a:pt x="799873" y="36467"/>
                  <a:pt x="798929" y="33405"/>
                  <a:pt x="797350" y="30978"/>
                </a:cubicBezTo>
                <a:cubicBezTo>
                  <a:pt x="795771" y="28552"/>
                  <a:pt x="793788" y="26607"/>
                  <a:pt x="791400" y="25143"/>
                </a:cubicBezTo>
                <a:cubicBezTo>
                  <a:pt x="789013" y="23679"/>
                  <a:pt x="786298" y="22639"/>
                  <a:pt x="783256" y="22023"/>
                </a:cubicBezTo>
                <a:cubicBezTo>
                  <a:pt x="780213" y="21406"/>
                  <a:pt x="777075" y="21098"/>
                  <a:pt x="773840" y="21098"/>
                </a:cubicBezTo>
                <a:cubicBezTo>
                  <a:pt x="770605" y="21098"/>
                  <a:pt x="767447" y="21387"/>
                  <a:pt x="764365" y="21965"/>
                </a:cubicBezTo>
                <a:cubicBezTo>
                  <a:pt x="761285" y="22542"/>
                  <a:pt x="758513" y="23543"/>
                  <a:pt x="756048" y="24969"/>
                </a:cubicBezTo>
                <a:cubicBezTo>
                  <a:pt x="753584" y="26394"/>
                  <a:pt x="751600" y="28340"/>
                  <a:pt x="750098" y="30806"/>
                </a:cubicBezTo>
                <a:cubicBezTo>
                  <a:pt x="748597" y="33271"/>
                  <a:pt x="747846" y="36431"/>
                  <a:pt x="747846" y="40284"/>
                </a:cubicBezTo>
                <a:cubicBezTo>
                  <a:pt x="747846" y="42904"/>
                  <a:pt x="748384" y="45119"/>
                  <a:pt x="749462" y="46930"/>
                </a:cubicBezTo>
                <a:cubicBezTo>
                  <a:pt x="750541" y="48740"/>
                  <a:pt x="751966" y="50243"/>
                  <a:pt x="753737" y="51438"/>
                </a:cubicBezTo>
                <a:cubicBezTo>
                  <a:pt x="755509" y="52632"/>
                  <a:pt x="757531" y="53595"/>
                  <a:pt x="759803" y="54327"/>
                </a:cubicBezTo>
                <a:cubicBezTo>
                  <a:pt x="762075" y="55059"/>
                  <a:pt x="764404" y="55695"/>
                  <a:pt x="766793" y="56235"/>
                </a:cubicBezTo>
                <a:cubicBezTo>
                  <a:pt x="772645" y="57467"/>
                  <a:pt x="777208" y="58700"/>
                  <a:pt x="780481" y="59933"/>
                </a:cubicBezTo>
                <a:cubicBezTo>
                  <a:pt x="783755" y="61166"/>
                  <a:pt x="785392" y="63015"/>
                  <a:pt x="785392" y="65481"/>
                </a:cubicBezTo>
                <a:cubicBezTo>
                  <a:pt x="785392" y="66944"/>
                  <a:pt x="785046" y="68157"/>
                  <a:pt x="784352" y="69121"/>
                </a:cubicBezTo>
                <a:cubicBezTo>
                  <a:pt x="783659" y="70085"/>
                  <a:pt x="782792" y="70856"/>
                  <a:pt x="781752" y="71434"/>
                </a:cubicBezTo>
                <a:cubicBezTo>
                  <a:pt x="780713" y="72011"/>
                  <a:pt x="779558" y="72434"/>
                  <a:pt x="778286" y="72705"/>
                </a:cubicBezTo>
                <a:cubicBezTo>
                  <a:pt x="777016" y="72974"/>
                  <a:pt x="775803" y="73108"/>
                  <a:pt x="774648" y="73108"/>
                </a:cubicBezTo>
                <a:cubicBezTo>
                  <a:pt x="773031" y="73108"/>
                  <a:pt x="771471" y="72916"/>
                  <a:pt x="769969" y="72532"/>
                </a:cubicBezTo>
                <a:cubicBezTo>
                  <a:pt x="768467" y="72147"/>
                  <a:pt x="767139" y="71550"/>
                  <a:pt x="765983" y="70743"/>
                </a:cubicBezTo>
                <a:cubicBezTo>
                  <a:pt x="764828" y="69934"/>
                  <a:pt x="763884" y="68895"/>
                  <a:pt x="763152" y="67626"/>
                </a:cubicBezTo>
                <a:cubicBezTo>
                  <a:pt x="762421" y="66357"/>
                  <a:pt x="762056" y="64837"/>
                  <a:pt x="762056" y="63067"/>
                </a:cubicBezTo>
                <a:close/>
                <a:moveTo>
                  <a:pt x="864249" y="22790"/>
                </a:moveTo>
                <a:lnTo>
                  <a:pt x="864249" y="4851"/>
                </a:lnTo>
                <a:lnTo>
                  <a:pt x="847844" y="4851"/>
                </a:lnTo>
                <a:lnTo>
                  <a:pt x="847844" y="22790"/>
                </a:lnTo>
                <a:lnTo>
                  <a:pt x="837908" y="22790"/>
                </a:lnTo>
                <a:lnTo>
                  <a:pt x="837908" y="33734"/>
                </a:lnTo>
                <a:lnTo>
                  <a:pt x="847844" y="33734"/>
                </a:lnTo>
                <a:lnTo>
                  <a:pt x="847844" y="68950"/>
                </a:lnTo>
                <a:cubicBezTo>
                  <a:pt x="847844" y="71953"/>
                  <a:pt x="848344" y="74378"/>
                  <a:pt x="849346" y="76225"/>
                </a:cubicBezTo>
                <a:cubicBezTo>
                  <a:pt x="850347" y="78073"/>
                  <a:pt x="851714" y="79497"/>
                  <a:pt x="853446" y="80498"/>
                </a:cubicBezTo>
                <a:cubicBezTo>
                  <a:pt x="855179" y="81498"/>
                  <a:pt x="857182" y="82171"/>
                  <a:pt x="859454" y="82517"/>
                </a:cubicBezTo>
                <a:cubicBezTo>
                  <a:pt x="861727" y="82863"/>
                  <a:pt x="864134" y="83037"/>
                  <a:pt x="866676" y="83037"/>
                </a:cubicBezTo>
                <a:cubicBezTo>
                  <a:pt x="868293" y="83037"/>
                  <a:pt x="869949" y="82999"/>
                  <a:pt x="871644" y="82924"/>
                </a:cubicBezTo>
                <a:cubicBezTo>
                  <a:pt x="873338" y="82849"/>
                  <a:pt x="874878" y="82698"/>
                  <a:pt x="876264" y="82473"/>
                </a:cubicBezTo>
                <a:lnTo>
                  <a:pt x="876264" y="69713"/>
                </a:lnTo>
                <a:cubicBezTo>
                  <a:pt x="875494" y="69867"/>
                  <a:pt x="874686" y="69983"/>
                  <a:pt x="873838" y="70061"/>
                </a:cubicBezTo>
                <a:cubicBezTo>
                  <a:pt x="872991" y="70137"/>
                  <a:pt x="872106" y="70175"/>
                  <a:pt x="871182" y="70175"/>
                </a:cubicBezTo>
                <a:cubicBezTo>
                  <a:pt x="868408" y="70175"/>
                  <a:pt x="866559" y="69714"/>
                  <a:pt x="865634" y="68791"/>
                </a:cubicBezTo>
                <a:cubicBezTo>
                  <a:pt x="864710" y="67869"/>
                  <a:pt x="864249" y="66024"/>
                  <a:pt x="864249" y="63256"/>
                </a:cubicBezTo>
                <a:lnTo>
                  <a:pt x="864249" y="33734"/>
                </a:lnTo>
                <a:lnTo>
                  <a:pt x="876264" y="33734"/>
                </a:lnTo>
                <a:lnTo>
                  <a:pt x="876264" y="22790"/>
                </a:lnTo>
                <a:lnTo>
                  <a:pt x="864249" y="22790"/>
                </a:lnTo>
                <a:close/>
                <a:moveTo>
                  <a:pt x="884004" y="0"/>
                </a:moveTo>
                <a:lnTo>
                  <a:pt x="884004" y="82473"/>
                </a:lnTo>
                <a:lnTo>
                  <a:pt x="900409" y="82473"/>
                </a:lnTo>
                <a:lnTo>
                  <a:pt x="900409" y="51168"/>
                </a:lnTo>
                <a:cubicBezTo>
                  <a:pt x="900409" y="45084"/>
                  <a:pt x="901411" y="40714"/>
                  <a:pt x="903413" y="38058"/>
                </a:cubicBezTo>
                <a:cubicBezTo>
                  <a:pt x="905416" y="35401"/>
                  <a:pt x="908651" y="34072"/>
                  <a:pt x="913118" y="34072"/>
                </a:cubicBezTo>
                <a:cubicBezTo>
                  <a:pt x="917046" y="34072"/>
                  <a:pt x="919781" y="35285"/>
                  <a:pt x="921320" y="37711"/>
                </a:cubicBezTo>
                <a:cubicBezTo>
                  <a:pt x="922861" y="40136"/>
                  <a:pt x="923631" y="43814"/>
                  <a:pt x="923631" y="48743"/>
                </a:cubicBezTo>
                <a:lnTo>
                  <a:pt x="923631" y="82473"/>
                </a:lnTo>
                <a:lnTo>
                  <a:pt x="940036" y="82473"/>
                </a:lnTo>
                <a:lnTo>
                  <a:pt x="940036" y="45717"/>
                </a:lnTo>
                <a:cubicBezTo>
                  <a:pt x="940036" y="42019"/>
                  <a:pt x="939709" y="38648"/>
                  <a:pt x="939054" y="35604"/>
                </a:cubicBezTo>
                <a:cubicBezTo>
                  <a:pt x="938400" y="32560"/>
                  <a:pt x="937263" y="29979"/>
                  <a:pt x="935645" y="27860"/>
                </a:cubicBezTo>
                <a:cubicBezTo>
                  <a:pt x="934028" y="25741"/>
                  <a:pt x="931814" y="24084"/>
                  <a:pt x="929003" y="22890"/>
                </a:cubicBezTo>
                <a:cubicBezTo>
                  <a:pt x="926191" y="21695"/>
                  <a:pt x="922591" y="21098"/>
                  <a:pt x="918202" y="21098"/>
                </a:cubicBezTo>
                <a:cubicBezTo>
                  <a:pt x="915120" y="21098"/>
                  <a:pt x="911962" y="21889"/>
                  <a:pt x="908726" y="23472"/>
                </a:cubicBezTo>
                <a:cubicBezTo>
                  <a:pt x="905492" y="25055"/>
                  <a:pt x="902836" y="27584"/>
                  <a:pt x="900757" y="31059"/>
                </a:cubicBezTo>
                <a:lnTo>
                  <a:pt x="900409" y="31059"/>
                </a:lnTo>
                <a:lnTo>
                  <a:pt x="900409" y="0"/>
                </a:lnTo>
                <a:lnTo>
                  <a:pt x="884004" y="0"/>
                </a:lnTo>
                <a:close/>
                <a:moveTo>
                  <a:pt x="992301" y="46257"/>
                </a:moveTo>
                <a:lnTo>
                  <a:pt x="965615" y="46257"/>
                </a:lnTo>
                <a:cubicBezTo>
                  <a:pt x="965692" y="45098"/>
                  <a:pt x="965942" y="43785"/>
                  <a:pt x="966365" y="42317"/>
                </a:cubicBezTo>
                <a:cubicBezTo>
                  <a:pt x="966789" y="40848"/>
                  <a:pt x="967521" y="39457"/>
                  <a:pt x="968561" y="38144"/>
                </a:cubicBezTo>
                <a:cubicBezTo>
                  <a:pt x="969601" y="36830"/>
                  <a:pt x="970987" y="35729"/>
                  <a:pt x="972720" y="34841"/>
                </a:cubicBezTo>
                <a:cubicBezTo>
                  <a:pt x="974453" y="33952"/>
                  <a:pt x="976629" y="33508"/>
                  <a:pt x="979247" y="33508"/>
                </a:cubicBezTo>
                <a:cubicBezTo>
                  <a:pt x="983253" y="33508"/>
                  <a:pt x="986237" y="34590"/>
                  <a:pt x="988201" y="36753"/>
                </a:cubicBezTo>
                <a:cubicBezTo>
                  <a:pt x="990165" y="38917"/>
                  <a:pt x="991532" y="42085"/>
                  <a:pt x="992301" y="46257"/>
                </a:cubicBezTo>
                <a:moveTo>
                  <a:pt x="965615" y="56637"/>
                </a:moveTo>
                <a:lnTo>
                  <a:pt x="1008708" y="56637"/>
                </a:lnTo>
                <a:cubicBezTo>
                  <a:pt x="1009016" y="52006"/>
                  <a:pt x="1008630" y="47568"/>
                  <a:pt x="1007552" y="43324"/>
                </a:cubicBezTo>
                <a:cubicBezTo>
                  <a:pt x="1006474" y="39079"/>
                  <a:pt x="1004722" y="35297"/>
                  <a:pt x="1002295" y="31980"/>
                </a:cubicBezTo>
                <a:cubicBezTo>
                  <a:pt x="999869" y="28661"/>
                  <a:pt x="996769" y="26018"/>
                  <a:pt x="992994" y="24050"/>
                </a:cubicBezTo>
                <a:cubicBezTo>
                  <a:pt x="989220" y="22082"/>
                  <a:pt x="984792" y="21098"/>
                  <a:pt x="979709" y="21098"/>
                </a:cubicBezTo>
                <a:cubicBezTo>
                  <a:pt x="975165" y="21098"/>
                  <a:pt x="971025" y="21908"/>
                  <a:pt x="967290" y="23529"/>
                </a:cubicBezTo>
                <a:cubicBezTo>
                  <a:pt x="963555" y="25148"/>
                  <a:pt x="960340" y="27366"/>
                  <a:pt x="957644" y="30182"/>
                </a:cubicBezTo>
                <a:cubicBezTo>
                  <a:pt x="954948" y="32997"/>
                  <a:pt x="952868" y="36334"/>
                  <a:pt x="951405" y="40193"/>
                </a:cubicBezTo>
                <a:cubicBezTo>
                  <a:pt x="949942" y="44050"/>
                  <a:pt x="949210" y="48216"/>
                  <a:pt x="949210" y="52691"/>
                </a:cubicBezTo>
                <a:cubicBezTo>
                  <a:pt x="949210" y="57319"/>
                  <a:pt x="949923" y="61562"/>
                  <a:pt x="951347" y="65421"/>
                </a:cubicBezTo>
                <a:cubicBezTo>
                  <a:pt x="952773" y="69278"/>
                  <a:pt x="954795" y="72595"/>
                  <a:pt x="957413" y="75374"/>
                </a:cubicBezTo>
                <a:cubicBezTo>
                  <a:pt x="960031" y="78151"/>
                  <a:pt x="963227" y="80291"/>
                  <a:pt x="967001" y="81796"/>
                </a:cubicBezTo>
                <a:cubicBezTo>
                  <a:pt x="970775" y="83300"/>
                  <a:pt x="975011" y="84052"/>
                  <a:pt x="979709" y="84052"/>
                </a:cubicBezTo>
                <a:cubicBezTo>
                  <a:pt x="986487" y="84052"/>
                  <a:pt x="992263" y="82513"/>
                  <a:pt x="997038" y="79435"/>
                </a:cubicBezTo>
                <a:cubicBezTo>
                  <a:pt x="1001814" y="76357"/>
                  <a:pt x="1005357" y="71240"/>
                  <a:pt x="1007668" y="64083"/>
                </a:cubicBezTo>
                <a:lnTo>
                  <a:pt x="993227" y="64083"/>
                </a:lnTo>
                <a:cubicBezTo>
                  <a:pt x="992687" y="65915"/>
                  <a:pt x="991224" y="67652"/>
                  <a:pt x="988836" y="69294"/>
                </a:cubicBezTo>
                <a:cubicBezTo>
                  <a:pt x="986449" y="70934"/>
                  <a:pt x="983599" y="71755"/>
                  <a:pt x="980288" y="71755"/>
                </a:cubicBezTo>
                <a:cubicBezTo>
                  <a:pt x="975667" y="71755"/>
                  <a:pt x="972123" y="70562"/>
                  <a:pt x="969658" y="68178"/>
                </a:cubicBezTo>
                <a:cubicBezTo>
                  <a:pt x="967193" y="65792"/>
                  <a:pt x="965846" y="61945"/>
                  <a:pt x="965615" y="56637"/>
                </a:cubicBezTo>
                <a:close/>
                <a:moveTo>
                  <a:pt x="1051763" y="0"/>
                </a:moveTo>
                <a:lnTo>
                  <a:pt x="1051763" y="82473"/>
                </a:lnTo>
                <a:lnTo>
                  <a:pt x="1068746" y="82473"/>
                </a:lnTo>
                <a:lnTo>
                  <a:pt x="1068746" y="24604"/>
                </a:lnTo>
                <a:lnTo>
                  <a:pt x="1068977" y="24604"/>
                </a:lnTo>
                <a:lnTo>
                  <a:pt x="1089195" y="82473"/>
                </a:lnTo>
                <a:lnTo>
                  <a:pt x="1103173" y="82473"/>
                </a:lnTo>
                <a:lnTo>
                  <a:pt x="1123391" y="24026"/>
                </a:lnTo>
                <a:lnTo>
                  <a:pt x="1123622" y="24026"/>
                </a:lnTo>
                <a:lnTo>
                  <a:pt x="1123622" y="82473"/>
                </a:lnTo>
                <a:lnTo>
                  <a:pt x="1140605" y="82473"/>
                </a:lnTo>
                <a:lnTo>
                  <a:pt x="1140605" y="0"/>
                </a:lnTo>
                <a:lnTo>
                  <a:pt x="1115074" y="0"/>
                </a:lnTo>
                <a:lnTo>
                  <a:pt x="1096820" y="56714"/>
                </a:lnTo>
                <a:lnTo>
                  <a:pt x="1096589" y="56714"/>
                </a:lnTo>
                <a:lnTo>
                  <a:pt x="1077294" y="0"/>
                </a:lnTo>
                <a:lnTo>
                  <a:pt x="1051763" y="0"/>
                </a:lnTo>
                <a:close/>
                <a:moveTo>
                  <a:pt x="1155816" y="0"/>
                </a:moveTo>
                <a:lnTo>
                  <a:pt x="1155816" y="82473"/>
                </a:lnTo>
                <a:lnTo>
                  <a:pt x="1214158" y="82473"/>
                </a:lnTo>
                <a:lnTo>
                  <a:pt x="1214158" y="67242"/>
                </a:lnTo>
                <a:lnTo>
                  <a:pt x="1173953" y="67242"/>
                </a:lnTo>
                <a:lnTo>
                  <a:pt x="1173953" y="0"/>
                </a:lnTo>
                <a:lnTo>
                  <a:pt x="1155816" y="0"/>
                </a:lnTo>
                <a:close/>
                <a:moveTo>
                  <a:pt x="1244127" y="39273"/>
                </a:moveTo>
                <a:lnTo>
                  <a:pt x="1215360" y="82473"/>
                </a:lnTo>
                <a:lnTo>
                  <a:pt x="1235694" y="82473"/>
                </a:lnTo>
                <a:lnTo>
                  <a:pt x="1254063" y="53943"/>
                </a:lnTo>
                <a:lnTo>
                  <a:pt x="1272084" y="82473"/>
                </a:lnTo>
                <a:lnTo>
                  <a:pt x="1293690" y="82473"/>
                </a:lnTo>
                <a:lnTo>
                  <a:pt x="1264922" y="39389"/>
                </a:lnTo>
                <a:lnTo>
                  <a:pt x="1291379" y="0"/>
                </a:lnTo>
                <a:lnTo>
                  <a:pt x="1271508" y="0"/>
                </a:lnTo>
                <a:lnTo>
                  <a:pt x="1254756" y="26335"/>
                </a:lnTo>
                <a:lnTo>
                  <a:pt x="1238582" y="0"/>
                </a:lnTo>
                <a:lnTo>
                  <a:pt x="1217556" y="0"/>
                </a:lnTo>
                <a:lnTo>
                  <a:pt x="1244127" y="39273"/>
                </a:lnTo>
                <a:close/>
                <a:moveTo>
                  <a:pt x="1334402" y="33734"/>
                </a:moveTo>
                <a:lnTo>
                  <a:pt x="1334402" y="82473"/>
                </a:lnTo>
                <a:lnTo>
                  <a:pt x="1350807" y="82473"/>
                </a:lnTo>
                <a:lnTo>
                  <a:pt x="1350807" y="33734"/>
                </a:lnTo>
                <a:lnTo>
                  <a:pt x="1362128" y="33734"/>
                </a:lnTo>
                <a:lnTo>
                  <a:pt x="1362128" y="22790"/>
                </a:lnTo>
                <a:lnTo>
                  <a:pt x="1350807" y="22790"/>
                </a:lnTo>
                <a:lnTo>
                  <a:pt x="1350807" y="19215"/>
                </a:lnTo>
                <a:cubicBezTo>
                  <a:pt x="1350807" y="16754"/>
                  <a:pt x="1351289" y="15005"/>
                  <a:pt x="1352251" y="13967"/>
                </a:cubicBezTo>
                <a:cubicBezTo>
                  <a:pt x="1353214" y="12929"/>
                  <a:pt x="1354812" y="12410"/>
                  <a:pt x="1357046" y="12410"/>
                </a:cubicBezTo>
                <a:cubicBezTo>
                  <a:pt x="1359125" y="12410"/>
                  <a:pt x="1361127" y="12523"/>
                  <a:pt x="1363052" y="12749"/>
                </a:cubicBezTo>
                <a:lnTo>
                  <a:pt x="1363052" y="451"/>
                </a:lnTo>
                <a:cubicBezTo>
                  <a:pt x="1361666" y="376"/>
                  <a:pt x="1360241" y="282"/>
                  <a:pt x="1358777" y="169"/>
                </a:cubicBezTo>
                <a:cubicBezTo>
                  <a:pt x="1357314" y="56"/>
                  <a:pt x="1355851" y="0"/>
                  <a:pt x="1354388" y="0"/>
                </a:cubicBezTo>
                <a:cubicBezTo>
                  <a:pt x="1347688" y="0"/>
                  <a:pt x="1342682" y="1697"/>
                  <a:pt x="1339370" y="5091"/>
                </a:cubicBezTo>
                <a:cubicBezTo>
                  <a:pt x="1336058" y="8484"/>
                  <a:pt x="1334402" y="12841"/>
                  <a:pt x="1334402" y="18163"/>
                </a:cubicBezTo>
                <a:lnTo>
                  <a:pt x="1334402" y="22790"/>
                </a:lnTo>
                <a:lnTo>
                  <a:pt x="1324581" y="22790"/>
                </a:lnTo>
                <a:lnTo>
                  <a:pt x="1324581" y="33734"/>
                </a:lnTo>
                <a:lnTo>
                  <a:pt x="1334402" y="33734"/>
                </a:lnTo>
                <a:close/>
                <a:moveTo>
                  <a:pt x="1369075" y="22700"/>
                </a:moveTo>
                <a:lnTo>
                  <a:pt x="1369075" y="82473"/>
                </a:lnTo>
                <a:lnTo>
                  <a:pt x="1385480" y="82473"/>
                </a:lnTo>
                <a:lnTo>
                  <a:pt x="1385480" y="55526"/>
                </a:lnTo>
                <a:cubicBezTo>
                  <a:pt x="1385480" y="52828"/>
                  <a:pt x="1385750" y="50322"/>
                  <a:pt x="1386289" y="48009"/>
                </a:cubicBezTo>
                <a:cubicBezTo>
                  <a:pt x="1386829" y="45696"/>
                  <a:pt x="1387734" y="43673"/>
                  <a:pt x="1389004" y="41938"/>
                </a:cubicBezTo>
                <a:cubicBezTo>
                  <a:pt x="1390275" y="40203"/>
                  <a:pt x="1391949" y="38835"/>
                  <a:pt x="1394028" y="37832"/>
                </a:cubicBezTo>
                <a:cubicBezTo>
                  <a:pt x="1396108" y="36830"/>
                  <a:pt x="1398650" y="36329"/>
                  <a:pt x="1401654" y="36329"/>
                </a:cubicBezTo>
                <a:cubicBezTo>
                  <a:pt x="1402656" y="36329"/>
                  <a:pt x="1403695" y="36387"/>
                  <a:pt x="1404773" y="36503"/>
                </a:cubicBezTo>
                <a:cubicBezTo>
                  <a:pt x="1405852" y="36618"/>
                  <a:pt x="1406776" y="36753"/>
                  <a:pt x="1407546" y="36907"/>
                </a:cubicBezTo>
                <a:lnTo>
                  <a:pt x="1407546" y="21674"/>
                </a:lnTo>
                <a:cubicBezTo>
                  <a:pt x="1406236" y="21290"/>
                  <a:pt x="1405043" y="21098"/>
                  <a:pt x="1403965" y="21098"/>
                </a:cubicBezTo>
                <a:cubicBezTo>
                  <a:pt x="1401885" y="21098"/>
                  <a:pt x="1399883" y="21406"/>
                  <a:pt x="1397958" y="22021"/>
                </a:cubicBezTo>
                <a:cubicBezTo>
                  <a:pt x="1396033" y="22636"/>
                  <a:pt x="1394223" y="23501"/>
                  <a:pt x="1392528" y="24616"/>
                </a:cubicBezTo>
                <a:cubicBezTo>
                  <a:pt x="1390833" y="25732"/>
                  <a:pt x="1389331" y="27078"/>
                  <a:pt x="1388022" y="28655"/>
                </a:cubicBezTo>
                <a:cubicBezTo>
                  <a:pt x="1386713" y="30232"/>
                  <a:pt x="1385673" y="31944"/>
                  <a:pt x="1384902" y="33790"/>
                </a:cubicBezTo>
                <a:lnTo>
                  <a:pt x="1384671" y="33790"/>
                </a:lnTo>
                <a:lnTo>
                  <a:pt x="1384671" y="22700"/>
                </a:lnTo>
                <a:lnTo>
                  <a:pt x="1369075" y="22700"/>
                </a:lnTo>
                <a:close/>
                <a:moveTo>
                  <a:pt x="1412758" y="41113"/>
                </a:moveTo>
                <a:cubicBezTo>
                  <a:pt x="1412988" y="37262"/>
                  <a:pt x="1413951" y="34066"/>
                  <a:pt x="1415646" y="31525"/>
                </a:cubicBezTo>
                <a:cubicBezTo>
                  <a:pt x="1417340" y="28983"/>
                  <a:pt x="1419497" y="26941"/>
                  <a:pt x="1422115" y="25401"/>
                </a:cubicBezTo>
                <a:cubicBezTo>
                  <a:pt x="1424734" y="23860"/>
                  <a:pt x="1427679" y="22762"/>
                  <a:pt x="1430952" y="22108"/>
                </a:cubicBezTo>
                <a:cubicBezTo>
                  <a:pt x="1434226" y="21453"/>
                  <a:pt x="1437519" y="21126"/>
                  <a:pt x="1440831" y="21126"/>
                </a:cubicBezTo>
                <a:cubicBezTo>
                  <a:pt x="1443835" y="21126"/>
                  <a:pt x="1446877" y="21338"/>
                  <a:pt x="1449957" y="21762"/>
                </a:cubicBezTo>
                <a:cubicBezTo>
                  <a:pt x="1453039" y="22185"/>
                  <a:pt x="1455850" y="23013"/>
                  <a:pt x="1458391" y="24246"/>
                </a:cubicBezTo>
                <a:cubicBezTo>
                  <a:pt x="1460933" y="25478"/>
                  <a:pt x="1463012" y="27191"/>
                  <a:pt x="1464630" y="29387"/>
                </a:cubicBezTo>
                <a:cubicBezTo>
                  <a:pt x="1466248" y="31582"/>
                  <a:pt x="1467057" y="34489"/>
                  <a:pt x="1467057" y="38109"/>
                </a:cubicBezTo>
                <a:lnTo>
                  <a:pt x="1467057" y="69186"/>
                </a:lnTo>
                <a:cubicBezTo>
                  <a:pt x="1467057" y="71882"/>
                  <a:pt x="1467211" y="74462"/>
                  <a:pt x="1467519" y="76927"/>
                </a:cubicBezTo>
                <a:cubicBezTo>
                  <a:pt x="1467827" y="79391"/>
                  <a:pt x="1468366" y="81240"/>
                  <a:pt x="1469135" y="82473"/>
                </a:cubicBezTo>
                <a:lnTo>
                  <a:pt x="1452499" y="82473"/>
                </a:lnTo>
                <a:cubicBezTo>
                  <a:pt x="1452192" y="81549"/>
                  <a:pt x="1451941" y="80606"/>
                  <a:pt x="1451748" y="79643"/>
                </a:cubicBezTo>
                <a:cubicBezTo>
                  <a:pt x="1451556" y="78680"/>
                  <a:pt x="1451421" y="77697"/>
                  <a:pt x="1451345" y="76696"/>
                </a:cubicBezTo>
                <a:cubicBezTo>
                  <a:pt x="1448726" y="79392"/>
                  <a:pt x="1445646" y="81279"/>
                  <a:pt x="1442102" y="82358"/>
                </a:cubicBezTo>
                <a:cubicBezTo>
                  <a:pt x="1438559" y="83436"/>
                  <a:pt x="1434939" y="83975"/>
                  <a:pt x="1431241" y="83975"/>
                </a:cubicBezTo>
                <a:cubicBezTo>
                  <a:pt x="1428393" y="83975"/>
                  <a:pt x="1425735" y="83628"/>
                  <a:pt x="1423270" y="82935"/>
                </a:cubicBezTo>
                <a:cubicBezTo>
                  <a:pt x="1420805" y="82241"/>
                  <a:pt x="1418649" y="81163"/>
                  <a:pt x="1416800" y="79700"/>
                </a:cubicBezTo>
                <a:cubicBezTo>
                  <a:pt x="1414953" y="78237"/>
                  <a:pt x="1413509" y="76389"/>
                  <a:pt x="1412469" y="74156"/>
                </a:cubicBezTo>
                <a:cubicBezTo>
                  <a:pt x="1411429" y="71921"/>
                  <a:pt x="1410909" y="69264"/>
                  <a:pt x="1410909" y="66182"/>
                </a:cubicBezTo>
                <a:cubicBezTo>
                  <a:pt x="1410909" y="62794"/>
                  <a:pt x="1411506" y="60002"/>
                  <a:pt x="1412700" y="57807"/>
                </a:cubicBezTo>
                <a:cubicBezTo>
                  <a:pt x="1413894" y="55612"/>
                  <a:pt x="1415434" y="53859"/>
                  <a:pt x="1417320" y="52550"/>
                </a:cubicBezTo>
                <a:cubicBezTo>
                  <a:pt x="1419208" y="51241"/>
                  <a:pt x="1421364" y="50259"/>
                  <a:pt x="1423790" y="49605"/>
                </a:cubicBezTo>
                <a:cubicBezTo>
                  <a:pt x="1426217" y="48950"/>
                  <a:pt x="1428662" y="48430"/>
                  <a:pt x="1431127" y="48046"/>
                </a:cubicBezTo>
                <a:cubicBezTo>
                  <a:pt x="1433591" y="47661"/>
                  <a:pt x="1436017" y="47352"/>
                  <a:pt x="1438404" y="47121"/>
                </a:cubicBezTo>
                <a:cubicBezTo>
                  <a:pt x="1440792" y="46889"/>
                  <a:pt x="1442910" y="46542"/>
                  <a:pt x="1444759" y="46081"/>
                </a:cubicBezTo>
                <a:cubicBezTo>
                  <a:pt x="1446607" y="45619"/>
                  <a:pt x="1448071" y="44945"/>
                  <a:pt x="1449148" y="44060"/>
                </a:cubicBezTo>
                <a:cubicBezTo>
                  <a:pt x="1450227" y="43174"/>
                  <a:pt x="1450728" y="41884"/>
                  <a:pt x="1450652" y="40189"/>
                </a:cubicBezTo>
                <a:cubicBezTo>
                  <a:pt x="1450652" y="38417"/>
                  <a:pt x="1450363" y="37011"/>
                  <a:pt x="1449785" y="35972"/>
                </a:cubicBezTo>
                <a:cubicBezTo>
                  <a:pt x="1449206" y="34932"/>
                  <a:pt x="1448436" y="34124"/>
                  <a:pt x="1447474" y="33547"/>
                </a:cubicBezTo>
                <a:cubicBezTo>
                  <a:pt x="1446511" y="32969"/>
                  <a:pt x="1445394" y="32583"/>
                  <a:pt x="1444122" y="32390"/>
                </a:cubicBezTo>
                <a:cubicBezTo>
                  <a:pt x="1442852" y="32198"/>
                  <a:pt x="1441485" y="32101"/>
                  <a:pt x="1440022" y="32101"/>
                </a:cubicBezTo>
                <a:cubicBezTo>
                  <a:pt x="1436788" y="32101"/>
                  <a:pt x="1434246" y="32795"/>
                  <a:pt x="1432398" y="34181"/>
                </a:cubicBezTo>
                <a:cubicBezTo>
                  <a:pt x="1430549" y="35568"/>
                  <a:pt x="1429471" y="37879"/>
                  <a:pt x="1429163" y="41113"/>
                </a:cubicBezTo>
                <a:lnTo>
                  <a:pt x="1412758" y="41113"/>
                </a:lnTo>
                <a:moveTo>
                  <a:pt x="1450652" y="53243"/>
                </a:moveTo>
                <a:cubicBezTo>
                  <a:pt x="1449959" y="53860"/>
                  <a:pt x="1449092" y="54342"/>
                  <a:pt x="1448052" y="54689"/>
                </a:cubicBezTo>
                <a:cubicBezTo>
                  <a:pt x="1447012" y="55035"/>
                  <a:pt x="1445895" y="55324"/>
                  <a:pt x="1444701" y="55556"/>
                </a:cubicBezTo>
                <a:cubicBezTo>
                  <a:pt x="1443508" y="55786"/>
                  <a:pt x="1442256" y="55978"/>
                  <a:pt x="1440946" y="56132"/>
                </a:cubicBezTo>
                <a:cubicBezTo>
                  <a:pt x="1439637" y="56286"/>
                  <a:pt x="1438327" y="56478"/>
                  <a:pt x="1437018" y="56709"/>
                </a:cubicBezTo>
                <a:cubicBezTo>
                  <a:pt x="1435787" y="56940"/>
                  <a:pt x="1434574" y="57249"/>
                  <a:pt x="1433380" y="57634"/>
                </a:cubicBezTo>
                <a:cubicBezTo>
                  <a:pt x="1432186" y="58019"/>
                  <a:pt x="1431146" y="58539"/>
                  <a:pt x="1430259" y="59194"/>
                </a:cubicBezTo>
                <a:cubicBezTo>
                  <a:pt x="1429375" y="59849"/>
                  <a:pt x="1428662" y="60677"/>
                  <a:pt x="1428123" y="61678"/>
                </a:cubicBezTo>
                <a:cubicBezTo>
                  <a:pt x="1427583" y="62678"/>
                  <a:pt x="1427314" y="63949"/>
                  <a:pt x="1427314" y="65489"/>
                </a:cubicBezTo>
                <a:cubicBezTo>
                  <a:pt x="1427314" y="66953"/>
                  <a:pt x="1427583" y="68185"/>
                  <a:pt x="1428123" y="69186"/>
                </a:cubicBezTo>
                <a:cubicBezTo>
                  <a:pt x="1428662" y="70187"/>
                  <a:pt x="1429394" y="70977"/>
                  <a:pt x="1430318" y="71555"/>
                </a:cubicBezTo>
                <a:cubicBezTo>
                  <a:pt x="1431243" y="72132"/>
                  <a:pt x="1432321" y="72537"/>
                  <a:pt x="1433552" y="72768"/>
                </a:cubicBezTo>
                <a:cubicBezTo>
                  <a:pt x="1434785" y="73000"/>
                  <a:pt x="1436056" y="73116"/>
                  <a:pt x="1437365" y="73116"/>
                </a:cubicBezTo>
                <a:cubicBezTo>
                  <a:pt x="1440600" y="73116"/>
                  <a:pt x="1443102" y="72577"/>
                  <a:pt x="1444873" y="71499"/>
                </a:cubicBezTo>
                <a:cubicBezTo>
                  <a:pt x="1446646" y="70420"/>
                  <a:pt x="1447955" y="69130"/>
                  <a:pt x="1448803" y="67628"/>
                </a:cubicBezTo>
                <a:cubicBezTo>
                  <a:pt x="1449650" y="66126"/>
                  <a:pt x="1450170" y="64605"/>
                  <a:pt x="1450363" y="63064"/>
                </a:cubicBezTo>
                <a:cubicBezTo>
                  <a:pt x="1450556" y="61523"/>
                  <a:pt x="1450652" y="60291"/>
                  <a:pt x="1450652" y="59367"/>
                </a:cubicBezTo>
                <a:lnTo>
                  <a:pt x="1450652" y="53243"/>
                </a:lnTo>
                <a:close/>
                <a:moveTo>
                  <a:pt x="1479711" y="22742"/>
                </a:moveTo>
                <a:lnTo>
                  <a:pt x="1479711" y="82473"/>
                </a:lnTo>
                <a:lnTo>
                  <a:pt x="1496116" y="82473"/>
                </a:lnTo>
                <a:lnTo>
                  <a:pt x="1496116" y="47819"/>
                </a:lnTo>
                <a:cubicBezTo>
                  <a:pt x="1496116" y="44892"/>
                  <a:pt x="1496539" y="42524"/>
                  <a:pt x="1497387" y="40715"/>
                </a:cubicBezTo>
                <a:cubicBezTo>
                  <a:pt x="1498234" y="38905"/>
                  <a:pt x="1499255" y="37519"/>
                  <a:pt x="1500449" y="36556"/>
                </a:cubicBezTo>
                <a:cubicBezTo>
                  <a:pt x="1501643" y="35593"/>
                  <a:pt x="1502875" y="34939"/>
                  <a:pt x="1504145" y="34592"/>
                </a:cubicBezTo>
                <a:cubicBezTo>
                  <a:pt x="1505416" y="34246"/>
                  <a:pt x="1506436" y="34072"/>
                  <a:pt x="1507207" y="34072"/>
                </a:cubicBezTo>
                <a:cubicBezTo>
                  <a:pt x="1509826" y="34072"/>
                  <a:pt x="1511809" y="34515"/>
                  <a:pt x="1513157" y="35401"/>
                </a:cubicBezTo>
                <a:cubicBezTo>
                  <a:pt x="1514505" y="36286"/>
                  <a:pt x="1515467" y="37460"/>
                  <a:pt x="1516044" y="38923"/>
                </a:cubicBezTo>
                <a:cubicBezTo>
                  <a:pt x="1516623" y="40387"/>
                  <a:pt x="1516950" y="41985"/>
                  <a:pt x="1517026" y="43718"/>
                </a:cubicBezTo>
                <a:cubicBezTo>
                  <a:pt x="1517104" y="45451"/>
                  <a:pt x="1517143" y="47202"/>
                  <a:pt x="1517143" y="48973"/>
                </a:cubicBezTo>
                <a:lnTo>
                  <a:pt x="1517143" y="82473"/>
                </a:lnTo>
                <a:lnTo>
                  <a:pt x="1533548" y="82473"/>
                </a:lnTo>
                <a:lnTo>
                  <a:pt x="1533548" y="49204"/>
                </a:lnTo>
                <a:cubicBezTo>
                  <a:pt x="1533548" y="47356"/>
                  <a:pt x="1533682" y="45527"/>
                  <a:pt x="1533951" y="43718"/>
                </a:cubicBezTo>
                <a:cubicBezTo>
                  <a:pt x="1534222" y="41909"/>
                  <a:pt x="1534761" y="40291"/>
                  <a:pt x="1535570" y="38867"/>
                </a:cubicBezTo>
                <a:cubicBezTo>
                  <a:pt x="1536378" y="37442"/>
                  <a:pt x="1537495" y="36286"/>
                  <a:pt x="1538919" y="35401"/>
                </a:cubicBezTo>
                <a:cubicBezTo>
                  <a:pt x="1540345" y="34515"/>
                  <a:pt x="1542213" y="34072"/>
                  <a:pt x="1544523" y="34072"/>
                </a:cubicBezTo>
                <a:cubicBezTo>
                  <a:pt x="1546834" y="34072"/>
                  <a:pt x="1548662" y="34458"/>
                  <a:pt x="1550009" y="35229"/>
                </a:cubicBezTo>
                <a:cubicBezTo>
                  <a:pt x="1551357" y="35998"/>
                  <a:pt x="1552378" y="37038"/>
                  <a:pt x="1553071" y="38347"/>
                </a:cubicBezTo>
                <a:cubicBezTo>
                  <a:pt x="1553765" y="39655"/>
                  <a:pt x="1554188" y="41195"/>
                  <a:pt x="1554342" y="42967"/>
                </a:cubicBezTo>
                <a:cubicBezTo>
                  <a:pt x="1554496" y="44739"/>
                  <a:pt x="1554573" y="46625"/>
                  <a:pt x="1554573" y="48626"/>
                </a:cubicBezTo>
                <a:lnTo>
                  <a:pt x="1554573" y="82473"/>
                </a:lnTo>
                <a:lnTo>
                  <a:pt x="1570980" y="82473"/>
                </a:lnTo>
                <a:lnTo>
                  <a:pt x="1570980" y="42481"/>
                </a:lnTo>
                <a:cubicBezTo>
                  <a:pt x="1570980" y="38629"/>
                  <a:pt x="1570440" y="35334"/>
                  <a:pt x="1569362" y="32598"/>
                </a:cubicBezTo>
                <a:cubicBezTo>
                  <a:pt x="1568284" y="29863"/>
                  <a:pt x="1566782" y="27647"/>
                  <a:pt x="1564856" y="25953"/>
                </a:cubicBezTo>
                <a:cubicBezTo>
                  <a:pt x="1562931" y="24257"/>
                  <a:pt x="1560620" y="23024"/>
                  <a:pt x="1557924" y="22254"/>
                </a:cubicBezTo>
                <a:cubicBezTo>
                  <a:pt x="1555229" y="21483"/>
                  <a:pt x="1552303" y="21098"/>
                  <a:pt x="1549145" y="21098"/>
                </a:cubicBezTo>
                <a:cubicBezTo>
                  <a:pt x="1544986" y="21098"/>
                  <a:pt x="1541385" y="22102"/>
                  <a:pt x="1538343" y="24110"/>
                </a:cubicBezTo>
                <a:cubicBezTo>
                  <a:pt x="1535300" y="26118"/>
                  <a:pt x="1532893" y="28434"/>
                  <a:pt x="1531122" y="31059"/>
                </a:cubicBezTo>
                <a:cubicBezTo>
                  <a:pt x="1529505" y="27353"/>
                  <a:pt x="1527136" y="24766"/>
                  <a:pt x="1524016" y="23299"/>
                </a:cubicBezTo>
                <a:cubicBezTo>
                  <a:pt x="1520897" y="21832"/>
                  <a:pt x="1517451" y="21098"/>
                  <a:pt x="1513677" y="21098"/>
                </a:cubicBezTo>
                <a:cubicBezTo>
                  <a:pt x="1509749" y="21098"/>
                  <a:pt x="1506264" y="21947"/>
                  <a:pt x="1503222" y="23647"/>
                </a:cubicBezTo>
                <a:cubicBezTo>
                  <a:pt x="1500179" y="25345"/>
                  <a:pt x="1497579" y="27739"/>
                  <a:pt x="1495423" y="30829"/>
                </a:cubicBezTo>
                <a:lnTo>
                  <a:pt x="1495192" y="30829"/>
                </a:lnTo>
                <a:lnTo>
                  <a:pt x="1495192" y="22742"/>
                </a:lnTo>
                <a:lnTo>
                  <a:pt x="1479711" y="22742"/>
                </a:lnTo>
                <a:close/>
                <a:moveTo>
                  <a:pt x="1623505" y="46257"/>
                </a:moveTo>
                <a:lnTo>
                  <a:pt x="1596819" y="46257"/>
                </a:lnTo>
                <a:cubicBezTo>
                  <a:pt x="1596895" y="45098"/>
                  <a:pt x="1597145" y="43785"/>
                  <a:pt x="1597568" y="42317"/>
                </a:cubicBezTo>
                <a:cubicBezTo>
                  <a:pt x="1597992" y="40848"/>
                  <a:pt x="1598725" y="39457"/>
                  <a:pt x="1599765" y="38144"/>
                </a:cubicBezTo>
                <a:cubicBezTo>
                  <a:pt x="1600805" y="36830"/>
                  <a:pt x="1602191" y="35729"/>
                  <a:pt x="1603923" y="34841"/>
                </a:cubicBezTo>
                <a:cubicBezTo>
                  <a:pt x="1605657" y="33952"/>
                  <a:pt x="1607833" y="33508"/>
                  <a:pt x="1610451" y="33508"/>
                </a:cubicBezTo>
                <a:cubicBezTo>
                  <a:pt x="1614456" y="33508"/>
                  <a:pt x="1617441" y="34590"/>
                  <a:pt x="1619404" y="36753"/>
                </a:cubicBezTo>
                <a:cubicBezTo>
                  <a:pt x="1621368" y="38917"/>
                  <a:pt x="1622735" y="42085"/>
                  <a:pt x="1623505" y="46257"/>
                </a:cubicBezTo>
                <a:moveTo>
                  <a:pt x="1596819" y="56637"/>
                </a:moveTo>
                <a:lnTo>
                  <a:pt x="1639912" y="56637"/>
                </a:lnTo>
                <a:cubicBezTo>
                  <a:pt x="1640219" y="52006"/>
                  <a:pt x="1639834" y="47568"/>
                  <a:pt x="1638755" y="43324"/>
                </a:cubicBezTo>
                <a:cubicBezTo>
                  <a:pt x="1637677" y="39079"/>
                  <a:pt x="1635925" y="35297"/>
                  <a:pt x="1633498" y="31980"/>
                </a:cubicBezTo>
                <a:cubicBezTo>
                  <a:pt x="1631073" y="28661"/>
                  <a:pt x="1627972" y="26018"/>
                  <a:pt x="1624198" y="24050"/>
                </a:cubicBezTo>
                <a:cubicBezTo>
                  <a:pt x="1620424" y="22082"/>
                  <a:pt x="1615996" y="21098"/>
                  <a:pt x="1610913" y="21098"/>
                </a:cubicBezTo>
                <a:cubicBezTo>
                  <a:pt x="1606368" y="21098"/>
                  <a:pt x="1602228" y="21908"/>
                  <a:pt x="1598494" y="23529"/>
                </a:cubicBezTo>
                <a:cubicBezTo>
                  <a:pt x="1594759" y="25148"/>
                  <a:pt x="1591543" y="27366"/>
                  <a:pt x="1588847" y="30182"/>
                </a:cubicBezTo>
                <a:cubicBezTo>
                  <a:pt x="1586151" y="32997"/>
                  <a:pt x="1584072" y="36334"/>
                  <a:pt x="1582609" y="40193"/>
                </a:cubicBezTo>
                <a:cubicBezTo>
                  <a:pt x="1581145" y="44050"/>
                  <a:pt x="1580414" y="48216"/>
                  <a:pt x="1580414" y="52691"/>
                </a:cubicBezTo>
                <a:cubicBezTo>
                  <a:pt x="1580414" y="57319"/>
                  <a:pt x="1581126" y="61562"/>
                  <a:pt x="1582550" y="65421"/>
                </a:cubicBezTo>
                <a:cubicBezTo>
                  <a:pt x="1583976" y="69278"/>
                  <a:pt x="1585998" y="72595"/>
                  <a:pt x="1588616" y="75374"/>
                </a:cubicBezTo>
                <a:cubicBezTo>
                  <a:pt x="1591235" y="78151"/>
                  <a:pt x="1594431" y="80291"/>
                  <a:pt x="1598204" y="81796"/>
                </a:cubicBezTo>
                <a:cubicBezTo>
                  <a:pt x="1601978" y="83300"/>
                  <a:pt x="1606214" y="84052"/>
                  <a:pt x="1610913" y="84052"/>
                </a:cubicBezTo>
                <a:cubicBezTo>
                  <a:pt x="1617690" y="84052"/>
                  <a:pt x="1623467" y="82513"/>
                  <a:pt x="1628242" y="79435"/>
                </a:cubicBezTo>
                <a:cubicBezTo>
                  <a:pt x="1633018" y="76357"/>
                  <a:pt x="1636561" y="71240"/>
                  <a:pt x="1638871" y="64083"/>
                </a:cubicBezTo>
                <a:lnTo>
                  <a:pt x="1624430" y="64083"/>
                </a:lnTo>
                <a:cubicBezTo>
                  <a:pt x="1623891" y="65915"/>
                  <a:pt x="1622427" y="67652"/>
                  <a:pt x="1620039" y="69294"/>
                </a:cubicBezTo>
                <a:cubicBezTo>
                  <a:pt x="1617652" y="70934"/>
                  <a:pt x="1614803" y="71755"/>
                  <a:pt x="1611491" y="71755"/>
                </a:cubicBezTo>
                <a:cubicBezTo>
                  <a:pt x="1606870" y="71755"/>
                  <a:pt x="1603327" y="70562"/>
                  <a:pt x="1600861" y="68178"/>
                </a:cubicBezTo>
                <a:cubicBezTo>
                  <a:pt x="1598397" y="65792"/>
                  <a:pt x="1597049" y="61945"/>
                  <a:pt x="1596819" y="56637"/>
                </a:cubicBezTo>
                <a:close/>
                <a:moveTo>
                  <a:pt x="1717378" y="82473"/>
                </a:moveTo>
                <a:lnTo>
                  <a:pt x="1736208" y="22790"/>
                </a:lnTo>
                <a:lnTo>
                  <a:pt x="1719341" y="22790"/>
                </a:lnTo>
                <a:lnTo>
                  <a:pt x="1708366" y="63194"/>
                </a:lnTo>
                <a:lnTo>
                  <a:pt x="1708135" y="63194"/>
                </a:lnTo>
                <a:lnTo>
                  <a:pt x="1697969" y="22790"/>
                </a:lnTo>
                <a:lnTo>
                  <a:pt x="1682026" y="22790"/>
                </a:lnTo>
                <a:lnTo>
                  <a:pt x="1672090" y="63309"/>
                </a:lnTo>
                <a:lnTo>
                  <a:pt x="1671859" y="63309"/>
                </a:lnTo>
                <a:lnTo>
                  <a:pt x="1660884" y="22790"/>
                </a:lnTo>
                <a:lnTo>
                  <a:pt x="1643553" y="22790"/>
                </a:lnTo>
                <a:lnTo>
                  <a:pt x="1662500" y="82473"/>
                </a:lnTo>
                <a:lnTo>
                  <a:pt x="1679484" y="82473"/>
                </a:lnTo>
                <a:lnTo>
                  <a:pt x="1689650" y="42416"/>
                </a:lnTo>
                <a:lnTo>
                  <a:pt x="1689881" y="42416"/>
                </a:lnTo>
                <a:lnTo>
                  <a:pt x="1700509" y="82473"/>
                </a:lnTo>
                <a:lnTo>
                  <a:pt x="1717378" y="82473"/>
                </a:lnTo>
                <a:close/>
                <a:moveTo>
                  <a:pt x="1756997" y="52690"/>
                </a:moveTo>
                <a:cubicBezTo>
                  <a:pt x="1756997" y="50301"/>
                  <a:pt x="1757228" y="47952"/>
                  <a:pt x="1757690" y="45642"/>
                </a:cubicBezTo>
                <a:cubicBezTo>
                  <a:pt x="1758152" y="43330"/>
                  <a:pt x="1758941" y="41289"/>
                  <a:pt x="1760057" y="39518"/>
                </a:cubicBezTo>
                <a:cubicBezTo>
                  <a:pt x="1761175" y="37745"/>
                  <a:pt x="1762658" y="36301"/>
                  <a:pt x="1764507" y="35185"/>
                </a:cubicBezTo>
                <a:cubicBezTo>
                  <a:pt x="1766355" y="34067"/>
                  <a:pt x="1768666" y="33508"/>
                  <a:pt x="1771438" y="33508"/>
                </a:cubicBezTo>
                <a:cubicBezTo>
                  <a:pt x="1774212" y="33508"/>
                  <a:pt x="1776542" y="34067"/>
                  <a:pt x="1778428" y="35185"/>
                </a:cubicBezTo>
                <a:cubicBezTo>
                  <a:pt x="1780315" y="36301"/>
                  <a:pt x="1781817" y="37745"/>
                  <a:pt x="1782934" y="39518"/>
                </a:cubicBezTo>
                <a:cubicBezTo>
                  <a:pt x="1784051" y="41289"/>
                  <a:pt x="1784841" y="43330"/>
                  <a:pt x="1785303" y="45642"/>
                </a:cubicBezTo>
                <a:cubicBezTo>
                  <a:pt x="1785765" y="47952"/>
                  <a:pt x="1785996" y="50301"/>
                  <a:pt x="1785996" y="52690"/>
                </a:cubicBezTo>
                <a:cubicBezTo>
                  <a:pt x="1785996" y="55078"/>
                  <a:pt x="1785765" y="57408"/>
                  <a:pt x="1785303" y="59681"/>
                </a:cubicBezTo>
                <a:cubicBezTo>
                  <a:pt x="1784841" y="61953"/>
                  <a:pt x="1784051" y="63994"/>
                  <a:pt x="1782934" y="65805"/>
                </a:cubicBezTo>
                <a:cubicBezTo>
                  <a:pt x="1781817" y="67615"/>
                  <a:pt x="1780315" y="69059"/>
                  <a:pt x="1778428" y="70138"/>
                </a:cubicBezTo>
                <a:cubicBezTo>
                  <a:pt x="1776542" y="71216"/>
                  <a:pt x="1774212" y="71755"/>
                  <a:pt x="1771438" y="71755"/>
                </a:cubicBezTo>
                <a:cubicBezTo>
                  <a:pt x="1768666" y="71755"/>
                  <a:pt x="1766355" y="71216"/>
                  <a:pt x="1764507" y="70138"/>
                </a:cubicBezTo>
                <a:cubicBezTo>
                  <a:pt x="1762658" y="69059"/>
                  <a:pt x="1761175" y="67615"/>
                  <a:pt x="1760057" y="65805"/>
                </a:cubicBezTo>
                <a:cubicBezTo>
                  <a:pt x="1758941" y="63994"/>
                  <a:pt x="1758152" y="61953"/>
                  <a:pt x="1757690" y="59681"/>
                </a:cubicBezTo>
                <a:cubicBezTo>
                  <a:pt x="1757228" y="57408"/>
                  <a:pt x="1756997" y="55078"/>
                  <a:pt x="1756997" y="52690"/>
                </a:cubicBezTo>
                <a:moveTo>
                  <a:pt x="1740592" y="52691"/>
                </a:moveTo>
                <a:cubicBezTo>
                  <a:pt x="1740592" y="57474"/>
                  <a:pt x="1741324" y="61795"/>
                  <a:pt x="1742787" y="65652"/>
                </a:cubicBezTo>
                <a:cubicBezTo>
                  <a:pt x="1744250" y="69509"/>
                  <a:pt x="1746330" y="72807"/>
                  <a:pt x="1749026" y="75546"/>
                </a:cubicBezTo>
                <a:cubicBezTo>
                  <a:pt x="1751722" y="78285"/>
                  <a:pt x="1754956" y="80387"/>
                  <a:pt x="1758730" y="81854"/>
                </a:cubicBezTo>
                <a:cubicBezTo>
                  <a:pt x="1762505" y="83319"/>
                  <a:pt x="1766741" y="84052"/>
                  <a:pt x="1771438" y="84052"/>
                </a:cubicBezTo>
                <a:cubicBezTo>
                  <a:pt x="1776137" y="84052"/>
                  <a:pt x="1780392" y="83319"/>
                  <a:pt x="1784205" y="81854"/>
                </a:cubicBezTo>
                <a:cubicBezTo>
                  <a:pt x="1788017" y="80387"/>
                  <a:pt x="1791271" y="78285"/>
                  <a:pt x="1793967" y="75546"/>
                </a:cubicBezTo>
                <a:cubicBezTo>
                  <a:pt x="1796663" y="72807"/>
                  <a:pt x="1798743" y="69509"/>
                  <a:pt x="1800206" y="65652"/>
                </a:cubicBezTo>
                <a:cubicBezTo>
                  <a:pt x="1801669" y="61795"/>
                  <a:pt x="1802401" y="57474"/>
                  <a:pt x="1802401" y="52691"/>
                </a:cubicBezTo>
                <a:cubicBezTo>
                  <a:pt x="1802401" y="47908"/>
                  <a:pt x="1801669" y="43569"/>
                  <a:pt x="1800206" y="39673"/>
                </a:cubicBezTo>
                <a:cubicBezTo>
                  <a:pt x="1798743" y="35776"/>
                  <a:pt x="1796663" y="32458"/>
                  <a:pt x="1793967" y="29720"/>
                </a:cubicBezTo>
                <a:cubicBezTo>
                  <a:pt x="1791271" y="26980"/>
                  <a:pt x="1788017" y="24858"/>
                  <a:pt x="1784205" y="23354"/>
                </a:cubicBezTo>
                <a:cubicBezTo>
                  <a:pt x="1780392" y="21850"/>
                  <a:pt x="1776137" y="21098"/>
                  <a:pt x="1771438" y="21098"/>
                </a:cubicBezTo>
                <a:cubicBezTo>
                  <a:pt x="1766741" y="21098"/>
                  <a:pt x="1762505" y="21850"/>
                  <a:pt x="1758730" y="23354"/>
                </a:cubicBezTo>
                <a:cubicBezTo>
                  <a:pt x="1754956" y="24858"/>
                  <a:pt x="1751722" y="26980"/>
                  <a:pt x="1749026" y="29720"/>
                </a:cubicBezTo>
                <a:cubicBezTo>
                  <a:pt x="1746330" y="32458"/>
                  <a:pt x="1744250" y="35776"/>
                  <a:pt x="1742787" y="39673"/>
                </a:cubicBezTo>
                <a:cubicBezTo>
                  <a:pt x="1741324" y="43569"/>
                  <a:pt x="1740592" y="47908"/>
                  <a:pt x="1740592" y="52691"/>
                </a:cubicBezTo>
                <a:close/>
                <a:moveTo>
                  <a:pt x="1812830" y="22700"/>
                </a:moveTo>
                <a:lnTo>
                  <a:pt x="1812830" y="82473"/>
                </a:lnTo>
                <a:lnTo>
                  <a:pt x="1829235" y="82473"/>
                </a:lnTo>
                <a:lnTo>
                  <a:pt x="1829235" y="55526"/>
                </a:lnTo>
                <a:cubicBezTo>
                  <a:pt x="1829235" y="52828"/>
                  <a:pt x="1829505" y="50322"/>
                  <a:pt x="1830044" y="48009"/>
                </a:cubicBezTo>
                <a:cubicBezTo>
                  <a:pt x="1830584" y="45696"/>
                  <a:pt x="1831489" y="43673"/>
                  <a:pt x="1832759" y="41938"/>
                </a:cubicBezTo>
                <a:cubicBezTo>
                  <a:pt x="1834029" y="40203"/>
                  <a:pt x="1835704" y="38835"/>
                  <a:pt x="1837783" y="37832"/>
                </a:cubicBezTo>
                <a:cubicBezTo>
                  <a:pt x="1839863" y="36830"/>
                  <a:pt x="1842405" y="36329"/>
                  <a:pt x="1845409" y="36329"/>
                </a:cubicBezTo>
                <a:cubicBezTo>
                  <a:pt x="1846410" y="36329"/>
                  <a:pt x="1847450" y="36387"/>
                  <a:pt x="1848528" y="36503"/>
                </a:cubicBezTo>
                <a:cubicBezTo>
                  <a:pt x="1849606" y="36618"/>
                  <a:pt x="1850531" y="36753"/>
                  <a:pt x="1851301" y="36907"/>
                </a:cubicBezTo>
                <a:lnTo>
                  <a:pt x="1851301" y="21674"/>
                </a:lnTo>
                <a:cubicBezTo>
                  <a:pt x="1849991" y="21290"/>
                  <a:pt x="1848798" y="21098"/>
                  <a:pt x="1847720" y="21098"/>
                </a:cubicBezTo>
                <a:cubicBezTo>
                  <a:pt x="1845640" y="21098"/>
                  <a:pt x="1843638" y="21406"/>
                  <a:pt x="1841712" y="22021"/>
                </a:cubicBezTo>
                <a:cubicBezTo>
                  <a:pt x="1839787" y="22636"/>
                  <a:pt x="1837978" y="23501"/>
                  <a:pt x="1836283" y="24616"/>
                </a:cubicBezTo>
                <a:cubicBezTo>
                  <a:pt x="1834588" y="25732"/>
                  <a:pt x="1833086" y="27078"/>
                  <a:pt x="1831777" y="28655"/>
                </a:cubicBezTo>
                <a:cubicBezTo>
                  <a:pt x="1830468" y="30232"/>
                  <a:pt x="1829428" y="31944"/>
                  <a:pt x="1828657" y="33790"/>
                </a:cubicBezTo>
                <a:lnTo>
                  <a:pt x="1828426" y="33790"/>
                </a:lnTo>
                <a:lnTo>
                  <a:pt x="1828426" y="22700"/>
                </a:lnTo>
                <a:lnTo>
                  <a:pt x="1812830" y="22700"/>
                </a:lnTo>
                <a:close/>
                <a:moveTo>
                  <a:pt x="1858708" y="0"/>
                </a:moveTo>
                <a:lnTo>
                  <a:pt x="1858708" y="82473"/>
                </a:lnTo>
                <a:lnTo>
                  <a:pt x="1875113" y="82473"/>
                </a:lnTo>
                <a:lnTo>
                  <a:pt x="1875113" y="61909"/>
                </a:lnTo>
                <a:lnTo>
                  <a:pt x="1881468" y="55785"/>
                </a:lnTo>
                <a:lnTo>
                  <a:pt x="1897873" y="82473"/>
                </a:lnTo>
                <a:lnTo>
                  <a:pt x="1917743" y="82473"/>
                </a:lnTo>
                <a:lnTo>
                  <a:pt x="1892672" y="44702"/>
                </a:lnTo>
                <a:lnTo>
                  <a:pt x="1915201" y="22755"/>
                </a:lnTo>
                <a:lnTo>
                  <a:pt x="1895792" y="22755"/>
                </a:lnTo>
                <a:lnTo>
                  <a:pt x="1875113" y="44240"/>
                </a:lnTo>
                <a:lnTo>
                  <a:pt x="1875113" y="0"/>
                </a:lnTo>
                <a:lnTo>
                  <a:pt x="1858708" y="0"/>
                </a:lnTo>
                <a:close/>
                <a:moveTo>
                  <a:pt x="1926586" y="0"/>
                </a:moveTo>
                <a:lnTo>
                  <a:pt x="1926586" y="37118"/>
                </a:lnTo>
                <a:lnTo>
                  <a:pt x="1938947" y="37118"/>
                </a:lnTo>
                <a:lnTo>
                  <a:pt x="1938947" y="0"/>
                </a:lnTo>
                <a:lnTo>
                  <a:pt x="1926586" y="0"/>
                </a:lnTo>
                <a:moveTo>
                  <a:pt x="1948073" y="0"/>
                </a:moveTo>
                <a:lnTo>
                  <a:pt x="1948073" y="37118"/>
                </a:lnTo>
                <a:lnTo>
                  <a:pt x="1960436" y="37118"/>
                </a:lnTo>
                <a:lnTo>
                  <a:pt x="1960436" y="0"/>
                </a:lnTo>
                <a:lnTo>
                  <a:pt x="19480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&quot;solution&quot;">
            <a:extLst xmlns:a="http://schemas.openxmlformats.org/drawingml/2006/main">
              <a:ext uri="{FF2B5EF4-FFF2-40B4-BE49-F238E27FC236}">
                <a16:creationId xmlns:a16="http://schemas.microsoft.com/office/drawing/2014/main" id="{8F6AFA3A-5066-46B7-B9C7-8F3F49EE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356" y="5279323"/>
            <a:ext cx="525808" cy="84052"/>
          </a:xfrm>
          <a:custGeom xmlns:a="http://schemas.openxmlformats.org/drawingml/2006/main">
            <a:pathLst>
              <a:path w="525808" h="84052">
                <a:moveTo>
                  <a:pt x="0" y="0"/>
                </a:moveTo>
                <a:lnTo>
                  <a:pt x="0" y="37118"/>
                </a:lnTo>
                <a:lnTo>
                  <a:pt x="12361" y="37118"/>
                </a:lnTo>
                <a:lnTo>
                  <a:pt x="12361" y="0"/>
                </a:lnTo>
                <a:lnTo>
                  <a:pt x="0" y="0"/>
                </a:lnTo>
                <a:moveTo>
                  <a:pt x="21487" y="0"/>
                </a:moveTo>
                <a:lnTo>
                  <a:pt x="21487" y="37118"/>
                </a:lnTo>
                <a:lnTo>
                  <a:pt x="33850" y="37118"/>
                </a:lnTo>
                <a:lnTo>
                  <a:pt x="33850" y="0"/>
                </a:lnTo>
                <a:lnTo>
                  <a:pt x="21487" y="0"/>
                </a:lnTo>
                <a:close/>
                <a:moveTo>
                  <a:pt x="61918" y="63067"/>
                </a:moveTo>
                <a:lnTo>
                  <a:pt x="46322" y="63067"/>
                </a:lnTo>
                <a:cubicBezTo>
                  <a:pt x="46476" y="67065"/>
                  <a:pt x="47381" y="70391"/>
                  <a:pt x="49037" y="73043"/>
                </a:cubicBezTo>
                <a:cubicBezTo>
                  <a:pt x="50693" y="75695"/>
                  <a:pt x="52811" y="77828"/>
                  <a:pt x="55390" y="79442"/>
                </a:cubicBezTo>
                <a:cubicBezTo>
                  <a:pt x="57971" y="81057"/>
                  <a:pt x="60918" y="82210"/>
                  <a:pt x="64229" y="82901"/>
                </a:cubicBezTo>
                <a:cubicBezTo>
                  <a:pt x="67541" y="83593"/>
                  <a:pt x="70930" y="83939"/>
                  <a:pt x="74396" y="83939"/>
                </a:cubicBezTo>
                <a:cubicBezTo>
                  <a:pt x="77784" y="83939"/>
                  <a:pt x="81114" y="83611"/>
                  <a:pt x="84387" y="82956"/>
                </a:cubicBezTo>
                <a:cubicBezTo>
                  <a:pt x="87662" y="82301"/>
                  <a:pt x="90569" y="81165"/>
                  <a:pt x="93110" y="79546"/>
                </a:cubicBezTo>
                <a:cubicBezTo>
                  <a:pt x="95652" y="77928"/>
                  <a:pt x="97712" y="75790"/>
                  <a:pt x="99290" y="73131"/>
                </a:cubicBezTo>
                <a:cubicBezTo>
                  <a:pt x="100870" y="70473"/>
                  <a:pt x="101660" y="67179"/>
                  <a:pt x="101660" y="63249"/>
                </a:cubicBezTo>
                <a:cubicBezTo>
                  <a:pt x="101660" y="60475"/>
                  <a:pt x="101120" y="58145"/>
                  <a:pt x="100041" y="56257"/>
                </a:cubicBezTo>
                <a:cubicBezTo>
                  <a:pt x="98964" y="54369"/>
                  <a:pt x="97539" y="52789"/>
                  <a:pt x="95767" y="51517"/>
                </a:cubicBezTo>
                <a:cubicBezTo>
                  <a:pt x="93995" y="50246"/>
                  <a:pt x="91974" y="49225"/>
                  <a:pt x="89702" y="48455"/>
                </a:cubicBezTo>
                <a:cubicBezTo>
                  <a:pt x="87431" y="47684"/>
                  <a:pt x="85101" y="47029"/>
                  <a:pt x="82713" y="46490"/>
                </a:cubicBezTo>
                <a:cubicBezTo>
                  <a:pt x="80402" y="45950"/>
                  <a:pt x="78130" y="45450"/>
                  <a:pt x="75896" y="44988"/>
                </a:cubicBezTo>
                <a:cubicBezTo>
                  <a:pt x="73663" y="44525"/>
                  <a:pt x="71680" y="44005"/>
                  <a:pt x="69946" y="43428"/>
                </a:cubicBezTo>
                <a:cubicBezTo>
                  <a:pt x="68214" y="42849"/>
                  <a:pt x="66808" y="42098"/>
                  <a:pt x="65730" y="41173"/>
                </a:cubicBezTo>
                <a:cubicBezTo>
                  <a:pt x="64652" y="40248"/>
                  <a:pt x="64113" y="39053"/>
                  <a:pt x="64113" y="37589"/>
                </a:cubicBezTo>
                <a:cubicBezTo>
                  <a:pt x="64113" y="36356"/>
                  <a:pt x="64421" y="35374"/>
                  <a:pt x="65037" y="34642"/>
                </a:cubicBezTo>
                <a:cubicBezTo>
                  <a:pt x="65654" y="33909"/>
                  <a:pt x="66405" y="33351"/>
                  <a:pt x="67290" y="32967"/>
                </a:cubicBezTo>
                <a:cubicBezTo>
                  <a:pt x="68176" y="32581"/>
                  <a:pt x="69158" y="32331"/>
                  <a:pt x="70235" y="32216"/>
                </a:cubicBezTo>
                <a:cubicBezTo>
                  <a:pt x="71314" y="32100"/>
                  <a:pt x="72315" y="32041"/>
                  <a:pt x="73239" y="32041"/>
                </a:cubicBezTo>
                <a:cubicBezTo>
                  <a:pt x="76166" y="32041"/>
                  <a:pt x="78707" y="32603"/>
                  <a:pt x="80863" y="33725"/>
                </a:cubicBezTo>
                <a:cubicBezTo>
                  <a:pt x="83020" y="34846"/>
                  <a:pt x="84214" y="36993"/>
                  <a:pt x="84446" y="40165"/>
                </a:cubicBezTo>
                <a:lnTo>
                  <a:pt x="100043" y="40165"/>
                </a:lnTo>
                <a:cubicBezTo>
                  <a:pt x="99735" y="36467"/>
                  <a:pt x="98792" y="33405"/>
                  <a:pt x="97212" y="30978"/>
                </a:cubicBezTo>
                <a:cubicBezTo>
                  <a:pt x="95634" y="28552"/>
                  <a:pt x="93651" y="26607"/>
                  <a:pt x="91262" y="25143"/>
                </a:cubicBezTo>
                <a:cubicBezTo>
                  <a:pt x="88876" y="23679"/>
                  <a:pt x="86161" y="22639"/>
                  <a:pt x="83118" y="22023"/>
                </a:cubicBezTo>
                <a:cubicBezTo>
                  <a:pt x="80075" y="21406"/>
                  <a:pt x="76937" y="21098"/>
                  <a:pt x="73703" y="21098"/>
                </a:cubicBezTo>
                <a:cubicBezTo>
                  <a:pt x="70467" y="21098"/>
                  <a:pt x="67309" y="21387"/>
                  <a:pt x="64228" y="21965"/>
                </a:cubicBezTo>
                <a:cubicBezTo>
                  <a:pt x="61147" y="22542"/>
                  <a:pt x="58375" y="23543"/>
                  <a:pt x="55910" y="24969"/>
                </a:cubicBezTo>
                <a:cubicBezTo>
                  <a:pt x="53446" y="26394"/>
                  <a:pt x="51463" y="28340"/>
                  <a:pt x="49961" y="30806"/>
                </a:cubicBezTo>
                <a:cubicBezTo>
                  <a:pt x="48459" y="33271"/>
                  <a:pt x="47708" y="36431"/>
                  <a:pt x="47708" y="40284"/>
                </a:cubicBezTo>
                <a:cubicBezTo>
                  <a:pt x="47708" y="42904"/>
                  <a:pt x="48247" y="45119"/>
                  <a:pt x="49325" y="46930"/>
                </a:cubicBezTo>
                <a:cubicBezTo>
                  <a:pt x="50403" y="48740"/>
                  <a:pt x="51828" y="50243"/>
                  <a:pt x="53599" y="51438"/>
                </a:cubicBezTo>
                <a:cubicBezTo>
                  <a:pt x="55372" y="52632"/>
                  <a:pt x="57394" y="53595"/>
                  <a:pt x="59665" y="54327"/>
                </a:cubicBezTo>
                <a:cubicBezTo>
                  <a:pt x="61937" y="55059"/>
                  <a:pt x="64267" y="55695"/>
                  <a:pt x="66655" y="56235"/>
                </a:cubicBezTo>
                <a:cubicBezTo>
                  <a:pt x="72508" y="57467"/>
                  <a:pt x="77070" y="58700"/>
                  <a:pt x="80343" y="59933"/>
                </a:cubicBezTo>
                <a:cubicBezTo>
                  <a:pt x="83618" y="61166"/>
                  <a:pt x="85255" y="63015"/>
                  <a:pt x="85255" y="65481"/>
                </a:cubicBezTo>
                <a:cubicBezTo>
                  <a:pt x="85255" y="66944"/>
                  <a:pt x="84908" y="68157"/>
                  <a:pt x="84215" y="69121"/>
                </a:cubicBezTo>
                <a:cubicBezTo>
                  <a:pt x="83521" y="70085"/>
                  <a:pt x="82655" y="70856"/>
                  <a:pt x="81614" y="71434"/>
                </a:cubicBezTo>
                <a:cubicBezTo>
                  <a:pt x="80576" y="72011"/>
                  <a:pt x="79420" y="72434"/>
                  <a:pt x="78149" y="72705"/>
                </a:cubicBezTo>
                <a:cubicBezTo>
                  <a:pt x="76878" y="72974"/>
                  <a:pt x="75665" y="73108"/>
                  <a:pt x="74510" y="73108"/>
                </a:cubicBezTo>
                <a:cubicBezTo>
                  <a:pt x="72893" y="73108"/>
                  <a:pt x="71334" y="72916"/>
                  <a:pt x="69832" y="72532"/>
                </a:cubicBezTo>
                <a:cubicBezTo>
                  <a:pt x="68330" y="72147"/>
                  <a:pt x="67001" y="71550"/>
                  <a:pt x="65846" y="70743"/>
                </a:cubicBezTo>
                <a:cubicBezTo>
                  <a:pt x="64691" y="69934"/>
                  <a:pt x="63747" y="68895"/>
                  <a:pt x="63015" y="67626"/>
                </a:cubicBezTo>
                <a:cubicBezTo>
                  <a:pt x="62284" y="66357"/>
                  <a:pt x="61918" y="64837"/>
                  <a:pt x="61918" y="63067"/>
                </a:cubicBezTo>
                <a:close/>
                <a:moveTo>
                  <a:pt x="125738" y="52690"/>
                </a:moveTo>
                <a:cubicBezTo>
                  <a:pt x="125738" y="50301"/>
                  <a:pt x="125969" y="47952"/>
                  <a:pt x="126431" y="45642"/>
                </a:cubicBezTo>
                <a:cubicBezTo>
                  <a:pt x="126893" y="43330"/>
                  <a:pt x="127682" y="41289"/>
                  <a:pt x="128798" y="39518"/>
                </a:cubicBezTo>
                <a:cubicBezTo>
                  <a:pt x="129916" y="37745"/>
                  <a:pt x="131399" y="36301"/>
                  <a:pt x="133248" y="35185"/>
                </a:cubicBezTo>
                <a:cubicBezTo>
                  <a:pt x="135096" y="34067"/>
                  <a:pt x="137407" y="33508"/>
                  <a:pt x="140179" y="33508"/>
                </a:cubicBezTo>
                <a:cubicBezTo>
                  <a:pt x="142953" y="33508"/>
                  <a:pt x="145283" y="34067"/>
                  <a:pt x="147169" y="35185"/>
                </a:cubicBezTo>
                <a:cubicBezTo>
                  <a:pt x="149056" y="36301"/>
                  <a:pt x="150558" y="37745"/>
                  <a:pt x="151675" y="39518"/>
                </a:cubicBezTo>
                <a:cubicBezTo>
                  <a:pt x="152792" y="41289"/>
                  <a:pt x="153582" y="43330"/>
                  <a:pt x="154044" y="45642"/>
                </a:cubicBezTo>
                <a:cubicBezTo>
                  <a:pt x="154506" y="47952"/>
                  <a:pt x="154737" y="50301"/>
                  <a:pt x="154737" y="52690"/>
                </a:cubicBezTo>
                <a:cubicBezTo>
                  <a:pt x="154737" y="55078"/>
                  <a:pt x="154506" y="57408"/>
                  <a:pt x="154044" y="59681"/>
                </a:cubicBezTo>
                <a:cubicBezTo>
                  <a:pt x="153582" y="61953"/>
                  <a:pt x="152792" y="63994"/>
                  <a:pt x="151675" y="65805"/>
                </a:cubicBezTo>
                <a:cubicBezTo>
                  <a:pt x="150558" y="67615"/>
                  <a:pt x="149056" y="69059"/>
                  <a:pt x="147169" y="70138"/>
                </a:cubicBezTo>
                <a:cubicBezTo>
                  <a:pt x="145283" y="71216"/>
                  <a:pt x="142953" y="71755"/>
                  <a:pt x="140179" y="71755"/>
                </a:cubicBezTo>
                <a:cubicBezTo>
                  <a:pt x="137407" y="71755"/>
                  <a:pt x="135096" y="71216"/>
                  <a:pt x="133248" y="70138"/>
                </a:cubicBezTo>
                <a:cubicBezTo>
                  <a:pt x="131399" y="69059"/>
                  <a:pt x="129916" y="67615"/>
                  <a:pt x="128798" y="65805"/>
                </a:cubicBezTo>
                <a:cubicBezTo>
                  <a:pt x="127682" y="63994"/>
                  <a:pt x="126893" y="61953"/>
                  <a:pt x="126431" y="59681"/>
                </a:cubicBezTo>
                <a:cubicBezTo>
                  <a:pt x="125969" y="57408"/>
                  <a:pt x="125738" y="55078"/>
                  <a:pt x="125738" y="52690"/>
                </a:cubicBezTo>
                <a:moveTo>
                  <a:pt x="109333" y="52691"/>
                </a:moveTo>
                <a:cubicBezTo>
                  <a:pt x="109333" y="57474"/>
                  <a:pt x="110065" y="61795"/>
                  <a:pt x="111528" y="65652"/>
                </a:cubicBezTo>
                <a:cubicBezTo>
                  <a:pt x="112991" y="69509"/>
                  <a:pt x="115070" y="72807"/>
                  <a:pt x="117766" y="75546"/>
                </a:cubicBezTo>
                <a:cubicBezTo>
                  <a:pt x="120462" y="78285"/>
                  <a:pt x="123697" y="80387"/>
                  <a:pt x="127471" y="81854"/>
                </a:cubicBezTo>
                <a:cubicBezTo>
                  <a:pt x="131246" y="83319"/>
                  <a:pt x="135482" y="84052"/>
                  <a:pt x="140179" y="84052"/>
                </a:cubicBezTo>
                <a:cubicBezTo>
                  <a:pt x="144878" y="84052"/>
                  <a:pt x="149133" y="83319"/>
                  <a:pt x="152946" y="81854"/>
                </a:cubicBezTo>
                <a:cubicBezTo>
                  <a:pt x="156758" y="80387"/>
                  <a:pt x="160012" y="78285"/>
                  <a:pt x="162708" y="75546"/>
                </a:cubicBezTo>
                <a:cubicBezTo>
                  <a:pt x="165404" y="72807"/>
                  <a:pt x="167484" y="69509"/>
                  <a:pt x="168947" y="65652"/>
                </a:cubicBezTo>
                <a:cubicBezTo>
                  <a:pt x="170410" y="61795"/>
                  <a:pt x="171142" y="57474"/>
                  <a:pt x="171142" y="52691"/>
                </a:cubicBezTo>
                <a:cubicBezTo>
                  <a:pt x="171142" y="47908"/>
                  <a:pt x="170410" y="43569"/>
                  <a:pt x="168947" y="39673"/>
                </a:cubicBezTo>
                <a:cubicBezTo>
                  <a:pt x="167484" y="35776"/>
                  <a:pt x="165404" y="32458"/>
                  <a:pt x="162708" y="29720"/>
                </a:cubicBezTo>
                <a:cubicBezTo>
                  <a:pt x="160012" y="26980"/>
                  <a:pt x="156758" y="24858"/>
                  <a:pt x="152946" y="23354"/>
                </a:cubicBezTo>
                <a:cubicBezTo>
                  <a:pt x="149133" y="21850"/>
                  <a:pt x="144878" y="21098"/>
                  <a:pt x="140179" y="21098"/>
                </a:cubicBezTo>
                <a:cubicBezTo>
                  <a:pt x="135482" y="21098"/>
                  <a:pt x="131246" y="21850"/>
                  <a:pt x="127471" y="23354"/>
                </a:cubicBezTo>
                <a:cubicBezTo>
                  <a:pt x="123697" y="24858"/>
                  <a:pt x="120462" y="26980"/>
                  <a:pt x="117766" y="29720"/>
                </a:cubicBezTo>
                <a:cubicBezTo>
                  <a:pt x="115070" y="32458"/>
                  <a:pt x="112991" y="35776"/>
                  <a:pt x="111528" y="39673"/>
                </a:cubicBezTo>
                <a:cubicBezTo>
                  <a:pt x="110065" y="43569"/>
                  <a:pt x="109333" y="47908"/>
                  <a:pt x="109333" y="52691"/>
                </a:cubicBezTo>
                <a:close/>
                <a:moveTo>
                  <a:pt x="182033" y="0"/>
                </a:moveTo>
                <a:lnTo>
                  <a:pt x="182033" y="82473"/>
                </a:lnTo>
                <a:lnTo>
                  <a:pt x="198438" y="82473"/>
                </a:lnTo>
                <a:lnTo>
                  <a:pt x="198438" y="0"/>
                </a:lnTo>
                <a:lnTo>
                  <a:pt x="182033" y="0"/>
                </a:lnTo>
                <a:close/>
                <a:moveTo>
                  <a:pt x="267442" y="82409"/>
                </a:moveTo>
                <a:lnTo>
                  <a:pt x="267442" y="22790"/>
                </a:lnTo>
                <a:lnTo>
                  <a:pt x="251037" y="22790"/>
                </a:lnTo>
                <a:lnTo>
                  <a:pt x="251037" y="54022"/>
                </a:lnTo>
                <a:cubicBezTo>
                  <a:pt x="251037" y="60091"/>
                  <a:pt x="250036" y="64451"/>
                  <a:pt x="248033" y="67102"/>
                </a:cubicBezTo>
                <a:cubicBezTo>
                  <a:pt x="246031" y="69753"/>
                  <a:pt x="242796" y="71078"/>
                  <a:pt x="238329" y="71078"/>
                </a:cubicBezTo>
                <a:cubicBezTo>
                  <a:pt x="234400" y="71078"/>
                  <a:pt x="231665" y="69868"/>
                  <a:pt x="230125" y="67448"/>
                </a:cubicBezTo>
                <a:cubicBezTo>
                  <a:pt x="228585" y="65027"/>
                  <a:pt x="227815" y="61358"/>
                  <a:pt x="227815" y="56441"/>
                </a:cubicBezTo>
                <a:lnTo>
                  <a:pt x="227815" y="22790"/>
                </a:lnTo>
                <a:lnTo>
                  <a:pt x="211410" y="22790"/>
                </a:lnTo>
                <a:lnTo>
                  <a:pt x="211410" y="59480"/>
                </a:lnTo>
                <a:cubicBezTo>
                  <a:pt x="211410" y="63171"/>
                  <a:pt x="211738" y="66537"/>
                  <a:pt x="212392" y="69576"/>
                </a:cubicBezTo>
                <a:cubicBezTo>
                  <a:pt x="213047" y="72614"/>
                  <a:pt x="214183" y="75190"/>
                  <a:pt x="215800" y="77306"/>
                </a:cubicBezTo>
                <a:cubicBezTo>
                  <a:pt x="217418" y="79421"/>
                  <a:pt x="219633" y="81056"/>
                  <a:pt x="222444" y="82210"/>
                </a:cubicBezTo>
                <a:cubicBezTo>
                  <a:pt x="225255" y="83363"/>
                  <a:pt x="228856" y="83939"/>
                  <a:pt x="233247" y="83939"/>
                </a:cubicBezTo>
                <a:cubicBezTo>
                  <a:pt x="236712" y="83939"/>
                  <a:pt x="240101" y="83167"/>
                  <a:pt x="243413" y="81623"/>
                </a:cubicBezTo>
                <a:cubicBezTo>
                  <a:pt x="246725" y="80078"/>
                  <a:pt x="249420" y="77567"/>
                  <a:pt x="251499" y="74090"/>
                </a:cubicBezTo>
                <a:lnTo>
                  <a:pt x="251846" y="74090"/>
                </a:lnTo>
                <a:lnTo>
                  <a:pt x="251846" y="82409"/>
                </a:lnTo>
                <a:lnTo>
                  <a:pt x="267442" y="82409"/>
                </a:lnTo>
                <a:close/>
                <a:moveTo>
                  <a:pt x="300298" y="22790"/>
                </a:moveTo>
                <a:lnTo>
                  <a:pt x="300298" y="4851"/>
                </a:lnTo>
                <a:lnTo>
                  <a:pt x="283893" y="4851"/>
                </a:lnTo>
                <a:lnTo>
                  <a:pt x="283893" y="22790"/>
                </a:lnTo>
                <a:lnTo>
                  <a:pt x="273958" y="22790"/>
                </a:lnTo>
                <a:lnTo>
                  <a:pt x="273958" y="33734"/>
                </a:lnTo>
                <a:lnTo>
                  <a:pt x="283893" y="33734"/>
                </a:lnTo>
                <a:lnTo>
                  <a:pt x="283893" y="68950"/>
                </a:lnTo>
                <a:cubicBezTo>
                  <a:pt x="283893" y="71953"/>
                  <a:pt x="284394" y="74378"/>
                  <a:pt x="285395" y="76225"/>
                </a:cubicBezTo>
                <a:cubicBezTo>
                  <a:pt x="286397" y="78073"/>
                  <a:pt x="287763" y="79497"/>
                  <a:pt x="289496" y="80498"/>
                </a:cubicBezTo>
                <a:cubicBezTo>
                  <a:pt x="291229" y="81498"/>
                  <a:pt x="293232" y="82171"/>
                  <a:pt x="295503" y="82517"/>
                </a:cubicBezTo>
                <a:cubicBezTo>
                  <a:pt x="297776" y="82863"/>
                  <a:pt x="300184" y="83037"/>
                  <a:pt x="302726" y="83037"/>
                </a:cubicBezTo>
                <a:cubicBezTo>
                  <a:pt x="304343" y="83037"/>
                  <a:pt x="305999" y="82999"/>
                  <a:pt x="307693" y="82924"/>
                </a:cubicBezTo>
                <a:cubicBezTo>
                  <a:pt x="309388" y="82849"/>
                  <a:pt x="310928" y="82698"/>
                  <a:pt x="312314" y="82473"/>
                </a:cubicBezTo>
                <a:lnTo>
                  <a:pt x="312314" y="69713"/>
                </a:lnTo>
                <a:cubicBezTo>
                  <a:pt x="311544" y="69867"/>
                  <a:pt x="310735" y="69983"/>
                  <a:pt x="309888" y="70061"/>
                </a:cubicBezTo>
                <a:cubicBezTo>
                  <a:pt x="309041" y="70137"/>
                  <a:pt x="308155" y="70175"/>
                  <a:pt x="307232" y="70175"/>
                </a:cubicBezTo>
                <a:cubicBezTo>
                  <a:pt x="304458" y="70175"/>
                  <a:pt x="302609" y="69714"/>
                  <a:pt x="301684" y="68791"/>
                </a:cubicBezTo>
                <a:cubicBezTo>
                  <a:pt x="300760" y="67869"/>
                  <a:pt x="300298" y="66024"/>
                  <a:pt x="300298" y="63256"/>
                </a:cubicBezTo>
                <a:lnTo>
                  <a:pt x="300298" y="33734"/>
                </a:lnTo>
                <a:lnTo>
                  <a:pt x="312314" y="33734"/>
                </a:lnTo>
                <a:lnTo>
                  <a:pt x="312314" y="22790"/>
                </a:lnTo>
                <a:lnTo>
                  <a:pt x="300298" y="22790"/>
                </a:lnTo>
                <a:close/>
                <a:moveTo>
                  <a:pt x="336921" y="13539"/>
                </a:moveTo>
                <a:lnTo>
                  <a:pt x="336921" y="0"/>
                </a:lnTo>
                <a:lnTo>
                  <a:pt x="320516" y="0"/>
                </a:lnTo>
                <a:lnTo>
                  <a:pt x="320516" y="13539"/>
                </a:lnTo>
                <a:lnTo>
                  <a:pt x="336921" y="13539"/>
                </a:lnTo>
                <a:moveTo>
                  <a:pt x="320516" y="22744"/>
                </a:moveTo>
                <a:lnTo>
                  <a:pt x="320516" y="82473"/>
                </a:lnTo>
                <a:lnTo>
                  <a:pt x="336921" y="82473"/>
                </a:lnTo>
                <a:lnTo>
                  <a:pt x="336921" y="22744"/>
                </a:lnTo>
                <a:lnTo>
                  <a:pt x="320516" y="22744"/>
                </a:lnTo>
                <a:close/>
                <a:moveTo>
                  <a:pt x="364448" y="52690"/>
                </a:moveTo>
                <a:cubicBezTo>
                  <a:pt x="364448" y="50301"/>
                  <a:pt x="364679" y="47952"/>
                  <a:pt x="365141" y="45642"/>
                </a:cubicBezTo>
                <a:cubicBezTo>
                  <a:pt x="365603" y="43330"/>
                  <a:pt x="366392" y="41289"/>
                  <a:pt x="367509" y="39518"/>
                </a:cubicBezTo>
                <a:cubicBezTo>
                  <a:pt x="368626" y="37745"/>
                  <a:pt x="370109" y="36301"/>
                  <a:pt x="371958" y="35185"/>
                </a:cubicBezTo>
                <a:cubicBezTo>
                  <a:pt x="373807" y="34067"/>
                  <a:pt x="376117" y="33508"/>
                  <a:pt x="378890" y="33508"/>
                </a:cubicBezTo>
                <a:cubicBezTo>
                  <a:pt x="381663" y="33508"/>
                  <a:pt x="383993" y="34067"/>
                  <a:pt x="385879" y="35185"/>
                </a:cubicBezTo>
                <a:cubicBezTo>
                  <a:pt x="387767" y="36301"/>
                  <a:pt x="389269" y="37745"/>
                  <a:pt x="390385" y="39518"/>
                </a:cubicBezTo>
                <a:cubicBezTo>
                  <a:pt x="391503" y="41289"/>
                  <a:pt x="392292" y="43330"/>
                  <a:pt x="392754" y="45642"/>
                </a:cubicBezTo>
                <a:cubicBezTo>
                  <a:pt x="393216" y="47952"/>
                  <a:pt x="393447" y="50301"/>
                  <a:pt x="393447" y="52690"/>
                </a:cubicBezTo>
                <a:cubicBezTo>
                  <a:pt x="393447" y="55078"/>
                  <a:pt x="393216" y="57408"/>
                  <a:pt x="392754" y="59681"/>
                </a:cubicBezTo>
                <a:cubicBezTo>
                  <a:pt x="392292" y="61953"/>
                  <a:pt x="391503" y="63994"/>
                  <a:pt x="390385" y="65805"/>
                </a:cubicBezTo>
                <a:cubicBezTo>
                  <a:pt x="389269" y="67615"/>
                  <a:pt x="387767" y="69059"/>
                  <a:pt x="385879" y="70138"/>
                </a:cubicBezTo>
                <a:cubicBezTo>
                  <a:pt x="383993" y="71216"/>
                  <a:pt x="381663" y="71755"/>
                  <a:pt x="378890" y="71755"/>
                </a:cubicBezTo>
                <a:cubicBezTo>
                  <a:pt x="376117" y="71755"/>
                  <a:pt x="373807" y="71216"/>
                  <a:pt x="371958" y="70138"/>
                </a:cubicBezTo>
                <a:cubicBezTo>
                  <a:pt x="370109" y="69059"/>
                  <a:pt x="368626" y="67615"/>
                  <a:pt x="367509" y="65805"/>
                </a:cubicBezTo>
                <a:cubicBezTo>
                  <a:pt x="366392" y="63994"/>
                  <a:pt x="365603" y="61953"/>
                  <a:pt x="365141" y="59681"/>
                </a:cubicBezTo>
                <a:cubicBezTo>
                  <a:pt x="364679" y="57408"/>
                  <a:pt x="364448" y="55078"/>
                  <a:pt x="364448" y="52690"/>
                </a:cubicBezTo>
                <a:moveTo>
                  <a:pt x="348043" y="52691"/>
                </a:moveTo>
                <a:cubicBezTo>
                  <a:pt x="348043" y="57474"/>
                  <a:pt x="348775" y="61795"/>
                  <a:pt x="350238" y="65652"/>
                </a:cubicBezTo>
                <a:cubicBezTo>
                  <a:pt x="351701" y="69509"/>
                  <a:pt x="353781" y="72807"/>
                  <a:pt x="356477" y="75546"/>
                </a:cubicBezTo>
                <a:cubicBezTo>
                  <a:pt x="359173" y="78285"/>
                  <a:pt x="362408" y="80387"/>
                  <a:pt x="366181" y="81854"/>
                </a:cubicBezTo>
                <a:cubicBezTo>
                  <a:pt x="369956" y="83319"/>
                  <a:pt x="374192" y="84052"/>
                  <a:pt x="378890" y="84052"/>
                </a:cubicBezTo>
                <a:cubicBezTo>
                  <a:pt x="383588" y="84052"/>
                  <a:pt x="387844" y="83319"/>
                  <a:pt x="391656" y="81854"/>
                </a:cubicBezTo>
                <a:cubicBezTo>
                  <a:pt x="395469" y="80387"/>
                  <a:pt x="398723" y="78285"/>
                  <a:pt x="401419" y="75546"/>
                </a:cubicBezTo>
                <a:cubicBezTo>
                  <a:pt x="404115" y="72807"/>
                  <a:pt x="406194" y="69509"/>
                  <a:pt x="407657" y="65652"/>
                </a:cubicBezTo>
                <a:cubicBezTo>
                  <a:pt x="409121" y="61795"/>
                  <a:pt x="409852" y="57474"/>
                  <a:pt x="409852" y="52691"/>
                </a:cubicBezTo>
                <a:cubicBezTo>
                  <a:pt x="409852" y="47908"/>
                  <a:pt x="409121" y="43569"/>
                  <a:pt x="407657" y="39673"/>
                </a:cubicBezTo>
                <a:cubicBezTo>
                  <a:pt x="406194" y="35776"/>
                  <a:pt x="404115" y="32458"/>
                  <a:pt x="401419" y="29720"/>
                </a:cubicBezTo>
                <a:cubicBezTo>
                  <a:pt x="398723" y="26980"/>
                  <a:pt x="395469" y="24858"/>
                  <a:pt x="391656" y="23354"/>
                </a:cubicBezTo>
                <a:cubicBezTo>
                  <a:pt x="387844" y="21850"/>
                  <a:pt x="383588" y="21098"/>
                  <a:pt x="378890" y="21098"/>
                </a:cubicBezTo>
                <a:cubicBezTo>
                  <a:pt x="374192" y="21098"/>
                  <a:pt x="369956" y="21850"/>
                  <a:pt x="366181" y="23354"/>
                </a:cubicBezTo>
                <a:cubicBezTo>
                  <a:pt x="362408" y="24858"/>
                  <a:pt x="359173" y="26980"/>
                  <a:pt x="356477" y="29720"/>
                </a:cubicBezTo>
                <a:cubicBezTo>
                  <a:pt x="353781" y="32458"/>
                  <a:pt x="351701" y="35776"/>
                  <a:pt x="350238" y="39673"/>
                </a:cubicBezTo>
                <a:cubicBezTo>
                  <a:pt x="348775" y="43569"/>
                  <a:pt x="348043" y="47908"/>
                  <a:pt x="348043" y="52691"/>
                </a:cubicBezTo>
                <a:close/>
                <a:moveTo>
                  <a:pt x="420281" y="22742"/>
                </a:moveTo>
                <a:lnTo>
                  <a:pt x="420281" y="82473"/>
                </a:lnTo>
                <a:lnTo>
                  <a:pt x="436686" y="82473"/>
                </a:lnTo>
                <a:lnTo>
                  <a:pt x="436686" y="51168"/>
                </a:lnTo>
                <a:cubicBezTo>
                  <a:pt x="436686" y="45084"/>
                  <a:pt x="437688" y="40714"/>
                  <a:pt x="439690" y="38058"/>
                </a:cubicBezTo>
                <a:cubicBezTo>
                  <a:pt x="441693" y="35401"/>
                  <a:pt x="444928" y="34072"/>
                  <a:pt x="449395" y="34072"/>
                </a:cubicBezTo>
                <a:cubicBezTo>
                  <a:pt x="453324" y="34072"/>
                  <a:pt x="456058" y="35285"/>
                  <a:pt x="457597" y="37711"/>
                </a:cubicBezTo>
                <a:cubicBezTo>
                  <a:pt x="459138" y="40136"/>
                  <a:pt x="459908" y="43814"/>
                  <a:pt x="459908" y="48743"/>
                </a:cubicBezTo>
                <a:lnTo>
                  <a:pt x="459908" y="82473"/>
                </a:lnTo>
                <a:lnTo>
                  <a:pt x="476313" y="82473"/>
                </a:lnTo>
                <a:lnTo>
                  <a:pt x="476313" y="45717"/>
                </a:lnTo>
                <a:cubicBezTo>
                  <a:pt x="476313" y="42019"/>
                  <a:pt x="475986" y="38648"/>
                  <a:pt x="475331" y="35604"/>
                </a:cubicBezTo>
                <a:cubicBezTo>
                  <a:pt x="474677" y="32560"/>
                  <a:pt x="473540" y="29979"/>
                  <a:pt x="471922" y="27860"/>
                </a:cubicBezTo>
                <a:cubicBezTo>
                  <a:pt x="470305" y="25741"/>
                  <a:pt x="468091" y="24084"/>
                  <a:pt x="465280" y="22890"/>
                </a:cubicBezTo>
                <a:cubicBezTo>
                  <a:pt x="462469" y="21695"/>
                  <a:pt x="458868" y="21098"/>
                  <a:pt x="454477" y="21098"/>
                </a:cubicBezTo>
                <a:cubicBezTo>
                  <a:pt x="451011" y="21098"/>
                  <a:pt x="447623" y="21889"/>
                  <a:pt x="444311" y="23472"/>
                </a:cubicBezTo>
                <a:cubicBezTo>
                  <a:pt x="440999" y="25055"/>
                  <a:pt x="438304" y="27584"/>
                  <a:pt x="436225" y="31059"/>
                </a:cubicBezTo>
                <a:lnTo>
                  <a:pt x="435877" y="31059"/>
                </a:lnTo>
                <a:lnTo>
                  <a:pt x="435877" y="22742"/>
                </a:lnTo>
                <a:lnTo>
                  <a:pt x="420281" y="22742"/>
                </a:lnTo>
                <a:close/>
                <a:moveTo>
                  <a:pt x="491957" y="0"/>
                </a:moveTo>
                <a:lnTo>
                  <a:pt x="491957" y="37118"/>
                </a:lnTo>
                <a:lnTo>
                  <a:pt x="504319" y="37118"/>
                </a:lnTo>
                <a:lnTo>
                  <a:pt x="504319" y="0"/>
                </a:lnTo>
                <a:lnTo>
                  <a:pt x="491957" y="0"/>
                </a:lnTo>
                <a:moveTo>
                  <a:pt x="513445" y="0"/>
                </a:moveTo>
                <a:lnTo>
                  <a:pt x="513445" y="37118"/>
                </a:lnTo>
                <a:lnTo>
                  <a:pt x="525808" y="37118"/>
                </a:lnTo>
                <a:lnTo>
                  <a:pt x="525808" y="0"/>
                </a:lnTo>
                <a:lnTo>
                  <a:pt x="513445" y="0"/>
                </a:lnTo>
                <a:close/>
              </a:path>
            </a:pathLst>
          </a:custGeom>
          <a:solidFill xmlns:a="http://schemas.openxmlformats.org/drawingml/2006/main">
            <a:srgbClr val="00B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:&quot;importmlx.coreas">
            <a:extLst xmlns:a="http://schemas.openxmlformats.org/drawingml/2006/main">
              <a:ext uri="{FF2B5EF4-FFF2-40B4-BE49-F238E27FC236}">
                <a16:creationId xmlns:a16="http://schemas.microsoft.com/office/drawing/2014/main" id="{3F45E398-DFC2-4017-9C10-541B4F2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331" y="5279323"/>
            <a:ext cx="1132721" cy="103345"/>
          </a:xfrm>
          <a:custGeom xmlns:a="http://schemas.openxmlformats.org/drawingml/2006/main">
            <a:pathLst>
              <a:path w="1132721" h="103345">
                <a:moveTo>
                  <a:pt x="18138" y="41631"/>
                </a:moveTo>
                <a:lnTo>
                  <a:pt x="18138" y="23805"/>
                </a:lnTo>
                <a:lnTo>
                  <a:pt x="0" y="23805"/>
                </a:lnTo>
                <a:lnTo>
                  <a:pt x="0" y="41631"/>
                </a:lnTo>
                <a:lnTo>
                  <a:pt x="18138" y="41631"/>
                </a:lnTo>
                <a:moveTo>
                  <a:pt x="0" y="64647"/>
                </a:moveTo>
                <a:lnTo>
                  <a:pt x="0" y="82473"/>
                </a:lnTo>
                <a:lnTo>
                  <a:pt x="18138" y="82473"/>
                </a:lnTo>
                <a:lnTo>
                  <a:pt x="18138" y="64647"/>
                </a:lnTo>
                <a:lnTo>
                  <a:pt x="0" y="64647"/>
                </a:lnTo>
                <a:close/>
                <a:moveTo>
                  <a:pt x="67041" y="0"/>
                </a:moveTo>
                <a:lnTo>
                  <a:pt x="67041" y="37118"/>
                </a:lnTo>
                <a:lnTo>
                  <a:pt x="79402" y="37118"/>
                </a:lnTo>
                <a:lnTo>
                  <a:pt x="79402" y="0"/>
                </a:lnTo>
                <a:lnTo>
                  <a:pt x="67041" y="0"/>
                </a:lnTo>
                <a:moveTo>
                  <a:pt x="88528" y="0"/>
                </a:moveTo>
                <a:lnTo>
                  <a:pt x="88528" y="37118"/>
                </a:lnTo>
                <a:lnTo>
                  <a:pt x="100891" y="37118"/>
                </a:lnTo>
                <a:lnTo>
                  <a:pt x="100891" y="0"/>
                </a:lnTo>
                <a:lnTo>
                  <a:pt x="88528" y="0"/>
                </a:lnTo>
                <a:close/>
                <a:moveTo>
                  <a:pt x="133118" y="13539"/>
                </a:moveTo>
                <a:lnTo>
                  <a:pt x="133118" y="0"/>
                </a:lnTo>
                <a:lnTo>
                  <a:pt x="116713" y="0"/>
                </a:lnTo>
                <a:lnTo>
                  <a:pt x="116713" y="13539"/>
                </a:lnTo>
                <a:lnTo>
                  <a:pt x="133118" y="13539"/>
                </a:lnTo>
                <a:moveTo>
                  <a:pt x="116713" y="22744"/>
                </a:moveTo>
                <a:lnTo>
                  <a:pt x="116713" y="82473"/>
                </a:lnTo>
                <a:lnTo>
                  <a:pt x="133118" y="82473"/>
                </a:lnTo>
                <a:lnTo>
                  <a:pt x="133118" y="22744"/>
                </a:lnTo>
                <a:lnTo>
                  <a:pt x="116713" y="22744"/>
                </a:lnTo>
                <a:close/>
                <a:moveTo>
                  <a:pt x="146551" y="22742"/>
                </a:moveTo>
                <a:lnTo>
                  <a:pt x="146551" y="82473"/>
                </a:lnTo>
                <a:lnTo>
                  <a:pt x="162956" y="82473"/>
                </a:lnTo>
                <a:lnTo>
                  <a:pt x="162956" y="47819"/>
                </a:lnTo>
                <a:cubicBezTo>
                  <a:pt x="162956" y="44892"/>
                  <a:pt x="163380" y="42524"/>
                  <a:pt x="164227" y="40715"/>
                </a:cubicBezTo>
                <a:cubicBezTo>
                  <a:pt x="165075" y="38905"/>
                  <a:pt x="166095" y="37519"/>
                  <a:pt x="167289" y="36556"/>
                </a:cubicBezTo>
                <a:cubicBezTo>
                  <a:pt x="168483" y="35593"/>
                  <a:pt x="169716" y="34939"/>
                  <a:pt x="170986" y="34592"/>
                </a:cubicBezTo>
                <a:cubicBezTo>
                  <a:pt x="172257" y="34246"/>
                  <a:pt x="173277" y="34072"/>
                  <a:pt x="174048" y="34072"/>
                </a:cubicBezTo>
                <a:cubicBezTo>
                  <a:pt x="176667" y="34072"/>
                  <a:pt x="178650" y="34515"/>
                  <a:pt x="179998" y="35401"/>
                </a:cubicBezTo>
                <a:cubicBezTo>
                  <a:pt x="181346" y="36286"/>
                  <a:pt x="182308" y="37460"/>
                  <a:pt x="182885" y="38923"/>
                </a:cubicBezTo>
                <a:cubicBezTo>
                  <a:pt x="183463" y="40387"/>
                  <a:pt x="183791" y="41985"/>
                  <a:pt x="183867" y="43718"/>
                </a:cubicBezTo>
                <a:cubicBezTo>
                  <a:pt x="183945" y="45451"/>
                  <a:pt x="183983" y="47202"/>
                  <a:pt x="183983" y="48973"/>
                </a:cubicBezTo>
                <a:lnTo>
                  <a:pt x="183983" y="82473"/>
                </a:lnTo>
                <a:lnTo>
                  <a:pt x="200388" y="82473"/>
                </a:lnTo>
                <a:lnTo>
                  <a:pt x="200388" y="49204"/>
                </a:lnTo>
                <a:cubicBezTo>
                  <a:pt x="200388" y="47356"/>
                  <a:pt x="200523" y="45527"/>
                  <a:pt x="200792" y="43718"/>
                </a:cubicBezTo>
                <a:cubicBezTo>
                  <a:pt x="201062" y="41909"/>
                  <a:pt x="201602" y="40291"/>
                  <a:pt x="202410" y="38867"/>
                </a:cubicBezTo>
                <a:cubicBezTo>
                  <a:pt x="203219" y="37442"/>
                  <a:pt x="204335" y="36286"/>
                  <a:pt x="205760" y="35401"/>
                </a:cubicBezTo>
                <a:cubicBezTo>
                  <a:pt x="207185" y="34515"/>
                  <a:pt x="209053" y="34072"/>
                  <a:pt x="211364" y="34072"/>
                </a:cubicBezTo>
                <a:cubicBezTo>
                  <a:pt x="213674" y="34072"/>
                  <a:pt x="215503" y="34458"/>
                  <a:pt x="216850" y="35229"/>
                </a:cubicBezTo>
                <a:cubicBezTo>
                  <a:pt x="218198" y="35998"/>
                  <a:pt x="219219" y="37038"/>
                  <a:pt x="219912" y="38347"/>
                </a:cubicBezTo>
                <a:cubicBezTo>
                  <a:pt x="220605" y="39655"/>
                  <a:pt x="221029" y="41195"/>
                  <a:pt x="221183" y="42967"/>
                </a:cubicBezTo>
                <a:cubicBezTo>
                  <a:pt x="221337" y="44739"/>
                  <a:pt x="221414" y="46625"/>
                  <a:pt x="221414" y="48626"/>
                </a:cubicBezTo>
                <a:lnTo>
                  <a:pt x="221414" y="82473"/>
                </a:lnTo>
                <a:lnTo>
                  <a:pt x="237821" y="82473"/>
                </a:lnTo>
                <a:lnTo>
                  <a:pt x="237821" y="42481"/>
                </a:lnTo>
                <a:cubicBezTo>
                  <a:pt x="237821" y="38629"/>
                  <a:pt x="237281" y="35334"/>
                  <a:pt x="236202" y="32598"/>
                </a:cubicBezTo>
                <a:cubicBezTo>
                  <a:pt x="235125" y="29863"/>
                  <a:pt x="233623" y="27647"/>
                  <a:pt x="231697" y="25953"/>
                </a:cubicBezTo>
                <a:cubicBezTo>
                  <a:pt x="229771" y="24257"/>
                  <a:pt x="227461" y="23024"/>
                  <a:pt x="224765" y="22254"/>
                </a:cubicBezTo>
                <a:cubicBezTo>
                  <a:pt x="222070" y="21483"/>
                  <a:pt x="219144" y="21098"/>
                  <a:pt x="215986" y="21098"/>
                </a:cubicBezTo>
                <a:cubicBezTo>
                  <a:pt x="211827" y="21098"/>
                  <a:pt x="208226" y="22102"/>
                  <a:pt x="205183" y="24110"/>
                </a:cubicBezTo>
                <a:cubicBezTo>
                  <a:pt x="202141" y="26118"/>
                  <a:pt x="199734" y="28434"/>
                  <a:pt x="197963" y="31059"/>
                </a:cubicBezTo>
                <a:cubicBezTo>
                  <a:pt x="196346" y="27353"/>
                  <a:pt x="193977" y="24766"/>
                  <a:pt x="190857" y="23299"/>
                </a:cubicBezTo>
                <a:cubicBezTo>
                  <a:pt x="187738" y="21832"/>
                  <a:pt x="184291" y="21098"/>
                  <a:pt x="180518" y="21098"/>
                </a:cubicBezTo>
                <a:cubicBezTo>
                  <a:pt x="176590" y="21098"/>
                  <a:pt x="173105" y="21947"/>
                  <a:pt x="170062" y="23647"/>
                </a:cubicBezTo>
                <a:cubicBezTo>
                  <a:pt x="167020" y="25345"/>
                  <a:pt x="164420" y="27739"/>
                  <a:pt x="162264" y="30829"/>
                </a:cubicBezTo>
                <a:lnTo>
                  <a:pt x="162033" y="30829"/>
                </a:lnTo>
                <a:lnTo>
                  <a:pt x="162033" y="22742"/>
                </a:lnTo>
                <a:lnTo>
                  <a:pt x="146551" y="22742"/>
                </a:lnTo>
                <a:close/>
                <a:moveTo>
                  <a:pt x="280296" y="71755"/>
                </a:moveTo>
                <a:cubicBezTo>
                  <a:pt x="277676" y="71755"/>
                  <a:pt x="275442" y="71216"/>
                  <a:pt x="273594" y="70138"/>
                </a:cubicBezTo>
                <a:cubicBezTo>
                  <a:pt x="271746" y="69059"/>
                  <a:pt x="270264" y="67653"/>
                  <a:pt x="269146" y="65920"/>
                </a:cubicBezTo>
                <a:cubicBezTo>
                  <a:pt x="268029" y="64186"/>
                  <a:pt x="267221" y="62164"/>
                  <a:pt x="266720" y="59854"/>
                </a:cubicBezTo>
                <a:cubicBezTo>
                  <a:pt x="266220" y="57542"/>
                  <a:pt x="265969" y="55192"/>
                  <a:pt x="265969" y="52804"/>
                </a:cubicBezTo>
                <a:cubicBezTo>
                  <a:pt x="265969" y="50340"/>
                  <a:pt x="266200" y="47952"/>
                  <a:pt x="266662" y="45642"/>
                </a:cubicBezTo>
                <a:cubicBezTo>
                  <a:pt x="267124" y="43330"/>
                  <a:pt x="267913" y="41289"/>
                  <a:pt x="269030" y="39518"/>
                </a:cubicBezTo>
                <a:cubicBezTo>
                  <a:pt x="270147" y="37745"/>
                  <a:pt x="271611" y="36301"/>
                  <a:pt x="273421" y="35185"/>
                </a:cubicBezTo>
                <a:cubicBezTo>
                  <a:pt x="275231" y="34067"/>
                  <a:pt x="277484" y="33508"/>
                  <a:pt x="280180" y="33508"/>
                </a:cubicBezTo>
                <a:cubicBezTo>
                  <a:pt x="282799" y="33508"/>
                  <a:pt x="285014" y="34067"/>
                  <a:pt x="286824" y="35185"/>
                </a:cubicBezTo>
                <a:cubicBezTo>
                  <a:pt x="288634" y="36301"/>
                  <a:pt x="290116" y="37765"/>
                  <a:pt x="291271" y="39576"/>
                </a:cubicBezTo>
                <a:cubicBezTo>
                  <a:pt x="292427" y="41386"/>
                  <a:pt x="293255" y="43446"/>
                  <a:pt x="293755" y="45756"/>
                </a:cubicBezTo>
                <a:cubicBezTo>
                  <a:pt x="294256" y="48067"/>
                  <a:pt x="294506" y="50416"/>
                  <a:pt x="294506" y="52804"/>
                </a:cubicBezTo>
                <a:cubicBezTo>
                  <a:pt x="294506" y="55192"/>
                  <a:pt x="294275" y="57542"/>
                  <a:pt x="293813" y="59854"/>
                </a:cubicBezTo>
                <a:cubicBezTo>
                  <a:pt x="293351" y="62164"/>
                  <a:pt x="292562" y="64186"/>
                  <a:pt x="291444" y="65920"/>
                </a:cubicBezTo>
                <a:cubicBezTo>
                  <a:pt x="290328" y="67653"/>
                  <a:pt x="288864" y="69059"/>
                  <a:pt x="287055" y="70138"/>
                </a:cubicBezTo>
                <a:cubicBezTo>
                  <a:pt x="285245" y="71216"/>
                  <a:pt x="282992" y="71755"/>
                  <a:pt x="280296" y="71755"/>
                </a:cubicBezTo>
                <a:moveTo>
                  <a:pt x="250143" y="22753"/>
                </a:moveTo>
                <a:lnTo>
                  <a:pt x="250143" y="103345"/>
                </a:lnTo>
                <a:lnTo>
                  <a:pt x="266547" y="103345"/>
                </a:lnTo>
                <a:lnTo>
                  <a:pt x="266547" y="75120"/>
                </a:lnTo>
                <a:lnTo>
                  <a:pt x="266778" y="75120"/>
                </a:lnTo>
                <a:cubicBezTo>
                  <a:pt x="268781" y="78059"/>
                  <a:pt x="271342" y="80283"/>
                  <a:pt x="274461" y="81790"/>
                </a:cubicBezTo>
                <a:cubicBezTo>
                  <a:pt x="277580" y="83298"/>
                  <a:pt x="280988" y="84052"/>
                  <a:pt x="284685" y="84052"/>
                </a:cubicBezTo>
                <a:cubicBezTo>
                  <a:pt x="289076" y="84052"/>
                  <a:pt x="292908" y="83204"/>
                  <a:pt x="296181" y="81507"/>
                </a:cubicBezTo>
                <a:cubicBezTo>
                  <a:pt x="299454" y="79810"/>
                  <a:pt x="302188" y="77534"/>
                  <a:pt x="304383" y="74679"/>
                </a:cubicBezTo>
                <a:cubicBezTo>
                  <a:pt x="306579" y="71825"/>
                  <a:pt x="308215" y="68546"/>
                  <a:pt x="309293" y="64843"/>
                </a:cubicBezTo>
                <a:cubicBezTo>
                  <a:pt x="310372" y="61139"/>
                  <a:pt x="310911" y="57282"/>
                  <a:pt x="310911" y="53269"/>
                </a:cubicBezTo>
                <a:cubicBezTo>
                  <a:pt x="310911" y="49026"/>
                  <a:pt x="310372" y="44956"/>
                  <a:pt x="309293" y="41060"/>
                </a:cubicBezTo>
                <a:cubicBezTo>
                  <a:pt x="308215" y="37164"/>
                  <a:pt x="306559" y="33751"/>
                  <a:pt x="304325" y="30820"/>
                </a:cubicBezTo>
                <a:cubicBezTo>
                  <a:pt x="302092" y="27888"/>
                  <a:pt x="299281" y="25534"/>
                  <a:pt x="295892" y="23760"/>
                </a:cubicBezTo>
                <a:cubicBezTo>
                  <a:pt x="292504" y="21985"/>
                  <a:pt x="288460" y="21098"/>
                  <a:pt x="283762" y="21098"/>
                </a:cubicBezTo>
                <a:cubicBezTo>
                  <a:pt x="280064" y="21098"/>
                  <a:pt x="276675" y="21832"/>
                  <a:pt x="273594" y="23301"/>
                </a:cubicBezTo>
                <a:cubicBezTo>
                  <a:pt x="270513" y="24770"/>
                  <a:pt x="267972" y="27129"/>
                  <a:pt x="265969" y="30377"/>
                </a:cubicBezTo>
                <a:lnTo>
                  <a:pt x="265738" y="30377"/>
                </a:lnTo>
                <a:lnTo>
                  <a:pt x="265738" y="22753"/>
                </a:lnTo>
                <a:lnTo>
                  <a:pt x="250143" y="22753"/>
                </a:lnTo>
                <a:close/>
                <a:moveTo>
                  <a:pt x="335087" y="52690"/>
                </a:moveTo>
                <a:cubicBezTo>
                  <a:pt x="335087" y="50301"/>
                  <a:pt x="335318" y="47952"/>
                  <a:pt x="335780" y="45642"/>
                </a:cubicBezTo>
                <a:cubicBezTo>
                  <a:pt x="336242" y="43330"/>
                  <a:pt x="337031" y="41289"/>
                  <a:pt x="338147" y="39518"/>
                </a:cubicBezTo>
                <a:cubicBezTo>
                  <a:pt x="339265" y="37745"/>
                  <a:pt x="340748" y="36301"/>
                  <a:pt x="342597" y="35185"/>
                </a:cubicBezTo>
                <a:cubicBezTo>
                  <a:pt x="344445" y="34067"/>
                  <a:pt x="346756" y="33508"/>
                  <a:pt x="349528" y="33508"/>
                </a:cubicBezTo>
                <a:cubicBezTo>
                  <a:pt x="352302" y="33508"/>
                  <a:pt x="354632" y="34067"/>
                  <a:pt x="356518" y="35185"/>
                </a:cubicBezTo>
                <a:cubicBezTo>
                  <a:pt x="358405" y="36301"/>
                  <a:pt x="359907" y="37745"/>
                  <a:pt x="361024" y="39518"/>
                </a:cubicBezTo>
                <a:cubicBezTo>
                  <a:pt x="362141" y="41289"/>
                  <a:pt x="362931" y="43330"/>
                  <a:pt x="363393" y="45642"/>
                </a:cubicBezTo>
                <a:cubicBezTo>
                  <a:pt x="363855" y="47952"/>
                  <a:pt x="364086" y="50301"/>
                  <a:pt x="364086" y="52690"/>
                </a:cubicBezTo>
                <a:cubicBezTo>
                  <a:pt x="364086" y="55078"/>
                  <a:pt x="363855" y="57408"/>
                  <a:pt x="363393" y="59681"/>
                </a:cubicBezTo>
                <a:cubicBezTo>
                  <a:pt x="362931" y="61953"/>
                  <a:pt x="362141" y="63994"/>
                  <a:pt x="361024" y="65805"/>
                </a:cubicBezTo>
                <a:cubicBezTo>
                  <a:pt x="359907" y="67615"/>
                  <a:pt x="358405" y="69059"/>
                  <a:pt x="356518" y="70138"/>
                </a:cubicBezTo>
                <a:cubicBezTo>
                  <a:pt x="354632" y="71216"/>
                  <a:pt x="352302" y="71755"/>
                  <a:pt x="349528" y="71755"/>
                </a:cubicBezTo>
                <a:cubicBezTo>
                  <a:pt x="346756" y="71755"/>
                  <a:pt x="344445" y="71216"/>
                  <a:pt x="342597" y="70138"/>
                </a:cubicBezTo>
                <a:cubicBezTo>
                  <a:pt x="340748" y="69059"/>
                  <a:pt x="339265" y="67615"/>
                  <a:pt x="338147" y="65805"/>
                </a:cubicBezTo>
                <a:cubicBezTo>
                  <a:pt x="337031" y="63994"/>
                  <a:pt x="336242" y="61953"/>
                  <a:pt x="335780" y="59681"/>
                </a:cubicBezTo>
                <a:cubicBezTo>
                  <a:pt x="335318" y="57408"/>
                  <a:pt x="335087" y="55078"/>
                  <a:pt x="335087" y="52690"/>
                </a:cubicBezTo>
                <a:moveTo>
                  <a:pt x="318682" y="52691"/>
                </a:moveTo>
                <a:cubicBezTo>
                  <a:pt x="318682" y="57474"/>
                  <a:pt x="319414" y="61795"/>
                  <a:pt x="320877" y="65652"/>
                </a:cubicBezTo>
                <a:cubicBezTo>
                  <a:pt x="322340" y="69509"/>
                  <a:pt x="324420" y="72807"/>
                  <a:pt x="327116" y="75546"/>
                </a:cubicBezTo>
                <a:cubicBezTo>
                  <a:pt x="329811" y="78285"/>
                  <a:pt x="333046" y="80387"/>
                  <a:pt x="336820" y="81854"/>
                </a:cubicBezTo>
                <a:cubicBezTo>
                  <a:pt x="340595" y="83319"/>
                  <a:pt x="344831" y="84052"/>
                  <a:pt x="349528" y="84052"/>
                </a:cubicBezTo>
                <a:cubicBezTo>
                  <a:pt x="354227" y="84052"/>
                  <a:pt x="358482" y="83319"/>
                  <a:pt x="362295" y="81854"/>
                </a:cubicBezTo>
                <a:cubicBezTo>
                  <a:pt x="366107" y="80387"/>
                  <a:pt x="369361" y="78285"/>
                  <a:pt x="372057" y="75546"/>
                </a:cubicBezTo>
                <a:cubicBezTo>
                  <a:pt x="374753" y="72807"/>
                  <a:pt x="376833" y="69509"/>
                  <a:pt x="378296" y="65652"/>
                </a:cubicBezTo>
                <a:cubicBezTo>
                  <a:pt x="379759" y="61795"/>
                  <a:pt x="380491" y="57474"/>
                  <a:pt x="380491" y="52691"/>
                </a:cubicBezTo>
                <a:cubicBezTo>
                  <a:pt x="380491" y="47908"/>
                  <a:pt x="379759" y="43569"/>
                  <a:pt x="378296" y="39673"/>
                </a:cubicBezTo>
                <a:cubicBezTo>
                  <a:pt x="376833" y="35776"/>
                  <a:pt x="374753" y="32458"/>
                  <a:pt x="372057" y="29720"/>
                </a:cubicBezTo>
                <a:cubicBezTo>
                  <a:pt x="369361" y="26980"/>
                  <a:pt x="366107" y="24858"/>
                  <a:pt x="362295" y="23354"/>
                </a:cubicBezTo>
                <a:cubicBezTo>
                  <a:pt x="358482" y="21850"/>
                  <a:pt x="354227" y="21098"/>
                  <a:pt x="349528" y="21098"/>
                </a:cubicBezTo>
                <a:cubicBezTo>
                  <a:pt x="344831" y="21098"/>
                  <a:pt x="340595" y="21850"/>
                  <a:pt x="336820" y="23354"/>
                </a:cubicBezTo>
                <a:cubicBezTo>
                  <a:pt x="333046" y="24858"/>
                  <a:pt x="329811" y="26980"/>
                  <a:pt x="327116" y="29720"/>
                </a:cubicBezTo>
                <a:cubicBezTo>
                  <a:pt x="324420" y="32458"/>
                  <a:pt x="322340" y="35776"/>
                  <a:pt x="320877" y="39673"/>
                </a:cubicBezTo>
                <a:cubicBezTo>
                  <a:pt x="319414" y="43569"/>
                  <a:pt x="318682" y="47908"/>
                  <a:pt x="318682" y="52691"/>
                </a:cubicBezTo>
                <a:close/>
                <a:moveTo>
                  <a:pt x="390920" y="22700"/>
                </a:moveTo>
                <a:lnTo>
                  <a:pt x="390920" y="82473"/>
                </a:lnTo>
                <a:lnTo>
                  <a:pt x="407325" y="82473"/>
                </a:lnTo>
                <a:lnTo>
                  <a:pt x="407325" y="55526"/>
                </a:lnTo>
                <a:cubicBezTo>
                  <a:pt x="407325" y="52828"/>
                  <a:pt x="407595" y="50322"/>
                  <a:pt x="408135" y="48009"/>
                </a:cubicBezTo>
                <a:cubicBezTo>
                  <a:pt x="408674" y="45696"/>
                  <a:pt x="409579" y="43673"/>
                  <a:pt x="410849" y="41938"/>
                </a:cubicBezTo>
                <a:cubicBezTo>
                  <a:pt x="412120" y="40203"/>
                  <a:pt x="413794" y="38835"/>
                  <a:pt x="415873" y="37832"/>
                </a:cubicBezTo>
                <a:cubicBezTo>
                  <a:pt x="417954" y="36830"/>
                  <a:pt x="420496" y="36329"/>
                  <a:pt x="423499" y="36329"/>
                </a:cubicBezTo>
                <a:cubicBezTo>
                  <a:pt x="424501" y="36329"/>
                  <a:pt x="425540" y="36387"/>
                  <a:pt x="426618" y="36503"/>
                </a:cubicBezTo>
                <a:cubicBezTo>
                  <a:pt x="427697" y="36618"/>
                  <a:pt x="428621" y="36753"/>
                  <a:pt x="429391" y="36907"/>
                </a:cubicBezTo>
                <a:lnTo>
                  <a:pt x="429391" y="21674"/>
                </a:lnTo>
                <a:cubicBezTo>
                  <a:pt x="428082" y="21290"/>
                  <a:pt x="426888" y="21098"/>
                  <a:pt x="425811" y="21098"/>
                </a:cubicBezTo>
                <a:cubicBezTo>
                  <a:pt x="423730" y="21098"/>
                  <a:pt x="421728" y="21406"/>
                  <a:pt x="419803" y="22021"/>
                </a:cubicBezTo>
                <a:cubicBezTo>
                  <a:pt x="417878" y="22636"/>
                  <a:pt x="416068" y="23501"/>
                  <a:pt x="414373" y="24616"/>
                </a:cubicBezTo>
                <a:cubicBezTo>
                  <a:pt x="412679" y="25732"/>
                  <a:pt x="411177" y="27078"/>
                  <a:pt x="409867" y="28655"/>
                </a:cubicBezTo>
                <a:cubicBezTo>
                  <a:pt x="408558" y="30232"/>
                  <a:pt x="407518" y="31944"/>
                  <a:pt x="406747" y="33790"/>
                </a:cubicBezTo>
                <a:lnTo>
                  <a:pt x="406516" y="33790"/>
                </a:lnTo>
                <a:lnTo>
                  <a:pt x="406516" y="22700"/>
                </a:lnTo>
                <a:lnTo>
                  <a:pt x="390920" y="22700"/>
                </a:lnTo>
                <a:close/>
                <a:moveTo>
                  <a:pt x="456090" y="22790"/>
                </a:moveTo>
                <a:lnTo>
                  <a:pt x="456090" y="4851"/>
                </a:lnTo>
                <a:lnTo>
                  <a:pt x="439685" y="4851"/>
                </a:lnTo>
                <a:lnTo>
                  <a:pt x="439685" y="22790"/>
                </a:lnTo>
                <a:lnTo>
                  <a:pt x="429750" y="22790"/>
                </a:lnTo>
                <a:lnTo>
                  <a:pt x="429750" y="33734"/>
                </a:lnTo>
                <a:lnTo>
                  <a:pt x="439685" y="33734"/>
                </a:lnTo>
                <a:lnTo>
                  <a:pt x="439685" y="68950"/>
                </a:lnTo>
                <a:cubicBezTo>
                  <a:pt x="439685" y="71953"/>
                  <a:pt x="440186" y="74378"/>
                  <a:pt x="441187" y="76225"/>
                </a:cubicBezTo>
                <a:cubicBezTo>
                  <a:pt x="442188" y="78073"/>
                  <a:pt x="443555" y="79497"/>
                  <a:pt x="445287" y="80498"/>
                </a:cubicBezTo>
                <a:cubicBezTo>
                  <a:pt x="447021" y="81498"/>
                  <a:pt x="449023" y="82171"/>
                  <a:pt x="451295" y="82517"/>
                </a:cubicBezTo>
                <a:cubicBezTo>
                  <a:pt x="453568" y="82863"/>
                  <a:pt x="455976" y="83037"/>
                  <a:pt x="458518" y="83037"/>
                </a:cubicBezTo>
                <a:cubicBezTo>
                  <a:pt x="460135" y="83037"/>
                  <a:pt x="461791" y="82999"/>
                  <a:pt x="463485" y="82924"/>
                </a:cubicBezTo>
                <a:cubicBezTo>
                  <a:pt x="465180" y="82849"/>
                  <a:pt x="466720" y="82698"/>
                  <a:pt x="468106" y="82473"/>
                </a:cubicBezTo>
                <a:lnTo>
                  <a:pt x="468106" y="69713"/>
                </a:lnTo>
                <a:cubicBezTo>
                  <a:pt x="467336" y="69867"/>
                  <a:pt x="466527" y="69983"/>
                  <a:pt x="465680" y="70061"/>
                </a:cubicBezTo>
                <a:cubicBezTo>
                  <a:pt x="464833" y="70137"/>
                  <a:pt x="463947" y="70175"/>
                  <a:pt x="463023" y="70175"/>
                </a:cubicBezTo>
                <a:cubicBezTo>
                  <a:pt x="460250" y="70175"/>
                  <a:pt x="458401" y="69714"/>
                  <a:pt x="457476" y="68791"/>
                </a:cubicBezTo>
                <a:cubicBezTo>
                  <a:pt x="456552" y="67869"/>
                  <a:pt x="456090" y="66024"/>
                  <a:pt x="456090" y="63256"/>
                </a:cubicBezTo>
                <a:lnTo>
                  <a:pt x="456090" y="33734"/>
                </a:lnTo>
                <a:lnTo>
                  <a:pt x="468106" y="33734"/>
                </a:lnTo>
                <a:lnTo>
                  <a:pt x="468106" y="22790"/>
                </a:lnTo>
                <a:lnTo>
                  <a:pt x="456090" y="22790"/>
                </a:lnTo>
                <a:close/>
                <a:moveTo>
                  <a:pt x="508441" y="22742"/>
                </a:moveTo>
                <a:lnTo>
                  <a:pt x="508441" y="82473"/>
                </a:lnTo>
                <a:lnTo>
                  <a:pt x="524846" y="82473"/>
                </a:lnTo>
                <a:lnTo>
                  <a:pt x="524846" y="47819"/>
                </a:lnTo>
                <a:cubicBezTo>
                  <a:pt x="524846" y="44892"/>
                  <a:pt x="525270" y="42524"/>
                  <a:pt x="526117" y="40715"/>
                </a:cubicBezTo>
                <a:cubicBezTo>
                  <a:pt x="526964" y="38905"/>
                  <a:pt x="527985" y="37519"/>
                  <a:pt x="529179" y="36556"/>
                </a:cubicBezTo>
                <a:cubicBezTo>
                  <a:pt x="530373" y="35593"/>
                  <a:pt x="531605" y="34939"/>
                  <a:pt x="532876" y="34592"/>
                </a:cubicBezTo>
                <a:cubicBezTo>
                  <a:pt x="534146" y="34246"/>
                  <a:pt x="535167" y="34072"/>
                  <a:pt x="535938" y="34072"/>
                </a:cubicBezTo>
                <a:cubicBezTo>
                  <a:pt x="538556" y="34072"/>
                  <a:pt x="540540" y="34515"/>
                  <a:pt x="541888" y="35401"/>
                </a:cubicBezTo>
                <a:cubicBezTo>
                  <a:pt x="543236" y="36286"/>
                  <a:pt x="544198" y="37460"/>
                  <a:pt x="544775" y="38923"/>
                </a:cubicBezTo>
                <a:cubicBezTo>
                  <a:pt x="545353" y="40387"/>
                  <a:pt x="545681" y="41985"/>
                  <a:pt x="545757" y="43718"/>
                </a:cubicBezTo>
                <a:cubicBezTo>
                  <a:pt x="545835" y="45451"/>
                  <a:pt x="545873" y="47202"/>
                  <a:pt x="545873" y="48973"/>
                </a:cubicBezTo>
                <a:lnTo>
                  <a:pt x="545873" y="82473"/>
                </a:lnTo>
                <a:lnTo>
                  <a:pt x="562278" y="82473"/>
                </a:lnTo>
                <a:lnTo>
                  <a:pt x="562278" y="49204"/>
                </a:lnTo>
                <a:cubicBezTo>
                  <a:pt x="562278" y="47356"/>
                  <a:pt x="562413" y="45527"/>
                  <a:pt x="562682" y="43718"/>
                </a:cubicBezTo>
                <a:cubicBezTo>
                  <a:pt x="562952" y="41909"/>
                  <a:pt x="563492" y="40291"/>
                  <a:pt x="564300" y="38867"/>
                </a:cubicBezTo>
                <a:cubicBezTo>
                  <a:pt x="565109" y="37442"/>
                  <a:pt x="566225" y="36286"/>
                  <a:pt x="567650" y="35401"/>
                </a:cubicBezTo>
                <a:cubicBezTo>
                  <a:pt x="569075" y="34515"/>
                  <a:pt x="570943" y="34072"/>
                  <a:pt x="573254" y="34072"/>
                </a:cubicBezTo>
                <a:cubicBezTo>
                  <a:pt x="575564" y="34072"/>
                  <a:pt x="577393" y="34458"/>
                  <a:pt x="578740" y="35229"/>
                </a:cubicBezTo>
                <a:cubicBezTo>
                  <a:pt x="580088" y="35998"/>
                  <a:pt x="581108" y="37038"/>
                  <a:pt x="581802" y="38347"/>
                </a:cubicBezTo>
                <a:cubicBezTo>
                  <a:pt x="582495" y="39655"/>
                  <a:pt x="582919" y="41195"/>
                  <a:pt x="583073" y="42967"/>
                </a:cubicBezTo>
                <a:cubicBezTo>
                  <a:pt x="583227" y="44739"/>
                  <a:pt x="583304" y="46625"/>
                  <a:pt x="583304" y="48626"/>
                </a:cubicBezTo>
                <a:lnTo>
                  <a:pt x="583304" y="82473"/>
                </a:lnTo>
                <a:lnTo>
                  <a:pt x="599710" y="82473"/>
                </a:lnTo>
                <a:lnTo>
                  <a:pt x="599710" y="42481"/>
                </a:lnTo>
                <a:cubicBezTo>
                  <a:pt x="599710" y="38629"/>
                  <a:pt x="599171" y="35334"/>
                  <a:pt x="598092" y="32598"/>
                </a:cubicBezTo>
                <a:cubicBezTo>
                  <a:pt x="597014" y="29863"/>
                  <a:pt x="595513" y="27647"/>
                  <a:pt x="593586" y="25953"/>
                </a:cubicBezTo>
                <a:cubicBezTo>
                  <a:pt x="591661" y="24257"/>
                  <a:pt x="589351" y="23024"/>
                  <a:pt x="586655" y="22254"/>
                </a:cubicBezTo>
                <a:cubicBezTo>
                  <a:pt x="583960" y="21483"/>
                  <a:pt x="581034" y="21098"/>
                  <a:pt x="577876" y="21098"/>
                </a:cubicBezTo>
                <a:cubicBezTo>
                  <a:pt x="573717" y="21098"/>
                  <a:pt x="570116" y="22102"/>
                  <a:pt x="567073" y="24110"/>
                </a:cubicBezTo>
                <a:cubicBezTo>
                  <a:pt x="564031" y="26118"/>
                  <a:pt x="561624" y="28434"/>
                  <a:pt x="559853" y="31059"/>
                </a:cubicBezTo>
                <a:cubicBezTo>
                  <a:pt x="558236" y="27353"/>
                  <a:pt x="555867" y="24766"/>
                  <a:pt x="552747" y="23299"/>
                </a:cubicBezTo>
                <a:cubicBezTo>
                  <a:pt x="549628" y="21832"/>
                  <a:pt x="546181" y="21098"/>
                  <a:pt x="542408" y="21098"/>
                </a:cubicBezTo>
                <a:cubicBezTo>
                  <a:pt x="538480" y="21098"/>
                  <a:pt x="534995" y="21947"/>
                  <a:pt x="531952" y="23647"/>
                </a:cubicBezTo>
                <a:cubicBezTo>
                  <a:pt x="528909" y="25345"/>
                  <a:pt x="526310" y="27739"/>
                  <a:pt x="524153" y="30829"/>
                </a:cubicBezTo>
                <a:lnTo>
                  <a:pt x="523922" y="30829"/>
                </a:lnTo>
                <a:lnTo>
                  <a:pt x="523922" y="22742"/>
                </a:lnTo>
                <a:lnTo>
                  <a:pt x="508441" y="22742"/>
                </a:lnTo>
                <a:close/>
                <a:moveTo>
                  <a:pt x="612494" y="0"/>
                </a:moveTo>
                <a:lnTo>
                  <a:pt x="612494" y="82473"/>
                </a:lnTo>
                <a:lnTo>
                  <a:pt x="628899" y="82473"/>
                </a:lnTo>
                <a:lnTo>
                  <a:pt x="628899" y="0"/>
                </a:lnTo>
                <a:lnTo>
                  <a:pt x="612494" y="0"/>
                </a:lnTo>
                <a:close/>
                <a:moveTo>
                  <a:pt x="657122" y="51073"/>
                </a:moveTo>
                <a:lnTo>
                  <a:pt x="635632" y="82473"/>
                </a:lnTo>
                <a:lnTo>
                  <a:pt x="654001" y="82473"/>
                </a:lnTo>
                <a:lnTo>
                  <a:pt x="666479" y="63656"/>
                </a:lnTo>
                <a:lnTo>
                  <a:pt x="678956" y="82473"/>
                </a:lnTo>
                <a:lnTo>
                  <a:pt x="697672" y="82473"/>
                </a:lnTo>
                <a:lnTo>
                  <a:pt x="675605" y="50726"/>
                </a:lnTo>
                <a:lnTo>
                  <a:pt x="695246" y="22790"/>
                </a:lnTo>
                <a:lnTo>
                  <a:pt x="677107" y="22790"/>
                </a:lnTo>
                <a:lnTo>
                  <a:pt x="666710" y="38375"/>
                </a:lnTo>
                <a:lnTo>
                  <a:pt x="656196" y="22790"/>
                </a:lnTo>
                <a:lnTo>
                  <a:pt x="637482" y="22790"/>
                </a:lnTo>
                <a:lnTo>
                  <a:pt x="657122" y="51073"/>
                </a:lnTo>
                <a:close/>
                <a:moveTo>
                  <a:pt x="704536" y="64647"/>
                </a:moveTo>
                <a:lnTo>
                  <a:pt x="704536" y="82473"/>
                </a:lnTo>
                <a:lnTo>
                  <a:pt x="722674" y="82473"/>
                </a:lnTo>
                <a:lnTo>
                  <a:pt x="722674" y="64647"/>
                </a:lnTo>
                <a:lnTo>
                  <a:pt x="704536" y="64647"/>
                </a:lnTo>
                <a:close/>
                <a:moveTo>
                  <a:pt x="776645" y="43775"/>
                </a:moveTo>
                <a:lnTo>
                  <a:pt x="792702" y="43775"/>
                </a:lnTo>
                <a:cubicBezTo>
                  <a:pt x="792472" y="39918"/>
                  <a:pt x="791548" y="36582"/>
                  <a:pt x="789929" y="33767"/>
                </a:cubicBezTo>
                <a:cubicBezTo>
                  <a:pt x="788312" y="30951"/>
                  <a:pt x="786213" y="28599"/>
                  <a:pt x="783633" y="26709"/>
                </a:cubicBezTo>
                <a:cubicBezTo>
                  <a:pt x="781053" y="24819"/>
                  <a:pt x="778127" y="23412"/>
                  <a:pt x="774854" y="22487"/>
                </a:cubicBezTo>
                <a:cubicBezTo>
                  <a:pt x="771581" y="21561"/>
                  <a:pt x="768173" y="21098"/>
                  <a:pt x="764629" y="21098"/>
                </a:cubicBezTo>
                <a:cubicBezTo>
                  <a:pt x="759777" y="21098"/>
                  <a:pt x="755463" y="21908"/>
                  <a:pt x="751688" y="23529"/>
                </a:cubicBezTo>
                <a:cubicBezTo>
                  <a:pt x="747915" y="25148"/>
                  <a:pt x="744719" y="27405"/>
                  <a:pt x="742100" y="30298"/>
                </a:cubicBezTo>
                <a:cubicBezTo>
                  <a:pt x="739482" y="33191"/>
                  <a:pt x="737499" y="36625"/>
                  <a:pt x="736151" y="40598"/>
                </a:cubicBezTo>
                <a:cubicBezTo>
                  <a:pt x="734803" y="44570"/>
                  <a:pt x="734129" y="48871"/>
                  <a:pt x="734129" y="53500"/>
                </a:cubicBezTo>
                <a:cubicBezTo>
                  <a:pt x="734129" y="57976"/>
                  <a:pt x="734860" y="62084"/>
                  <a:pt x="736323" y="65826"/>
                </a:cubicBezTo>
                <a:cubicBezTo>
                  <a:pt x="737786" y="69567"/>
                  <a:pt x="739827" y="72788"/>
                  <a:pt x="742446" y="75488"/>
                </a:cubicBezTo>
                <a:cubicBezTo>
                  <a:pt x="745065" y="78189"/>
                  <a:pt x="748242" y="80291"/>
                  <a:pt x="751977" y="81796"/>
                </a:cubicBezTo>
                <a:cubicBezTo>
                  <a:pt x="755713" y="83300"/>
                  <a:pt x="759815" y="84052"/>
                  <a:pt x="764282" y="84052"/>
                </a:cubicBezTo>
                <a:cubicBezTo>
                  <a:pt x="772215" y="84052"/>
                  <a:pt x="778723" y="81964"/>
                  <a:pt x="783805" y="77789"/>
                </a:cubicBezTo>
                <a:cubicBezTo>
                  <a:pt x="788889" y="73612"/>
                  <a:pt x="791971" y="67557"/>
                  <a:pt x="793050" y="59625"/>
                </a:cubicBezTo>
                <a:lnTo>
                  <a:pt x="777221" y="59625"/>
                </a:lnTo>
                <a:cubicBezTo>
                  <a:pt x="776683" y="63322"/>
                  <a:pt x="775354" y="66268"/>
                  <a:pt x="773235" y="68463"/>
                </a:cubicBezTo>
                <a:cubicBezTo>
                  <a:pt x="771118" y="70658"/>
                  <a:pt x="768095" y="71755"/>
                  <a:pt x="764167" y="71755"/>
                </a:cubicBezTo>
                <a:cubicBezTo>
                  <a:pt x="761625" y="71755"/>
                  <a:pt x="759468" y="71177"/>
                  <a:pt x="757696" y="70022"/>
                </a:cubicBezTo>
                <a:cubicBezTo>
                  <a:pt x="755925" y="68866"/>
                  <a:pt x="754519" y="67384"/>
                  <a:pt x="753479" y="65574"/>
                </a:cubicBezTo>
                <a:cubicBezTo>
                  <a:pt x="752440" y="63763"/>
                  <a:pt x="751689" y="61741"/>
                  <a:pt x="751226" y="59506"/>
                </a:cubicBezTo>
                <a:cubicBezTo>
                  <a:pt x="750764" y="57272"/>
                  <a:pt x="750534" y="55077"/>
                  <a:pt x="750534" y="52920"/>
                </a:cubicBezTo>
                <a:cubicBezTo>
                  <a:pt x="750534" y="50686"/>
                  <a:pt x="750764" y="48433"/>
                  <a:pt x="751226" y="46162"/>
                </a:cubicBezTo>
                <a:cubicBezTo>
                  <a:pt x="751689" y="43889"/>
                  <a:pt x="752479" y="41809"/>
                  <a:pt x="753596" y="39921"/>
                </a:cubicBezTo>
                <a:cubicBezTo>
                  <a:pt x="754712" y="38034"/>
                  <a:pt x="756156" y="36493"/>
                  <a:pt x="757927" y="35299"/>
                </a:cubicBezTo>
                <a:cubicBezTo>
                  <a:pt x="759699" y="34105"/>
                  <a:pt x="761894" y="33508"/>
                  <a:pt x="764513" y="33508"/>
                </a:cubicBezTo>
                <a:cubicBezTo>
                  <a:pt x="771522" y="33508"/>
                  <a:pt x="775566" y="36930"/>
                  <a:pt x="776645" y="43775"/>
                </a:cubicBezTo>
                <a:close/>
                <a:moveTo>
                  <a:pt x="816332" y="52690"/>
                </a:moveTo>
                <a:cubicBezTo>
                  <a:pt x="816332" y="50301"/>
                  <a:pt x="816562" y="47952"/>
                  <a:pt x="817024" y="45642"/>
                </a:cubicBezTo>
                <a:cubicBezTo>
                  <a:pt x="817486" y="43330"/>
                  <a:pt x="818275" y="41289"/>
                  <a:pt x="819392" y="39518"/>
                </a:cubicBezTo>
                <a:cubicBezTo>
                  <a:pt x="820509" y="37745"/>
                  <a:pt x="821993" y="36301"/>
                  <a:pt x="823841" y="35185"/>
                </a:cubicBezTo>
                <a:cubicBezTo>
                  <a:pt x="825690" y="34067"/>
                  <a:pt x="828000" y="33508"/>
                  <a:pt x="830773" y="33508"/>
                </a:cubicBezTo>
                <a:cubicBezTo>
                  <a:pt x="833546" y="33508"/>
                  <a:pt x="835876" y="34067"/>
                  <a:pt x="837762" y="35185"/>
                </a:cubicBezTo>
                <a:cubicBezTo>
                  <a:pt x="839650" y="36301"/>
                  <a:pt x="841152" y="37745"/>
                  <a:pt x="842268" y="39518"/>
                </a:cubicBezTo>
                <a:cubicBezTo>
                  <a:pt x="843386" y="41289"/>
                  <a:pt x="844176" y="43330"/>
                  <a:pt x="844637" y="45642"/>
                </a:cubicBezTo>
                <a:cubicBezTo>
                  <a:pt x="845099" y="47952"/>
                  <a:pt x="845330" y="50301"/>
                  <a:pt x="845330" y="52690"/>
                </a:cubicBezTo>
                <a:cubicBezTo>
                  <a:pt x="845330" y="55078"/>
                  <a:pt x="845099" y="57408"/>
                  <a:pt x="844637" y="59681"/>
                </a:cubicBezTo>
                <a:cubicBezTo>
                  <a:pt x="844176" y="61953"/>
                  <a:pt x="843386" y="63994"/>
                  <a:pt x="842268" y="65805"/>
                </a:cubicBezTo>
                <a:cubicBezTo>
                  <a:pt x="841152" y="67615"/>
                  <a:pt x="839650" y="69059"/>
                  <a:pt x="837762" y="70138"/>
                </a:cubicBezTo>
                <a:cubicBezTo>
                  <a:pt x="835876" y="71216"/>
                  <a:pt x="833546" y="71755"/>
                  <a:pt x="830773" y="71755"/>
                </a:cubicBezTo>
                <a:cubicBezTo>
                  <a:pt x="828000" y="71755"/>
                  <a:pt x="825690" y="71216"/>
                  <a:pt x="823841" y="70138"/>
                </a:cubicBezTo>
                <a:cubicBezTo>
                  <a:pt x="821993" y="69059"/>
                  <a:pt x="820509" y="67615"/>
                  <a:pt x="819392" y="65805"/>
                </a:cubicBezTo>
                <a:cubicBezTo>
                  <a:pt x="818275" y="63994"/>
                  <a:pt x="817486" y="61953"/>
                  <a:pt x="817024" y="59681"/>
                </a:cubicBezTo>
                <a:cubicBezTo>
                  <a:pt x="816562" y="57408"/>
                  <a:pt x="816332" y="55078"/>
                  <a:pt x="816332" y="52690"/>
                </a:cubicBezTo>
                <a:moveTo>
                  <a:pt x="799927" y="52691"/>
                </a:moveTo>
                <a:cubicBezTo>
                  <a:pt x="799927" y="57474"/>
                  <a:pt x="800658" y="61795"/>
                  <a:pt x="802121" y="65652"/>
                </a:cubicBezTo>
                <a:cubicBezTo>
                  <a:pt x="803584" y="69509"/>
                  <a:pt x="805664" y="72807"/>
                  <a:pt x="808360" y="75546"/>
                </a:cubicBezTo>
                <a:cubicBezTo>
                  <a:pt x="811056" y="78285"/>
                  <a:pt x="814291" y="80387"/>
                  <a:pt x="818064" y="81854"/>
                </a:cubicBezTo>
                <a:cubicBezTo>
                  <a:pt x="821839" y="83319"/>
                  <a:pt x="826075" y="84052"/>
                  <a:pt x="830773" y="84052"/>
                </a:cubicBezTo>
                <a:cubicBezTo>
                  <a:pt x="835471" y="84052"/>
                  <a:pt x="839727" y="83319"/>
                  <a:pt x="843539" y="81854"/>
                </a:cubicBezTo>
                <a:cubicBezTo>
                  <a:pt x="847352" y="80387"/>
                  <a:pt x="850606" y="78285"/>
                  <a:pt x="853302" y="75546"/>
                </a:cubicBezTo>
                <a:cubicBezTo>
                  <a:pt x="855998" y="72807"/>
                  <a:pt x="858077" y="69509"/>
                  <a:pt x="859540" y="65652"/>
                </a:cubicBezTo>
                <a:cubicBezTo>
                  <a:pt x="861004" y="61795"/>
                  <a:pt x="861735" y="57474"/>
                  <a:pt x="861735" y="52691"/>
                </a:cubicBezTo>
                <a:cubicBezTo>
                  <a:pt x="861735" y="47908"/>
                  <a:pt x="861004" y="43569"/>
                  <a:pt x="859540" y="39673"/>
                </a:cubicBezTo>
                <a:cubicBezTo>
                  <a:pt x="858077" y="35776"/>
                  <a:pt x="855998" y="32458"/>
                  <a:pt x="853302" y="29720"/>
                </a:cubicBezTo>
                <a:cubicBezTo>
                  <a:pt x="850606" y="26980"/>
                  <a:pt x="847352" y="24858"/>
                  <a:pt x="843539" y="23354"/>
                </a:cubicBezTo>
                <a:cubicBezTo>
                  <a:pt x="839727" y="21850"/>
                  <a:pt x="835471" y="21098"/>
                  <a:pt x="830773" y="21098"/>
                </a:cubicBezTo>
                <a:cubicBezTo>
                  <a:pt x="826075" y="21098"/>
                  <a:pt x="821839" y="21850"/>
                  <a:pt x="818064" y="23354"/>
                </a:cubicBezTo>
                <a:cubicBezTo>
                  <a:pt x="814291" y="24858"/>
                  <a:pt x="811056" y="26980"/>
                  <a:pt x="808360" y="29720"/>
                </a:cubicBezTo>
                <a:cubicBezTo>
                  <a:pt x="805664" y="32458"/>
                  <a:pt x="803584" y="35776"/>
                  <a:pt x="802121" y="39673"/>
                </a:cubicBezTo>
                <a:cubicBezTo>
                  <a:pt x="800658" y="43569"/>
                  <a:pt x="799927" y="47908"/>
                  <a:pt x="799927" y="52691"/>
                </a:cubicBezTo>
                <a:close/>
                <a:moveTo>
                  <a:pt x="872165" y="22700"/>
                </a:moveTo>
                <a:lnTo>
                  <a:pt x="872165" y="82473"/>
                </a:lnTo>
                <a:lnTo>
                  <a:pt x="888570" y="82473"/>
                </a:lnTo>
                <a:lnTo>
                  <a:pt x="888570" y="55526"/>
                </a:lnTo>
                <a:cubicBezTo>
                  <a:pt x="888570" y="52828"/>
                  <a:pt x="888839" y="50322"/>
                  <a:pt x="889379" y="48009"/>
                </a:cubicBezTo>
                <a:cubicBezTo>
                  <a:pt x="889918" y="45696"/>
                  <a:pt x="890823" y="43673"/>
                  <a:pt x="892093" y="41938"/>
                </a:cubicBezTo>
                <a:cubicBezTo>
                  <a:pt x="893364" y="40203"/>
                  <a:pt x="895039" y="38835"/>
                  <a:pt x="897118" y="37832"/>
                </a:cubicBezTo>
                <a:cubicBezTo>
                  <a:pt x="899198" y="36830"/>
                  <a:pt x="901740" y="36329"/>
                  <a:pt x="904744" y="36329"/>
                </a:cubicBezTo>
                <a:cubicBezTo>
                  <a:pt x="905745" y="36329"/>
                  <a:pt x="906784" y="36387"/>
                  <a:pt x="907862" y="36503"/>
                </a:cubicBezTo>
                <a:cubicBezTo>
                  <a:pt x="908941" y="36618"/>
                  <a:pt x="909865" y="36753"/>
                  <a:pt x="910635" y="36907"/>
                </a:cubicBezTo>
                <a:lnTo>
                  <a:pt x="910635" y="21674"/>
                </a:lnTo>
                <a:cubicBezTo>
                  <a:pt x="909326" y="21290"/>
                  <a:pt x="908132" y="21098"/>
                  <a:pt x="907055" y="21098"/>
                </a:cubicBezTo>
                <a:cubicBezTo>
                  <a:pt x="904975" y="21098"/>
                  <a:pt x="902972" y="21406"/>
                  <a:pt x="901047" y="22021"/>
                </a:cubicBezTo>
                <a:cubicBezTo>
                  <a:pt x="899122" y="22636"/>
                  <a:pt x="897312" y="23501"/>
                  <a:pt x="895617" y="24616"/>
                </a:cubicBezTo>
                <a:cubicBezTo>
                  <a:pt x="893923" y="25732"/>
                  <a:pt x="892421" y="27078"/>
                  <a:pt x="891112" y="28655"/>
                </a:cubicBezTo>
                <a:cubicBezTo>
                  <a:pt x="889802" y="30232"/>
                  <a:pt x="888762" y="31944"/>
                  <a:pt x="887991" y="33790"/>
                </a:cubicBezTo>
                <a:lnTo>
                  <a:pt x="887760" y="33790"/>
                </a:lnTo>
                <a:lnTo>
                  <a:pt x="887760" y="22700"/>
                </a:lnTo>
                <a:lnTo>
                  <a:pt x="872165" y="22700"/>
                </a:lnTo>
                <a:close/>
                <a:moveTo>
                  <a:pt x="956743" y="46257"/>
                </a:moveTo>
                <a:lnTo>
                  <a:pt x="930058" y="46257"/>
                </a:lnTo>
                <a:cubicBezTo>
                  <a:pt x="930134" y="45098"/>
                  <a:pt x="930384" y="43785"/>
                  <a:pt x="930807" y="42317"/>
                </a:cubicBezTo>
                <a:cubicBezTo>
                  <a:pt x="931231" y="40848"/>
                  <a:pt x="931963" y="39457"/>
                  <a:pt x="933003" y="38144"/>
                </a:cubicBezTo>
                <a:cubicBezTo>
                  <a:pt x="934043" y="36830"/>
                  <a:pt x="935429" y="35729"/>
                  <a:pt x="937162" y="34841"/>
                </a:cubicBezTo>
                <a:cubicBezTo>
                  <a:pt x="938895" y="33952"/>
                  <a:pt x="941071" y="33508"/>
                  <a:pt x="943690" y="33508"/>
                </a:cubicBezTo>
                <a:cubicBezTo>
                  <a:pt x="947695" y="33508"/>
                  <a:pt x="950679" y="34590"/>
                  <a:pt x="952643" y="36753"/>
                </a:cubicBezTo>
                <a:cubicBezTo>
                  <a:pt x="954607" y="38917"/>
                  <a:pt x="955974" y="42085"/>
                  <a:pt x="956743" y="46257"/>
                </a:cubicBezTo>
                <a:moveTo>
                  <a:pt x="930058" y="56637"/>
                </a:moveTo>
                <a:lnTo>
                  <a:pt x="973150" y="56637"/>
                </a:lnTo>
                <a:cubicBezTo>
                  <a:pt x="973458" y="52006"/>
                  <a:pt x="973073" y="47568"/>
                  <a:pt x="971994" y="43324"/>
                </a:cubicBezTo>
                <a:cubicBezTo>
                  <a:pt x="970916" y="39079"/>
                  <a:pt x="969164" y="35297"/>
                  <a:pt x="966737" y="31980"/>
                </a:cubicBezTo>
                <a:cubicBezTo>
                  <a:pt x="964311" y="28661"/>
                  <a:pt x="961211" y="26018"/>
                  <a:pt x="957436" y="24050"/>
                </a:cubicBezTo>
                <a:cubicBezTo>
                  <a:pt x="953663" y="22082"/>
                  <a:pt x="949234" y="21098"/>
                  <a:pt x="944151" y="21098"/>
                </a:cubicBezTo>
                <a:cubicBezTo>
                  <a:pt x="939607" y="21098"/>
                  <a:pt x="935467" y="21908"/>
                  <a:pt x="931732" y="23529"/>
                </a:cubicBezTo>
                <a:cubicBezTo>
                  <a:pt x="927997" y="25148"/>
                  <a:pt x="924782" y="27366"/>
                  <a:pt x="922086" y="30182"/>
                </a:cubicBezTo>
                <a:cubicBezTo>
                  <a:pt x="919390" y="32997"/>
                  <a:pt x="917310" y="36334"/>
                  <a:pt x="915847" y="40193"/>
                </a:cubicBezTo>
                <a:cubicBezTo>
                  <a:pt x="914384" y="44050"/>
                  <a:pt x="913653" y="48216"/>
                  <a:pt x="913653" y="52691"/>
                </a:cubicBezTo>
                <a:cubicBezTo>
                  <a:pt x="913653" y="57319"/>
                  <a:pt x="914365" y="61562"/>
                  <a:pt x="915789" y="65421"/>
                </a:cubicBezTo>
                <a:cubicBezTo>
                  <a:pt x="917215" y="69278"/>
                  <a:pt x="919237" y="72595"/>
                  <a:pt x="921855" y="75374"/>
                </a:cubicBezTo>
                <a:cubicBezTo>
                  <a:pt x="924473" y="78151"/>
                  <a:pt x="927669" y="80291"/>
                  <a:pt x="931443" y="81796"/>
                </a:cubicBezTo>
                <a:cubicBezTo>
                  <a:pt x="935217" y="83300"/>
                  <a:pt x="939453" y="84052"/>
                  <a:pt x="944151" y="84052"/>
                </a:cubicBezTo>
                <a:cubicBezTo>
                  <a:pt x="950929" y="84052"/>
                  <a:pt x="956705" y="82513"/>
                  <a:pt x="961480" y="79435"/>
                </a:cubicBezTo>
                <a:cubicBezTo>
                  <a:pt x="966256" y="76357"/>
                  <a:pt x="969800" y="71240"/>
                  <a:pt x="972110" y="64083"/>
                </a:cubicBezTo>
                <a:lnTo>
                  <a:pt x="957669" y="64083"/>
                </a:lnTo>
                <a:cubicBezTo>
                  <a:pt x="957129" y="65915"/>
                  <a:pt x="955666" y="67652"/>
                  <a:pt x="953278" y="69294"/>
                </a:cubicBezTo>
                <a:cubicBezTo>
                  <a:pt x="950891" y="70934"/>
                  <a:pt x="948041" y="71755"/>
                  <a:pt x="944730" y="71755"/>
                </a:cubicBezTo>
                <a:cubicBezTo>
                  <a:pt x="940109" y="71755"/>
                  <a:pt x="936565" y="70562"/>
                  <a:pt x="934100" y="68178"/>
                </a:cubicBezTo>
                <a:cubicBezTo>
                  <a:pt x="931635" y="65792"/>
                  <a:pt x="930288" y="61945"/>
                  <a:pt x="930058" y="56637"/>
                </a:cubicBezTo>
                <a:close/>
                <a:moveTo>
                  <a:pt x="1013780" y="41113"/>
                </a:moveTo>
                <a:cubicBezTo>
                  <a:pt x="1014010" y="37262"/>
                  <a:pt x="1014973" y="34066"/>
                  <a:pt x="1016668" y="31525"/>
                </a:cubicBezTo>
                <a:cubicBezTo>
                  <a:pt x="1018362" y="28983"/>
                  <a:pt x="1020519" y="26941"/>
                  <a:pt x="1023137" y="25401"/>
                </a:cubicBezTo>
                <a:cubicBezTo>
                  <a:pt x="1025756" y="23860"/>
                  <a:pt x="1028701" y="22762"/>
                  <a:pt x="1031974" y="22108"/>
                </a:cubicBezTo>
                <a:cubicBezTo>
                  <a:pt x="1035249" y="21453"/>
                  <a:pt x="1038542" y="21126"/>
                  <a:pt x="1041853" y="21126"/>
                </a:cubicBezTo>
                <a:cubicBezTo>
                  <a:pt x="1044857" y="21126"/>
                  <a:pt x="1047899" y="21338"/>
                  <a:pt x="1050980" y="21762"/>
                </a:cubicBezTo>
                <a:cubicBezTo>
                  <a:pt x="1054061" y="22185"/>
                  <a:pt x="1056872" y="23013"/>
                  <a:pt x="1059413" y="24246"/>
                </a:cubicBezTo>
                <a:cubicBezTo>
                  <a:pt x="1061955" y="25478"/>
                  <a:pt x="1064035" y="27191"/>
                  <a:pt x="1065652" y="29387"/>
                </a:cubicBezTo>
                <a:cubicBezTo>
                  <a:pt x="1067270" y="31582"/>
                  <a:pt x="1068079" y="34489"/>
                  <a:pt x="1068079" y="38109"/>
                </a:cubicBezTo>
                <a:lnTo>
                  <a:pt x="1068079" y="69186"/>
                </a:lnTo>
                <a:cubicBezTo>
                  <a:pt x="1068079" y="71882"/>
                  <a:pt x="1068233" y="74462"/>
                  <a:pt x="1068541" y="76927"/>
                </a:cubicBezTo>
                <a:cubicBezTo>
                  <a:pt x="1068849" y="79391"/>
                  <a:pt x="1069388" y="81240"/>
                  <a:pt x="1070157" y="82473"/>
                </a:cubicBezTo>
                <a:lnTo>
                  <a:pt x="1053522" y="82473"/>
                </a:lnTo>
                <a:cubicBezTo>
                  <a:pt x="1053214" y="81549"/>
                  <a:pt x="1052963" y="80606"/>
                  <a:pt x="1052771" y="79643"/>
                </a:cubicBezTo>
                <a:cubicBezTo>
                  <a:pt x="1052578" y="78680"/>
                  <a:pt x="1052443" y="77697"/>
                  <a:pt x="1052367" y="76696"/>
                </a:cubicBezTo>
                <a:cubicBezTo>
                  <a:pt x="1049748" y="79392"/>
                  <a:pt x="1046668" y="81279"/>
                  <a:pt x="1043124" y="82358"/>
                </a:cubicBezTo>
                <a:cubicBezTo>
                  <a:pt x="1039581" y="83436"/>
                  <a:pt x="1035961" y="83975"/>
                  <a:pt x="1032263" y="83975"/>
                </a:cubicBezTo>
                <a:cubicBezTo>
                  <a:pt x="1029415" y="83975"/>
                  <a:pt x="1026758" y="83628"/>
                  <a:pt x="1024292" y="82935"/>
                </a:cubicBezTo>
                <a:cubicBezTo>
                  <a:pt x="1021827" y="82241"/>
                  <a:pt x="1019671" y="81163"/>
                  <a:pt x="1017822" y="79700"/>
                </a:cubicBezTo>
                <a:cubicBezTo>
                  <a:pt x="1015975" y="78237"/>
                  <a:pt x="1014531" y="76389"/>
                  <a:pt x="1013491" y="74156"/>
                </a:cubicBezTo>
                <a:cubicBezTo>
                  <a:pt x="1012451" y="71921"/>
                  <a:pt x="1011931" y="69264"/>
                  <a:pt x="1011931" y="66182"/>
                </a:cubicBezTo>
                <a:cubicBezTo>
                  <a:pt x="1011931" y="62794"/>
                  <a:pt x="1012528" y="60002"/>
                  <a:pt x="1013722" y="57807"/>
                </a:cubicBezTo>
                <a:cubicBezTo>
                  <a:pt x="1014916" y="55612"/>
                  <a:pt x="1016456" y="53859"/>
                  <a:pt x="1018342" y="52550"/>
                </a:cubicBezTo>
                <a:cubicBezTo>
                  <a:pt x="1020230" y="51241"/>
                  <a:pt x="1022386" y="50259"/>
                  <a:pt x="1024812" y="49605"/>
                </a:cubicBezTo>
                <a:cubicBezTo>
                  <a:pt x="1027239" y="48950"/>
                  <a:pt x="1029684" y="48430"/>
                  <a:pt x="1032149" y="48046"/>
                </a:cubicBezTo>
                <a:cubicBezTo>
                  <a:pt x="1034613" y="47661"/>
                  <a:pt x="1037039" y="47352"/>
                  <a:pt x="1039426" y="47121"/>
                </a:cubicBezTo>
                <a:cubicBezTo>
                  <a:pt x="1041814" y="46889"/>
                  <a:pt x="1043932" y="46542"/>
                  <a:pt x="1045781" y="46081"/>
                </a:cubicBezTo>
                <a:cubicBezTo>
                  <a:pt x="1047630" y="45619"/>
                  <a:pt x="1049093" y="44945"/>
                  <a:pt x="1050170" y="44060"/>
                </a:cubicBezTo>
                <a:cubicBezTo>
                  <a:pt x="1051249" y="43174"/>
                  <a:pt x="1051750" y="41884"/>
                  <a:pt x="1051674" y="40189"/>
                </a:cubicBezTo>
                <a:cubicBezTo>
                  <a:pt x="1051674" y="38417"/>
                  <a:pt x="1051385" y="37011"/>
                  <a:pt x="1050807" y="35972"/>
                </a:cubicBezTo>
                <a:cubicBezTo>
                  <a:pt x="1050229" y="34932"/>
                  <a:pt x="1049458" y="34124"/>
                  <a:pt x="1048496" y="33547"/>
                </a:cubicBezTo>
                <a:cubicBezTo>
                  <a:pt x="1047533" y="32969"/>
                  <a:pt x="1046416" y="32583"/>
                  <a:pt x="1045145" y="32390"/>
                </a:cubicBezTo>
                <a:cubicBezTo>
                  <a:pt x="1043874" y="32198"/>
                  <a:pt x="1042507" y="32101"/>
                  <a:pt x="1041044" y="32101"/>
                </a:cubicBezTo>
                <a:cubicBezTo>
                  <a:pt x="1037810" y="32101"/>
                  <a:pt x="1035269" y="32795"/>
                  <a:pt x="1033420" y="34181"/>
                </a:cubicBezTo>
                <a:cubicBezTo>
                  <a:pt x="1031571" y="35568"/>
                  <a:pt x="1030493" y="37879"/>
                  <a:pt x="1030185" y="41113"/>
                </a:cubicBezTo>
                <a:lnTo>
                  <a:pt x="1013780" y="41113"/>
                </a:lnTo>
                <a:moveTo>
                  <a:pt x="1051674" y="53243"/>
                </a:moveTo>
                <a:cubicBezTo>
                  <a:pt x="1050981" y="53860"/>
                  <a:pt x="1050114" y="54342"/>
                  <a:pt x="1049074" y="54689"/>
                </a:cubicBezTo>
                <a:cubicBezTo>
                  <a:pt x="1048034" y="55035"/>
                  <a:pt x="1046917" y="55324"/>
                  <a:pt x="1045723" y="55556"/>
                </a:cubicBezTo>
                <a:cubicBezTo>
                  <a:pt x="1044530" y="55786"/>
                  <a:pt x="1043278" y="55978"/>
                  <a:pt x="1041968" y="56132"/>
                </a:cubicBezTo>
                <a:cubicBezTo>
                  <a:pt x="1040659" y="56286"/>
                  <a:pt x="1039349" y="56478"/>
                  <a:pt x="1038040" y="56709"/>
                </a:cubicBezTo>
                <a:cubicBezTo>
                  <a:pt x="1036809" y="56940"/>
                  <a:pt x="1035596" y="57249"/>
                  <a:pt x="1034402" y="57634"/>
                </a:cubicBezTo>
                <a:cubicBezTo>
                  <a:pt x="1033208" y="58019"/>
                  <a:pt x="1032168" y="58539"/>
                  <a:pt x="1031282" y="59194"/>
                </a:cubicBezTo>
                <a:cubicBezTo>
                  <a:pt x="1030397" y="59849"/>
                  <a:pt x="1029684" y="60677"/>
                  <a:pt x="1029145" y="61678"/>
                </a:cubicBezTo>
                <a:cubicBezTo>
                  <a:pt x="1028606" y="62678"/>
                  <a:pt x="1028336" y="63949"/>
                  <a:pt x="1028336" y="65489"/>
                </a:cubicBezTo>
                <a:cubicBezTo>
                  <a:pt x="1028336" y="66953"/>
                  <a:pt x="1028606" y="68185"/>
                  <a:pt x="1029145" y="69186"/>
                </a:cubicBezTo>
                <a:cubicBezTo>
                  <a:pt x="1029684" y="70187"/>
                  <a:pt x="1030416" y="70977"/>
                  <a:pt x="1031340" y="71555"/>
                </a:cubicBezTo>
                <a:cubicBezTo>
                  <a:pt x="1032265" y="72132"/>
                  <a:pt x="1033343" y="72537"/>
                  <a:pt x="1034575" y="72768"/>
                </a:cubicBezTo>
                <a:cubicBezTo>
                  <a:pt x="1035807" y="73000"/>
                  <a:pt x="1037078" y="73116"/>
                  <a:pt x="1038388" y="73116"/>
                </a:cubicBezTo>
                <a:cubicBezTo>
                  <a:pt x="1041622" y="73116"/>
                  <a:pt x="1044124" y="72577"/>
                  <a:pt x="1045896" y="71499"/>
                </a:cubicBezTo>
                <a:cubicBezTo>
                  <a:pt x="1047668" y="70420"/>
                  <a:pt x="1048978" y="69130"/>
                  <a:pt x="1049825" y="67628"/>
                </a:cubicBezTo>
                <a:cubicBezTo>
                  <a:pt x="1050672" y="66126"/>
                  <a:pt x="1051192" y="64605"/>
                  <a:pt x="1051385" y="63064"/>
                </a:cubicBezTo>
                <a:cubicBezTo>
                  <a:pt x="1051578" y="61523"/>
                  <a:pt x="1051674" y="60291"/>
                  <a:pt x="1051674" y="59367"/>
                </a:cubicBezTo>
                <a:lnTo>
                  <a:pt x="1051674" y="53243"/>
                </a:lnTo>
                <a:close/>
                <a:moveTo>
                  <a:pt x="1092979" y="63067"/>
                </a:moveTo>
                <a:lnTo>
                  <a:pt x="1077383" y="63067"/>
                </a:lnTo>
                <a:cubicBezTo>
                  <a:pt x="1077537" y="67065"/>
                  <a:pt x="1078442" y="70391"/>
                  <a:pt x="1080098" y="73043"/>
                </a:cubicBezTo>
                <a:cubicBezTo>
                  <a:pt x="1081754" y="75695"/>
                  <a:pt x="1083872" y="77828"/>
                  <a:pt x="1086451" y="79442"/>
                </a:cubicBezTo>
                <a:cubicBezTo>
                  <a:pt x="1089032" y="81057"/>
                  <a:pt x="1091978" y="82210"/>
                  <a:pt x="1095290" y="82901"/>
                </a:cubicBezTo>
                <a:cubicBezTo>
                  <a:pt x="1098602" y="83593"/>
                  <a:pt x="1101991" y="83939"/>
                  <a:pt x="1105457" y="83939"/>
                </a:cubicBezTo>
                <a:cubicBezTo>
                  <a:pt x="1108845" y="83939"/>
                  <a:pt x="1112175" y="83611"/>
                  <a:pt x="1115448" y="82956"/>
                </a:cubicBezTo>
                <a:cubicBezTo>
                  <a:pt x="1118722" y="82301"/>
                  <a:pt x="1121630" y="81165"/>
                  <a:pt x="1124171" y="79546"/>
                </a:cubicBezTo>
                <a:cubicBezTo>
                  <a:pt x="1126713" y="77928"/>
                  <a:pt x="1128773" y="75790"/>
                  <a:pt x="1130351" y="73131"/>
                </a:cubicBezTo>
                <a:cubicBezTo>
                  <a:pt x="1131931" y="70473"/>
                  <a:pt x="1132721" y="67179"/>
                  <a:pt x="1132721" y="63249"/>
                </a:cubicBezTo>
                <a:cubicBezTo>
                  <a:pt x="1132721" y="60475"/>
                  <a:pt x="1132181" y="58145"/>
                  <a:pt x="1131102" y="56257"/>
                </a:cubicBezTo>
                <a:cubicBezTo>
                  <a:pt x="1130025" y="54369"/>
                  <a:pt x="1128600" y="52789"/>
                  <a:pt x="1126827" y="51517"/>
                </a:cubicBezTo>
                <a:cubicBezTo>
                  <a:pt x="1125056" y="50246"/>
                  <a:pt x="1123035" y="49225"/>
                  <a:pt x="1120763" y="48455"/>
                </a:cubicBezTo>
                <a:cubicBezTo>
                  <a:pt x="1118492" y="47684"/>
                  <a:pt x="1116162" y="47029"/>
                  <a:pt x="1113774" y="46490"/>
                </a:cubicBezTo>
                <a:cubicBezTo>
                  <a:pt x="1111463" y="45950"/>
                  <a:pt x="1109191" y="45450"/>
                  <a:pt x="1106957" y="44988"/>
                </a:cubicBezTo>
                <a:cubicBezTo>
                  <a:pt x="1104724" y="44525"/>
                  <a:pt x="1102741" y="44005"/>
                  <a:pt x="1101007" y="43428"/>
                </a:cubicBezTo>
                <a:cubicBezTo>
                  <a:pt x="1099275" y="42849"/>
                  <a:pt x="1097869" y="42098"/>
                  <a:pt x="1096790" y="41173"/>
                </a:cubicBezTo>
                <a:cubicBezTo>
                  <a:pt x="1095713" y="40248"/>
                  <a:pt x="1095174" y="39053"/>
                  <a:pt x="1095174" y="37589"/>
                </a:cubicBezTo>
                <a:cubicBezTo>
                  <a:pt x="1095174" y="36356"/>
                  <a:pt x="1095482" y="35374"/>
                  <a:pt x="1096098" y="34642"/>
                </a:cubicBezTo>
                <a:cubicBezTo>
                  <a:pt x="1096715" y="33909"/>
                  <a:pt x="1097466" y="33351"/>
                  <a:pt x="1098351" y="32967"/>
                </a:cubicBezTo>
                <a:cubicBezTo>
                  <a:pt x="1099237" y="32581"/>
                  <a:pt x="1100219" y="32331"/>
                  <a:pt x="1101296" y="32216"/>
                </a:cubicBezTo>
                <a:cubicBezTo>
                  <a:pt x="1102375" y="32100"/>
                  <a:pt x="1103376" y="32041"/>
                  <a:pt x="1104300" y="32041"/>
                </a:cubicBezTo>
                <a:cubicBezTo>
                  <a:pt x="1107226" y="32041"/>
                  <a:pt x="1109768" y="32603"/>
                  <a:pt x="1111924" y="33725"/>
                </a:cubicBezTo>
                <a:cubicBezTo>
                  <a:pt x="1114081" y="34846"/>
                  <a:pt x="1115275" y="36993"/>
                  <a:pt x="1115506" y="40165"/>
                </a:cubicBezTo>
                <a:lnTo>
                  <a:pt x="1131104" y="40165"/>
                </a:lnTo>
                <a:cubicBezTo>
                  <a:pt x="1130796" y="36467"/>
                  <a:pt x="1129852" y="33405"/>
                  <a:pt x="1128273" y="30978"/>
                </a:cubicBezTo>
                <a:cubicBezTo>
                  <a:pt x="1126695" y="28552"/>
                  <a:pt x="1124711" y="26607"/>
                  <a:pt x="1122323" y="25143"/>
                </a:cubicBezTo>
                <a:cubicBezTo>
                  <a:pt x="1119936" y="23679"/>
                  <a:pt x="1117222" y="22639"/>
                  <a:pt x="1114179" y="22023"/>
                </a:cubicBezTo>
                <a:cubicBezTo>
                  <a:pt x="1111136" y="21406"/>
                  <a:pt x="1107998" y="21098"/>
                  <a:pt x="1104764" y="21098"/>
                </a:cubicBezTo>
                <a:cubicBezTo>
                  <a:pt x="1101528" y="21098"/>
                  <a:pt x="1098370" y="21387"/>
                  <a:pt x="1095288" y="21965"/>
                </a:cubicBezTo>
                <a:cubicBezTo>
                  <a:pt x="1092208" y="22542"/>
                  <a:pt x="1089436" y="23543"/>
                  <a:pt x="1086971" y="24969"/>
                </a:cubicBezTo>
                <a:cubicBezTo>
                  <a:pt x="1084507" y="26394"/>
                  <a:pt x="1082524" y="28340"/>
                  <a:pt x="1081022" y="30806"/>
                </a:cubicBezTo>
                <a:cubicBezTo>
                  <a:pt x="1079520" y="33271"/>
                  <a:pt x="1078769" y="36431"/>
                  <a:pt x="1078769" y="40284"/>
                </a:cubicBezTo>
                <a:cubicBezTo>
                  <a:pt x="1078769" y="42904"/>
                  <a:pt x="1079308" y="45119"/>
                  <a:pt x="1080385" y="46930"/>
                </a:cubicBezTo>
                <a:cubicBezTo>
                  <a:pt x="1081464" y="48740"/>
                  <a:pt x="1082889" y="50243"/>
                  <a:pt x="1084660" y="51438"/>
                </a:cubicBezTo>
                <a:cubicBezTo>
                  <a:pt x="1086433" y="52632"/>
                  <a:pt x="1088455" y="53595"/>
                  <a:pt x="1090726" y="54327"/>
                </a:cubicBezTo>
                <a:cubicBezTo>
                  <a:pt x="1092998" y="55059"/>
                  <a:pt x="1095328" y="55695"/>
                  <a:pt x="1097716" y="56235"/>
                </a:cubicBezTo>
                <a:cubicBezTo>
                  <a:pt x="1103569" y="57467"/>
                  <a:pt x="1108131" y="58700"/>
                  <a:pt x="1111404" y="59933"/>
                </a:cubicBezTo>
                <a:cubicBezTo>
                  <a:pt x="1114679" y="61166"/>
                  <a:pt x="1116316" y="63015"/>
                  <a:pt x="1116316" y="65481"/>
                </a:cubicBezTo>
                <a:cubicBezTo>
                  <a:pt x="1116316" y="66944"/>
                  <a:pt x="1115969" y="68157"/>
                  <a:pt x="1115276" y="69121"/>
                </a:cubicBezTo>
                <a:cubicBezTo>
                  <a:pt x="1114582" y="70085"/>
                  <a:pt x="1113715" y="70856"/>
                  <a:pt x="1112675" y="71434"/>
                </a:cubicBezTo>
                <a:cubicBezTo>
                  <a:pt x="1111636" y="72011"/>
                  <a:pt x="1110481" y="72434"/>
                  <a:pt x="1109210" y="72705"/>
                </a:cubicBezTo>
                <a:cubicBezTo>
                  <a:pt x="1107939" y="72974"/>
                  <a:pt x="1106726" y="73108"/>
                  <a:pt x="1105571" y="73108"/>
                </a:cubicBezTo>
                <a:cubicBezTo>
                  <a:pt x="1103954" y="73108"/>
                  <a:pt x="1102394" y="72916"/>
                  <a:pt x="1100893" y="72532"/>
                </a:cubicBezTo>
                <a:cubicBezTo>
                  <a:pt x="1099391" y="72147"/>
                  <a:pt x="1098062" y="71550"/>
                  <a:pt x="1096907" y="70743"/>
                </a:cubicBezTo>
                <a:cubicBezTo>
                  <a:pt x="1095752" y="69934"/>
                  <a:pt x="1094808" y="68895"/>
                  <a:pt x="1094076" y="67626"/>
                </a:cubicBezTo>
                <a:cubicBezTo>
                  <a:pt x="1093345" y="66357"/>
                  <a:pt x="1092979" y="64837"/>
                  <a:pt x="1092979" y="630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mx\n…abs_a">
            <a:extLst xmlns:a="http://schemas.openxmlformats.org/drawingml/2006/main">
              <a:ext uri="{FF2B5EF4-FFF2-40B4-BE49-F238E27FC236}">
                <a16:creationId xmlns:a16="http://schemas.microsoft.com/office/drawing/2014/main" id="{C6BF9EBB-DEA4-4D06-9842-01BF8161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102" y="5415009"/>
            <a:ext cx="766762" cy="98832"/>
          </a:xfrm>
          <a:custGeom xmlns:a="http://schemas.openxmlformats.org/drawingml/2006/main">
            <a:pathLst>
              <a:path w="766762" h="98832">
                <a:moveTo>
                  <a:pt x="0" y="24773"/>
                </a:moveTo>
                <a:lnTo>
                  <a:pt x="0" y="84503"/>
                </a:lnTo>
                <a:lnTo>
                  <a:pt x="16405" y="84503"/>
                </a:lnTo>
                <a:lnTo>
                  <a:pt x="16405" y="49850"/>
                </a:lnTo>
                <a:cubicBezTo>
                  <a:pt x="16405" y="46923"/>
                  <a:pt x="16829" y="44555"/>
                  <a:pt x="17676" y="42745"/>
                </a:cubicBezTo>
                <a:cubicBezTo>
                  <a:pt x="18523" y="40935"/>
                  <a:pt x="19544" y="39549"/>
                  <a:pt x="20738" y="38587"/>
                </a:cubicBezTo>
                <a:cubicBezTo>
                  <a:pt x="21932" y="37624"/>
                  <a:pt x="23164" y="36970"/>
                  <a:pt x="24435" y="36623"/>
                </a:cubicBezTo>
                <a:cubicBezTo>
                  <a:pt x="25705" y="36276"/>
                  <a:pt x="26726" y="36103"/>
                  <a:pt x="27497" y="36103"/>
                </a:cubicBezTo>
                <a:cubicBezTo>
                  <a:pt x="30115" y="36103"/>
                  <a:pt x="32098" y="36546"/>
                  <a:pt x="33446" y="37432"/>
                </a:cubicBezTo>
                <a:cubicBezTo>
                  <a:pt x="34794" y="38317"/>
                  <a:pt x="35757" y="39491"/>
                  <a:pt x="36334" y="40954"/>
                </a:cubicBezTo>
                <a:cubicBezTo>
                  <a:pt x="36912" y="42417"/>
                  <a:pt x="37239" y="44016"/>
                  <a:pt x="37316" y="45749"/>
                </a:cubicBezTo>
                <a:cubicBezTo>
                  <a:pt x="37393" y="47481"/>
                  <a:pt x="37432" y="49233"/>
                  <a:pt x="37432" y="51004"/>
                </a:cubicBezTo>
                <a:lnTo>
                  <a:pt x="37432" y="84503"/>
                </a:lnTo>
                <a:lnTo>
                  <a:pt x="53837" y="84503"/>
                </a:lnTo>
                <a:lnTo>
                  <a:pt x="53837" y="51235"/>
                </a:lnTo>
                <a:cubicBezTo>
                  <a:pt x="53837" y="49387"/>
                  <a:pt x="53972" y="47558"/>
                  <a:pt x="54241" y="45749"/>
                </a:cubicBezTo>
                <a:cubicBezTo>
                  <a:pt x="54511" y="43939"/>
                  <a:pt x="55051" y="42322"/>
                  <a:pt x="55859" y="40898"/>
                </a:cubicBezTo>
                <a:cubicBezTo>
                  <a:pt x="56668" y="39472"/>
                  <a:pt x="57784" y="38317"/>
                  <a:pt x="59208" y="37432"/>
                </a:cubicBezTo>
                <a:cubicBezTo>
                  <a:pt x="60634" y="36546"/>
                  <a:pt x="62502" y="36103"/>
                  <a:pt x="64813" y="36103"/>
                </a:cubicBezTo>
                <a:cubicBezTo>
                  <a:pt x="67123" y="36103"/>
                  <a:pt x="68952" y="36488"/>
                  <a:pt x="70299" y="37259"/>
                </a:cubicBezTo>
                <a:cubicBezTo>
                  <a:pt x="71646" y="38029"/>
                  <a:pt x="72667" y="39069"/>
                  <a:pt x="73361" y="40378"/>
                </a:cubicBezTo>
                <a:cubicBezTo>
                  <a:pt x="74054" y="41686"/>
                  <a:pt x="74478" y="43226"/>
                  <a:pt x="74632" y="44998"/>
                </a:cubicBezTo>
                <a:cubicBezTo>
                  <a:pt x="74786" y="46769"/>
                  <a:pt x="74863" y="48656"/>
                  <a:pt x="74863" y="50657"/>
                </a:cubicBezTo>
                <a:lnTo>
                  <a:pt x="74863" y="84503"/>
                </a:lnTo>
                <a:lnTo>
                  <a:pt x="91269" y="84503"/>
                </a:lnTo>
                <a:lnTo>
                  <a:pt x="91269" y="44512"/>
                </a:lnTo>
                <a:cubicBezTo>
                  <a:pt x="91269" y="40659"/>
                  <a:pt x="90730" y="37365"/>
                  <a:pt x="89651" y="34629"/>
                </a:cubicBezTo>
                <a:cubicBezTo>
                  <a:pt x="88573" y="31893"/>
                  <a:pt x="87071" y="29678"/>
                  <a:pt x="85145" y="27983"/>
                </a:cubicBezTo>
                <a:cubicBezTo>
                  <a:pt x="83220" y="26287"/>
                  <a:pt x="80910" y="25055"/>
                  <a:pt x="78214" y="24285"/>
                </a:cubicBezTo>
                <a:cubicBezTo>
                  <a:pt x="75519" y="23514"/>
                  <a:pt x="72593" y="23128"/>
                  <a:pt x="69435" y="23128"/>
                </a:cubicBezTo>
                <a:cubicBezTo>
                  <a:pt x="65276" y="23128"/>
                  <a:pt x="61675" y="24133"/>
                  <a:pt x="58632" y="26141"/>
                </a:cubicBezTo>
                <a:cubicBezTo>
                  <a:pt x="55589" y="28148"/>
                  <a:pt x="53183" y="30465"/>
                  <a:pt x="51411" y="33090"/>
                </a:cubicBezTo>
                <a:cubicBezTo>
                  <a:pt x="49794" y="29384"/>
                  <a:pt x="47426" y="26797"/>
                  <a:pt x="44305" y="25330"/>
                </a:cubicBezTo>
                <a:cubicBezTo>
                  <a:pt x="41186" y="23862"/>
                  <a:pt x="37740" y="23128"/>
                  <a:pt x="33966" y="23128"/>
                </a:cubicBezTo>
                <a:cubicBezTo>
                  <a:pt x="30039" y="23128"/>
                  <a:pt x="26554" y="23978"/>
                  <a:pt x="23511" y="25678"/>
                </a:cubicBezTo>
                <a:cubicBezTo>
                  <a:pt x="20468" y="27376"/>
                  <a:pt x="17869" y="29770"/>
                  <a:pt x="15712" y="32859"/>
                </a:cubicBezTo>
                <a:lnTo>
                  <a:pt x="15481" y="32859"/>
                </a:lnTo>
                <a:lnTo>
                  <a:pt x="15481" y="24773"/>
                </a:lnTo>
                <a:lnTo>
                  <a:pt x="0" y="24773"/>
                </a:lnTo>
                <a:close/>
                <a:moveTo>
                  <a:pt x="118842" y="53104"/>
                </a:moveTo>
                <a:lnTo>
                  <a:pt x="97353" y="84503"/>
                </a:lnTo>
                <a:lnTo>
                  <a:pt x="115722" y="84503"/>
                </a:lnTo>
                <a:lnTo>
                  <a:pt x="128199" y="65687"/>
                </a:lnTo>
                <a:lnTo>
                  <a:pt x="140676" y="84503"/>
                </a:lnTo>
                <a:lnTo>
                  <a:pt x="159392" y="84503"/>
                </a:lnTo>
                <a:lnTo>
                  <a:pt x="137325" y="52756"/>
                </a:lnTo>
                <a:lnTo>
                  <a:pt x="156967" y="24821"/>
                </a:lnTo>
                <a:lnTo>
                  <a:pt x="138827" y="24821"/>
                </a:lnTo>
                <a:lnTo>
                  <a:pt x="128430" y="40406"/>
                </a:lnTo>
                <a:lnTo>
                  <a:pt x="117916" y="24821"/>
                </a:lnTo>
                <a:lnTo>
                  <a:pt x="99202" y="24821"/>
                </a:lnTo>
                <a:lnTo>
                  <a:pt x="118842" y="53104"/>
                </a:lnTo>
                <a:close/>
                <a:moveTo>
                  <a:pt x="203458" y="86309"/>
                </a:moveTo>
                <a:lnTo>
                  <a:pt x="171224" y="0"/>
                </a:lnTo>
                <a:lnTo>
                  <a:pt x="158170" y="0"/>
                </a:lnTo>
                <a:lnTo>
                  <a:pt x="190288" y="86309"/>
                </a:lnTo>
                <a:lnTo>
                  <a:pt x="203458" y="86309"/>
                </a:lnTo>
                <a:close/>
                <a:moveTo>
                  <a:pt x="208409" y="24773"/>
                </a:moveTo>
                <a:lnTo>
                  <a:pt x="208409" y="84503"/>
                </a:lnTo>
                <a:lnTo>
                  <a:pt x="224814" y="84503"/>
                </a:lnTo>
                <a:lnTo>
                  <a:pt x="224814" y="53199"/>
                </a:lnTo>
                <a:cubicBezTo>
                  <a:pt x="224814" y="47115"/>
                  <a:pt x="225815" y="42745"/>
                  <a:pt x="227818" y="40089"/>
                </a:cubicBezTo>
                <a:cubicBezTo>
                  <a:pt x="229820" y="37432"/>
                  <a:pt x="233055" y="36103"/>
                  <a:pt x="237522" y="36103"/>
                </a:cubicBezTo>
                <a:cubicBezTo>
                  <a:pt x="241451" y="36103"/>
                  <a:pt x="244185" y="37316"/>
                  <a:pt x="245725" y="39741"/>
                </a:cubicBezTo>
                <a:cubicBezTo>
                  <a:pt x="247265" y="42167"/>
                  <a:pt x="248036" y="45844"/>
                  <a:pt x="248036" y="50773"/>
                </a:cubicBezTo>
                <a:lnTo>
                  <a:pt x="248036" y="84503"/>
                </a:lnTo>
                <a:lnTo>
                  <a:pt x="264441" y="84503"/>
                </a:lnTo>
                <a:lnTo>
                  <a:pt x="264441" y="47748"/>
                </a:lnTo>
                <a:cubicBezTo>
                  <a:pt x="264441" y="44050"/>
                  <a:pt x="264113" y="40679"/>
                  <a:pt x="263459" y="37635"/>
                </a:cubicBezTo>
                <a:cubicBezTo>
                  <a:pt x="262804" y="34591"/>
                  <a:pt x="261668" y="32010"/>
                  <a:pt x="260049" y="29891"/>
                </a:cubicBezTo>
                <a:cubicBezTo>
                  <a:pt x="258432" y="27772"/>
                  <a:pt x="256218" y="26115"/>
                  <a:pt x="253407" y="24921"/>
                </a:cubicBezTo>
                <a:cubicBezTo>
                  <a:pt x="250596" y="23726"/>
                  <a:pt x="246995" y="23128"/>
                  <a:pt x="242604" y="23128"/>
                </a:cubicBezTo>
                <a:cubicBezTo>
                  <a:pt x="239139" y="23128"/>
                  <a:pt x="235750" y="23920"/>
                  <a:pt x="232438" y="25503"/>
                </a:cubicBezTo>
                <a:cubicBezTo>
                  <a:pt x="229126" y="27086"/>
                  <a:pt x="226431" y="29615"/>
                  <a:pt x="224352" y="33090"/>
                </a:cubicBezTo>
                <a:lnTo>
                  <a:pt x="224005" y="33090"/>
                </a:lnTo>
                <a:lnTo>
                  <a:pt x="224005" y="24773"/>
                </a:lnTo>
                <a:lnTo>
                  <a:pt x="208409" y="24773"/>
                </a:lnTo>
                <a:close/>
                <a:moveTo>
                  <a:pt x="389507" y="66678"/>
                </a:moveTo>
                <a:lnTo>
                  <a:pt x="389507" y="84503"/>
                </a:lnTo>
                <a:lnTo>
                  <a:pt x="407645" y="84503"/>
                </a:lnTo>
                <a:lnTo>
                  <a:pt x="407645" y="66678"/>
                </a:lnTo>
                <a:lnTo>
                  <a:pt x="389507" y="66678"/>
                </a:lnTo>
                <a:moveTo>
                  <a:pt x="351037" y="66678"/>
                </a:moveTo>
                <a:lnTo>
                  <a:pt x="351037" y="84503"/>
                </a:lnTo>
                <a:lnTo>
                  <a:pt x="369174" y="84503"/>
                </a:lnTo>
                <a:lnTo>
                  <a:pt x="369174" y="66678"/>
                </a:lnTo>
                <a:lnTo>
                  <a:pt x="351037" y="66678"/>
                </a:lnTo>
                <a:moveTo>
                  <a:pt x="312564" y="66678"/>
                </a:moveTo>
                <a:lnTo>
                  <a:pt x="312564" y="84503"/>
                </a:lnTo>
                <a:lnTo>
                  <a:pt x="330702" y="84503"/>
                </a:lnTo>
                <a:lnTo>
                  <a:pt x="330702" y="66678"/>
                </a:lnTo>
                <a:lnTo>
                  <a:pt x="312564" y="66678"/>
                </a:lnTo>
                <a:close/>
                <a:moveTo>
                  <a:pt x="454843" y="43144"/>
                </a:moveTo>
                <a:cubicBezTo>
                  <a:pt x="455073" y="39293"/>
                  <a:pt x="456035" y="36096"/>
                  <a:pt x="457730" y="33556"/>
                </a:cubicBezTo>
                <a:cubicBezTo>
                  <a:pt x="459425" y="31014"/>
                  <a:pt x="461581" y="28972"/>
                  <a:pt x="464200" y="27432"/>
                </a:cubicBezTo>
                <a:cubicBezTo>
                  <a:pt x="466818" y="25891"/>
                  <a:pt x="469764" y="24793"/>
                  <a:pt x="473037" y="24139"/>
                </a:cubicBezTo>
                <a:cubicBezTo>
                  <a:pt x="476311" y="23484"/>
                  <a:pt x="479604" y="23157"/>
                  <a:pt x="482916" y="23157"/>
                </a:cubicBezTo>
                <a:cubicBezTo>
                  <a:pt x="485920" y="23157"/>
                  <a:pt x="488962" y="23369"/>
                  <a:pt x="492042" y="23793"/>
                </a:cubicBezTo>
                <a:cubicBezTo>
                  <a:pt x="495123" y="24216"/>
                  <a:pt x="497935" y="25044"/>
                  <a:pt x="500475" y="26277"/>
                </a:cubicBezTo>
                <a:cubicBezTo>
                  <a:pt x="503017" y="27509"/>
                  <a:pt x="505097" y="29222"/>
                  <a:pt x="506714" y="31417"/>
                </a:cubicBezTo>
                <a:cubicBezTo>
                  <a:pt x="508332" y="33613"/>
                  <a:pt x="509142" y="36520"/>
                  <a:pt x="509142" y="40140"/>
                </a:cubicBezTo>
                <a:lnTo>
                  <a:pt x="509142" y="71217"/>
                </a:lnTo>
                <a:cubicBezTo>
                  <a:pt x="509142" y="73913"/>
                  <a:pt x="509296" y="76493"/>
                  <a:pt x="509603" y="78958"/>
                </a:cubicBezTo>
                <a:cubicBezTo>
                  <a:pt x="509911" y="81422"/>
                  <a:pt x="510450" y="83271"/>
                  <a:pt x="511220" y="84503"/>
                </a:cubicBezTo>
                <a:lnTo>
                  <a:pt x="494584" y="84503"/>
                </a:lnTo>
                <a:cubicBezTo>
                  <a:pt x="494276" y="83580"/>
                  <a:pt x="494026" y="82637"/>
                  <a:pt x="493833" y="81674"/>
                </a:cubicBezTo>
                <a:cubicBezTo>
                  <a:pt x="493640" y="80710"/>
                  <a:pt x="493506" y="79728"/>
                  <a:pt x="493429" y="78727"/>
                </a:cubicBezTo>
                <a:cubicBezTo>
                  <a:pt x="490811" y="81423"/>
                  <a:pt x="487730" y="83310"/>
                  <a:pt x="484187" y="84389"/>
                </a:cubicBezTo>
                <a:cubicBezTo>
                  <a:pt x="480644" y="85467"/>
                  <a:pt x="477023" y="86005"/>
                  <a:pt x="473326" y="86005"/>
                </a:cubicBezTo>
                <a:cubicBezTo>
                  <a:pt x="470477" y="86005"/>
                  <a:pt x="467820" y="85659"/>
                  <a:pt x="465354" y="84965"/>
                </a:cubicBezTo>
                <a:cubicBezTo>
                  <a:pt x="462890" y="84272"/>
                  <a:pt x="460733" y="83194"/>
                  <a:pt x="458885" y="81731"/>
                </a:cubicBezTo>
                <a:cubicBezTo>
                  <a:pt x="457037" y="80267"/>
                  <a:pt x="455594" y="78419"/>
                  <a:pt x="454554" y="76186"/>
                </a:cubicBezTo>
                <a:cubicBezTo>
                  <a:pt x="453513" y="73952"/>
                  <a:pt x="452993" y="71295"/>
                  <a:pt x="452993" y="68213"/>
                </a:cubicBezTo>
                <a:cubicBezTo>
                  <a:pt x="452993" y="64825"/>
                  <a:pt x="453590" y="62033"/>
                  <a:pt x="454784" y="59838"/>
                </a:cubicBezTo>
                <a:cubicBezTo>
                  <a:pt x="455978" y="57642"/>
                  <a:pt x="457519" y="55890"/>
                  <a:pt x="459405" y="54581"/>
                </a:cubicBezTo>
                <a:cubicBezTo>
                  <a:pt x="461292" y="53272"/>
                  <a:pt x="463449" y="52290"/>
                  <a:pt x="465874" y="51635"/>
                </a:cubicBezTo>
                <a:cubicBezTo>
                  <a:pt x="468301" y="50981"/>
                  <a:pt x="470747" y="50461"/>
                  <a:pt x="473211" y="50077"/>
                </a:cubicBezTo>
                <a:cubicBezTo>
                  <a:pt x="475676" y="49692"/>
                  <a:pt x="478102" y="49383"/>
                  <a:pt x="480488" y="49151"/>
                </a:cubicBezTo>
                <a:cubicBezTo>
                  <a:pt x="482876" y="48920"/>
                  <a:pt x="484995" y="48573"/>
                  <a:pt x="486843" y="48111"/>
                </a:cubicBezTo>
                <a:cubicBezTo>
                  <a:pt x="488692" y="47650"/>
                  <a:pt x="490155" y="46976"/>
                  <a:pt x="491233" y="46091"/>
                </a:cubicBezTo>
                <a:cubicBezTo>
                  <a:pt x="492312" y="45205"/>
                  <a:pt x="492813" y="43915"/>
                  <a:pt x="492737" y="42220"/>
                </a:cubicBezTo>
                <a:cubicBezTo>
                  <a:pt x="492737" y="40448"/>
                  <a:pt x="492448" y="39042"/>
                  <a:pt x="491869" y="38003"/>
                </a:cubicBezTo>
                <a:cubicBezTo>
                  <a:pt x="491291" y="36963"/>
                  <a:pt x="490521" y="36155"/>
                  <a:pt x="489558" y="35578"/>
                </a:cubicBezTo>
                <a:cubicBezTo>
                  <a:pt x="488596" y="34999"/>
                  <a:pt x="487479" y="34614"/>
                  <a:pt x="486207" y="34421"/>
                </a:cubicBezTo>
                <a:cubicBezTo>
                  <a:pt x="484937" y="34228"/>
                  <a:pt x="483570" y="34132"/>
                  <a:pt x="482107" y="34132"/>
                </a:cubicBezTo>
                <a:cubicBezTo>
                  <a:pt x="478872" y="34132"/>
                  <a:pt x="476331" y="34825"/>
                  <a:pt x="474482" y="36212"/>
                </a:cubicBezTo>
                <a:cubicBezTo>
                  <a:pt x="472634" y="37599"/>
                  <a:pt x="471556" y="39910"/>
                  <a:pt x="471248" y="43144"/>
                </a:cubicBezTo>
                <a:lnTo>
                  <a:pt x="454843" y="43144"/>
                </a:lnTo>
                <a:moveTo>
                  <a:pt x="492737" y="55274"/>
                </a:moveTo>
                <a:cubicBezTo>
                  <a:pt x="492043" y="55891"/>
                  <a:pt x="491177" y="56373"/>
                  <a:pt x="490136" y="56719"/>
                </a:cubicBezTo>
                <a:cubicBezTo>
                  <a:pt x="489096" y="57066"/>
                  <a:pt x="487979" y="57355"/>
                  <a:pt x="486785" y="57587"/>
                </a:cubicBezTo>
                <a:cubicBezTo>
                  <a:pt x="485592" y="57817"/>
                  <a:pt x="484341" y="58009"/>
                  <a:pt x="483030" y="58163"/>
                </a:cubicBezTo>
                <a:cubicBezTo>
                  <a:pt x="481721" y="58317"/>
                  <a:pt x="480412" y="58509"/>
                  <a:pt x="479103" y="58740"/>
                </a:cubicBezTo>
                <a:cubicBezTo>
                  <a:pt x="477871" y="58971"/>
                  <a:pt x="476658" y="59280"/>
                  <a:pt x="475464" y="59665"/>
                </a:cubicBezTo>
                <a:cubicBezTo>
                  <a:pt x="474270" y="60049"/>
                  <a:pt x="473230" y="60569"/>
                  <a:pt x="472344" y="61225"/>
                </a:cubicBezTo>
                <a:cubicBezTo>
                  <a:pt x="471459" y="61880"/>
                  <a:pt x="470747" y="62708"/>
                  <a:pt x="470208" y="63709"/>
                </a:cubicBezTo>
                <a:cubicBezTo>
                  <a:pt x="469668" y="64709"/>
                  <a:pt x="469398" y="65980"/>
                  <a:pt x="469398" y="67520"/>
                </a:cubicBezTo>
                <a:cubicBezTo>
                  <a:pt x="469398" y="68983"/>
                  <a:pt x="469668" y="70216"/>
                  <a:pt x="470208" y="71217"/>
                </a:cubicBezTo>
                <a:cubicBezTo>
                  <a:pt x="470747" y="72218"/>
                  <a:pt x="471479" y="73008"/>
                  <a:pt x="472402" y="73586"/>
                </a:cubicBezTo>
                <a:cubicBezTo>
                  <a:pt x="473327" y="74163"/>
                  <a:pt x="474405" y="74568"/>
                  <a:pt x="475637" y="74799"/>
                </a:cubicBezTo>
                <a:cubicBezTo>
                  <a:pt x="476870" y="75031"/>
                  <a:pt x="478141" y="75146"/>
                  <a:pt x="479450" y="75146"/>
                </a:cubicBezTo>
                <a:cubicBezTo>
                  <a:pt x="482684" y="75146"/>
                  <a:pt x="485187" y="74607"/>
                  <a:pt x="486958" y="73530"/>
                </a:cubicBezTo>
                <a:cubicBezTo>
                  <a:pt x="488730" y="72451"/>
                  <a:pt x="490040" y="71161"/>
                  <a:pt x="490887" y="69659"/>
                </a:cubicBezTo>
                <a:cubicBezTo>
                  <a:pt x="491735" y="68157"/>
                  <a:pt x="492255" y="66635"/>
                  <a:pt x="492448" y="65095"/>
                </a:cubicBezTo>
                <a:cubicBezTo>
                  <a:pt x="492640" y="63554"/>
                  <a:pt x="492737" y="62322"/>
                  <a:pt x="492737" y="61398"/>
                </a:cubicBezTo>
                <a:lnTo>
                  <a:pt x="492737" y="55274"/>
                </a:lnTo>
                <a:close/>
                <a:moveTo>
                  <a:pt x="565119" y="54720"/>
                </a:moveTo>
                <a:cubicBezTo>
                  <a:pt x="565119" y="57185"/>
                  <a:pt x="564849" y="59573"/>
                  <a:pt x="564310" y="61884"/>
                </a:cubicBezTo>
                <a:cubicBezTo>
                  <a:pt x="563770" y="64195"/>
                  <a:pt x="562923" y="66236"/>
                  <a:pt x="561768" y="68009"/>
                </a:cubicBezTo>
                <a:cubicBezTo>
                  <a:pt x="560612" y="69780"/>
                  <a:pt x="559168" y="71185"/>
                  <a:pt x="557435" y="72225"/>
                </a:cubicBezTo>
                <a:cubicBezTo>
                  <a:pt x="555702" y="73265"/>
                  <a:pt x="553604" y="73785"/>
                  <a:pt x="551139" y="73785"/>
                </a:cubicBezTo>
                <a:cubicBezTo>
                  <a:pt x="548751" y="73785"/>
                  <a:pt x="546672" y="73265"/>
                  <a:pt x="544901" y="72225"/>
                </a:cubicBezTo>
                <a:cubicBezTo>
                  <a:pt x="543130" y="71185"/>
                  <a:pt x="541667" y="69780"/>
                  <a:pt x="540511" y="68009"/>
                </a:cubicBezTo>
                <a:cubicBezTo>
                  <a:pt x="539356" y="66236"/>
                  <a:pt x="538509" y="64195"/>
                  <a:pt x="537969" y="61884"/>
                </a:cubicBezTo>
                <a:cubicBezTo>
                  <a:pt x="537430" y="59573"/>
                  <a:pt x="537160" y="57185"/>
                  <a:pt x="537160" y="54720"/>
                </a:cubicBezTo>
                <a:cubicBezTo>
                  <a:pt x="537160" y="52178"/>
                  <a:pt x="537430" y="49752"/>
                  <a:pt x="537969" y="47442"/>
                </a:cubicBezTo>
                <a:cubicBezTo>
                  <a:pt x="538509" y="45130"/>
                  <a:pt x="539356" y="43088"/>
                  <a:pt x="540511" y="41317"/>
                </a:cubicBezTo>
                <a:cubicBezTo>
                  <a:pt x="541667" y="39545"/>
                  <a:pt x="543130" y="38139"/>
                  <a:pt x="544901" y="37099"/>
                </a:cubicBezTo>
                <a:cubicBezTo>
                  <a:pt x="546672" y="36059"/>
                  <a:pt x="548751" y="35539"/>
                  <a:pt x="551139" y="35539"/>
                </a:cubicBezTo>
                <a:cubicBezTo>
                  <a:pt x="553604" y="35539"/>
                  <a:pt x="555702" y="36059"/>
                  <a:pt x="557435" y="37099"/>
                </a:cubicBezTo>
                <a:cubicBezTo>
                  <a:pt x="559168" y="38139"/>
                  <a:pt x="560612" y="39545"/>
                  <a:pt x="561768" y="41317"/>
                </a:cubicBezTo>
                <a:cubicBezTo>
                  <a:pt x="562923" y="43088"/>
                  <a:pt x="563770" y="45130"/>
                  <a:pt x="564310" y="47442"/>
                </a:cubicBezTo>
                <a:cubicBezTo>
                  <a:pt x="564849" y="49752"/>
                  <a:pt x="565119" y="52178"/>
                  <a:pt x="565119" y="54720"/>
                </a:cubicBezTo>
                <a:moveTo>
                  <a:pt x="521333" y="2031"/>
                </a:moveTo>
                <a:lnTo>
                  <a:pt x="521333" y="84542"/>
                </a:lnTo>
                <a:lnTo>
                  <a:pt x="536929" y="84542"/>
                </a:lnTo>
                <a:lnTo>
                  <a:pt x="536929" y="76918"/>
                </a:lnTo>
                <a:lnTo>
                  <a:pt x="537160" y="76918"/>
                </a:lnTo>
                <a:cubicBezTo>
                  <a:pt x="538931" y="80244"/>
                  <a:pt x="541550" y="82603"/>
                  <a:pt x="545015" y="83996"/>
                </a:cubicBezTo>
                <a:cubicBezTo>
                  <a:pt x="548482" y="85387"/>
                  <a:pt x="552410" y="86083"/>
                  <a:pt x="556800" y="86083"/>
                </a:cubicBezTo>
                <a:cubicBezTo>
                  <a:pt x="559804" y="86083"/>
                  <a:pt x="562769" y="85466"/>
                  <a:pt x="565695" y="84232"/>
                </a:cubicBezTo>
                <a:cubicBezTo>
                  <a:pt x="568623" y="82997"/>
                  <a:pt x="571261" y="81106"/>
                  <a:pt x="573610" y="78561"/>
                </a:cubicBezTo>
                <a:cubicBezTo>
                  <a:pt x="575960" y="76015"/>
                  <a:pt x="577866" y="72756"/>
                  <a:pt x="579329" y="68782"/>
                </a:cubicBezTo>
                <a:cubicBezTo>
                  <a:pt x="580792" y="64809"/>
                  <a:pt x="581524" y="60083"/>
                  <a:pt x="581524" y="54606"/>
                </a:cubicBezTo>
                <a:cubicBezTo>
                  <a:pt x="581524" y="49128"/>
                  <a:pt x="580792" y="44402"/>
                  <a:pt x="579329" y="40429"/>
                </a:cubicBezTo>
                <a:cubicBezTo>
                  <a:pt x="577866" y="36456"/>
                  <a:pt x="575960" y="33196"/>
                  <a:pt x="573610" y="30650"/>
                </a:cubicBezTo>
                <a:cubicBezTo>
                  <a:pt x="571261" y="28105"/>
                  <a:pt x="568623" y="26215"/>
                  <a:pt x="565695" y="24981"/>
                </a:cubicBezTo>
                <a:cubicBezTo>
                  <a:pt x="562769" y="23746"/>
                  <a:pt x="559804" y="23128"/>
                  <a:pt x="556800" y="23128"/>
                </a:cubicBezTo>
                <a:cubicBezTo>
                  <a:pt x="553104" y="23128"/>
                  <a:pt x="549542" y="23844"/>
                  <a:pt x="546114" y="25274"/>
                </a:cubicBezTo>
                <a:cubicBezTo>
                  <a:pt x="542687" y="26704"/>
                  <a:pt x="539972" y="28966"/>
                  <a:pt x="537969" y="32059"/>
                </a:cubicBezTo>
                <a:lnTo>
                  <a:pt x="537738" y="32059"/>
                </a:lnTo>
                <a:lnTo>
                  <a:pt x="537738" y="2031"/>
                </a:lnTo>
                <a:lnTo>
                  <a:pt x="521333" y="2031"/>
                </a:lnTo>
                <a:close/>
                <a:moveTo>
                  <a:pt x="604430" y="65098"/>
                </a:moveTo>
                <a:lnTo>
                  <a:pt x="588835" y="65098"/>
                </a:lnTo>
                <a:cubicBezTo>
                  <a:pt x="588989" y="69096"/>
                  <a:pt x="589893" y="72422"/>
                  <a:pt x="591549" y="75074"/>
                </a:cubicBezTo>
                <a:cubicBezTo>
                  <a:pt x="593205" y="77725"/>
                  <a:pt x="595323" y="79858"/>
                  <a:pt x="597903" y="81473"/>
                </a:cubicBezTo>
                <a:cubicBezTo>
                  <a:pt x="600483" y="83088"/>
                  <a:pt x="603430" y="84241"/>
                  <a:pt x="606742" y="84932"/>
                </a:cubicBezTo>
                <a:cubicBezTo>
                  <a:pt x="610053" y="85624"/>
                  <a:pt x="613442" y="85970"/>
                  <a:pt x="616908" y="85970"/>
                </a:cubicBezTo>
                <a:cubicBezTo>
                  <a:pt x="620296" y="85970"/>
                  <a:pt x="623627" y="85642"/>
                  <a:pt x="626900" y="84986"/>
                </a:cubicBezTo>
                <a:cubicBezTo>
                  <a:pt x="630174" y="84332"/>
                  <a:pt x="633081" y="83195"/>
                  <a:pt x="635622" y="81577"/>
                </a:cubicBezTo>
                <a:cubicBezTo>
                  <a:pt x="638164" y="79959"/>
                  <a:pt x="640224" y="77821"/>
                  <a:pt x="641803" y="75162"/>
                </a:cubicBezTo>
                <a:cubicBezTo>
                  <a:pt x="643382" y="72504"/>
                  <a:pt x="644172" y="69210"/>
                  <a:pt x="644172" y="65280"/>
                </a:cubicBezTo>
                <a:cubicBezTo>
                  <a:pt x="644172" y="62506"/>
                  <a:pt x="643632" y="60176"/>
                  <a:pt x="642554" y="58288"/>
                </a:cubicBezTo>
                <a:cubicBezTo>
                  <a:pt x="641476" y="56400"/>
                  <a:pt x="640051" y="54820"/>
                  <a:pt x="638279" y="53548"/>
                </a:cubicBezTo>
                <a:cubicBezTo>
                  <a:pt x="636508" y="52276"/>
                  <a:pt x="634486" y="51256"/>
                  <a:pt x="632215" y="50486"/>
                </a:cubicBezTo>
                <a:cubicBezTo>
                  <a:pt x="629943" y="49715"/>
                  <a:pt x="627613" y="49060"/>
                  <a:pt x="625225" y="48520"/>
                </a:cubicBezTo>
                <a:cubicBezTo>
                  <a:pt x="622914" y="47981"/>
                  <a:pt x="620642" y="47480"/>
                  <a:pt x="618408" y="47018"/>
                </a:cubicBezTo>
                <a:cubicBezTo>
                  <a:pt x="616175" y="46555"/>
                  <a:pt x="614192" y="46035"/>
                  <a:pt x="612458" y="45458"/>
                </a:cubicBezTo>
                <a:cubicBezTo>
                  <a:pt x="610726" y="44880"/>
                  <a:pt x="609321" y="44129"/>
                  <a:pt x="608242" y="43204"/>
                </a:cubicBezTo>
                <a:cubicBezTo>
                  <a:pt x="607164" y="42279"/>
                  <a:pt x="606625" y="41084"/>
                  <a:pt x="606625" y="39620"/>
                </a:cubicBezTo>
                <a:cubicBezTo>
                  <a:pt x="606625" y="38387"/>
                  <a:pt x="606933" y="37405"/>
                  <a:pt x="607549" y="36672"/>
                </a:cubicBezTo>
                <a:cubicBezTo>
                  <a:pt x="608166" y="35940"/>
                  <a:pt x="608917" y="35382"/>
                  <a:pt x="609802" y="34998"/>
                </a:cubicBezTo>
                <a:cubicBezTo>
                  <a:pt x="610688" y="34612"/>
                  <a:pt x="611670" y="34362"/>
                  <a:pt x="612748" y="34247"/>
                </a:cubicBezTo>
                <a:cubicBezTo>
                  <a:pt x="613826" y="34130"/>
                  <a:pt x="614828" y="34072"/>
                  <a:pt x="615751" y="34072"/>
                </a:cubicBezTo>
                <a:cubicBezTo>
                  <a:pt x="618678" y="34072"/>
                  <a:pt x="621219" y="34633"/>
                  <a:pt x="623376" y="35756"/>
                </a:cubicBezTo>
                <a:cubicBezTo>
                  <a:pt x="625532" y="36877"/>
                  <a:pt x="626726" y="39023"/>
                  <a:pt x="626958" y="42195"/>
                </a:cubicBezTo>
                <a:lnTo>
                  <a:pt x="642555" y="42195"/>
                </a:lnTo>
                <a:cubicBezTo>
                  <a:pt x="642247" y="38498"/>
                  <a:pt x="641304" y="35436"/>
                  <a:pt x="639724" y="33009"/>
                </a:cubicBezTo>
                <a:cubicBezTo>
                  <a:pt x="638146" y="30582"/>
                  <a:pt x="636163" y="28637"/>
                  <a:pt x="633775" y="27174"/>
                </a:cubicBezTo>
                <a:cubicBezTo>
                  <a:pt x="631388" y="25710"/>
                  <a:pt x="628673" y="24670"/>
                  <a:pt x="625630" y="24054"/>
                </a:cubicBezTo>
                <a:cubicBezTo>
                  <a:pt x="622588" y="23437"/>
                  <a:pt x="619449" y="23128"/>
                  <a:pt x="616215" y="23128"/>
                </a:cubicBezTo>
                <a:cubicBezTo>
                  <a:pt x="612980" y="23128"/>
                  <a:pt x="609821" y="23418"/>
                  <a:pt x="606740" y="23996"/>
                </a:cubicBezTo>
                <a:cubicBezTo>
                  <a:pt x="603660" y="24573"/>
                  <a:pt x="600887" y="25574"/>
                  <a:pt x="598423" y="27000"/>
                </a:cubicBezTo>
                <a:cubicBezTo>
                  <a:pt x="595958" y="28425"/>
                  <a:pt x="593975" y="30371"/>
                  <a:pt x="592473" y="32836"/>
                </a:cubicBezTo>
                <a:cubicBezTo>
                  <a:pt x="590971" y="35302"/>
                  <a:pt x="590220" y="38462"/>
                  <a:pt x="590220" y="42315"/>
                </a:cubicBezTo>
                <a:cubicBezTo>
                  <a:pt x="590220" y="44935"/>
                  <a:pt x="590759" y="47150"/>
                  <a:pt x="591837" y="48961"/>
                </a:cubicBezTo>
                <a:cubicBezTo>
                  <a:pt x="592916" y="50771"/>
                  <a:pt x="594341" y="52273"/>
                  <a:pt x="596112" y="53469"/>
                </a:cubicBezTo>
                <a:cubicBezTo>
                  <a:pt x="597884" y="54663"/>
                  <a:pt x="599906" y="55626"/>
                  <a:pt x="602178" y="56358"/>
                </a:cubicBezTo>
                <a:cubicBezTo>
                  <a:pt x="604449" y="57090"/>
                  <a:pt x="606779" y="57726"/>
                  <a:pt x="609167" y="58265"/>
                </a:cubicBezTo>
                <a:cubicBezTo>
                  <a:pt x="615020" y="59498"/>
                  <a:pt x="619583" y="60731"/>
                  <a:pt x="622856" y="61964"/>
                </a:cubicBezTo>
                <a:cubicBezTo>
                  <a:pt x="626130" y="63197"/>
                  <a:pt x="627767" y="65046"/>
                  <a:pt x="627767" y="67511"/>
                </a:cubicBezTo>
                <a:cubicBezTo>
                  <a:pt x="627767" y="68975"/>
                  <a:pt x="627420" y="70188"/>
                  <a:pt x="626727" y="71152"/>
                </a:cubicBezTo>
                <a:cubicBezTo>
                  <a:pt x="626033" y="72115"/>
                  <a:pt x="625167" y="72886"/>
                  <a:pt x="624127" y="73465"/>
                </a:cubicBezTo>
                <a:cubicBezTo>
                  <a:pt x="623088" y="74042"/>
                  <a:pt x="621933" y="74465"/>
                  <a:pt x="620661" y="74736"/>
                </a:cubicBezTo>
                <a:cubicBezTo>
                  <a:pt x="619391" y="75005"/>
                  <a:pt x="618178" y="75139"/>
                  <a:pt x="617022" y="75139"/>
                </a:cubicBezTo>
                <a:cubicBezTo>
                  <a:pt x="615405" y="75139"/>
                  <a:pt x="613846" y="74947"/>
                  <a:pt x="612344" y="74563"/>
                </a:cubicBezTo>
                <a:cubicBezTo>
                  <a:pt x="610842" y="74177"/>
                  <a:pt x="609513" y="73581"/>
                  <a:pt x="608358" y="72774"/>
                </a:cubicBezTo>
                <a:cubicBezTo>
                  <a:pt x="607203" y="71965"/>
                  <a:pt x="606259" y="70926"/>
                  <a:pt x="605527" y="69657"/>
                </a:cubicBezTo>
                <a:cubicBezTo>
                  <a:pt x="604796" y="68388"/>
                  <a:pt x="604430" y="66868"/>
                  <a:pt x="604430" y="65098"/>
                </a:cubicBezTo>
                <a:close/>
                <a:moveTo>
                  <a:pt x="647456" y="93078"/>
                </a:moveTo>
                <a:lnTo>
                  <a:pt x="647456" y="98832"/>
                </a:lnTo>
                <a:lnTo>
                  <a:pt x="705220" y="98832"/>
                </a:lnTo>
                <a:lnTo>
                  <a:pt x="705220" y="93078"/>
                </a:lnTo>
                <a:lnTo>
                  <a:pt x="647456" y="93078"/>
                </a:lnTo>
                <a:close/>
                <a:moveTo>
                  <a:pt x="710384" y="43144"/>
                </a:moveTo>
                <a:cubicBezTo>
                  <a:pt x="710615" y="39293"/>
                  <a:pt x="711577" y="36096"/>
                  <a:pt x="713272" y="33556"/>
                </a:cubicBezTo>
                <a:cubicBezTo>
                  <a:pt x="714966" y="31014"/>
                  <a:pt x="717123" y="28972"/>
                  <a:pt x="719741" y="27432"/>
                </a:cubicBezTo>
                <a:cubicBezTo>
                  <a:pt x="722360" y="25891"/>
                  <a:pt x="725306" y="24793"/>
                  <a:pt x="728579" y="24139"/>
                </a:cubicBezTo>
                <a:cubicBezTo>
                  <a:pt x="731853" y="23484"/>
                  <a:pt x="735146" y="23157"/>
                  <a:pt x="738457" y="23157"/>
                </a:cubicBezTo>
                <a:cubicBezTo>
                  <a:pt x="741461" y="23157"/>
                  <a:pt x="744503" y="23369"/>
                  <a:pt x="747584" y="23793"/>
                </a:cubicBezTo>
                <a:cubicBezTo>
                  <a:pt x="750665" y="24216"/>
                  <a:pt x="753476" y="25044"/>
                  <a:pt x="756017" y="26277"/>
                </a:cubicBezTo>
                <a:cubicBezTo>
                  <a:pt x="758559" y="27509"/>
                  <a:pt x="760639" y="29222"/>
                  <a:pt x="762256" y="31417"/>
                </a:cubicBezTo>
                <a:cubicBezTo>
                  <a:pt x="763874" y="33613"/>
                  <a:pt x="764683" y="36520"/>
                  <a:pt x="764683" y="40140"/>
                </a:cubicBezTo>
                <a:lnTo>
                  <a:pt x="764683" y="71217"/>
                </a:lnTo>
                <a:cubicBezTo>
                  <a:pt x="764683" y="73913"/>
                  <a:pt x="764837" y="76493"/>
                  <a:pt x="765145" y="78958"/>
                </a:cubicBezTo>
                <a:cubicBezTo>
                  <a:pt x="765453" y="81422"/>
                  <a:pt x="765992" y="83271"/>
                  <a:pt x="766762" y="84503"/>
                </a:cubicBezTo>
                <a:lnTo>
                  <a:pt x="750126" y="84503"/>
                </a:lnTo>
                <a:cubicBezTo>
                  <a:pt x="749818" y="83580"/>
                  <a:pt x="749567" y="82637"/>
                  <a:pt x="749375" y="81674"/>
                </a:cubicBezTo>
                <a:cubicBezTo>
                  <a:pt x="749182" y="80710"/>
                  <a:pt x="749047" y="79728"/>
                  <a:pt x="748971" y="78727"/>
                </a:cubicBezTo>
                <a:cubicBezTo>
                  <a:pt x="746353" y="81423"/>
                  <a:pt x="743272" y="83310"/>
                  <a:pt x="739728" y="84389"/>
                </a:cubicBezTo>
                <a:cubicBezTo>
                  <a:pt x="736185" y="85467"/>
                  <a:pt x="732565" y="86005"/>
                  <a:pt x="728868" y="86005"/>
                </a:cubicBezTo>
                <a:cubicBezTo>
                  <a:pt x="726019" y="86005"/>
                  <a:pt x="723362" y="85659"/>
                  <a:pt x="720896" y="84965"/>
                </a:cubicBezTo>
                <a:cubicBezTo>
                  <a:pt x="718432" y="84272"/>
                  <a:pt x="716275" y="83194"/>
                  <a:pt x="714426" y="81731"/>
                </a:cubicBezTo>
                <a:cubicBezTo>
                  <a:pt x="712579" y="80267"/>
                  <a:pt x="711135" y="78419"/>
                  <a:pt x="710095" y="76186"/>
                </a:cubicBezTo>
                <a:cubicBezTo>
                  <a:pt x="709055" y="73952"/>
                  <a:pt x="708535" y="71295"/>
                  <a:pt x="708535" y="68213"/>
                </a:cubicBezTo>
                <a:cubicBezTo>
                  <a:pt x="708535" y="64825"/>
                  <a:pt x="709132" y="62033"/>
                  <a:pt x="710326" y="59838"/>
                </a:cubicBezTo>
                <a:cubicBezTo>
                  <a:pt x="711520" y="57642"/>
                  <a:pt x="713060" y="55890"/>
                  <a:pt x="714946" y="54581"/>
                </a:cubicBezTo>
                <a:cubicBezTo>
                  <a:pt x="716834" y="53272"/>
                  <a:pt x="718990" y="52290"/>
                  <a:pt x="721416" y="51635"/>
                </a:cubicBezTo>
                <a:cubicBezTo>
                  <a:pt x="723843" y="50981"/>
                  <a:pt x="726289" y="50461"/>
                  <a:pt x="728753" y="50077"/>
                </a:cubicBezTo>
                <a:cubicBezTo>
                  <a:pt x="731218" y="49692"/>
                  <a:pt x="733643" y="49383"/>
                  <a:pt x="736030" y="49151"/>
                </a:cubicBezTo>
                <a:cubicBezTo>
                  <a:pt x="738418" y="48920"/>
                  <a:pt x="740536" y="48573"/>
                  <a:pt x="742385" y="48111"/>
                </a:cubicBezTo>
                <a:cubicBezTo>
                  <a:pt x="744234" y="47650"/>
                  <a:pt x="745697" y="46976"/>
                  <a:pt x="746775" y="46091"/>
                </a:cubicBezTo>
                <a:cubicBezTo>
                  <a:pt x="747853" y="45205"/>
                  <a:pt x="748355" y="43915"/>
                  <a:pt x="748278" y="42220"/>
                </a:cubicBezTo>
                <a:cubicBezTo>
                  <a:pt x="748278" y="40448"/>
                  <a:pt x="747989" y="39042"/>
                  <a:pt x="747411" y="38003"/>
                </a:cubicBezTo>
                <a:cubicBezTo>
                  <a:pt x="746833" y="36963"/>
                  <a:pt x="746062" y="36155"/>
                  <a:pt x="745100" y="35578"/>
                </a:cubicBezTo>
                <a:cubicBezTo>
                  <a:pt x="744137" y="34999"/>
                  <a:pt x="743020" y="34614"/>
                  <a:pt x="741749" y="34421"/>
                </a:cubicBezTo>
                <a:cubicBezTo>
                  <a:pt x="740478" y="34228"/>
                  <a:pt x="739112" y="34132"/>
                  <a:pt x="737648" y="34132"/>
                </a:cubicBezTo>
                <a:cubicBezTo>
                  <a:pt x="734414" y="34132"/>
                  <a:pt x="731873" y="34825"/>
                  <a:pt x="730024" y="36212"/>
                </a:cubicBezTo>
                <a:cubicBezTo>
                  <a:pt x="728175" y="37599"/>
                  <a:pt x="727097" y="39910"/>
                  <a:pt x="726789" y="43144"/>
                </a:cubicBezTo>
                <a:lnTo>
                  <a:pt x="710384" y="43144"/>
                </a:lnTo>
                <a:moveTo>
                  <a:pt x="748278" y="55274"/>
                </a:moveTo>
                <a:cubicBezTo>
                  <a:pt x="747585" y="55891"/>
                  <a:pt x="746718" y="56373"/>
                  <a:pt x="745678" y="56719"/>
                </a:cubicBezTo>
                <a:cubicBezTo>
                  <a:pt x="744638" y="57066"/>
                  <a:pt x="743521" y="57355"/>
                  <a:pt x="742327" y="57587"/>
                </a:cubicBezTo>
                <a:cubicBezTo>
                  <a:pt x="741134" y="57817"/>
                  <a:pt x="739882" y="58009"/>
                  <a:pt x="738572" y="58163"/>
                </a:cubicBezTo>
                <a:cubicBezTo>
                  <a:pt x="737263" y="58317"/>
                  <a:pt x="735954" y="58509"/>
                  <a:pt x="734644" y="58740"/>
                </a:cubicBezTo>
                <a:cubicBezTo>
                  <a:pt x="733413" y="58971"/>
                  <a:pt x="732200" y="59280"/>
                  <a:pt x="731006" y="59665"/>
                </a:cubicBezTo>
                <a:cubicBezTo>
                  <a:pt x="729812" y="60049"/>
                  <a:pt x="728772" y="60569"/>
                  <a:pt x="727886" y="61225"/>
                </a:cubicBezTo>
                <a:cubicBezTo>
                  <a:pt x="727001" y="61880"/>
                  <a:pt x="726289" y="62708"/>
                  <a:pt x="725749" y="63709"/>
                </a:cubicBezTo>
                <a:cubicBezTo>
                  <a:pt x="725210" y="64709"/>
                  <a:pt x="724940" y="65980"/>
                  <a:pt x="724940" y="67520"/>
                </a:cubicBezTo>
                <a:cubicBezTo>
                  <a:pt x="724940" y="68983"/>
                  <a:pt x="725210" y="70216"/>
                  <a:pt x="725749" y="71217"/>
                </a:cubicBezTo>
                <a:cubicBezTo>
                  <a:pt x="726289" y="72218"/>
                  <a:pt x="727020" y="73008"/>
                  <a:pt x="727944" y="73586"/>
                </a:cubicBezTo>
                <a:cubicBezTo>
                  <a:pt x="728869" y="74163"/>
                  <a:pt x="729947" y="74568"/>
                  <a:pt x="731179" y="74799"/>
                </a:cubicBezTo>
                <a:cubicBezTo>
                  <a:pt x="732412" y="75031"/>
                  <a:pt x="733683" y="75146"/>
                  <a:pt x="734992" y="75146"/>
                </a:cubicBezTo>
                <a:cubicBezTo>
                  <a:pt x="738226" y="75146"/>
                  <a:pt x="740729" y="74607"/>
                  <a:pt x="742500" y="73530"/>
                </a:cubicBezTo>
                <a:cubicBezTo>
                  <a:pt x="744272" y="72451"/>
                  <a:pt x="745582" y="71161"/>
                  <a:pt x="746429" y="69659"/>
                </a:cubicBezTo>
                <a:cubicBezTo>
                  <a:pt x="747276" y="68157"/>
                  <a:pt x="747796" y="66635"/>
                  <a:pt x="747989" y="65095"/>
                </a:cubicBezTo>
                <a:cubicBezTo>
                  <a:pt x="748182" y="63554"/>
                  <a:pt x="748278" y="62322"/>
                  <a:pt x="748278" y="61398"/>
                </a:cubicBezTo>
                <a:lnTo>
                  <a:pt x="748278" y="55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=mx.abs(a)…print('MLX:',abs_a)&quot;}">
            <a:extLst xmlns:a="http://schemas.openxmlformats.org/drawingml/2006/main">
              <a:ext uri="{FF2B5EF4-FFF2-40B4-BE49-F238E27FC236}">
                <a16:creationId xmlns:a16="http://schemas.microsoft.com/office/drawing/2014/main" id="{C13BB3DB-B9B2-425D-B691-A5EC0C7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947" y="5552726"/>
            <a:ext cx="1851068" cy="105375"/>
          </a:xfrm>
          <a:custGeom xmlns:a="http://schemas.openxmlformats.org/drawingml/2006/main">
            <a:pathLst>
              <a:path w="1851068" h="105375">
                <a:moveTo>
                  <a:pt x="58341" y="73898"/>
                </a:moveTo>
                <a:lnTo>
                  <a:pt x="58341" y="61488"/>
                </a:lnTo>
                <a:lnTo>
                  <a:pt x="0" y="61488"/>
                </a:lnTo>
                <a:lnTo>
                  <a:pt x="0" y="73898"/>
                </a:lnTo>
                <a:lnTo>
                  <a:pt x="58341" y="73898"/>
                </a:lnTo>
                <a:moveTo>
                  <a:pt x="58341" y="49190"/>
                </a:moveTo>
                <a:lnTo>
                  <a:pt x="58341" y="36780"/>
                </a:lnTo>
                <a:lnTo>
                  <a:pt x="0" y="36780"/>
                </a:lnTo>
                <a:lnTo>
                  <a:pt x="0" y="49190"/>
                </a:lnTo>
                <a:lnTo>
                  <a:pt x="58341" y="49190"/>
                </a:lnTo>
                <a:close/>
                <a:moveTo>
                  <a:pt x="70014" y="24773"/>
                </a:moveTo>
                <a:lnTo>
                  <a:pt x="70014" y="84503"/>
                </a:lnTo>
                <a:lnTo>
                  <a:pt x="86419" y="84503"/>
                </a:lnTo>
                <a:lnTo>
                  <a:pt x="86419" y="49850"/>
                </a:lnTo>
                <a:cubicBezTo>
                  <a:pt x="86419" y="46923"/>
                  <a:pt x="86842" y="44555"/>
                  <a:pt x="87690" y="42745"/>
                </a:cubicBezTo>
                <a:cubicBezTo>
                  <a:pt x="88537" y="40935"/>
                  <a:pt x="89558" y="39549"/>
                  <a:pt x="90752" y="38587"/>
                </a:cubicBezTo>
                <a:cubicBezTo>
                  <a:pt x="91946" y="37624"/>
                  <a:pt x="93178" y="36970"/>
                  <a:pt x="94448" y="36623"/>
                </a:cubicBezTo>
                <a:cubicBezTo>
                  <a:pt x="95719" y="36276"/>
                  <a:pt x="96739" y="36103"/>
                  <a:pt x="97510" y="36103"/>
                </a:cubicBezTo>
                <a:cubicBezTo>
                  <a:pt x="100129" y="36103"/>
                  <a:pt x="102112" y="36546"/>
                  <a:pt x="103460" y="37432"/>
                </a:cubicBezTo>
                <a:cubicBezTo>
                  <a:pt x="104808" y="38317"/>
                  <a:pt x="105770" y="39491"/>
                  <a:pt x="106347" y="40954"/>
                </a:cubicBezTo>
                <a:cubicBezTo>
                  <a:pt x="106926" y="42417"/>
                  <a:pt x="107253" y="44016"/>
                  <a:pt x="107329" y="45749"/>
                </a:cubicBezTo>
                <a:cubicBezTo>
                  <a:pt x="107407" y="47481"/>
                  <a:pt x="107446" y="49233"/>
                  <a:pt x="107446" y="51004"/>
                </a:cubicBezTo>
                <a:lnTo>
                  <a:pt x="107446" y="84503"/>
                </a:lnTo>
                <a:lnTo>
                  <a:pt x="123851" y="84503"/>
                </a:lnTo>
                <a:lnTo>
                  <a:pt x="123851" y="51235"/>
                </a:lnTo>
                <a:cubicBezTo>
                  <a:pt x="123851" y="49387"/>
                  <a:pt x="123985" y="47558"/>
                  <a:pt x="124254" y="45749"/>
                </a:cubicBezTo>
                <a:cubicBezTo>
                  <a:pt x="124525" y="43939"/>
                  <a:pt x="125064" y="42322"/>
                  <a:pt x="125873" y="40898"/>
                </a:cubicBezTo>
                <a:cubicBezTo>
                  <a:pt x="126681" y="39472"/>
                  <a:pt x="127798" y="38317"/>
                  <a:pt x="129222" y="37432"/>
                </a:cubicBezTo>
                <a:cubicBezTo>
                  <a:pt x="130648" y="36546"/>
                  <a:pt x="132516" y="36103"/>
                  <a:pt x="134826" y="36103"/>
                </a:cubicBezTo>
                <a:cubicBezTo>
                  <a:pt x="137137" y="36103"/>
                  <a:pt x="138965" y="36488"/>
                  <a:pt x="140312" y="37259"/>
                </a:cubicBezTo>
                <a:cubicBezTo>
                  <a:pt x="141660" y="38029"/>
                  <a:pt x="142681" y="39069"/>
                  <a:pt x="143374" y="40378"/>
                </a:cubicBezTo>
                <a:cubicBezTo>
                  <a:pt x="144067" y="41686"/>
                  <a:pt x="144491" y="43226"/>
                  <a:pt x="144645" y="44998"/>
                </a:cubicBezTo>
                <a:cubicBezTo>
                  <a:pt x="144799" y="46769"/>
                  <a:pt x="144876" y="48656"/>
                  <a:pt x="144876" y="50657"/>
                </a:cubicBezTo>
                <a:lnTo>
                  <a:pt x="144876" y="84503"/>
                </a:lnTo>
                <a:lnTo>
                  <a:pt x="161283" y="84503"/>
                </a:lnTo>
                <a:lnTo>
                  <a:pt x="161283" y="44512"/>
                </a:lnTo>
                <a:cubicBezTo>
                  <a:pt x="161283" y="40659"/>
                  <a:pt x="160743" y="37365"/>
                  <a:pt x="159665" y="34629"/>
                </a:cubicBezTo>
                <a:cubicBezTo>
                  <a:pt x="158587" y="31893"/>
                  <a:pt x="157085" y="29678"/>
                  <a:pt x="155159" y="27983"/>
                </a:cubicBezTo>
                <a:cubicBezTo>
                  <a:pt x="153234" y="26287"/>
                  <a:pt x="150923" y="25055"/>
                  <a:pt x="148227" y="24285"/>
                </a:cubicBezTo>
                <a:cubicBezTo>
                  <a:pt x="145532" y="23514"/>
                  <a:pt x="142606" y="23128"/>
                  <a:pt x="139448" y="23128"/>
                </a:cubicBezTo>
                <a:cubicBezTo>
                  <a:pt x="135289" y="23128"/>
                  <a:pt x="131688" y="24133"/>
                  <a:pt x="128646" y="26141"/>
                </a:cubicBezTo>
                <a:cubicBezTo>
                  <a:pt x="125603" y="28148"/>
                  <a:pt x="123196" y="30465"/>
                  <a:pt x="121425" y="33090"/>
                </a:cubicBezTo>
                <a:cubicBezTo>
                  <a:pt x="119808" y="29384"/>
                  <a:pt x="117439" y="26797"/>
                  <a:pt x="114319" y="25330"/>
                </a:cubicBezTo>
                <a:cubicBezTo>
                  <a:pt x="111200" y="23862"/>
                  <a:pt x="107754" y="23128"/>
                  <a:pt x="103980" y="23128"/>
                </a:cubicBezTo>
                <a:cubicBezTo>
                  <a:pt x="100052" y="23128"/>
                  <a:pt x="96567" y="23978"/>
                  <a:pt x="93525" y="25678"/>
                </a:cubicBezTo>
                <a:cubicBezTo>
                  <a:pt x="90482" y="27376"/>
                  <a:pt x="87882" y="29770"/>
                  <a:pt x="85726" y="32859"/>
                </a:cubicBezTo>
                <a:lnTo>
                  <a:pt x="85495" y="32859"/>
                </a:lnTo>
                <a:lnTo>
                  <a:pt x="85495" y="24773"/>
                </a:lnTo>
                <a:lnTo>
                  <a:pt x="70014" y="24773"/>
                </a:lnTo>
                <a:close/>
                <a:moveTo>
                  <a:pt x="188855" y="53104"/>
                </a:moveTo>
                <a:lnTo>
                  <a:pt x="167366" y="84503"/>
                </a:lnTo>
                <a:lnTo>
                  <a:pt x="185735" y="84503"/>
                </a:lnTo>
                <a:lnTo>
                  <a:pt x="198212" y="65687"/>
                </a:lnTo>
                <a:lnTo>
                  <a:pt x="210689" y="84503"/>
                </a:lnTo>
                <a:lnTo>
                  <a:pt x="229405" y="84503"/>
                </a:lnTo>
                <a:lnTo>
                  <a:pt x="207338" y="52756"/>
                </a:lnTo>
                <a:lnTo>
                  <a:pt x="226980" y="24821"/>
                </a:lnTo>
                <a:lnTo>
                  <a:pt x="208840" y="24821"/>
                </a:lnTo>
                <a:lnTo>
                  <a:pt x="198443" y="40406"/>
                </a:lnTo>
                <a:lnTo>
                  <a:pt x="187929" y="24821"/>
                </a:lnTo>
                <a:lnTo>
                  <a:pt x="169215" y="24821"/>
                </a:lnTo>
                <a:lnTo>
                  <a:pt x="188855" y="53104"/>
                </a:lnTo>
                <a:close/>
                <a:moveTo>
                  <a:pt x="236270" y="66678"/>
                </a:moveTo>
                <a:lnTo>
                  <a:pt x="236270" y="84503"/>
                </a:lnTo>
                <a:lnTo>
                  <a:pt x="254408" y="84503"/>
                </a:lnTo>
                <a:lnTo>
                  <a:pt x="254408" y="66678"/>
                </a:lnTo>
                <a:lnTo>
                  <a:pt x="236270" y="66678"/>
                </a:lnTo>
                <a:close/>
                <a:moveTo>
                  <a:pt x="267018" y="43144"/>
                </a:moveTo>
                <a:cubicBezTo>
                  <a:pt x="267249" y="39293"/>
                  <a:pt x="268211" y="36096"/>
                  <a:pt x="269906" y="33556"/>
                </a:cubicBezTo>
                <a:cubicBezTo>
                  <a:pt x="271600" y="31014"/>
                  <a:pt x="273757" y="28972"/>
                  <a:pt x="276375" y="27432"/>
                </a:cubicBezTo>
                <a:cubicBezTo>
                  <a:pt x="278994" y="25891"/>
                  <a:pt x="281939" y="24793"/>
                  <a:pt x="285212" y="24139"/>
                </a:cubicBezTo>
                <a:cubicBezTo>
                  <a:pt x="288487" y="23484"/>
                  <a:pt x="291780" y="23157"/>
                  <a:pt x="295091" y="23157"/>
                </a:cubicBezTo>
                <a:cubicBezTo>
                  <a:pt x="298095" y="23157"/>
                  <a:pt x="301137" y="23369"/>
                  <a:pt x="304218" y="23793"/>
                </a:cubicBezTo>
                <a:cubicBezTo>
                  <a:pt x="307299" y="24216"/>
                  <a:pt x="310110" y="25044"/>
                  <a:pt x="312651" y="26277"/>
                </a:cubicBezTo>
                <a:cubicBezTo>
                  <a:pt x="315193" y="27509"/>
                  <a:pt x="317273" y="29222"/>
                  <a:pt x="318890" y="31417"/>
                </a:cubicBezTo>
                <a:cubicBezTo>
                  <a:pt x="320508" y="33613"/>
                  <a:pt x="321317" y="36520"/>
                  <a:pt x="321317" y="40140"/>
                </a:cubicBezTo>
                <a:lnTo>
                  <a:pt x="321317" y="71217"/>
                </a:lnTo>
                <a:cubicBezTo>
                  <a:pt x="321317" y="73913"/>
                  <a:pt x="321471" y="76493"/>
                  <a:pt x="321779" y="78958"/>
                </a:cubicBezTo>
                <a:cubicBezTo>
                  <a:pt x="322087" y="81422"/>
                  <a:pt x="322626" y="83271"/>
                  <a:pt x="323396" y="84503"/>
                </a:cubicBezTo>
                <a:lnTo>
                  <a:pt x="306760" y="84503"/>
                </a:lnTo>
                <a:cubicBezTo>
                  <a:pt x="306452" y="83580"/>
                  <a:pt x="306201" y="82637"/>
                  <a:pt x="306009" y="81674"/>
                </a:cubicBezTo>
                <a:cubicBezTo>
                  <a:pt x="305816" y="80710"/>
                  <a:pt x="305681" y="79728"/>
                  <a:pt x="305605" y="78727"/>
                </a:cubicBezTo>
                <a:cubicBezTo>
                  <a:pt x="302987" y="81423"/>
                  <a:pt x="299906" y="83310"/>
                  <a:pt x="296362" y="84389"/>
                </a:cubicBezTo>
                <a:cubicBezTo>
                  <a:pt x="292819" y="85467"/>
                  <a:pt x="289199" y="86005"/>
                  <a:pt x="285502" y="86005"/>
                </a:cubicBezTo>
                <a:cubicBezTo>
                  <a:pt x="282653" y="86005"/>
                  <a:pt x="279996" y="85659"/>
                  <a:pt x="277530" y="84965"/>
                </a:cubicBezTo>
                <a:cubicBezTo>
                  <a:pt x="275066" y="84272"/>
                  <a:pt x="272909" y="83194"/>
                  <a:pt x="271060" y="81731"/>
                </a:cubicBezTo>
                <a:cubicBezTo>
                  <a:pt x="269213" y="80267"/>
                  <a:pt x="267769" y="78419"/>
                  <a:pt x="266729" y="76186"/>
                </a:cubicBezTo>
                <a:cubicBezTo>
                  <a:pt x="265689" y="73952"/>
                  <a:pt x="265169" y="71295"/>
                  <a:pt x="265169" y="68213"/>
                </a:cubicBezTo>
                <a:cubicBezTo>
                  <a:pt x="265169" y="64825"/>
                  <a:pt x="265766" y="62033"/>
                  <a:pt x="266960" y="59838"/>
                </a:cubicBezTo>
                <a:cubicBezTo>
                  <a:pt x="268154" y="57642"/>
                  <a:pt x="269694" y="55890"/>
                  <a:pt x="271580" y="54581"/>
                </a:cubicBezTo>
                <a:cubicBezTo>
                  <a:pt x="273468" y="53272"/>
                  <a:pt x="275624" y="52290"/>
                  <a:pt x="278050" y="51635"/>
                </a:cubicBezTo>
                <a:cubicBezTo>
                  <a:pt x="280477" y="50981"/>
                  <a:pt x="282923" y="50461"/>
                  <a:pt x="285387" y="50077"/>
                </a:cubicBezTo>
                <a:cubicBezTo>
                  <a:pt x="287851" y="49692"/>
                  <a:pt x="290277" y="49383"/>
                  <a:pt x="292664" y="49151"/>
                </a:cubicBezTo>
                <a:cubicBezTo>
                  <a:pt x="295052" y="48920"/>
                  <a:pt x="297170" y="48573"/>
                  <a:pt x="299019" y="48111"/>
                </a:cubicBezTo>
                <a:cubicBezTo>
                  <a:pt x="300868" y="47650"/>
                  <a:pt x="302331" y="46976"/>
                  <a:pt x="303409" y="46091"/>
                </a:cubicBezTo>
                <a:cubicBezTo>
                  <a:pt x="304487" y="45205"/>
                  <a:pt x="304989" y="43915"/>
                  <a:pt x="304912" y="42220"/>
                </a:cubicBezTo>
                <a:cubicBezTo>
                  <a:pt x="304912" y="40448"/>
                  <a:pt x="304623" y="39042"/>
                  <a:pt x="304045" y="38003"/>
                </a:cubicBezTo>
                <a:cubicBezTo>
                  <a:pt x="303467" y="36963"/>
                  <a:pt x="302696" y="36155"/>
                  <a:pt x="301734" y="35578"/>
                </a:cubicBezTo>
                <a:cubicBezTo>
                  <a:pt x="300771" y="34999"/>
                  <a:pt x="299654" y="34614"/>
                  <a:pt x="298383" y="34421"/>
                </a:cubicBezTo>
                <a:cubicBezTo>
                  <a:pt x="297112" y="34228"/>
                  <a:pt x="295745" y="34132"/>
                  <a:pt x="294282" y="34132"/>
                </a:cubicBezTo>
                <a:cubicBezTo>
                  <a:pt x="291048" y="34132"/>
                  <a:pt x="288507" y="34825"/>
                  <a:pt x="286658" y="36212"/>
                </a:cubicBezTo>
                <a:cubicBezTo>
                  <a:pt x="284809" y="37599"/>
                  <a:pt x="283731" y="39910"/>
                  <a:pt x="283423" y="43144"/>
                </a:cubicBezTo>
                <a:lnTo>
                  <a:pt x="267018" y="43144"/>
                </a:lnTo>
                <a:moveTo>
                  <a:pt x="304912" y="55274"/>
                </a:moveTo>
                <a:cubicBezTo>
                  <a:pt x="304219" y="55891"/>
                  <a:pt x="303352" y="56373"/>
                  <a:pt x="302312" y="56719"/>
                </a:cubicBezTo>
                <a:cubicBezTo>
                  <a:pt x="301272" y="57066"/>
                  <a:pt x="300155" y="57355"/>
                  <a:pt x="298961" y="57587"/>
                </a:cubicBezTo>
                <a:cubicBezTo>
                  <a:pt x="297768" y="57817"/>
                  <a:pt x="296516" y="58009"/>
                  <a:pt x="295206" y="58163"/>
                </a:cubicBezTo>
                <a:cubicBezTo>
                  <a:pt x="293897" y="58317"/>
                  <a:pt x="292588" y="58509"/>
                  <a:pt x="291278" y="58740"/>
                </a:cubicBezTo>
                <a:cubicBezTo>
                  <a:pt x="290047" y="58971"/>
                  <a:pt x="288834" y="59280"/>
                  <a:pt x="287640" y="59665"/>
                </a:cubicBezTo>
                <a:cubicBezTo>
                  <a:pt x="286446" y="60049"/>
                  <a:pt x="285406" y="60569"/>
                  <a:pt x="284520" y="61225"/>
                </a:cubicBezTo>
                <a:cubicBezTo>
                  <a:pt x="283635" y="61880"/>
                  <a:pt x="282923" y="62708"/>
                  <a:pt x="282383" y="63709"/>
                </a:cubicBezTo>
                <a:cubicBezTo>
                  <a:pt x="281844" y="64709"/>
                  <a:pt x="281574" y="65980"/>
                  <a:pt x="281574" y="67520"/>
                </a:cubicBezTo>
                <a:cubicBezTo>
                  <a:pt x="281574" y="68983"/>
                  <a:pt x="281844" y="70216"/>
                  <a:pt x="282383" y="71217"/>
                </a:cubicBezTo>
                <a:cubicBezTo>
                  <a:pt x="282923" y="72218"/>
                  <a:pt x="283654" y="73008"/>
                  <a:pt x="284578" y="73586"/>
                </a:cubicBezTo>
                <a:cubicBezTo>
                  <a:pt x="285503" y="74163"/>
                  <a:pt x="286581" y="74568"/>
                  <a:pt x="287813" y="74799"/>
                </a:cubicBezTo>
                <a:cubicBezTo>
                  <a:pt x="289045" y="75031"/>
                  <a:pt x="290317" y="75146"/>
                  <a:pt x="291626" y="75146"/>
                </a:cubicBezTo>
                <a:cubicBezTo>
                  <a:pt x="294860" y="75146"/>
                  <a:pt x="297363" y="74607"/>
                  <a:pt x="299134" y="73530"/>
                </a:cubicBezTo>
                <a:cubicBezTo>
                  <a:pt x="300906" y="72451"/>
                  <a:pt x="302216" y="71161"/>
                  <a:pt x="303063" y="69659"/>
                </a:cubicBezTo>
                <a:cubicBezTo>
                  <a:pt x="303910" y="68157"/>
                  <a:pt x="304430" y="66635"/>
                  <a:pt x="304623" y="65095"/>
                </a:cubicBezTo>
                <a:cubicBezTo>
                  <a:pt x="304816" y="63554"/>
                  <a:pt x="304912" y="62322"/>
                  <a:pt x="304912" y="61398"/>
                </a:cubicBezTo>
                <a:lnTo>
                  <a:pt x="304912" y="55274"/>
                </a:lnTo>
                <a:close/>
                <a:moveTo>
                  <a:pt x="377294" y="54720"/>
                </a:moveTo>
                <a:cubicBezTo>
                  <a:pt x="377294" y="57185"/>
                  <a:pt x="377025" y="59573"/>
                  <a:pt x="376485" y="61884"/>
                </a:cubicBezTo>
                <a:cubicBezTo>
                  <a:pt x="375946" y="64195"/>
                  <a:pt x="375098" y="66236"/>
                  <a:pt x="373943" y="68009"/>
                </a:cubicBezTo>
                <a:cubicBezTo>
                  <a:pt x="372788" y="69780"/>
                  <a:pt x="371344" y="71185"/>
                  <a:pt x="369610" y="72225"/>
                </a:cubicBezTo>
                <a:cubicBezTo>
                  <a:pt x="367878" y="73265"/>
                  <a:pt x="365780" y="73785"/>
                  <a:pt x="363315" y="73785"/>
                </a:cubicBezTo>
                <a:cubicBezTo>
                  <a:pt x="360927" y="73785"/>
                  <a:pt x="358847" y="73265"/>
                  <a:pt x="357076" y="72225"/>
                </a:cubicBezTo>
                <a:cubicBezTo>
                  <a:pt x="355305" y="71185"/>
                  <a:pt x="353842" y="69780"/>
                  <a:pt x="352687" y="68009"/>
                </a:cubicBezTo>
                <a:cubicBezTo>
                  <a:pt x="351532" y="66236"/>
                  <a:pt x="350684" y="64195"/>
                  <a:pt x="350145" y="61884"/>
                </a:cubicBezTo>
                <a:cubicBezTo>
                  <a:pt x="349605" y="59573"/>
                  <a:pt x="349336" y="57185"/>
                  <a:pt x="349336" y="54720"/>
                </a:cubicBezTo>
                <a:cubicBezTo>
                  <a:pt x="349336" y="52178"/>
                  <a:pt x="349605" y="49752"/>
                  <a:pt x="350145" y="47442"/>
                </a:cubicBezTo>
                <a:cubicBezTo>
                  <a:pt x="350684" y="45130"/>
                  <a:pt x="351532" y="43088"/>
                  <a:pt x="352687" y="41317"/>
                </a:cubicBezTo>
                <a:cubicBezTo>
                  <a:pt x="353842" y="39545"/>
                  <a:pt x="355305" y="38139"/>
                  <a:pt x="357076" y="37099"/>
                </a:cubicBezTo>
                <a:cubicBezTo>
                  <a:pt x="358847" y="36059"/>
                  <a:pt x="360927" y="35539"/>
                  <a:pt x="363315" y="35539"/>
                </a:cubicBezTo>
                <a:cubicBezTo>
                  <a:pt x="365780" y="35539"/>
                  <a:pt x="367878" y="36059"/>
                  <a:pt x="369610" y="37099"/>
                </a:cubicBezTo>
                <a:cubicBezTo>
                  <a:pt x="371344" y="38139"/>
                  <a:pt x="372788" y="39545"/>
                  <a:pt x="373943" y="41317"/>
                </a:cubicBezTo>
                <a:cubicBezTo>
                  <a:pt x="375098" y="43088"/>
                  <a:pt x="375946" y="45130"/>
                  <a:pt x="376485" y="47442"/>
                </a:cubicBezTo>
                <a:cubicBezTo>
                  <a:pt x="377025" y="49752"/>
                  <a:pt x="377294" y="52178"/>
                  <a:pt x="377294" y="54720"/>
                </a:cubicBezTo>
                <a:moveTo>
                  <a:pt x="333509" y="2031"/>
                </a:moveTo>
                <a:lnTo>
                  <a:pt x="333509" y="84542"/>
                </a:lnTo>
                <a:lnTo>
                  <a:pt x="349105" y="84542"/>
                </a:lnTo>
                <a:lnTo>
                  <a:pt x="349105" y="76918"/>
                </a:lnTo>
                <a:lnTo>
                  <a:pt x="349336" y="76918"/>
                </a:lnTo>
                <a:cubicBezTo>
                  <a:pt x="351107" y="80244"/>
                  <a:pt x="353725" y="82603"/>
                  <a:pt x="357191" y="83996"/>
                </a:cubicBezTo>
                <a:cubicBezTo>
                  <a:pt x="360658" y="85387"/>
                  <a:pt x="364586" y="86083"/>
                  <a:pt x="368976" y="86083"/>
                </a:cubicBezTo>
                <a:cubicBezTo>
                  <a:pt x="371979" y="86083"/>
                  <a:pt x="374945" y="85466"/>
                  <a:pt x="377871" y="84232"/>
                </a:cubicBezTo>
                <a:cubicBezTo>
                  <a:pt x="380798" y="82997"/>
                  <a:pt x="383437" y="81106"/>
                  <a:pt x="385786" y="78561"/>
                </a:cubicBezTo>
                <a:cubicBezTo>
                  <a:pt x="388135" y="76015"/>
                  <a:pt x="390041" y="72756"/>
                  <a:pt x="391505" y="68782"/>
                </a:cubicBezTo>
                <a:cubicBezTo>
                  <a:pt x="392968" y="64809"/>
                  <a:pt x="393699" y="60083"/>
                  <a:pt x="393699" y="54606"/>
                </a:cubicBezTo>
                <a:cubicBezTo>
                  <a:pt x="393699" y="49128"/>
                  <a:pt x="392968" y="44402"/>
                  <a:pt x="391505" y="40429"/>
                </a:cubicBezTo>
                <a:cubicBezTo>
                  <a:pt x="390041" y="36456"/>
                  <a:pt x="388135" y="33196"/>
                  <a:pt x="385786" y="30650"/>
                </a:cubicBezTo>
                <a:cubicBezTo>
                  <a:pt x="383437" y="28105"/>
                  <a:pt x="380798" y="26215"/>
                  <a:pt x="377871" y="24981"/>
                </a:cubicBezTo>
                <a:cubicBezTo>
                  <a:pt x="374945" y="23746"/>
                  <a:pt x="371979" y="23128"/>
                  <a:pt x="368976" y="23128"/>
                </a:cubicBezTo>
                <a:cubicBezTo>
                  <a:pt x="365279" y="23128"/>
                  <a:pt x="361717" y="23844"/>
                  <a:pt x="358289" y="25274"/>
                </a:cubicBezTo>
                <a:cubicBezTo>
                  <a:pt x="354862" y="26704"/>
                  <a:pt x="352147" y="28966"/>
                  <a:pt x="350145" y="32059"/>
                </a:cubicBezTo>
                <a:lnTo>
                  <a:pt x="349914" y="32059"/>
                </a:lnTo>
                <a:lnTo>
                  <a:pt x="349914" y="2031"/>
                </a:lnTo>
                <a:lnTo>
                  <a:pt x="333509" y="2031"/>
                </a:lnTo>
                <a:close/>
                <a:moveTo>
                  <a:pt x="416606" y="65098"/>
                </a:moveTo>
                <a:lnTo>
                  <a:pt x="401011" y="65098"/>
                </a:lnTo>
                <a:cubicBezTo>
                  <a:pt x="401164" y="69096"/>
                  <a:pt x="402069" y="72422"/>
                  <a:pt x="403725" y="75074"/>
                </a:cubicBezTo>
                <a:cubicBezTo>
                  <a:pt x="405381" y="77725"/>
                  <a:pt x="407499" y="79858"/>
                  <a:pt x="410079" y="81473"/>
                </a:cubicBezTo>
                <a:cubicBezTo>
                  <a:pt x="412659" y="83088"/>
                  <a:pt x="415606" y="84241"/>
                  <a:pt x="418917" y="84932"/>
                </a:cubicBezTo>
                <a:cubicBezTo>
                  <a:pt x="422229" y="85624"/>
                  <a:pt x="425618" y="85970"/>
                  <a:pt x="429084" y="85970"/>
                </a:cubicBezTo>
                <a:cubicBezTo>
                  <a:pt x="432472" y="85970"/>
                  <a:pt x="435803" y="85642"/>
                  <a:pt x="439076" y="84986"/>
                </a:cubicBezTo>
                <a:cubicBezTo>
                  <a:pt x="442350" y="84332"/>
                  <a:pt x="445257" y="83195"/>
                  <a:pt x="447798" y="81577"/>
                </a:cubicBezTo>
                <a:cubicBezTo>
                  <a:pt x="450340" y="79959"/>
                  <a:pt x="452400" y="77821"/>
                  <a:pt x="453979" y="75162"/>
                </a:cubicBezTo>
                <a:cubicBezTo>
                  <a:pt x="455558" y="72504"/>
                  <a:pt x="456348" y="69210"/>
                  <a:pt x="456348" y="65280"/>
                </a:cubicBezTo>
                <a:cubicBezTo>
                  <a:pt x="456348" y="62506"/>
                  <a:pt x="455808" y="60176"/>
                  <a:pt x="454730" y="58288"/>
                </a:cubicBezTo>
                <a:cubicBezTo>
                  <a:pt x="453652" y="56400"/>
                  <a:pt x="452227" y="54820"/>
                  <a:pt x="450455" y="53548"/>
                </a:cubicBezTo>
                <a:cubicBezTo>
                  <a:pt x="448684" y="52276"/>
                  <a:pt x="446662" y="51256"/>
                  <a:pt x="444390" y="50486"/>
                </a:cubicBezTo>
                <a:cubicBezTo>
                  <a:pt x="442119" y="49715"/>
                  <a:pt x="439789" y="49060"/>
                  <a:pt x="437401" y="48520"/>
                </a:cubicBezTo>
                <a:cubicBezTo>
                  <a:pt x="435090" y="47981"/>
                  <a:pt x="432818" y="47480"/>
                  <a:pt x="430584" y="47018"/>
                </a:cubicBezTo>
                <a:cubicBezTo>
                  <a:pt x="428351" y="46555"/>
                  <a:pt x="426368" y="46035"/>
                  <a:pt x="424634" y="45458"/>
                </a:cubicBezTo>
                <a:cubicBezTo>
                  <a:pt x="422902" y="44880"/>
                  <a:pt x="421496" y="44129"/>
                  <a:pt x="420418" y="43204"/>
                </a:cubicBezTo>
                <a:cubicBezTo>
                  <a:pt x="419340" y="42279"/>
                  <a:pt x="418801" y="41084"/>
                  <a:pt x="418801" y="39620"/>
                </a:cubicBezTo>
                <a:cubicBezTo>
                  <a:pt x="418801" y="38387"/>
                  <a:pt x="419109" y="37405"/>
                  <a:pt x="419725" y="36672"/>
                </a:cubicBezTo>
                <a:cubicBezTo>
                  <a:pt x="420342" y="35940"/>
                  <a:pt x="421093" y="35382"/>
                  <a:pt x="421978" y="34998"/>
                </a:cubicBezTo>
                <a:cubicBezTo>
                  <a:pt x="422864" y="34612"/>
                  <a:pt x="423846" y="34362"/>
                  <a:pt x="424923" y="34247"/>
                </a:cubicBezTo>
                <a:cubicBezTo>
                  <a:pt x="426002" y="34130"/>
                  <a:pt x="427004" y="34072"/>
                  <a:pt x="427927" y="34072"/>
                </a:cubicBezTo>
                <a:cubicBezTo>
                  <a:pt x="430854" y="34072"/>
                  <a:pt x="433395" y="34633"/>
                  <a:pt x="435552" y="35756"/>
                </a:cubicBezTo>
                <a:cubicBezTo>
                  <a:pt x="437708" y="36877"/>
                  <a:pt x="438902" y="39023"/>
                  <a:pt x="439134" y="42195"/>
                </a:cubicBezTo>
                <a:lnTo>
                  <a:pt x="454731" y="42195"/>
                </a:lnTo>
                <a:cubicBezTo>
                  <a:pt x="454423" y="38498"/>
                  <a:pt x="453480" y="35436"/>
                  <a:pt x="451900" y="33009"/>
                </a:cubicBezTo>
                <a:cubicBezTo>
                  <a:pt x="450322" y="30582"/>
                  <a:pt x="448339" y="28637"/>
                  <a:pt x="445951" y="27174"/>
                </a:cubicBezTo>
                <a:cubicBezTo>
                  <a:pt x="443564" y="25710"/>
                  <a:pt x="440849" y="24670"/>
                  <a:pt x="437806" y="24054"/>
                </a:cubicBezTo>
                <a:cubicBezTo>
                  <a:pt x="434764" y="23437"/>
                  <a:pt x="431625" y="23128"/>
                  <a:pt x="428391" y="23128"/>
                </a:cubicBezTo>
                <a:cubicBezTo>
                  <a:pt x="425156" y="23128"/>
                  <a:pt x="421997" y="23418"/>
                  <a:pt x="418916" y="23996"/>
                </a:cubicBezTo>
                <a:cubicBezTo>
                  <a:pt x="415835" y="24573"/>
                  <a:pt x="413063" y="25574"/>
                  <a:pt x="410599" y="27000"/>
                </a:cubicBezTo>
                <a:cubicBezTo>
                  <a:pt x="408134" y="28425"/>
                  <a:pt x="406151" y="30371"/>
                  <a:pt x="404649" y="32836"/>
                </a:cubicBezTo>
                <a:cubicBezTo>
                  <a:pt x="403147" y="35302"/>
                  <a:pt x="402396" y="38462"/>
                  <a:pt x="402396" y="42315"/>
                </a:cubicBezTo>
                <a:cubicBezTo>
                  <a:pt x="402396" y="44935"/>
                  <a:pt x="402935" y="47150"/>
                  <a:pt x="404013" y="48961"/>
                </a:cubicBezTo>
                <a:cubicBezTo>
                  <a:pt x="405091" y="50771"/>
                  <a:pt x="406516" y="52273"/>
                  <a:pt x="408288" y="53469"/>
                </a:cubicBezTo>
                <a:cubicBezTo>
                  <a:pt x="410060" y="54663"/>
                  <a:pt x="412082" y="55626"/>
                  <a:pt x="414353" y="56358"/>
                </a:cubicBezTo>
                <a:cubicBezTo>
                  <a:pt x="416625" y="57090"/>
                  <a:pt x="418955" y="57726"/>
                  <a:pt x="421343" y="58265"/>
                </a:cubicBezTo>
                <a:cubicBezTo>
                  <a:pt x="427196" y="59498"/>
                  <a:pt x="431759" y="60731"/>
                  <a:pt x="435032" y="61964"/>
                </a:cubicBezTo>
                <a:cubicBezTo>
                  <a:pt x="438306" y="63197"/>
                  <a:pt x="439943" y="65046"/>
                  <a:pt x="439943" y="67511"/>
                </a:cubicBezTo>
                <a:cubicBezTo>
                  <a:pt x="439943" y="68975"/>
                  <a:pt x="439596" y="70188"/>
                  <a:pt x="438903" y="71152"/>
                </a:cubicBezTo>
                <a:cubicBezTo>
                  <a:pt x="438209" y="72115"/>
                  <a:pt x="437343" y="72886"/>
                  <a:pt x="436303" y="73465"/>
                </a:cubicBezTo>
                <a:cubicBezTo>
                  <a:pt x="435264" y="74042"/>
                  <a:pt x="434108" y="74465"/>
                  <a:pt x="432837" y="74736"/>
                </a:cubicBezTo>
                <a:cubicBezTo>
                  <a:pt x="431566" y="75005"/>
                  <a:pt x="430354" y="75139"/>
                  <a:pt x="429198" y="75139"/>
                </a:cubicBezTo>
                <a:cubicBezTo>
                  <a:pt x="427581" y="75139"/>
                  <a:pt x="426022" y="74947"/>
                  <a:pt x="424520" y="74563"/>
                </a:cubicBezTo>
                <a:cubicBezTo>
                  <a:pt x="423018" y="74177"/>
                  <a:pt x="421689" y="73581"/>
                  <a:pt x="420534" y="72774"/>
                </a:cubicBezTo>
                <a:cubicBezTo>
                  <a:pt x="419379" y="71965"/>
                  <a:pt x="418435" y="70926"/>
                  <a:pt x="417703" y="69657"/>
                </a:cubicBezTo>
                <a:cubicBezTo>
                  <a:pt x="416972" y="68388"/>
                  <a:pt x="416606" y="66868"/>
                  <a:pt x="416606" y="65098"/>
                </a:cubicBezTo>
                <a:close/>
                <a:moveTo>
                  <a:pt x="494637" y="0"/>
                </a:moveTo>
                <a:lnTo>
                  <a:pt x="480890" y="0"/>
                </a:lnTo>
                <a:cubicBezTo>
                  <a:pt x="478348" y="3697"/>
                  <a:pt x="476133" y="7741"/>
                  <a:pt x="474246" y="12132"/>
                </a:cubicBezTo>
                <a:cubicBezTo>
                  <a:pt x="472360" y="16523"/>
                  <a:pt x="470781" y="21067"/>
                  <a:pt x="469509" y="25766"/>
                </a:cubicBezTo>
                <a:cubicBezTo>
                  <a:pt x="468239" y="30464"/>
                  <a:pt x="467276" y="35182"/>
                  <a:pt x="466622" y="39919"/>
                </a:cubicBezTo>
                <a:cubicBezTo>
                  <a:pt x="465967" y="44657"/>
                  <a:pt x="465640" y="49183"/>
                  <a:pt x="465640" y="53497"/>
                </a:cubicBezTo>
                <a:cubicBezTo>
                  <a:pt x="465640" y="62586"/>
                  <a:pt x="466968" y="71521"/>
                  <a:pt x="469625" y="80303"/>
                </a:cubicBezTo>
                <a:cubicBezTo>
                  <a:pt x="472283" y="89084"/>
                  <a:pt x="476038" y="97442"/>
                  <a:pt x="480890" y="105375"/>
                </a:cubicBezTo>
                <a:lnTo>
                  <a:pt x="494522" y="105375"/>
                </a:lnTo>
                <a:cubicBezTo>
                  <a:pt x="490131" y="96980"/>
                  <a:pt x="486954" y="88353"/>
                  <a:pt x="484990" y="79495"/>
                </a:cubicBezTo>
                <a:cubicBezTo>
                  <a:pt x="483027" y="70636"/>
                  <a:pt x="482045" y="61585"/>
                  <a:pt x="482045" y="52340"/>
                </a:cubicBezTo>
                <a:cubicBezTo>
                  <a:pt x="482045" y="43251"/>
                  <a:pt x="483046" y="34297"/>
                  <a:pt x="485049" y="25478"/>
                </a:cubicBezTo>
                <a:cubicBezTo>
                  <a:pt x="487051" y="16658"/>
                  <a:pt x="490247" y="8165"/>
                  <a:pt x="494637" y="0"/>
                </a:cubicBezTo>
                <a:close/>
                <a:moveTo>
                  <a:pt x="498842" y="43144"/>
                </a:moveTo>
                <a:cubicBezTo>
                  <a:pt x="499073" y="39293"/>
                  <a:pt x="500035" y="36096"/>
                  <a:pt x="501730" y="33556"/>
                </a:cubicBezTo>
                <a:cubicBezTo>
                  <a:pt x="503425" y="31014"/>
                  <a:pt x="505581" y="28972"/>
                  <a:pt x="508199" y="27432"/>
                </a:cubicBezTo>
                <a:cubicBezTo>
                  <a:pt x="510818" y="25891"/>
                  <a:pt x="513764" y="24793"/>
                  <a:pt x="517037" y="24139"/>
                </a:cubicBezTo>
                <a:cubicBezTo>
                  <a:pt x="520311" y="23484"/>
                  <a:pt x="523604" y="23157"/>
                  <a:pt x="526916" y="23157"/>
                </a:cubicBezTo>
                <a:cubicBezTo>
                  <a:pt x="529919" y="23157"/>
                  <a:pt x="532962" y="23369"/>
                  <a:pt x="536042" y="23793"/>
                </a:cubicBezTo>
                <a:cubicBezTo>
                  <a:pt x="539123" y="24216"/>
                  <a:pt x="541934" y="25044"/>
                  <a:pt x="544475" y="26277"/>
                </a:cubicBezTo>
                <a:cubicBezTo>
                  <a:pt x="547017" y="27509"/>
                  <a:pt x="549097" y="29222"/>
                  <a:pt x="550714" y="31417"/>
                </a:cubicBezTo>
                <a:cubicBezTo>
                  <a:pt x="552332" y="33613"/>
                  <a:pt x="553141" y="36520"/>
                  <a:pt x="553141" y="40140"/>
                </a:cubicBezTo>
                <a:lnTo>
                  <a:pt x="553141" y="71217"/>
                </a:lnTo>
                <a:cubicBezTo>
                  <a:pt x="553141" y="73913"/>
                  <a:pt x="553295" y="76493"/>
                  <a:pt x="553603" y="78958"/>
                </a:cubicBezTo>
                <a:cubicBezTo>
                  <a:pt x="553911" y="81422"/>
                  <a:pt x="554450" y="83271"/>
                  <a:pt x="555220" y="84503"/>
                </a:cubicBezTo>
                <a:lnTo>
                  <a:pt x="538584" y="84503"/>
                </a:lnTo>
                <a:cubicBezTo>
                  <a:pt x="538276" y="83580"/>
                  <a:pt x="538026" y="82637"/>
                  <a:pt x="537833" y="81674"/>
                </a:cubicBezTo>
                <a:cubicBezTo>
                  <a:pt x="537640" y="80710"/>
                  <a:pt x="537506" y="79728"/>
                  <a:pt x="537429" y="78727"/>
                </a:cubicBezTo>
                <a:cubicBezTo>
                  <a:pt x="534811" y="81423"/>
                  <a:pt x="531730" y="83310"/>
                  <a:pt x="528187" y="84389"/>
                </a:cubicBezTo>
                <a:cubicBezTo>
                  <a:pt x="524643" y="85467"/>
                  <a:pt x="521023" y="86005"/>
                  <a:pt x="517326" y="86005"/>
                </a:cubicBezTo>
                <a:cubicBezTo>
                  <a:pt x="514477" y="86005"/>
                  <a:pt x="511820" y="85659"/>
                  <a:pt x="509354" y="84965"/>
                </a:cubicBezTo>
                <a:cubicBezTo>
                  <a:pt x="506890" y="84272"/>
                  <a:pt x="504733" y="83194"/>
                  <a:pt x="502885" y="81731"/>
                </a:cubicBezTo>
                <a:cubicBezTo>
                  <a:pt x="501037" y="80267"/>
                  <a:pt x="499593" y="78419"/>
                  <a:pt x="498553" y="76186"/>
                </a:cubicBezTo>
                <a:cubicBezTo>
                  <a:pt x="497513" y="73952"/>
                  <a:pt x="496993" y="71295"/>
                  <a:pt x="496993" y="68213"/>
                </a:cubicBezTo>
                <a:cubicBezTo>
                  <a:pt x="496993" y="64825"/>
                  <a:pt x="497590" y="62033"/>
                  <a:pt x="498784" y="59838"/>
                </a:cubicBezTo>
                <a:cubicBezTo>
                  <a:pt x="499978" y="57642"/>
                  <a:pt x="501518" y="55890"/>
                  <a:pt x="503405" y="54581"/>
                </a:cubicBezTo>
                <a:cubicBezTo>
                  <a:pt x="505292" y="53272"/>
                  <a:pt x="507449" y="52290"/>
                  <a:pt x="509874" y="51635"/>
                </a:cubicBezTo>
                <a:cubicBezTo>
                  <a:pt x="512301" y="50981"/>
                  <a:pt x="514747" y="50461"/>
                  <a:pt x="517211" y="50077"/>
                </a:cubicBezTo>
                <a:cubicBezTo>
                  <a:pt x="519676" y="49692"/>
                  <a:pt x="522101" y="49383"/>
                  <a:pt x="524488" y="49151"/>
                </a:cubicBezTo>
                <a:cubicBezTo>
                  <a:pt x="526876" y="48920"/>
                  <a:pt x="528995" y="48573"/>
                  <a:pt x="530843" y="48111"/>
                </a:cubicBezTo>
                <a:cubicBezTo>
                  <a:pt x="532692" y="47650"/>
                  <a:pt x="534155" y="46976"/>
                  <a:pt x="535233" y="46091"/>
                </a:cubicBezTo>
                <a:cubicBezTo>
                  <a:pt x="536311" y="45205"/>
                  <a:pt x="536813" y="43915"/>
                  <a:pt x="536736" y="42220"/>
                </a:cubicBezTo>
                <a:cubicBezTo>
                  <a:pt x="536736" y="40448"/>
                  <a:pt x="536447" y="39042"/>
                  <a:pt x="535869" y="38003"/>
                </a:cubicBezTo>
                <a:cubicBezTo>
                  <a:pt x="535291" y="36963"/>
                  <a:pt x="534520" y="36155"/>
                  <a:pt x="533558" y="35578"/>
                </a:cubicBezTo>
                <a:cubicBezTo>
                  <a:pt x="532595" y="34999"/>
                  <a:pt x="531478" y="34614"/>
                  <a:pt x="530207" y="34421"/>
                </a:cubicBezTo>
                <a:cubicBezTo>
                  <a:pt x="528936" y="34228"/>
                  <a:pt x="527570" y="34132"/>
                  <a:pt x="526106" y="34132"/>
                </a:cubicBezTo>
                <a:cubicBezTo>
                  <a:pt x="522872" y="34132"/>
                  <a:pt x="520331" y="34825"/>
                  <a:pt x="518482" y="36212"/>
                </a:cubicBezTo>
                <a:cubicBezTo>
                  <a:pt x="516634" y="37599"/>
                  <a:pt x="515555" y="39910"/>
                  <a:pt x="515247" y="43144"/>
                </a:cubicBezTo>
                <a:lnTo>
                  <a:pt x="498842" y="43144"/>
                </a:lnTo>
                <a:moveTo>
                  <a:pt x="536736" y="55274"/>
                </a:moveTo>
                <a:cubicBezTo>
                  <a:pt x="536043" y="55891"/>
                  <a:pt x="535176" y="56373"/>
                  <a:pt x="534136" y="56719"/>
                </a:cubicBezTo>
                <a:cubicBezTo>
                  <a:pt x="533096" y="57066"/>
                  <a:pt x="531979" y="57355"/>
                  <a:pt x="530785" y="57587"/>
                </a:cubicBezTo>
                <a:cubicBezTo>
                  <a:pt x="529592" y="57817"/>
                  <a:pt x="528341" y="58009"/>
                  <a:pt x="527030" y="58163"/>
                </a:cubicBezTo>
                <a:cubicBezTo>
                  <a:pt x="525721" y="58317"/>
                  <a:pt x="524412" y="58509"/>
                  <a:pt x="523103" y="58740"/>
                </a:cubicBezTo>
                <a:cubicBezTo>
                  <a:pt x="521871" y="58971"/>
                  <a:pt x="520658" y="59280"/>
                  <a:pt x="519464" y="59665"/>
                </a:cubicBezTo>
                <a:cubicBezTo>
                  <a:pt x="518270" y="60049"/>
                  <a:pt x="517230" y="60569"/>
                  <a:pt x="516344" y="61225"/>
                </a:cubicBezTo>
                <a:cubicBezTo>
                  <a:pt x="515459" y="61880"/>
                  <a:pt x="514747" y="62708"/>
                  <a:pt x="514207" y="63709"/>
                </a:cubicBezTo>
                <a:cubicBezTo>
                  <a:pt x="513668" y="64709"/>
                  <a:pt x="513398" y="65980"/>
                  <a:pt x="513398" y="67520"/>
                </a:cubicBezTo>
                <a:cubicBezTo>
                  <a:pt x="513398" y="68983"/>
                  <a:pt x="513668" y="70216"/>
                  <a:pt x="514207" y="71217"/>
                </a:cubicBezTo>
                <a:cubicBezTo>
                  <a:pt x="514747" y="72218"/>
                  <a:pt x="515478" y="73008"/>
                  <a:pt x="516402" y="73586"/>
                </a:cubicBezTo>
                <a:cubicBezTo>
                  <a:pt x="517327" y="74163"/>
                  <a:pt x="518405" y="74568"/>
                  <a:pt x="519637" y="74799"/>
                </a:cubicBezTo>
                <a:cubicBezTo>
                  <a:pt x="520870" y="75031"/>
                  <a:pt x="522141" y="75146"/>
                  <a:pt x="523450" y="75146"/>
                </a:cubicBezTo>
                <a:cubicBezTo>
                  <a:pt x="526684" y="75146"/>
                  <a:pt x="529187" y="74607"/>
                  <a:pt x="530958" y="73530"/>
                </a:cubicBezTo>
                <a:cubicBezTo>
                  <a:pt x="532730" y="72451"/>
                  <a:pt x="534040" y="71161"/>
                  <a:pt x="534887" y="69659"/>
                </a:cubicBezTo>
                <a:cubicBezTo>
                  <a:pt x="535734" y="68157"/>
                  <a:pt x="536254" y="66635"/>
                  <a:pt x="536447" y="65095"/>
                </a:cubicBezTo>
                <a:cubicBezTo>
                  <a:pt x="536640" y="63554"/>
                  <a:pt x="536736" y="62322"/>
                  <a:pt x="536736" y="61398"/>
                </a:cubicBezTo>
                <a:lnTo>
                  <a:pt x="536736" y="55274"/>
                </a:lnTo>
                <a:close/>
                <a:moveTo>
                  <a:pt x="558401" y="105375"/>
                </a:moveTo>
                <a:lnTo>
                  <a:pt x="572033" y="105375"/>
                </a:lnTo>
                <a:cubicBezTo>
                  <a:pt x="574575" y="101755"/>
                  <a:pt x="576809" y="97749"/>
                  <a:pt x="578734" y="93358"/>
                </a:cubicBezTo>
                <a:cubicBezTo>
                  <a:pt x="580660" y="88968"/>
                  <a:pt x="582258" y="84442"/>
                  <a:pt x="583529" y="79783"/>
                </a:cubicBezTo>
                <a:cubicBezTo>
                  <a:pt x="584799" y="75123"/>
                  <a:pt x="585742" y="70424"/>
                  <a:pt x="586358" y="65687"/>
                </a:cubicBezTo>
                <a:cubicBezTo>
                  <a:pt x="586975" y="60950"/>
                  <a:pt x="587284" y="56424"/>
                  <a:pt x="587284" y="52110"/>
                </a:cubicBezTo>
                <a:cubicBezTo>
                  <a:pt x="587284" y="43020"/>
                  <a:pt x="585955" y="34047"/>
                  <a:pt x="583298" y="25189"/>
                </a:cubicBezTo>
                <a:cubicBezTo>
                  <a:pt x="580641" y="16330"/>
                  <a:pt x="576886" y="7934"/>
                  <a:pt x="572033" y="0"/>
                </a:cubicBezTo>
                <a:lnTo>
                  <a:pt x="558516" y="0"/>
                </a:lnTo>
                <a:cubicBezTo>
                  <a:pt x="562753" y="8396"/>
                  <a:pt x="565872" y="17061"/>
                  <a:pt x="567875" y="25997"/>
                </a:cubicBezTo>
                <a:cubicBezTo>
                  <a:pt x="569877" y="34932"/>
                  <a:pt x="570879" y="44022"/>
                  <a:pt x="570879" y="53266"/>
                </a:cubicBezTo>
                <a:cubicBezTo>
                  <a:pt x="570879" y="62355"/>
                  <a:pt x="569858" y="71271"/>
                  <a:pt x="567817" y="80014"/>
                </a:cubicBezTo>
                <a:cubicBezTo>
                  <a:pt x="565775" y="88756"/>
                  <a:pt x="562637" y="97210"/>
                  <a:pt x="558401" y="105375"/>
                </a:cubicBezTo>
                <a:close/>
                <a:moveTo>
                  <a:pt x="679868" y="66678"/>
                </a:moveTo>
                <a:lnTo>
                  <a:pt x="679868" y="84503"/>
                </a:lnTo>
                <a:lnTo>
                  <a:pt x="698006" y="84503"/>
                </a:lnTo>
                <a:lnTo>
                  <a:pt x="698006" y="66678"/>
                </a:lnTo>
                <a:lnTo>
                  <a:pt x="679868" y="66678"/>
                </a:lnTo>
                <a:moveTo>
                  <a:pt x="641398" y="66678"/>
                </a:moveTo>
                <a:lnTo>
                  <a:pt x="641398" y="84503"/>
                </a:lnTo>
                <a:lnTo>
                  <a:pt x="659536" y="84503"/>
                </a:lnTo>
                <a:lnTo>
                  <a:pt x="659536" y="66678"/>
                </a:lnTo>
                <a:lnTo>
                  <a:pt x="641398" y="66678"/>
                </a:lnTo>
                <a:moveTo>
                  <a:pt x="602926" y="66678"/>
                </a:moveTo>
                <a:lnTo>
                  <a:pt x="602926" y="84503"/>
                </a:lnTo>
                <a:lnTo>
                  <a:pt x="621064" y="84503"/>
                </a:lnTo>
                <a:lnTo>
                  <a:pt x="621064" y="66678"/>
                </a:lnTo>
                <a:lnTo>
                  <a:pt x="602926" y="66678"/>
                </a:lnTo>
                <a:close/>
                <a:moveTo>
                  <a:pt x="743916" y="73785"/>
                </a:moveTo>
                <a:cubicBezTo>
                  <a:pt x="741296" y="73785"/>
                  <a:pt x="739062" y="73247"/>
                  <a:pt x="737214" y="72169"/>
                </a:cubicBezTo>
                <a:cubicBezTo>
                  <a:pt x="735366" y="71090"/>
                  <a:pt x="733884" y="69684"/>
                  <a:pt x="732766" y="67950"/>
                </a:cubicBezTo>
                <a:cubicBezTo>
                  <a:pt x="731649" y="66217"/>
                  <a:pt x="730841" y="64195"/>
                  <a:pt x="730340" y="61884"/>
                </a:cubicBezTo>
                <a:cubicBezTo>
                  <a:pt x="729840" y="59573"/>
                  <a:pt x="729589" y="57223"/>
                  <a:pt x="729589" y="54835"/>
                </a:cubicBezTo>
                <a:cubicBezTo>
                  <a:pt x="729589" y="52370"/>
                  <a:pt x="729820" y="49983"/>
                  <a:pt x="730282" y="47672"/>
                </a:cubicBezTo>
                <a:cubicBezTo>
                  <a:pt x="730744" y="45361"/>
                  <a:pt x="731533" y="43319"/>
                  <a:pt x="732650" y="41548"/>
                </a:cubicBezTo>
                <a:cubicBezTo>
                  <a:pt x="733767" y="39776"/>
                  <a:pt x="735231" y="38332"/>
                  <a:pt x="737041" y="37215"/>
                </a:cubicBezTo>
                <a:cubicBezTo>
                  <a:pt x="738851" y="36098"/>
                  <a:pt x="741104" y="35539"/>
                  <a:pt x="743800" y="35539"/>
                </a:cubicBezTo>
                <a:cubicBezTo>
                  <a:pt x="746419" y="35539"/>
                  <a:pt x="748634" y="36098"/>
                  <a:pt x="750444" y="37215"/>
                </a:cubicBezTo>
                <a:cubicBezTo>
                  <a:pt x="752253" y="38332"/>
                  <a:pt x="753736" y="39796"/>
                  <a:pt x="754891" y="41607"/>
                </a:cubicBezTo>
                <a:cubicBezTo>
                  <a:pt x="756047" y="43416"/>
                  <a:pt x="756874" y="45477"/>
                  <a:pt x="757375" y="47787"/>
                </a:cubicBezTo>
                <a:cubicBezTo>
                  <a:pt x="757876" y="50098"/>
                  <a:pt x="758126" y="52447"/>
                  <a:pt x="758126" y="54835"/>
                </a:cubicBezTo>
                <a:cubicBezTo>
                  <a:pt x="758126" y="57223"/>
                  <a:pt x="757895" y="59573"/>
                  <a:pt x="757433" y="61884"/>
                </a:cubicBezTo>
                <a:cubicBezTo>
                  <a:pt x="756971" y="64195"/>
                  <a:pt x="756182" y="66217"/>
                  <a:pt x="755064" y="67950"/>
                </a:cubicBezTo>
                <a:cubicBezTo>
                  <a:pt x="753948" y="69684"/>
                  <a:pt x="752484" y="71090"/>
                  <a:pt x="750675" y="72169"/>
                </a:cubicBezTo>
                <a:cubicBezTo>
                  <a:pt x="748865" y="73247"/>
                  <a:pt x="746612" y="73785"/>
                  <a:pt x="743916" y="73785"/>
                </a:cubicBezTo>
                <a:moveTo>
                  <a:pt x="713762" y="24784"/>
                </a:moveTo>
                <a:lnTo>
                  <a:pt x="713762" y="105375"/>
                </a:lnTo>
                <a:lnTo>
                  <a:pt x="730167" y="105375"/>
                </a:lnTo>
                <a:lnTo>
                  <a:pt x="730167" y="77151"/>
                </a:lnTo>
                <a:lnTo>
                  <a:pt x="730398" y="77151"/>
                </a:lnTo>
                <a:cubicBezTo>
                  <a:pt x="732401" y="80090"/>
                  <a:pt x="734962" y="82313"/>
                  <a:pt x="738081" y="83821"/>
                </a:cubicBezTo>
                <a:cubicBezTo>
                  <a:pt x="741200" y="85329"/>
                  <a:pt x="744608" y="86083"/>
                  <a:pt x="748305" y="86083"/>
                </a:cubicBezTo>
                <a:cubicBezTo>
                  <a:pt x="752696" y="86083"/>
                  <a:pt x="756528" y="85234"/>
                  <a:pt x="759801" y="83537"/>
                </a:cubicBezTo>
                <a:cubicBezTo>
                  <a:pt x="763074" y="81840"/>
                  <a:pt x="765808" y="79565"/>
                  <a:pt x="768003" y="76710"/>
                </a:cubicBezTo>
                <a:cubicBezTo>
                  <a:pt x="770199" y="73855"/>
                  <a:pt x="771835" y="70576"/>
                  <a:pt x="772913" y="66873"/>
                </a:cubicBezTo>
                <a:cubicBezTo>
                  <a:pt x="773992" y="63170"/>
                  <a:pt x="774531" y="59312"/>
                  <a:pt x="774531" y="55300"/>
                </a:cubicBezTo>
                <a:cubicBezTo>
                  <a:pt x="774531" y="51057"/>
                  <a:pt x="773992" y="46987"/>
                  <a:pt x="772913" y="43091"/>
                </a:cubicBezTo>
                <a:cubicBezTo>
                  <a:pt x="771835" y="39195"/>
                  <a:pt x="770179" y="35782"/>
                  <a:pt x="767945" y="32851"/>
                </a:cubicBezTo>
                <a:cubicBezTo>
                  <a:pt x="765712" y="29918"/>
                  <a:pt x="762901" y="27565"/>
                  <a:pt x="759512" y="25790"/>
                </a:cubicBezTo>
                <a:cubicBezTo>
                  <a:pt x="756124" y="24016"/>
                  <a:pt x="752080" y="23128"/>
                  <a:pt x="747382" y="23128"/>
                </a:cubicBezTo>
                <a:cubicBezTo>
                  <a:pt x="743684" y="23128"/>
                  <a:pt x="740295" y="23863"/>
                  <a:pt x="737214" y="25332"/>
                </a:cubicBezTo>
                <a:cubicBezTo>
                  <a:pt x="734133" y="26801"/>
                  <a:pt x="731592" y="29160"/>
                  <a:pt x="729589" y="32408"/>
                </a:cubicBezTo>
                <a:lnTo>
                  <a:pt x="729358" y="32408"/>
                </a:lnTo>
                <a:lnTo>
                  <a:pt x="729358" y="24784"/>
                </a:lnTo>
                <a:lnTo>
                  <a:pt x="713762" y="24784"/>
                </a:lnTo>
                <a:close/>
                <a:moveTo>
                  <a:pt x="784151" y="24731"/>
                </a:moveTo>
                <a:lnTo>
                  <a:pt x="784151" y="84503"/>
                </a:lnTo>
                <a:lnTo>
                  <a:pt x="800556" y="84503"/>
                </a:lnTo>
                <a:lnTo>
                  <a:pt x="800556" y="57557"/>
                </a:lnTo>
                <a:cubicBezTo>
                  <a:pt x="800556" y="54858"/>
                  <a:pt x="800826" y="52353"/>
                  <a:pt x="801365" y="50040"/>
                </a:cubicBezTo>
                <a:cubicBezTo>
                  <a:pt x="801905" y="47727"/>
                  <a:pt x="802810" y="45703"/>
                  <a:pt x="804080" y="43969"/>
                </a:cubicBezTo>
                <a:cubicBezTo>
                  <a:pt x="805351" y="42234"/>
                  <a:pt x="807025" y="40866"/>
                  <a:pt x="809104" y="39863"/>
                </a:cubicBezTo>
                <a:cubicBezTo>
                  <a:pt x="811184" y="38861"/>
                  <a:pt x="813726" y="38359"/>
                  <a:pt x="816730" y="38359"/>
                </a:cubicBezTo>
                <a:cubicBezTo>
                  <a:pt x="817732" y="38359"/>
                  <a:pt x="818771" y="38418"/>
                  <a:pt x="819849" y="38534"/>
                </a:cubicBezTo>
                <a:cubicBezTo>
                  <a:pt x="820928" y="38649"/>
                  <a:pt x="821852" y="38784"/>
                  <a:pt x="822622" y="38938"/>
                </a:cubicBezTo>
                <a:lnTo>
                  <a:pt x="822622" y="23705"/>
                </a:lnTo>
                <a:cubicBezTo>
                  <a:pt x="821313" y="23321"/>
                  <a:pt x="820119" y="23128"/>
                  <a:pt x="819041" y="23128"/>
                </a:cubicBezTo>
                <a:cubicBezTo>
                  <a:pt x="816961" y="23128"/>
                  <a:pt x="814959" y="23436"/>
                  <a:pt x="813034" y="24052"/>
                </a:cubicBezTo>
                <a:cubicBezTo>
                  <a:pt x="811109" y="24667"/>
                  <a:pt x="809299" y="25532"/>
                  <a:pt x="807604" y="26647"/>
                </a:cubicBezTo>
                <a:cubicBezTo>
                  <a:pt x="805909" y="27762"/>
                  <a:pt x="804407" y="29109"/>
                  <a:pt x="803098" y="30686"/>
                </a:cubicBezTo>
                <a:cubicBezTo>
                  <a:pt x="801789" y="32263"/>
                  <a:pt x="800749" y="33975"/>
                  <a:pt x="799978" y="35821"/>
                </a:cubicBezTo>
                <a:lnTo>
                  <a:pt x="799747" y="35821"/>
                </a:lnTo>
                <a:lnTo>
                  <a:pt x="799747" y="24731"/>
                </a:lnTo>
                <a:lnTo>
                  <a:pt x="784151" y="24731"/>
                </a:lnTo>
                <a:close/>
                <a:moveTo>
                  <a:pt x="845394" y="15569"/>
                </a:moveTo>
                <a:lnTo>
                  <a:pt x="845394" y="2031"/>
                </a:lnTo>
                <a:lnTo>
                  <a:pt x="828989" y="2031"/>
                </a:lnTo>
                <a:lnTo>
                  <a:pt x="828989" y="15569"/>
                </a:lnTo>
                <a:lnTo>
                  <a:pt x="845394" y="15569"/>
                </a:lnTo>
                <a:moveTo>
                  <a:pt x="828989" y="24775"/>
                </a:moveTo>
                <a:lnTo>
                  <a:pt x="828989" y="84503"/>
                </a:lnTo>
                <a:lnTo>
                  <a:pt x="845394" y="84503"/>
                </a:lnTo>
                <a:lnTo>
                  <a:pt x="845394" y="24775"/>
                </a:lnTo>
                <a:lnTo>
                  <a:pt x="828989" y="24775"/>
                </a:lnTo>
                <a:close/>
                <a:moveTo>
                  <a:pt x="858365" y="24773"/>
                </a:moveTo>
                <a:lnTo>
                  <a:pt x="858365" y="84503"/>
                </a:lnTo>
                <a:lnTo>
                  <a:pt x="874770" y="84503"/>
                </a:lnTo>
                <a:lnTo>
                  <a:pt x="874770" y="53199"/>
                </a:lnTo>
                <a:cubicBezTo>
                  <a:pt x="874770" y="47115"/>
                  <a:pt x="875772" y="42745"/>
                  <a:pt x="877774" y="40089"/>
                </a:cubicBezTo>
                <a:cubicBezTo>
                  <a:pt x="879777" y="37432"/>
                  <a:pt x="883012" y="36103"/>
                  <a:pt x="887479" y="36103"/>
                </a:cubicBezTo>
                <a:cubicBezTo>
                  <a:pt x="891407" y="36103"/>
                  <a:pt x="894142" y="37316"/>
                  <a:pt x="895681" y="39741"/>
                </a:cubicBezTo>
                <a:cubicBezTo>
                  <a:pt x="897222" y="42167"/>
                  <a:pt x="897992" y="45844"/>
                  <a:pt x="897992" y="50773"/>
                </a:cubicBezTo>
                <a:lnTo>
                  <a:pt x="897992" y="84503"/>
                </a:lnTo>
                <a:lnTo>
                  <a:pt x="914397" y="84503"/>
                </a:lnTo>
                <a:lnTo>
                  <a:pt x="914397" y="47748"/>
                </a:lnTo>
                <a:cubicBezTo>
                  <a:pt x="914397" y="44050"/>
                  <a:pt x="914070" y="40679"/>
                  <a:pt x="913415" y="37635"/>
                </a:cubicBezTo>
                <a:cubicBezTo>
                  <a:pt x="912761" y="34591"/>
                  <a:pt x="911624" y="32010"/>
                  <a:pt x="910006" y="29891"/>
                </a:cubicBezTo>
                <a:cubicBezTo>
                  <a:pt x="908389" y="27772"/>
                  <a:pt x="906175" y="26115"/>
                  <a:pt x="903364" y="24921"/>
                </a:cubicBezTo>
                <a:cubicBezTo>
                  <a:pt x="900553" y="23726"/>
                  <a:pt x="896952" y="23128"/>
                  <a:pt x="892561" y="23128"/>
                </a:cubicBezTo>
                <a:cubicBezTo>
                  <a:pt x="889095" y="23128"/>
                  <a:pt x="885706" y="23920"/>
                  <a:pt x="882395" y="25503"/>
                </a:cubicBezTo>
                <a:cubicBezTo>
                  <a:pt x="879083" y="27086"/>
                  <a:pt x="876388" y="29615"/>
                  <a:pt x="874309" y="33090"/>
                </a:cubicBezTo>
                <a:lnTo>
                  <a:pt x="873961" y="33090"/>
                </a:lnTo>
                <a:lnTo>
                  <a:pt x="873961" y="24773"/>
                </a:lnTo>
                <a:lnTo>
                  <a:pt x="858365" y="24773"/>
                </a:lnTo>
                <a:close/>
                <a:moveTo>
                  <a:pt x="947254" y="24821"/>
                </a:moveTo>
                <a:lnTo>
                  <a:pt x="947254" y="6882"/>
                </a:lnTo>
                <a:lnTo>
                  <a:pt x="930849" y="6882"/>
                </a:lnTo>
                <a:lnTo>
                  <a:pt x="930849" y="24821"/>
                </a:lnTo>
                <a:lnTo>
                  <a:pt x="920913" y="24821"/>
                </a:lnTo>
                <a:lnTo>
                  <a:pt x="920913" y="35764"/>
                </a:lnTo>
                <a:lnTo>
                  <a:pt x="930849" y="35764"/>
                </a:lnTo>
                <a:lnTo>
                  <a:pt x="930849" y="70981"/>
                </a:lnTo>
                <a:cubicBezTo>
                  <a:pt x="930849" y="73983"/>
                  <a:pt x="931349" y="76409"/>
                  <a:pt x="932350" y="78256"/>
                </a:cubicBezTo>
                <a:cubicBezTo>
                  <a:pt x="933352" y="80103"/>
                  <a:pt x="934719" y="81528"/>
                  <a:pt x="936451" y="82529"/>
                </a:cubicBezTo>
                <a:cubicBezTo>
                  <a:pt x="938184" y="83529"/>
                  <a:pt x="940187" y="84202"/>
                  <a:pt x="942459" y="84548"/>
                </a:cubicBezTo>
                <a:cubicBezTo>
                  <a:pt x="944731" y="84894"/>
                  <a:pt x="947139" y="85068"/>
                  <a:pt x="949681" y="85068"/>
                </a:cubicBezTo>
                <a:cubicBezTo>
                  <a:pt x="951298" y="85068"/>
                  <a:pt x="952954" y="85030"/>
                  <a:pt x="954649" y="84955"/>
                </a:cubicBezTo>
                <a:cubicBezTo>
                  <a:pt x="956343" y="84880"/>
                  <a:pt x="957883" y="84729"/>
                  <a:pt x="959269" y="84503"/>
                </a:cubicBezTo>
                <a:lnTo>
                  <a:pt x="959269" y="71744"/>
                </a:lnTo>
                <a:cubicBezTo>
                  <a:pt x="958499" y="71898"/>
                  <a:pt x="957691" y="72014"/>
                  <a:pt x="956843" y="72091"/>
                </a:cubicBezTo>
                <a:cubicBezTo>
                  <a:pt x="955996" y="72168"/>
                  <a:pt x="955111" y="72206"/>
                  <a:pt x="954187" y="72206"/>
                </a:cubicBezTo>
                <a:cubicBezTo>
                  <a:pt x="951413" y="72206"/>
                  <a:pt x="949564" y="71745"/>
                  <a:pt x="948639" y="70822"/>
                </a:cubicBezTo>
                <a:cubicBezTo>
                  <a:pt x="947715" y="69900"/>
                  <a:pt x="947254" y="68054"/>
                  <a:pt x="947254" y="65287"/>
                </a:cubicBezTo>
                <a:lnTo>
                  <a:pt x="947254" y="35764"/>
                </a:lnTo>
                <a:lnTo>
                  <a:pt x="959269" y="35764"/>
                </a:lnTo>
                <a:lnTo>
                  <a:pt x="959269" y="24821"/>
                </a:lnTo>
                <a:lnTo>
                  <a:pt x="947254" y="24821"/>
                </a:lnTo>
                <a:close/>
                <a:moveTo>
                  <a:pt x="995775" y="0"/>
                </a:moveTo>
                <a:lnTo>
                  <a:pt x="982029" y="0"/>
                </a:lnTo>
                <a:cubicBezTo>
                  <a:pt x="979487" y="3697"/>
                  <a:pt x="977272" y="7741"/>
                  <a:pt x="975385" y="12132"/>
                </a:cubicBezTo>
                <a:cubicBezTo>
                  <a:pt x="973498" y="16523"/>
                  <a:pt x="971919" y="21067"/>
                  <a:pt x="970648" y="25766"/>
                </a:cubicBezTo>
                <a:cubicBezTo>
                  <a:pt x="969377" y="30464"/>
                  <a:pt x="968415" y="35182"/>
                  <a:pt x="967760" y="39919"/>
                </a:cubicBezTo>
                <a:cubicBezTo>
                  <a:pt x="967106" y="44657"/>
                  <a:pt x="966778" y="49183"/>
                  <a:pt x="966778" y="53497"/>
                </a:cubicBezTo>
                <a:cubicBezTo>
                  <a:pt x="966778" y="62586"/>
                  <a:pt x="968107" y="71521"/>
                  <a:pt x="970764" y="80303"/>
                </a:cubicBezTo>
                <a:cubicBezTo>
                  <a:pt x="973421" y="89084"/>
                  <a:pt x="977176" y="97442"/>
                  <a:pt x="982029" y="105375"/>
                </a:cubicBezTo>
                <a:lnTo>
                  <a:pt x="995661" y="105375"/>
                </a:lnTo>
                <a:cubicBezTo>
                  <a:pt x="991270" y="96980"/>
                  <a:pt x="988093" y="88353"/>
                  <a:pt x="986129" y="79495"/>
                </a:cubicBezTo>
                <a:cubicBezTo>
                  <a:pt x="984165" y="70636"/>
                  <a:pt x="983183" y="61585"/>
                  <a:pt x="983183" y="52340"/>
                </a:cubicBezTo>
                <a:cubicBezTo>
                  <a:pt x="983183" y="43251"/>
                  <a:pt x="984185" y="34297"/>
                  <a:pt x="986187" y="25478"/>
                </a:cubicBezTo>
                <a:cubicBezTo>
                  <a:pt x="988190" y="16658"/>
                  <a:pt x="991386" y="8165"/>
                  <a:pt x="995775" y="0"/>
                </a:cubicBezTo>
                <a:close/>
                <a:moveTo>
                  <a:pt x="1004370" y="2031"/>
                </a:moveTo>
                <a:lnTo>
                  <a:pt x="1004370" y="39149"/>
                </a:lnTo>
                <a:lnTo>
                  <a:pt x="1016731" y="39149"/>
                </a:lnTo>
                <a:lnTo>
                  <a:pt x="1016731" y="2031"/>
                </a:lnTo>
                <a:lnTo>
                  <a:pt x="1004370" y="2031"/>
                </a:lnTo>
                <a:close/>
                <a:moveTo>
                  <a:pt x="1034541" y="2031"/>
                </a:moveTo>
                <a:lnTo>
                  <a:pt x="1034541" y="84503"/>
                </a:lnTo>
                <a:lnTo>
                  <a:pt x="1051524" y="84503"/>
                </a:lnTo>
                <a:lnTo>
                  <a:pt x="1051524" y="26635"/>
                </a:lnTo>
                <a:lnTo>
                  <a:pt x="1051755" y="26635"/>
                </a:lnTo>
                <a:lnTo>
                  <a:pt x="1071973" y="84503"/>
                </a:lnTo>
                <a:lnTo>
                  <a:pt x="1085950" y="84503"/>
                </a:lnTo>
                <a:lnTo>
                  <a:pt x="1106168" y="26057"/>
                </a:lnTo>
                <a:lnTo>
                  <a:pt x="1106399" y="26057"/>
                </a:lnTo>
                <a:lnTo>
                  <a:pt x="1106399" y="84503"/>
                </a:lnTo>
                <a:lnTo>
                  <a:pt x="1123382" y="84503"/>
                </a:lnTo>
                <a:lnTo>
                  <a:pt x="1123382" y="2031"/>
                </a:lnTo>
                <a:lnTo>
                  <a:pt x="1097851" y="2031"/>
                </a:lnTo>
                <a:lnTo>
                  <a:pt x="1079597" y="58745"/>
                </a:lnTo>
                <a:lnTo>
                  <a:pt x="1079366" y="58745"/>
                </a:lnTo>
                <a:lnTo>
                  <a:pt x="1060072" y="2031"/>
                </a:lnTo>
                <a:lnTo>
                  <a:pt x="1034541" y="2031"/>
                </a:lnTo>
                <a:close/>
                <a:moveTo>
                  <a:pt x="1138593" y="2031"/>
                </a:moveTo>
                <a:lnTo>
                  <a:pt x="1138593" y="84503"/>
                </a:lnTo>
                <a:lnTo>
                  <a:pt x="1196936" y="84503"/>
                </a:lnTo>
                <a:lnTo>
                  <a:pt x="1196936" y="69273"/>
                </a:lnTo>
                <a:lnTo>
                  <a:pt x="1156731" y="69273"/>
                </a:lnTo>
                <a:lnTo>
                  <a:pt x="1156731" y="2031"/>
                </a:lnTo>
                <a:lnTo>
                  <a:pt x="1138593" y="2031"/>
                </a:lnTo>
                <a:close/>
                <a:moveTo>
                  <a:pt x="1226905" y="41303"/>
                </a:moveTo>
                <a:lnTo>
                  <a:pt x="1198137" y="84503"/>
                </a:lnTo>
                <a:lnTo>
                  <a:pt x="1218472" y="84503"/>
                </a:lnTo>
                <a:lnTo>
                  <a:pt x="1236840" y="55974"/>
                </a:lnTo>
                <a:lnTo>
                  <a:pt x="1254862" y="84503"/>
                </a:lnTo>
                <a:lnTo>
                  <a:pt x="1276467" y="84503"/>
                </a:lnTo>
                <a:lnTo>
                  <a:pt x="1247699" y="41420"/>
                </a:lnTo>
                <a:lnTo>
                  <a:pt x="1274156" y="2031"/>
                </a:lnTo>
                <a:lnTo>
                  <a:pt x="1254285" y="2031"/>
                </a:lnTo>
                <a:lnTo>
                  <a:pt x="1237533" y="28366"/>
                </a:lnTo>
                <a:lnTo>
                  <a:pt x="1221359" y="2031"/>
                </a:lnTo>
                <a:lnTo>
                  <a:pt x="1200334" y="2031"/>
                </a:lnTo>
                <a:lnTo>
                  <a:pt x="1226905" y="41303"/>
                </a:lnTo>
                <a:close/>
                <a:moveTo>
                  <a:pt x="1300411" y="43662"/>
                </a:moveTo>
                <a:lnTo>
                  <a:pt x="1300411" y="25836"/>
                </a:lnTo>
                <a:lnTo>
                  <a:pt x="1282273" y="25836"/>
                </a:lnTo>
                <a:lnTo>
                  <a:pt x="1282273" y="43662"/>
                </a:lnTo>
                <a:lnTo>
                  <a:pt x="1300411" y="43662"/>
                </a:lnTo>
                <a:moveTo>
                  <a:pt x="1282273" y="66678"/>
                </a:moveTo>
                <a:lnTo>
                  <a:pt x="1282273" y="84503"/>
                </a:lnTo>
                <a:lnTo>
                  <a:pt x="1300411" y="84503"/>
                </a:lnTo>
                <a:lnTo>
                  <a:pt x="1300411" y="66678"/>
                </a:lnTo>
                <a:lnTo>
                  <a:pt x="1282273" y="66678"/>
                </a:lnTo>
                <a:close/>
                <a:moveTo>
                  <a:pt x="1317295" y="2031"/>
                </a:moveTo>
                <a:lnTo>
                  <a:pt x="1317295" y="39149"/>
                </a:lnTo>
                <a:lnTo>
                  <a:pt x="1329656" y="39149"/>
                </a:lnTo>
                <a:lnTo>
                  <a:pt x="1329656" y="2031"/>
                </a:lnTo>
                <a:lnTo>
                  <a:pt x="1317295" y="2031"/>
                </a:lnTo>
                <a:close/>
                <a:moveTo>
                  <a:pt x="1346541" y="66678"/>
                </a:moveTo>
                <a:lnTo>
                  <a:pt x="1346541" y="84503"/>
                </a:lnTo>
                <a:lnTo>
                  <a:pt x="1354858" y="84503"/>
                </a:lnTo>
                <a:cubicBezTo>
                  <a:pt x="1354936" y="85736"/>
                  <a:pt x="1354782" y="86950"/>
                  <a:pt x="1354396" y="88144"/>
                </a:cubicBezTo>
                <a:cubicBezTo>
                  <a:pt x="1354011" y="89338"/>
                  <a:pt x="1353433" y="90416"/>
                  <a:pt x="1352664" y="91379"/>
                </a:cubicBezTo>
                <a:cubicBezTo>
                  <a:pt x="1351894" y="92342"/>
                  <a:pt x="1350989" y="93171"/>
                  <a:pt x="1349949" y="93864"/>
                </a:cubicBezTo>
                <a:cubicBezTo>
                  <a:pt x="1348909" y="94558"/>
                  <a:pt x="1347811" y="95019"/>
                  <a:pt x="1346656" y="95250"/>
                </a:cubicBezTo>
                <a:lnTo>
                  <a:pt x="1346656" y="103570"/>
                </a:lnTo>
                <a:cubicBezTo>
                  <a:pt x="1349120" y="103185"/>
                  <a:pt x="1351450" y="102472"/>
                  <a:pt x="1353645" y="101430"/>
                </a:cubicBezTo>
                <a:cubicBezTo>
                  <a:pt x="1355841" y="100390"/>
                  <a:pt x="1357747" y="99060"/>
                  <a:pt x="1359364" y="97441"/>
                </a:cubicBezTo>
                <a:cubicBezTo>
                  <a:pt x="1360982" y="95821"/>
                  <a:pt x="1362273" y="93913"/>
                  <a:pt x="1363235" y="91715"/>
                </a:cubicBezTo>
                <a:cubicBezTo>
                  <a:pt x="1364198" y="89519"/>
                  <a:pt x="1364679" y="87110"/>
                  <a:pt x="1364679" y="84488"/>
                </a:cubicBezTo>
                <a:lnTo>
                  <a:pt x="1364679" y="66678"/>
                </a:lnTo>
                <a:lnTo>
                  <a:pt x="1346541" y="66678"/>
                </a:lnTo>
                <a:close/>
                <a:moveTo>
                  <a:pt x="1409308" y="43144"/>
                </a:moveTo>
                <a:cubicBezTo>
                  <a:pt x="1409538" y="39293"/>
                  <a:pt x="1410500" y="36096"/>
                  <a:pt x="1412195" y="33556"/>
                </a:cubicBezTo>
                <a:cubicBezTo>
                  <a:pt x="1413890" y="31014"/>
                  <a:pt x="1416046" y="28972"/>
                  <a:pt x="1418665" y="27432"/>
                </a:cubicBezTo>
                <a:cubicBezTo>
                  <a:pt x="1421283" y="25891"/>
                  <a:pt x="1424229" y="24793"/>
                  <a:pt x="1427502" y="24139"/>
                </a:cubicBezTo>
                <a:cubicBezTo>
                  <a:pt x="1430776" y="23484"/>
                  <a:pt x="1434069" y="23157"/>
                  <a:pt x="1437381" y="23157"/>
                </a:cubicBezTo>
                <a:cubicBezTo>
                  <a:pt x="1440385" y="23157"/>
                  <a:pt x="1443427" y="23369"/>
                  <a:pt x="1446507" y="23793"/>
                </a:cubicBezTo>
                <a:cubicBezTo>
                  <a:pt x="1449588" y="24216"/>
                  <a:pt x="1452400" y="25044"/>
                  <a:pt x="1454940" y="26277"/>
                </a:cubicBezTo>
                <a:cubicBezTo>
                  <a:pt x="1457482" y="27509"/>
                  <a:pt x="1459562" y="29222"/>
                  <a:pt x="1461179" y="31417"/>
                </a:cubicBezTo>
                <a:cubicBezTo>
                  <a:pt x="1462797" y="33613"/>
                  <a:pt x="1463607" y="36520"/>
                  <a:pt x="1463607" y="40140"/>
                </a:cubicBezTo>
                <a:lnTo>
                  <a:pt x="1463607" y="71217"/>
                </a:lnTo>
                <a:cubicBezTo>
                  <a:pt x="1463607" y="73913"/>
                  <a:pt x="1463761" y="76493"/>
                  <a:pt x="1464068" y="78958"/>
                </a:cubicBezTo>
                <a:cubicBezTo>
                  <a:pt x="1464376" y="81422"/>
                  <a:pt x="1464915" y="83271"/>
                  <a:pt x="1465685" y="84503"/>
                </a:cubicBezTo>
                <a:lnTo>
                  <a:pt x="1449049" y="84503"/>
                </a:lnTo>
                <a:cubicBezTo>
                  <a:pt x="1448741" y="83580"/>
                  <a:pt x="1448491" y="82637"/>
                  <a:pt x="1448298" y="81674"/>
                </a:cubicBezTo>
                <a:cubicBezTo>
                  <a:pt x="1448105" y="80710"/>
                  <a:pt x="1447971" y="79728"/>
                  <a:pt x="1447894" y="78727"/>
                </a:cubicBezTo>
                <a:cubicBezTo>
                  <a:pt x="1445276" y="81423"/>
                  <a:pt x="1442195" y="83310"/>
                  <a:pt x="1438652" y="84389"/>
                </a:cubicBezTo>
                <a:cubicBezTo>
                  <a:pt x="1435108" y="85467"/>
                  <a:pt x="1431488" y="86005"/>
                  <a:pt x="1427791" y="86005"/>
                </a:cubicBezTo>
                <a:cubicBezTo>
                  <a:pt x="1424942" y="86005"/>
                  <a:pt x="1422285" y="85659"/>
                  <a:pt x="1419819" y="84965"/>
                </a:cubicBezTo>
                <a:cubicBezTo>
                  <a:pt x="1417355" y="84272"/>
                  <a:pt x="1415198" y="83194"/>
                  <a:pt x="1413350" y="81731"/>
                </a:cubicBezTo>
                <a:cubicBezTo>
                  <a:pt x="1411502" y="80267"/>
                  <a:pt x="1410059" y="78419"/>
                  <a:pt x="1409018" y="76186"/>
                </a:cubicBezTo>
                <a:cubicBezTo>
                  <a:pt x="1407978" y="73952"/>
                  <a:pt x="1407458" y="71295"/>
                  <a:pt x="1407458" y="68213"/>
                </a:cubicBezTo>
                <a:cubicBezTo>
                  <a:pt x="1407458" y="64825"/>
                  <a:pt x="1408055" y="62033"/>
                  <a:pt x="1409249" y="59838"/>
                </a:cubicBezTo>
                <a:cubicBezTo>
                  <a:pt x="1410443" y="57642"/>
                  <a:pt x="1411984" y="55890"/>
                  <a:pt x="1413870" y="54581"/>
                </a:cubicBezTo>
                <a:cubicBezTo>
                  <a:pt x="1415757" y="53272"/>
                  <a:pt x="1417914" y="52290"/>
                  <a:pt x="1420339" y="51635"/>
                </a:cubicBezTo>
                <a:cubicBezTo>
                  <a:pt x="1422766" y="50981"/>
                  <a:pt x="1425212" y="50461"/>
                  <a:pt x="1427676" y="50077"/>
                </a:cubicBezTo>
                <a:cubicBezTo>
                  <a:pt x="1430141" y="49692"/>
                  <a:pt x="1432566" y="49383"/>
                  <a:pt x="1434953" y="49151"/>
                </a:cubicBezTo>
                <a:cubicBezTo>
                  <a:pt x="1437341" y="48920"/>
                  <a:pt x="1439460" y="48573"/>
                  <a:pt x="1441308" y="48111"/>
                </a:cubicBezTo>
                <a:cubicBezTo>
                  <a:pt x="1443157" y="47650"/>
                  <a:pt x="1444620" y="46976"/>
                  <a:pt x="1445698" y="46091"/>
                </a:cubicBezTo>
                <a:cubicBezTo>
                  <a:pt x="1446777" y="45205"/>
                  <a:pt x="1447278" y="43915"/>
                  <a:pt x="1447202" y="42220"/>
                </a:cubicBezTo>
                <a:cubicBezTo>
                  <a:pt x="1447202" y="40448"/>
                  <a:pt x="1446912" y="39042"/>
                  <a:pt x="1446334" y="38003"/>
                </a:cubicBezTo>
                <a:cubicBezTo>
                  <a:pt x="1445756" y="36963"/>
                  <a:pt x="1444986" y="36155"/>
                  <a:pt x="1444023" y="35578"/>
                </a:cubicBezTo>
                <a:cubicBezTo>
                  <a:pt x="1443061" y="34999"/>
                  <a:pt x="1441944" y="34614"/>
                  <a:pt x="1440672" y="34421"/>
                </a:cubicBezTo>
                <a:cubicBezTo>
                  <a:pt x="1439402" y="34228"/>
                  <a:pt x="1438035" y="34132"/>
                  <a:pt x="1436572" y="34132"/>
                </a:cubicBezTo>
                <a:cubicBezTo>
                  <a:pt x="1433337" y="34132"/>
                  <a:pt x="1430796" y="34825"/>
                  <a:pt x="1428947" y="36212"/>
                </a:cubicBezTo>
                <a:cubicBezTo>
                  <a:pt x="1427099" y="37599"/>
                  <a:pt x="1426020" y="39910"/>
                  <a:pt x="1425713" y="43144"/>
                </a:cubicBezTo>
                <a:lnTo>
                  <a:pt x="1409308" y="43144"/>
                </a:lnTo>
                <a:moveTo>
                  <a:pt x="1447202" y="55274"/>
                </a:moveTo>
                <a:cubicBezTo>
                  <a:pt x="1446508" y="55891"/>
                  <a:pt x="1445641" y="56373"/>
                  <a:pt x="1444601" y="56719"/>
                </a:cubicBezTo>
                <a:cubicBezTo>
                  <a:pt x="1443561" y="57066"/>
                  <a:pt x="1442444" y="57355"/>
                  <a:pt x="1441250" y="57587"/>
                </a:cubicBezTo>
                <a:cubicBezTo>
                  <a:pt x="1440057" y="57817"/>
                  <a:pt x="1438806" y="58009"/>
                  <a:pt x="1437495" y="58163"/>
                </a:cubicBezTo>
                <a:cubicBezTo>
                  <a:pt x="1436186" y="58317"/>
                  <a:pt x="1434877" y="58509"/>
                  <a:pt x="1433568" y="58740"/>
                </a:cubicBezTo>
                <a:cubicBezTo>
                  <a:pt x="1432336" y="58971"/>
                  <a:pt x="1431123" y="59280"/>
                  <a:pt x="1429929" y="59665"/>
                </a:cubicBezTo>
                <a:cubicBezTo>
                  <a:pt x="1428735" y="60049"/>
                  <a:pt x="1427695" y="60569"/>
                  <a:pt x="1426809" y="61225"/>
                </a:cubicBezTo>
                <a:cubicBezTo>
                  <a:pt x="1425924" y="61880"/>
                  <a:pt x="1425212" y="62708"/>
                  <a:pt x="1424672" y="63709"/>
                </a:cubicBezTo>
                <a:cubicBezTo>
                  <a:pt x="1424133" y="64709"/>
                  <a:pt x="1423863" y="65980"/>
                  <a:pt x="1423863" y="67520"/>
                </a:cubicBezTo>
                <a:cubicBezTo>
                  <a:pt x="1423863" y="68983"/>
                  <a:pt x="1424133" y="70216"/>
                  <a:pt x="1424672" y="71217"/>
                </a:cubicBezTo>
                <a:cubicBezTo>
                  <a:pt x="1425212" y="72218"/>
                  <a:pt x="1425943" y="73008"/>
                  <a:pt x="1426867" y="73586"/>
                </a:cubicBezTo>
                <a:cubicBezTo>
                  <a:pt x="1427792" y="74163"/>
                  <a:pt x="1428870" y="74568"/>
                  <a:pt x="1430102" y="74799"/>
                </a:cubicBezTo>
                <a:cubicBezTo>
                  <a:pt x="1431335" y="75031"/>
                  <a:pt x="1432606" y="75146"/>
                  <a:pt x="1433915" y="75146"/>
                </a:cubicBezTo>
                <a:cubicBezTo>
                  <a:pt x="1437149" y="75146"/>
                  <a:pt x="1439652" y="74607"/>
                  <a:pt x="1441423" y="73530"/>
                </a:cubicBezTo>
                <a:cubicBezTo>
                  <a:pt x="1443195" y="72451"/>
                  <a:pt x="1444505" y="71161"/>
                  <a:pt x="1445352" y="69659"/>
                </a:cubicBezTo>
                <a:cubicBezTo>
                  <a:pt x="1446200" y="68157"/>
                  <a:pt x="1446720" y="66635"/>
                  <a:pt x="1446912" y="65095"/>
                </a:cubicBezTo>
                <a:cubicBezTo>
                  <a:pt x="1447105" y="63554"/>
                  <a:pt x="1447202" y="62322"/>
                  <a:pt x="1447202" y="61398"/>
                </a:cubicBezTo>
                <a:lnTo>
                  <a:pt x="1447202" y="55274"/>
                </a:lnTo>
                <a:close/>
                <a:moveTo>
                  <a:pt x="1519584" y="54720"/>
                </a:moveTo>
                <a:cubicBezTo>
                  <a:pt x="1519584" y="57185"/>
                  <a:pt x="1519314" y="59573"/>
                  <a:pt x="1518775" y="61884"/>
                </a:cubicBezTo>
                <a:cubicBezTo>
                  <a:pt x="1518235" y="64195"/>
                  <a:pt x="1517388" y="66236"/>
                  <a:pt x="1516233" y="68009"/>
                </a:cubicBezTo>
                <a:cubicBezTo>
                  <a:pt x="1515077" y="69780"/>
                  <a:pt x="1513633" y="71185"/>
                  <a:pt x="1511899" y="72225"/>
                </a:cubicBezTo>
                <a:cubicBezTo>
                  <a:pt x="1510167" y="73265"/>
                  <a:pt x="1508069" y="73785"/>
                  <a:pt x="1505604" y="73785"/>
                </a:cubicBezTo>
                <a:cubicBezTo>
                  <a:pt x="1503216" y="73785"/>
                  <a:pt x="1501137" y="73265"/>
                  <a:pt x="1499366" y="72225"/>
                </a:cubicBezTo>
                <a:cubicBezTo>
                  <a:pt x="1497595" y="71185"/>
                  <a:pt x="1496131" y="69780"/>
                  <a:pt x="1494976" y="68009"/>
                </a:cubicBezTo>
                <a:cubicBezTo>
                  <a:pt x="1493821" y="66236"/>
                  <a:pt x="1492974" y="64195"/>
                  <a:pt x="1492434" y="61884"/>
                </a:cubicBezTo>
                <a:cubicBezTo>
                  <a:pt x="1491895" y="59573"/>
                  <a:pt x="1491625" y="57185"/>
                  <a:pt x="1491625" y="54720"/>
                </a:cubicBezTo>
                <a:cubicBezTo>
                  <a:pt x="1491625" y="52178"/>
                  <a:pt x="1491895" y="49752"/>
                  <a:pt x="1492434" y="47442"/>
                </a:cubicBezTo>
                <a:cubicBezTo>
                  <a:pt x="1492974" y="45130"/>
                  <a:pt x="1493821" y="43088"/>
                  <a:pt x="1494976" y="41317"/>
                </a:cubicBezTo>
                <a:cubicBezTo>
                  <a:pt x="1496131" y="39545"/>
                  <a:pt x="1497595" y="38139"/>
                  <a:pt x="1499366" y="37099"/>
                </a:cubicBezTo>
                <a:cubicBezTo>
                  <a:pt x="1501137" y="36059"/>
                  <a:pt x="1503216" y="35539"/>
                  <a:pt x="1505604" y="35539"/>
                </a:cubicBezTo>
                <a:cubicBezTo>
                  <a:pt x="1508069" y="35539"/>
                  <a:pt x="1510167" y="36059"/>
                  <a:pt x="1511899" y="37099"/>
                </a:cubicBezTo>
                <a:cubicBezTo>
                  <a:pt x="1513633" y="38139"/>
                  <a:pt x="1515077" y="39545"/>
                  <a:pt x="1516233" y="41317"/>
                </a:cubicBezTo>
                <a:cubicBezTo>
                  <a:pt x="1517388" y="43088"/>
                  <a:pt x="1518235" y="45130"/>
                  <a:pt x="1518775" y="47442"/>
                </a:cubicBezTo>
                <a:cubicBezTo>
                  <a:pt x="1519314" y="49752"/>
                  <a:pt x="1519584" y="52178"/>
                  <a:pt x="1519584" y="54720"/>
                </a:cubicBezTo>
                <a:moveTo>
                  <a:pt x="1475798" y="2031"/>
                </a:moveTo>
                <a:lnTo>
                  <a:pt x="1475798" y="84542"/>
                </a:lnTo>
                <a:lnTo>
                  <a:pt x="1491394" y="84542"/>
                </a:lnTo>
                <a:lnTo>
                  <a:pt x="1491394" y="76918"/>
                </a:lnTo>
                <a:lnTo>
                  <a:pt x="1491625" y="76918"/>
                </a:lnTo>
                <a:cubicBezTo>
                  <a:pt x="1493396" y="80244"/>
                  <a:pt x="1496015" y="82603"/>
                  <a:pt x="1499480" y="83996"/>
                </a:cubicBezTo>
                <a:cubicBezTo>
                  <a:pt x="1502947" y="85387"/>
                  <a:pt x="1506875" y="86083"/>
                  <a:pt x="1511265" y="86083"/>
                </a:cubicBezTo>
                <a:cubicBezTo>
                  <a:pt x="1514269" y="86083"/>
                  <a:pt x="1517234" y="85466"/>
                  <a:pt x="1520160" y="84232"/>
                </a:cubicBezTo>
                <a:cubicBezTo>
                  <a:pt x="1523088" y="82997"/>
                  <a:pt x="1525726" y="81106"/>
                  <a:pt x="1528075" y="78561"/>
                </a:cubicBezTo>
                <a:cubicBezTo>
                  <a:pt x="1530425" y="76015"/>
                  <a:pt x="1532331" y="72756"/>
                  <a:pt x="1533794" y="68782"/>
                </a:cubicBezTo>
                <a:cubicBezTo>
                  <a:pt x="1535257" y="64809"/>
                  <a:pt x="1535989" y="60083"/>
                  <a:pt x="1535989" y="54606"/>
                </a:cubicBezTo>
                <a:cubicBezTo>
                  <a:pt x="1535989" y="49128"/>
                  <a:pt x="1535257" y="44402"/>
                  <a:pt x="1533794" y="40429"/>
                </a:cubicBezTo>
                <a:cubicBezTo>
                  <a:pt x="1532331" y="36456"/>
                  <a:pt x="1530425" y="33196"/>
                  <a:pt x="1528075" y="30650"/>
                </a:cubicBezTo>
                <a:cubicBezTo>
                  <a:pt x="1525726" y="28105"/>
                  <a:pt x="1523088" y="26215"/>
                  <a:pt x="1520160" y="24981"/>
                </a:cubicBezTo>
                <a:cubicBezTo>
                  <a:pt x="1517234" y="23746"/>
                  <a:pt x="1514269" y="23128"/>
                  <a:pt x="1511265" y="23128"/>
                </a:cubicBezTo>
                <a:cubicBezTo>
                  <a:pt x="1507569" y="23128"/>
                  <a:pt x="1504007" y="23844"/>
                  <a:pt x="1500579" y="25274"/>
                </a:cubicBezTo>
                <a:cubicBezTo>
                  <a:pt x="1497152" y="26704"/>
                  <a:pt x="1494437" y="28966"/>
                  <a:pt x="1492434" y="32059"/>
                </a:cubicBezTo>
                <a:lnTo>
                  <a:pt x="1492203" y="32059"/>
                </a:lnTo>
                <a:lnTo>
                  <a:pt x="1492203" y="2031"/>
                </a:lnTo>
                <a:lnTo>
                  <a:pt x="1475798" y="2031"/>
                </a:lnTo>
                <a:close/>
                <a:moveTo>
                  <a:pt x="1558896" y="65098"/>
                </a:moveTo>
                <a:lnTo>
                  <a:pt x="1543300" y="65098"/>
                </a:lnTo>
                <a:cubicBezTo>
                  <a:pt x="1543454" y="69096"/>
                  <a:pt x="1544359" y="72422"/>
                  <a:pt x="1546015" y="75074"/>
                </a:cubicBezTo>
                <a:cubicBezTo>
                  <a:pt x="1547671" y="77725"/>
                  <a:pt x="1549788" y="79858"/>
                  <a:pt x="1552368" y="81473"/>
                </a:cubicBezTo>
                <a:cubicBezTo>
                  <a:pt x="1554949" y="83088"/>
                  <a:pt x="1557895" y="84241"/>
                  <a:pt x="1561207" y="84932"/>
                </a:cubicBezTo>
                <a:cubicBezTo>
                  <a:pt x="1564519" y="85624"/>
                  <a:pt x="1567907" y="85970"/>
                  <a:pt x="1571373" y="85970"/>
                </a:cubicBezTo>
                <a:cubicBezTo>
                  <a:pt x="1574761" y="85970"/>
                  <a:pt x="1578092" y="85642"/>
                  <a:pt x="1581365" y="84986"/>
                </a:cubicBezTo>
                <a:cubicBezTo>
                  <a:pt x="1584639" y="84332"/>
                  <a:pt x="1587547" y="83195"/>
                  <a:pt x="1590087" y="81577"/>
                </a:cubicBezTo>
                <a:cubicBezTo>
                  <a:pt x="1592629" y="79959"/>
                  <a:pt x="1594690" y="77821"/>
                  <a:pt x="1596268" y="75162"/>
                </a:cubicBezTo>
                <a:cubicBezTo>
                  <a:pt x="1597847" y="72504"/>
                  <a:pt x="1598637" y="69210"/>
                  <a:pt x="1598637" y="65280"/>
                </a:cubicBezTo>
                <a:cubicBezTo>
                  <a:pt x="1598637" y="62506"/>
                  <a:pt x="1598098" y="60176"/>
                  <a:pt x="1597019" y="58288"/>
                </a:cubicBezTo>
                <a:cubicBezTo>
                  <a:pt x="1595941" y="56400"/>
                  <a:pt x="1594516" y="54820"/>
                  <a:pt x="1592744" y="53548"/>
                </a:cubicBezTo>
                <a:cubicBezTo>
                  <a:pt x="1590973" y="52276"/>
                  <a:pt x="1588952" y="51256"/>
                  <a:pt x="1586680" y="50486"/>
                </a:cubicBezTo>
                <a:cubicBezTo>
                  <a:pt x="1584408" y="49715"/>
                  <a:pt x="1582078" y="49060"/>
                  <a:pt x="1579690" y="48520"/>
                </a:cubicBezTo>
                <a:cubicBezTo>
                  <a:pt x="1577380" y="47981"/>
                  <a:pt x="1575107" y="47480"/>
                  <a:pt x="1572873" y="47018"/>
                </a:cubicBezTo>
                <a:cubicBezTo>
                  <a:pt x="1570640" y="46555"/>
                  <a:pt x="1568657" y="46035"/>
                  <a:pt x="1566924" y="45458"/>
                </a:cubicBezTo>
                <a:cubicBezTo>
                  <a:pt x="1565191" y="44880"/>
                  <a:pt x="1563786" y="44129"/>
                  <a:pt x="1562707" y="43204"/>
                </a:cubicBezTo>
                <a:cubicBezTo>
                  <a:pt x="1561629" y="42279"/>
                  <a:pt x="1561090" y="41084"/>
                  <a:pt x="1561090" y="39620"/>
                </a:cubicBezTo>
                <a:cubicBezTo>
                  <a:pt x="1561090" y="38387"/>
                  <a:pt x="1561398" y="37405"/>
                  <a:pt x="1562014" y="36672"/>
                </a:cubicBezTo>
                <a:cubicBezTo>
                  <a:pt x="1562631" y="35940"/>
                  <a:pt x="1563382" y="35382"/>
                  <a:pt x="1564267" y="34998"/>
                </a:cubicBezTo>
                <a:cubicBezTo>
                  <a:pt x="1565153" y="34612"/>
                  <a:pt x="1566135" y="34362"/>
                  <a:pt x="1567213" y="34247"/>
                </a:cubicBezTo>
                <a:cubicBezTo>
                  <a:pt x="1568292" y="34130"/>
                  <a:pt x="1569293" y="34072"/>
                  <a:pt x="1570217" y="34072"/>
                </a:cubicBezTo>
                <a:cubicBezTo>
                  <a:pt x="1573143" y="34072"/>
                  <a:pt x="1575684" y="34633"/>
                  <a:pt x="1577841" y="35756"/>
                </a:cubicBezTo>
                <a:cubicBezTo>
                  <a:pt x="1579997" y="36877"/>
                  <a:pt x="1581192" y="39023"/>
                  <a:pt x="1581423" y="42195"/>
                </a:cubicBezTo>
                <a:lnTo>
                  <a:pt x="1597021" y="42195"/>
                </a:lnTo>
                <a:cubicBezTo>
                  <a:pt x="1596713" y="38498"/>
                  <a:pt x="1595769" y="35436"/>
                  <a:pt x="1594190" y="33009"/>
                </a:cubicBezTo>
                <a:cubicBezTo>
                  <a:pt x="1592611" y="30582"/>
                  <a:pt x="1590628" y="28637"/>
                  <a:pt x="1588240" y="27174"/>
                </a:cubicBezTo>
                <a:cubicBezTo>
                  <a:pt x="1585853" y="25710"/>
                  <a:pt x="1583138" y="24670"/>
                  <a:pt x="1580096" y="24054"/>
                </a:cubicBezTo>
                <a:cubicBezTo>
                  <a:pt x="1577053" y="23437"/>
                  <a:pt x="1573914" y="23128"/>
                  <a:pt x="1570680" y="23128"/>
                </a:cubicBezTo>
                <a:cubicBezTo>
                  <a:pt x="1567445" y="23128"/>
                  <a:pt x="1564286" y="23418"/>
                  <a:pt x="1561205" y="23996"/>
                </a:cubicBezTo>
                <a:cubicBezTo>
                  <a:pt x="1558125" y="24573"/>
                  <a:pt x="1555352" y="25574"/>
                  <a:pt x="1552888" y="27000"/>
                </a:cubicBezTo>
                <a:cubicBezTo>
                  <a:pt x="1550423" y="28425"/>
                  <a:pt x="1548440" y="30371"/>
                  <a:pt x="1546938" y="32836"/>
                </a:cubicBezTo>
                <a:cubicBezTo>
                  <a:pt x="1545436" y="35302"/>
                  <a:pt x="1544685" y="38462"/>
                  <a:pt x="1544685" y="42315"/>
                </a:cubicBezTo>
                <a:cubicBezTo>
                  <a:pt x="1544685" y="44935"/>
                  <a:pt x="1545224" y="47150"/>
                  <a:pt x="1546302" y="48961"/>
                </a:cubicBezTo>
                <a:cubicBezTo>
                  <a:pt x="1547381" y="50771"/>
                  <a:pt x="1548806" y="52273"/>
                  <a:pt x="1550577" y="53469"/>
                </a:cubicBezTo>
                <a:cubicBezTo>
                  <a:pt x="1552349" y="54663"/>
                  <a:pt x="1554371" y="55626"/>
                  <a:pt x="1556643" y="56358"/>
                </a:cubicBezTo>
                <a:cubicBezTo>
                  <a:pt x="1558915" y="57090"/>
                  <a:pt x="1561244" y="57726"/>
                  <a:pt x="1563632" y="58265"/>
                </a:cubicBezTo>
                <a:cubicBezTo>
                  <a:pt x="1569485" y="59498"/>
                  <a:pt x="1574048" y="60731"/>
                  <a:pt x="1577321" y="61964"/>
                </a:cubicBezTo>
                <a:cubicBezTo>
                  <a:pt x="1580595" y="63197"/>
                  <a:pt x="1582232" y="65046"/>
                  <a:pt x="1582232" y="67511"/>
                </a:cubicBezTo>
                <a:cubicBezTo>
                  <a:pt x="1582232" y="68975"/>
                  <a:pt x="1581885" y="70188"/>
                  <a:pt x="1581192" y="71152"/>
                </a:cubicBezTo>
                <a:cubicBezTo>
                  <a:pt x="1580499" y="72115"/>
                  <a:pt x="1579632" y="72886"/>
                  <a:pt x="1578592" y="73465"/>
                </a:cubicBezTo>
                <a:cubicBezTo>
                  <a:pt x="1577553" y="74042"/>
                  <a:pt x="1576398" y="74465"/>
                  <a:pt x="1575126" y="74736"/>
                </a:cubicBezTo>
                <a:cubicBezTo>
                  <a:pt x="1573856" y="75005"/>
                  <a:pt x="1572643" y="75139"/>
                  <a:pt x="1571488" y="75139"/>
                </a:cubicBezTo>
                <a:cubicBezTo>
                  <a:pt x="1569871" y="75139"/>
                  <a:pt x="1568311" y="74947"/>
                  <a:pt x="1566809" y="74563"/>
                </a:cubicBezTo>
                <a:cubicBezTo>
                  <a:pt x="1565307" y="74177"/>
                  <a:pt x="1563979" y="73581"/>
                  <a:pt x="1562823" y="72774"/>
                </a:cubicBezTo>
                <a:cubicBezTo>
                  <a:pt x="1561668" y="71965"/>
                  <a:pt x="1560724" y="70926"/>
                  <a:pt x="1559992" y="69657"/>
                </a:cubicBezTo>
                <a:cubicBezTo>
                  <a:pt x="1559261" y="68388"/>
                  <a:pt x="1558896" y="66868"/>
                  <a:pt x="1558896" y="65098"/>
                </a:cubicBezTo>
                <a:close/>
                <a:moveTo>
                  <a:pt x="1601921" y="93078"/>
                </a:moveTo>
                <a:lnTo>
                  <a:pt x="1601921" y="98832"/>
                </a:lnTo>
                <a:lnTo>
                  <a:pt x="1659686" y="98832"/>
                </a:lnTo>
                <a:lnTo>
                  <a:pt x="1659686" y="93078"/>
                </a:lnTo>
                <a:lnTo>
                  <a:pt x="1601921" y="93078"/>
                </a:lnTo>
                <a:close/>
                <a:moveTo>
                  <a:pt x="1664849" y="43144"/>
                </a:moveTo>
                <a:cubicBezTo>
                  <a:pt x="1665080" y="39293"/>
                  <a:pt x="1666042" y="36096"/>
                  <a:pt x="1667737" y="33556"/>
                </a:cubicBezTo>
                <a:cubicBezTo>
                  <a:pt x="1669431" y="31014"/>
                  <a:pt x="1671588" y="28972"/>
                  <a:pt x="1674206" y="27432"/>
                </a:cubicBezTo>
                <a:cubicBezTo>
                  <a:pt x="1676825" y="25891"/>
                  <a:pt x="1679770" y="24793"/>
                  <a:pt x="1683043" y="24139"/>
                </a:cubicBezTo>
                <a:cubicBezTo>
                  <a:pt x="1686318" y="23484"/>
                  <a:pt x="1689611" y="23157"/>
                  <a:pt x="1692922" y="23157"/>
                </a:cubicBezTo>
                <a:cubicBezTo>
                  <a:pt x="1695926" y="23157"/>
                  <a:pt x="1698968" y="23369"/>
                  <a:pt x="1702049" y="23793"/>
                </a:cubicBezTo>
                <a:cubicBezTo>
                  <a:pt x="1705130" y="24216"/>
                  <a:pt x="1707941" y="25044"/>
                  <a:pt x="1710482" y="26277"/>
                </a:cubicBezTo>
                <a:cubicBezTo>
                  <a:pt x="1713024" y="27509"/>
                  <a:pt x="1715104" y="29222"/>
                  <a:pt x="1716721" y="31417"/>
                </a:cubicBezTo>
                <a:cubicBezTo>
                  <a:pt x="1718339" y="33613"/>
                  <a:pt x="1719148" y="36520"/>
                  <a:pt x="1719148" y="40140"/>
                </a:cubicBezTo>
                <a:lnTo>
                  <a:pt x="1719148" y="71217"/>
                </a:lnTo>
                <a:cubicBezTo>
                  <a:pt x="1719148" y="73913"/>
                  <a:pt x="1719302" y="76493"/>
                  <a:pt x="1719610" y="78958"/>
                </a:cubicBezTo>
                <a:cubicBezTo>
                  <a:pt x="1719918" y="81422"/>
                  <a:pt x="1720457" y="83271"/>
                  <a:pt x="1721227" y="84503"/>
                </a:cubicBezTo>
                <a:lnTo>
                  <a:pt x="1704591" y="84503"/>
                </a:lnTo>
                <a:cubicBezTo>
                  <a:pt x="1704283" y="83580"/>
                  <a:pt x="1704032" y="82637"/>
                  <a:pt x="1703840" y="81674"/>
                </a:cubicBezTo>
                <a:cubicBezTo>
                  <a:pt x="1703647" y="80710"/>
                  <a:pt x="1703512" y="79728"/>
                  <a:pt x="1703436" y="78727"/>
                </a:cubicBezTo>
                <a:cubicBezTo>
                  <a:pt x="1700818" y="81423"/>
                  <a:pt x="1697737" y="83310"/>
                  <a:pt x="1694193" y="84389"/>
                </a:cubicBezTo>
                <a:cubicBezTo>
                  <a:pt x="1690650" y="85467"/>
                  <a:pt x="1687030" y="86005"/>
                  <a:pt x="1683333" y="86005"/>
                </a:cubicBezTo>
                <a:cubicBezTo>
                  <a:pt x="1680484" y="86005"/>
                  <a:pt x="1677827" y="85659"/>
                  <a:pt x="1675361" y="84965"/>
                </a:cubicBezTo>
                <a:cubicBezTo>
                  <a:pt x="1672897" y="84272"/>
                  <a:pt x="1670740" y="83194"/>
                  <a:pt x="1668891" y="81731"/>
                </a:cubicBezTo>
                <a:cubicBezTo>
                  <a:pt x="1667044" y="80267"/>
                  <a:pt x="1665600" y="78419"/>
                  <a:pt x="1664560" y="76186"/>
                </a:cubicBezTo>
                <a:cubicBezTo>
                  <a:pt x="1663520" y="73952"/>
                  <a:pt x="1663000" y="71295"/>
                  <a:pt x="1663000" y="68213"/>
                </a:cubicBezTo>
                <a:cubicBezTo>
                  <a:pt x="1663000" y="64825"/>
                  <a:pt x="1663597" y="62033"/>
                  <a:pt x="1664791" y="59838"/>
                </a:cubicBezTo>
                <a:cubicBezTo>
                  <a:pt x="1665985" y="57642"/>
                  <a:pt x="1667525" y="55890"/>
                  <a:pt x="1669411" y="54581"/>
                </a:cubicBezTo>
                <a:cubicBezTo>
                  <a:pt x="1671299" y="53272"/>
                  <a:pt x="1673455" y="52290"/>
                  <a:pt x="1675881" y="51635"/>
                </a:cubicBezTo>
                <a:cubicBezTo>
                  <a:pt x="1678308" y="50981"/>
                  <a:pt x="1680754" y="50461"/>
                  <a:pt x="1683218" y="50077"/>
                </a:cubicBezTo>
                <a:cubicBezTo>
                  <a:pt x="1685682" y="49692"/>
                  <a:pt x="1688108" y="49383"/>
                  <a:pt x="1690495" y="49151"/>
                </a:cubicBezTo>
                <a:cubicBezTo>
                  <a:pt x="1692883" y="48920"/>
                  <a:pt x="1695001" y="48573"/>
                  <a:pt x="1696850" y="48111"/>
                </a:cubicBezTo>
                <a:cubicBezTo>
                  <a:pt x="1698699" y="47650"/>
                  <a:pt x="1700162" y="46976"/>
                  <a:pt x="1701240" y="46091"/>
                </a:cubicBezTo>
                <a:cubicBezTo>
                  <a:pt x="1702318" y="45205"/>
                  <a:pt x="1702820" y="43915"/>
                  <a:pt x="1702743" y="42220"/>
                </a:cubicBezTo>
                <a:cubicBezTo>
                  <a:pt x="1702743" y="40448"/>
                  <a:pt x="1702454" y="39042"/>
                  <a:pt x="1701876" y="38003"/>
                </a:cubicBezTo>
                <a:cubicBezTo>
                  <a:pt x="1701298" y="36963"/>
                  <a:pt x="1700527" y="36155"/>
                  <a:pt x="1699565" y="35578"/>
                </a:cubicBezTo>
                <a:cubicBezTo>
                  <a:pt x="1698602" y="34999"/>
                  <a:pt x="1697485" y="34614"/>
                  <a:pt x="1696214" y="34421"/>
                </a:cubicBezTo>
                <a:cubicBezTo>
                  <a:pt x="1694943" y="34228"/>
                  <a:pt x="1693576" y="34132"/>
                  <a:pt x="1692113" y="34132"/>
                </a:cubicBezTo>
                <a:cubicBezTo>
                  <a:pt x="1688879" y="34132"/>
                  <a:pt x="1686338" y="34825"/>
                  <a:pt x="1684489" y="36212"/>
                </a:cubicBezTo>
                <a:cubicBezTo>
                  <a:pt x="1682640" y="37599"/>
                  <a:pt x="1681562" y="39910"/>
                  <a:pt x="1681254" y="43144"/>
                </a:cubicBezTo>
                <a:lnTo>
                  <a:pt x="1664849" y="43144"/>
                </a:lnTo>
                <a:moveTo>
                  <a:pt x="1702743" y="55274"/>
                </a:moveTo>
                <a:cubicBezTo>
                  <a:pt x="1702050" y="55891"/>
                  <a:pt x="1701183" y="56373"/>
                  <a:pt x="1700143" y="56719"/>
                </a:cubicBezTo>
                <a:cubicBezTo>
                  <a:pt x="1699103" y="57066"/>
                  <a:pt x="1697986" y="57355"/>
                  <a:pt x="1696792" y="57587"/>
                </a:cubicBezTo>
                <a:cubicBezTo>
                  <a:pt x="1695599" y="57817"/>
                  <a:pt x="1694347" y="58009"/>
                  <a:pt x="1693037" y="58163"/>
                </a:cubicBezTo>
                <a:cubicBezTo>
                  <a:pt x="1691728" y="58317"/>
                  <a:pt x="1690419" y="58509"/>
                  <a:pt x="1689109" y="58740"/>
                </a:cubicBezTo>
                <a:cubicBezTo>
                  <a:pt x="1687878" y="58971"/>
                  <a:pt x="1686665" y="59280"/>
                  <a:pt x="1685471" y="59665"/>
                </a:cubicBezTo>
                <a:cubicBezTo>
                  <a:pt x="1684277" y="60049"/>
                  <a:pt x="1683237" y="60569"/>
                  <a:pt x="1682351" y="61225"/>
                </a:cubicBezTo>
                <a:cubicBezTo>
                  <a:pt x="1681466" y="61880"/>
                  <a:pt x="1680754" y="62708"/>
                  <a:pt x="1680214" y="63709"/>
                </a:cubicBezTo>
                <a:cubicBezTo>
                  <a:pt x="1679675" y="64709"/>
                  <a:pt x="1679405" y="65980"/>
                  <a:pt x="1679405" y="67520"/>
                </a:cubicBezTo>
                <a:cubicBezTo>
                  <a:pt x="1679405" y="68983"/>
                  <a:pt x="1679675" y="70216"/>
                  <a:pt x="1680214" y="71217"/>
                </a:cubicBezTo>
                <a:cubicBezTo>
                  <a:pt x="1680754" y="72218"/>
                  <a:pt x="1681485" y="73008"/>
                  <a:pt x="1682409" y="73586"/>
                </a:cubicBezTo>
                <a:cubicBezTo>
                  <a:pt x="1683334" y="74163"/>
                  <a:pt x="1684412" y="74568"/>
                  <a:pt x="1685644" y="74799"/>
                </a:cubicBezTo>
                <a:cubicBezTo>
                  <a:pt x="1686876" y="75031"/>
                  <a:pt x="1688147" y="75146"/>
                  <a:pt x="1689457" y="75146"/>
                </a:cubicBezTo>
                <a:cubicBezTo>
                  <a:pt x="1692691" y="75146"/>
                  <a:pt x="1695194" y="74607"/>
                  <a:pt x="1696965" y="73530"/>
                </a:cubicBezTo>
                <a:cubicBezTo>
                  <a:pt x="1698737" y="72451"/>
                  <a:pt x="1700047" y="71161"/>
                  <a:pt x="1700894" y="69659"/>
                </a:cubicBezTo>
                <a:cubicBezTo>
                  <a:pt x="1701741" y="68157"/>
                  <a:pt x="1702261" y="66635"/>
                  <a:pt x="1702454" y="65095"/>
                </a:cubicBezTo>
                <a:cubicBezTo>
                  <a:pt x="1702647" y="63554"/>
                  <a:pt x="1702743" y="62322"/>
                  <a:pt x="1702743" y="61398"/>
                </a:cubicBezTo>
                <a:lnTo>
                  <a:pt x="1702743" y="55274"/>
                </a:lnTo>
                <a:close/>
                <a:moveTo>
                  <a:pt x="1724408" y="105375"/>
                </a:moveTo>
                <a:lnTo>
                  <a:pt x="1738041" y="105375"/>
                </a:lnTo>
                <a:cubicBezTo>
                  <a:pt x="1740583" y="101755"/>
                  <a:pt x="1742816" y="97749"/>
                  <a:pt x="1744741" y="93358"/>
                </a:cubicBezTo>
                <a:cubicBezTo>
                  <a:pt x="1746667" y="88968"/>
                  <a:pt x="1748266" y="84442"/>
                  <a:pt x="1749536" y="79783"/>
                </a:cubicBezTo>
                <a:cubicBezTo>
                  <a:pt x="1750806" y="75123"/>
                  <a:pt x="1751750" y="70424"/>
                  <a:pt x="1752365" y="65687"/>
                </a:cubicBezTo>
                <a:cubicBezTo>
                  <a:pt x="1752982" y="60950"/>
                  <a:pt x="1753291" y="56424"/>
                  <a:pt x="1753291" y="52110"/>
                </a:cubicBezTo>
                <a:cubicBezTo>
                  <a:pt x="1753291" y="43020"/>
                  <a:pt x="1751962" y="34047"/>
                  <a:pt x="1749305" y="25189"/>
                </a:cubicBezTo>
                <a:cubicBezTo>
                  <a:pt x="1746648" y="16330"/>
                  <a:pt x="1742893" y="7934"/>
                  <a:pt x="1738041" y="0"/>
                </a:cubicBezTo>
                <a:lnTo>
                  <a:pt x="1724523" y="0"/>
                </a:lnTo>
                <a:cubicBezTo>
                  <a:pt x="1728760" y="8396"/>
                  <a:pt x="1731879" y="17061"/>
                  <a:pt x="1733882" y="25997"/>
                </a:cubicBezTo>
                <a:cubicBezTo>
                  <a:pt x="1735885" y="34932"/>
                  <a:pt x="1736886" y="44022"/>
                  <a:pt x="1736886" y="53266"/>
                </a:cubicBezTo>
                <a:cubicBezTo>
                  <a:pt x="1736886" y="62355"/>
                  <a:pt x="1735865" y="71271"/>
                  <a:pt x="1733824" y="80014"/>
                </a:cubicBezTo>
                <a:cubicBezTo>
                  <a:pt x="1731782" y="88756"/>
                  <a:pt x="1728644" y="97210"/>
                  <a:pt x="1724408" y="105375"/>
                </a:cubicBezTo>
                <a:close/>
                <a:moveTo>
                  <a:pt x="1768586" y="2031"/>
                </a:moveTo>
                <a:lnTo>
                  <a:pt x="1768586" y="39149"/>
                </a:lnTo>
                <a:lnTo>
                  <a:pt x="1780947" y="39149"/>
                </a:lnTo>
                <a:lnTo>
                  <a:pt x="1780947" y="2031"/>
                </a:lnTo>
                <a:lnTo>
                  <a:pt x="1768586" y="2031"/>
                </a:lnTo>
                <a:moveTo>
                  <a:pt x="1790074" y="2031"/>
                </a:moveTo>
                <a:lnTo>
                  <a:pt x="1790074" y="39149"/>
                </a:lnTo>
                <a:lnTo>
                  <a:pt x="1802436" y="39149"/>
                </a:lnTo>
                <a:lnTo>
                  <a:pt x="1802436" y="2031"/>
                </a:lnTo>
                <a:lnTo>
                  <a:pt x="1790074" y="2031"/>
                </a:lnTo>
                <a:close/>
                <a:moveTo>
                  <a:pt x="1811558" y="92401"/>
                </a:moveTo>
                <a:lnTo>
                  <a:pt x="1811558" y="105375"/>
                </a:lnTo>
                <a:lnTo>
                  <a:pt x="1826230" y="105375"/>
                </a:lnTo>
                <a:cubicBezTo>
                  <a:pt x="1827539" y="105375"/>
                  <a:pt x="1829021" y="105048"/>
                  <a:pt x="1830677" y="104394"/>
                </a:cubicBezTo>
                <a:cubicBezTo>
                  <a:pt x="1832333" y="103739"/>
                  <a:pt x="1833873" y="102776"/>
                  <a:pt x="1835298" y="101504"/>
                </a:cubicBezTo>
                <a:cubicBezTo>
                  <a:pt x="1836723" y="100234"/>
                  <a:pt x="1837937" y="98616"/>
                  <a:pt x="1838938" y="96651"/>
                </a:cubicBezTo>
                <a:cubicBezTo>
                  <a:pt x="1839939" y="94687"/>
                  <a:pt x="1840440" y="92396"/>
                  <a:pt x="1840440" y="89778"/>
                </a:cubicBezTo>
                <a:lnTo>
                  <a:pt x="1840440" y="67362"/>
                </a:lnTo>
                <a:cubicBezTo>
                  <a:pt x="1840440" y="65591"/>
                  <a:pt x="1840825" y="64089"/>
                  <a:pt x="1841595" y="62856"/>
                </a:cubicBezTo>
                <a:cubicBezTo>
                  <a:pt x="1842365" y="61623"/>
                  <a:pt x="1843290" y="60641"/>
                  <a:pt x="1844367" y="59910"/>
                </a:cubicBezTo>
                <a:cubicBezTo>
                  <a:pt x="1845446" y="59178"/>
                  <a:pt x="1846602" y="58638"/>
                  <a:pt x="1847833" y="58292"/>
                </a:cubicBezTo>
                <a:cubicBezTo>
                  <a:pt x="1849066" y="57945"/>
                  <a:pt x="1850144" y="57772"/>
                  <a:pt x="1851068" y="57772"/>
                </a:cubicBezTo>
                <a:lnTo>
                  <a:pt x="1851068" y="47720"/>
                </a:lnTo>
                <a:cubicBezTo>
                  <a:pt x="1850144" y="47720"/>
                  <a:pt x="1849066" y="47547"/>
                  <a:pt x="1847833" y="47200"/>
                </a:cubicBezTo>
                <a:cubicBezTo>
                  <a:pt x="1846602" y="46853"/>
                  <a:pt x="1845446" y="46276"/>
                  <a:pt x="1844367" y="45467"/>
                </a:cubicBezTo>
                <a:cubicBezTo>
                  <a:pt x="1843290" y="44657"/>
                  <a:pt x="1842365" y="43579"/>
                  <a:pt x="1841595" y="42231"/>
                </a:cubicBezTo>
                <a:cubicBezTo>
                  <a:pt x="1840825" y="40883"/>
                  <a:pt x="1840440" y="39246"/>
                  <a:pt x="1840440" y="37321"/>
                </a:cubicBezTo>
                <a:lnTo>
                  <a:pt x="1840440" y="15598"/>
                </a:lnTo>
                <a:cubicBezTo>
                  <a:pt x="1840440" y="12979"/>
                  <a:pt x="1839939" y="10688"/>
                  <a:pt x="1838938" y="8724"/>
                </a:cubicBezTo>
                <a:cubicBezTo>
                  <a:pt x="1837937" y="6759"/>
                  <a:pt x="1836723" y="5142"/>
                  <a:pt x="1835298" y="3871"/>
                </a:cubicBezTo>
                <a:cubicBezTo>
                  <a:pt x="1833873" y="2600"/>
                  <a:pt x="1832333" y="1636"/>
                  <a:pt x="1830677" y="982"/>
                </a:cubicBezTo>
                <a:cubicBezTo>
                  <a:pt x="1829021" y="327"/>
                  <a:pt x="1827539" y="0"/>
                  <a:pt x="1826230" y="0"/>
                </a:cubicBezTo>
                <a:lnTo>
                  <a:pt x="1811558" y="0"/>
                </a:lnTo>
                <a:lnTo>
                  <a:pt x="1811558" y="12974"/>
                </a:lnTo>
                <a:lnTo>
                  <a:pt x="1817796" y="12974"/>
                </a:lnTo>
                <a:cubicBezTo>
                  <a:pt x="1819183" y="12974"/>
                  <a:pt x="1820281" y="13244"/>
                  <a:pt x="1821089" y="13784"/>
                </a:cubicBezTo>
                <a:cubicBezTo>
                  <a:pt x="1821898" y="14322"/>
                  <a:pt x="1822533" y="14995"/>
                  <a:pt x="1822995" y="15804"/>
                </a:cubicBezTo>
                <a:cubicBezTo>
                  <a:pt x="1823457" y="16611"/>
                  <a:pt x="1823745" y="17516"/>
                  <a:pt x="1823860" y="18517"/>
                </a:cubicBezTo>
                <a:cubicBezTo>
                  <a:pt x="1823977" y="19517"/>
                  <a:pt x="1824035" y="20479"/>
                  <a:pt x="1824035" y="21403"/>
                </a:cubicBezTo>
                <a:lnTo>
                  <a:pt x="1824035" y="38950"/>
                </a:lnTo>
                <a:cubicBezTo>
                  <a:pt x="1824035" y="41798"/>
                  <a:pt x="1824477" y="44087"/>
                  <a:pt x="1825362" y="45820"/>
                </a:cubicBezTo>
                <a:cubicBezTo>
                  <a:pt x="1826248" y="47551"/>
                  <a:pt x="1827288" y="48898"/>
                  <a:pt x="1828483" y="49860"/>
                </a:cubicBezTo>
                <a:cubicBezTo>
                  <a:pt x="1829677" y="50821"/>
                  <a:pt x="1830928" y="51495"/>
                  <a:pt x="1832237" y="51880"/>
                </a:cubicBezTo>
                <a:cubicBezTo>
                  <a:pt x="1833547" y="52265"/>
                  <a:pt x="1834625" y="52496"/>
                  <a:pt x="1835472" y="52573"/>
                </a:cubicBezTo>
                <a:lnTo>
                  <a:pt x="1835472" y="52919"/>
                </a:lnTo>
                <a:cubicBezTo>
                  <a:pt x="1834625" y="52995"/>
                  <a:pt x="1833547" y="53245"/>
                  <a:pt x="1832237" y="53670"/>
                </a:cubicBezTo>
                <a:cubicBezTo>
                  <a:pt x="1830928" y="54093"/>
                  <a:pt x="1829677" y="54786"/>
                  <a:pt x="1828483" y="55748"/>
                </a:cubicBezTo>
                <a:cubicBezTo>
                  <a:pt x="1827288" y="56709"/>
                  <a:pt x="1826248" y="57979"/>
                  <a:pt x="1825362" y="59558"/>
                </a:cubicBezTo>
                <a:cubicBezTo>
                  <a:pt x="1824477" y="61135"/>
                  <a:pt x="1824035" y="63155"/>
                  <a:pt x="1824035" y="65618"/>
                </a:cubicBezTo>
                <a:lnTo>
                  <a:pt x="1824035" y="84089"/>
                </a:lnTo>
                <a:cubicBezTo>
                  <a:pt x="1824035" y="84935"/>
                  <a:pt x="1823977" y="85859"/>
                  <a:pt x="1823860" y="86859"/>
                </a:cubicBezTo>
                <a:cubicBezTo>
                  <a:pt x="1823745" y="87860"/>
                  <a:pt x="1823457" y="88764"/>
                  <a:pt x="1822995" y="89572"/>
                </a:cubicBezTo>
                <a:cubicBezTo>
                  <a:pt x="1822533" y="90380"/>
                  <a:pt x="1821898" y="91054"/>
                  <a:pt x="1821089" y="91592"/>
                </a:cubicBezTo>
                <a:cubicBezTo>
                  <a:pt x="1820281" y="92131"/>
                  <a:pt x="1819183" y="92401"/>
                  <a:pt x="1817796" y="92401"/>
                </a:cubicBezTo>
                <a:lnTo>
                  <a:pt x="1811558" y="92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constructdatasetsinjson">
            <a:extLst xmlns:a="http://schemas.openxmlformats.org/drawingml/2006/main">
              <a:ext uri="{FF2B5EF4-FFF2-40B4-BE49-F238E27FC236}">
                <a16:creationId xmlns:a16="http://schemas.microsoft.com/office/drawing/2014/main" id="{3F843DE7-1C91-41B3-82F0-EE6B5A54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845" y="4146175"/>
            <a:ext cx="1695165" cy="127631"/>
          </a:xfrm>
          <a:custGeom xmlns:a="http://schemas.openxmlformats.org/drawingml/2006/main">
            <a:pathLst>
              <a:path w="1695165" h="127631">
                <a:moveTo>
                  <a:pt x="45659" y="71683"/>
                </a:moveTo>
                <a:lnTo>
                  <a:pt x="64420" y="74709"/>
                </a:lnTo>
                <a:cubicBezTo>
                  <a:pt x="61327" y="83070"/>
                  <a:pt x="56755" y="89430"/>
                  <a:pt x="50703" y="93790"/>
                </a:cubicBezTo>
                <a:cubicBezTo>
                  <a:pt x="44651" y="98149"/>
                  <a:pt x="37635" y="100329"/>
                  <a:pt x="29655" y="100329"/>
                </a:cubicBezTo>
                <a:cubicBezTo>
                  <a:pt x="20554" y="100329"/>
                  <a:pt x="13337" y="97612"/>
                  <a:pt x="8002" y="92178"/>
                </a:cubicBezTo>
                <a:cubicBezTo>
                  <a:pt x="2667" y="86744"/>
                  <a:pt x="0" y="79266"/>
                  <a:pt x="0" y="69745"/>
                </a:cubicBezTo>
                <a:cubicBezTo>
                  <a:pt x="0" y="61976"/>
                  <a:pt x="1614" y="54633"/>
                  <a:pt x="4842" y="47716"/>
                </a:cubicBezTo>
                <a:cubicBezTo>
                  <a:pt x="8069" y="40800"/>
                  <a:pt x="12933" y="35355"/>
                  <a:pt x="19434" y="31380"/>
                </a:cubicBezTo>
                <a:cubicBezTo>
                  <a:pt x="25934" y="27406"/>
                  <a:pt x="33062" y="25419"/>
                  <a:pt x="40818" y="25419"/>
                </a:cubicBezTo>
                <a:cubicBezTo>
                  <a:pt x="49246" y="25419"/>
                  <a:pt x="55970" y="27631"/>
                  <a:pt x="60991" y="32055"/>
                </a:cubicBezTo>
                <a:cubicBezTo>
                  <a:pt x="66012" y="36479"/>
                  <a:pt x="68836" y="42303"/>
                  <a:pt x="69464" y="49526"/>
                </a:cubicBezTo>
                <a:lnTo>
                  <a:pt x="51106" y="51509"/>
                </a:lnTo>
                <a:cubicBezTo>
                  <a:pt x="50658" y="47451"/>
                  <a:pt x="49436" y="44464"/>
                  <a:pt x="47441" y="42549"/>
                </a:cubicBezTo>
                <a:cubicBezTo>
                  <a:pt x="45446" y="40633"/>
                  <a:pt x="42835" y="39674"/>
                  <a:pt x="39607" y="39674"/>
                </a:cubicBezTo>
                <a:cubicBezTo>
                  <a:pt x="35886" y="39674"/>
                  <a:pt x="32412" y="41066"/>
                  <a:pt x="29184" y="43850"/>
                </a:cubicBezTo>
                <a:cubicBezTo>
                  <a:pt x="25956" y="46634"/>
                  <a:pt x="23480" y="50798"/>
                  <a:pt x="21754" y="56343"/>
                </a:cubicBezTo>
                <a:cubicBezTo>
                  <a:pt x="20028" y="61888"/>
                  <a:pt x="19165" y="67084"/>
                  <a:pt x="19165" y="71933"/>
                </a:cubicBezTo>
                <a:cubicBezTo>
                  <a:pt x="19165" y="76153"/>
                  <a:pt x="20196" y="79408"/>
                  <a:pt x="22258" y="81698"/>
                </a:cubicBezTo>
                <a:cubicBezTo>
                  <a:pt x="24320" y="83987"/>
                  <a:pt x="26898" y="85132"/>
                  <a:pt x="29991" y="85132"/>
                </a:cubicBezTo>
                <a:cubicBezTo>
                  <a:pt x="33084" y="85132"/>
                  <a:pt x="36066" y="84011"/>
                  <a:pt x="38935" y="81770"/>
                </a:cubicBezTo>
                <a:cubicBezTo>
                  <a:pt x="41804" y="79528"/>
                  <a:pt x="44045" y="76166"/>
                  <a:pt x="45659" y="71683"/>
                </a:cubicBezTo>
                <a:close/>
                <a:moveTo>
                  <a:pt x="76577" y="68936"/>
                </a:moveTo>
                <a:cubicBezTo>
                  <a:pt x="76577" y="55688"/>
                  <a:pt x="80309" y="45123"/>
                  <a:pt x="87773" y="37241"/>
                </a:cubicBezTo>
                <a:cubicBezTo>
                  <a:pt x="95237" y="29359"/>
                  <a:pt x="105043" y="25419"/>
                  <a:pt x="117192" y="25419"/>
                </a:cubicBezTo>
                <a:cubicBezTo>
                  <a:pt x="127727" y="25419"/>
                  <a:pt x="135954" y="28327"/>
                  <a:pt x="141871" y="34144"/>
                </a:cubicBezTo>
                <a:cubicBezTo>
                  <a:pt x="147789" y="39959"/>
                  <a:pt x="150747" y="47784"/>
                  <a:pt x="150747" y="57620"/>
                </a:cubicBezTo>
                <a:cubicBezTo>
                  <a:pt x="150747" y="69206"/>
                  <a:pt x="147049" y="79221"/>
                  <a:pt x="139652" y="87664"/>
                </a:cubicBezTo>
                <a:cubicBezTo>
                  <a:pt x="132255" y="96107"/>
                  <a:pt x="122348" y="100329"/>
                  <a:pt x="109930" y="100329"/>
                </a:cubicBezTo>
                <a:cubicBezTo>
                  <a:pt x="103205" y="100329"/>
                  <a:pt x="97243" y="98982"/>
                  <a:pt x="92043" y="96288"/>
                </a:cubicBezTo>
                <a:cubicBezTo>
                  <a:pt x="86843" y="93593"/>
                  <a:pt x="82965" y="89775"/>
                  <a:pt x="80409" y="84836"/>
                </a:cubicBezTo>
                <a:cubicBezTo>
                  <a:pt x="77854" y="79894"/>
                  <a:pt x="76577" y="74595"/>
                  <a:pt x="76577" y="68936"/>
                </a:cubicBezTo>
                <a:moveTo>
                  <a:pt x="131583" y="55118"/>
                </a:moveTo>
                <a:cubicBezTo>
                  <a:pt x="131583" y="50532"/>
                  <a:pt x="130249" y="46857"/>
                  <a:pt x="127582" y="44092"/>
                </a:cubicBezTo>
                <a:cubicBezTo>
                  <a:pt x="124914" y="41326"/>
                  <a:pt x="121474" y="39943"/>
                  <a:pt x="117260" y="39943"/>
                </a:cubicBezTo>
                <a:cubicBezTo>
                  <a:pt x="113090" y="39943"/>
                  <a:pt x="109392" y="41236"/>
                  <a:pt x="106164" y="43823"/>
                </a:cubicBezTo>
                <a:cubicBezTo>
                  <a:pt x="102936" y="46407"/>
                  <a:pt x="100426" y="50162"/>
                  <a:pt x="98633" y="55086"/>
                </a:cubicBezTo>
                <a:cubicBezTo>
                  <a:pt x="96840" y="60009"/>
                  <a:pt x="95943" y="64538"/>
                  <a:pt x="95943" y="68674"/>
                </a:cubicBezTo>
                <a:cubicBezTo>
                  <a:pt x="95943" y="73800"/>
                  <a:pt x="97333" y="77869"/>
                  <a:pt x="100112" y="80883"/>
                </a:cubicBezTo>
                <a:cubicBezTo>
                  <a:pt x="102892" y="83895"/>
                  <a:pt x="106388" y="85401"/>
                  <a:pt x="110602" y="85401"/>
                </a:cubicBezTo>
                <a:cubicBezTo>
                  <a:pt x="115892" y="85401"/>
                  <a:pt x="120330" y="83130"/>
                  <a:pt x="123917" y="78588"/>
                </a:cubicBezTo>
                <a:cubicBezTo>
                  <a:pt x="129027" y="72159"/>
                  <a:pt x="131583" y="64336"/>
                  <a:pt x="131583" y="55118"/>
                </a:cubicBezTo>
                <a:close/>
                <a:moveTo>
                  <a:pt x="173110" y="27167"/>
                </a:moveTo>
                <a:lnTo>
                  <a:pt x="191401" y="27167"/>
                </a:lnTo>
                <a:lnTo>
                  <a:pt x="189518" y="36461"/>
                </a:lnTo>
                <a:cubicBezTo>
                  <a:pt x="194090" y="32487"/>
                  <a:pt x="198360" y="29653"/>
                  <a:pt x="202328" y="27959"/>
                </a:cubicBezTo>
                <a:cubicBezTo>
                  <a:pt x="206295" y="26265"/>
                  <a:pt x="210476" y="25419"/>
                  <a:pt x="214869" y="25419"/>
                </a:cubicBezTo>
                <a:cubicBezTo>
                  <a:pt x="220742" y="25419"/>
                  <a:pt x="225370" y="27105"/>
                  <a:pt x="228755" y="30479"/>
                </a:cubicBezTo>
                <a:cubicBezTo>
                  <a:pt x="232140" y="33852"/>
                  <a:pt x="233832" y="38328"/>
                  <a:pt x="233832" y="43907"/>
                </a:cubicBezTo>
                <a:cubicBezTo>
                  <a:pt x="233832" y="46414"/>
                  <a:pt x="233092" y="51168"/>
                  <a:pt x="231613" y="58167"/>
                </a:cubicBezTo>
                <a:lnTo>
                  <a:pt x="223207" y="98581"/>
                </a:lnTo>
                <a:lnTo>
                  <a:pt x="203908" y="98581"/>
                </a:lnTo>
                <a:lnTo>
                  <a:pt x="212381" y="58028"/>
                </a:lnTo>
                <a:cubicBezTo>
                  <a:pt x="213636" y="51969"/>
                  <a:pt x="214264" y="48357"/>
                  <a:pt x="214264" y="47193"/>
                </a:cubicBezTo>
                <a:cubicBezTo>
                  <a:pt x="214264" y="44732"/>
                  <a:pt x="213535" y="42796"/>
                  <a:pt x="212078" y="41387"/>
                </a:cubicBezTo>
                <a:cubicBezTo>
                  <a:pt x="210621" y="39976"/>
                  <a:pt x="208593" y="39271"/>
                  <a:pt x="205993" y="39271"/>
                </a:cubicBezTo>
                <a:cubicBezTo>
                  <a:pt x="203168" y="39271"/>
                  <a:pt x="200030" y="40459"/>
                  <a:pt x="196578" y="42835"/>
                </a:cubicBezTo>
                <a:cubicBezTo>
                  <a:pt x="193127" y="45211"/>
                  <a:pt x="190414" y="48349"/>
                  <a:pt x="188442" y="52249"/>
                </a:cubicBezTo>
                <a:cubicBezTo>
                  <a:pt x="187007" y="55030"/>
                  <a:pt x="185393" y="60702"/>
                  <a:pt x="183600" y="69264"/>
                </a:cubicBezTo>
                <a:lnTo>
                  <a:pt x="177481" y="98581"/>
                </a:lnTo>
                <a:lnTo>
                  <a:pt x="158182" y="98581"/>
                </a:lnTo>
                <a:lnTo>
                  <a:pt x="173110" y="27167"/>
                </a:lnTo>
                <a:close/>
                <a:moveTo>
                  <a:pt x="239585" y="78561"/>
                </a:moveTo>
                <a:lnTo>
                  <a:pt x="258279" y="75583"/>
                </a:lnTo>
                <a:cubicBezTo>
                  <a:pt x="259938" y="79552"/>
                  <a:pt x="262000" y="82360"/>
                  <a:pt x="264466" y="84008"/>
                </a:cubicBezTo>
                <a:cubicBezTo>
                  <a:pt x="266931" y="85654"/>
                  <a:pt x="270294" y="86477"/>
                  <a:pt x="274552" y="86477"/>
                </a:cubicBezTo>
                <a:cubicBezTo>
                  <a:pt x="278946" y="86477"/>
                  <a:pt x="282465" y="85493"/>
                  <a:pt x="285110" y="83526"/>
                </a:cubicBezTo>
                <a:cubicBezTo>
                  <a:pt x="286948" y="82184"/>
                  <a:pt x="287867" y="80552"/>
                  <a:pt x="287867" y="78630"/>
                </a:cubicBezTo>
                <a:cubicBezTo>
                  <a:pt x="287867" y="77333"/>
                  <a:pt x="287396" y="76167"/>
                  <a:pt x="286455" y="75133"/>
                </a:cubicBezTo>
                <a:cubicBezTo>
                  <a:pt x="285469" y="74146"/>
                  <a:pt x="282801" y="72933"/>
                  <a:pt x="278453" y="71496"/>
                </a:cubicBezTo>
                <a:cubicBezTo>
                  <a:pt x="266797" y="67633"/>
                  <a:pt x="259579" y="64580"/>
                  <a:pt x="256800" y="62336"/>
                </a:cubicBezTo>
                <a:cubicBezTo>
                  <a:pt x="252451" y="58832"/>
                  <a:pt x="250277" y="54251"/>
                  <a:pt x="250277" y="48593"/>
                </a:cubicBezTo>
                <a:cubicBezTo>
                  <a:pt x="250277" y="42934"/>
                  <a:pt x="252384" y="38061"/>
                  <a:pt x="256598" y="33973"/>
                </a:cubicBezTo>
                <a:cubicBezTo>
                  <a:pt x="262471" y="28270"/>
                  <a:pt x="271190" y="25419"/>
                  <a:pt x="282756" y="25419"/>
                </a:cubicBezTo>
                <a:cubicBezTo>
                  <a:pt x="291946" y="25419"/>
                  <a:pt x="298895" y="27100"/>
                  <a:pt x="303602" y="30462"/>
                </a:cubicBezTo>
                <a:cubicBezTo>
                  <a:pt x="308309" y="33824"/>
                  <a:pt x="311291" y="38374"/>
                  <a:pt x="312546" y="44113"/>
                </a:cubicBezTo>
                <a:lnTo>
                  <a:pt x="294726" y="47206"/>
                </a:lnTo>
                <a:cubicBezTo>
                  <a:pt x="293784" y="44606"/>
                  <a:pt x="292260" y="42656"/>
                  <a:pt x="290153" y="41356"/>
                </a:cubicBezTo>
                <a:cubicBezTo>
                  <a:pt x="287284" y="39607"/>
                  <a:pt x="283832" y="38733"/>
                  <a:pt x="279798" y="38733"/>
                </a:cubicBezTo>
                <a:cubicBezTo>
                  <a:pt x="275763" y="38733"/>
                  <a:pt x="272860" y="39408"/>
                  <a:pt x="271089" y="40759"/>
                </a:cubicBezTo>
                <a:cubicBezTo>
                  <a:pt x="269319" y="42109"/>
                  <a:pt x="268433" y="43663"/>
                  <a:pt x="268433" y="45420"/>
                </a:cubicBezTo>
                <a:cubicBezTo>
                  <a:pt x="268433" y="47220"/>
                  <a:pt x="269330" y="48704"/>
                  <a:pt x="271123" y="49872"/>
                </a:cubicBezTo>
                <a:cubicBezTo>
                  <a:pt x="272244" y="50591"/>
                  <a:pt x="275853" y="51848"/>
                  <a:pt x="281949" y="53644"/>
                </a:cubicBezTo>
                <a:cubicBezTo>
                  <a:pt x="291364" y="56385"/>
                  <a:pt x="297662" y="59079"/>
                  <a:pt x="300845" y="61729"/>
                </a:cubicBezTo>
                <a:cubicBezTo>
                  <a:pt x="305328" y="65456"/>
                  <a:pt x="307570" y="69948"/>
                  <a:pt x="307570" y="75203"/>
                </a:cubicBezTo>
                <a:cubicBezTo>
                  <a:pt x="307570" y="81983"/>
                  <a:pt x="304723" y="87866"/>
                  <a:pt x="299030" y="92852"/>
                </a:cubicBezTo>
                <a:cubicBezTo>
                  <a:pt x="293336" y="97837"/>
                  <a:pt x="285312" y="100329"/>
                  <a:pt x="274956" y="100329"/>
                </a:cubicBezTo>
                <a:cubicBezTo>
                  <a:pt x="264645" y="100329"/>
                  <a:pt x="256677" y="98425"/>
                  <a:pt x="251050" y="94618"/>
                </a:cubicBezTo>
                <a:cubicBezTo>
                  <a:pt x="245424" y="90808"/>
                  <a:pt x="241603" y="85456"/>
                  <a:pt x="239585" y="78561"/>
                </a:cubicBezTo>
                <a:close/>
                <a:moveTo>
                  <a:pt x="323425" y="41557"/>
                </a:moveTo>
                <a:lnTo>
                  <a:pt x="326384" y="27167"/>
                </a:lnTo>
                <a:lnTo>
                  <a:pt x="335878" y="27167"/>
                </a:lnTo>
                <a:lnTo>
                  <a:pt x="338223" y="15735"/>
                </a:lnTo>
                <a:lnTo>
                  <a:pt x="360275" y="2421"/>
                </a:lnTo>
                <a:lnTo>
                  <a:pt x="355177" y="27167"/>
                </a:lnTo>
                <a:lnTo>
                  <a:pt x="366865" y="27167"/>
                </a:lnTo>
                <a:lnTo>
                  <a:pt x="363906" y="41557"/>
                </a:lnTo>
                <a:lnTo>
                  <a:pt x="352212" y="41557"/>
                </a:lnTo>
                <a:lnTo>
                  <a:pt x="345817" y="71490"/>
                </a:lnTo>
                <a:cubicBezTo>
                  <a:pt x="344697" y="76907"/>
                  <a:pt x="344136" y="79996"/>
                  <a:pt x="344136" y="80757"/>
                </a:cubicBezTo>
                <a:cubicBezTo>
                  <a:pt x="344136" y="82238"/>
                  <a:pt x="344607" y="83393"/>
                  <a:pt x="345548" y="84224"/>
                </a:cubicBezTo>
                <a:cubicBezTo>
                  <a:pt x="346490" y="85053"/>
                  <a:pt x="348193" y="85468"/>
                  <a:pt x="350659" y="85468"/>
                </a:cubicBezTo>
                <a:cubicBezTo>
                  <a:pt x="351511" y="85468"/>
                  <a:pt x="353640" y="85311"/>
                  <a:pt x="357047" y="84997"/>
                </a:cubicBezTo>
                <a:lnTo>
                  <a:pt x="354021" y="99320"/>
                </a:lnTo>
                <a:cubicBezTo>
                  <a:pt x="350704" y="99993"/>
                  <a:pt x="347297" y="100329"/>
                  <a:pt x="343800" y="100329"/>
                </a:cubicBezTo>
                <a:cubicBezTo>
                  <a:pt x="336986" y="100329"/>
                  <a:pt x="332032" y="99012"/>
                  <a:pt x="328939" y="96379"/>
                </a:cubicBezTo>
                <a:cubicBezTo>
                  <a:pt x="325846" y="93743"/>
                  <a:pt x="324299" y="90084"/>
                  <a:pt x="324299" y="85401"/>
                </a:cubicBezTo>
                <a:cubicBezTo>
                  <a:pt x="324299" y="83204"/>
                  <a:pt x="325128" y="78138"/>
                  <a:pt x="326787" y="70201"/>
                </a:cubicBezTo>
                <a:lnTo>
                  <a:pt x="333018" y="41557"/>
                </a:lnTo>
                <a:lnTo>
                  <a:pt x="323425" y="41557"/>
                </a:lnTo>
                <a:close/>
                <a:moveTo>
                  <a:pt x="378341" y="27167"/>
                </a:moveTo>
                <a:lnTo>
                  <a:pt x="396363" y="27167"/>
                </a:lnTo>
                <a:lnTo>
                  <a:pt x="393471" y="40990"/>
                </a:lnTo>
                <a:cubicBezTo>
                  <a:pt x="400196" y="30609"/>
                  <a:pt x="407480" y="25419"/>
                  <a:pt x="415326" y="25419"/>
                </a:cubicBezTo>
                <a:cubicBezTo>
                  <a:pt x="418105" y="25419"/>
                  <a:pt x="421086" y="26113"/>
                  <a:pt x="424269" y="27503"/>
                </a:cubicBezTo>
                <a:lnTo>
                  <a:pt x="416872" y="43306"/>
                </a:lnTo>
                <a:cubicBezTo>
                  <a:pt x="415124" y="42678"/>
                  <a:pt x="413263" y="42364"/>
                  <a:pt x="411291" y="42364"/>
                </a:cubicBezTo>
                <a:cubicBezTo>
                  <a:pt x="407974" y="42364"/>
                  <a:pt x="404600" y="43622"/>
                  <a:pt x="401171" y="46138"/>
                </a:cubicBezTo>
                <a:cubicBezTo>
                  <a:pt x="397741" y="48653"/>
                  <a:pt x="395063" y="52010"/>
                  <a:pt x="393135" y="56210"/>
                </a:cubicBezTo>
                <a:cubicBezTo>
                  <a:pt x="391207" y="60409"/>
                  <a:pt x="389302" y="67068"/>
                  <a:pt x="387419" y="76186"/>
                </a:cubicBezTo>
                <a:lnTo>
                  <a:pt x="382712" y="98581"/>
                </a:lnTo>
                <a:lnTo>
                  <a:pt x="363413" y="98581"/>
                </a:lnTo>
                <a:lnTo>
                  <a:pt x="378341" y="27167"/>
                </a:lnTo>
                <a:close/>
                <a:moveTo>
                  <a:pt x="432839" y="27167"/>
                </a:moveTo>
                <a:lnTo>
                  <a:pt x="452138" y="27167"/>
                </a:lnTo>
                <a:lnTo>
                  <a:pt x="443329" y="69464"/>
                </a:lnTo>
                <a:cubicBezTo>
                  <a:pt x="442253" y="74530"/>
                  <a:pt x="441715" y="77690"/>
                  <a:pt x="441715" y="78945"/>
                </a:cubicBezTo>
                <a:cubicBezTo>
                  <a:pt x="441715" y="81007"/>
                  <a:pt x="442478" y="82778"/>
                  <a:pt x="444002" y="84258"/>
                </a:cubicBezTo>
                <a:cubicBezTo>
                  <a:pt x="445526" y="85737"/>
                  <a:pt x="447476" y="86477"/>
                  <a:pt x="449852" y="86477"/>
                </a:cubicBezTo>
                <a:cubicBezTo>
                  <a:pt x="451556" y="86477"/>
                  <a:pt x="453237" y="86152"/>
                  <a:pt x="454895" y="85504"/>
                </a:cubicBezTo>
                <a:cubicBezTo>
                  <a:pt x="456554" y="84854"/>
                  <a:pt x="458258" y="83868"/>
                  <a:pt x="460006" y="82547"/>
                </a:cubicBezTo>
                <a:cubicBezTo>
                  <a:pt x="461754" y="81225"/>
                  <a:pt x="463323" y="79712"/>
                  <a:pt x="464713" y="78010"/>
                </a:cubicBezTo>
                <a:cubicBezTo>
                  <a:pt x="466103" y="76308"/>
                  <a:pt x="467403" y="74069"/>
                  <a:pt x="468613" y="71292"/>
                </a:cubicBezTo>
                <a:cubicBezTo>
                  <a:pt x="469465" y="69231"/>
                  <a:pt x="470384" y="65870"/>
                  <a:pt x="471370" y="61207"/>
                </a:cubicBezTo>
                <a:lnTo>
                  <a:pt x="478498" y="27167"/>
                </a:lnTo>
                <a:lnTo>
                  <a:pt x="497798" y="27167"/>
                </a:lnTo>
                <a:lnTo>
                  <a:pt x="482869" y="98581"/>
                </a:lnTo>
                <a:lnTo>
                  <a:pt x="464848" y="98581"/>
                </a:lnTo>
                <a:lnTo>
                  <a:pt x="466865" y="88948"/>
                </a:lnTo>
                <a:cubicBezTo>
                  <a:pt x="458975" y="96535"/>
                  <a:pt x="450390" y="100329"/>
                  <a:pt x="441110" y="100329"/>
                </a:cubicBezTo>
                <a:cubicBezTo>
                  <a:pt x="435238" y="100329"/>
                  <a:pt x="430620" y="98642"/>
                  <a:pt x="427258" y="95269"/>
                </a:cubicBezTo>
                <a:cubicBezTo>
                  <a:pt x="423896" y="91894"/>
                  <a:pt x="422214" y="87372"/>
                  <a:pt x="422214" y="81702"/>
                </a:cubicBezTo>
                <a:cubicBezTo>
                  <a:pt x="422214" y="79237"/>
                  <a:pt x="422977" y="74328"/>
                  <a:pt x="424501" y="66976"/>
                </a:cubicBezTo>
                <a:lnTo>
                  <a:pt x="432839" y="27167"/>
                </a:lnTo>
                <a:close/>
                <a:moveTo>
                  <a:pt x="550622" y="71683"/>
                </a:moveTo>
                <a:lnTo>
                  <a:pt x="569383" y="74709"/>
                </a:lnTo>
                <a:cubicBezTo>
                  <a:pt x="566290" y="83070"/>
                  <a:pt x="561717" y="89430"/>
                  <a:pt x="555665" y="93790"/>
                </a:cubicBezTo>
                <a:cubicBezTo>
                  <a:pt x="549613" y="98149"/>
                  <a:pt x="542597" y="100329"/>
                  <a:pt x="534618" y="100329"/>
                </a:cubicBezTo>
                <a:cubicBezTo>
                  <a:pt x="525517" y="100329"/>
                  <a:pt x="518300" y="97612"/>
                  <a:pt x="512965" y="92178"/>
                </a:cubicBezTo>
                <a:cubicBezTo>
                  <a:pt x="507630" y="86744"/>
                  <a:pt x="504963" y="79266"/>
                  <a:pt x="504963" y="69745"/>
                </a:cubicBezTo>
                <a:cubicBezTo>
                  <a:pt x="504963" y="61976"/>
                  <a:pt x="506577" y="54633"/>
                  <a:pt x="509804" y="47716"/>
                </a:cubicBezTo>
                <a:cubicBezTo>
                  <a:pt x="513032" y="40800"/>
                  <a:pt x="517896" y="35355"/>
                  <a:pt x="524397" y="31380"/>
                </a:cubicBezTo>
                <a:cubicBezTo>
                  <a:pt x="530897" y="27406"/>
                  <a:pt x="538025" y="25419"/>
                  <a:pt x="545780" y="25419"/>
                </a:cubicBezTo>
                <a:cubicBezTo>
                  <a:pt x="554208" y="25419"/>
                  <a:pt x="560933" y="27631"/>
                  <a:pt x="565954" y="32055"/>
                </a:cubicBezTo>
                <a:cubicBezTo>
                  <a:pt x="570975" y="36479"/>
                  <a:pt x="573799" y="42303"/>
                  <a:pt x="574427" y="49526"/>
                </a:cubicBezTo>
                <a:lnTo>
                  <a:pt x="556069" y="51509"/>
                </a:lnTo>
                <a:cubicBezTo>
                  <a:pt x="555621" y="47451"/>
                  <a:pt x="554399" y="44464"/>
                  <a:pt x="552404" y="42549"/>
                </a:cubicBezTo>
                <a:cubicBezTo>
                  <a:pt x="550409" y="40633"/>
                  <a:pt x="547798" y="39674"/>
                  <a:pt x="544570" y="39674"/>
                </a:cubicBezTo>
                <a:cubicBezTo>
                  <a:pt x="540849" y="39674"/>
                  <a:pt x="537375" y="41066"/>
                  <a:pt x="534147" y="43850"/>
                </a:cubicBezTo>
                <a:cubicBezTo>
                  <a:pt x="530919" y="46634"/>
                  <a:pt x="528442" y="50798"/>
                  <a:pt x="526716" y="56343"/>
                </a:cubicBezTo>
                <a:cubicBezTo>
                  <a:pt x="524991" y="61888"/>
                  <a:pt x="524128" y="67084"/>
                  <a:pt x="524128" y="71933"/>
                </a:cubicBezTo>
                <a:cubicBezTo>
                  <a:pt x="524128" y="76153"/>
                  <a:pt x="525159" y="79408"/>
                  <a:pt x="527221" y="81698"/>
                </a:cubicBezTo>
                <a:cubicBezTo>
                  <a:pt x="529283" y="83987"/>
                  <a:pt x="531861" y="85132"/>
                  <a:pt x="534954" y="85132"/>
                </a:cubicBezTo>
                <a:cubicBezTo>
                  <a:pt x="538047" y="85132"/>
                  <a:pt x="541028" y="84011"/>
                  <a:pt x="543898" y="81770"/>
                </a:cubicBezTo>
                <a:cubicBezTo>
                  <a:pt x="546767" y="79528"/>
                  <a:pt x="549008" y="76166"/>
                  <a:pt x="550622" y="71683"/>
                </a:cubicBezTo>
                <a:close/>
                <a:moveTo>
                  <a:pt x="583557" y="41557"/>
                </a:moveTo>
                <a:lnTo>
                  <a:pt x="586516" y="27167"/>
                </a:lnTo>
                <a:lnTo>
                  <a:pt x="596010" y="27167"/>
                </a:lnTo>
                <a:lnTo>
                  <a:pt x="598355" y="15735"/>
                </a:lnTo>
                <a:lnTo>
                  <a:pt x="620407" y="2421"/>
                </a:lnTo>
                <a:lnTo>
                  <a:pt x="615309" y="27167"/>
                </a:lnTo>
                <a:lnTo>
                  <a:pt x="626997" y="27167"/>
                </a:lnTo>
                <a:lnTo>
                  <a:pt x="624039" y="41557"/>
                </a:lnTo>
                <a:lnTo>
                  <a:pt x="612344" y="41557"/>
                </a:lnTo>
                <a:lnTo>
                  <a:pt x="605950" y="71490"/>
                </a:lnTo>
                <a:cubicBezTo>
                  <a:pt x="604829" y="76907"/>
                  <a:pt x="604269" y="79996"/>
                  <a:pt x="604269" y="80757"/>
                </a:cubicBezTo>
                <a:cubicBezTo>
                  <a:pt x="604269" y="82238"/>
                  <a:pt x="604739" y="83393"/>
                  <a:pt x="605681" y="84224"/>
                </a:cubicBezTo>
                <a:cubicBezTo>
                  <a:pt x="606622" y="85053"/>
                  <a:pt x="608326" y="85468"/>
                  <a:pt x="610791" y="85468"/>
                </a:cubicBezTo>
                <a:cubicBezTo>
                  <a:pt x="611643" y="85468"/>
                  <a:pt x="613773" y="85311"/>
                  <a:pt x="617180" y="84997"/>
                </a:cubicBezTo>
                <a:lnTo>
                  <a:pt x="614154" y="99320"/>
                </a:lnTo>
                <a:cubicBezTo>
                  <a:pt x="610836" y="99993"/>
                  <a:pt x="607429" y="100329"/>
                  <a:pt x="603932" y="100329"/>
                </a:cubicBezTo>
                <a:cubicBezTo>
                  <a:pt x="597118" y="100329"/>
                  <a:pt x="592165" y="99012"/>
                  <a:pt x="589071" y="96379"/>
                </a:cubicBezTo>
                <a:cubicBezTo>
                  <a:pt x="585978" y="93743"/>
                  <a:pt x="584431" y="90084"/>
                  <a:pt x="584431" y="85401"/>
                </a:cubicBezTo>
                <a:cubicBezTo>
                  <a:pt x="584431" y="83204"/>
                  <a:pt x="585261" y="78138"/>
                  <a:pt x="586919" y="70201"/>
                </a:cubicBezTo>
                <a:lnTo>
                  <a:pt x="593150" y="41557"/>
                </a:lnTo>
                <a:lnTo>
                  <a:pt x="583557" y="41557"/>
                </a:lnTo>
                <a:close/>
                <a:moveTo>
                  <a:pt x="728843" y="98581"/>
                </a:moveTo>
                <a:lnTo>
                  <a:pt x="710553" y="98581"/>
                </a:lnTo>
                <a:lnTo>
                  <a:pt x="712167" y="90854"/>
                </a:lnTo>
                <a:cubicBezTo>
                  <a:pt x="708670" y="94239"/>
                  <a:pt x="705229" y="96664"/>
                  <a:pt x="701844" y="98131"/>
                </a:cubicBezTo>
                <a:cubicBezTo>
                  <a:pt x="698460" y="99596"/>
                  <a:pt x="694638" y="100329"/>
                  <a:pt x="690379" y="100329"/>
                </a:cubicBezTo>
                <a:cubicBezTo>
                  <a:pt x="682982" y="100329"/>
                  <a:pt x="676986" y="97803"/>
                  <a:pt x="672391" y="92751"/>
                </a:cubicBezTo>
                <a:cubicBezTo>
                  <a:pt x="667796" y="87698"/>
                  <a:pt x="665499" y="80231"/>
                  <a:pt x="665499" y="70351"/>
                </a:cubicBezTo>
                <a:cubicBezTo>
                  <a:pt x="665499" y="58899"/>
                  <a:pt x="668726" y="48548"/>
                  <a:pt x="675182" y="39296"/>
                </a:cubicBezTo>
                <a:cubicBezTo>
                  <a:pt x="681637" y="30044"/>
                  <a:pt x="690178" y="25419"/>
                  <a:pt x="700802" y="25419"/>
                </a:cubicBezTo>
                <a:cubicBezTo>
                  <a:pt x="710396" y="25419"/>
                  <a:pt x="717591" y="29229"/>
                  <a:pt x="722388" y="36850"/>
                </a:cubicBezTo>
                <a:lnTo>
                  <a:pt x="730121" y="0"/>
                </a:lnTo>
                <a:lnTo>
                  <a:pt x="749420" y="0"/>
                </a:lnTo>
                <a:lnTo>
                  <a:pt x="728843" y="98581"/>
                </a:lnTo>
                <a:moveTo>
                  <a:pt x="684260" y="69508"/>
                </a:moveTo>
                <a:cubicBezTo>
                  <a:pt x="684260" y="74626"/>
                  <a:pt x="685549" y="78621"/>
                  <a:pt x="688127" y="81494"/>
                </a:cubicBezTo>
                <a:cubicBezTo>
                  <a:pt x="690704" y="84368"/>
                  <a:pt x="693876" y="85804"/>
                  <a:pt x="697642" y="85804"/>
                </a:cubicBezTo>
                <a:cubicBezTo>
                  <a:pt x="701138" y="85804"/>
                  <a:pt x="704400" y="84604"/>
                  <a:pt x="707426" y="82202"/>
                </a:cubicBezTo>
                <a:cubicBezTo>
                  <a:pt x="710452" y="79800"/>
                  <a:pt x="712873" y="76129"/>
                  <a:pt x="714688" y="71191"/>
                </a:cubicBezTo>
                <a:cubicBezTo>
                  <a:pt x="716504" y="66253"/>
                  <a:pt x="717412" y="61516"/>
                  <a:pt x="717412" y="56982"/>
                </a:cubicBezTo>
                <a:cubicBezTo>
                  <a:pt x="717412" y="51819"/>
                  <a:pt x="716022" y="47644"/>
                  <a:pt x="713242" y="44457"/>
                </a:cubicBezTo>
                <a:cubicBezTo>
                  <a:pt x="710463" y="41269"/>
                  <a:pt x="707258" y="39674"/>
                  <a:pt x="703626" y="39674"/>
                </a:cubicBezTo>
                <a:cubicBezTo>
                  <a:pt x="697978" y="39674"/>
                  <a:pt x="693338" y="42817"/>
                  <a:pt x="689707" y="49103"/>
                </a:cubicBezTo>
                <a:cubicBezTo>
                  <a:pt x="686076" y="55388"/>
                  <a:pt x="684260" y="62189"/>
                  <a:pt x="684260" y="69508"/>
                </a:cubicBezTo>
                <a:close/>
                <a:moveTo>
                  <a:pt x="774271" y="47340"/>
                </a:moveTo>
                <a:lnTo>
                  <a:pt x="755442" y="45739"/>
                </a:lnTo>
                <a:cubicBezTo>
                  <a:pt x="757594" y="39369"/>
                  <a:pt x="761349" y="34390"/>
                  <a:pt x="766706" y="30802"/>
                </a:cubicBezTo>
                <a:cubicBezTo>
                  <a:pt x="772063" y="27213"/>
                  <a:pt x="779157" y="25419"/>
                  <a:pt x="787989" y="25419"/>
                </a:cubicBezTo>
                <a:cubicBezTo>
                  <a:pt x="797179" y="25419"/>
                  <a:pt x="803971" y="27270"/>
                  <a:pt x="808364" y="30973"/>
                </a:cubicBezTo>
                <a:cubicBezTo>
                  <a:pt x="812757" y="34674"/>
                  <a:pt x="814954" y="39194"/>
                  <a:pt x="814954" y="44533"/>
                </a:cubicBezTo>
                <a:cubicBezTo>
                  <a:pt x="814954" y="46687"/>
                  <a:pt x="814763" y="48977"/>
                  <a:pt x="814382" y="51400"/>
                </a:cubicBezTo>
                <a:cubicBezTo>
                  <a:pt x="814001" y="53822"/>
                  <a:pt x="812668" y="60194"/>
                  <a:pt x="810381" y="70515"/>
                </a:cubicBezTo>
                <a:cubicBezTo>
                  <a:pt x="808498" y="79039"/>
                  <a:pt x="807557" y="85007"/>
                  <a:pt x="807557" y="88418"/>
                </a:cubicBezTo>
                <a:cubicBezTo>
                  <a:pt x="807557" y="91470"/>
                  <a:pt x="808095" y="94857"/>
                  <a:pt x="809171" y="98581"/>
                </a:cubicBezTo>
                <a:lnTo>
                  <a:pt x="790410" y="98581"/>
                </a:lnTo>
                <a:cubicBezTo>
                  <a:pt x="789647" y="95981"/>
                  <a:pt x="789177" y="93291"/>
                  <a:pt x="788997" y="90511"/>
                </a:cubicBezTo>
                <a:cubicBezTo>
                  <a:pt x="786173" y="93649"/>
                  <a:pt x="782923" y="96070"/>
                  <a:pt x="779247" y="97774"/>
                </a:cubicBezTo>
                <a:cubicBezTo>
                  <a:pt x="775571" y="99477"/>
                  <a:pt x="771872" y="100329"/>
                  <a:pt x="768152" y="100329"/>
                </a:cubicBezTo>
                <a:cubicBezTo>
                  <a:pt x="762234" y="100329"/>
                  <a:pt x="757348" y="98387"/>
                  <a:pt x="753492" y="94504"/>
                </a:cubicBezTo>
                <a:cubicBezTo>
                  <a:pt x="749637" y="90621"/>
                  <a:pt x="747709" y="85626"/>
                  <a:pt x="747709" y="79521"/>
                </a:cubicBezTo>
                <a:cubicBezTo>
                  <a:pt x="747709" y="72697"/>
                  <a:pt x="749827" y="67243"/>
                  <a:pt x="754064" y="63158"/>
                </a:cubicBezTo>
                <a:cubicBezTo>
                  <a:pt x="758300" y="59072"/>
                  <a:pt x="765865" y="56603"/>
                  <a:pt x="776759" y="55750"/>
                </a:cubicBezTo>
                <a:cubicBezTo>
                  <a:pt x="785949" y="54987"/>
                  <a:pt x="792091" y="54066"/>
                  <a:pt x="795184" y="52989"/>
                </a:cubicBezTo>
                <a:cubicBezTo>
                  <a:pt x="795991" y="50299"/>
                  <a:pt x="796394" y="48147"/>
                  <a:pt x="796394" y="46533"/>
                </a:cubicBezTo>
                <a:cubicBezTo>
                  <a:pt x="796394" y="44471"/>
                  <a:pt x="795565" y="42745"/>
                  <a:pt x="793906" y="41356"/>
                </a:cubicBezTo>
                <a:cubicBezTo>
                  <a:pt x="792248" y="39966"/>
                  <a:pt x="789782" y="39271"/>
                  <a:pt x="786509" y="39271"/>
                </a:cubicBezTo>
                <a:cubicBezTo>
                  <a:pt x="783057" y="39271"/>
                  <a:pt x="780334" y="39971"/>
                  <a:pt x="778339" y="41372"/>
                </a:cubicBezTo>
                <a:cubicBezTo>
                  <a:pt x="776344" y="42772"/>
                  <a:pt x="774988" y="44761"/>
                  <a:pt x="774271" y="47340"/>
                </a:cubicBezTo>
                <a:moveTo>
                  <a:pt x="792629" y="65227"/>
                </a:moveTo>
                <a:cubicBezTo>
                  <a:pt x="791463" y="65543"/>
                  <a:pt x="789916" y="65835"/>
                  <a:pt x="787989" y="66104"/>
                </a:cubicBezTo>
                <a:cubicBezTo>
                  <a:pt x="778305" y="67273"/>
                  <a:pt x="771984" y="68983"/>
                  <a:pt x="769026" y="71231"/>
                </a:cubicBezTo>
                <a:cubicBezTo>
                  <a:pt x="766919" y="72851"/>
                  <a:pt x="765865" y="75033"/>
                  <a:pt x="765865" y="77777"/>
                </a:cubicBezTo>
                <a:cubicBezTo>
                  <a:pt x="765865" y="80025"/>
                  <a:pt x="766672" y="81926"/>
                  <a:pt x="768286" y="83478"/>
                </a:cubicBezTo>
                <a:cubicBezTo>
                  <a:pt x="769900" y="85029"/>
                  <a:pt x="772029" y="85804"/>
                  <a:pt x="774674" y="85804"/>
                </a:cubicBezTo>
                <a:cubicBezTo>
                  <a:pt x="777588" y="85804"/>
                  <a:pt x="780334" y="85096"/>
                  <a:pt x="782912" y="83680"/>
                </a:cubicBezTo>
                <a:cubicBezTo>
                  <a:pt x="785489" y="82262"/>
                  <a:pt x="787417" y="80440"/>
                  <a:pt x="788695" y="78214"/>
                </a:cubicBezTo>
                <a:cubicBezTo>
                  <a:pt x="789972" y="75988"/>
                  <a:pt x="791104" y="72514"/>
                  <a:pt x="792091" y="67791"/>
                </a:cubicBezTo>
                <a:lnTo>
                  <a:pt x="792629" y="65227"/>
                </a:lnTo>
                <a:close/>
                <a:moveTo>
                  <a:pt x="828388" y="41557"/>
                </a:moveTo>
                <a:lnTo>
                  <a:pt x="831346" y="27167"/>
                </a:lnTo>
                <a:lnTo>
                  <a:pt x="840840" y="27167"/>
                </a:lnTo>
                <a:lnTo>
                  <a:pt x="843186" y="15735"/>
                </a:lnTo>
                <a:lnTo>
                  <a:pt x="865238" y="2421"/>
                </a:lnTo>
                <a:lnTo>
                  <a:pt x="860140" y="27167"/>
                </a:lnTo>
                <a:lnTo>
                  <a:pt x="871828" y="27167"/>
                </a:lnTo>
                <a:lnTo>
                  <a:pt x="868869" y="41557"/>
                </a:lnTo>
                <a:lnTo>
                  <a:pt x="857175" y="41557"/>
                </a:lnTo>
                <a:lnTo>
                  <a:pt x="850780" y="71490"/>
                </a:lnTo>
                <a:cubicBezTo>
                  <a:pt x="849659" y="76907"/>
                  <a:pt x="849099" y="79996"/>
                  <a:pt x="849099" y="80757"/>
                </a:cubicBezTo>
                <a:cubicBezTo>
                  <a:pt x="849099" y="82238"/>
                  <a:pt x="849570" y="83393"/>
                  <a:pt x="850511" y="84224"/>
                </a:cubicBezTo>
                <a:cubicBezTo>
                  <a:pt x="851453" y="85053"/>
                  <a:pt x="853156" y="85468"/>
                  <a:pt x="855622" y="85468"/>
                </a:cubicBezTo>
                <a:cubicBezTo>
                  <a:pt x="856473" y="85468"/>
                  <a:pt x="858603" y="85311"/>
                  <a:pt x="862010" y="84997"/>
                </a:cubicBezTo>
                <a:lnTo>
                  <a:pt x="858984" y="99320"/>
                </a:lnTo>
                <a:cubicBezTo>
                  <a:pt x="855667" y="99993"/>
                  <a:pt x="852259" y="100329"/>
                  <a:pt x="848763" y="100329"/>
                </a:cubicBezTo>
                <a:cubicBezTo>
                  <a:pt x="841949" y="100329"/>
                  <a:pt x="836995" y="99012"/>
                  <a:pt x="833902" y="96379"/>
                </a:cubicBezTo>
                <a:cubicBezTo>
                  <a:pt x="830808" y="93743"/>
                  <a:pt x="829262" y="90084"/>
                  <a:pt x="829262" y="85401"/>
                </a:cubicBezTo>
                <a:cubicBezTo>
                  <a:pt x="829262" y="83204"/>
                  <a:pt x="830091" y="78138"/>
                  <a:pt x="831750" y="70201"/>
                </a:cubicBezTo>
                <a:lnTo>
                  <a:pt x="837980" y="41557"/>
                </a:lnTo>
                <a:lnTo>
                  <a:pt x="828388" y="41557"/>
                </a:lnTo>
                <a:close/>
                <a:moveTo>
                  <a:pt x="896686" y="47340"/>
                </a:moveTo>
                <a:lnTo>
                  <a:pt x="877858" y="45739"/>
                </a:lnTo>
                <a:cubicBezTo>
                  <a:pt x="880009" y="39369"/>
                  <a:pt x="883764" y="34390"/>
                  <a:pt x="889121" y="30802"/>
                </a:cubicBezTo>
                <a:cubicBezTo>
                  <a:pt x="894478" y="27213"/>
                  <a:pt x="901573" y="25419"/>
                  <a:pt x="910404" y="25419"/>
                </a:cubicBezTo>
                <a:cubicBezTo>
                  <a:pt x="919594" y="25419"/>
                  <a:pt x="926386" y="27270"/>
                  <a:pt x="930779" y="30973"/>
                </a:cubicBezTo>
                <a:cubicBezTo>
                  <a:pt x="935172" y="34674"/>
                  <a:pt x="937369" y="39194"/>
                  <a:pt x="937369" y="44533"/>
                </a:cubicBezTo>
                <a:cubicBezTo>
                  <a:pt x="937369" y="46687"/>
                  <a:pt x="937179" y="48977"/>
                  <a:pt x="936798" y="51400"/>
                </a:cubicBezTo>
                <a:cubicBezTo>
                  <a:pt x="936417" y="53822"/>
                  <a:pt x="935083" y="60194"/>
                  <a:pt x="932797" y="70515"/>
                </a:cubicBezTo>
                <a:cubicBezTo>
                  <a:pt x="930914" y="79039"/>
                  <a:pt x="929972" y="85007"/>
                  <a:pt x="929972" y="88418"/>
                </a:cubicBezTo>
                <a:cubicBezTo>
                  <a:pt x="929972" y="91470"/>
                  <a:pt x="930510" y="94857"/>
                  <a:pt x="931586" y="98581"/>
                </a:cubicBezTo>
                <a:lnTo>
                  <a:pt x="912825" y="98581"/>
                </a:lnTo>
                <a:cubicBezTo>
                  <a:pt x="912063" y="95981"/>
                  <a:pt x="911592" y="93291"/>
                  <a:pt x="911413" y="90511"/>
                </a:cubicBezTo>
                <a:cubicBezTo>
                  <a:pt x="908588" y="93649"/>
                  <a:pt x="905338" y="96070"/>
                  <a:pt x="901662" y="97774"/>
                </a:cubicBezTo>
                <a:cubicBezTo>
                  <a:pt x="897986" y="99477"/>
                  <a:pt x="894288" y="100329"/>
                  <a:pt x="890567" y="100329"/>
                </a:cubicBezTo>
                <a:cubicBezTo>
                  <a:pt x="884649" y="100329"/>
                  <a:pt x="879763" y="98387"/>
                  <a:pt x="875907" y="94504"/>
                </a:cubicBezTo>
                <a:cubicBezTo>
                  <a:pt x="872052" y="90621"/>
                  <a:pt x="870124" y="85626"/>
                  <a:pt x="870124" y="79521"/>
                </a:cubicBezTo>
                <a:cubicBezTo>
                  <a:pt x="870124" y="72697"/>
                  <a:pt x="872243" y="67243"/>
                  <a:pt x="876479" y="63158"/>
                </a:cubicBezTo>
                <a:cubicBezTo>
                  <a:pt x="880715" y="59072"/>
                  <a:pt x="888281" y="56603"/>
                  <a:pt x="899174" y="55750"/>
                </a:cubicBezTo>
                <a:cubicBezTo>
                  <a:pt x="908364" y="54987"/>
                  <a:pt x="914506" y="54066"/>
                  <a:pt x="917599" y="52989"/>
                </a:cubicBezTo>
                <a:cubicBezTo>
                  <a:pt x="918406" y="50299"/>
                  <a:pt x="918810" y="48147"/>
                  <a:pt x="918810" y="46533"/>
                </a:cubicBezTo>
                <a:cubicBezTo>
                  <a:pt x="918810" y="44471"/>
                  <a:pt x="917980" y="42745"/>
                  <a:pt x="916322" y="41356"/>
                </a:cubicBezTo>
                <a:cubicBezTo>
                  <a:pt x="914663" y="39966"/>
                  <a:pt x="912197" y="39271"/>
                  <a:pt x="908925" y="39271"/>
                </a:cubicBezTo>
                <a:cubicBezTo>
                  <a:pt x="905473" y="39271"/>
                  <a:pt x="902749" y="39971"/>
                  <a:pt x="900754" y="41372"/>
                </a:cubicBezTo>
                <a:cubicBezTo>
                  <a:pt x="898759" y="42772"/>
                  <a:pt x="897403" y="44761"/>
                  <a:pt x="896686" y="47340"/>
                </a:cubicBezTo>
                <a:moveTo>
                  <a:pt x="915044" y="65227"/>
                </a:moveTo>
                <a:cubicBezTo>
                  <a:pt x="913878" y="65543"/>
                  <a:pt x="912332" y="65835"/>
                  <a:pt x="910404" y="66104"/>
                </a:cubicBezTo>
                <a:cubicBezTo>
                  <a:pt x="900721" y="67273"/>
                  <a:pt x="894400" y="68983"/>
                  <a:pt x="891441" y="71231"/>
                </a:cubicBezTo>
                <a:cubicBezTo>
                  <a:pt x="889334" y="72851"/>
                  <a:pt x="888281" y="75033"/>
                  <a:pt x="888281" y="77777"/>
                </a:cubicBezTo>
                <a:cubicBezTo>
                  <a:pt x="888281" y="80025"/>
                  <a:pt x="889087" y="81926"/>
                  <a:pt x="890701" y="83478"/>
                </a:cubicBezTo>
                <a:cubicBezTo>
                  <a:pt x="892315" y="85029"/>
                  <a:pt x="894445" y="85804"/>
                  <a:pt x="897090" y="85804"/>
                </a:cubicBezTo>
                <a:cubicBezTo>
                  <a:pt x="900004" y="85804"/>
                  <a:pt x="902749" y="85096"/>
                  <a:pt x="905327" y="83680"/>
                </a:cubicBezTo>
                <a:cubicBezTo>
                  <a:pt x="907905" y="82262"/>
                  <a:pt x="909832" y="80440"/>
                  <a:pt x="911110" y="78214"/>
                </a:cubicBezTo>
                <a:cubicBezTo>
                  <a:pt x="912388" y="75988"/>
                  <a:pt x="913520" y="72514"/>
                  <a:pt x="914506" y="67791"/>
                </a:cubicBezTo>
                <a:lnTo>
                  <a:pt x="915044" y="65227"/>
                </a:lnTo>
                <a:close/>
                <a:moveTo>
                  <a:pt x="943473" y="78561"/>
                </a:moveTo>
                <a:lnTo>
                  <a:pt x="962167" y="75583"/>
                </a:lnTo>
                <a:cubicBezTo>
                  <a:pt x="963826" y="79552"/>
                  <a:pt x="965888" y="82360"/>
                  <a:pt x="968354" y="84008"/>
                </a:cubicBezTo>
                <a:cubicBezTo>
                  <a:pt x="970819" y="85654"/>
                  <a:pt x="974182" y="86477"/>
                  <a:pt x="978440" y="86477"/>
                </a:cubicBezTo>
                <a:cubicBezTo>
                  <a:pt x="982834" y="86477"/>
                  <a:pt x="986353" y="85493"/>
                  <a:pt x="988998" y="83526"/>
                </a:cubicBezTo>
                <a:cubicBezTo>
                  <a:pt x="990836" y="82184"/>
                  <a:pt x="991755" y="80552"/>
                  <a:pt x="991755" y="78630"/>
                </a:cubicBezTo>
                <a:cubicBezTo>
                  <a:pt x="991755" y="77333"/>
                  <a:pt x="991284" y="76167"/>
                  <a:pt x="990343" y="75133"/>
                </a:cubicBezTo>
                <a:cubicBezTo>
                  <a:pt x="989357" y="74146"/>
                  <a:pt x="986689" y="72933"/>
                  <a:pt x="982341" y="71496"/>
                </a:cubicBezTo>
                <a:cubicBezTo>
                  <a:pt x="970685" y="67633"/>
                  <a:pt x="963467" y="64580"/>
                  <a:pt x="960688" y="62336"/>
                </a:cubicBezTo>
                <a:cubicBezTo>
                  <a:pt x="956339" y="58832"/>
                  <a:pt x="954165" y="54251"/>
                  <a:pt x="954165" y="48593"/>
                </a:cubicBezTo>
                <a:cubicBezTo>
                  <a:pt x="954165" y="42934"/>
                  <a:pt x="956272" y="38061"/>
                  <a:pt x="960486" y="33973"/>
                </a:cubicBezTo>
                <a:cubicBezTo>
                  <a:pt x="966359" y="28270"/>
                  <a:pt x="975078" y="25419"/>
                  <a:pt x="986644" y="25419"/>
                </a:cubicBezTo>
                <a:cubicBezTo>
                  <a:pt x="995834" y="25419"/>
                  <a:pt x="1002783" y="27100"/>
                  <a:pt x="1007490" y="30462"/>
                </a:cubicBezTo>
                <a:cubicBezTo>
                  <a:pt x="1012197" y="33824"/>
                  <a:pt x="1015179" y="38374"/>
                  <a:pt x="1016434" y="44113"/>
                </a:cubicBezTo>
                <a:lnTo>
                  <a:pt x="998614" y="47206"/>
                </a:lnTo>
                <a:cubicBezTo>
                  <a:pt x="997672" y="44606"/>
                  <a:pt x="996148" y="42656"/>
                  <a:pt x="994041" y="41356"/>
                </a:cubicBezTo>
                <a:cubicBezTo>
                  <a:pt x="991172" y="39607"/>
                  <a:pt x="987720" y="38733"/>
                  <a:pt x="983686" y="38733"/>
                </a:cubicBezTo>
                <a:cubicBezTo>
                  <a:pt x="979651" y="38733"/>
                  <a:pt x="976748" y="39408"/>
                  <a:pt x="974977" y="40759"/>
                </a:cubicBezTo>
                <a:cubicBezTo>
                  <a:pt x="973207" y="42109"/>
                  <a:pt x="972321" y="43663"/>
                  <a:pt x="972321" y="45420"/>
                </a:cubicBezTo>
                <a:cubicBezTo>
                  <a:pt x="972321" y="47220"/>
                  <a:pt x="973218" y="48704"/>
                  <a:pt x="975011" y="49872"/>
                </a:cubicBezTo>
                <a:cubicBezTo>
                  <a:pt x="976132" y="50591"/>
                  <a:pt x="979741" y="51848"/>
                  <a:pt x="985837" y="53644"/>
                </a:cubicBezTo>
                <a:cubicBezTo>
                  <a:pt x="995252" y="56385"/>
                  <a:pt x="1001550" y="59079"/>
                  <a:pt x="1004733" y="61729"/>
                </a:cubicBezTo>
                <a:cubicBezTo>
                  <a:pt x="1009216" y="65456"/>
                  <a:pt x="1011458" y="69948"/>
                  <a:pt x="1011458" y="75203"/>
                </a:cubicBezTo>
                <a:cubicBezTo>
                  <a:pt x="1011458" y="81983"/>
                  <a:pt x="1008611" y="87866"/>
                  <a:pt x="1002918" y="92852"/>
                </a:cubicBezTo>
                <a:cubicBezTo>
                  <a:pt x="997224" y="97837"/>
                  <a:pt x="989200" y="100329"/>
                  <a:pt x="978844" y="100329"/>
                </a:cubicBezTo>
                <a:cubicBezTo>
                  <a:pt x="968533" y="100329"/>
                  <a:pt x="960565" y="98425"/>
                  <a:pt x="954938" y="94618"/>
                </a:cubicBezTo>
                <a:cubicBezTo>
                  <a:pt x="949312" y="90808"/>
                  <a:pt x="945491" y="85456"/>
                  <a:pt x="943473" y="78561"/>
                </a:cubicBezTo>
                <a:close/>
                <a:moveTo>
                  <a:pt x="1092002" y="68859"/>
                </a:moveTo>
                <a:lnTo>
                  <a:pt x="1043586" y="68859"/>
                </a:lnTo>
                <a:cubicBezTo>
                  <a:pt x="1043541" y="69621"/>
                  <a:pt x="1043518" y="70203"/>
                  <a:pt x="1043518" y="70607"/>
                </a:cubicBezTo>
                <a:cubicBezTo>
                  <a:pt x="1043518" y="75359"/>
                  <a:pt x="1044875" y="79192"/>
                  <a:pt x="1047587" y="82106"/>
                </a:cubicBezTo>
                <a:cubicBezTo>
                  <a:pt x="1050299" y="85020"/>
                  <a:pt x="1053605" y="86477"/>
                  <a:pt x="1057505" y="86477"/>
                </a:cubicBezTo>
                <a:cubicBezTo>
                  <a:pt x="1063916" y="86477"/>
                  <a:pt x="1068915" y="83159"/>
                  <a:pt x="1072501" y="76525"/>
                </a:cubicBezTo>
                <a:lnTo>
                  <a:pt x="1089783" y="79483"/>
                </a:lnTo>
                <a:cubicBezTo>
                  <a:pt x="1086421" y="86432"/>
                  <a:pt x="1081926" y="91643"/>
                  <a:pt x="1076300" y="95118"/>
                </a:cubicBezTo>
                <a:cubicBezTo>
                  <a:pt x="1070674" y="98592"/>
                  <a:pt x="1064364" y="100329"/>
                  <a:pt x="1057371" y="100329"/>
                </a:cubicBezTo>
                <a:cubicBezTo>
                  <a:pt x="1047777" y="100329"/>
                  <a:pt x="1039977" y="97286"/>
                  <a:pt x="1033970" y="91201"/>
                </a:cubicBezTo>
                <a:cubicBezTo>
                  <a:pt x="1027962" y="85115"/>
                  <a:pt x="1024959" y="77065"/>
                  <a:pt x="1024959" y="67051"/>
                </a:cubicBezTo>
                <a:cubicBezTo>
                  <a:pt x="1024959" y="57260"/>
                  <a:pt x="1027671" y="48547"/>
                  <a:pt x="1033095" y="40912"/>
                </a:cubicBezTo>
                <a:cubicBezTo>
                  <a:pt x="1040492" y="30583"/>
                  <a:pt x="1051050" y="25419"/>
                  <a:pt x="1064768" y="25419"/>
                </a:cubicBezTo>
                <a:cubicBezTo>
                  <a:pt x="1073510" y="25419"/>
                  <a:pt x="1080458" y="28124"/>
                  <a:pt x="1085614" y="33534"/>
                </a:cubicBezTo>
                <a:cubicBezTo>
                  <a:pt x="1090769" y="38945"/>
                  <a:pt x="1093347" y="46521"/>
                  <a:pt x="1093347" y="56265"/>
                </a:cubicBezTo>
                <a:cubicBezTo>
                  <a:pt x="1093347" y="60934"/>
                  <a:pt x="1092898" y="65132"/>
                  <a:pt x="1092002" y="68859"/>
                </a:cubicBezTo>
                <a:moveTo>
                  <a:pt x="1075729" y="57024"/>
                </a:moveTo>
                <a:cubicBezTo>
                  <a:pt x="1075773" y="56175"/>
                  <a:pt x="1075796" y="55527"/>
                  <a:pt x="1075796" y="55082"/>
                </a:cubicBezTo>
                <a:cubicBezTo>
                  <a:pt x="1075796" y="49812"/>
                  <a:pt x="1074608" y="45859"/>
                  <a:pt x="1072232" y="43224"/>
                </a:cubicBezTo>
                <a:cubicBezTo>
                  <a:pt x="1069856" y="40588"/>
                  <a:pt x="1066673" y="39271"/>
                  <a:pt x="1062683" y="39271"/>
                </a:cubicBezTo>
                <a:cubicBezTo>
                  <a:pt x="1058693" y="39271"/>
                  <a:pt x="1055118" y="40767"/>
                  <a:pt x="1051958" y="43760"/>
                </a:cubicBezTo>
                <a:cubicBezTo>
                  <a:pt x="1048797" y="46752"/>
                  <a:pt x="1046657" y="51173"/>
                  <a:pt x="1045536" y="57024"/>
                </a:cubicBezTo>
                <a:lnTo>
                  <a:pt x="1075729" y="57024"/>
                </a:lnTo>
                <a:close/>
                <a:moveTo>
                  <a:pt x="1103822" y="41557"/>
                </a:moveTo>
                <a:lnTo>
                  <a:pt x="1106781" y="27167"/>
                </a:lnTo>
                <a:lnTo>
                  <a:pt x="1116275" y="27167"/>
                </a:lnTo>
                <a:lnTo>
                  <a:pt x="1118620" y="15735"/>
                </a:lnTo>
                <a:lnTo>
                  <a:pt x="1140672" y="2421"/>
                </a:lnTo>
                <a:lnTo>
                  <a:pt x="1135574" y="27167"/>
                </a:lnTo>
                <a:lnTo>
                  <a:pt x="1147262" y="27167"/>
                </a:lnTo>
                <a:lnTo>
                  <a:pt x="1144304" y="41557"/>
                </a:lnTo>
                <a:lnTo>
                  <a:pt x="1132609" y="41557"/>
                </a:lnTo>
                <a:lnTo>
                  <a:pt x="1126215" y="71490"/>
                </a:lnTo>
                <a:cubicBezTo>
                  <a:pt x="1125094" y="76907"/>
                  <a:pt x="1124534" y="79996"/>
                  <a:pt x="1124534" y="80757"/>
                </a:cubicBezTo>
                <a:cubicBezTo>
                  <a:pt x="1124534" y="82238"/>
                  <a:pt x="1125004" y="83393"/>
                  <a:pt x="1125946" y="84224"/>
                </a:cubicBezTo>
                <a:cubicBezTo>
                  <a:pt x="1126887" y="85053"/>
                  <a:pt x="1128591" y="85468"/>
                  <a:pt x="1131056" y="85468"/>
                </a:cubicBezTo>
                <a:cubicBezTo>
                  <a:pt x="1131908" y="85468"/>
                  <a:pt x="1134038" y="85311"/>
                  <a:pt x="1137445" y="84997"/>
                </a:cubicBezTo>
                <a:lnTo>
                  <a:pt x="1134419" y="99320"/>
                </a:lnTo>
                <a:cubicBezTo>
                  <a:pt x="1131101" y="99993"/>
                  <a:pt x="1127694" y="100329"/>
                  <a:pt x="1124197" y="100329"/>
                </a:cubicBezTo>
                <a:cubicBezTo>
                  <a:pt x="1117383" y="100329"/>
                  <a:pt x="1112430" y="99012"/>
                  <a:pt x="1109336" y="96379"/>
                </a:cubicBezTo>
                <a:cubicBezTo>
                  <a:pt x="1106243" y="93743"/>
                  <a:pt x="1104696" y="90084"/>
                  <a:pt x="1104696" y="85401"/>
                </a:cubicBezTo>
                <a:cubicBezTo>
                  <a:pt x="1104696" y="83204"/>
                  <a:pt x="1105526" y="78138"/>
                  <a:pt x="1107185" y="70201"/>
                </a:cubicBezTo>
                <a:lnTo>
                  <a:pt x="1113415" y="41557"/>
                </a:lnTo>
                <a:lnTo>
                  <a:pt x="1103822" y="41557"/>
                </a:lnTo>
                <a:close/>
                <a:moveTo>
                  <a:pt x="1142398" y="78561"/>
                </a:moveTo>
                <a:lnTo>
                  <a:pt x="1161092" y="75583"/>
                </a:lnTo>
                <a:cubicBezTo>
                  <a:pt x="1162751" y="79552"/>
                  <a:pt x="1164813" y="82360"/>
                  <a:pt x="1167279" y="84008"/>
                </a:cubicBezTo>
                <a:cubicBezTo>
                  <a:pt x="1169744" y="85654"/>
                  <a:pt x="1173106" y="86477"/>
                  <a:pt x="1177365" y="86477"/>
                </a:cubicBezTo>
                <a:cubicBezTo>
                  <a:pt x="1181759" y="86477"/>
                  <a:pt x="1185278" y="85493"/>
                  <a:pt x="1187923" y="83526"/>
                </a:cubicBezTo>
                <a:cubicBezTo>
                  <a:pt x="1189761" y="82184"/>
                  <a:pt x="1190680" y="80552"/>
                  <a:pt x="1190680" y="78630"/>
                </a:cubicBezTo>
                <a:cubicBezTo>
                  <a:pt x="1190680" y="77333"/>
                  <a:pt x="1190209" y="76167"/>
                  <a:pt x="1189268" y="75133"/>
                </a:cubicBezTo>
                <a:cubicBezTo>
                  <a:pt x="1188281" y="74146"/>
                  <a:pt x="1185614" y="72933"/>
                  <a:pt x="1181266" y="71496"/>
                </a:cubicBezTo>
                <a:cubicBezTo>
                  <a:pt x="1169610" y="67633"/>
                  <a:pt x="1162392" y="64580"/>
                  <a:pt x="1159613" y="62336"/>
                </a:cubicBezTo>
                <a:cubicBezTo>
                  <a:pt x="1155264" y="58832"/>
                  <a:pt x="1153090" y="54251"/>
                  <a:pt x="1153090" y="48593"/>
                </a:cubicBezTo>
                <a:cubicBezTo>
                  <a:pt x="1153090" y="42934"/>
                  <a:pt x="1155197" y="38061"/>
                  <a:pt x="1159411" y="33973"/>
                </a:cubicBezTo>
                <a:cubicBezTo>
                  <a:pt x="1165284" y="28270"/>
                  <a:pt x="1174003" y="25419"/>
                  <a:pt x="1185569" y="25419"/>
                </a:cubicBezTo>
                <a:cubicBezTo>
                  <a:pt x="1194759" y="25419"/>
                  <a:pt x="1201708" y="27100"/>
                  <a:pt x="1206415" y="30462"/>
                </a:cubicBezTo>
                <a:cubicBezTo>
                  <a:pt x="1211122" y="33824"/>
                  <a:pt x="1214103" y="38374"/>
                  <a:pt x="1215359" y="44113"/>
                </a:cubicBezTo>
                <a:lnTo>
                  <a:pt x="1197539" y="47206"/>
                </a:lnTo>
                <a:cubicBezTo>
                  <a:pt x="1196597" y="44606"/>
                  <a:pt x="1195073" y="42656"/>
                  <a:pt x="1192966" y="41356"/>
                </a:cubicBezTo>
                <a:cubicBezTo>
                  <a:pt x="1190097" y="39607"/>
                  <a:pt x="1186645" y="38733"/>
                  <a:pt x="1182610" y="38733"/>
                </a:cubicBezTo>
                <a:cubicBezTo>
                  <a:pt x="1178576" y="38733"/>
                  <a:pt x="1175673" y="39408"/>
                  <a:pt x="1173902" y="40759"/>
                </a:cubicBezTo>
                <a:cubicBezTo>
                  <a:pt x="1172131" y="42109"/>
                  <a:pt x="1171246" y="43663"/>
                  <a:pt x="1171246" y="45420"/>
                </a:cubicBezTo>
                <a:cubicBezTo>
                  <a:pt x="1171246" y="47220"/>
                  <a:pt x="1172143" y="48704"/>
                  <a:pt x="1173936" y="49872"/>
                </a:cubicBezTo>
                <a:cubicBezTo>
                  <a:pt x="1175057" y="50591"/>
                  <a:pt x="1178665" y="51848"/>
                  <a:pt x="1184762" y="53644"/>
                </a:cubicBezTo>
                <a:cubicBezTo>
                  <a:pt x="1194177" y="56385"/>
                  <a:pt x="1200475" y="59079"/>
                  <a:pt x="1203658" y="61729"/>
                </a:cubicBezTo>
                <a:cubicBezTo>
                  <a:pt x="1208141" y="65456"/>
                  <a:pt x="1210382" y="69948"/>
                  <a:pt x="1210382" y="75203"/>
                </a:cubicBezTo>
                <a:cubicBezTo>
                  <a:pt x="1210382" y="81983"/>
                  <a:pt x="1207536" y="87866"/>
                  <a:pt x="1201842" y="92852"/>
                </a:cubicBezTo>
                <a:cubicBezTo>
                  <a:pt x="1196149" y="97837"/>
                  <a:pt x="1188124" y="100329"/>
                  <a:pt x="1177769" y="100329"/>
                </a:cubicBezTo>
                <a:cubicBezTo>
                  <a:pt x="1167458" y="100329"/>
                  <a:pt x="1159489" y="98425"/>
                  <a:pt x="1153863" y="94618"/>
                </a:cubicBezTo>
                <a:cubicBezTo>
                  <a:pt x="1148237" y="90808"/>
                  <a:pt x="1144415" y="85456"/>
                  <a:pt x="1142398" y="78561"/>
                </a:cubicBezTo>
                <a:close/>
                <a:moveTo>
                  <a:pt x="1280227" y="0"/>
                </a:moveTo>
                <a:lnTo>
                  <a:pt x="1299527" y="0"/>
                </a:lnTo>
                <a:lnTo>
                  <a:pt x="1295895" y="17484"/>
                </a:lnTo>
                <a:lnTo>
                  <a:pt x="1276596" y="17484"/>
                </a:lnTo>
                <a:lnTo>
                  <a:pt x="1280227" y="0"/>
                </a:lnTo>
                <a:moveTo>
                  <a:pt x="1274579" y="27167"/>
                </a:moveTo>
                <a:lnTo>
                  <a:pt x="1293878" y="27167"/>
                </a:lnTo>
                <a:lnTo>
                  <a:pt x="1278950" y="98581"/>
                </a:lnTo>
                <a:lnTo>
                  <a:pt x="1259650" y="98581"/>
                </a:lnTo>
                <a:lnTo>
                  <a:pt x="1274579" y="27167"/>
                </a:lnTo>
                <a:close/>
                <a:moveTo>
                  <a:pt x="1313103" y="27167"/>
                </a:moveTo>
                <a:lnTo>
                  <a:pt x="1331393" y="27167"/>
                </a:lnTo>
                <a:lnTo>
                  <a:pt x="1329511" y="36461"/>
                </a:lnTo>
                <a:cubicBezTo>
                  <a:pt x="1334083" y="32487"/>
                  <a:pt x="1338353" y="29653"/>
                  <a:pt x="1342321" y="27959"/>
                </a:cubicBezTo>
                <a:cubicBezTo>
                  <a:pt x="1346288" y="26265"/>
                  <a:pt x="1350468" y="25419"/>
                  <a:pt x="1354862" y="25419"/>
                </a:cubicBezTo>
                <a:cubicBezTo>
                  <a:pt x="1360735" y="25419"/>
                  <a:pt x="1365363" y="27105"/>
                  <a:pt x="1368748" y="30479"/>
                </a:cubicBezTo>
                <a:cubicBezTo>
                  <a:pt x="1372133" y="33852"/>
                  <a:pt x="1373825" y="38328"/>
                  <a:pt x="1373825" y="43907"/>
                </a:cubicBezTo>
                <a:cubicBezTo>
                  <a:pt x="1373825" y="46414"/>
                  <a:pt x="1373085" y="51168"/>
                  <a:pt x="1371606" y="58167"/>
                </a:cubicBezTo>
                <a:lnTo>
                  <a:pt x="1363200" y="98581"/>
                </a:lnTo>
                <a:lnTo>
                  <a:pt x="1343901" y="98581"/>
                </a:lnTo>
                <a:lnTo>
                  <a:pt x="1352374" y="58028"/>
                </a:lnTo>
                <a:cubicBezTo>
                  <a:pt x="1353629" y="51969"/>
                  <a:pt x="1354257" y="48357"/>
                  <a:pt x="1354257" y="47193"/>
                </a:cubicBezTo>
                <a:cubicBezTo>
                  <a:pt x="1354257" y="44732"/>
                  <a:pt x="1353528" y="42796"/>
                  <a:pt x="1352071" y="41387"/>
                </a:cubicBezTo>
                <a:cubicBezTo>
                  <a:pt x="1350614" y="39976"/>
                  <a:pt x="1348586" y="39271"/>
                  <a:pt x="1345986" y="39271"/>
                </a:cubicBezTo>
                <a:cubicBezTo>
                  <a:pt x="1343161" y="39271"/>
                  <a:pt x="1340023" y="40459"/>
                  <a:pt x="1336571" y="42835"/>
                </a:cubicBezTo>
                <a:cubicBezTo>
                  <a:pt x="1333119" y="45211"/>
                  <a:pt x="1330407" y="48349"/>
                  <a:pt x="1328435" y="52249"/>
                </a:cubicBezTo>
                <a:cubicBezTo>
                  <a:pt x="1327000" y="55030"/>
                  <a:pt x="1325386" y="60702"/>
                  <a:pt x="1323593" y="69264"/>
                </a:cubicBezTo>
                <a:lnTo>
                  <a:pt x="1317474" y="98581"/>
                </a:lnTo>
                <a:lnTo>
                  <a:pt x="1298175" y="98581"/>
                </a:lnTo>
                <a:lnTo>
                  <a:pt x="1313103" y="27167"/>
                </a:lnTo>
                <a:close/>
                <a:moveTo>
                  <a:pt x="1441032" y="0"/>
                </a:moveTo>
                <a:lnTo>
                  <a:pt x="1460399" y="0"/>
                </a:lnTo>
                <a:lnTo>
                  <a:pt x="1456767" y="17484"/>
                </a:lnTo>
                <a:lnTo>
                  <a:pt x="1437401" y="17484"/>
                </a:lnTo>
                <a:lnTo>
                  <a:pt x="1441032" y="0"/>
                </a:lnTo>
                <a:moveTo>
                  <a:pt x="1435384" y="27167"/>
                </a:moveTo>
                <a:lnTo>
                  <a:pt x="1454750" y="27167"/>
                </a:lnTo>
                <a:lnTo>
                  <a:pt x="1442041" y="87607"/>
                </a:lnTo>
                <a:cubicBezTo>
                  <a:pt x="1438454" y="104902"/>
                  <a:pt x="1435384" y="115391"/>
                  <a:pt x="1432828" y="119074"/>
                </a:cubicBezTo>
                <a:cubicBezTo>
                  <a:pt x="1428973" y="124778"/>
                  <a:pt x="1422786" y="127631"/>
                  <a:pt x="1414269" y="127631"/>
                </a:cubicBezTo>
                <a:cubicBezTo>
                  <a:pt x="1408979" y="127631"/>
                  <a:pt x="1404137" y="126913"/>
                  <a:pt x="1399744" y="125479"/>
                </a:cubicBezTo>
                <a:lnTo>
                  <a:pt x="1402770" y="109542"/>
                </a:lnTo>
                <a:cubicBezTo>
                  <a:pt x="1405863" y="110304"/>
                  <a:pt x="1408463" y="110685"/>
                  <a:pt x="1410570" y="110685"/>
                </a:cubicBezTo>
                <a:cubicBezTo>
                  <a:pt x="1413170" y="110685"/>
                  <a:pt x="1415255" y="109673"/>
                  <a:pt x="1416824" y="107650"/>
                </a:cubicBezTo>
                <a:cubicBezTo>
                  <a:pt x="1418393" y="105627"/>
                  <a:pt x="1420455" y="98525"/>
                  <a:pt x="1423011" y="86342"/>
                </a:cubicBezTo>
                <a:lnTo>
                  <a:pt x="1435384" y="27167"/>
                </a:lnTo>
                <a:close/>
                <a:moveTo>
                  <a:pt x="1456087" y="78561"/>
                </a:moveTo>
                <a:lnTo>
                  <a:pt x="1474781" y="75583"/>
                </a:lnTo>
                <a:cubicBezTo>
                  <a:pt x="1476440" y="79552"/>
                  <a:pt x="1478502" y="82360"/>
                  <a:pt x="1480968" y="84008"/>
                </a:cubicBezTo>
                <a:cubicBezTo>
                  <a:pt x="1483433" y="85654"/>
                  <a:pt x="1486796" y="86477"/>
                  <a:pt x="1491055" y="86477"/>
                </a:cubicBezTo>
                <a:cubicBezTo>
                  <a:pt x="1495448" y="86477"/>
                  <a:pt x="1498967" y="85493"/>
                  <a:pt x="1501612" y="83526"/>
                </a:cubicBezTo>
                <a:cubicBezTo>
                  <a:pt x="1503450" y="82184"/>
                  <a:pt x="1504369" y="80552"/>
                  <a:pt x="1504369" y="78630"/>
                </a:cubicBezTo>
                <a:cubicBezTo>
                  <a:pt x="1504369" y="77333"/>
                  <a:pt x="1503898" y="76167"/>
                  <a:pt x="1502957" y="75133"/>
                </a:cubicBezTo>
                <a:cubicBezTo>
                  <a:pt x="1501971" y="74146"/>
                  <a:pt x="1499303" y="72933"/>
                  <a:pt x="1494955" y="71496"/>
                </a:cubicBezTo>
                <a:cubicBezTo>
                  <a:pt x="1483299" y="67633"/>
                  <a:pt x="1476081" y="64580"/>
                  <a:pt x="1473302" y="62336"/>
                </a:cubicBezTo>
                <a:cubicBezTo>
                  <a:pt x="1468953" y="58832"/>
                  <a:pt x="1466779" y="54251"/>
                  <a:pt x="1466779" y="48593"/>
                </a:cubicBezTo>
                <a:cubicBezTo>
                  <a:pt x="1466779" y="42934"/>
                  <a:pt x="1468886" y="38061"/>
                  <a:pt x="1473100" y="33973"/>
                </a:cubicBezTo>
                <a:cubicBezTo>
                  <a:pt x="1478973" y="28270"/>
                  <a:pt x="1487692" y="25419"/>
                  <a:pt x="1499258" y="25419"/>
                </a:cubicBezTo>
                <a:cubicBezTo>
                  <a:pt x="1508449" y="25419"/>
                  <a:pt x="1515397" y="27100"/>
                  <a:pt x="1520104" y="30462"/>
                </a:cubicBezTo>
                <a:cubicBezTo>
                  <a:pt x="1524811" y="33824"/>
                  <a:pt x="1527793" y="38374"/>
                  <a:pt x="1529048" y="44113"/>
                </a:cubicBezTo>
                <a:lnTo>
                  <a:pt x="1511228" y="47206"/>
                </a:lnTo>
                <a:cubicBezTo>
                  <a:pt x="1510287" y="44606"/>
                  <a:pt x="1508762" y="42656"/>
                  <a:pt x="1506655" y="41356"/>
                </a:cubicBezTo>
                <a:cubicBezTo>
                  <a:pt x="1503786" y="39607"/>
                  <a:pt x="1500334" y="38733"/>
                  <a:pt x="1496300" y="38733"/>
                </a:cubicBezTo>
                <a:cubicBezTo>
                  <a:pt x="1492265" y="38733"/>
                  <a:pt x="1489362" y="39408"/>
                  <a:pt x="1487591" y="40759"/>
                </a:cubicBezTo>
                <a:cubicBezTo>
                  <a:pt x="1485821" y="42109"/>
                  <a:pt x="1484935" y="43663"/>
                  <a:pt x="1484935" y="45420"/>
                </a:cubicBezTo>
                <a:cubicBezTo>
                  <a:pt x="1484935" y="47220"/>
                  <a:pt x="1485832" y="48704"/>
                  <a:pt x="1487625" y="49872"/>
                </a:cubicBezTo>
                <a:cubicBezTo>
                  <a:pt x="1488746" y="50591"/>
                  <a:pt x="1492355" y="51848"/>
                  <a:pt x="1498451" y="53644"/>
                </a:cubicBezTo>
                <a:cubicBezTo>
                  <a:pt x="1507866" y="56385"/>
                  <a:pt x="1514164" y="59079"/>
                  <a:pt x="1517347" y="61729"/>
                </a:cubicBezTo>
                <a:cubicBezTo>
                  <a:pt x="1521830" y="65456"/>
                  <a:pt x="1524072" y="69948"/>
                  <a:pt x="1524072" y="75203"/>
                </a:cubicBezTo>
                <a:cubicBezTo>
                  <a:pt x="1524072" y="81983"/>
                  <a:pt x="1521225" y="87866"/>
                  <a:pt x="1515532" y="92852"/>
                </a:cubicBezTo>
                <a:cubicBezTo>
                  <a:pt x="1509838" y="97837"/>
                  <a:pt x="1501814" y="100329"/>
                  <a:pt x="1491458" y="100329"/>
                </a:cubicBezTo>
                <a:cubicBezTo>
                  <a:pt x="1481147" y="100329"/>
                  <a:pt x="1473179" y="98425"/>
                  <a:pt x="1467552" y="94618"/>
                </a:cubicBezTo>
                <a:cubicBezTo>
                  <a:pt x="1461926" y="90808"/>
                  <a:pt x="1458105" y="85456"/>
                  <a:pt x="1456087" y="78561"/>
                </a:cubicBezTo>
                <a:close/>
                <a:moveTo>
                  <a:pt x="1537909" y="68936"/>
                </a:moveTo>
                <a:cubicBezTo>
                  <a:pt x="1537909" y="55688"/>
                  <a:pt x="1541642" y="45123"/>
                  <a:pt x="1549106" y="37241"/>
                </a:cubicBezTo>
                <a:cubicBezTo>
                  <a:pt x="1556570" y="29359"/>
                  <a:pt x="1566376" y="25419"/>
                  <a:pt x="1578525" y="25419"/>
                </a:cubicBezTo>
                <a:cubicBezTo>
                  <a:pt x="1589060" y="25419"/>
                  <a:pt x="1597287" y="28327"/>
                  <a:pt x="1603204" y="34144"/>
                </a:cubicBezTo>
                <a:cubicBezTo>
                  <a:pt x="1609122" y="39959"/>
                  <a:pt x="1612080" y="47784"/>
                  <a:pt x="1612080" y="57620"/>
                </a:cubicBezTo>
                <a:cubicBezTo>
                  <a:pt x="1612080" y="69206"/>
                  <a:pt x="1608382" y="79221"/>
                  <a:pt x="1600985" y="87664"/>
                </a:cubicBezTo>
                <a:cubicBezTo>
                  <a:pt x="1593588" y="96107"/>
                  <a:pt x="1583681" y="100329"/>
                  <a:pt x="1571263" y="100329"/>
                </a:cubicBezTo>
                <a:cubicBezTo>
                  <a:pt x="1564538" y="100329"/>
                  <a:pt x="1558576" y="98982"/>
                  <a:pt x="1553376" y="96288"/>
                </a:cubicBezTo>
                <a:cubicBezTo>
                  <a:pt x="1548175" y="93593"/>
                  <a:pt x="1544298" y="89775"/>
                  <a:pt x="1541742" y="84836"/>
                </a:cubicBezTo>
                <a:cubicBezTo>
                  <a:pt x="1539187" y="79894"/>
                  <a:pt x="1537909" y="74595"/>
                  <a:pt x="1537909" y="68936"/>
                </a:cubicBezTo>
                <a:moveTo>
                  <a:pt x="1592916" y="55118"/>
                </a:moveTo>
                <a:cubicBezTo>
                  <a:pt x="1592916" y="50532"/>
                  <a:pt x="1591582" y="46857"/>
                  <a:pt x="1588915" y="44092"/>
                </a:cubicBezTo>
                <a:cubicBezTo>
                  <a:pt x="1586247" y="41326"/>
                  <a:pt x="1582807" y="39943"/>
                  <a:pt x="1578593" y="39943"/>
                </a:cubicBezTo>
                <a:cubicBezTo>
                  <a:pt x="1574423" y="39943"/>
                  <a:pt x="1570725" y="41236"/>
                  <a:pt x="1567497" y="43823"/>
                </a:cubicBezTo>
                <a:cubicBezTo>
                  <a:pt x="1564269" y="46407"/>
                  <a:pt x="1561759" y="50162"/>
                  <a:pt x="1559966" y="55086"/>
                </a:cubicBezTo>
                <a:cubicBezTo>
                  <a:pt x="1558173" y="60009"/>
                  <a:pt x="1557276" y="64538"/>
                  <a:pt x="1557276" y="68674"/>
                </a:cubicBezTo>
                <a:cubicBezTo>
                  <a:pt x="1557276" y="73800"/>
                  <a:pt x="1558666" y="77869"/>
                  <a:pt x="1561445" y="80883"/>
                </a:cubicBezTo>
                <a:cubicBezTo>
                  <a:pt x="1564225" y="83895"/>
                  <a:pt x="1567721" y="85401"/>
                  <a:pt x="1571935" y="85401"/>
                </a:cubicBezTo>
                <a:cubicBezTo>
                  <a:pt x="1577225" y="85401"/>
                  <a:pt x="1581663" y="83130"/>
                  <a:pt x="1585250" y="78588"/>
                </a:cubicBezTo>
                <a:cubicBezTo>
                  <a:pt x="1590360" y="72159"/>
                  <a:pt x="1592916" y="64336"/>
                  <a:pt x="1592916" y="55118"/>
                </a:cubicBezTo>
                <a:close/>
                <a:moveTo>
                  <a:pt x="1634443" y="27167"/>
                </a:moveTo>
                <a:lnTo>
                  <a:pt x="1652734" y="27167"/>
                </a:lnTo>
                <a:lnTo>
                  <a:pt x="1650851" y="36461"/>
                </a:lnTo>
                <a:cubicBezTo>
                  <a:pt x="1655423" y="32487"/>
                  <a:pt x="1659693" y="29653"/>
                  <a:pt x="1663661" y="27959"/>
                </a:cubicBezTo>
                <a:cubicBezTo>
                  <a:pt x="1667628" y="26265"/>
                  <a:pt x="1671809" y="25419"/>
                  <a:pt x="1676202" y="25419"/>
                </a:cubicBezTo>
                <a:cubicBezTo>
                  <a:pt x="1682075" y="25419"/>
                  <a:pt x="1686703" y="27105"/>
                  <a:pt x="1690088" y="30479"/>
                </a:cubicBezTo>
                <a:cubicBezTo>
                  <a:pt x="1693473" y="33852"/>
                  <a:pt x="1695165" y="38328"/>
                  <a:pt x="1695165" y="43907"/>
                </a:cubicBezTo>
                <a:cubicBezTo>
                  <a:pt x="1695165" y="46414"/>
                  <a:pt x="1694425" y="51168"/>
                  <a:pt x="1692946" y="58167"/>
                </a:cubicBezTo>
                <a:lnTo>
                  <a:pt x="1684540" y="98581"/>
                </a:lnTo>
                <a:lnTo>
                  <a:pt x="1665241" y="98581"/>
                </a:lnTo>
                <a:lnTo>
                  <a:pt x="1673714" y="58028"/>
                </a:lnTo>
                <a:cubicBezTo>
                  <a:pt x="1674969" y="51969"/>
                  <a:pt x="1675597" y="48357"/>
                  <a:pt x="1675597" y="47193"/>
                </a:cubicBezTo>
                <a:cubicBezTo>
                  <a:pt x="1675597" y="44732"/>
                  <a:pt x="1674868" y="42796"/>
                  <a:pt x="1673411" y="41387"/>
                </a:cubicBezTo>
                <a:cubicBezTo>
                  <a:pt x="1671954" y="39976"/>
                  <a:pt x="1669926" y="39271"/>
                  <a:pt x="1667326" y="39271"/>
                </a:cubicBezTo>
                <a:cubicBezTo>
                  <a:pt x="1664501" y="39271"/>
                  <a:pt x="1661363" y="40459"/>
                  <a:pt x="1657911" y="42835"/>
                </a:cubicBezTo>
                <a:cubicBezTo>
                  <a:pt x="1654460" y="45211"/>
                  <a:pt x="1651747" y="48349"/>
                  <a:pt x="1649775" y="52249"/>
                </a:cubicBezTo>
                <a:cubicBezTo>
                  <a:pt x="1648340" y="55030"/>
                  <a:pt x="1646726" y="60702"/>
                  <a:pt x="1644933" y="69264"/>
                </a:cubicBezTo>
                <a:lnTo>
                  <a:pt x="1638814" y="98581"/>
                </a:lnTo>
                <a:lnTo>
                  <a:pt x="1619515" y="98581"/>
                </a:lnTo>
                <a:lnTo>
                  <a:pt x="1634443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f">
            <a:extLst xmlns:a="http://schemas.openxmlformats.org/drawingml/2006/main">
              <a:ext uri="{FF2B5EF4-FFF2-40B4-BE49-F238E27FC236}">
                <a16:creationId xmlns:a16="http://schemas.microsoft.com/office/drawing/2014/main" id="{F01F166C-6576-4155-B2B9-15DD77D2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71" y="4309687"/>
            <a:ext cx="57427" cy="100329"/>
          </a:xfrm>
          <a:custGeom xmlns:a="http://schemas.openxmlformats.org/drawingml/2006/main">
            <a:pathLst>
              <a:path w="57427" h="100329">
                <a:moveTo>
                  <a:pt x="47878" y="28915"/>
                </a:moveTo>
                <a:lnTo>
                  <a:pt x="44919" y="43037"/>
                </a:lnTo>
                <a:lnTo>
                  <a:pt x="31269" y="43037"/>
                </a:lnTo>
                <a:lnTo>
                  <a:pt x="19299" y="100329"/>
                </a:lnTo>
                <a:lnTo>
                  <a:pt x="0" y="100329"/>
                </a:lnTo>
                <a:lnTo>
                  <a:pt x="11970" y="43037"/>
                </a:lnTo>
                <a:lnTo>
                  <a:pt x="1210" y="43037"/>
                </a:lnTo>
                <a:lnTo>
                  <a:pt x="4169" y="28915"/>
                </a:lnTo>
                <a:lnTo>
                  <a:pt x="14928" y="28915"/>
                </a:lnTo>
                <a:lnTo>
                  <a:pt x="16475" y="21569"/>
                </a:lnTo>
                <a:cubicBezTo>
                  <a:pt x="17730" y="15548"/>
                  <a:pt x="18918" y="11481"/>
                  <a:pt x="20039" y="9368"/>
                </a:cubicBezTo>
                <a:cubicBezTo>
                  <a:pt x="21563" y="6493"/>
                  <a:pt x="23838" y="4213"/>
                  <a:pt x="26864" y="2528"/>
                </a:cubicBezTo>
                <a:cubicBezTo>
                  <a:pt x="29890" y="843"/>
                  <a:pt x="33847" y="0"/>
                  <a:pt x="38733" y="0"/>
                </a:cubicBezTo>
                <a:cubicBezTo>
                  <a:pt x="44651" y="0"/>
                  <a:pt x="50882" y="1066"/>
                  <a:pt x="57427" y="3198"/>
                </a:cubicBezTo>
                <a:lnTo>
                  <a:pt x="53661" y="16878"/>
                </a:lnTo>
                <a:cubicBezTo>
                  <a:pt x="49044" y="15309"/>
                  <a:pt x="45301" y="14525"/>
                  <a:pt x="42431" y="14525"/>
                </a:cubicBezTo>
                <a:cubicBezTo>
                  <a:pt x="40235" y="14525"/>
                  <a:pt x="38598" y="15235"/>
                  <a:pt x="37523" y="16656"/>
                </a:cubicBezTo>
                <a:cubicBezTo>
                  <a:pt x="36805" y="17572"/>
                  <a:pt x="36066" y="19977"/>
                  <a:pt x="35303" y="23870"/>
                </a:cubicBezTo>
                <a:lnTo>
                  <a:pt x="34228" y="28915"/>
                </a:lnTo>
                <a:lnTo>
                  <a:pt x="47878" y="28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or">
            <a:extLst xmlns:a="http://schemas.openxmlformats.org/drawingml/2006/main">
              <a:ext uri="{FF2B5EF4-FFF2-40B4-BE49-F238E27FC236}">
                <a16:creationId xmlns:a16="http://schemas.microsoft.com/office/drawing/2014/main" id="{3626BB2D-8FD1-4E77-81AA-B2C99C1F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818" y="4336854"/>
            <a:ext cx="141117" cy="74911"/>
          </a:xfrm>
          <a:custGeom xmlns:a="http://schemas.openxmlformats.org/drawingml/2006/main">
            <a:pathLst>
              <a:path w="141117" h="74911">
                <a:moveTo>
                  <a:pt x="0" y="43518"/>
                </a:moveTo>
                <a:cubicBezTo>
                  <a:pt x="0" y="30269"/>
                  <a:pt x="3732" y="19704"/>
                  <a:pt x="11196" y="11822"/>
                </a:cubicBezTo>
                <a:cubicBezTo>
                  <a:pt x="18660" y="3941"/>
                  <a:pt x="28467" y="0"/>
                  <a:pt x="40616" y="0"/>
                </a:cubicBezTo>
                <a:cubicBezTo>
                  <a:pt x="51151" y="0"/>
                  <a:pt x="59377" y="2908"/>
                  <a:pt x="65295" y="8725"/>
                </a:cubicBezTo>
                <a:cubicBezTo>
                  <a:pt x="71212" y="14540"/>
                  <a:pt x="74171" y="22366"/>
                  <a:pt x="74171" y="32202"/>
                </a:cubicBezTo>
                <a:cubicBezTo>
                  <a:pt x="74171" y="43788"/>
                  <a:pt x="70472" y="53802"/>
                  <a:pt x="63076" y="62246"/>
                </a:cubicBezTo>
                <a:cubicBezTo>
                  <a:pt x="55679" y="70689"/>
                  <a:pt x="45771" y="74911"/>
                  <a:pt x="33353" y="74911"/>
                </a:cubicBezTo>
                <a:cubicBezTo>
                  <a:pt x="26629" y="74911"/>
                  <a:pt x="20667" y="73564"/>
                  <a:pt x="15466" y="70870"/>
                </a:cubicBezTo>
                <a:cubicBezTo>
                  <a:pt x="10266" y="68174"/>
                  <a:pt x="6388" y="64357"/>
                  <a:pt x="3833" y="59417"/>
                </a:cubicBezTo>
                <a:cubicBezTo>
                  <a:pt x="1278" y="54476"/>
                  <a:pt x="0" y="49176"/>
                  <a:pt x="0" y="43518"/>
                </a:cubicBezTo>
                <a:moveTo>
                  <a:pt x="55006" y="29699"/>
                </a:moveTo>
                <a:cubicBezTo>
                  <a:pt x="55006" y="25114"/>
                  <a:pt x="53673" y="21438"/>
                  <a:pt x="51005" y="18673"/>
                </a:cubicBezTo>
                <a:cubicBezTo>
                  <a:pt x="48338" y="15908"/>
                  <a:pt x="44897" y="14525"/>
                  <a:pt x="40683" y="14525"/>
                </a:cubicBezTo>
                <a:cubicBezTo>
                  <a:pt x="36514" y="14525"/>
                  <a:pt x="32815" y="15818"/>
                  <a:pt x="29588" y="18404"/>
                </a:cubicBezTo>
                <a:cubicBezTo>
                  <a:pt x="26360" y="20989"/>
                  <a:pt x="23849" y="24743"/>
                  <a:pt x="22056" y="29668"/>
                </a:cubicBezTo>
                <a:cubicBezTo>
                  <a:pt x="20263" y="34590"/>
                  <a:pt x="19366" y="39120"/>
                  <a:pt x="19366" y="43255"/>
                </a:cubicBezTo>
                <a:cubicBezTo>
                  <a:pt x="19366" y="48381"/>
                  <a:pt x="20756" y="52451"/>
                  <a:pt x="23536" y="55464"/>
                </a:cubicBezTo>
                <a:cubicBezTo>
                  <a:pt x="26315" y="58476"/>
                  <a:pt x="29812" y="59982"/>
                  <a:pt x="34026" y="59982"/>
                </a:cubicBezTo>
                <a:cubicBezTo>
                  <a:pt x="39316" y="59982"/>
                  <a:pt x="43754" y="57711"/>
                  <a:pt x="47340" y="53170"/>
                </a:cubicBezTo>
                <a:cubicBezTo>
                  <a:pt x="52451" y="46741"/>
                  <a:pt x="55006" y="38917"/>
                  <a:pt x="55006" y="29699"/>
                </a:cubicBezTo>
                <a:close/>
                <a:moveTo>
                  <a:pt x="95189" y="1748"/>
                </a:moveTo>
                <a:lnTo>
                  <a:pt x="113210" y="1748"/>
                </a:lnTo>
                <a:lnTo>
                  <a:pt x="110319" y="15571"/>
                </a:lnTo>
                <a:cubicBezTo>
                  <a:pt x="117043" y="5190"/>
                  <a:pt x="124328" y="0"/>
                  <a:pt x="132173" y="0"/>
                </a:cubicBezTo>
                <a:cubicBezTo>
                  <a:pt x="134953" y="0"/>
                  <a:pt x="137934" y="695"/>
                  <a:pt x="141117" y="2085"/>
                </a:cubicBezTo>
                <a:lnTo>
                  <a:pt x="133720" y="17887"/>
                </a:lnTo>
                <a:cubicBezTo>
                  <a:pt x="131972" y="17259"/>
                  <a:pt x="130111" y="16946"/>
                  <a:pt x="128139" y="16946"/>
                </a:cubicBezTo>
                <a:cubicBezTo>
                  <a:pt x="124821" y="16946"/>
                  <a:pt x="121448" y="18204"/>
                  <a:pt x="118018" y="20720"/>
                </a:cubicBezTo>
                <a:cubicBezTo>
                  <a:pt x="114589" y="23234"/>
                  <a:pt x="111910" y="26592"/>
                  <a:pt x="109982" y="30792"/>
                </a:cubicBezTo>
                <a:cubicBezTo>
                  <a:pt x="108055" y="34990"/>
                  <a:pt x="106150" y="41649"/>
                  <a:pt x="104267" y="50768"/>
                </a:cubicBezTo>
                <a:lnTo>
                  <a:pt x="99560" y="73162"/>
                </a:lnTo>
                <a:lnTo>
                  <a:pt x="80260" y="73162"/>
                </a:lnTo>
                <a:lnTo>
                  <a:pt x="95189" y="1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matf">
            <a:extLst xmlns:a="http://schemas.openxmlformats.org/drawingml/2006/main">
              <a:ext uri="{FF2B5EF4-FFF2-40B4-BE49-F238E27FC236}">
                <a16:creationId xmlns:a16="http://schemas.microsoft.com/office/drawing/2014/main" id="{49594C1B-445B-4FB9-8CA1-0E474CB5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106" y="4309687"/>
            <a:ext cx="343001" cy="102078"/>
          </a:xfrm>
          <a:custGeom xmlns:a="http://schemas.openxmlformats.org/drawingml/2006/main">
            <a:pathLst>
              <a:path w="343001" h="102078">
                <a:moveTo>
                  <a:pt x="14928" y="28915"/>
                </a:moveTo>
                <a:lnTo>
                  <a:pt x="33084" y="28915"/>
                </a:lnTo>
                <a:lnTo>
                  <a:pt x="31269" y="37588"/>
                </a:lnTo>
                <a:cubicBezTo>
                  <a:pt x="38352" y="30640"/>
                  <a:pt x="45794" y="27167"/>
                  <a:pt x="53594" y="27167"/>
                </a:cubicBezTo>
                <a:cubicBezTo>
                  <a:pt x="58974" y="27167"/>
                  <a:pt x="63120" y="28294"/>
                  <a:pt x="66034" y="30548"/>
                </a:cubicBezTo>
                <a:cubicBezTo>
                  <a:pt x="68948" y="32801"/>
                  <a:pt x="70809" y="35910"/>
                  <a:pt x="71616" y="39876"/>
                </a:cubicBezTo>
                <a:cubicBezTo>
                  <a:pt x="74081" y="36270"/>
                  <a:pt x="77623" y="33250"/>
                  <a:pt x="82240" y="30817"/>
                </a:cubicBezTo>
                <a:cubicBezTo>
                  <a:pt x="86858" y="28384"/>
                  <a:pt x="91655" y="27167"/>
                  <a:pt x="96631" y="27167"/>
                </a:cubicBezTo>
                <a:cubicBezTo>
                  <a:pt x="102324" y="27167"/>
                  <a:pt x="106762" y="28699"/>
                  <a:pt x="109945" y="31763"/>
                </a:cubicBezTo>
                <a:cubicBezTo>
                  <a:pt x="113128" y="34826"/>
                  <a:pt x="114720" y="38882"/>
                  <a:pt x="114720" y="43930"/>
                </a:cubicBezTo>
                <a:cubicBezTo>
                  <a:pt x="114720" y="46379"/>
                  <a:pt x="114092" y="50627"/>
                  <a:pt x="112837" y="56675"/>
                </a:cubicBezTo>
                <a:lnTo>
                  <a:pt x="103691" y="100329"/>
                </a:lnTo>
                <a:lnTo>
                  <a:pt x="84392" y="100329"/>
                </a:lnTo>
                <a:lnTo>
                  <a:pt x="93537" y="56670"/>
                </a:lnTo>
                <a:cubicBezTo>
                  <a:pt x="94658" y="51201"/>
                  <a:pt x="95219" y="48109"/>
                  <a:pt x="95219" y="47393"/>
                </a:cubicBezTo>
                <a:cubicBezTo>
                  <a:pt x="95219" y="45425"/>
                  <a:pt x="94625" y="43870"/>
                  <a:pt x="93437" y="42730"/>
                </a:cubicBezTo>
                <a:cubicBezTo>
                  <a:pt x="92249" y="41589"/>
                  <a:pt x="90467" y="41019"/>
                  <a:pt x="88091" y="41019"/>
                </a:cubicBezTo>
                <a:cubicBezTo>
                  <a:pt x="83294" y="41019"/>
                  <a:pt x="79013" y="43551"/>
                  <a:pt x="75247" y="48616"/>
                </a:cubicBezTo>
                <a:cubicBezTo>
                  <a:pt x="72512" y="52247"/>
                  <a:pt x="70181" y="58679"/>
                  <a:pt x="68253" y="67911"/>
                </a:cubicBezTo>
                <a:lnTo>
                  <a:pt x="61462" y="100329"/>
                </a:lnTo>
                <a:lnTo>
                  <a:pt x="42162" y="100329"/>
                </a:lnTo>
                <a:lnTo>
                  <a:pt x="51173" y="57158"/>
                </a:lnTo>
                <a:cubicBezTo>
                  <a:pt x="52204" y="52182"/>
                  <a:pt x="52720" y="48954"/>
                  <a:pt x="52720" y="47475"/>
                </a:cubicBezTo>
                <a:cubicBezTo>
                  <a:pt x="52720" y="45592"/>
                  <a:pt x="52081" y="44045"/>
                  <a:pt x="50803" y="42835"/>
                </a:cubicBezTo>
                <a:cubicBezTo>
                  <a:pt x="49526" y="41624"/>
                  <a:pt x="47766" y="41019"/>
                  <a:pt x="45525" y="41019"/>
                </a:cubicBezTo>
                <a:cubicBezTo>
                  <a:pt x="43418" y="41019"/>
                  <a:pt x="41243" y="41647"/>
                  <a:pt x="39002" y="42902"/>
                </a:cubicBezTo>
                <a:cubicBezTo>
                  <a:pt x="36760" y="44157"/>
                  <a:pt x="34799" y="45884"/>
                  <a:pt x="33118" y="48082"/>
                </a:cubicBezTo>
                <a:cubicBezTo>
                  <a:pt x="31437" y="50279"/>
                  <a:pt x="29991" y="53103"/>
                  <a:pt x="28781" y="56555"/>
                </a:cubicBezTo>
                <a:cubicBezTo>
                  <a:pt x="28243" y="58169"/>
                  <a:pt x="27369" y="61823"/>
                  <a:pt x="26158" y="67518"/>
                </a:cubicBezTo>
                <a:lnTo>
                  <a:pt x="19299" y="100329"/>
                </a:lnTo>
                <a:lnTo>
                  <a:pt x="0" y="100329"/>
                </a:lnTo>
                <a:lnTo>
                  <a:pt x="14928" y="28915"/>
                </a:lnTo>
                <a:close/>
                <a:moveTo>
                  <a:pt x="150255" y="49089"/>
                </a:moveTo>
                <a:lnTo>
                  <a:pt x="131426" y="47487"/>
                </a:lnTo>
                <a:cubicBezTo>
                  <a:pt x="133578" y="41117"/>
                  <a:pt x="137332" y="36138"/>
                  <a:pt x="142690" y="32551"/>
                </a:cubicBezTo>
                <a:cubicBezTo>
                  <a:pt x="148047" y="28961"/>
                  <a:pt x="155141" y="27167"/>
                  <a:pt x="163973" y="27167"/>
                </a:cubicBezTo>
                <a:cubicBezTo>
                  <a:pt x="173163" y="27167"/>
                  <a:pt x="179954" y="29018"/>
                  <a:pt x="184348" y="32721"/>
                </a:cubicBezTo>
                <a:cubicBezTo>
                  <a:pt x="188741" y="36422"/>
                  <a:pt x="190938" y="40942"/>
                  <a:pt x="190938" y="46281"/>
                </a:cubicBezTo>
                <a:cubicBezTo>
                  <a:pt x="190938" y="48436"/>
                  <a:pt x="190747" y="50725"/>
                  <a:pt x="190366" y="53149"/>
                </a:cubicBezTo>
                <a:cubicBezTo>
                  <a:pt x="189985" y="55571"/>
                  <a:pt x="188651" y="61942"/>
                  <a:pt x="186365" y="72263"/>
                </a:cubicBezTo>
                <a:cubicBezTo>
                  <a:pt x="184482" y="80788"/>
                  <a:pt x="183541" y="86756"/>
                  <a:pt x="183541" y="90167"/>
                </a:cubicBezTo>
                <a:cubicBezTo>
                  <a:pt x="183541" y="93218"/>
                  <a:pt x="184079" y="96605"/>
                  <a:pt x="185155" y="100329"/>
                </a:cubicBezTo>
                <a:lnTo>
                  <a:pt x="166393" y="100329"/>
                </a:lnTo>
                <a:cubicBezTo>
                  <a:pt x="165631" y="97729"/>
                  <a:pt x="165161" y="95039"/>
                  <a:pt x="164981" y="92260"/>
                </a:cubicBezTo>
                <a:cubicBezTo>
                  <a:pt x="162157" y="95398"/>
                  <a:pt x="158907" y="97819"/>
                  <a:pt x="155231" y="99522"/>
                </a:cubicBezTo>
                <a:cubicBezTo>
                  <a:pt x="151555" y="101226"/>
                  <a:pt x="147856" y="102078"/>
                  <a:pt x="144135" y="102078"/>
                </a:cubicBezTo>
                <a:cubicBezTo>
                  <a:pt x="138218" y="102078"/>
                  <a:pt x="133331" y="100136"/>
                  <a:pt x="129476" y="96252"/>
                </a:cubicBezTo>
                <a:cubicBezTo>
                  <a:pt x="125621" y="92369"/>
                  <a:pt x="123693" y="87375"/>
                  <a:pt x="123693" y="81269"/>
                </a:cubicBezTo>
                <a:cubicBezTo>
                  <a:pt x="123693" y="74446"/>
                  <a:pt x="125811" y="68991"/>
                  <a:pt x="130048" y="64906"/>
                </a:cubicBezTo>
                <a:cubicBezTo>
                  <a:pt x="134284" y="60821"/>
                  <a:pt x="141849" y="58352"/>
                  <a:pt x="152743" y="57498"/>
                </a:cubicBezTo>
                <a:cubicBezTo>
                  <a:pt x="161933" y="56735"/>
                  <a:pt x="168074" y="55815"/>
                  <a:pt x="171168" y="54737"/>
                </a:cubicBezTo>
                <a:cubicBezTo>
                  <a:pt x="171975" y="52047"/>
                  <a:pt x="172378" y="49896"/>
                  <a:pt x="172378" y="48282"/>
                </a:cubicBezTo>
                <a:cubicBezTo>
                  <a:pt x="172378" y="46220"/>
                  <a:pt x="171549" y="44494"/>
                  <a:pt x="169890" y="43104"/>
                </a:cubicBezTo>
                <a:cubicBezTo>
                  <a:pt x="168231" y="41714"/>
                  <a:pt x="165766" y="41019"/>
                  <a:pt x="162493" y="41019"/>
                </a:cubicBezTo>
                <a:cubicBezTo>
                  <a:pt x="159041" y="41019"/>
                  <a:pt x="156318" y="41720"/>
                  <a:pt x="154323" y="43121"/>
                </a:cubicBezTo>
                <a:cubicBezTo>
                  <a:pt x="152328" y="44520"/>
                  <a:pt x="150972" y="46510"/>
                  <a:pt x="150255" y="49089"/>
                </a:cubicBezTo>
                <a:moveTo>
                  <a:pt x="168612" y="66976"/>
                </a:moveTo>
                <a:cubicBezTo>
                  <a:pt x="167447" y="67291"/>
                  <a:pt x="165900" y="67583"/>
                  <a:pt x="163973" y="67852"/>
                </a:cubicBezTo>
                <a:cubicBezTo>
                  <a:pt x="154289" y="69022"/>
                  <a:pt x="147968" y="70731"/>
                  <a:pt x="145010" y="72979"/>
                </a:cubicBezTo>
                <a:cubicBezTo>
                  <a:pt x="142903" y="74599"/>
                  <a:pt x="141849" y="76781"/>
                  <a:pt x="141849" y="79525"/>
                </a:cubicBezTo>
                <a:cubicBezTo>
                  <a:pt x="141849" y="81774"/>
                  <a:pt x="142656" y="83674"/>
                  <a:pt x="144270" y="85226"/>
                </a:cubicBezTo>
                <a:cubicBezTo>
                  <a:pt x="145884" y="86777"/>
                  <a:pt x="148013" y="87553"/>
                  <a:pt x="150658" y="87553"/>
                </a:cubicBezTo>
                <a:cubicBezTo>
                  <a:pt x="153572" y="87553"/>
                  <a:pt x="156318" y="86844"/>
                  <a:pt x="158896" y="85428"/>
                </a:cubicBezTo>
                <a:cubicBezTo>
                  <a:pt x="161473" y="84010"/>
                  <a:pt x="163401" y="82188"/>
                  <a:pt x="164679" y="79962"/>
                </a:cubicBezTo>
                <a:cubicBezTo>
                  <a:pt x="165956" y="77736"/>
                  <a:pt x="167088" y="74262"/>
                  <a:pt x="168074" y="69539"/>
                </a:cubicBezTo>
                <a:lnTo>
                  <a:pt x="168612" y="66976"/>
                </a:lnTo>
                <a:close/>
                <a:moveTo>
                  <a:pt x="204372" y="43306"/>
                </a:moveTo>
                <a:lnTo>
                  <a:pt x="207331" y="28915"/>
                </a:lnTo>
                <a:lnTo>
                  <a:pt x="216825" y="28915"/>
                </a:lnTo>
                <a:lnTo>
                  <a:pt x="219170" y="17484"/>
                </a:lnTo>
                <a:lnTo>
                  <a:pt x="241222" y="4169"/>
                </a:lnTo>
                <a:lnTo>
                  <a:pt x="236124" y="28915"/>
                </a:lnTo>
                <a:lnTo>
                  <a:pt x="247812" y="28915"/>
                </a:lnTo>
                <a:lnTo>
                  <a:pt x="244853" y="43306"/>
                </a:lnTo>
                <a:lnTo>
                  <a:pt x="233159" y="43306"/>
                </a:lnTo>
                <a:lnTo>
                  <a:pt x="226764" y="73238"/>
                </a:lnTo>
                <a:cubicBezTo>
                  <a:pt x="225644" y="78655"/>
                  <a:pt x="225083" y="81744"/>
                  <a:pt x="225083" y="82505"/>
                </a:cubicBezTo>
                <a:cubicBezTo>
                  <a:pt x="225083" y="83986"/>
                  <a:pt x="225554" y="85142"/>
                  <a:pt x="226495" y="85972"/>
                </a:cubicBezTo>
                <a:cubicBezTo>
                  <a:pt x="227437" y="86802"/>
                  <a:pt x="229140" y="87216"/>
                  <a:pt x="231606" y="87216"/>
                </a:cubicBezTo>
                <a:cubicBezTo>
                  <a:pt x="232458" y="87216"/>
                  <a:pt x="234587" y="87060"/>
                  <a:pt x="237994" y="86746"/>
                </a:cubicBezTo>
                <a:lnTo>
                  <a:pt x="234968" y="101069"/>
                </a:lnTo>
                <a:cubicBezTo>
                  <a:pt x="231651" y="101741"/>
                  <a:pt x="228244" y="102078"/>
                  <a:pt x="224747" y="102078"/>
                </a:cubicBezTo>
                <a:cubicBezTo>
                  <a:pt x="217933" y="102078"/>
                  <a:pt x="212979" y="100761"/>
                  <a:pt x="209886" y="98127"/>
                </a:cubicBezTo>
                <a:cubicBezTo>
                  <a:pt x="206793" y="95492"/>
                  <a:pt x="205246" y="91832"/>
                  <a:pt x="205246" y="87149"/>
                </a:cubicBezTo>
                <a:cubicBezTo>
                  <a:pt x="205246" y="84953"/>
                  <a:pt x="206076" y="79886"/>
                  <a:pt x="207734" y="71950"/>
                </a:cubicBezTo>
                <a:lnTo>
                  <a:pt x="213965" y="43306"/>
                </a:lnTo>
                <a:lnTo>
                  <a:pt x="204372" y="43306"/>
                </a:lnTo>
                <a:close/>
                <a:moveTo>
                  <a:pt x="333452" y="28915"/>
                </a:moveTo>
                <a:lnTo>
                  <a:pt x="330493" y="43037"/>
                </a:lnTo>
                <a:lnTo>
                  <a:pt x="316843" y="43037"/>
                </a:lnTo>
                <a:lnTo>
                  <a:pt x="304873" y="100329"/>
                </a:lnTo>
                <a:lnTo>
                  <a:pt x="285574" y="100329"/>
                </a:lnTo>
                <a:lnTo>
                  <a:pt x="297543" y="43037"/>
                </a:lnTo>
                <a:lnTo>
                  <a:pt x="286784" y="43037"/>
                </a:lnTo>
                <a:lnTo>
                  <a:pt x="289743" y="28915"/>
                </a:lnTo>
                <a:lnTo>
                  <a:pt x="300502" y="28915"/>
                </a:lnTo>
                <a:lnTo>
                  <a:pt x="302049" y="21569"/>
                </a:lnTo>
                <a:cubicBezTo>
                  <a:pt x="303304" y="15548"/>
                  <a:pt x="304492" y="11481"/>
                  <a:pt x="305613" y="9368"/>
                </a:cubicBezTo>
                <a:cubicBezTo>
                  <a:pt x="307137" y="6493"/>
                  <a:pt x="309412" y="4213"/>
                  <a:pt x="312438" y="2528"/>
                </a:cubicBezTo>
                <a:cubicBezTo>
                  <a:pt x="315464" y="843"/>
                  <a:pt x="319420" y="0"/>
                  <a:pt x="324307" y="0"/>
                </a:cubicBezTo>
                <a:cubicBezTo>
                  <a:pt x="330224" y="0"/>
                  <a:pt x="336456" y="1066"/>
                  <a:pt x="343001" y="3198"/>
                </a:cubicBezTo>
                <a:lnTo>
                  <a:pt x="339235" y="16878"/>
                </a:lnTo>
                <a:cubicBezTo>
                  <a:pt x="334618" y="15309"/>
                  <a:pt x="330874" y="14525"/>
                  <a:pt x="328005" y="14525"/>
                </a:cubicBezTo>
                <a:cubicBezTo>
                  <a:pt x="325808" y="14525"/>
                  <a:pt x="324172" y="15235"/>
                  <a:pt x="323096" y="16656"/>
                </a:cubicBezTo>
                <a:cubicBezTo>
                  <a:pt x="322379" y="17572"/>
                  <a:pt x="321639" y="19977"/>
                  <a:pt x="320877" y="23870"/>
                </a:cubicBezTo>
                <a:lnTo>
                  <a:pt x="319801" y="28915"/>
                </a:lnTo>
                <a:lnTo>
                  <a:pt x="333452" y="28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orf">
            <a:extLst xmlns:a="http://schemas.openxmlformats.org/drawingml/2006/main">
              <a:ext uri="{FF2B5EF4-FFF2-40B4-BE49-F238E27FC236}">
                <a16:creationId xmlns:a16="http://schemas.microsoft.com/office/drawing/2014/main" id="{2256FCCB-D22D-4FD2-89BB-60297E45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526" y="4309687"/>
            <a:ext cx="232458" cy="102078"/>
          </a:xfrm>
          <a:custGeom xmlns:a="http://schemas.openxmlformats.org/drawingml/2006/main">
            <a:pathLst>
              <a:path w="232458" h="102078">
                <a:moveTo>
                  <a:pt x="0" y="70685"/>
                </a:moveTo>
                <a:cubicBezTo>
                  <a:pt x="0" y="57436"/>
                  <a:pt x="3732" y="46871"/>
                  <a:pt x="11196" y="38989"/>
                </a:cubicBezTo>
                <a:cubicBezTo>
                  <a:pt x="18660" y="31108"/>
                  <a:pt x="28467" y="27167"/>
                  <a:pt x="40616" y="27167"/>
                </a:cubicBezTo>
                <a:cubicBezTo>
                  <a:pt x="51151" y="27167"/>
                  <a:pt x="59377" y="30075"/>
                  <a:pt x="65295" y="35892"/>
                </a:cubicBezTo>
                <a:cubicBezTo>
                  <a:pt x="71212" y="41707"/>
                  <a:pt x="74171" y="49533"/>
                  <a:pt x="74171" y="59369"/>
                </a:cubicBezTo>
                <a:cubicBezTo>
                  <a:pt x="74171" y="70954"/>
                  <a:pt x="70472" y="80969"/>
                  <a:pt x="63076" y="89412"/>
                </a:cubicBezTo>
                <a:cubicBezTo>
                  <a:pt x="55679" y="97856"/>
                  <a:pt x="45771" y="102078"/>
                  <a:pt x="33353" y="102078"/>
                </a:cubicBezTo>
                <a:cubicBezTo>
                  <a:pt x="26629" y="102078"/>
                  <a:pt x="20667" y="100731"/>
                  <a:pt x="15466" y="98037"/>
                </a:cubicBezTo>
                <a:cubicBezTo>
                  <a:pt x="10266" y="95341"/>
                  <a:pt x="6388" y="91524"/>
                  <a:pt x="3833" y="86584"/>
                </a:cubicBezTo>
                <a:cubicBezTo>
                  <a:pt x="1278" y="81643"/>
                  <a:pt x="0" y="76343"/>
                  <a:pt x="0" y="70685"/>
                </a:cubicBezTo>
                <a:moveTo>
                  <a:pt x="55006" y="56866"/>
                </a:moveTo>
                <a:cubicBezTo>
                  <a:pt x="55006" y="52281"/>
                  <a:pt x="53673" y="48605"/>
                  <a:pt x="51005" y="45840"/>
                </a:cubicBezTo>
                <a:cubicBezTo>
                  <a:pt x="48338" y="43074"/>
                  <a:pt x="44897" y="41692"/>
                  <a:pt x="40683" y="41692"/>
                </a:cubicBezTo>
                <a:cubicBezTo>
                  <a:pt x="36514" y="41692"/>
                  <a:pt x="32815" y="42985"/>
                  <a:pt x="29588" y="45571"/>
                </a:cubicBezTo>
                <a:cubicBezTo>
                  <a:pt x="26360" y="48156"/>
                  <a:pt x="23849" y="51910"/>
                  <a:pt x="22056" y="56834"/>
                </a:cubicBezTo>
                <a:cubicBezTo>
                  <a:pt x="20263" y="61757"/>
                  <a:pt x="19366" y="66286"/>
                  <a:pt x="19366" y="70422"/>
                </a:cubicBezTo>
                <a:cubicBezTo>
                  <a:pt x="19366" y="75548"/>
                  <a:pt x="20756" y="79618"/>
                  <a:pt x="23536" y="82631"/>
                </a:cubicBezTo>
                <a:cubicBezTo>
                  <a:pt x="26315" y="85643"/>
                  <a:pt x="29812" y="87149"/>
                  <a:pt x="34026" y="87149"/>
                </a:cubicBezTo>
                <a:cubicBezTo>
                  <a:pt x="39316" y="87149"/>
                  <a:pt x="43754" y="84878"/>
                  <a:pt x="47340" y="80336"/>
                </a:cubicBezTo>
                <a:cubicBezTo>
                  <a:pt x="52451" y="73908"/>
                  <a:pt x="55006" y="66084"/>
                  <a:pt x="55006" y="56866"/>
                </a:cubicBezTo>
                <a:close/>
                <a:moveTo>
                  <a:pt x="95189" y="28915"/>
                </a:moveTo>
                <a:lnTo>
                  <a:pt x="113210" y="28915"/>
                </a:lnTo>
                <a:lnTo>
                  <a:pt x="110319" y="42738"/>
                </a:lnTo>
                <a:cubicBezTo>
                  <a:pt x="117043" y="32357"/>
                  <a:pt x="124328" y="27167"/>
                  <a:pt x="132173" y="27167"/>
                </a:cubicBezTo>
                <a:cubicBezTo>
                  <a:pt x="134953" y="27167"/>
                  <a:pt x="137934" y="27862"/>
                  <a:pt x="141117" y="29251"/>
                </a:cubicBezTo>
                <a:lnTo>
                  <a:pt x="133720" y="45054"/>
                </a:lnTo>
                <a:cubicBezTo>
                  <a:pt x="131972" y="44426"/>
                  <a:pt x="130111" y="44113"/>
                  <a:pt x="128139" y="44113"/>
                </a:cubicBezTo>
                <a:cubicBezTo>
                  <a:pt x="124821" y="44113"/>
                  <a:pt x="121448" y="45371"/>
                  <a:pt x="118018" y="47887"/>
                </a:cubicBezTo>
                <a:cubicBezTo>
                  <a:pt x="114589" y="50401"/>
                  <a:pt x="111910" y="53759"/>
                  <a:pt x="109982" y="57959"/>
                </a:cubicBezTo>
                <a:cubicBezTo>
                  <a:pt x="108055" y="62157"/>
                  <a:pt x="106150" y="68816"/>
                  <a:pt x="104267" y="77935"/>
                </a:cubicBezTo>
                <a:lnTo>
                  <a:pt x="99560" y="100329"/>
                </a:lnTo>
                <a:lnTo>
                  <a:pt x="80260" y="100329"/>
                </a:lnTo>
                <a:lnTo>
                  <a:pt x="95189" y="28915"/>
                </a:lnTo>
                <a:close/>
                <a:moveTo>
                  <a:pt x="222909" y="28915"/>
                </a:moveTo>
                <a:lnTo>
                  <a:pt x="219950" y="43037"/>
                </a:lnTo>
                <a:lnTo>
                  <a:pt x="206299" y="43037"/>
                </a:lnTo>
                <a:lnTo>
                  <a:pt x="194330" y="100329"/>
                </a:lnTo>
                <a:lnTo>
                  <a:pt x="175031" y="100329"/>
                </a:lnTo>
                <a:lnTo>
                  <a:pt x="187000" y="43037"/>
                </a:lnTo>
                <a:lnTo>
                  <a:pt x="176241" y="43037"/>
                </a:lnTo>
                <a:lnTo>
                  <a:pt x="179200" y="28915"/>
                </a:lnTo>
                <a:lnTo>
                  <a:pt x="189959" y="28915"/>
                </a:lnTo>
                <a:lnTo>
                  <a:pt x="191506" y="21569"/>
                </a:lnTo>
                <a:cubicBezTo>
                  <a:pt x="192761" y="15548"/>
                  <a:pt x="193949" y="11481"/>
                  <a:pt x="195069" y="9368"/>
                </a:cubicBezTo>
                <a:cubicBezTo>
                  <a:pt x="196594" y="6493"/>
                  <a:pt x="198869" y="4213"/>
                  <a:pt x="201895" y="2528"/>
                </a:cubicBezTo>
                <a:cubicBezTo>
                  <a:pt x="204921" y="843"/>
                  <a:pt x="208877" y="0"/>
                  <a:pt x="213764" y="0"/>
                </a:cubicBezTo>
                <a:cubicBezTo>
                  <a:pt x="219681" y="0"/>
                  <a:pt x="225912" y="1066"/>
                  <a:pt x="232458" y="3198"/>
                </a:cubicBezTo>
                <a:lnTo>
                  <a:pt x="228692" y="16878"/>
                </a:lnTo>
                <a:cubicBezTo>
                  <a:pt x="224074" y="15309"/>
                  <a:pt x="220331" y="14525"/>
                  <a:pt x="217462" y="14525"/>
                </a:cubicBezTo>
                <a:cubicBezTo>
                  <a:pt x="215265" y="14525"/>
                  <a:pt x="213629" y="15235"/>
                  <a:pt x="212553" y="16656"/>
                </a:cubicBezTo>
                <a:cubicBezTo>
                  <a:pt x="211836" y="17572"/>
                  <a:pt x="211096" y="19977"/>
                  <a:pt x="210334" y="23870"/>
                </a:cubicBezTo>
                <a:lnTo>
                  <a:pt x="209258" y="28915"/>
                </a:lnTo>
                <a:lnTo>
                  <a:pt x="222909" y="28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ine-tunning">
            <a:extLst xmlns:a="http://schemas.openxmlformats.org/drawingml/2006/main">
              <a:ext uri="{FF2B5EF4-FFF2-40B4-BE49-F238E27FC236}">
                <a16:creationId xmlns:a16="http://schemas.microsoft.com/office/drawing/2014/main" id="{A5F7BA2F-AEC5-494F-ACB5-98190E2A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580" y="4311436"/>
            <a:ext cx="745856" cy="127631"/>
          </a:xfrm>
          <a:custGeom xmlns:a="http://schemas.openxmlformats.org/drawingml/2006/main">
            <a:pathLst>
              <a:path w="745856" h="127631">
                <a:moveTo>
                  <a:pt x="20577" y="0"/>
                </a:moveTo>
                <a:lnTo>
                  <a:pt x="39876" y="0"/>
                </a:lnTo>
                <a:lnTo>
                  <a:pt x="36245" y="17484"/>
                </a:lnTo>
                <a:lnTo>
                  <a:pt x="16946" y="17484"/>
                </a:lnTo>
                <a:lnTo>
                  <a:pt x="20577" y="0"/>
                </a:lnTo>
                <a:moveTo>
                  <a:pt x="14928" y="27167"/>
                </a:moveTo>
                <a:lnTo>
                  <a:pt x="34228" y="27167"/>
                </a:ln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53452" y="27167"/>
                </a:moveTo>
                <a:lnTo>
                  <a:pt x="71743" y="27167"/>
                </a:lnTo>
                <a:lnTo>
                  <a:pt x="69860" y="36461"/>
                </a:lnTo>
                <a:cubicBezTo>
                  <a:pt x="74432" y="32487"/>
                  <a:pt x="78702" y="29653"/>
                  <a:pt x="82670" y="27959"/>
                </a:cubicBezTo>
                <a:cubicBezTo>
                  <a:pt x="86637" y="26265"/>
                  <a:pt x="90818" y="25419"/>
                  <a:pt x="95211" y="25419"/>
                </a:cubicBezTo>
                <a:cubicBezTo>
                  <a:pt x="101084" y="25419"/>
                  <a:pt x="105712" y="27105"/>
                  <a:pt x="109097" y="30479"/>
                </a:cubicBezTo>
                <a:cubicBezTo>
                  <a:pt x="112482" y="33852"/>
                  <a:pt x="114174" y="38328"/>
                  <a:pt x="114174" y="43907"/>
                </a:cubicBezTo>
                <a:cubicBezTo>
                  <a:pt x="114174" y="46414"/>
                  <a:pt x="113434" y="51168"/>
                  <a:pt x="111955" y="58167"/>
                </a:cubicBezTo>
                <a:lnTo>
                  <a:pt x="103549" y="98581"/>
                </a:lnTo>
                <a:lnTo>
                  <a:pt x="84250" y="98581"/>
                </a:lnTo>
                <a:lnTo>
                  <a:pt x="92723" y="58028"/>
                </a:lnTo>
                <a:cubicBezTo>
                  <a:pt x="93978" y="51969"/>
                  <a:pt x="94606" y="48357"/>
                  <a:pt x="94606" y="47193"/>
                </a:cubicBezTo>
                <a:cubicBezTo>
                  <a:pt x="94606" y="44732"/>
                  <a:pt x="93877" y="42796"/>
                  <a:pt x="92420" y="41387"/>
                </a:cubicBezTo>
                <a:cubicBezTo>
                  <a:pt x="90963" y="39976"/>
                  <a:pt x="88935" y="39271"/>
                  <a:pt x="86335" y="39271"/>
                </a:cubicBezTo>
                <a:cubicBezTo>
                  <a:pt x="83510" y="39271"/>
                  <a:pt x="80372" y="40459"/>
                  <a:pt x="76921" y="42835"/>
                </a:cubicBezTo>
                <a:cubicBezTo>
                  <a:pt x="73469" y="45211"/>
                  <a:pt x="70756" y="48349"/>
                  <a:pt x="68784" y="52249"/>
                </a:cubicBezTo>
                <a:cubicBezTo>
                  <a:pt x="67349" y="55030"/>
                  <a:pt x="65735" y="60702"/>
                  <a:pt x="63942" y="69264"/>
                </a:cubicBezTo>
                <a:lnTo>
                  <a:pt x="57823" y="98581"/>
                </a:lnTo>
                <a:lnTo>
                  <a:pt x="38524" y="98581"/>
                </a:lnTo>
                <a:lnTo>
                  <a:pt x="53452" y="27167"/>
                </a:lnTo>
                <a:close/>
                <a:moveTo>
                  <a:pt x="191946" y="68859"/>
                </a:moveTo>
                <a:lnTo>
                  <a:pt x="143530" y="68859"/>
                </a:lnTo>
                <a:cubicBezTo>
                  <a:pt x="143485" y="69621"/>
                  <a:pt x="143463" y="70203"/>
                  <a:pt x="143463" y="70607"/>
                </a:cubicBezTo>
                <a:cubicBezTo>
                  <a:pt x="143463" y="75359"/>
                  <a:pt x="144819" y="79192"/>
                  <a:pt x="147531" y="82106"/>
                </a:cubicBezTo>
                <a:cubicBezTo>
                  <a:pt x="150243" y="85020"/>
                  <a:pt x="153550" y="86477"/>
                  <a:pt x="157450" y="86477"/>
                </a:cubicBezTo>
                <a:cubicBezTo>
                  <a:pt x="163860" y="86477"/>
                  <a:pt x="168859" y="83159"/>
                  <a:pt x="172445" y="76525"/>
                </a:cubicBezTo>
                <a:lnTo>
                  <a:pt x="189727" y="79483"/>
                </a:lnTo>
                <a:cubicBezTo>
                  <a:pt x="186365" y="86432"/>
                  <a:pt x="181871" y="91643"/>
                  <a:pt x="176245" y="95118"/>
                </a:cubicBezTo>
                <a:cubicBezTo>
                  <a:pt x="170619" y="98592"/>
                  <a:pt x="164309" y="100329"/>
                  <a:pt x="157315" y="100329"/>
                </a:cubicBezTo>
                <a:cubicBezTo>
                  <a:pt x="147722" y="100329"/>
                  <a:pt x="139921" y="97286"/>
                  <a:pt x="133914" y="91201"/>
                </a:cubicBezTo>
                <a:cubicBezTo>
                  <a:pt x="127907" y="85115"/>
                  <a:pt x="124903" y="77065"/>
                  <a:pt x="124903" y="67051"/>
                </a:cubicBezTo>
                <a:cubicBezTo>
                  <a:pt x="124903" y="57260"/>
                  <a:pt x="127616" y="48547"/>
                  <a:pt x="133040" y="40912"/>
                </a:cubicBezTo>
                <a:cubicBezTo>
                  <a:pt x="140437" y="30583"/>
                  <a:pt x="150994" y="25419"/>
                  <a:pt x="164712" y="25419"/>
                </a:cubicBezTo>
                <a:cubicBezTo>
                  <a:pt x="173454" y="25419"/>
                  <a:pt x="180403" y="28124"/>
                  <a:pt x="185558" y="33534"/>
                </a:cubicBezTo>
                <a:cubicBezTo>
                  <a:pt x="190714" y="38945"/>
                  <a:pt x="193291" y="46521"/>
                  <a:pt x="193291" y="56265"/>
                </a:cubicBezTo>
                <a:cubicBezTo>
                  <a:pt x="193291" y="60934"/>
                  <a:pt x="192843" y="65132"/>
                  <a:pt x="191946" y="68859"/>
                </a:cubicBezTo>
                <a:moveTo>
                  <a:pt x="175673" y="57024"/>
                </a:moveTo>
                <a:cubicBezTo>
                  <a:pt x="175718" y="56175"/>
                  <a:pt x="175740" y="55527"/>
                  <a:pt x="175740" y="55082"/>
                </a:cubicBezTo>
                <a:cubicBezTo>
                  <a:pt x="175740" y="49812"/>
                  <a:pt x="174552" y="45859"/>
                  <a:pt x="172176" y="43224"/>
                </a:cubicBezTo>
                <a:cubicBezTo>
                  <a:pt x="169800" y="40588"/>
                  <a:pt x="166618" y="39271"/>
                  <a:pt x="162628" y="39271"/>
                </a:cubicBezTo>
                <a:cubicBezTo>
                  <a:pt x="158638" y="39271"/>
                  <a:pt x="155063" y="40767"/>
                  <a:pt x="151902" y="43760"/>
                </a:cubicBezTo>
                <a:cubicBezTo>
                  <a:pt x="148742" y="46752"/>
                  <a:pt x="146601" y="51173"/>
                  <a:pt x="145480" y="57024"/>
                </a:cubicBezTo>
                <a:lnTo>
                  <a:pt x="175673" y="57024"/>
                </a:lnTo>
                <a:close/>
                <a:moveTo>
                  <a:pt x="202624" y="53661"/>
                </a:moveTo>
                <a:lnTo>
                  <a:pt x="240079" y="53661"/>
                </a:lnTo>
                <a:lnTo>
                  <a:pt x="236179" y="72355"/>
                </a:lnTo>
                <a:lnTo>
                  <a:pt x="198723" y="72355"/>
                </a:lnTo>
                <a:lnTo>
                  <a:pt x="202624" y="53661"/>
                </a:lnTo>
                <a:close/>
                <a:moveTo>
                  <a:pt x="249672" y="41557"/>
                </a:moveTo>
                <a:lnTo>
                  <a:pt x="252631" y="27167"/>
                </a:lnTo>
                <a:lnTo>
                  <a:pt x="262125" y="27167"/>
                </a:lnTo>
                <a:lnTo>
                  <a:pt x="264470" y="15735"/>
                </a:lnTo>
                <a:lnTo>
                  <a:pt x="286522" y="2421"/>
                </a:lnTo>
                <a:lnTo>
                  <a:pt x="281424" y="27167"/>
                </a:lnTo>
                <a:lnTo>
                  <a:pt x="293112" y="27167"/>
                </a:lnTo>
                <a:lnTo>
                  <a:pt x="290154" y="41557"/>
                </a:lnTo>
                <a:lnTo>
                  <a:pt x="278459" y="41557"/>
                </a:lnTo>
                <a:lnTo>
                  <a:pt x="272065" y="71490"/>
                </a:lnTo>
                <a:cubicBezTo>
                  <a:pt x="270944" y="76907"/>
                  <a:pt x="270384" y="79996"/>
                  <a:pt x="270384" y="80757"/>
                </a:cubicBezTo>
                <a:cubicBezTo>
                  <a:pt x="270384" y="82238"/>
                  <a:pt x="270854" y="83393"/>
                  <a:pt x="271796" y="84224"/>
                </a:cubicBezTo>
                <a:cubicBezTo>
                  <a:pt x="272737" y="85053"/>
                  <a:pt x="274441" y="85468"/>
                  <a:pt x="276906" y="85468"/>
                </a:cubicBezTo>
                <a:cubicBezTo>
                  <a:pt x="277758" y="85468"/>
                  <a:pt x="279888" y="85311"/>
                  <a:pt x="283295" y="84997"/>
                </a:cubicBezTo>
                <a:lnTo>
                  <a:pt x="280269" y="99320"/>
                </a:lnTo>
                <a:cubicBezTo>
                  <a:pt x="276951" y="99993"/>
                  <a:pt x="273544" y="100329"/>
                  <a:pt x="270047" y="100329"/>
                </a:cubicBezTo>
                <a:cubicBezTo>
                  <a:pt x="263233" y="100329"/>
                  <a:pt x="258280" y="99012"/>
                  <a:pt x="255186" y="96379"/>
                </a:cubicBezTo>
                <a:cubicBezTo>
                  <a:pt x="252093" y="93743"/>
                  <a:pt x="250546" y="90084"/>
                  <a:pt x="250546" y="85401"/>
                </a:cubicBezTo>
                <a:cubicBezTo>
                  <a:pt x="250546" y="83204"/>
                  <a:pt x="251376" y="78138"/>
                  <a:pt x="253034" y="70201"/>
                </a:cubicBezTo>
                <a:lnTo>
                  <a:pt x="259265" y="41557"/>
                </a:lnTo>
                <a:lnTo>
                  <a:pt x="249672" y="41557"/>
                </a:lnTo>
                <a:close/>
                <a:moveTo>
                  <a:pt x="305530" y="27167"/>
                </a:moveTo>
                <a:lnTo>
                  <a:pt x="324829" y="27167"/>
                </a:lnTo>
                <a:lnTo>
                  <a:pt x="316020" y="69464"/>
                </a:lnTo>
                <a:cubicBezTo>
                  <a:pt x="314944" y="74530"/>
                  <a:pt x="314406" y="77690"/>
                  <a:pt x="314406" y="78945"/>
                </a:cubicBezTo>
                <a:cubicBezTo>
                  <a:pt x="314406" y="81007"/>
                  <a:pt x="315169" y="82778"/>
                  <a:pt x="316693" y="84258"/>
                </a:cubicBezTo>
                <a:cubicBezTo>
                  <a:pt x="318217" y="85737"/>
                  <a:pt x="320167" y="86477"/>
                  <a:pt x="322543" y="86477"/>
                </a:cubicBezTo>
                <a:cubicBezTo>
                  <a:pt x="324247" y="86477"/>
                  <a:pt x="325928" y="86152"/>
                  <a:pt x="327586" y="85504"/>
                </a:cubicBezTo>
                <a:cubicBezTo>
                  <a:pt x="329245" y="84854"/>
                  <a:pt x="330949" y="83868"/>
                  <a:pt x="332697" y="82547"/>
                </a:cubicBezTo>
                <a:cubicBezTo>
                  <a:pt x="334445" y="81225"/>
                  <a:pt x="336014" y="79712"/>
                  <a:pt x="337404" y="78010"/>
                </a:cubicBezTo>
                <a:cubicBezTo>
                  <a:pt x="338794" y="76308"/>
                  <a:pt x="340094" y="74069"/>
                  <a:pt x="341304" y="71292"/>
                </a:cubicBezTo>
                <a:cubicBezTo>
                  <a:pt x="342156" y="69231"/>
                  <a:pt x="343075" y="65870"/>
                  <a:pt x="344061" y="61207"/>
                </a:cubicBezTo>
                <a:lnTo>
                  <a:pt x="351189" y="27167"/>
                </a:lnTo>
                <a:lnTo>
                  <a:pt x="370489" y="27167"/>
                </a:lnTo>
                <a:lnTo>
                  <a:pt x="355560" y="98581"/>
                </a:lnTo>
                <a:lnTo>
                  <a:pt x="337539" y="98581"/>
                </a:lnTo>
                <a:lnTo>
                  <a:pt x="339556" y="88948"/>
                </a:lnTo>
                <a:cubicBezTo>
                  <a:pt x="331666" y="96535"/>
                  <a:pt x="323081" y="100329"/>
                  <a:pt x="313801" y="100329"/>
                </a:cubicBezTo>
                <a:cubicBezTo>
                  <a:pt x="307929" y="100329"/>
                  <a:pt x="303311" y="98642"/>
                  <a:pt x="299949" y="95269"/>
                </a:cubicBezTo>
                <a:cubicBezTo>
                  <a:pt x="296587" y="91894"/>
                  <a:pt x="294906" y="87372"/>
                  <a:pt x="294906" y="81702"/>
                </a:cubicBezTo>
                <a:cubicBezTo>
                  <a:pt x="294906" y="79237"/>
                  <a:pt x="295668" y="74328"/>
                  <a:pt x="297192" y="66976"/>
                </a:cubicBezTo>
                <a:lnTo>
                  <a:pt x="305530" y="27167"/>
                </a:lnTo>
                <a:close/>
                <a:moveTo>
                  <a:pt x="390094" y="27167"/>
                </a:moveTo>
                <a:lnTo>
                  <a:pt x="408385" y="27167"/>
                </a:lnTo>
                <a:lnTo>
                  <a:pt x="406502" y="36461"/>
                </a:lnTo>
                <a:cubicBezTo>
                  <a:pt x="411075" y="32487"/>
                  <a:pt x="415345" y="29653"/>
                  <a:pt x="419312" y="27959"/>
                </a:cubicBezTo>
                <a:cubicBezTo>
                  <a:pt x="423279" y="26265"/>
                  <a:pt x="427460" y="25419"/>
                  <a:pt x="431853" y="25419"/>
                </a:cubicBezTo>
                <a:cubicBezTo>
                  <a:pt x="437726" y="25419"/>
                  <a:pt x="442355" y="27105"/>
                  <a:pt x="445739" y="30479"/>
                </a:cubicBezTo>
                <a:cubicBezTo>
                  <a:pt x="449124" y="33852"/>
                  <a:pt x="450816" y="38328"/>
                  <a:pt x="450816" y="43907"/>
                </a:cubicBezTo>
                <a:cubicBezTo>
                  <a:pt x="450816" y="46414"/>
                  <a:pt x="450076" y="51168"/>
                  <a:pt x="448597" y="58167"/>
                </a:cubicBezTo>
                <a:lnTo>
                  <a:pt x="440191" y="98581"/>
                </a:lnTo>
                <a:lnTo>
                  <a:pt x="420892" y="98581"/>
                </a:lnTo>
                <a:lnTo>
                  <a:pt x="429365" y="58028"/>
                </a:lnTo>
                <a:cubicBezTo>
                  <a:pt x="430620" y="51969"/>
                  <a:pt x="431248" y="48357"/>
                  <a:pt x="431248" y="47193"/>
                </a:cubicBezTo>
                <a:cubicBezTo>
                  <a:pt x="431248" y="44732"/>
                  <a:pt x="430519" y="42796"/>
                  <a:pt x="429062" y="41387"/>
                </a:cubicBezTo>
                <a:cubicBezTo>
                  <a:pt x="427606" y="39976"/>
                  <a:pt x="425577" y="39271"/>
                  <a:pt x="422977" y="39271"/>
                </a:cubicBezTo>
                <a:cubicBezTo>
                  <a:pt x="420153" y="39271"/>
                  <a:pt x="417014" y="40459"/>
                  <a:pt x="413563" y="42835"/>
                </a:cubicBezTo>
                <a:cubicBezTo>
                  <a:pt x="410111" y="45211"/>
                  <a:pt x="407398" y="48349"/>
                  <a:pt x="405426" y="52249"/>
                </a:cubicBezTo>
                <a:cubicBezTo>
                  <a:pt x="403991" y="55030"/>
                  <a:pt x="402378" y="60702"/>
                  <a:pt x="400584" y="69264"/>
                </a:cubicBezTo>
                <a:lnTo>
                  <a:pt x="394465" y="98581"/>
                </a:lnTo>
                <a:lnTo>
                  <a:pt x="375166" y="98581"/>
                </a:lnTo>
                <a:lnTo>
                  <a:pt x="390094" y="27167"/>
                </a:lnTo>
                <a:close/>
                <a:moveTo>
                  <a:pt x="474255" y="27167"/>
                </a:moveTo>
                <a:lnTo>
                  <a:pt x="492546" y="27167"/>
                </a:lnTo>
                <a:lnTo>
                  <a:pt x="490663" y="36461"/>
                </a:lnTo>
                <a:cubicBezTo>
                  <a:pt x="495235" y="32487"/>
                  <a:pt x="499505" y="29653"/>
                  <a:pt x="503473" y="27959"/>
                </a:cubicBezTo>
                <a:cubicBezTo>
                  <a:pt x="507440" y="26265"/>
                  <a:pt x="511621" y="25419"/>
                  <a:pt x="516014" y="25419"/>
                </a:cubicBezTo>
                <a:cubicBezTo>
                  <a:pt x="521887" y="25419"/>
                  <a:pt x="526515" y="27105"/>
                  <a:pt x="529900" y="30479"/>
                </a:cubicBezTo>
                <a:cubicBezTo>
                  <a:pt x="533285" y="33852"/>
                  <a:pt x="534977" y="38328"/>
                  <a:pt x="534977" y="43907"/>
                </a:cubicBezTo>
                <a:cubicBezTo>
                  <a:pt x="534977" y="46414"/>
                  <a:pt x="534237" y="51168"/>
                  <a:pt x="532758" y="58167"/>
                </a:cubicBezTo>
                <a:lnTo>
                  <a:pt x="524352" y="98581"/>
                </a:lnTo>
                <a:lnTo>
                  <a:pt x="505053" y="98581"/>
                </a:lnTo>
                <a:lnTo>
                  <a:pt x="513526" y="58028"/>
                </a:lnTo>
                <a:cubicBezTo>
                  <a:pt x="514781" y="51969"/>
                  <a:pt x="515409" y="48357"/>
                  <a:pt x="515409" y="47193"/>
                </a:cubicBezTo>
                <a:cubicBezTo>
                  <a:pt x="515409" y="44732"/>
                  <a:pt x="514680" y="42796"/>
                  <a:pt x="513223" y="41387"/>
                </a:cubicBezTo>
                <a:cubicBezTo>
                  <a:pt x="511766" y="39976"/>
                  <a:pt x="509738" y="39271"/>
                  <a:pt x="507138" y="39271"/>
                </a:cubicBezTo>
                <a:cubicBezTo>
                  <a:pt x="504313" y="39271"/>
                  <a:pt x="501175" y="40459"/>
                  <a:pt x="497723" y="42835"/>
                </a:cubicBezTo>
                <a:cubicBezTo>
                  <a:pt x="494271" y="45211"/>
                  <a:pt x="491559" y="48349"/>
                  <a:pt x="489587" y="52249"/>
                </a:cubicBezTo>
                <a:cubicBezTo>
                  <a:pt x="488152" y="55030"/>
                  <a:pt x="486538" y="60702"/>
                  <a:pt x="484745" y="69264"/>
                </a:cubicBezTo>
                <a:lnTo>
                  <a:pt x="478626" y="98581"/>
                </a:lnTo>
                <a:lnTo>
                  <a:pt x="459327" y="98581"/>
                </a:lnTo>
                <a:lnTo>
                  <a:pt x="474255" y="27167"/>
                </a:lnTo>
                <a:close/>
                <a:moveTo>
                  <a:pt x="563795" y="0"/>
                </a:moveTo>
                <a:lnTo>
                  <a:pt x="583094" y="0"/>
                </a:lnTo>
                <a:lnTo>
                  <a:pt x="579463" y="17484"/>
                </a:lnTo>
                <a:lnTo>
                  <a:pt x="560164" y="17484"/>
                </a:lnTo>
                <a:lnTo>
                  <a:pt x="563795" y="0"/>
                </a:lnTo>
                <a:moveTo>
                  <a:pt x="558147" y="27167"/>
                </a:moveTo>
                <a:lnTo>
                  <a:pt x="577446" y="27167"/>
                </a:lnTo>
                <a:lnTo>
                  <a:pt x="562517" y="98581"/>
                </a:lnTo>
                <a:lnTo>
                  <a:pt x="543218" y="98581"/>
                </a:lnTo>
                <a:lnTo>
                  <a:pt x="558147" y="27167"/>
                </a:lnTo>
                <a:close/>
                <a:moveTo>
                  <a:pt x="596670" y="27167"/>
                </a:moveTo>
                <a:lnTo>
                  <a:pt x="614961" y="27167"/>
                </a:lnTo>
                <a:lnTo>
                  <a:pt x="613078" y="36461"/>
                </a:lnTo>
                <a:cubicBezTo>
                  <a:pt x="617650" y="32487"/>
                  <a:pt x="621920" y="29653"/>
                  <a:pt x="625888" y="27959"/>
                </a:cubicBezTo>
                <a:cubicBezTo>
                  <a:pt x="629855" y="26265"/>
                  <a:pt x="634036" y="25419"/>
                  <a:pt x="638429" y="25419"/>
                </a:cubicBezTo>
                <a:cubicBezTo>
                  <a:pt x="644302" y="25419"/>
                  <a:pt x="648930" y="27105"/>
                  <a:pt x="652315" y="30479"/>
                </a:cubicBezTo>
                <a:cubicBezTo>
                  <a:pt x="655700" y="33852"/>
                  <a:pt x="657392" y="38328"/>
                  <a:pt x="657392" y="43907"/>
                </a:cubicBezTo>
                <a:cubicBezTo>
                  <a:pt x="657392" y="46414"/>
                  <a:pt x="656652" y="51168"/>
                  <a:pt x="655173" y="58167"/>
                </a:cubicBezTo>
                <a:lnTo>
                  <a:pt x="646767" y="98581"/>
                </a:lnTo>
                <a:lnTo>
                  <a:pt x="627468" y="98581"/>
                </a:lnTo>
                <a:lnTo>
                  <a:pt x="635941" y="58028"/>
                </a:lnTo>
                <a:cubicBezTo>
                  <a:pt x="637196" y="51969"/>
                  <a:pt x="637824" y="48357"/>
                  <a:pt x="637824" y="47193"/>
                </a:cubicBezTo>
                <a:cubicBezTo>
                  <a:pt x="637824" y="44732"/>
                  <a:pt x="637095" y="42796"/>
                  <a:pt x="635638" y="41387"/>
                </a:cubicBezTo>
                <a:cubicBezTo>
                  <a:pt x="634181" y="39976"/>
                  <a:pt x="632153" y="39271"/>
                  <a:pt x="629553" y="39271"/>
                </a:cubicBezTo>
                <a:cubicBezTo>
                  <a:pt x="626728" y="39271"/>
                  <a:pt x="623590" y="40459"/>
                  <a:pt x="620138" y="42835"/>
                </a:cubicBezTo>
                <a:cubicBezTo>
                  <a:pt x="616687" y="45211"/>
                  <a:pt x="613974" y="48349"/>
                  <a:pt x="612002" y="52249"/>
                </a:cubicBezTo>
                <a:cubicBezTo>
                  <a:pt x="610567" y="55030"/>
                  <a:pt x="608953" y="60702"/>
                  <a:pt x="607160" y="69264"/>
                </a:cubicBezTo>
                <a:lnTo>
                  <a:pt x="601041" y="98581"/>
                </a:lnTo>
                <a:lnTo>
                  <a:pt x="581742" y="98581"/>
                </a:lnTo>
                <a:lnTo>
                  <a:pt x="596670" y="27167"/>
                </a:lnTo>
                <a:close/>
                <a:moveTo>
                  <a:pt x="664625" y="102346"/>
                </a:moveTo>
                <a:lnTo>
                  <a:pt x="685000" y="105305"/>
                </a:lnTo>
                <a:cubicBezTo>
                  <a:pt x="685000" y="107367"/>
                  <a:pt x="685336" y="108925"/>
                  <a:pt x="686008" y="109979"/>
                </a:cubicBezTo>
                <a:cubicBezTo>
                  <a:pt x="686681" y="111032"/>
                  <a:pt x="687768" y="111929"/>
                  <a:pt x="689270" y="112669"/>
                </a:cubicBezTo>
                <a:cubicBezTo>
                  <a:pt x="690772" y="113408"/>
                  <a:pt x="692822" y="113778"/>
                  <a:pt x="695423" y="113778"/>
                </a:cubicBezTo>
                <a:cubicBezTo>
                  <a:pt x="699502" y="113778"/>
                  <a:pt x="702775" y="112970"/>
                  <a:pt x="705240" y="111355"/>
                </a:cubicBezTo>
                <a:cubicBezTo>
                  <a:pt x="707078" y="110099"/>
                  <a:pt x="708580" y="108078"/>
                  <a:pt x="709746" y="105295"/>
                </a:cubicBezTo>
                <a:cubicBezTo>
                  <a:pt x="710463" y="103545"/>
                  <a:pt x="711382" y="99730"/>
                  <a:pt x="712503" y="93851"/>
                </a:cubicBezTo>
                <a:lnTo>
                  <a:pt x="713175" y="90511"/>
                </a:lnTo>
                <a:cubicBezTo>
                  <a:pt x="706496" y="96070"/>
                  <a:pt x="699592" y="98850"/>
                  <a:pt x="692464" y="98850"/>
                </a:cubicBezTo>
                <a:cubicBezTo>
                  <a:pt x="685470" y="98850"/>
                  <a:pt x="679732" y="96382"/>
                  <a:pt x="675249" y="91447"/>
                </a:cubicBezTo>
                <a:cubicBezTo>
                  <a:pt x="670766" y="86511"/>
                  <a:pt x="668525" y="79286"/>
                  <a:pt x="668525" y="69773"/>
                </a:cubicBezTo>
                <a:cubicBezTo>
                  <a:pt x="668525" y="61383"/>
                  <a:pt x="670049" y="53688"/>
                  <a:pt x="673097" y="46689"/>
                </a:cubicBezTo>
                <a:cubicBezTo>
                  <a:pt x="676146" y="39688"/>
                  <a:pt x="680427" y="34394"/>
                  <a:pt x="685941" y="30804"/>
                </a:cubicBezTo>
                <a:cubicBezTo>
                  <a:pt x="691455" y="27214"/>
                  <a:pt x="697081" y="25419"/>
                  <a:pt x="702820" y="25419"/>
                </a:cubicBezTo>
                <a:cubicBezTo>
                  <a:pt x="707571" y="25419"/>
                  <a:pt x="711920" y="26678"/>
                  <a:pt x="715865" y="29197"/>
                </a:cubicBezTo>
                <a:cubicBezTo>
                  <a:pt x="719810" y="31716"/>
                  <a:pt x="722881" y="35247"/>
                  <a:pt x="725078" y="39790"/>
                </a:cubicBezTo>
                <a:lnTo>
                  <a:pt x="727767" y="27167"/>
                </a:lnTo>
                <a:lnTo>
                  <a:pt x="745856" y="27167"/>
                </a:lnTo>
                <a:lnTo>
                  <a:pt x="733483" y="86618"/>
                </a:lnTo>
                <a:cubicBezTo>
                  <a:pt x="731466" y="96196"/>
                  <a:pt x="729762" y="103031"/>
                  <a:pt x="728373" y="107123"/>
                </a:cubicBezTo>
                <a:cubicBezTo>
                  <a:pt x="726983" y="111216"/>
                  <a:pt x="725391" y="114477"/>
                  <a:pt x="723598" y="116905"/>
                </a:cubicBezTo>
                <a:cubicBezTo>
                  <a:pt x="721805" y="119333"/>
                  <a:pt x="719541" y="121368"/>
                  <a:pt x="716806" y="123010"/>
                </a:cubicBezTo>
                <a:cubicBezTo>
                  <a:pt x="714072" y="124651"/>
                  <a:pt x="710844" y="125832"/>
                  <a:pt x="707123" y="126550"/>
                </a:cubicBezTo>
                <a:cubicBezTo>
                  <a:pt x="703402" y="127270"/>
                  <a:pt x="699368" y="127631"/>
                  <a:pt x="695019" y="127631"/>
                </a:cubicBezTo>
                <a:cubicBezTo>
                  <a:pt x="684932" y="127631"/>
                  <a:pt x="677311" y="125900"/>
                  <a:pt x="672156" y="122438"/>
                </a:cubicBezTo>
                <a:cubicBezTo>
                  <a:pt x="667001" y="118978"/>
                  <a:pt x="664423" y="113225"/>
                  <a:pt x="664423" y="105179"/>
                </a:cubicBezTo>
                <a:cubicBezTo>
                  <a:pt x="664423" y="104325"/>
                  <a:pt x="664490" y="103380"/>
                  <a:pt x="664625" y="102346"/>
                </a:cubicBezTo>
                <a:moveTo>
                  <a:pt x="687353" y="67808"/>
                </a:moveTo>
                <a:cubicBezTo>
                  <a:pt x="687353" y="73224"/>
                  <a:pt x="688575" y="77353"/>
                  <a:pt x="691018" y="80196"/>
                </a:cubicBezTo>
                <a:cubicBezTo>
                  <a:pt x="693461" y="83038"/>
                  <a:pt x="696521" y="84459"/>
                  <a:pt x="700197" y="84459"/>
                </a:cubicBezTo>
                <a:cubicBezTo>
                  <a:pt x="703559" y="84459"/>
                  <a:pt x="706821" y="83184"/>
                  <a:pt x="709981" y="80633"/>
                </a:cubicBezTo>
                <a:cubicBezTo>
                  <a:pt x="713142" y="78080"/>
                  <a:pt x="715562" y="74454"/>
                  <a:pt x="717244" y="69754"/>
                </a:cubicBezTo>
                <a:cubicBezTo>
                  <a:pt x="718925" y="65054"/>
                  <a:pt x="719765" y="60510"/>
                  <a:pt x="719765" y="56124"/>
                </a:cubicBezTo>
                <a:cubicBezTo>
                  <a:pt x="719765" y="51065"/>
                  <a:pt x="718398" y="46992"/>
                  <a:pt x="715663" y="43905"/>
                </a:cubicBezTo>
                <a:cubicBezTo>
                  <a:pt x="712929" y="40815"/>
                  <a:pt x="709768" y="39271"/>
                  <a:pt x="706182" y="39271"/>
                </a:cubicBezTo>
                <a:cubicBezTo>
                  <a:pt x="702730" y="39271"/>
                  <a:pt x="699558" y="40636"/>
                  <a:pt x="696667" y="43367"/>
                </a:cubicBezTo>
                <a:cubicBezTo>
                  <a:pt x="693775" y="46097"/>
                  <a:pt x="691388" y="50305"/>
                  <a:pt x="689505" y="55990"/>
                </a:cubicBezTo>
                <a:cubicBezTo>
                  <a:pt x="688071" y="60377"/>
                  <a:pt x="687353" y="64317"/>
                  <a:pt x="687353" y="67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f">
            <a:extLst xmlns:a="http://schemas.openxmlformats.org/drawingml/2006/main">
              <a:ext uri="{FF2B5EF4-FFF2-40B4-BE49-F238E27FC236}">
                <a16:creationId xmlns:a16="http://schemas.microsoft.com/office/drawing/2014/main" id="{FFF35007-FF20-43BA-BC72-BBBE66E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069" y="6090447"/>
            <a:ext cx="57427" cy="100329"/>
          </a:xfrm>
          <a:custGeom xmlns:a="http://schemas.openxmlformats.org/drawingml/2006/main">
            <a:pathLst>
              <a:path w="57427" h="100329">
                <a:moveTo>
                  <a:pt x="47878" y="28915"/>
                </a:moveTo>
                <a:lnTo>
                  <a:pt x="44919" y="43037"/>
                </a:lnTo>
                <a:lnTo>
                  <a:pt x="31269" y="43037"/>
                </a:lnTo>
                <a:lnTo>
                  <a:pt x="19299" y="100329"/>
                </a:lnTo>
                <a:lnTo>
                  <a:pt x="0" y="100329"/>
                </a:lnTo>
                <a:lnTo>
                  <a:pt x="11970" y="43037"/>
                </a:lnTo>
                <a:lnTo>
                  <a:pt x="1210" y="43037"/>
                </a:lnTo>
                <a:lnTo>
                  <a:pt x="4169" y="28915"/>
                </a:lnTo>
                <a:lnTo>
                  <a:pt x="14928" y="28915"/>
                </a:lnTo>
                <a:lnTo>
                  <a:pt x="16475" y="21569"/>
                </a:lnTo>
                <a:cubicBezTo>
                  <a:pt x="17730" y="15548"/>
                  <a:pt x="18918" y="11481"/>
                  <a:pt x="20039" y="9368"/>
                </a:cubicBezTo>
                <a:cubicBezTo>
                  <a:pt x="21563" y="6493"/>
                  <a:pt x="23838" y="4213"/>
                  <a:pt x="26864" y="2528"/>
                </a:cubicBezTo>
                <a:cubicBezTo>
                  <a:pt x="29890" y="843"/>
                  <a:pt x="33847" y="0"/>
                  <a:pt x="38733" y="0"/>
                </a:cubicBezTo>
                <a:cubicBezTo>
                  <a:pt x="44651" y="0"/>
                  <a:pt x="50882" y="1066"/>
                  <a:pt x="57427" y="3198"/>
                </a:cubicBezTo>
                <a:lnTo>
                  <a:pt x="53661" y="16878"/>
                </a:lnTo>
                <a:cubicBezTo>
                  <a:pt x="49044" y="15309"/>
                  <a:pt x="45301" y="14525"/>
                  <a:pt x="42431" y="14525"/>
                </a:cubicBezTo>
                <a:cubicBezTo>
                  <a:pt x="40235" y="14525"/>
                  <a:pt x="38598" y="15235"/>
                  <a:pt x="37523" y="16656"/>
                </a:cubicBezTo>
                <a:cubicBezTo>
                  <a:pt x="36805" y="17572"/>
                  <a:pt x="36066" y="19977"/>
                  <a:pt x="35303" y="23870"/>
                </a:cubicBezTo>
                <a:lnTo>
                  <a:pt x="34228" y="28915"/>
                </a:lnTo>
                <a:lnTo>
                  <a:pt x="47878" y="28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ine-tuneCodeLlama">
            <a:extLst xmlns:a="http://schemas.openxmlformats.org/drawingml/2006/main">
              <a:ext uri="{FF2B5EF4-FFF2-40B4-BE49-F238E27FC236}">
                <a16:creationId xmlns:a16="http://schemas.microsoft.com/office/drawing/2014/main" id="{DF3B175F-6494-4084-B060-41A138AA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092" y="6090447"/>
            <a:ext cx="1307372" cy="102078"/>
          </a:xfrm>
          <a:custGeom xmlns:a="http://schemas.openxmlformats.org/drawingml/2006/main">
            <a:pathLst>
              <a:path w="1307372" h="102078">
                <a:moveTo>
                  <a:pt x="20577" y="1748"/>
                </a:moveTo>
                <a:lnTo>
                  <a:pt x="39876" y="1748"/>
                </a:lnTo>
                <a:lnTo>
                  <a:pt x="36245" y="19232"/>
                </a:lnTo>
                <a:lnTo>
                  <a:pt x="16946" y="19232"/>
                </a:lnTo>
                <a:lnTo>
                  <a:pt x="20577" y="1748"/>
                </a:lnTo>
                <a:moveTo>
                  <a:pt x="14928" y="28915"/>
                </a:moveTo>
                <a:lnTo>
                  <a:pt x="34228" y="28915"/>
                </a:lnTo>
                <a:lnTo>
                  <a:pt x="19299" y="100329"/>
                </a:lnTo>
                <a:lnTo>
                  <a:pt x="0" y="100329"/>
                </a:lnTo>
                <a:lnTo>
                  <a:pt x="14928" y="28915"/>
                </a:lnTo>
                <a:close/>
                <a:moveTo>
                  <a:pt x="53452" y="28915"/>
                </a:moveTo>
                <a:lnTo>
                  <a:pt x="71743" y="28915"/>
                </a:lnTo>
                <a:lnTo>
                  <a:pt x="69860" y="38210"/>
                </a:lnTo>
                <a:cubicBezTo>
                  <a:pt x="74432" y="34235"/>
                  <a:pt x="78702" y="31401"/>
                  <a:pt x="82670" y="29707"/>
                </a:cubicBezTo>
                <a:cubicBezTo>
                  <a:pt x="86637" y="28014"/>
                  <a:pt x="90818" y="27167"/>
                  <a:pt x="95211" y="27167"/>
                </a:cubicBezTo>
                <a:cubicBezTo>
                  <a:pt x="101084" y="27167"/>
                  <a:pt x="105712" y="28854"/>
                  <a:pt x="109097" y="32227"/>
                </a:cubicBezTo>
                <a:cubicBezTo>
                  <a:pt x="112482" y="35600"/>
                  <a:pt x="114174" y="40076"/>
                  <a:pt x="114174" y="45655"/>
                </a:cubicBezTo>
                <a:cubicBezTo>
                  <a:pt x="114174" y="48163"/>
                  <a:pt x="113434" y="52916"/>
                  <a:pt x="111955" y="59915"/>
                </a:cubicBezTo>
                <a:lnTo>
                  <a:pt x="103549" y="100329"/>
                </a:lnTo>
                <a:lnTo>
                  <a:pt x="84250" y="100329"/>
                </a:lnTo>
                <a:lnTo>
                  <a:pt x="92723" y="59776"/>
                </a:lnTo>
                <a:cubicBezTo>
                  <a:pt x="93978" y="53717"/>
                  <a:pt x="94606" y="50106"/>
                  <a:pt x="94606" y="48942"/>
                </a:cubicBezTo>
                <a:cubicBezTo>
                  <a:pt x="94606" y="46480"/>
                  <a:pt x="93877" y="44545"/>
                  <a:pt x="92420" y="43135"/>
                </a:cubicBezTo>
                <a:cubicBezTo>
                  <a:pt x="90963" y="41725"/>
                  <a:pt x="88935" y="41019"/>
                  <a:pt x="86335" y="41019"/>
                </a:cubicBezTo>
                <a:cubicBezTo>
                  <a:pt x="83510" y="41019"/>
                  <a:pt x="80372" y="42207"/>
                  <a:pt x="76921" y="44583"/>
                </a:cubicBezTo>
                <a:cubicBezTo>
                  <a:pt x="73469" y="46959"/>
                  <a:pt x="70756" y="50097"/>
                  <a:pt x="68784" y="53998"/>
                </a:cubicBezTo>
                <a:cubicBezTo>
                  <a:pt x="67349" y="56778"/>
                  <a:pt x="65735" y="62450"/>
                  <a:pt x="63942" y="71013"/>
                </a:cubicBezTo>
                <a:lnTo>
                  <a:pt x="57823" y="100329"/>
                </a:lnTo>
                <a:lnTo>
                  <a:pt x="38524" y="100329"/>
                </a:lnTo>
                <a:lnTo>
                  <a:pt x="53452" y="28915"/>
                </a:lnTo>
                <a:close/>
                <a:moveTo>
                  <a:pt x="191946" y="70607"/>
                </a:moveTo>
                <a:lnTo>
                  <a:pt x="143530" y="70607"/>
                </a:lnTo>
                <a:cubicBezTo>
                  <a:pt x="143485" y="71369"/>
                  <a:pt x="143463" y="71952"/>
                  <a:pt x="143463" y="72355"/>
                </a:cubicBezTo>
                <a:cubicBezTo>
                  <a:pt x="143463" y="77107"/>
                  <a:pt x="144819" y="80940"/>
                  <a:pt x="147531" y="83854"/>
                </a:cubicBezTo>
                <a:cubicBezTo>
                  <a:pt x="150243" y="86768"/>
                  <a:pt x="153550" y="88225"/>
                  <a:pt x="157450" y="88225"/>
                </a:cubicBezTo>
                <a:cubicBezTo>
                  <a:pt x="163860" y="88225"/>
                  <a:pt x="168859" y="84908"/>
                  <a:pt x="172445" y="78273"/>
                </a:cubicBezTo>
                <a:lnTo>
                  <a:pt x="189727" y="81232"/>
                </a:lnTo>
                <a:cubicBezTo>
                  <a:pt x="186365" y="88180"/>
                  <a:pt x="181871" y="93392"/>
                  <a:pt x="176245" y="96866"/>
                </a:cubicBezTo>
                <a:cubicBezTo>
                  <a:pt x="170619" y="100340"/>
                  <a:pt x="164309" y="102078"/>
                  <a:pt x="157315" y="102078"/>
                </a:cubicBezTo>
                <a:cubicBezTo>
                  <a:pt x="147722" y="102078"/>
                  <a:pt x="139921" y="99035"/>
                  <a:pt x="133914" y="92949"/>
                </a:cubicBezTo>
                <a:cubicBezTo>
                  <a:pt x="127907" y="86863"/>
                  <a:pt x="124903" y="78814"/>
                  <a:pt x="124903" y="68800"/>
                </a:cubicBezTo>
                <a:cubicBezTo>
                  <a:pt x="124903" y="59009"/>
                  <a:pt x="127616" y="50296"/>
                  <a:pt x="133040" y="42660"/>
                </a:cubicBezTo>
                <a:cubicBezTo>
                  <a:pt x="140437" y="32331"/>
                  <a:pt x="150994" y="27167"/>
                  <a:pt x="164712" y="27167"/>
                </a:cubicBezTo>
                <a:cubicBezTo>
                  <a:pt x="173454" y="27167"/>
                  <a:pt x="180403" y="29872"/>
                  <a:pt x="185558" y="35282"/>
                </a:cubicBezTo>
                <a:cubicBezTo>
                  <a:pt x="190714" y="40693"/>
                  <a:pt x="193291" y="48270"/>
                  <a:pt x="193291" y="58013"/>
                </a:cubicBezTo>
                <a:cubicBezTo>
                  <a:pt x="193291" y="62683"/>
                  <a:pt x="192843" y="66880"/>
                  <a:pt x="191946" y="70607"/>
                </a:cubicBezTo>
                <a:moveTo>
                  <a:pt x="175673" y="58772"/>
                </a:moveTo>
                <a:cubicBezTo>
                  <a:pt x="175718" y="57923"/>
                  <a:pt x="175740" y="57276"/>
                  <a:pt x="175740" y="56830"/>
                </a:cubicBezTo>
                <a:cubicBezTo>
                  <a:pt x="175740" y="51560"/>
                  <a:pt x="174552" y="47607"/>
                  <a:pt x="172176" y="44972"/>
                </a:cubicBezTo>
                <a:cubicBezTo>
                  <a:pt x="169800" y="42337"/>
                  <a:pt x="166618" y="41019"/>
                  <a:pt x="162628" y="41019"/>
                </a:cubicBezTo>
                <a:cubicBezTo>
                  <a:pt x="158638" y="41019"/>
                  <a:pt x="155063" y="42515"/>
                  <a:pt x="151902" y="45508"/>
                </a:cubicBezTo>
                <a:cubicBezTo>
                  <a:pt x="148742" y="48500"/>
                  <a:pt x="146601" y="52922"/>
                  <a:pt x="145480" y="58772"/>
                </a:cubicBezTo>
                <a:lnTo>
                  <a:pt x="175673" y="58772"/>
                </a:lnTo>
                <a:close/>
                <a:moveTo>
                  <a:pt x="202624" y="55410"/>
                </a:moveTo>
                <a:lnTo>
                  <a:pt x="240079" y="55410"/>
                </a:lnTo>
                <a:lnTo>
                  <a:pt x="236179" y="74104"/>
                </a:lnTo>
                <a:lnTo>
                  <a:pt x="198723" y="74104"/>
                </a:lnTo>
                <a:lnTo>
                  <a:pt x="202624" y="55410"/>
                </a:lnTo>
                <a:close/>
                <a:moveTo>
                  <a:pt x="249673" y="43306"/>
                </a:moveTo>
                <a:lnTo>
                  <a:pt x="252631" y="28915"/>
                </a:lnTo>
                <a:lnTo>
                  <a:pt x="262125" y="28915"/>
                </a:lnTo>
                <a:lnTo>
                  <a:pt x="264471" y="17484"/>
                </a:lnTo>
                <a:lnTo>
                  <a:pt x="286523" y="4169"/>
                </a:lnTo>
                <a:lnTo>
                  <a:pt x="281425" y="28915"/>
                </a:lnTo>
                <a:lnTo>
                  <a:pt x="293113" y="28915"/>
                </a:lnTo>
                <a:lnTo>
                  <a:pt x="290154" y="43306"/>
                </a:lnTo>
                <a:lnTo>
                  <a:pt x="278460" y="43306"/>
                </a:lnTo>
                <a:lnTo>
                  <a:pt x="272065" y="73238"/>
                </a:lnTo>
                <a:cubicBezTo>
                  <a:pt x="270944" y="78655"/>
                  <a:pt x="270384" y="81744"/>
                  <a:pt x="270384" y="82505"/>
                </a:cubicBezTo>
                <a:cubicBezTo>
                  <a:pt x="270384" y="83986"/>
                  <a:pt x="270855" y="85142"/>
                  <a:pt x="271796" y="85972"/>
                </a:cubicBezTo>
                <a:cubicBezTo>
                  <a:pt x="272737" y="86802"/>
                  <a:pt x="274441" y="87216"/>
                  <a:pt x="276907" y="87216"/>
                </a:cubicBezTo>
                <a:cubicBezTo>
                  <a:pt x="277758" y="87216"/>
                  <a:pt x="279888" y="87060"/>
                  <a:pt x="283295" y="86746"/>
                </a:cubicBezTo>
                <a:lnTo>
                  <a:pt x="280269" y="101069"/>
                </a:lnTo>
                <a:cubicBezTo>
                  <a:pt x="276951" y="101741"/>
                  <a:pt x="273544" y="102078"/>
                  <a:pt x="270048" y="102078"/>
                </a:cubicBezTo>
                <a:cubicBezTo>
                  <a:pt x="263234" y="102078"/>
                  <a:pt x="258280" y="100761"/>
                  <a:pt x="255187" y="98127"/>
                </a:cubicBezTo>
                <a:cubicBezTo>
                  <a:pt x="252093" y="95492"/>
                  <a:pt x="250547" y="91832"/>
                  <a:pt x="250547" y="87149"/>
                </a:cubicBezTo>
                <a:cubicBezTo>
                  <a:pt x="250547" y="84953"/>
                  <a:pt x="251376" y="79886"/>
                  <a:pt x="253035" y="71950"/>
                </a:cubicBezTo>
                <a:lnTo>
                  <a:pt x="259265" y="43306"/>
                </a:lnTo>
                <a:lnTo>
                  <a:pt x="249673" y="43306"/>
                </a:lnTo>
                <a:close/>
                <a:moveTo>
                  <a:pt x="305530" y="28915"/>
                </a:moveTo>
                <a:lnTo>
                  <a:pt x="324829" y="28915"/>
                </a:lnTo>
                <a:lnTo>
                  <a:pt x="316020" y="71212"/>
                </a:lnTo>
                <a:cubicBezTo>
                  <a:pt x="314944" y="76278"/>
                  <a:pt x="314406" y="79438"/>
                  <a:pt x="314406" y="80694"/>
                </a:cubicBezTo>
                <a:cubicBezTo>
                  <a:pt x="314406" y="82756"/>
                  <a:pt x="315169" y="84527"/>
                  <a:pt x="316693" y="86006"/>
                </a:cubicBezTo>
                <a:cubicBezTo>
                  <a:pt x="318217" y="87485"/>
                  <a:pt x="320167" y="88225"/>
                  <a:pt x="322543" y="88225"/>
                </a:cubicBezTo>
                <a:cubicBezTo>
                  <a:pt x="324247" y="88225"/>
                  <a:pt x="325928" y="87901"/>
                  <a:pt x="327586" y="87252"/>
                </a:cubicBezTo>
                <a:cubicBezTo>
                  <a:pt x="329245" y="86602"/>
                  <a:pt x="330949" y="85617"/>
                  <a:pt x="332697" y="84295"/>
                </a:cubicBezTo>
                <a:cubicBezTo>
                  <a:pt x="334445" y="82973"/>
                  <a:pt x="336014" y="81461"/>
                  <a:pt x="337404" y="79759"/>
                </a:cubicBezTo>
                <a:cubicBezTo>
                  <a:pt x="338794" y="78056"/>
                  <a:pt x="340094" y="75817"/>
                  <a:pt x="341304" y="73040"/>
                </a:cubicBezTo>
                <a:cubicBezTo>
                  <a:pt x="342156" y="70980"/>
                  <a:pt x="343075" y="67618"/>
                  <a:pt x="344061" y="62956"/>
                </a:cubicBezTo>
                <a:lnTo>
                  <a:pt x="351189" y="28915"/>
                </a:lnTo>
                <a:lnTo>
                  <a:pt x="370489" y="28915"/>
                </a:lnTo>
                <a:lnTo>
                  <a:pt x="355560" y="100329"/>
                </a:lnTo>
                <a:lnTo>
                  <a:pt x="337539" y="100329"/>
                </a:lnTo>
                <a:lnTo>
                  <a:pt x="339556" y="90696"/>
                </a:lnTo>
                <a:cubicBezTo>
                  <a:pt x="331666" y="98284"/>
                  <a:pt x="323081" y="102078"/>
                  <a:pt x="313801" y="102078"/>
                </a:cubicBezTo>
                <a:cubicBezTo>
                  <a:pt x="307929" y="102078"/>
                  <a:pt x="303311" y="100391"/>
                  <a:pt x="299949" y="97017"/>
                </a:cubicBezTo>
                <a:cubicBezTo>
                  <a:pt x="296587" y="93642"/>
                  <a:pt x="294906" y="89120"/>
                  <a:pt x="294906" y="83451"/>
                </a:cubicBezTo>
                <a:cubicBezTo>
                  <a:pt x="294906" y="80985"/>
                  <a:pt x="295668" y="76076"/>
                  <a:pt x="297192" y="68724"/>
                </a:cubicBezTo>
                <a:lnTo>
                  <a:pt x="305530" y="28915"/>
                </a:lnTo>
                <a:close/>
                <a:moveTo>
                  <a:pt x="390094" y="28915"/>
                </a:moveTo>
                <a:lnTo>
                  <a:pt x="408385" y="28915"/>
                </a:lnTo>
                <a:lnTo>
                  <a:pt x="406502" y="38210"/>
                </a:lnTo>
                <a:cubicBezTo>
                  <a:pt x="411075" y="34235"/>
                  <a:pt x="415345" y="31401"/>
                  <a:pt x="419312" y="29707"/>
                </a:cubicBezTo>
                <a:cubicBezTo>
                  <a:pt x="423279" y="28014"/>
                  <a:pt x="427460" y="27167"/>
                  <a:pt x="431853" y="27167"/>
                </a:cubicBezTo>
                <a:cubicBezTo>
                  <a:pt x="437726" y="27167"/>
                  <a:pt x="442355" y="28854"/>
                  <a:pt x="445739" y="32227"/>
                </a:cubicBezTo>
                <a:cubicBezTo>
                  <a:pt x="449124" y="35600"/>
                  <a:pt x="450816" y="40076"/>
                  <a:pt x="450816" y="45655"/>
                </a:cubicBezTo>
                <a:cubicBezTo>
                  <a:pt x="450816" y="48163"/>
                  <a:pt x="450076" y="52916"/>
                  <a:pt x="448597" y="59915"/>
                </a:cubicBezTo>
                <a:lnTo>
                  <a:pt x="440191" y="100329"/>
                </a:lnTo>
                <a:lnTo>
                  <a:pt x="420892" y="100329"/>
                </a:lnTo>
                <a:lnTo>
                  <a:pt x="429365" y="59776"/>
                </a:lnTo>
                <a:cubicBezTo>
                  <a:pt x="430620" y="53717"/>
                  <a:pt x="431248" y="50106"/>
                  <a:pt x="431248" y="48942"/>
                </a:cubicBezTo>
                <a:cubicBezTo>
                  <a:pt x="431248" y="46480"/>
                  <a:pt x="430519" y="44545"/>
                  <a:pt x="429062" y="43135"/>
                </a:cubicBezTo>
                <a:cubicBezTo>
                  <a:pt x="427606" y="41725"/>
                  <a:pt x="425577" y="41019"/>
                  <a:pt x="422977" y="41019"/>
                </a:cubicBezTo>
                <a:cubicBezTo>
                  <a:pt x="420153" y="41019"/>
                  <a:pt x="417014" y="42207"/>
                  <a:pt x="413563" y="44583"/>
                </a:cubicBezTo>
                <a:cubicBezTo>
                  <a:pt x="410111" y="46959"/>
                  <a:pt x="407398" y="50097"/>
                  <a:pt x="405426" y="53998"/>
                </a:cubicBezTo>
                <a:cubicBezTo>
                  <a:pt x="403991" y="56778"/>
                  <a:pt x="402378" y="62450"/>
                  <a:pt x="400584" y="71013"/>
                </a:cubicBezTo>
                <a:lnTo>
                  <a:pt x="394465" y="100329"/>
                </a:lnTo>
                <a:lnTo>
                  <a:pt x="375166" y="100329"/>
                </a:lnTo>
                <a:lnTo>
                  <a:pt x="390094" y="28915"/>
                </a:lnTo>
                <a:close/>
                <a:moveTo>
                  <a:pt x="528589" y="70607"/>
                </a:moveTo>
                <a:lnTo>
                  <a:pt x="480173" y="70607"/>
                </a:lnTo>
                <a:cubicBezTo>
                  <a:pt x="480128" y="71369"/>
                  <a:pt x="480105" y="71952"/>
                  <a:pt x="480105" y="72355"/>
                </a:cubicBezTo>
                <a:cubicBezTo>
                  <a:pt x="480105" y="77107"/>
                  <a:pt x="481461" y="80940"/>
                  <a:pt x="484174" y="83854"/>
                </a:cubicBezTo>
                <a:cubicBezTo>
                  <a:pt x="486886" y="86768"/>
                  <a:pt x="490192" y="88225"/>
                  <a:pt x="494092" y="88225"/>
                </a:cubicBezTo>
                <a:cubicBezTo>
                  <a:pt x="500503" y="88225"/>
                  <a:pt x="505501" y="84908"/>
                  <a:pt x="509088" y="78273"/>
                </a:cubicBezTo>
                <a:lnTo>
                  <a:pt x="526370" y="81232"/>
                </a:lnTo>
                <a:cubicBezTo>
                  <a:pt x="523007" y="88180"/>
                  <a:pt x="518513" y="93392"/>
                  <a:pt x="512887" y="96866"/>
                </a:cubicBezTo>
                <a:cubicBezTo>
                  <a:pt x="507261" y="100340"/>
                  <a:pt x="500951" y="102078"/>
                  <a:pt x="493958" y="102078"/>
                </a:cubicBezTo>
                <a:cubicBezTo>
                  <a:pt x="484364" y="102078"/>
                  <a:pt x="476564" y="99035"/>
                  <a:pt x="470557" y="92949"/>
                </a:cubicBezTo>
                <a:cubicBezTo>
                  <a:pt x="464549" y="86863"/>
                  <a:pt x="461546" y="78814"/>
                  <a:pt x="461546" y="68800"/>
                </a:cubicBezTo>
                <a:cubicBezTo>
                  <a:pt x="461546" y="59009"/>
                  <a:pt x="464258" y="50296"/>
                  <a:pt x="469682" y="42660"/>
                </a:cubicBezTo>
                <a:cubicBezTo>
                  <a:pt x="477079" y="32331"/>
                  <a:pt x="487637" y="27167"/>
                  <a:pt x="501355" y="27167"/>
                </a:cubicBezTo>
                <a:cubicBezTo>
                  <a:pt x="510096" y="27167"/>
                  <a:pt x="517045" y="29872"/>
                  <a:pt x="522200" y="35282"/>
                </a:cubicBezTo>
                <a:cubicBezTo>
                  <a:pt x="527356" y="40693"/>
                  <a:pt x="529934" y="48270"/>
                  <a:pt x="529934" y="58013"/>
                </a:cubicBezTo>
                <a:cubicBezTo>
                  <a:pt x="529934" y="62683"/>
                  <a:pt x="529485" y="66880"/>
                  <a:pt x="528589" y="70607"/>
                </a:cubicBezTo>
                <a:moveTo>
                  <a:pt x="512315" y="58772"/>
                </a:moveTo>
                <a:cubicBezTo>
                  <a:pt x="512360" y="57923"/>
                  <a:pt x="512383" y="57276"/>
                  <a:pt x="512383" y="56830"/>
                </a:cubicBezTo>
                <a:cubicBezTo>
                  <a:pt x="512383" y="51560"/>
                  <a:pt x="511195" y="47607"/>
                  <a:pt x="508819" y="44972"/>
                </a:cubicBezTo>
                <a:cubicBezTo>
                  <a:pt x="506443" y="42337"/>
                  <a:pt x="503260" y="41019"/>
                  <a:pt x="499270" y="41019"/>
                </a:cubicBezTo>
                <a:cubicBezTo>
                  <a:pt x="495280" y="41019"/>
                  <a:pt x="491705" y="42515"/>
                  <a:pt x="488544" y="45508"/>
                </a:cubicBezTo>
                <a:cubicBezTo>
                  <a:pt x="485384" y="48500"/>
                  <a:pt x="483243" y="52922"/>
                  <a:pt x="482123" y="58772"/>
                </a:cubicBezTo>
                <a:lnTo>
                  <a:pt x="512315" y="58772"/>
                </a:lnTo>
                <a:close/>
                <a:moveTo>
                  <a:pt x="645370" y="64824"/>
                </a:moveTo>
                <a:lnTo>
                  <a:pt x="665813" y="67928"/>
                </a:lnTo>
                <a:cubicBezTo>
                  <a:pt x="661823" y="78998"/>
                  <a:pt x="655838" y="87457"/>
                  <a:pt x="647858" y="93306"/>
                </a:cubicBezTo>
                <a:cubicBezTo>
                  <a:pt x="639879" y="99154"/>
                  <a:pt x="630532" y="102078"/>
                  <a:pt x="619817" y="102078"/>
                </a:cubicBezTo>
                <a:cubicBezTo>
                  <a:pt x="607758" y="102078"/>
                  <a:pt x="598333" y="98444"/>
                  <a:pt x="591541" y="91178"/>
                </a:cubicBezTo>
                <a:cubicBezTo>
                  <a:pt x="584749" y="83910"/>
                  <a:pt x="581353" y="73368"/>
                  <a:pt x="581353" y="59552"/>
                </a:cubicBezTo>
                <a:cubicBezTo>
                  <a:pt x="581353" y="48336"/>
                  <a:pt x="583629" y="38074"/>
                  <a:pt x="588179" y="28766"/>
                </a:cubicBezTo>
                <a:cubicBezTo>
                  <a:pt x="592729" y="19458"/>
                  <a:pt x="599039" y="12337"/>
                  <a:pt x="607108" y="7403"/>
                </a:cubicBezTo>
                <a:cubicBezTo>
                  <a:pt x="615178" y="2468"/>
                  <a:pt x="623964" y="0"/>
                  <a:pt x="633468" y="0"/>
                </a:cubicBezTo>
                <a:cubicBezTo>
                  <a:pt x="644138" y="0"/>
                  <a:pt x="652767" y="2864"/>
                  <a:pt x="659357" y="8591"/>
                </a:cubicBezTo>
                <a:cubicBezTo>
                  <a:pt x="665947" y="14316"/>
                  <a:pt x="669825" y="22119"/>
                  <a:pt x="670991" y="32000"/>
                </a:cubicBezTo>
                <a:lnTo>
                  <a:pt x="651557" y="33891"/>
                </a:lnTo>
                <a:cubicBezTo>
                  <a:pt x="650481" y="28129"/>
                  <a:pt x="648408" y="23955"/>
                  <a:pt x="645337" y="21367"/>
                </a:cubicBezTo>
                <a:cubicBezTo>
                  <a:pt x="642266" y="18778"/>
                  <a:pt x="638175" y="17484"/>
                  <a:pt x="633065" y="17484"/>
                </a:cubicBezTo>
                <a:cubicBezTo>
                  <a:pt x="627461" y="17484"/>
                  <a:pt x="622227" y="19191"/>
                  <a:pt x="617363" y="22605"/>
                </a:cubicBezTo>
                <a:cubicBezTo>
                  <a:pt x="612499" y="26019"/>
                  <a:pt x="608610" y="31353"/>
                  <a:pt x="605696" y="38607"/>
                </a:cubicBezTo>
                <a:cubicBezTo>
                  <a:pt x="602782" y="45861"/>
                  <a:pt x="601325" y="53104"/>
                  <a:pt x="601325" y="60337"/>
                </a:cubicBezTo>
                <a:cubicBezTo>
                  <a:pt x="601325" y="68243"/>
                  <a:pt x="603219" y="74352"/>
                  <a:pt x="607007" y="78664"/>
                </a:cubicBezTo>
                <a:cubicBezTo>
                  <a:pt x="610795" y="82976"/>
                  <a:pt x="615514" y="85132"/>
                  <a:pt x="621162" y="85132"/>
                </a:cubicBezTo>
                <a:cubicBezTo>
                  <a:pt x="626407" y="85132"/>
                  <a:pt x="631215" y="83423"/>
                  <a:pt x="635586" y="80004"/>
                </a:cubicBezTo>
                <a:cubicBezTo>
                  <a:pt x="639957" y="76586"/>
                  <a:pt x="643219" y="71526"/>
                  <a:pt x="645370" y="64824"/>
                </a:cubicBezTo>
                <a:close/>
                <a:moveTo>
                  <a:pt x="676108" y="70685"/>
                </a:moveTo>
                <a:cubicBezTo>
                  <a:pt x="676108" y="57436"/>
                  <a:pt x="679841" y="46871"/>
                  <a:pt x="687305" y="38989"/>
                </a:cubicBezTo>
                <a:cubicBezTo>
                  <a:pt x="694769" y="31108"/>
                  <a:pt x="704575" y="27167"/>
                  <a:pt x="716724" y="27167"/>
                </a:cubicBezTo>
                <a:cubicBezTo>
                  <a:pt x="727259" y="27167"/>
                  <a:pt x="735486" y="30075"/>
                  <a:pt x="741403" y="35892"/>
                </a:cubicBezTo>
                <a:cubicBezTo>
                  <a:pt x="747321" y="41707"/>
                  <a:pt x="750279" y="49533"/>
                  <a:pt x="750279" y="59369"/>
                </a:cubicBezTo>
                <a:cubicBezTo>
                  <a:pt x="750279" y="70954"/>
                  <a:pt x="746581" y="80969"/>
                  <a:pt x="739184" y="89412"/>
                </a:cubicBezTo>
                <a:cubicBezTo>
                  <a:pt x="731787" y="97856"/>
                  <a:pt x="721880" y="102078"/>
                  <a:pt x="709462" y="102078"/>
                </a:cubicBezTo>
                <a:cubicBezTo>
                  <a:pt x="702737" y="102078"/>
                  <a:pt x="696775" y="100731"/>
                  <a:pt x="691575" y="98037"/>
                </a:cubicBezTo>
                <a:cubicBezTo>
                  <a:pt x="686374" y="95341"/>
                  <a:pt x="682497" y="91524"/>
                  <a:pt x="679941" y="86584"/>
                </a:cubicBezTo>
                <a:cubicBezTo>
                  <a:pt x="677386" y="81643"/>
                  <a:pt x="676108" y="76343"/>
                  <a:pt x="676108" y="70685"/>
                </a:cubicBezTo>
                <a:moveTo>
                  <a:pt x="731115" y="56866"/>
                </a:moveTo>
                <a:cubicBezTo>
                  <a:pt x="731115" y="52281"/>
                  <a:pt x="729781" y="48605"/>
                  <a:pt x="727114" y="45840"/>
                </a:cubicBezTo>
                <a:cubicBezTo>
                  <a:pt x="724446" y="43074"/>
                  <a:pt x="721005" y="41692"/>
                  <a:pt x="716791" y="41692"/>
                </a:cubicBezTo>
                <a:cubicBezTo>
                  <a:pt x="712622" y="41692"/>
                  <a:pt x="708924" y="42985"/>
                  <a:pt x="705696" y="45571"/>
                </a:cubicBezTo>
                <a:cubicBezTo>
                  <a:pt x="702468" y="48156"/>
                  <a:pt x="699958" y="51910"/>
                  <a:pt x="698165" y="56834"/>
                </a:cubicBezTo>
                <a:cubicBezTo>
                  <a:pt x="696372" y="61757"/>
                  <a:pt x="695475" y="66286"/>
                  <a:pt x="695475" y="70422"/>
                </a:cubicBezTo>
                <a:cubicBezTo>
                  <a:pt x="695475" y="75548"/>
                  <a:pt x="696865" y="79618"/>
                  <a:pt x="699644" y="82631"/>
                </a:cubicBezTo>
                <a:cubicBezTo>
                  <a:pt x="702424" y="85643"/>
                  <a:pt x="705920" y="87149"/>
                  <a:pt x="710134" y="87149"/>
                </a:cubicBezTo>
                <a:cubicBezTo>
                  <a:pt x="715424" y="87149"/>
                  <a:pt x="719862" y="84878"/>
                  <a:pt x="723449" y="80336"/>
                </a:cubicBezTo>
                <a:cubicBezTo>
                  <a:pt x="728559" y="73908"/>
                  <a:pt x="731115" y="66084"/>
                  <a:pt x="731115" y="56866"/>
                </a:cubicBezTo>
                <a:close/>
                <a:moveTo>
                  <a:pt x="823412" y="100329"/>
                </a:moveTo>
                <a:lnTo>
                  <a:pt x="805121" y="100329"/>
                </a:lnTo>
                <a:lnTo>
                  <a:pt x="806735" y="92602"/>
                </a:lnTo>
                <a:cubicBezTo>
                  <a:pt x="803238" y="95987"/>
                  <a:pt x="799798" y="98413"/>
                  <a:pt x="796413" y="99879"/>
                </a:cubicBezTo>
                <a:cubicBezTo>
                  <a:pt x="793028" y="101345"/>
                  <a:pt x="789207" y="102078"/>
                  <a:pt x="784948" y="102078"/>
                </a:cubicBezTo>
                <a:cubicBezTo>
                  <a:pt x="777551" y="102078"/>
                  <a:pt x="771555" y="99552"/>
                  <a:pt x="766960" y="94500"/>
                </a:cubicBezTo>
                <a:cubicBezTo>
                  <a:pt x="762365" y="89447"/>
                  <a:pt x="760067" y="81980"/>
                  <a:pt x="760067" y="72099"/>
                </a:cubicBezTo>
                <a:cubicBezTo>
                  <a:pt x="760067" y="60648"/>
                  <a:pt x="763295" y="50296"/>
                  <a:pt x="769750" y="41044"/>
                </a:cubicBezTo>
                <a:cubicBezTo>
                  <a:pt x="776206" y="31793"/>
                  <a:pt x="784746" y="27167"/>
                  <a:pt x="795371" y="27167"/>
                </a:cubicBezTo>
                <a:cubicBezTo>
                  <a:pt x="804964" y="27167"/>
                  <a:pt x="812159" y="30977"/>
                  <a:pt x="816956" y="38598"/>
                </a:cubicBezTo>
                <a:lnTo>
                  <a:pt x="824689" y="1748"/>
                </a:lnTo>
                <a:lnTo>
                  <a:pt x="843989" y="1748"/>
                </a:lnTo>
                <a:lnTo>
                  <a:pt x="823412" y="100329"/>
                </a:lnTo>
                <a:moveTo>
                  <a:pt x="778828" y="71256"/>
                </a:moveTo>
                <a:cubicBezTo>
                  <a:pt x="778828" y="76374"/>
                  <a:pt x="780117" y="80369"/>
                  <a:pt x="782695" y="83243"/>
                </a:cubicBezTo>
                <a:cubicBezTo>
                  <a:pt x="785273" y="86116"/>
                  <a:pt x="788444" y="87553"/>
                  <a:pt x="792210" y="87553"/>
                </a:cubicBezTo>
                <a:cubicBezTo>
                  <a:pt x="795707" y="87553"/>
                  <a:pt x="798968" y="86352"/>
                  <a:pt x="801994" y="83951"/>
                </a:cubicBezTo>
                <a:cubicBezTo>
                  <a:pt x="805020" y="81548"/>
                  <a:pt x="807441" y="77878"/>
                  <a:pt x="809257" y="72940"/>
                </a:cubicBezTo>
                <a:cubicBezTo>
                  <a:pt x="811072" y="68001"/>
                  <a:pt x="811980" y="63265"/>
                  <a:pt x="811980" y="58730"/>
                </a:cubicBezTo>
                <a:cubicBezTo>
                  <a:pt x="811980" y="53567"/>
                  <a:pt x="810590" y="49393"/>
                  <a:pt x="807811" y="46206"/>
                </a:cubicBezTo>
                <a:cubicBezTo>
                  <a:pt x="805032" y="43017"/>
                  <a:pt x="801826" y="41423"/>
                  <a:pt x="798195" y="41423"/>
                </a:cubicBezTo>
                <a:cubicBezTo>
                  <a:pt x="792546" y="41423"/>
                  <a:pt x="787907" y="44566"/>
                  <a:pt x="784275" y="50852"/>
                </a:cubicBezTo>
                <a:cubicBezTo>
                  <a:pt x="780644" y="57136"/>
                  <a:pt x="778828" y="63938"/>
                  <a:pt x="778828" y="71256"/>
                </a:cubicBezTo>
                <a:close/>
                <a:moveTo>
                  <a:pt x="911136" y="70607"/>
                </a:moveTo>
                <a:lnTo>
                  <a:pt x="862720" y="70607"/>
                </a:lnTo>
                <a:cubicBezTo>
                  <a:pt x="862675" y="71369"/>
                  <a:pt x="862653" y="71952"/>
                  <a:pt x="862653" y="72355"/>
                </a:cubicBezTo>
                <a:cubicBezTo>
                  <a:pt x="862653" y="77107"/>
                  <a:pt x="864009" y="80940"/>
                  <a:pt x="866721" y="83854"/>
                </a:cubicBezTo>
                <a:cubicBezTo>
                  <a:pt x="869433" y="86768"/>
                  <a:pt x="872739" y="88225"/>
                  <a:pt x="876640" y="88225"/>
                </a:cubicBezTo>
                <a:cubicBezTo>
                  <a:pt x="883050" y="88225"/>
                  <a:pt x="888049" y="84908"/>
                  <a:pt x="891635" y="78273"/>
                </a:cubicBezTo>
                <a:lnTo>
                  <a:pt x="908917" y="81232"/>
                </a:lnTo>
                <a:cubicBezTo>
                  <a:pt x="905555" y="88180"/>
                  <a:pt x="901061" y="93392"/>
                  <a:pt x="895435" y="96866"/>
                </a:cubicBezTo>
                <a:cubicBezTo>
                  <a:pt x="889808" y="100340"/>
                  <a:pt x="883499" y="102078"/>
                  <a:pt x="876505" y="102078"/>
                </a:cubicBezTo>
                <a:cubicBezTo>
                  <a:pt x="866912" y="102078"/>
                  <a:pt x="859111" y="99035"/>
                  <a:pt x="853104" y="92949"/>
                </a:cubicBezTo>
                <a:cubicBezTo>
                  <a:pt x="847097" y="86863"/>
                  <a:pt x="844093" y="78814"/>
                  <a:pt x="844093" y="68800"/>
                </a:cubicBezTo>
                <a:cubicBezTo>
                  <a:pt x="844093" y="59009"/>
                  <a:pt x="846805" y="50296"/>
                  <a:pt x="852230" y="42660"/>
                </a:cubicBezTo>
                <a:cubicBezTo>
                  <a:pt x="859627" y="32331"/>
                  <a:pt x="870184" y="27167"/>
                  <a:pt x="883902" y="27167"/>
                </a:cubicBezTo>
                <a:cubicBezTo>
                  <a:pt x="892644" y="27167"/>
                  <a:pt x="899593" y="29872"/>
                  <a:pt x="904748" y="35282"/>
                </a:cubicBezTo>
                <a:cubicBezTo>
                  <a:pt x="909903" y="40693"/>
                  <a:pt x="912481" y="48270"/>
                  <a:pt x="912481" y="58013"/>
                </a:cubicBezTo>
                <a:cubicBezTo>
                  <a:pt x="912481" y="62683"/>
                  <a:pt x="912033" y="66880"/>
                  <a:pt x="911136" y="70607"/>
                </a:cubicBezTo>
                <a:moveTo>
                  <a:pt x="894863" y="58772"/>
                </a:moveTo>
                <a:cubicBezTo>
                  <a:pt x="894908" y="57923"/>
                  <a:pt x="894930" y="57276"/>
                  <a:pt x="894930" y="56830"/>
                </a:cubicBezTo>
                <a:cubicBezTo>
                  <a:pt x="894930" y="51560"/>
                  <a:pt x="893742" y="47607"/>
                  <a:pt x="891366" y="44972"/>
                </a:cubicBezTo>
                <a:cubicBezTo>
                  <a:pt x="888990" y="42337"/>
                  <a:pt x="885807" y="41019"/>
                  <a:pt x="881818" y="41019"/>
                </a:cubicBezTo>
                <a:cubicBezTo>
                  <a:pt x="877828" y="41019"/>
                  <a:pt x="874253" y="42515"/>
                  <a:pt x="871092" y="45508"/>
                </a:cubicBezTo>
                <a:cubicBezTo>
                  <a:pt x="867931" y="48500"/>
                  <a:pt x="865791" y="52922"/>
                  <a:pt x="864670" y="58772"/>
                </a:cubicBezTo>
                <a:lnTo>
                  <a:pt x="894863" y="58772"/>
                </a:lnTo>
                <a:close/>
                <a:moveTo>
                  <a:pt x="918787" y="100329"/>
                </a:moveTo>
                <a:lnTo>
                  <a:pt x="939432" y="1748"/>
                </a:lnTo>
                <a:lnTo>
                  <a:pt x="959672" y="1748"/>
                </a:lnTo>
                <a:lnTo>
                  <a:pt x="942525" y="83787"/>
                </a:lnTo>
                <a:lnTo>
                  <a:pt x="992689" y="83787"/>
                </a:lnTo>
                <a:lnTo>
                  <a:pt x="989260" y="100329"/>
                </a:lnTo>
                <a:lnTo>
                  <a:pt x="918787" y="100329"/>
                </a:lnTo>
                <a:close/>
                <a:moveTo>
                  <a:pt x="1002141" y="100329"/>
                </a:moveTo>
                <a:lnTo>
                  <a:pt x="1022785" y="1748"/>
                </a:lnTo>
                <a:lnTo>
                  <a:pt x="1042017" y="1748"/>
                </a:lnTo>
                <a:lnTo>
                  <a:pt x="1021440" y="100329"/>
                </a:lnTo>
                <a:lnTo>
                  <a:pt x="1002141" y="100329"/>
                </a:lnTo>
                <a:close/>
                <a:moveTo>
                  <a:pt x="1067764" y="49089"/>
                </a:moveTo>
                <a:lnTo>
                  <a:pt x="1048936" y="47487"/>
                </a:lnTo>
                <a:cubicBezTo>
                  <a:pt x="1051087" y="41117"/>
                  <a:pt x="1054842" y="36138"/>
                  <a:pt x="1060199" y="32551"/>
                </a:cubicBezTo>
                <a:cubicBezTo>
                  <a:pt x="1065556" y="28961"/>
                  <a:pt x="1072651" y="27167"/>
                  <a:pt x="1081482" y="27167"/>
                </a:cubicBezTo>
                <a:cubicBezTo>
                  <a:pt x="1090672" y="27167"/>
                  <a:pt x="1097464" y="29018"/>
                  <a:pt x="1101857" y="32721"/>
                </a:cubicBezTo>
                <a:cubicBezTo>
                  <a:pt x="1106251" y="36422"/>
                  <a:pt x="1108447" y="40942"/>
                  <a:pt x="1108447" y="46281"/>
                </a:cubicBezTo>
                <a:cubicBezTo>
                  <a:pt x="1108447" y="48436"/>
                  <a:pt x="1108257" y="50725"/>
                  <a:pt x="1107876" y="53149"/>
                </a:cubicBezTo>
                <a:cubicBezTo>
                  <a:pt x="1107495" y="55571"/>
                  <a:pt x="1106161" y="61942"/>
                  <a:pt x="1103875" y="72263"/>
                </a:cubicBezTo>
                <a:cubicBezTo>
                  <a:pt x="1101992" y="80788"/>
                  <a:pt x="1101050" y="86756"/>
                  <a:pt x="1101050" y="90167"/>
                </a:cubicBezTo>
                <a:cubicBezTo>
                  <a:pt x="1101050" y="93218"/>
                  <a:pt x="1101588" y="96605"/>
                  <a:pt x="1102664" y="100329"/>
                </a:cubicBezTo>
                <a:lnTo>
                  <a:pt x="1083903" y="100329"/>
                </a:lnTo>
                <a:cubicBezTo>
                  <a:pt x="1083141" y="97729"/>
                  <a:pt x="1082670" y="95039"/>
                  <a:pt x="1082491" y="92260"/>
                </a:cubicBezTo>
                <a:cubicBezTo>
                  <a:pt x="1079666" y="95398"/>
                  <a:pt x="1076416" y="97819"/>
                  <a:pt x="1072740" y="99522"/>
                </a:cubicBezTo>
                <a:cubicBezTo>
                  <a:pt x="1069064" y="101226"/>
                  <a:pt x="1065366" y="102078"/>
                  <a:pt x="1061645" y="102078"/>
                </a:cubicBezTo>
                <a:cubicBezTo>
                  <a:pt x="1055727" y="102078"/>
                  <a:pt x="1050841" y="100136"/>
                  <a:pt x="1046986" y="96252"/>
                </a:cubicBezTo>
                <a:cubicBezTo>
                  <a:pt x="1043130" y="92369"/>
                  <a:pt x="1041202" y="87375"/>
                  <a:pt x="1041202" y="81269"/>
                </a:cubicBezTo>
                <a:cubicBezTo>
                  <a:pt x="1041202" y="74446"/>
                  <a:pt x="1043321" y="68991"/>
                  <a:pt x="1047557" y="64906"/>
                </a:cubicBezTo>
                <a:cubicBezTo>
                  <a:pt x="1051794" y="60821"/>
                  <a:pt x="1059359" y="58352"/>
                  <a:pt x="1070252" y="57498"/>
                </a:cubicBezTo>
                <a:cubicBezTo>
                  <a:pt x="1079442" y="56735"/>
                  <a:pt x="1085584" y="55815"/>
                  <a:pt x="1088677" y="54737"/>
                </a:cubicBezTo>
                <a:cubicBezTo>
                  <a:pt x="1089484" y="52047"/>
                  <a:pt x="1089888" y="49896"/>
                  <a:pt x="1089888" y="48282"/>
                </a:cubicBezTo>
                <a:cubicBezTo>
                  <a:pt x="1089888" y="46220"/>
                  <a:pt x="1089058" y="44494"/>
                  <a:pt x="1087400" y="43104"/>
                </a:cubicBezTo>
                <a:cubicBezTo>
                  <a:pt x="1085741" y="41714"/>
                  <a:pt x="1083275" y="41019"/>
                  <a:pt x="1080003" y="41019"/>
                </a:cubicBezTo>
                <a:cubicBezTo>
                  <a:pt x="1076551" y="41019"/>
                  <a:pt x="1073827" y="41720"/>
                  <a:pt x="1071832" y="43121"/>
                </a:cubicBezTo>
                <a:cubicBezTo>
                  <a:pt x="1069838" y="44520"/>
                  <a:pt x="1068481" y="46510"/>
                  <a:pt x="1067764" y="49089"/>
                </a:cubicBezTo>
                <a:moveTo>
                  <a:pt x="1086122" y="66976"/>
                </a:moveTo>
                <a:cubicBezTo>
                  <a:pt x="1084956" y="67291"/>
                  <a:pt x="1083410" y="67583"/>
                  <a:pt x="1081482" y="67852"/>
                </a:cubicBezTo>
                <a:cubicBezTo>
                  <a:pt x="1071799" y="69022"/>
                  <a:pt x="1065478" y="70731"/>
                  <a:pt x="1062519" y="72979"/>
                </a:cubicBezTo>
                <a:cubicBezTo>
                  <a:pt x="1060412" y="74599"/>
                  <a:pt x="1059359" y="76781"/>
                  <a:pt x="1059359" y="79525"/>
                </a:cubicBezTo>
                <a:cubicBezTo>
                  <a:pt x="1059359" y="81774"/>
                  <a:pt x="1060166" y="83674"/>
                  <a:pt x="1061779" y="85226"/>
                </a:cubicBezTo>
                <a:cubicBezTo>
                  <a:pt x="1063393" y="86777"/>
                  <a:pt x="1065523" y="87553"/>
                  <a:pt x="1068168" y="87553"/>
                </a:cubicBezTo>
                <a:cubicBezTo>
                  <a:pt x="1071082" y="87553"/>
                  <a:pt x="1073827" y="86844"/>
                  <a:pt x="1076405" y="85428"/>
                </a:cubicBezTo>
                <a:cubicBezTo>
                  <a:pt x="1078983" y="84010"/>
                  <a:pt x="1080911" y="82188"/>
                  <a:pt x="1082188" y="79962"/>
                </a:cubicBezTo>
                <a:cubicBezTo>
                  <a:pt x="1083466" y="77736"/>
                  <a:pt x="1084598" y="74262"/>
                  <a:pt x="1085584" y="69539"/>
                </a:cubicBezTo>
                <a:lnTo>
                  <a:pt x="1086122" y="66976"/>
                </a:lnTo>
                <a:close/>
                <a:moveTo>
                  <a:pt x="1131363" y="28915"/>
                </a:moveTo>
                <a:lnTo>
                  <a:pt x="1149519" y="28915"/>
                </a:lnTo>
                <a:lnTo>
                  <a:pt x="1147703" y="37588"/>
                </a:lnTo>
                <a:cubicBezTo>
                  <a:pt x="1154787" y="30640"/>
                  <a:pt x="1162228" y="27167"/>
                  <a:pt x="1170029" y="27167"/>
                </a:cubicBezTo>
                <a:cubicBezTo>
                  <a:pt x="1175408" y="27167"/>
                  <a:pt x="1179555" y="28294"/>
                  <a:pt x="1182469" y="30548"/>
                </a:cubicBezTo>
                <a:cubicBezTo>
                  <a:pt x="1185383" y="32801"/>
                  <a:pt x="1187243" y="35910"/>
                  <a:pt x="1188050" y="39876"/>
                </a:cubicBezTo>
                <a:cubicBezTo>
                  <a:pt x="1190516" y="36270"/>
                  <a:pt x="1194058" y="33250"/>
                  <a:pt x="1198675" y="30817"/>
                </a:cubicBezTo>
                <a:cubicBezTo>
                  <a:pt x="1203292" y="28384"/>
                  <a:pt x="1208089" y="27167"/>
                  <a:pt x="1213065" y="27167"/>
                </a:cubicBezTo>
                <a:cubicBezTo>
                  <a:pt x="1218759" y="27167"/>
                  <a:pt x="1223197" y="28699"/>
                  <a:pt x="1226380" y="31763"/>
                </a:cubicBezTo>
                <a:cubicBezTo>
                  <a:pt x="1229563" y="34826"/>
                  <a:pt x="1231154" y="38882"/>
                  <a:pt x="1231154" y="43930"/>
                </a:cubicBezTo>
                <a:cubicBezTo>
                  <a:pt x="1231154" y="46379"/>
                  <a:pt x="1230527" y="50627"/>
                  <a:pt x="1229271" y="56675"/>
                </a:cubicBezTo>
                <a:lnTo>
                  <a:pt x="1220126" y="100329"/>
                </a:lnTo>
                <a:lnTo>
                  <a:pt x="1200827" y="100329"/>
                </a:lnTo>
                <a:lnTo>
                  <a:pt x="1209972" y="56670"/>
                </a:lnTo>
                <a:cubicBezTo>
                  <a:pt x="1211093" y="51201"/>
                  <a:pt x="1211653" y="48109"/>
                  <a:pt x="1211653" y="47393"/>
                </a:cubicBezTo>
                <a:cubicBezTo>
                  <a:pt x="1211653" y="45425"/>
                  <a:pt x="1211059" y="43870"/>
                  <a:pt x="1209871" y="42730"/>
                </a:cubicBezTo>
                <a:cubicBezTo>
                  <a:pt x="1208683" y="41589"/>
                  <a:pt x="1206901" y="41019"/>
                  <a:pt x="1204525" y="41019"/>
                </a:cubicBezTo>
                <a:cubicBezTo>
                  <a:pt x="1199728" y="41019"/>
                  <a:pt x="1195447" y="43551"/>
                  <a:pt x="1191682" y="48616"/>
                </a:cubicBezTo>
                <a:cubicBezTo>
                  <a:pt x="1188947" y="52247"/>
                  <a:pt x="1186616" y="58679"/>
                  <a:pt x="1184688" y="67911"/>
                </a:cubicBezTo>
                <a:lnTo>
                  <a:pt x="1177896" y="100329"/>
                </a:lnTo>
                <a:lnTo>
                  <a:pt x="1158597" y="100329"/>
                </a:lnTo>
                <a:lnTo>
                  <a:pt x="1167608" y="57158"/>
                </a:lnTo>
                <a:cubicBezTo>
                  <a:pt x="1168639" y="52182"/>
                  <a:pt x="1169155" y="48954"/>
                  <a:pt x="1169155" y="47475"/>
                </a:cubicBezTo>
                <a:cubicBezTo>
                  <a:pt x="1169155" y="45592"/>
                  <a:pt x="1168516" y="44045"/>
                  <a:pt x="1167238" y="42835"/>
                </a:cubicBezTo>
                <a:cubicBezTo>
                  <a:pt x="1165960" y="41624"/>
                  <a:pt x="1164201" y="41019"/>
                  <a:pt x="1161959" y="41019"/>
                </a:cubicBezTo>
                <a:cubicBezTo>
                  <a:pt x="1159852" y="41019"/>
                  <a:pt x="1157678" y="41647"/>
                  <a:pt x="1155437" y="42902"/>
                </a:cubicBezTo>
                <a:cubicBezTo>
                  <a:pt x="1153195" y="44157"/>
                  <a:pt x="1151234" y="45884"/>
                  <a:pt x="1149553" y="48082"/>
                </a:cubicBezTo>
                <a:cubicBezTo>
                  <a:pt x="1147872" y="50279"/>
                  <a:pt x="1146426" y="53103"/>
                  <a:pt x="1145215" y="56555"/>
                </a:cubicBezTo>
                <a:cubicBezTo>
                  <a:pt x="1144677" y="58169"/>
                  <a:pt x="1143803" y="61823"/>
                  <a:pt x="1142593" y="67518"/>
                </a:cubicBezTo>
                <a:lnTo>
                  <a:pt x="1135734" y="100329"/>
                </a:lnTo>
                <a:lnTo>
                  <a:pt x="1116435" y="100329"/>
                </a:lnTo>
                <a:lnTo>
                  <a:pt x="1131363" y="28915"/>
                </a:lnTo>
                <a:close/>
                <a:moveTo>
                  <a:pt x="1266689" y="49089"/>
                </a:moveTo>
                <a:lnTo>
                  <a:pt x="1247861" y="47487"/>
                </a:lnTo>
                <a:cubicBezTo>
                  <a:pt x="1250013" y="41117"/>
                  <a:pt x="1253767" y="36138"/>
                  <a:pt x="1259124" y="32551"/>
                </a:cubicBezTo>
                <a:cubicBezTo>
                  <a:pt x="1264481" y="28961"/>
                  <a:pt x="1271576" y="27167"/>
                  <a:pt x="1280407" y="27167"/>
                </a:cubicBezTo>
                <a:cubicBezTo>
                  <a:pt x="1289597" y="27167"/>
                  <a:pt x="1296389" y="29018"/>
                  <a:pt x="1300782" y="32721"/>
                </a:cubicBezTo>
                <a:cubicBezTo>
                  <a:pt x="1305176" y="36422"/>
                  <a:pt x="1307372" y="40942"/>
                  <a:pt x="1307372" y="46281"/>
                </a:cubicBezTo>
                <a:cubicBezTo>
                  <a:pt x="1307372" y="48436"/>
                  <a:pt x="1307182" y="50725"/>
                  <a:pt x="1306801" y="53149"/>
                </a:cubicBezTo>
                <a:cubicBezTo>
                  <a:pt x="1306420" y="55571"/>
                  <a:pt x="1305086" y="61942"/>
                  <a:pt x="1302800" y="72263"/>
                </a:cubicBezTo>
                <a:cubicBezTo>
                  <a:pt x="1300917" y="80788"/>
                  <a:pt x="1299975" y="86756"/>
                  <a:pt x="1299975" y="90167"/>
                </a:cubicBezTo>
                <a:cubicBezTo>
                  <a:pt x="1299975" y="93218"/>
                  <a:pt x="1300513" y="96605"/>
                  <a:pt x="1301589" y="100329"/>
                </a:cubicBezTo>
                <a:lnTo>
                  <a:pt x="1282828" y="100329"/>
                </a:lnTo>
                <a:cubicBezTo>
                  <a:pt x="1282066" y="97729"/>
                  <a:pt x="1281595" y="95039"/>
                  <a:pt x="1281416" y="92260"/>
                </a:cubicBezTo>
                <a:cubicBezTo>
                  <a:pt x="1278592" y="95398"/>
                  <a:pt x="1275341" y="97819"/>
                  <a:pt x="1271665" y="99522"/>
                </a:cubicBezTo>
                <a:cubicBezTo>
                  <a:pt x="1267989" y="101226"/>
                  <a:pt x="1264291" y="102078"/>
                  <a:pt x="1260570" y="102078"/>
                </a:cubicBezTo>
                <a:cubicBezTo>
                  <a:pt x="1254653" y="102078"/>
                  <a:pt x="1249766" y="100136"/>
                  <a:pt x="1245911" y="96252"/>
                </a:cubicBezTo>
                <a:cubicBezTo>
                  <a:pt x="1242055" y="92369"/>
                  <a:pt x="1240128" y="87375"/>
                  <a:pt x="1240128" y="81269"/>
                </a:cubicBezTo>
                <a:cubicBezTo>
                  <a:pt x="1240128" y="74446"/>
                  <a:pt x="1242246" y="68991"/>
                  <a:pt x="1246482" y="64906"/>
                </a:cubicBezTo>
                <a:cubicBezTo>
                  <a:pt x="1250719" y="60821"/>
                  <a:pt x="1258284" y="58352"/>
                  <a:pt x="1269177" y="57498"/>
                </a:cubicBezTo>
                <a:cubicBezTo>
                  <a:pt x="1278367" y="56735"/>
                  <a:pt x="1284509" y="55815"/>
                  <a:pt x="1287602" y="54737"/>
                </a:cubicBezTo>
                <a:cubicBezTo>
                  <a:pt x="1288409" y="52047"/>
                  <a:pt x="1288813" y="49896"/>
                  <a:pt x="1288813" y="48282"/>
                </a:cubicBezTo>
                <a:cubicBezTo>
                  <a:pt x="1288813" y="46220"/>
                  <a:pt x="1287983" y="44494"/>
                  <a:pt x="1286325" y="43104"/>
                </a:cubicBezTo>
                <a:cubicBezTo>
                  <a:pt x="1284666" y="41714"/>
                  <a:pt x="1282200" y="41019"/>
                  <a:pt x="1278928" y="41019"/>
                </a:cubicBezTo>
                <a:cubicBezTo>
                  <a:pt x="1275476" y="41019"/>
                  <a:pt x="1272753" y="41720"/>
                  <a:pt x="1270758" y="43121"/>
                </a:cubicBezTo>
                <a:cubicBezTo>
                  <a:pt x="1268763" y="44520"/>
                  <a:pt x="1267407" y="46510"/>
                  <a:pt x="1266689" y="49089"/>
                </a:cubicBezTo>
                <a:moveTo>
                  <a:pt x="1285047" y="66976"/>
                </a:moveTo>
                <a:cubicBezTo>
                  <a:pt x="1283882" y="67291"/>
                  <a:pt x="1282335" y="67583"/>
                  <a:pt x="1280407" y="67852"/>
                </a:cubicBezTo>
                <a:cubicBezTo>
                  <a:pt x="1270724" y="69022"/>
                  <a:pt x="1264403" y="70731"/>
                  <a:pt x="1261444" y="72979"/>
                </a:cubicBezTo>
                <a:cubicBezTo>
                  <a:pt x="1259337" y="74599"/>
                  <a:pt x="1258284" y="76781"/>
                  <a:pt x="1258284" y="79525"/>
                </a:cubicBezTo>
                <a:cubicBezTo>
                  <a:pt x="1258284" y="81774"/>
                  <a:pt x="1259091" y="83674"/>
                  <a:pt x="1260705" y="85226"/>
                </a:cubicBezTo>
                <a:cubicBezTo>
                  <a:pt x="1262318" y="86777"/>
                  <a:pt x="1264448" y="87553"/>
                  <a:pt x="1267093" y="87553"/>
                </a:cubicBezTo>
                <a:cubicBezTo>
                  <a:pt x="1270007" y="87553"/>
                  <a:pt x="1272753" y="86844"/>
                  <a:pt x="1275330" y="85428"/>
                </a:cubicBezTo>
                <a:cubicBezTo>
                  <a:pt x="1277908" y="84010"/>
                  <a:pt x="1279836" y="82188"/>
                  <a:pt x="1281113" y="79962"/>
                </a:cubicBezTo>
                <a:cubicBezTo>
                  <a:pt x="1282391" y="77736"/>
                  <a:pt x="1283523" y="74262"/>
                  <a:pt x="1284509" y="69539"/>
                </a:cubicBezTo>
                <a:lnTo>
                  <a:pt x="1285047" y="66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85e92ddb74d40"/>
          <a:stretch xmlns:a="http://schemas.openxmlformats.org/drawingml/2006/main"/>
        </p:blipFill>
        <p:spPr>
          <a:xfrm xmlns:a="http://schemas.openxmlformats.org/drawingml/2006/main">
            <a:off x="11098198" y="5559695"/>
            <a:ext cx="2123814" cy="1497689"/>
          </a:xfrm>
          <a:prstGeom xmlns:a="http://schemas.openxmlformats.org/drawingml/2006/main" prst="rect">
            <a:avLst/>
          </a:prstGeom>
        </p:spPr>
      </p:pic>
      <p:pic>
        <p:nvPicPr>
          <p:cNvPr id="3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e416409d34dbb"/>
          <a:stretch xmlns:a="http://schemas.openxmlformats.org/drawingml/2006/main"/>
        </p:blipFill>
        <p:spPr>
          <a:xfrm xmlns:a="http://schemas.openxmlformats.org/drawingml/2006/main">
            <a:off x="11062238" y="5595654"/>
            <a:ext cx="2123814" cy="1497689"/>
          </a:xfrm>
          <a:prstGeom xmlns:a="http://schemas.openxmlformats.org/drawingml/2006/main" prst="rect">
            <a:avLst/>
          </a:prstGeom>
        </p:spPr>
      </p:pic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71db1f1de485b"/>
          <a:stretch xmlns:a="http://schemas.openxmlformats.org/drawingml/2006/main"/>
        </p:blipFill>
        <p:spPr>
          <a:xfrm xmlns:a="http://schemas.openxmlformats.org/drawingml/2006/main">
            <a:off x="11026279" y="5631615"/>
            <a:ext cx="2123814" cy="1497689"/>
          </a:xfrm>
          <a:prstGeom xmlns:a="http://schemas.openxmlformats.org/drawingml/2006/main" prst="rect">
            <a:avLst/>
          </a:prstGeom>
        </p:spPr>
      </p:pic>
      <p:sp>
        <p:nvSpPr>
          <p:cNvPr id="118" name="Text importmlx.coreasmx">
            <a:extLst xmlns:a="http://schemas.openxmlformats.org/drawingml/2006/main">
              <a:ext uri="{FF2B5EF4-FFF2-40B4-BE49-F238E27FC236}">
                <a16:creationId xmlns:a16="http://schemas.microsoft.com/office/drawing/2014/main" id="{AD7B190C-6516-4FB3-B174-B4F4001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47" y="5718587"/>
            <a:ext cx="970512" cy="82128"/>
          </a:xfrm>
          <a:custGeom xmlns:a="http://schemas.openxmlformats.org/drawingml/2006/main">
            <a:pathLst>
              <a:path w="970512" h="82128">
                <a:moveTo>
                  <a:pt x="13037" y="10759"/>
                </a:moveTo>
                <a:lnTo>
                  <a:pt x="13037" y="0"/>
                </a:lnTo>
                <a:lnTo>
                  <a:pt x="0" y="0"/>
                </a:lnTo>
                <a:lnTo>
                  <a:pt x="0" y="10759"/>
                </a:lnTo>
                <a:lnTo>
                  <a:pt x="13037" y="10759"/>
                </a:lnTo>
                <a:moveTo>
                  <a:pt x="0" y="18075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18075"/>
                </a:lnTo>
                <a:lnTo>
                  <a:pt x="0" y="18075"/>
                </a:lnTo>
                <a:close/>
                <a:moveTo>
                  <a:pt x="23718" y="18073"/>
                </a:moveTo>
                <a:lnTo>
                  <a:pt x="23718" y="65541"/>
                </a:lnTo>
                <a:lnTo>
                  <a:pt x="36755" y="65541"/>
                </a:lnTo>
                <a:lnTo>
                  <a:pt x="36755" y="38002"/>
                </a:lnTo>
                <a:cubicBezTo>
                  <a:pt x="36755" y="35676"/>
                  <a:pt x="37092" y="33794"/>
                  <a:pt x="37765" y="32356"/>
                </a:cubicBezTo>
                <a:cubicBezTo>
                  <a:pt x="38438" y="30918"/>
                  <a:pt x="39249" y="29816"/>
                  <a:pt x="40198" y="29051"/>
                </a:cubicBezTo>
                <a:cubicBezTo>
                  <a:pt x="41147" y="28286"/>
                  <a:pt x="42127" y="27766"/>
                  <a:pt x="43136" y="27490"/>
                </a:cubicBezTo>
                <a:cubicBezTo>
                  <a:pt x="44146" y="27215"/>
                  <a:pt x="44957" y="27077"/>
                  <a:pt x="45570" y="27077"/>
                </a:cubicBezTo>
                <a:cubicBezTo>
                  <a:pt x="47650" y="27077"/>
                  <a:pt x="49226" y="27429"/>
                  <a:pt x="50298" y="28134"/>
                </a:cubicBezTo>
                <a:cubicBezTo>
                  <a:pt x="51369" y="28837"/>
                  <a:pt x="52134" y="29770"/>
                  <a:pt x="52592" y="30933"/>
                </a:cubicBezTo>
                <a:cubicBezTo>
                  <a:pt x="53052" y="32095"/>
                  <a:pt x="53312" y="33366"/>
                  <a:pt x="53373" y="34743"/>
                </a:cubicBezTo>
                <a:cubicBezTo>
                  <a:pt x="53434" y="36120"/>
                  <a:pt x="53465" y="37512"/>
                  <a:pt x="53465" y="38919"/>
                </a:cubicBezTo>
                <a:lnTo>
                  <a:pt x="53465" y="65541"/>
                </a:lnTo>
                <a:lnTo>
                  <a:pt x="66502" y="65541"/>
                </a:lnTo>
                <a:lnTo>
                  <a:pt x="66502" y="39103"/>
                </a:lnTo>
                <a:cubicBezTo>
                  <a:pt x="66502" y="37634"/>
                  <a:pt x="66609" y="36180"/>
                  <a:pt x="66823" y="34743"/>
                </a:cubicBezTo>
                <a:cubicBezTo>
                  <a:pt x="67038" y="33305"/>
                  <a:pt x="67467" y="32020"/>
                  <a:pt x="68109" y="30888"/>
                </a:cubicBezTo>
                <a:cubicBezTo>
                  <a:pt x="68752" y="29755"/>
                  <a:pt x="69639" y="28837"/>
                  <a:pt x="70771" y="28134"/>
                </a:cubicBezTo>
                <a:cubicBezTo>
                  <a:pt x="71904" y="27429"/>
                  <a:pt x="73388" y="27077"/>
                  <a:pt x="75224" y="27077"/>
                </a:cubicBezTo>
                <a:cubicBezTo>
                  <a:pt x="77061" y="27077"/>
                  <a:pt x="78514" y="27384"/>
                  <a:pt x="79584" y="27996"/>
                </a:cubicBezTo>
                <a:cubicBezTo>
                  <a:pt x="80655" y="28608"/>
                  <a:pt x="81467" y="29434"/>
                  <a:pt x="82018" y="30474"/>
                </a:cubicBezTo>
                <a:cubicBezTo>
                  <a:pt x="82569" y="31514"/>
                  <a:pt x="82905" y="32738"/>
                  <a:pt x="83028" y="34146"/>
                </a:cubicBezTo>
                <a:cubicBezTo>
                  <a:pt x="83150" y="35554"/>
                  <a:pt x="83211" y="37053"/>
                  <a:pt x="83211" y="38643"/>
                </a:cubicBezTo>
                <a:lnTo>
                  <a:pt x="83211" y="65541"/>
                </a:lnTo>
                <a:lnTo>
                  <a:pt x="96250" y="65541"/>
                </a:lnTo>
                <a:lnTo>
                  <a:pt x="96250" y="33760"/>
                </a:lnTo>
                <a:cubicBezTo>
                  <a:pt x="96250" y="30698"/>
                  <a:pt x="95821" y="28080"/>
                  <a:pt x="94964" y="25906"/>
                </a:cubicBezTo>
                <a:cubicBezTo>
                  <a:pt x="94107" y="23732"/>
                  <a:pt x="92914" y="21971"/>
                  <a:pt x="91383" y="20625"/>
                </a:cubicBezTo>
                <a:cubicBezTo>
                  <a:pt x="89853" y="19277"/>
                  <a:pt x="88017" y="18297"/>
                  <a:pt x="85874" y="17685"/>
                </a:cubicBezTo>
                <a:cubicBezTo>
                  <a:pt x="83733" y="17073"/>
                  <a:pt x="81407" y="16766"/>
                  <a:pt x="78898" y="16766"/>
                </a:cubicBezTo>
                <a:cubicBezTo>
                  <a:pt x="75592" y="16766"/>
                  <a:pt x="72731" y="17564"/>
                  <a:pt x="70313" y="19161"/>
                </a:cubicBezTo>
                <a:cubicBezTo>
                  <a:pt x="67895" y="20756"/>
                  <a:pt x="65982" y="22597"/>
                  <a:pt x="64575" y="24683"/>
                </a:cubicBezTo>
                <a:cubicBezTo>
                  <a:pt x="63289" y="21737"/>
                  <a:pt x="61407" y="19682"/>
                  <a:pt x="58927" y="18516"/>
                </a:cubicBezTo>
                <a:cubicBezTo>
                  <a:pt x="56449" y="17350"/>
                  <a:pt x="53710" y="16766"/>
                  <a:pt x="50711" y="16766"/>
                </a:cubicBezTo>
                <a:cubicBezTo>
                  <a:pt x="47590" y="16766"/>
                  <a:pt x="44820" y="17442"/>
                  <a:pt x="42402" y="18792"/>
                </a:cubicBezTo>
                <a:cubicBezTo>
                  <a:pt x="39984" y="20142"/>
                  <a:pt x="37918" y="22044"/>
                  <a:pt x="36204" y="24499"/>
                </a:cubicBezTo>
                <a:lnTo>
                  <a:pt x="36021" y="24499"/>
                </a:lnTo>
                <a:lnTo>
                  <a:pt x="36021" y="18073"/>
                </a:lnTo>
                <a:lnTo>
                  <a:pt x="23718" y="18073"/>
                </a:lnTo>
                <a:close/>
                <a:moveTo>
                  <a:pt x="130710" y="57024"/>
                </a:moveTo>
                <a:cubicBezTo>
                  <a:pt x="128628" y="57024"/>
                  <a:pt x="126852" y="56595"/>
                  <a:pt x="125383" y="55739"/>
                </a:cubicBezTo>
                <a:cubicBezTo>
                  <a:pt x="123915" y="54882"/>
                  <a:pt x="122737" y="53764"/>
                  <a:pt x="121849" y="52386"/>
                </a:cubicBezTo>
                <a:cubicBezTo>
                  <a:pt x="120961" y="51009"/>
                  <a:pt x="120319" y="49402"/>
                  <a:pt x="119921" y="47566"/>
                </a:cubicBezTo>
                <a:cubicBezTo>
                  <a:pt x="119523" y="45729"/>
                  <a:pt x="119324" y="43861"/>
                  <a:pt x="119324" y="41964"/>
                </a:cubicBezTo>
                <a:cubicBezTo>
                  <a:pt x="119324" y="40005"/>
                  <a:pt x="119508" y="38108"/>
                  <a:pt x="119875" y="36272"/>
                </a:cubicBezTo>
                <a:cubicBezTo>
                  <a:pt x="120242" y="34434"/>
                  <a:pt x="120869" y="32812"/>
                  <a:pt x="121756" y="31405"/>
                </a:cubicBezTo>
                <a:cubicBezTo>
                  <a:pt x="122644" y="29996"/>
                  <a:pt x="123808" y="28848"/>
                  <a:pt x="125246" y="27961"/>
                </a:cubicBezTo>
                <a:cubicBezTo>
                  <a:pt x="126684" y="27073"/>
                  <a:pt x="128475" y="26629"/>
                  <a:pt x="130617" y="26629"/>
                </a:cubicBezTo>
                <a:cubicBezTo>
                  <a:pt x="132699" y="26629"/>
                  <a:pt x="134459" y="27073"/>
                  <a:pt x="135897" y="27961"/>
                </a:cubicBezTo>
                <a:cubicBezTo>
                  <a:pt x="137336" y="28848"/>
                  <a:pt x="138514" y="30012"/>
                  <a:pt x="139432" y="31451"/>
                </a:cubicBezTo>
                <a:cubicBezTo>
                  <a:pt x="140350" y="32889"/>
                  <a:pt x="141008" y="34526"/>
                  <a:pt x="141406" y="36363"/>
                </a:cubicBezTo>
                <a:cubicBezTo>
                  <a:pt x="141804" y="38199"/>
                  <a:pt x="142002" y="40066"/>
                  <a:pt x="142002" y="41964"/>
                </a:cubicBezTo>
                <a:cubicBezTo>
                  <a:pt x="142002" y="43861"/>
                  <a:pt x="141819" y="45729"/>
                  <a:pt x="141452" y="47566"/>
                </a:cubicBezTo>
                <a:cubicBezTo>
                  <a:pt x="141085" y="49402"/>
                  <a:pt x="140457" y="51009"/>
                  <a:pt x="139569" y="52386"/>
                </a:cubicBezTo>
                <a:cubicBezTo>
                  <a:pt x="138682" y="53764"/>
                  <a:pt x="137519" y="54882"/>
                  <a:pt x="136081" y="55739"/>
                </a:cubicBezTo>
                <a:cubicBezTo>
                  <a:pt x="134642" y="56595"/>
                  <a:pt x="132852" y="57024"/>
                  <a:pt x="130710" y="57024"/>
                </a:cubicBezTo>
                <a:moveTo>
                  <a:pt x="106747" y="18082"/>
                </a:moveTo>
                <a:lnTo>
                  <a:pt x="106747" y="82128"/>
                </a:lnTo>
                <a:lnTo>
                  <a:pt x="119784" y="82128"/>
                </a:lnTo>
                <a:lnTo>
                  <a:pt x="119784" y="59698"/>
                </a:lnTo>
                <a:lnTo>
                  <a:pt x="119967" y="59698"/>
                </a:lnTo>
                <a:cubicBezTo>
                  <a:pt x="121559" y="62034"/>
                  <a:pt x="123594" y="63801"/>
                  <a:pt x="126072" y="64999"/>
                </a:cubicBezTo>
                <a:cubicBezTo>
                  <a:pt x="128551" y="66197"/>
                  <a:pt x="131260" y="66796"/>
                  <a:pt x="134198" y="66796"/>
                </a:cubicBezTo>
                <a:cubicBezTo>
                  <a:pt x="137687" y="66796"/>
                  <a:pt x="140732" y="66122"/>
                  <a:pt x="143333" y="64773"/>
                </a:cubicBezTo>
                <a:cubicBezTo>
                  <a:pt x="145934" y="63425"/>
                  <a:pt x="148107" y="61616"/>
                  <a:pt x="149852" y="59348"/>
                </a:cubicBezTo>
                <a:cubicBezTo>
                  <a:pt x="151597" y="57079"/>
                  <a:pt x="152897" y="54473"/>
                  <a:pt x="153753" y="51530"/>
                </a:cubicBezTo>
                <a:cubicBezTo>
                  <a:pt x="154611" y="48588"/>
                  <a:pt x="155040" y="45522"/>
                  <a:pt x="155040" y="42333"/>
                </a:cubicBezTo>
                <a:cubicBezTo>
                  <a:pt x="155040" y="38961"/>
                  <a:pt x="154611" y="35727"/>
                  <a:pt x="153753" y="32631"/>
                </a:cubicBezTo>
                <a:cubicBezTo>
                  <a:pt x="152897" y="29534"/>
                  <a:pt x="151581" y="26822"/>
                  <a:pt x="149806" y="24492"/>
                </a:cubicBezTo>
                <a:cubicBezTo>
                  <a:pt x="148031" y="22162"/>
                  <a:pt x="145797" y="20292"/>
                  <a:pt x="143104" y="18882"/>
                </a:cubicBezTo>
                <a:cubicBezTo>
                  <a:pt x="140411" y="17471"/>
                  <a:pt x="137198" y="16766"/>
                  <a:pt x="133464" y="16766"/>
                </a:cubicBezTo>
                <a:cubicBezTo>
                  <a:pt x="130526" y="16766"/>
                  <a:pt x="127832" y="17350"/>
                  <a:pt x="125383" y="18518"/>
                </a:cubicBezTo>
                <a:cubicBezTo>
                  <a:pt x="122935" y="19685"/>
                  <a:pt x="120916" y="21559"/>
                  <a:pt x="119324" y="24141"/>
                </a:cubicBezTo>
                <a:lnTo>
                  <a:pt x="119141" y="24141"/>
                </a:lnTo>
                <a:lnTo>
                  <a:pt x="119141" y="18082"/>
                </a:lnTo>
                <a:lnTo>
                  <a:pt x="106747" y="18082"/>
                </a:lnTo>
                <a:close/>
                <a:moveTo>
                  <a:pt x="174167" y="41872"/>
                </a:moveTo>
                <a:cubicBezTo>
                  <a:pt x="174167" y="39975"/>
                  <a:pt x="174350" y="38108"/>
                  <a:pt x="174717" y="36272"/>
                </a:cubicBezTo>
                <a:cubicBezTo>
                  <a:pt x="175084" y="34434"/>
                  <a:pt x="175711" y="32812"/>
                  <a:pt x="176599" y="31405"/>
                </a:cubicBezTo>
                <a:cubicBezTo>
                  <a:pt x="177487" y="29996"/>
                  <a:pt x="178665" y="28848"/>
                  <a:pt x="180135" y="27961"/>
                </a:cubicBezTo>
                <a:cubicBezTo>
                  <a:pt x="181604" y="27073"/>
                  <a:pt x="183440" y="26629"/>
                  <a:pt x="185643" y="26629"/>
                </a:cubicBezTo>
                <a:cubicBezTo>
                  <a:pt x="187847" y="26629"/>
                  <a:pt x="189699" y="27073"/>
                  <a:pt x="191198" y="27961"/>
                </a:cubicBezTo>
                <a:cubicBezTo>
                  <a:pt x="192698" y="28848"/>
                  <a:pt x="193891" y="29996"/>
                  <a:pt x="194778" y="31405"/>
                </a:cubicBezTo>
                <a:cubicBezTo>
                  <a:pt x="195667" y="32812"/>
                  <a:pt x="196294" y="34434"/>
                  <a:pt x="196661" y="36272"/>
                </a:cubicBezTo>
                <a:cubicBezTo>
                  <a:pt x="197028" y="38108"/>
                  <a:pt x="197212" y="39975"/>
                  <a:pt x="197212" y="41872"/>
                </a:cubicBezTo>
                <a:cubicBezTo>
                  <a:pt x="197212" y="43770"/>
                  <a:pt x="197028" y="45622"/>
                  <a:pt x="196661" y="47429"/>
                </a:cubicBezTo>
                <a:cubicBezTo>
                  <a:pt x="196294" y="49234"/>
                  <a:pt x="195667" y="50856"/>
                  <a:pt x="194778" y="52295"/>
                </a:cubicBezTo>
                <a:cubicBezTo>
                  <a:pt x="193891" y="53734"/>
                  <a:pt x="192698" y="54882"/>
                  <a:pt x="191198" y="55739"/>
                </a:cubicBezTo>
                <a:cubicBezTo>
                  <a:pt x="189699" y="56595"/>
                  <a:pt x="187847" y="57024"/>
                  <a:pt x="185643" y="57024"/>
                </a:cubicBezTo>
                <a:cubicBezTo>
                  <a:pt x="183440" y="57024"/>
                  <a:pt x="181604" y="56595"/>
                  <a:pt x="180135" y="55739"/>
                </a:cubicBezTo>
                <a:cubicBezTo>
                  <a:pt x="178665" y="54882"/>
                  <a:pt x="177487" y="53734"/>
                  <a:pt x="176599" y="52295"/>
                </a:cubicBezTo>
                <a:cubicBezTo>
                  <a:pt x="175711" y="50856"/>
                  <a:pt x="175084" y="49234"/>
                  <a:pt x="174717" y="47429"/>
                </a:cubicBezTo>
                <a:cubicBezTo>
                  <a:pt x="174350" y="45622"/>
                  <a:pt x="174167" y="43770"/>
                  <a:pt x="174167" y="41872"/>
                </a:cubicBezTo>
                <a:moveTo>
                  <a:pt x="161129" y="41874"/>
                </a:moveTo>
                <a:cubicBezTo>
                  <a:pt x="161129" y="45675"/>
                  <a:pt x="161711" y="49108"/>
                  <a:pt x="162874" y="52174"/>
                </a:cubicBezTo>
                <a:cubicBezTo>
                  <a:pt x="164036" y="55239"/>
                  <a:pt x="165689" y="57860"/>
                  <a:pt x="167832" y="60037"/>
                </a:cubicBezTo>
                <a:cubicBezTo>
                  <a:pt x="169974" y="62213"/>
                  <a:pt x="172545" y="63884"/>
                  <a:pt x="175544" y="65049"/>
                </a:cubicBezTo>
                <a:cubicBezTo>
                  <a:pt x="178544" y="66214"/>
                  <a:pt x="181910" y="66796"/>
                  <a:pt x="185643" y="66796"/>
                </a:cubicBezTo>
                <a:cubicBezTo>
                  <a:pt x="189377" y="66796"/>
                  <a:pt x="192759" y="66214"/>
                  <a:pt x="195789" y="65049"/>
                </a:cubicBezTo>
                <a:cubicBezTo>
                  <a:pt x="198818" y="63884"/>
                  <a:pt x="201404" y="62213"/>
                  <a:pt x="203547" y="60037"/>
                </a:cubicBezTo>
                <a:cubicBezTo>
                  <a:pt x="205689" y="57860"/>
                  <a:pt x="207342" y="55239"/>
                  <a:pt x="208505" y="52174"/>
                </a:cubicBezTo>
                <a:cubicBezTo>
                  <a:pt x="209668" y="49108"/>
                  <a:pt x="210249" y="45675"/>
                  <a:pt x="210249" y="41874"/>
                </a:cubicBezTo>
                <a:cubicBezTo>
                  <a:pt x="210249" y="38073"/>
                  <a:pt x="209668" y="34624"/>
                  <a:pt x="208505" y="31528"/>
                </a:cubicBezTo>
                <a:cubicBezTo>
                  <a:pt x="207342" y="28431"/>
                  <a:pt x="205689" y="25794"/>
                  <a:pt x="203547" y="23618"/>
                </a:cubicBezTo>
                <a:cubicBezTo>
                  <a:pt x="201404" y="21441"/>
                  <a:pt x="198818" y="19755"/>
                  <a:pt x="195789" y="18560"/>
                </a:cubicBezTo>
                <a:cubicBezTo>
                  <a:pt x="192759" y="17364"/>
                  <a:pt x="189377" y="16766"/>
                  <a:pt x="185643" y="16766"/>
                </a:cubicBezTo>
                <a:cubicBezTo>
                  <a:pt x="181910" y="16766"/>
                  <a:pt x="178544" y="17364"/>
                  <a:pt x="175544" y="18560"/>
                </a:cubicBezTo>
                <a:cubicBezTo>
                  <a:pt x="172545" y="19755"/>
                  <a:pt x="169974" y="21441"/>
                  <a:pt x="167832" y="23618"/>
                </a:cubicBezTo>
                <a:cubicBezTo>
                  <a:pt x="165689" y="25794"/>
                  <a:pt x="164036" y="28431"/>
                  <a:pt x="162874" y="31528"/>
                </a:cubicBezTo>
                <a:cubicBezTo>
                  <a:pt x="161711" y="34624"/>
                  <a:pt x="161129" y="38073"/>
                  <a:pt x="161129" y="41874"/>
                </a:cubicBezTo>
                <a:close/>
                <a:moveTo>
                  <a:pt x="218451" y="18040"/>
                </a:moveTo>
                <a:lnTo>
                  <a:pt x="218451" y="65541"/>
                </a:lnTo>
                <a:lnTo>
                  <a:pt x="231489" y="65541"/>
                </a:lnTo>
                <a:lnTo>
                  <a:pt x="231489" y="44127"/>
                </a:lnTo>
                <a:cubicBezTo>
                  <a:pt x="231489" y="41982"/>
                  <a:pt x="231703" y="39991"/>
                  <a:pt x="232132" y="38153"/>
                </a:cubicBezTo>
                <a:cubicBezTo>
                  <a:pt x="232560" y="36315"/>
                  <a:pt x="233279" y="34707"/>
                  <a:pt x="234289" y="33328"/>
                </a:cubicBezTo>
                <a:cubicBezTo>
                  <a:pt x="235299" y="31950"/>
                  <a:pt x="236629" y="30862"/>
                  <a:pt x="238282" y="30065"/>
                </a:cubicBezTo>
                <a:cubicBezTo>
                  <a:pt x="239935" y="29269"/>
                  <a:pt x="241955" y="28870"/>
                  <a:pt x="244342" y="28870"/>
                </a:cubicBezTo>
                <a:cubicBezTo>
                  <a:pt x="245138" y="28870"/>
                  <a:pt x="245964" y="28917"/>
                  <a:pt x="246820" y="29009"/>
                </a:cubicBezTo>
                <a:cubicBezTo>
                  <a:pt x="247678" y="29101"/>
                  <a:pt x="248412" y="29208"/>
                  <a:pt x="249024" y="29330"/>
                </a:cubicBezTo>
                <a:lnTo>
                  <a:pt x="249024" y="17224"/>
                </a:lnTo>
                <a:cubicBezTo>
                  <a:pt x="247984" y="16919"/>
                  <a:pt x="247035" y="16766"/>
                  <a:pt x="246179" y="16766"/>
                </a:cubicBezTo>
                <a:cubicBezTo>
                  <a:pt x="244526" y="16766"/>
                  <a:pt x="242934" y="17011"/>
                  <a:pt x="241404" y="17500"/>
                </a:cubicBezTo>
                <a:cubicBezTo>
                  <a:pt x="239874" y="17989"/>
                  <a:pt x="238436" y="18676"/>
                  <a:pt x="237089" y="19563"/>
                </a:cubicBezTo>
                <a:cubicBezTo>
                  <a:pt x="235743" y="20449"/>
                  <a:pt x="234549" y="21519"/>
                  <a:pt x="233509" y="22772"/>
                </a:cubicBezTo>
                <a:cubicBezTo>
                  <a:pt x="232468" y="24026"/>
                  <a:pt x="231642" y="25386"/>
                  <a:pt x="231029" y="26853"/>
                </a:cubicBezTo>
                <a:lnTo>
                  <a:pt x="230845" y="26853"/>
                </a:lnTo>
                <a:lnTo>
                  <a:pt x="230845" y="18040"/>
                </a:lnTo>
                <a:lnTo>
                  <a:pt x="218451" y="18040"/>
                </a:lnTo>
                <a:close/>
                <a:moveTo>
                  <a:pt x="270936" y="18111"/>
                </a:moveTo>
                <a:lnTo>
                  <a:pt x="270936" y="3855"/>
                </a:lnTo>
                <a:lnTo>
                  <a:pt x="257899" y="3855"/>
                </a:lnTo>
                <a:lnTo>
                  <a:pt x="257899" y="18111"/>
                </a:lnTo>
                <a:lnTo>
                  <a:pt x="250003" y="18111"/>
                </a:lnTo>
                <a:lnTo>
                  <a:pt x="250003" y="26808"/>
                </a:lnTo>
                <a:lnTo>
                  <a:pt x="257899" y="26808"/>
                </a:lnTo>
                <a:lnTo>
                  <a:pt x="257899" y="54795"/>
                </a:lnTo>
                <a:cubicBezTo>
                  <a:pt x="257899" y="57181"/>
                  <a:pt x="258297" y="59108"/>
                  <a:pt x="259093" y="60576"/>
                </a:cubicBezTo>
                <a:cubicBezTo>
                  <a:pt x="259888" y="62044"/>
                  <a:pt x="260975" y="63176"/>
                  <a:pt x="262351" y="63972"/>
                </a:cubicBezTo>
                <a:cubicBezTo>
                  <a:pt x="263729" y="64767"/>
                  <a:pt x="265320" y="65302"/>
                  <a:pt x="267126" y="65576"/>
                </a:cubicBezTo>
                <a:cubicBezTo>
                  <a:pt x="268932" y="65852"/>
                  <a:pt x="270845" y="65989"/>
                  <a:pt x="272865" y="65989"/>
                </a:cubicBezTo>
                <a:cubicBezTo>
                  <a:pt x="274150" y="65989"/>
                  <a:pt x="275466" y="65960"/>
                  <a:pt x="276813" y="65900"/>
                </a:cubicBezTo>
                <a:cubicBezTo>
                  <a:pt x="278160" y="65840"/>
                  <a:pt x="279384" y="65721"/>
                  <a:pt x="280485" y="65541"/>
                </a:cubicBezTo>
                <a:lnTo>
                  <a:pt x="280485" y="55401"/>
                </a:lnTo>
                <a:cubicBezTo>
                  <a:pt x="279873" y="55524"/>
                  <a:pt x="279231" y="55616"/>
                  <a:pt x="278557" y="55677"/>
                </a:cubicBezTo>
                <a:cubicBezTo>
                  <a:pt x="277884" y="55738"/>
                  <a:pt x="277180" y="55768"/>
                  <a:pt x="276446" y="55768"/>
                </a:cubicBezTo>
                <a:cubicBezTo>
                  <a:pt x="274242" y="55768"/>
                  <a:pt x="272772" y="55402"/>
                  <a:pt x="272037" y="54669"/>
                </a:cubicBezTo>
                <a:cubicBezTo>
                  <a:pt x="271303" y="53935"/>
                  <a:pt x="270936" y="52469"/>
                  <a:pt x="270936" y="50270"/>
                </a:cubicBezTo>
                <a:lnTo>
                  <a:pt x="270936" y="26808"/>
                </a:lnTo>
                <a:lnTo>
                  <a:pt x="280485" y="26808"/>
                </a:lnTo>
                <a:lnTo>
                  <a:pt x="280485" y="18111"/>
                </a:lnTo>
                <a:lnTo>
                  <a:pt x="270936" y="18111"/>
                </a:lnTo>
                <a:close/>
                <a:moveTo>
                  <a:pt x="312160" y="18073"/>
                </a:moveTo>
                <a:lnTo>
                  <a:pt x="312160" y="65541"/>
                </a:lnTo>
                <a:lnTo>
                  <a:pt x="325197" y="65541"/>
                </a:lnTo>
                <a:lnTo>
                  <a:pt x="325197" y="38002"/>
                </a:lnTo>
                <a:cubicBezTo>
                  <a:pt x="325197" y="35676"/>
                  <a:pt x="325534" y="33794"/>
                  <a:pt x="326207" y="32356"/>
                </a:cubicBezTo>
                <a:cubicBezTo>
                  <a:pt x="326880" y="30918"/>
                  <a:pt x="327692" y="29816"/>
                  <a:pt x="328640" y="29051"/>
                </a:cubicBezTo>
                <a:cubicBezTo>
                  <a:pt x="329589" y="28286"/>
                  <a:pt x="330569" y="27766"/>
                  <a:pt x="331578" y="27490"/>
                </a:cubicBezTo>
                <a:cubicBezTo>
                  <a:pt x="332588" y="27215"/>
                  <a:pt x="333399" y="27077"/>
                  <a:pt x="334012" y="27077"/>
                </a:cubicBezTo>
                <a:cubicBezTo>
                  <a:pt x="336092" y="27077"/>
                  <a:pt x="337669" y="27429"/>
                  <a:pt x="338740" y="28134"/>
                </a:cubicBezTo>
                <a:cubicBezTo>
                  <a:pt x="339811" y="28837"/>
                  <a:pt x="340576" y="29770"/>
                  <a:pt x="341034" y="30933"/>
                </a:cubicBezTo>
                <a:cubicBezTo>
                  <a:pt x="341494" y="32095"/>
                  <a:pt x="341754" y="33366"/>
                  <a:pt x="341815" y="34743"/>
                </a:cubicBezTo>
                <a:cubicBezTo>
                  <a:pt x="341876" y="36120"/>
                  <a:pt x="341907" y="37512"/>
                  <a:pt x="341907" y="38919"/>
                </a:cubicBezTo>
                <a:lnTo>
                  <a:pt x="341907" y="65541"/>
                </a:lnTo>
                <a:lnTo>
                  <a:pt x="354944" y="65541"/>
                </a:lnTo>
                <a:lnTo>
                  <a:pt x="354944" y="39103"/>
                </a:lnTo>
                <a:cubicBezTo>
                  <a:pt x="354944" y="37634"/>
                  <a:pt x="355051" y="36180"/>
                  <a:pt x="355265" y="34743"/>
                </a:cubicBezTo>
                <a:cubicBezTo>
                  <a:pt x="355480" y="33305"/>
                  <a:pt x="355909" y="32020"/>
                  <a:pt x="356551" y="30888"/>
                </a:cubicBezTo>
                <a:cubicBezTo>
                  <a:pt x="357194" y="29755"/>
                  <a:pt x="358081" y="28837"/>
                  <a:pt x="359213" y="28134"/>
                </a:cubicBezTo>
                <a:cubicBezTo>
                  <a:pt x="360346" y="27429"/>
                  <a:pt x="361830" y="27077"/>
                  <a:pt x="363667" y="27077"/>
                </a:cubicBezTo>
                <a:cubicBezTo>
                  <a:pt x="365503" y="27077"/>
                  <a:pt x="366956" y="27384"/>
                  <a:pt x="368026" y="27996"/>
                </a:cubicBezTo>
                <a:cubicBezTo>
                  <a:pt x="369097" y="28608"/>
                  <a:pt x="369909" y="29434"/>
                  <a:pt x="370460" y="30474"/>
                </a:cubicBezTo>
                <a:cubicBezTo>
                  <a:pt x="371011" y="31514"/>
                  <a:pt x="371347" y="32738"/>
                  <a:pt x="371470" y="34146"/>
                </a:cubicBezTo>
                <a:cubicBezTo>
                  <a:pt x="371592" y="35554"/>
                  <a:pt x="371653" y="37053"/>
                  <a:pt x="371653" y="38643"/>
                </a:cubicBezTo>
                <a:lnTo>
                  <a:pt x="371653" y="65541"/>
                </a:lnTo>
                <a:lnTo>
                  <a:pt x="384692" y="65541"/>
                </a:lnTo>
                <a:lnTo>
                  <a:pt x="384692" y="33760"/>
                </a:lnTo>
                <a:cubicBezTo>
                  <a:pt x="384692" y="30698"/>
                  <a:pt x="384263" y="28080"/>
                  <a:pt x="383406" y="25906"/>
                </a:cubicBezTo>
                <a:cubicBezTo>
                  <a:pt x="382549" y="23732"/>
                  <a:pt x="381356" y="21971"/>
                  <a:pt x="379825" y="20625"/>
                </a:cubicBezTo>
                <a:cubicBezTo>
                  <a:pt x="378295" y="19277"/>
                  <a:pt x="376459" y="18297"/>
                  <a:pt x="374316" y="17685"/>
                </a:cubicBezTo>
                <a:cubicBezTo>
                  <a:pt x="372175" y="17073"/>
                  <a:pt x="369849" y="16766"/>
                  <a:pt x="367340" y="16766"/>
                </a:cubicBezTo>
                <a:cubicBezTo>
                  <a:pt x="364035" y="16766"/>
                  <a:pt x="361173" y="17564"/>
                  <a:pt x="358755" y="19161"/>
                </a:cubicBezTo>
                <a:cubicBezTo>
                  <a:pt x="356337" y="20756"/>
                  <a:pt x="354424" y="22597"/>
                  <a:pt x="353017" y="24683"/>
                </a:cubicBezTo>
                <a:cubicBezTo>
                  <a:pt x="351732" y="21737"/>
                  <a:pt x="349849" y="19682"/>
                  <a:pt x="347369" y="18516"/>
                </a:cubicBezTo>
                <a:cubicBezTo>
                  <a:pt x="344891" y="17350"/>
                  <a:pt x="342152" y="16766"/>
                  <a:pt x="339153" y="16766"/>
                </a:cubicBezTo>
                <a:cubicBezTo>
                  <a:pt x="336032" y="16766"/>
                  <a:pt x="333262" y="17442"/>
                  <a:pt x="330844" y="18792"/>
                </a:cubicBezTo>
                <a:cubicBezTo>
                  <a:pt x="328426" y="20142"/>
                  <a:pt x="326360" y="22044"/>
                  <a:pt x="324646" y="24499"/>
                </a:cubicBezTo>
                <a:lnTo>
                  <a:pt x="324463" y="24499"/>
                </a:lnTo>
                <a:lnTo>
                  <a:pt x="324463" y="18073"/>
                </a:lnTo>
                <a:lnTo>
                  <a:pt x="312160" y="18073"/>
                </a:lnTo>
                <a:close/>
                <a:moveTo>
                  <a:pt x="395555" y="0"/>
                </a:moveTo>
                <a:lnTo>
                  <a:pt x="395555" y="65541"/>
                </a:lnTo>
                <a:lnTo>
                  <a:pt x="408593" y="65541"/>
                </a:lnTo>
                <a:lnTo>
                  <a:pt x="408593" y="0"/>
                </a:lnTo>
                <a:lnTo>
                  <a:pt x="395555" y="0"/>
                </a:lnTo>
                <a:close/>
                <a:moveTo>
                  <a:pt x="431026" y="40588"/>
                </a:moveTo>
                <a:lnTo>
                  <a:pt x="413948" y="65541"/>
                </a:lnTo>
                <a:lnTo>
                  <a:pt x="428546" y="65541"/>
                </a:lnTo>
                <a:lnTo>
                  <a:pt x="438462" y="50588"/>
                </a:lnTo>
                <a:lnTo>
                  <a:pt x="448378" y="65541"/>
                </a:lnTo>
                <a:lnTo>
                  <a:pt x="463251" y="65541"/>
                </a:lnTo>
                <a:lnTo>
                  <a:pt x="445714" y="40312"/>
                </a:lnTo>
                <a:lnTo>
                  <a:pt x="461324" y="18111"/>
                </a:lnTo>
                <a:lnTo>
                  <a:pt x="446908" y="18111"/>
                </a:lnTo>
                <a:lnTo>
                  <a:pt x="438645" y="30497"/>
                </a:lnTo>
                <a:lnTo>
                  <a:pt x="430290" y="18111"/>
                </a:lnTo>
                <a:lnTo>
                  <a:pt x="415418" y="18111"/>
                </a:lnTo>
                <a:lnTo>
                  <a:pt x="431026" y="40588"/>
                </a:lnTo>
                <a:close/>
                <a:moveTo>
                  <a:pt x="468423" y="51375"/>
                </a:moveTo>
                <a:lnTo>
                  <a:pt x="468423" y="65541"/>
                </a:lnTo>
                <a:lnTo>
                  <a:pt x="482837" y="65541"/>
                </a:lnTo>
                <a:lnTo>
                  <a:pt x="482837" y="51375"/>
                </a:lnTo>
                <a:lnTo>
                  <a:pt x="468423" y="51375"/>
                </a:lnTo>
                <a:close/>
                <a:moveTo>
                  <a:pt x="525439" y="34788"/>
                </a:moveTo>
                <a:lnTo>
                  <a:pt x="538200" y="34788"/>
                </a:lnTo>
                <a:cubicBezTo>
                  <a:pt x="538017" y="31723"/>
                  <a:pt x="537283" y="29072"/>
                  <a:pt x="535997" y="26835"/>
                </a:cubicBezTo>
                <a:cubicBezTo>
                  <a:pt x="534712" y="24597"/>
                  <a:pt x="533044" y="22727"/>
                  <a:pt x="530993" y="21226"/>
                </a:cubicBezTo>
                <a:cubicBezTo>
                  <a:pt x="528943" y="19724"/>
                  <a:pt x="526617" y="18605"/>
                  <a:pt x="524016" y="17870"/>
                </a:cubicBezTo>
                <a:cubicBezTo>
                  <a:pt x="521415" y="17134"/>
                  <a:pt x="518706" y="16766"/>
                  <a:pt x="515891" y="16766"/>
                </a:cubicBezTo>
                <a:cubicBezTo>
                  <a:pt x="512034" y="16766"/>
                  <a:pt x="508606" y="17410"/>
                  <a:pt x="505606" y="18698"/>
                </a:cubicBezTo>
                <a:cubicBezTo>
                  <a:pt x="502607" y="19985"/>
                  <a:pt x="500067" y="21778"/>
                  <a:pt x="497987" y="24078"/>
                </a:cubicBezTo>
                <a:cubicBezTo>
                  <a:pt x="495906" y="26377"/>
                  <a:pt x="494330" y="29106"/>
                  <a:pt x="493258" y="32263"/>
                </a:cubicBezTo>
                <a:cubicBezTo>
                  <a:pt x="492187" y="35420"/>
                  <a:pt x="491652" y="38838"/>
                  <a:pt x="491652" y="42517"/>
                </a:cubicBezTo>
                <a:cubicBezTo>
                  <a:pt x="491652" y="46073"/>
                  <a:pt x="492233" y="49338"/>
                  <a:pt x="493396" y="52312"/>
                </a:cubicBezTo>
                <a:cubicBezTo>
                  <a:pt x="494559" y="55285"/>
                  <a:pt x="496180" y="57844"/>
                  <a:pt x="498261" y="59991"/>
                </a:cubicBezTo>
                <a:cubicBezTo>
                  <a:pt x="500343" y="62137"/>
                  <a:pt x="502868" y="63808"/>
                  <a:pt x="505836" y="65003"/>
                </a:cubicBezTo>
                <a:cubicBezTo>
                  <a:pt x="508805" y="66199"/>
                  <a:pt x="512065" y="66796"/>
                  <a:pt x="515615" y="66796"/>
                </a:cubicBezTo>
                <a:cubicBezTo>
                  <a:pt x="521919" y="66796"/>
                  <a:pt x="527091" y="65137"/>
                  <a:pt x="531130" y="61819"/>
                </a:cubicBezTo>
                <a:cubicBezTo>
                  <a:pt x="535170" y="58500"/>
                  <a:pt x="537619" y="53688"/>
                  <a:pt x="538476" y="47384"/>
                </a:cubicBezTo>
                <a:lnTo>
                  <a:pt x="525897" y="47384"/>
                </a:lnTo>
                <a:cubicBezTo>
                  <a:pt x="525470" y="50322"/>
                  <a:pt x="524414" y="52663"/>
                  <a:pt x="522730" y="54408"/>
                </a:cubicBezTo>
                <a:cubicBezTo>
                  <a:pt x="521047" y="56152"/>
                  <a:pt x="518645" y="57024"/>
                  <a:pt x="515524" y="57024"/>
                </a:cubicBezTo>
                <a:cubicBezTo>
                  <a:pt x="513503" y="57024"/>
                  <a:pt x="511789" y="56564"/>
                  <a:pt x="510381" y="55646"/>
                </a:cubicBezTo>
                <a:cubicBezTo>
                  <a:pt x="508973" y="54728"/>
                  <a:pt x="507856" y="53550"/>
                  <a:pt x="507030" y="52112"/>
                </a:cubicBezTo>
                <a:cubicBezTo>
                  <a:pt x="506204" y="50673"/>
                  <a:pt x="505607" y="49065"/>
                  <a:pt x="505239" y="47290"/>
                </a:cubicBezTo>
                <a:cubicBezTo>
                  <a:pt x="504872" y="45514"/>
                  <a:pt x="504689" y="43770"/>
                  <a:pt x="504689" y="42056"/>
                </a:cubicBezTo>
                <a:cubicBezTo>
                  <a:pt x="504689" y="40281"/>
                  <a:pt x="504872" y="38490"/>
                  <a:pt x="505239" y="36685"/>
                </a:cubicBezTo>
                <a:cubicBezTo>
                  <a:pt x="505607" y="34879"/>
                  <a:pt x="506235" y="33225"/>
                  <a:pt x="507122" y="31726"/>
                </a:cubicBezTo>
                <a:cubicBezTo>
                  <a:pt x="508009" y="30226"/>
                  <a:pt x="509157" y="29001"/>
                  <a:pt x="510564" y="28052"/>
                </a:cubicBezTo>
                <a:cubicBezTo>
                  <a:pt x="511973" y="27103"/>
                  <a:pt x="513717" y="26629"/>
                  <a:pt x="515798" y="26629"/>
                </a:cubicBezTo>
                <a:cubicBezTo>
                  <a:pt x="521368" y="26629"/>
                  <a:pt x="524582" y="29349"/>
                  <a:pt x="525439" y="34788"/>
                </a:cubicBezTo>
                <a:close/>
                <a:moveTo>
                  <a:pt x="557480" y="41872"/>
                </a:moveTo>
                <a:cubicBezTo>
                  <a:pt x="557480" y="39975"/>
                  <a:pt x="557664" y="38108"/>
                  <a:pt x="558031" y="36272"/>
                </a:cubicBezTo>
                <a:cubicBezTo>
                  <a:pt x="558398" y="34434"/>
                  <a:pt x="559025" y="32812"/>
                  <a:pt x="559912" y="31405"/>
                </a:cubicBezTo>
                <a:cubicBezTo>
                  <a:pt x="560800" y="29996"/>
                  <a:pt x="561979" y="28848"/>
                  <a:pt x="563448" y="27961"/>
                </a:cubicBezTo>
                <a:cubicBezTo>
                  <a:pt x="564917" y="27073"/>
                  <a:pt x="566753" y="26629"/>
                  <a:pt x="568957" y="26629"/>
                </a:cubicBezTo>
                <a:cubicBezTo>
                  <a:pt x="571161" y="26629"/>
                  <a:pt x="573012" y="27073"/>
                  <a:pt x="574511" y="27961"/>
                </a:cubicBezTo>
                <a:cubicBezTo>
                  <a:pt x="576011" y="28848"/>
                  <a:pt x="577205" y="29996"/>
                  <a:pt x="578092" y="31405"/>
                </a:cubicBezTo>
                <a:cubicBezTo>
                  <a:pt x="578980" y="32812"/>
                  <a:pt x="579608" y="34434"/>
                  <a:pt x="579975" y="36272"/>
                </a:cubicBezTo>
                <a:cubicBezTo>
                  <a:pt x="580342" y="38108"/>
                  <a:pt x="580525" y="39975"/>
                  <a:pt x="580525" y="41872"/>
                </a:cubicBezTo>
                <a:cubicBezTo>
                  <a:pt x="580525" y="43770"/>
                  <a:pt x="580342" y="45622"/>
                  <a:pt x="579975" y="47429"/>
                </a:cubicBezTo>
                <a:cubicBezTo>
                  <a:pt x="579608" y="49234"/>
                  <a:pt x="578980" y="50856"/>
                  <a:pt x="578092" y="52295"/>
                </a:cubicBezTo>
                <a:cubicBezTo>
                  <a:pt x="577205" y="53734"/>
                  <a:pt x="576011" y="54882"/>
                  <a:pt x="574511" y="55739"/>
                </a:cubicBezTo>
                <a:cubicBezTo>
                  <a:pt x="573012" y="56595"/>
                  <a:pt x="571161" y="57024"/>
                  <a:pt x="568957" y="57024"/>
                </a:cubicBezTo>
                <a:cubicBezTo>
                  <a:pt x="566753" y="57024"/>
                  <a:pt x="564917" y="56595"/>
                  <a:pt x="563448" y="55739"/>
                </a:cubicBezTo>
                <a:cubicBezTo>
                  <a:pt x="561979" y="54882"/>
                  <a:pt x="560800" y="53734"/>
                  <a:pt x="559912" y="52295"/>
                </a:cubicBezTo>
                <a:cubicBezTo>
                  <a:pt x="559025" y="50856"/>
                  <a:pt x="558398" y="49234"/>
                  <a:pt x="558031" y="47429"/>
                </a:cubicBezTo>
                <a:cubicBezTo>
                  <a:pt x="557664" y="45622"/>
                  <a:pt x="557480" y="43770"/>
                  <a:pt x="557480" y="41872"/>
                </a:cubicBezTo>
                <a:moveTo>
                  <a:pt x="544443" y="41874"/>
                </a:moveTo>
                <a:cubicBezTo>
                  <a:pt x="544443" y="45675"/>
                  <a:pt x="545024" y="49108"/>
                  <a:pt x="546187" y="52174"/>
                </a:cubicBezTo>
                <a:cubicBezTo>
                  <a:pt x="547350" y="55239"/>
                  <a:pt x="549003" y="57860"/>
                  <a:pt x="551145" y="60037"/>
                </a:cubicBezTo>
                <a:cubicBezTo>
                  <a:pt x="553288" y="62213"/>
                  <a:pt x="555858" y="63884"/>
                  <a:pt x="558857" y="65049"/>
                </a:cubicBezTo>
                <a:cubicBezTo>
                  <a:pt x="561857" y="66214"/>
                  <a:pt x="565224" y="66796"/>
                  <a:pt x="568957" y="66796"/>
                </a:cubicBezTo>
                <a:cubicBezTo>
                  <a:pt x="572691" y="66796"/>
                  <a:pt x="576072" y="66214"/>
                  <a:pt x="579102" y="65049"/>
                </a:cubicBezTo>
                <a:cubicBezTo>
                  <a:pt x="582132" y="63884"/>
                  <a:pt x="584718" y="62213"/>
                  <a:pt x="586860" y="60037"/>
                </a:cubicBezTo>
                <a:cubicBezTo>
                  <a:pt x="589003" y="57860"/>
                  <a:pt x="590656" y="55239"/>
                  <a:pt x="591818" y="52174"/>
                </a:cubicBezTo>
                <a:cubicBezTo>
                  <a:pt x="592981" y="49108"/>
                  <a:pt x="593563" y="45675"/>
                  <a:pt x="593563" y="41874"/>
                </a:cubicBezTo>
                <a:cubicBezTo>
                  <a:pt x="593563" y="38073"/>
                  <a:pt x="592981" y="34624"/>
                  <a:pt x="591818" y="31528"/>
                </a:cubicBezTo>
                <a:cubicBezTo>
                  <a:pt x="590656" y="28431"/>
                  <a:pt x="589003" y="25794"/>
                  <a:pt x="586860" y="23618"/>
                </a:cubicBezTo>
                <a:cubicBezTo>
                  <a:pt x="584718" y="21441"/>
                  <a:pt x="582132" y="19755"/>
                  <a:pt x="579102" y="18560"/>
                </a:cubicBezTo>
                <a:cubicBezTo>
                  <a:pt x="576072" y="17364"/>
                  <a:pt x="572691" y="16766"/>
                  <a:pt x="568957" y="16766"/>
                </a:cubicBezTo>
                <a:cubicBezTo>
                  <a:pt x="565224" y="16766"/>
                  <a:pt x="561857" y="17364"/>
                  <a:pt x="558857" y="18560"/>
                </a:cubicBezTo>
                <a:cubicBezTo>
                  <a:pt x="555858" y="19755"/>
                  <a:pt x="553288" y="21441"/>
                  <a:pt x="551145" y="23618"/>
                </a:cubicBezTo>
                <a:cubicBezTo>
                  <a:pt x="549003" y="25794"/>
                  <a:pt x="547350" y="28431"/>
                  <a:pt x="546187" y="31528"/>
                </a:cubicBezTo>
                <a:cubicBezTo>
                  <a:pt x="545024" y="34624"/>
                  <a:pt x="544443" y="38073"/>
                  <a:pt x="544443" y="41874"/>
                </a:cubicBezTo>
                <a:close/>
                <a:moveTo>
                  <a:pt x="601765" y="18040"/>
                </a:moveTo>
                <a:lnTo>
                  <a:pt x="601765" y="65541"/>
                </a:lnTo>
                <a:lnTo>
                  <a:pt x="614802" y="65541"/>
                </a:lnTo>
                <a:lnTo>
                  <a:pt x="614802" y="44127"/>
                </a:lnTo>
                <a:cubicBezTo>
                  <a:pt x="614802" y="41982"/>
                  <a:pt x="615016" y="39991"/>
                  <a:pt x="615445" y="38153"/>
                </a:cubicBezTo>
                <a:cubicBezTo>
                  <a:pt x="615874" y="36315"/>
                  <a:pt x="616593" y="34707"/>
                  <a:pt x="617603" y="33328"/>
                </a:cubicBezTo>
                <a:cubicBezTo>
                  <a:pt x="618612" y="31950"/>
                  <a:pt x="619943" y="30862"/>
                  <a:pt x="621595" y="30065"/>
                </a:cubicBezTo>
                <a:cubicBezTo>
                  <a:pt x="623248" y="29269"/>
                  <a:pt x="625269" y="28870"/>
                  <a:pt x="627656" y="28870"/>
                </a:cubicBezTo>
                <a:cubicBezTo>
                  <a:pt x="628451" y="28870"/>
                  <a:pt x="629278" y="28917"/>
                  <a:pt x="630134" y="29009"/>
                </a:cubicBezTo>
                <a:cubicBezTo>
                  <a:pt x="630991" y="29101"/>
                  <a:pt x="631726" y="29208"/>
                  <a:pt x="632338" y="29330"/>
                </a:cubicBezTo>
                <a:lnTo>
                  <a:pt x="632338" y="17224"/>
                </a:lnTo>
                <a:cubicBezTo>
                  <a:pt x="631297" y="16919"/>
                  <a:pt x="630349" y="16766"/>
                  <a:pt x="629492" y="16766"/>
                </a:cubicBezTo>
                <a:cubicBezTo>
                  <a:pt x="627839" y="16766"/>
                  <a:pt x="626248" y="17011"/>
                  <a:pt x="624718" y="17500"/>
                </a:cubicBezTo>
                <a:cubicBezTo>
                  <a:pt x="623188" y="17989"/>
                  <a:pt x="621750" y="18676"/>
                  <a:pt x="620403" y="19563"/>
                </a:cubicBezTo>
                <a:cubicBezTo>
                  <a:pt x="619056" y="20449"/>
                  <a:pt x="617863" y="21519"/>
                  <a:pt x="616822" y="22772"/>
                </a:cubicBezTo>
                <a:cubicBezTo>
                  <a:pt x="615782" y="24026"/>
                  <a:pt x="614955" y="25386"/>
                  <a:pt x="614343" y="26853"/>
                </a:cubicBezTo>
                <a:lnTo>
                  <a:pt x="614159" y="26853"/>
                </a:lnTo>
                <a:lnTo>
                  <a:pt x="614159" y="18040"/>
                </a:lnTo>
                <a:lnTo>
                  <a:pt x="601765" y="18040"/>
                </a:lnTo>
                <a:close/>
                <a:moveTo>
                  <a:pt x="669673" y="36760"/>
                </a:moveTo>
                <a:lnTo>
                  <a:pt x="648466" y="36760"/>
                </a:lnTo>
                <a:cubicBezTo>
                  <a:pt x="648527" y="35840"/>
                  <a:pt x="648725" y="34796"/>
                  <a:pt x="649061" y="33629"/>
                </a:cubicBezTo>
                <a:cubicBezTo>
                  <a:pt x="649398" y="32462"/>
                  <a:pt x="649980" y="31357"/>
                  <a:pt x="650807" y="30313"/>
                </a:cubicBezTo>
                <a:cubicBezTo>
                  <a:pt x="651633" y="29269"/>
                  <a:pt x="652735" y="28394"/>
                  <a:pt x="654112" y="27688"/>
                </a:cubicBezTo>
                <a:cubicBezTo>
                  <a:pt x="655489" y="26982"/>
                  <a:pt x="657218" y="26629"/>
                  <a:pt x="659299" y="26629"/>
                </a:cubicBezTo>
                <a:cubicBezTo>
                  <a:pt x="662482" y="26629"/>
                  <a:pt x="664854" y="27489"/>
                  <a:pt x="666415" y="29208"/>
                </a:cubicBezTo>
                <a:cubicBezTo>
                  <a:pt x="667975" y="30927"/>
                  <a:pt x="669061" y="33445"/>
                  <a:pt x="669673" y="36760"/>
                </a:cubicBezTo>
                <a:moveTo>
                  <a:pt x="648466" y="45009"/>
                </a:moveTo>
                <a:lnTo>
                  <a:pt x="682712" y="45009"/>
                </a:lnTo>
                <a:cubicBezTo>
                  <a:pt x="682956" y="41329"/>
                  <a:pt x="682650" y="37803"/>
                  <a:pt x="681793" y="34429"/>
                </a:cubicBezTo>
                <a:cubicBezTo>
                  <a:pt x="680936" y="31056"/>
                  <a:pt x="679544" y="28051"/>
                  <a:pt x="677615" y="25414"/>
                </a:cubicBezTo>
                <a:cubicBezTo>
                  <a:pt x="675687" y="22777"/>
                  <a:pt x="673224" y="20676"/>
                  <a:pt x="670224" y="19113"/>
                </a:cubicBezTo>
                <a:cubicBezTo>
                  <a:pt x="667225" y="17549"/>
                  <a:pt x="663706" y="16766"/>
                  <a:pt x="659666" y="16766"/>
                </a:cubicBezTo>
                <a:cubicBezTo>
                  <a:pt x="656055" y="16766"/>
                  <a:pt x="652765" y="17410"/>
                  <a:pt x="649797" y="18698"/>
                </a:cubicBezTo>
                <a:cubicBezTo>
                  <a:pt x="646829" y="19985"/>
                  <a:pt x="644273" y="21748"/>
                  <a:pt x="642131" y="23985"/>
                </a:cubicBezTo>
                <a:cubicBezTo>
                  <a:pt x="639988" y="26223"/>
                  <a:pt x="638336" y="28875"/>
                  <a:pt x="637173" y="31941"/>
                </a:cubicBezTo>
                <a:cubicBezTo>
                  <a:pt x="636010" y="35006"/>
                  <a:pt x="635429" y="38317"/>
                  <a:pt x="635429" y="41874"/>
                </a:cubicBezTo>
                <a:cubicBezTo>
                  <a:pt x="635429" y="45552"/>
                  <a:pt x="635995" y="48924"/>
                  <a:pt x="637127" y="51990"/>
                </a:cubicBezTo>
                <a:cubicBezTo>
                  <a:pt x="638260" y="55055"/>
                  <a:pt x="639867" y="57692"/>
                  <a:pt x="641947" y="59900"/>
                </a:cubicBezTo>
                <a:cubicBezTo>
                  <a:pt x="644028" y="62107"/>
                  <a:pt x="646568" y="63808"/>
                  <a:pt x="649567" y="65003"/>
                </a:cubicBezTo>
                <a:cubicBezTo>
                  <a:pt x="652566" y="66199"/>
                  <a:pt x="655932" y="66796"/>
                  <a:pt x="659666" y="66796"/>
                </a:cubicBezTo>
                <a:cubicBezTo>
                  <a:pt x="665052" y="66796"/>
                  <a:pt x="669643" y="65573"/>
                  <a:pt x="673438" y="63127"/>
                </a:cubicBezTo>
                <a:cubicBezTo>
                  <a:pt x="677233" y="60681"/>
                  <a:pt x="680049" y="56614"/>
                  <a:pt x="681885" y="50927"/>
                </a:cubicBezTo>
                <a:lnTo>
                  <a:pt x="670409" y="50927"/>
                </a:lnTo>
                <a:cubicBezTo>
                  <a:pt x="669980" y="52383"/>
                  <a:pt x="668817" y="53763"/>
                  <a:pt x="666919" y="55068"/>
                </a:cubicBezTo>
                <a:cubicBezTo>
                  <a:pt x="665022" y="56372"/>
                  <a:pt x="662758" y="57024"/>
                  <a:pt x="660126" y="57024"/>
                </a:cubicBezTo>
                <a:cubicBezTo>
                  <a:pt x="656454" y="57024"/>
                  <a:pt x="653638" y="56076"/>
                  <a:pt x="651678" y="54181"/>
                </a:cubicBezTo>
                <a:cubicBezTo>
                  <a:pt x="649720" y="52285"/>
                  <a:pt x="648649" y="49228"/>
                  <a:pt x="648466" y="45009"/>
                </a:cubicBezTo>
                <a:close/>
                <a:moveTo>
                  <a:pt x="715213" y="32673"/>
                </a:moveTo>
                <a:cubicBezTo>
                  <a:pt x="715396" y="29612"/>
                  <a:pt x="716161" y="27072"/>
                  <a:pt x="717508" y="25053"/>
                </a:cubicBezTo>
                <a:cubicBezTo>
                  <a:pt x="718855" y="23033"/>
                  <a:pt x="720569" y="21410"/>
                  <a:pt x="722649" y="20186"/>
                </a:cubicBezTo>
                <a:cubicBezTo>
                  <a:pt x="724730" y="18962"/>
                  <a:pt x="727071" y="18089"/>
                  <a:pt x="729672" y="17569"/>
                </a:cubicBezTo>
                <a:cubicBezTo>
                  <a:pt x="732274" y="17049"/>
                  <a:pt x="734891" y="16789"/>
                  <a:pt x="737523" y="16789"/>
                </a:cubicBezTo>
                <a:cubicBezTo>
                  <a:pt x="739910" y="16789"/>
                  <a:pt x="742328" y="16957"/>
                  <a:pt x="744776" y="17295"/>
                </a:cubicBezTo>
                <a:cubicBezTo>
                  <a:pt x="747225" y="17631"/>
                  <a:pt x="749459" y="18289"/>
                  <a:pt x="751478" y="19268"/>
                </a:cubicBezTo>
                <a:cubicBezTo>
                  <a:pt x="753498" y="20247"/>
                  <a:pt x="755151" y="21609"/>
                  <a:pt x="756436" y="23354"/>
                </a:cubicBezTo>
                <a:cubicBezTo>
                  <a:pt x="757722" y="25098"/>
                  <a:pt x="758365" y="27409"/>
                  <a:pt x="758365" y="30285"/>
                </a:cubicBezTo>
                <a:lnTo>
                  <a:pt x="758365" y="54982"/>
                </a:lnTo>
                <a:cubicBezTo>
                  <a:pt x="758365" y="57125"/>
                  <a:pt x="758487" y="59175"/>
                  <a:pt x="758732" y="61134"/>
                </a:cubicBezTo>
                <a:cubicBezTo>
                  <a:pt x="758977" y="63092"/>
                  <a:pt x="759405" y="64561"/>
                  <a:pt x="760017" y="65541"/>
                </a:cubicBezTo>
                <a:lnTo>
                  <a:pt x="746796" y="65541"/>
                </a:lnTo>
                <a:cubicBezTo>
                  <a:pt x="746551" y="64807"/>
                  <a:pt x="746352" y="64058"/>
                  <a:pt x="746199" y="63293"/>
                </a:cubicBezTo>
                <a:cubicBezTo>
                  <a:pt x="746046" y="62527"/>
                  <a:pt x="745939" y="61746"/>
                  <a:pt x="745878" y="60950"/>
                </a:cubicBezTo>
                <a:cubicBezTo>
                  <a:pt x="743797" y="63093"/>
                  <a:pt x="741349" y="64593"/>
                  <a:pt x="738533" y="65450"/>
                </a:cubicBezTo>
                <a:cubicBezTo>
                  <a:pt x="735717" y="66307"/>
                  <a:pt x="732840" y="66735"/>
                  <a:pt x="729902" y="66735"/>
                </a:cubicBezTo>
                <a:cubicBezTo>
                  <a:pt x="727638" y="66735"/>
                  <a:pt x="725527" y="66459"/>
                  <a:pt x="723567" y="65908"/>
                </a:cubicBezTo>
                <a:cubicBezTo>
                  <a:pt x="721609" y="65357"/>
                  <a:pt x="719895" y="64500"/>
                  <a:pt x="718426" y="63338"/>
                </a:cubicBezTo>
                <a:cubicBezTo>
                  <a:pt x="716957" y="62175"/>
                  <a:pt x="715810" y="60706"/>
                  <a:pt x="714984" y="58932"/>
                </a:cubicBezTo>
                <a:cubicBezTo>
                  <a:pt x="714157" y="57156"/>
                  <a:pt x="713744" y="55044"/>
                  <a:pt x="713744" y="52595"/>
                </a:cubicBezTo>
                <a:cubicBezTo>
                  <a:pt x="713744" y="49903"/>
                  <a:pt x="714218" y="47684"/>
                  <a:pt x="715167" y="45939"/>
                </a:cubicBezTo>
                <a:cubicBezTo>
                  <a:pt x="716116" y="44195"/>
                  <a:pt x="717340" y="42802"/>
                  <a:pt x="718839" y="41762"/>
                </a:cubicBezTo>
                <a:cubicBezTo>
                  <a:pt x="720339" y="40721"/>
                  <a:pt x="722053" y="39941"/>
                  <a:pt x="723980" y="39421"/>
                </a:cubicBezTo>
                <a:cubicBezTo>
                  <a:pt x="725909" y="38901"/>
                  <a:pt x="727853" y="38488"/>
                  <a:pt x="729811" y="38182"/>
                </a:cubicBezTo>
                <a:cubicBezTo>
                  <a:pt x="731770" y="37876"/>
                  <a:pt x="733697" y="37631"/>
                  <a:pt x="735594" y="37447"/>
                </a:cubicBezTo>
                <a:cubicBezTo>
                  <a:pt x="737492" y="37263"/>
                  <a:pt x="739175" y="36987"/>
                  <a:pt x="740644" y="36620"/>
                </a:cubicBezTo>
                <a:cubicBezTo>
                  <a:pt x="742114" y="36253"/>
                  <a:pt x="743276" y="35718"/>
                  <a:pt x="744133" y="35015"/>
                </a:cubicBezTo>
                <a:cubicBezTo>
                  <a:pt x="744990" y="34311"/>
                  <a:pt x="745388" y="33285"/>
                  <a:pt x="745328" y="31938"/>
                </a:cubicBezTo>
                <a:cubicBezTo>
                  <a:pt x="745328" y="30530"/>
                  <a:pt x="745098" y="29413"/>
                  <a:pt x="744638" y="28587"/>
                </a:cubicBezTo>
                <a:cubicBezTo>
                  <a:pt x="744179" y="27761"/>
                  <a:pt x="743567" y="27118"/>
                  <a:pt x="742802" y="26660"/>
                </a:cubicBezTo>
                <a:cubicBezTo>
                  <a:pt x="742037" y="26200"/>
                  <a:pt x="741149" y="25894"/>
                  <a:pt x="740139" y="25741"/>
                </a:cubicBezTo>
                <a:cubicBezTo>
                  <a:pt x="739129" y="25588"/>
                  <a:pt x="738043" y="25511"/>
                  <a:pt x="736880" y="25511"/>
                </a:cubicBezTo>
                <a:cubicBezTo>
                  <a:pt x="734310" y="25511"/>
                  <a:pt x="732290" y="26062"/>
                  <a:pt x="730821" y="27164"/>
                </a:cubicBezTo>
                <a:cubicBezTo>
                  <a:pt x="729352" y="28266"/>
                  <a:pt x="728495" y="30102"/>
                  <a:pt x="728250" y="32673"/>
                </a:cubicBezTo>
                <a:lnTo>
                  <a:pt x="715213" y="32673"/>
                </a:lnTo>
                <a:moveTo>
                  <a:pt x="745328" y="42312"/>
                </a:moveTo>
                <a:cubicBezTo>
                  <a:pt x="744777" y="42803"/>
                  <a:pt x="744088" y="43186"/>
                  <a:pt x="743261" y="43461"/>
                </a:cubicBezTo>
                <a:cubicBezTo>
                  <a:pt x="742435" y="43737"/>
                  <a:pt x="741547" y="43966"/>
                  <a:pt x="740598" y="44150"/>
                </a:cubicBezTo>
                <a:cubicBezTo>
                  <a:pt x="739650" y="44333"/>
                  <a:pt x="738656" y="44486"/>
                  <a:pt x="737614" y="44608"/>
                </a:cubicBezTo>
                <a:cubicBezTo>
                  <a:pt x="736574" y="44731"/>
                  <a:pt x="735533" y="44884"/>
                  <a:pt x="734493" y="45067"/>
                </a:cubicBezTo>
                <a:cubicBezTo>
                  <a:pt x="733514" y="45251"/>
                  <a:pt x="732550" y="45496"/>
                  <a:pt x="731601" y="45802"/>
                </a:cubicBezTo>
                <a:cubicBezTo>
                  <a:pt x="730653" y="46107"/>
                  <a:pt x="729826" y="46521"/>
                  <a:pt x="729122" y="47042"/>
                </a:cubicBezTo>
                <a:cubicBezTo>
                  <a:pt x="728419" y="47562"/>
                  <a:pt x="727853" y="48220"/>
                  <a:pt x="727424" y="49016"/>
                </a:cubicBezTo>
                <a:cubicBezTo>
                  <a:pt x="726995" y="49811"/>
                  <a:pt x="726781" y="50820"/>
                  <a:pt x="726781" y="52045"/>
                </a:cubicBezTo>
                <a:cubicBezTo>
                  <a:pt x="726781" y="53207"/>
                  <a:pt x="726995" y="54187"/>
                  <a:pt x="727424" y="54982"/>
                </a:cubicBezTo>
                <a:cubicBezTo>
                  <a:pt x="727853" y="55778"/>
                  <a:pt x="728434" y="56406"/>
                  <a:pt x="729168" y="56865"/>
                </a:cubicBezTo>
                <a:cubicBezTo>
                  <a:pt x="729903" y="57324"/>
                  <a:pt x="730760" y="57645"/>
                  <a:pt x="731739" y="57829"/>
                </a:cubicBezTo>
                <a:cubicBezTo>
                  <a:pt x="732718" y="58013"/>
                  <a:pt x="733729" y="58105"/>
                  <a:pt x="734769" y="58105"/>
                </a:cubicBezTo>
                <a:cubicBezTo>
                  <a:pt x="737339" y="58105"/>
                  <a:pt x="739328" y="57677"/>
                  <a:pt x="740736" y="56820"/>
                </a:cubicBezTo>
                <a:cubicBezTo>
                  <a:pt x="742144" y="55963"/>
                  <a:pt x="743185" y="54938"/>
                  <a:pt x="743858" y="53744"/>
                </a:cubicBezTo>
                <a:cubicBezTo>
                  <a:pt x="744532" y="52550"/>
                  <a:pt x="744945" y="51341"/>
                  <a:pt x="745098" y="50117"/>
                </a:cubicBezTo>
                <a:cubicBezTo>
                  <a:pt x="745251" y="48893"/>
                  <a:pt x="745328" y="47913"/>
                  <a:pt x="745328" y="47179"/>
                </a:cubicBezTo>
                <a:lnTo>
                  <a:pt x="745328" y="42312"/>
                </a:lnTo>
                <a:close/>
                <a:moveTo>
                  <a:pt x="778655" y="50120"/>
                </a:moveTo>
                <a:lnTo>
                  <a:pt x="766261" y="50120"/>
                </a:lnTo>
                <a:cubicBezTo>
                  <a:pt x="766384" y="53297"/>
                  <a:pt x="767103" y="55940"/>
                  <a:pt x="768419" y="58048"/>
                </a:cubicBezTo>
                <a:cubicBezTo>
                  <a:pt x="769735" y="60155"/>
                  <a:pt x="771418" y="61850"/>
                  <a:pt x="773468" y="63133"/>
                </a:cubicBezTo>
                <a:cubicBezTo>
                  <a:pt x="775519" y="64416"/>
                  <a:pt x="777860" y="65332"/>
                  <a:pt x="780492" y="65882"/>
                </a:cubicBezTo>
                <a:cubicBezTo>
                  <a:pt x="783124" y="66432"/>
                  <a:pt x="785817" y="66707"/>
                  <a:pt x="788571" y="66707"/>
                </a:cubicBezTo>
                <a:cubicBezTo>
                  <a:pt x="791264" y="66707"/>
                  <a:pt x="793910" y="66446"/>
                  <a:pt x="796512" y="65925"/>
                </a:cubicBezTo>
                <a:cubicBezTo>
                  <a:pt x="799114" y="65405"/>
                  <a:pt x="801424" y="64502"/>
                  <a:pt x="803443" y="63216"/>
                </a:cubicBezTo>
                <a:cubicBezTo>
                  <a:pt x="805463" y="61930"/>
                  <a:pt x="807101" y="60230"/>
                  <a:pt x="808355" y="58118"/>
                </a:cubicBezTo>
                <a:cubicBezTo>
                  <a:pt x="809610" y="56005"/>
                  <a:pt x="810238" y="53387"/>
                  <a:pt x="810238" y="50264"/>
                </a:cubicBezTo>
                <a:cubicBezTo>
                  <a:pt x="810238" y="48060"/>
                  <a:pt x="809809" y="46208"/>
                  <a:pt x="808952" y="44708"/>
                </a:cubicBezTo>
                <a:cubicBezTo>
                  <a:pt x="808095" y="43207"/>
                  <a:pt x="806963" y="41951"/>
                  <a:pt x="805555" y="40941"/>
                </a:cubicBezTo>
                <a:cubicBezTo>
                  <a:pt x="804147" y="39930"/>
                  <a:pt x="802541" y="39119"/>
                  <a:pt x="800735" y="38507"/>
                </a:cubicBezTo>
                <a:cubicBezTo>
                  <a:pt x="798930" y="37895"/>
                  <a:pt x="797078" y="37374"/>
                  <a:pt x="795181" y="36945"/>
                </a:cubicBezTo>
                <a:cubicBezTo>
                  <a:pt x="793344" y="36517"/>
                  <a:pt x="791539" y="36119"/>
                  <a:pt x="789763" y="35752"/>
                </a:cubicBezTo>
                <a:cubicBezTo>
                  <a:pt x="787989" y="35384"/>
                  <a:pt x="786413" y="34971"/>
                  <a:pt x="785035" y="34512"/>
                </a:cubicBezTo>
                <a:cubicBezTo>
                  <a:pt x="783658" y="34052"/>
                  <a:pt x="782541" y="33455"/>
                  <a:pt x="781684" y="32720"/>
                </a:cubicBezTo>
                <a:cubicBezTo>
                  <a:pt x="780828" y="31985"/>
                  <a:pt x="780399" y="31036"/>
                  <a:pt x="780399" y="29872"/>
                </a:cubicBezTo>
                <a:cubicBezTo>
                  <a:pt x="780399" y="28892"/>
                  <a:pt x="780644" y="28112"/>
                  <a:pt x="781133" y="27530"/>
                </a:cubicBezTo>
                <a:cubicBezTo>
                  <a:pt x="781624" y="26948"/>
                  <a:pt x="782221" y="26504"/>
                  <a:pt x="782924" y="26199"/>
                </a:cubicBezTo>
                <a:cubicBezTo>
                  <a:pt x="783628" y="25892"/>
                  <a:pt x="784408" y="25694"/>
                  <a:pt x="785265" y="25602"/>
                </a:cubicBezTo>
                <a:cubicBezTo>
                  <a:pt x="786122" y="25510"/>
                  <a:pt x="786918" y="25463"/>
                  <a:pt x="787652" y="25463"/>
                </a:cubicBezTo>
                <a:cubicBezTo>
                  <a:pt x="789978" y="25463"/>
                  <a:pt x="791997" y="25909"/>
                  <a:pt x="793711" y="26801"/>
                </a:cubicBezTo>
                <a:cubicBezTo>
                  <a:pt x="795425" y="27692"/>
                  <a:pt x="796374" y="29398"/>
                  <a:pt x="796558" y="31919"/>
                </a:cubicBezTo>
                <a:lnTo>
                  <a:pt x="808953" y="31919"/>
                </a:lnTo>
                <a:cubicBezTo>
                  <a:pt x="808708" y="28981"/>
                  <a:pt x="807959" y="26547"/>
                  <a:pt x="806703" y="24619"/>
                </a:cubicBezTo>
                <a:cubicBezTo>
                  <a:pt x="805449" y="22690"/>
                  <a:pt x="803873" y="21144"/>
                  <a:pt x="801975" y="19981"/>
                </a:cubicBezTo>
                <a:cubicBezTo>
                  <a:pt x="800078" y="18818"/>
                  <a:pt x="797921" y="17991"/>
                  <a:pt x="795503" y="17502"/>
                </a:cubicBezTo>
                <a:cubicBezTo>
                  <a:pt x="793085" y="17012"/>
                  <a:pt x="790591" y="16766"/>
                  <a:pt x="788020" y="16766"/>
                </a:cubicBezTo>
                <a:cubicBezTo>
                  <a:pt x="785449" y="16766"/>
                  <a:pt x="782939" y="16996"/>
                  <a:pt x="780490" y="17456"/>
                </a:cubicBezTo>
                <a:cubicBezTo>
                  <a:pt x="778043" y="17914"/>
                  <a:pt x="775839" y="18710"/>
                  <a:pt x="773881" y="19843"/>
                </a:cubicBezTo>
                <a:cubicBezTo>
                  <a:pt x="771922" y="20976"/>
                  <a:pt x="770346" y="22522"/>
                  <a:pt x="769153" y="24481"/>
                </a:cubicBezTo>
                <a:cubicBezTo>
                  <a:pt x="767959" y="26441"/>
                  <a:pt x="767362" y="28952"/>
                  <a:pt x="767362" y="32014"/>
                </a:cubicBezTo>
                <a:cubicBezTo>
                  <a:pt x="767362" y="34096"/>
                  <a:pt x="767791" y="35856"/>
                  <a:pt x="768647" y="37296"/>
                </a:cubicBezTo>
                <a:cubicBezTo>
                  <a:pt x="769504" y="38734"/>
                  <a:pt x="770637" y="39928"/>
                  <a:pt x="772044" y="40878"/>
                </a:cubicBezTo>
                <a:cubicBezTo>
                  <a:pt x="773453" y="41827"/>
                  <a:pt x="775060" y="42592"/>
                  <a:pt x="776865" y="43174"/>
                </a:cubicBezTo>
                <a:cubicBezTo>
                  <a:pt x="778670" y="43756"/>
                  <a:pt x="780522" y="44261"/>
                  <a:pt x="782420" y="44690"/>
                </a:cubicBezTo>
                <a:cubicBezTo>
                  <a:pt x="787071" y="45669"/>
                  <a:pt x="790697" y="46649"/>
                  <a:pt x="793298" y="47629"/>
                </a:cubicBezTo>
                <a:cubicBezTo>
                  <a:pt x="795900" y="48609"/>
                  <a:pt x="797201" y="50078"/>
                  <a:pt x="797201" y="52038"/>
                </a:cubicBezTo>
                <a:cubicBezTo>
                  <a:pt x="797201" y="53200"/>
                  <a:pt x="796925" y="54165"/>
                  <a:pt x="796374" y="54931"/>
                </a:cubicBezTo>
                <a:cubicBezTo>
                  <a:pt x="795823" y="55696"/>
                  <a:pt x="795134" y="56309"/>
                  <a:pt x="794308" y="56769"/>
                </a:cubicBezTo>
                <a:cubicBezTo>
                  <a:pt x="793482" y="57227"/>
                  <a:pt x="792564" y="57564"/>
                  <a:pt x="791554" y="57779"/>
                </a:cubicBezTo>
                <a:cubicBezTo>
                  <a:pt x="790544" y="57993"/>
                  <a:pt x="789580" y="58099"/>
                  <a:pt x="788662" y="58099"/>
                </a:cubicBezTo>
                <a:cubicBezTo>
                  <a:pt x="787377" y="58099"/>
                  <a:pt x="786138" y="57947"/>
                  <a:pt x="784944" y="57641"/>
                </a:cubicBezTo>
                <a:cubicBezTo>
                  <a:pt x="783750" y="57335"/>
                  <a:pt x="782695" y="56861"/>
                  <a:pt x="781777" y="56219"/>
                </a:cubicBezTo>
                <a:cubicBezTo>
                  <a:pt x="780858" y="55577"/>
                  <a:pt x="780108" y="54751"/>
                  <a:pt x="779527" y="53743"/>
                </a:cubicBezTo>
                <a:cubicBezTo>
                  <a:pt x="778946" y="52734"/>
                  <a:pt x="778655" y="51526"/>
                  <a:pt x="778655" y="50120"/>
                </a:cubicBezTo>
                <a:close/>
                <a:moveTo>
                  <a:pt x="843138" y="18073"/>
                </a:moveTo>
                <a:lnTo>
                  <a:pt x="843138" y="65541"/>
                </a:lnTo>
                <a:lnTo>
                  <a:pt x="856175" y="65541"/>
                </a:lnTo>
                <a:lnTo>
                  <a:pt x="856175" y="38002"/>
                </a:lnTo>
                <a:cubicBezTo>
                  <a:pt x="856175" y="35676"/>
                  <a:pt x="856512" y="33794"/>
                  <a:pt x="857185" y="32356"/>
                </a:cubicBezTo>
                <a:cubicBezTo>
                  <a:pt x="857858" y="30918"/>
                  <a:pt x="858670" y="29816"/>
                  <a:pt x="859619" y="29051"/>
                </a:cubicBezTo>
                <a:cubicBezTo>
                  <a:pt x="860567" y="28286"/>
                  <a:pt x="861547" y="27766"/>
                  <a:pt x="862556" y="27490"/>
                </a:cubicBezTo>
                <a:cubicBezTo>
                  <a:pt x="863566" y="27215"/>
                  <a:pt x="864377" y="27077"/>
                  <a:pt x="864990" y="27077"/>
                </a:cubicBezTo>
                <a:cubicBezTo>
                  <a:pt x="867071" y="27077"/>
                  <a:pt x="868647" y="27429"/>
                  <a:pt x="869718" y="28134"/>
                </a:cubicBezTo>
                <a:cubicBezTo>
                  <a:pt x="870789" y="28837"/>
                  <a:pt x="871554" y="29770"/>
                  <a:pt x="872013" y="30933"/>
                </a:cubicBezTo>
                <a:cubicBezTo>
                  <a:pt x="872472" y="32095"/>
                  <a:pt x="872732" y="33366"/>
                  <a:pt x="872793" y="34743"/>
                </a:cubicBezTo>
                <a:cubicBezTo>
                  <a:pt x="872855" y="36120"/>
                  <a:pt x="872885" y="37512"/>
                  <a:pt x="872885" y="38919"/>
                </a:cubicBezTo>
                <a:lnTo>
                  <a:pt x="872885" y="65541"/>
                </a:lnTo>
                <a:lnTo>
                  <a:pt x="885922" y="65541"/>
                </a:lnTo>
                <a:lnTo>
                  <a:pt x="885922" y="39103"/>
                </a:lnTo>
                <a:cubicBezTo>
                  <a:pt x="885922" y="37634"/>
                  <a:pt x="886029" y="36180"/>
                  <a:pt x="886243" y="34743"/>
                </a:cubicBezTo>
                <a:cubicBezTo>
                  <a:pt x="886458" y="33305"/>
                  <a:pt x="886887" y="32020"/>
                  <a:pt x="887529" y="30888"/>
                </a:cubicBezTo>
                <a:cubicBezTo>
                  <a:pt x="888172" y="29755"/>
                  <a:pt x="889059" y="28837"/>
                  <a:pt x="890191" y="28134"/>
                </a:cubicBezTo>
                <a:cubicBezTo>
                  <a:pt x="891324" y="27429"/>
                  <a:pt x="892808" y="27077"/>
                  <a:pt x="894645" y="27077"/>
                </a:cubicBezTo>
                <a:cubicBezTo>
                  <a:pt x="896481" y="27077"/>
                  <a:pt x="897934" y="27384"/>
                  <a:pt x="899004" y="27996"/>
                </a:cubicBezTo>
                <a:cubicBezTo>
                  <a:pt x="900076" y="28608"/>
                  <a:pt x="900887" y="29434"/>
                  <a:pt x="901438" y="30474"/>
                </a:cubicBezTo>
                <a:cubicBezTo>
                  <a:pt x="901989" y="31514"/>
                  <a:pt x="902325" y="32738"/>
                  <a:pt x="902448" y="34146"/>
                </a:cubicBezTo>
                <a:cubicBezTo>
                  <a:pt x="902570" y="35554"/>
                  <a:pt x="902631" y="37053"/>
                  <a:pt x="902631" y="38643"/>
                </a:cubicBezTo>
                <a:lnTo>
                  <a:pt x="902631" y="65541"/>
                </a:lnTo>
                <a:lnTo>
                  <a:pt x="915670" y="65541"/>
                </a:lnTo>
                <a:lnTo>
                  <a:pt x="915670" y="33760"/>
                </a:lnTo>
                <a:cubicBezTo>
                  <a:pt x="915670" y="30698"/>
                  <a:pt x="915241" y="28080"/>
                  <a:pt x="914384" y="25906"/>
                </a:cubicBezTo>
                <a:cubicBezTo>
                  <a:pt x="913527" y="23732"/>
                  <a:pt x="912334" y="21971"/>
                  <a:pt x="910803" y="20625"/>
                </a:cubicBezTo>
                <a:cubicBezTo>
                  <a:pt x="909273" y="19277"/>
                  <a:pt x="907437" y="18297"/>
                  <a:pt x="905294" y="17685"/>
                </a:cubicBezTo>
                <a:cubicBezTo>
                  <a:pt x="903153" y="17073"/>
                  <a:pt x="900827" y="16766"/>
                  <a:pt x="898318" y="16766"/>
                </a:cubicBezTo>
                <a:cubicBezTo>
                  <a:pt x="895013" y="16766"/>
                  <a:pt x="892151" y="17564"/>
                  <a:pt x="889733" y="19161"/>
                </a:cubicBezTo>
                <a:cubicBezTo>
                  <a:pt x="887315" y="20756"/>
                  <a:pt x="885402" y="22597"/>
                  <a:pt x="883995" y="24683"/>
                </a:cubicBezTo>
                <a:cubicBezTo>
                  <a:pt x="882710" y="21737"/>
                  <a:pt x="880827" y="19682"/>
                  <a:pt x="878348" y="18516"/>
                </a:cubicBezTo>
                <a:cubicBezTo>
                  <a:pt x="875869" y="17350"/>
                  <a:pt x="873130" y="16766"/>
                  <a:pt x="870131" y="16766"/>
                </a:cubicBezTo>
                <a:cubicBezTo>
                  <a:pt x="867010" y="16766"/>
                  <a:pt x="864240" y="17442"/>
                  <a:pt x="861822" y="18792"/>
                </a:cubicBezTo>
                <a:cubicBezTo>
                  <a:pt x="859404" y="20142"/>
                  <a:pt x="857338" y="22044"/>
                  <a:pt x="855624" y="24499"/>
                </a:cubicBezTo>
                <a:lnTo>
                  <a:pt x="855441" y="24499"/>
                </a:lnTo>
                <a:lnTo>
                  <a:pt x="855441" y="18073"/>
                </a:lnTo>
                <a:lnTo>
                  <a:pt x="843138" y="18073"/>
                </a:lnTo>
                <a:close/>
                <a:moveTo>
                  <a:pt x="938286" y="40588"/>
                </a:moveTo>
                <a:lnTo>
                  <a:pt x="921209" y="65541"/>
                </a:lnTo>
                <a:lnTo>
                  <a:pt x="935806" y="65541"/>
                </a:lnTo>
                <a:lnTo>
                  <a:pt x="945722" y="50588"/>
                </a:lnTo>
                <a:lnTo>
                  <a:pt x="955638" y="65541"/>
                </a:lnTo>
                <a:lnTo>
                  <a:pt x="970512" y="65541"/>
                </a:lnTo>
                <a:lnTo>
                  <a:pt x="952975" y="40312"/>
                </a:lnTo>
                <a:lnTo>
                  <a:pt x="968584" y="18111"/>
                </a:lnTo>
                <a:lnTo>
                  <a:pt x="954168" y="18111"/>
                </a:lnTo>
                <a:lnTo>
                  <a:pt x="945906" y="30497"/>
                </a:lnTo>
                <a:lnTo>
                  <a:pt x="937550" y="18111"/>
                </a:lnTo>
                <a:lnTo>
                  <a:pt x="922678" y="18111"/>
                </a:lnTo>
                <a:lnTo>
                  <a:pt x="938286" y="40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x=mx.ones(2)">
            <a:extLst xmlns:a="http://schemas.openxmlformats.org/drawingml/2006/main">
              <a:ext uri="{FF2B5EF4-FFF2-40B4-BE49-F238E27FC236}">
                <a16:creationId xmlns:a16="http://schemas.microsoft.com/office/drawing/2014/main" id="{EFD69C4C-2E7C-4CED-A8F2-5830FBF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622" y="5827147"/>
            <a:ext cx="625299" cy="83742"/>
          </a:xfrm>
          <a:custGeom xmlns:a="http://schemas.openxmlformats.org/drawingml/2006/main">
            <a:pathLst>
              <a:path w="625299" h="83742">
                <a:moveTo>
                  <a:pt x="17077" y="42202"/>
                </a:moveTo>
                <a:lnTo>
                  <a:pt x="0" y="67155"/>
                </a:lnTo>
                <a:lnTo>
                  <a:pt x="14598" y="67155"/>
                </a:lnTo>
                <a:lnTo>
                  <a:pt x="24514" y="52202"/>
                </a:lnTo>
                <a:lnTo>
                  <a:pt x="34429" y="67155"/>
                </a:lnTo>
                <a:lnTo>
                  <a:pt x="49303" y="67155"/>
                </a:lnTo>
                <a:lnTo>
                  <a:pt x="31766" y="41926"/>
                </a:lnTo>
                <a:lnTo>
                  <a:pt x="47375" y="19725"/>
                </a:lnTo>
                <a:lnTo>
                  <a:pt x="32960" y="19725"/>
                </a:lnTo>
                <a:lnTo>
                  <a:pt x="24697" y="32111"/>
                </a:lnTo>
                <a:lnTo>
                  <a:pt x="16342" y="19725"/>
                </a:lnTo>
                <a:lnTo>
                  <a:pt x="1470" y="19725"/>
                </a:lnTo>
                <a:lnTo>
                  <a:pt x="17077" y="42202"/>
                </a:lnTo>
                <a:close/>
                <a:moveTo>
                  <a:pt x="124986" y="58727"/>
                </a:moveTo>
                <a:lnTo>
                  <a:pt x="124986" y="48865"/>
                </a:lnTo>
                <a:lnTo>
                  <a:pt x="78622" y="48865"/>
                </a:lnTo>
                <a:lnTo>
                  <a:pt x="78622" y="58727"/>
                </a:lnTo>
                <a:lnTo>
                  <a:pt x="124986" y="58727"/>
                </a:lnTo>
                <a:moveTo>
                  <a:pt x="124986" y="39092"/>
                </a:moveTo>
                <a:lnTo>
                  <a:pt x="124986" y="29229"/>
                </a:lnTo>
                <a:lnTo>
                  <a:pt x="78622" y="29229"/>
                </a:lnTo>
                <a:lnTo>
                  <a:pt x="78622" y="39092"/>
                </a:lnTo>
                <a:lnTo>
                  <a:pt x="124986" y="39092"/>
                </a:lnTo>
                <a:close/>
                <a:moveTo>
                  <a:pt x="159874" y="19687"/>
                </a:moveTo>
                <a:lnTo>
                  <a:pt x="159874" y="67155"/>
                </a:lnTo>
                <a:lnTo>
                  <a:pt x="172911" y="67155"/>
                </a:lnTo>
                <a:lnTo>
                  <a:pt x="172911" y="39616"/>
                </a:lnTo>
                <a:cubicBezTo>
                  <a:pt x="172911" y="37290"/>
                  <a:pt x="173248" y="35408"/>
                  <a:pt x="173921" y="33970"/>
                </a:cubicBezTo>
                <a:cubicBezTo>
                  <a:pt x="174595" y="32532"/>
                  <a:pt x="175406" y="31430"/>
                  <a:pt x="176355" y="30665"/>
                </a:cubicBezTo>
                <a:cubicBezTo>
                  <a:pt x="177304" y="29900"/>
                  <a:pt x="178283" y="29380"/>
                  <a:pt x="179293" y="29104"/>
                </a:cubicBezTo>
                <a:cubicBezTo>
                  <a:pt x="180302" y="28829"/>
                  <a:pt x="181113" y="28691"/>
                  <a:pt x="181726" y="28691"/>
                </a:cubicBezTo>
                <a:cubicBezTo>
                  <a:pt x="183807" y="28691"/>
                  <a:pt x="185383" y="29043"/>
                  <a:pt x="186454" y="29747"/>
                </a:cubicBezTo>
                <a:cubicBezTo>
                  <a:pt x="187525" y="30451"/>
                  <a:pt x="188290" y="31384"/>
                  <a:pt x="188749" y="32546"/>
                </a:cubicBezTo>
                <a:cubicBezTo>
                  <a:pt x="189208" y="33709"/>
                  <a:pt x="189468" y="34979"/>
                  <a:pt x="189529" y="36357"/>
                </a:cubicBezTo>
                <a:cubicBezTo>
                  <a:pt x="189591" y="37734"/>
                  <a:pt x="189622" y="39126"/>
                  <a:pt x="189622" y="40533"/>
                </a:cubicBezTo>
                <a:lnTo>
                  <a:pt x="189622" y="67155"/>
                </a:lnTo>
                <a:lnTo>
                  <a:pt x="202659" y="67155"/>
                </a:lnTo>
                <a:lnTo>
                  <a:pt x="202659" y="40717"/>
                </a:lnTo>
                <a:cubicBezTo>
                  <a:pt x="202659" y="39248"/>
                  <a:pt x="202766" y="37794"/>
                  <a:pt x="202980" y="36357"/>
                </a:cubicBezTo>
                <a:cubicBezTo>
                  <a:pt x="203194" y="34919"/>
                  <a:pt x="203623" y="33634"/>
                  <a:pt x="204266" y="32502"/>
                </a:cubicBezTo>
                <a:cubicBezTo>
                  <a:pt x="204908" y="31369"/>
                  <a:pt x="205795" y="30451"/>
                  <a:pt x="206927" y="29747"/>
                </a:cubicBezTo>
                <a:cubicBezTo>
                  <a:pt x="208060" y="29043"/>
                  <a:pt x="209545" y="28691"/>
                  <a:pt x="211381" y="28691"/>
                </a:cubicBezTo>
                <a:cubicBezTo>
                  <a:pt x="213217" y="28691"/>
                  <a:pt x="214670" y="28997"/>
                  <a:pt x="215741" y="29610"/>
                </a:cubicBezTo>
                <a:cubicBezTo>
                  <a:pt x="216812" y="30222"/>
                  <a:pt x="217623" y="31048"/>
                  <a:pt x="218174" y="32088"/>
                </a:cubicBezTo>
                <a:cubicBezTo>
                  <a:pt x="218725" y="33128"/>
                  <a:pt x="219062" y="34352"/>
                  <a:pt x="219184" y="35760"/>
                </a:cubicBezTo>
                <a:cubicBezTo>
                  <a:pt x="219306" y="37168"/>
                  <a:pt x="219368" y="38667"/>
                  <a:pt x="219368" y="40257"/>
                </a:cubicBezTo>
                <a:lnTo>
                  <a:pt x="219368" y="67155"/>
                </a:lnTo>
                <a:lnTo>
                  <a:pt x="232406" y="67155"/>
                </a:lnTo>
                <a:lnTo>
                  <a:pt x="232406" y="35374"/>
                </a:lnTo>
                <a:cubicBezTo>
                  <a:pt x="232406" y="32312"/>
                  <a:pt x="231977" y="29694"/>
                  <a:pt x="231120" y="27520"/>
                </a:cubicBezTo>
                <a:cubicBezTo>
                  <a:pt x="230264" y="25346"/>
                  <a:pt x="229070" y="23585"/>
                  <a:pt x="227539" y="22238"/>
                </a:cubicBezTo>
                <a:cubicBezTo>
                  <a:pt x="226009" y="20891"/>
                  <a:pt x="224173" y="19911"/>
                  <a:pt x="222031" y="19299"/>
                </a:cubicBezTo>
                <a:cubicBezTo>
                  <a:pt x="219889" y="18687"/>
                  <a:pt x="217564" y="18380"/>
                  <a:pt x="215054" y="18380"/>
                </a:cubicBezTo>
                <a:cubicBezTo>
                  <a:pt x="211749" y="18380"/>
                  <a:pt x="208887" y="19178"/>
                  <a:pt x="206469" y="20774"/>
                </a:cubicBezTo>
                <a:cubicBezTo>
                  <a:pt x="204051" y="22370"/>
                  <a:pt x="202139" y="24210"/>
                  <a:pt x="200731" y="26297"/>
                </a:cubicBezTo>
                <a:cubicBezTo>
                  <a:pt x="199446" y="23351"/>
                  <a:pt x="197564" y="21296"/>
                  <a:pt x="195084" y="20130"/>
                </a:cubicBezTo>
                <a:cubicBezTo>
                  <a:pt x="192605" y="18963"/>
                  <a:pt x="189866" y="18380"/>
                  <a:pt x="186867" y="18380"/>
                </a:cubicBezTo>
                <a:cubicBezTo>
                  <a:pt x="183746" y="18380"/>
                  <a:pt x="180976" y="19055"/>
                  <a:pt x="178558" y="20406"/>
                </a:cubicBezTo>
                <a:cubicBezTo>
                  <a:pt x="176140" y="21756"/>
                  <a:pt x="174075" y="23658"/>
                  <a:pt x="172361" y="26113"/>
                </a:cubicBezTo>
                <a:lnTo>
                  <a:pt x="172177" y="26113"/>
                </a:lnTo>
                <a:lnTo>
                  <a:pt x="172177" y="19687"/>
                </a:lnTo>
                <a:lnTo>
                  <a:pt x="159874" y="19687"/>
                </a:lnTo>
                <a:close/>
                <a:moveTo>
                  <a:pt x="255023" y="42202"/>
                </a:moveTo>
                <a:lnTo>
                  <a:pt x="237945" y="67155"/>
                </a:lnTo>
                <a:lnTo>
                  <a:pt x="252543" y="67155"/>
                </a:lnTo>
                <a:lnTo>
                  <a:pt x="262459" y="52202"/>
                </a:lnTo>
                <a:lnTo>
                  <a:pt x="272375" y="67155"/>
                </a:lnTo>
                <a:lnTo>
                  <a:pt x="287248" y="67155"/>
                </a:lnTo>
                <a:lnTo>
                  <a:pt x="269712" y="41926"/>
                </a:lnTo>
                <a:lnTo>
                  <a:pt x="285321" y="19725"/>
                </a:lnTo>
                <a:lnTo>
                  <a:pt x="270905" y="19725"/>
                </a:lnTo>
                <a:lnTo>
                  <a:pt x="262642" y="32111"/>
                </a:lnTo>
                <a:lnTo>
                  <a:pt x="254287" y="19725"/>
                </a:lnTo>
                <a:lnTo>
                  <a:pt x="239415" y="19725"/>
                </a:lnTo>
                <a:lnTo>
                  <a:pt x="255023" y="42202"/>
                </a:lnTo>
                <a:close/>
                <a:moveTo>
                  <a:pt x="292421" y="52989"/>
                </a:moveTo>
                <a:lnTo>
                  <a:pt x="292421" y="67155"/>
                </a:lnTo>
                <a:lnTo>
                  <a:pt x="306835" y="67155"/>
                </a:lnTo>
                <a:lnTo>
                  <a:pt x="306835" y="52989"/>
                </a:lnTo>
                <a:lnTo>
                  <a:pt x="292421" y="52989"/>
                </a:lnTo>
                <a:close/>
                <a:moveTo>
                  <a:pt x="328686" y="43486"/>
                </a:moveTo>
                <a:cubicBezTo>
                  <a:pt x="328686" y="41589"/>
                  <a:pt x="328869" y="39722"/>
                  <a:pt x="329236" y="37885"/>
                </a:cubicBezTo>
                <a:cubicBezTo>
                  <a:pt x="329603" y="36048"/>
                  <a:pt x="330231" y="34426"/>
                  <a:pt x="331118" y="33019"/>
                </a:cubicBezTo>
                <a:cubicBezTo>
                  <a:pt x="332006" y="31610"/>
                  <a:pt x="333185" y="30462"/>
                  <a:pt x="334654" y="29575"/>
                </a:cubicBezTo>
                <a:cubicBezTo>
                  <a:pt x="336123" y="28687"/>
                  <a:pt x="337959" y="28243"/>
                  <a:pt x="340162" y="28243"/>
                </a:cubicBezTo>
                <a:cubicBezTo>
                  <a:pt x="342366" y="28243"/>
                  <a:pt x="344218" y="28687"/>
                  <a:pt x="345717" y="29575"/>
                </a:cubicBezTo>
                <a:cubicBezTo>
                  <a:pt x="347217" y="30462"/>
                  <a:pt x="348410" y="31610"/>
                  <a:pt x="349298" y="33019"/>
                </a:cubicBezTo>
                <a:cubicBezTo>
                  <a:pt x="350186" y="34426"/>
                  <a:pt x="350814" y="36048"/>
                  <a:pt x="351181" y="37885"/>
                </a:cubicBezTo>
                <a:cubicBezTo>
                  <a:pt x="351548" y="39722"/>
                  <a:pt x="351731" y="41589"/>
                  <a:pt x="351731" y="43486"/>
                </a:cubicBezTo>
                <a:cubicBezTo>
                  <a:pt x="351731" y="45384"/>
                  <a:pt x="351548" y="47236"/>
                  <a:pt x="351181" y="49042"/>
                </a:cubicBezTo>
                <a:cubicBezTo>
                  <a:pt x="350814" y="50848"/>
                  <a:pt x="350186" y="52470"/>
                  <a:pt x="349298" y="53909"/>
                </a:cubicBezTo>
                <a:cubicBezTo>
                  <a:pt x="348410" y="55348"/>
                  <a:pt x="347217" y="56495"/>
                  <a:pt x="345717" y="57353"/>
                </a:cubicBezTo>
                <a:cubicBezTo>
                  <a:pt x="344218" y="58209"/>
                  <a:pt x="342366" y="58637"/>
                  <a:pt x="340162" y="58637"/>
                </a:cubicBezTo>
                <a:cubicBezTo>
                  <a:pt x="337959" y="58637"/>
                  <a:pt x="336123" y="58209"/>
                  <a:pt x="334654" y="57353"/>
                </a:cubicBezTo>
                <a:cubicBezTo>
                  <a:pt x="333185" y="56495"/>
                  <a:pt x="332006" y="55348"/>
                  <a:pt x="331118" y="53909"/>
                </a:cubicBezTo>
                <a:cubicBezTo>
                  <a:pt x="330231" y="52470"/>
                  <a:pt x="329603" y="50848"/>
                  <a:pt x="329236" y="49042"/>
                </a:cubicBezTo>
                <a:cubicBezTo>
                  <a:pt x="328869" y="47236"/>
                  <a:pt x="328686" y="45384"/>
                  <a:pt x="328686" y="43486"/>
                </a:cubicBezTo>
                <a:moveTo>
                  <a:pt x="315649" y="43488"/>
                </a:moveTo>
                <a:cubicBezTo>
                  <a:pt x="315649" y="47289"/>
                  <a:pt x="316230" y="50722"/>
                  <a:pt x="317393" y="53787"/>
                </a:cubicBezTo>
                <a:cubicBezTo>
                  <a:pt x="318556" y="56853"/>
                  <a:pt x="320208" y="59474"/>
                  <a:pt x="322351" y="61651"/>
                </a:cubicBezTo>
                <a:cubicBezTo>
                  <a:pt x="324493" y="63827"/>
                  <a:pt x="327064" y="65498"/>
                  <a:pt x="330063" y="66663"/>
                </a:cubicBezTo>
                <a:cubicBezTo>
                  <a:pt x="333063" y="67828"/>
                  <a:pt x="336429" y="68410"/>
                  <a:pt x="340162" y="68410"/>
                </a:cubicBezTo>
                <a:cubicBezTo>
                  <a:pt x="343896" y="68410"/>
                  <a:pt x="347278" y="67828"/>
                  <a:pt x="350308" y="66663"/>
                </a:cubicBezTo>
                <a:cubicBezTo>
                  <a:pt x="353338" y="65498"/>
                  <a:pt x="355924" y="63827"/>
                  <a:pt x="358066" y="61651"/>
                </a:cubicBezTo>
                <a:cubicBezTo>
                  <a:pt x="360209" y="59474"/>
                  <a:pt x="361861" y="56853"/>
                  <a:pt x="363024" y="53787"/>
                </a:cubicBezTo>
                <a:cubicBezTo>
                  <a:pt x="364187" y="50722"/>
                  <a:pt x="364768" y="47289"/>
                  <a:pt x="364768" y="43488"/>
                </a:cubicBezTo>
                <a:cubicBezTo>
                  <a:pt x="364768" y="39687"/>
                  <a:pt x="364187" y="36238"/>
                  <a:pt x="363024" y="33142"/>
                </a:cubicBezTo>
                <a:cubicBezTo>
                  <a:pt x="361861" y="30045"/>
                  <a:pt x="360209" y="27408"/>
                  <a:pt x="358066" y="25232"/>
                </a:cubicBezTo>
                <a:cubicBezTo>
                  <a:pt x="355924" y="23055"/>
                  <a:pt x="353338" y="21369"/>
                  <a:pt x="350308" y="20173"/>
                </a:cubicBezTo>
                <a:cubicBezTo>
                  <a:pt x="347278" y="18978"/>
                  <a:pt x="343896" y="18380"/>
                  <a:pt x="340162" y="18380"/>
                </a:cubicBezTo>
                <a:cubicBezTo>
                  <a:pt x="336429" y="18380"/>
                  <a:pt x="333063" y="18978"/>
                  <a:pt x="330063" y="20173"/>
                </a:cubicBezTo>
                <a:cubicBezTo>
                  <a:pt x="327064" y="21369"/>
                  <a:pt x="324493" y="23055"/>
                  <a:pt x="322351" y="25232"/>
                </a:cubicBezTo>
                <a:cubicBezTo>
                  <a:pt x="320208" y="27408"/>
                  <a:pt x="318556" y="30045"/>
                  <a:pt x="317393" y="33142"/>
                </a:cubicBezTo>
                <a:cubicBezTo>
                  <a:pt x="316230" y="36238"/>
                  <a:pt x="315649" y="39687"/>
                  <a:pt x="315649" y="43488"/>
                </a:cubicBezTo>
                <a:close/>
                <a:moveTo>
                  <a:pt x="372971" y="19687"/>
                </a:moveTo>
                <a:lnTo>
                  <a:pt x="372971" y="67155"/>
                </a:lnTo>
                <a:lnTo>
                  <a:pt x="386008" y="67155"/>
                </a:lnTo>
                <a:lnTo>
                  <a:pt x="386008" y="42277"/>
                </a:lnTo>
                <a:cubicBezTo>
                  <a:pt x="386008" y="37442"/>
                  <a:pt x="386804" y="33969"/>
                  <a:pt x="388395" y="31859"/>
                </a:cubicBezTo>
                <a:cubicBezTo>
                  <a:pt x="389987" y="29747"/>
                  <a:pt x="392557" y="28691"/>
                  <a:pt x="396107" y="28691"/>
                </a:cubicBezTo>
                <a:cubicBezTo>
                  <a:pt x="399230" y="28691"/>
                  <a:pt x="401402" y="29655"/>
                  <a:pt x="402626" y="31583"/>
                </a:cubicBezTo>
                <a:cubicBezTo>
                  <a:pt x="403850" y="33510"/>
                  <a:pt x="404463" y="36433"/>
                  <a:pt x="404463" y="40350"/>
                </a:cubicBezTo>
                <a:lnTo>
                  <a:pt x="404463" y="67155"/>
                </a:lnTo>
                <a:lnTo>
                  <a:pt x="417500" y="67155"/>
                </a:lnTo>
                <a:lnTo>
                  <a:pt x="417500" y="37946"/>
                </a:lnTo>
                <a:cubicBezTo>
                  <a:pt x="417500" y="35006"/>
                  <a:pt x="417240" y="32327"/>
                  <a:pt x="416719" y="29908"/>
                </a:cubicBezTo>
                <a:cubicBezTo>
                  <a:pt x="416199" y="27490"/>
                  <a:pt x="415296" y="25438"/>
                  <a:pt x="414010" y="23754"/>
                </a:cubicBezTo>
                <a:cubicBezTo>
                  <a:pt x="412725" y="22070"/>
                  <a:pt x="410965" y="20754"/>
                  <a:pt x="408731" y="19805"/>
                </a:cubicBezTo>
                <a:cubicBezTo>
                  <a:pt x="406497" y="18855"/>
                  <a:pt x="403636" y="18380"/>
                  <a:pt x="400146" y="18380"/>
                </a:cubicBezTo>
                <a:cubicBezTo>
                  <a:pt x="397392" y="18380"/>
                  <a:pt x="394699" y="19009"/>
                  <a:pt x="392067" y="20267"/>
                </a:cubicBezTo>
                <a:cubicBezTo>
                  <a:pt x="389435" y="21525"/>
                  <a:pt x="387293" y="23535"/>
                  <a:pt x="385641" y="26297"/>
                </a:cubicBezTo>
                <a:lnTo>
                  <a:pt x="385365" y="26297"/>
                </a:lnTo>
                <a:lnTo>
                  <a:pt x="385365" y="19687"/>
                </a:lnTo>
                <a:lnTo>
                  <a:pt x="372971" y="19687"/>
                </a:lnTo>
                <a:close/>
                <a:moveTo>
                  <a:pt x="459243" y="38374"/>
                </a:moveTo>
                <a:lnTo>
                  <a:pt x="438035" y="38374"/>
                </a:lnTo>
                <a:cubicBezTo>
                  <a:pt x="438096" y="37453"/>
                  <a:pt x="438294" y="36410"/>
                  <a:pt x="438631" y="35243"/>
                </a:cubicBezTo>
                <a:cubicBezTo>
                  <a:pt x="438968" y="34076"/>
                  <a:pt x="439550" y="32970"/>
                  <a:pt x="440376" y="31927"/>
                </a:cubicBezTo>
                <a:cubicBezTo>
                  <a:pt x="441203" y="30883"/>
                  <a:pt x="442304" y="30008"/>
                  <a:pt x="443681" y="29302"/>
                </a:cubicBezTo>
                <a:cubicBezTo>
                  <a:pt x="445059" y="28596"/>
                  <a:pt x="446788" y="28243"/>
                  <a:pt x="448869" y="28243"/>
                </a:cubicBezTo>
                <a:cubicBezTo>
                  <a:pt x="452052" y="28243"/>
                  <a:pt x="454423" y="29102"/>
                  <a:pt x="455984" y="30822"/>
                </a:cubicBezTo>
                <a:cubicBezTo>
                  <a:pt x="457545" y="32541"/>
                  <a:pt x="458631" y="35059"/>
                  <a:pt x="459243" y="38374"/>
                </a:cubicBezTo>
                <a:moveTo>
                  <a:pt x="438035" y="46623"/>
                </a:moveTo>
                <a:lnTo>
                  <a:pt x="472281" y="46623"/>
                </a:lnTo>
                <a:cubicBezTo>
                  <a:pt x="472526" y="42943"/>
                  <a:pt x="472219" y="39417"/>
                  <a:pt x="471362" y="36043"/>
                </a:cubicBezTo>
                <a:cubicBezTo>
                  <a:pt x="470506" y="32670"/>
                  <a:pt x="469113" y="29665"/>
                  <a:pt x="467185" y="27028"/>
                </a:cubicBezTo>
                <a:cubicBezTo>
                  <a:pt x="465257" y="24391"/>
                  <a:pt x="462793" y="22290"/>
                  <a:pt x="459793" y="20727"/>
                </a:cubicBezTo>
                <a:cubicBezTo>
                  <a:pt x="456794" y="19162"/>
                  <a:pt x="453275" y="18380"/>
                  <a:pt x="449236" y="18380"/>
                </a:cubicBezTo>
                <a:cubicBezTo>
                  <a:pt x="445624" y="18380"/>
                  <a:pt x="442334" y="19024"/>
                  <a:pt x="439366" y="20312"/>
                </a:cubicBezTo>
                <a:cubicBezTo>
                  <a:pt x="436398" y="21599"/>
                  <a:pt x="433843" y="23361"/>
                  <a:pt x="431700" y="25599"/>
                </a:cubicBezTo>
                <a:cubicBezTo>
                  <a:pt x="429558" y="27837"/>
                  <a:pt x="427905" y="30489"/>
                  <a:pt x="426742" y="33555"/>
                </a:cubicBezTo>
                <a:cubicBezTo>
                  <a:pt x="425580" y="36620"/>
                  <a:pt x="424998" y="39931"/>
                  <a:pt x="424998" y="43488"/>
                </a:cubicBezTo>
                <a:cubicBezTo>
                  <a:pt x="424998" y="47166"/>
                  <a:pt x="425564" y="50538"/>
                  <a:pt x="426696" y="53604"/>
                </a:cubicBezTo>
                <a:cubicBezTo>
                  <a:pt x="427829" y="56669"/>
                  <a:pt x="429436" y="59306"/>
                  <a:pt x="431517" y="61514"/>
                </a:cubicBezTo>
                <a:cubicBezTo>
                  <a:pt x="433598" y="63720"/>
                  <a:pt x="436138" y="65422"/>
                  <a:pt x="439136" y="66617"/>
                </a:cubicBezTo>
                <a:cubicBezTo>
                  <a:pt x="442135" y="67813"/>
                  <a:pt x="445502" y="68410"/>
                  <a:pt x="449236" y="68410"/>
                </a:cubicBezTo>
                <a:cubicBezTo>
                  <a:pt x="454622" y="68410"/>
                  <a:pt x="459212" y="67187"/>
                  <a:pt x="463007" y="64741"/>
                </a:cubicBezTo>
                <a:cubicBezTo>
                  <a:pt x="466803" y="62295"/>
                  <a:pt x="469618" y="58228"/>
                  <a:pt x="471455" y="52541"/>
                </a:cubicBezTo>
                <a:lnTo>
                  <a:pt x="459978" y="52541"/>
                </a:lnTo>
                <a:cubicBezTo>
                  <a:pt x="459549" y="53997"/>
                  <a:pt x="458386" y="55377"/>
                  <a:pt x="456488" y="56682"/>
                </a:cubicBezTo>
                <a:cubicBezTo>
                  <a:pt x="454592" y="57986"/>
                  <a:pt x="452327" y="58637"/>
                  <a:pt x="449695" y="58637"/>
                </a:cubicBezTo>
                <a:cubicBezTo>
                  <a:pt x="446023" y="58637"/>
                  <a:pt x="443207" y="57690"/>
                  <a:pt x="441248" y="55795"/>
                </a:cubicBezTo>
                <a:cubicBezTo>
                  <a:pt x="439289" y="53899"/>
                  <a:pt x="438218" y="50842"/>
                  <a:pt x="438035" y="46623"/>
                </a:cubicBezTo>
                <a:close/>
                <a:moveTo>
                  <a:pt x="490184" y="51734"/>
                </a:moveTo>
                <a:lnTo>
                  <a:pt x="477790" y="51734"/>
                </a:lnTo>
                <a:cubicBezTo>
                  <a:pt x="477912" y="54911"/>
                  <a:pt x="478631" y="57554"/>
                  <a:pt x="479947" y="59661"/>
                </a:cubicBezTo>
                <a:cubicBezTo>
                  <a:pt x="481263" y="61768"/>
                  <a:pt x="482946" y="63464"/>
                  <a:pt x="484996" y="64747"/>
                </a:cubicBezTo>
                <a:cubicBezTo>
                  <a:pt x="487047" y="66030"/>
                  <a:pt x="489388" y="66946"/>
                  <a:pt x="492020" y="67495"/>
                </a:cubicBezTo>
                <a:cubicBezTo>
                  <a:pt x="494652" y="68046"/>
                  <a:pt x="497345" y="68321"/>
                  <a:pt x="500100" y="68321"/>
                </a:cubicBezTo>
                <a:cubicBezTo>
                  <a:pt x="502792" y="68321"/>
                  <a:pt x="505439" y="68060"/>
                  <a:pt x="508040" y="67539"/>
                </a:cubicBezTo>
                <a:cubicBezTo>
                  <a:pt x="510642" y="67019"/>
                  <a:pt x="512953" y="66116"/>
                  <a:pt x="514972" y="64830"/>
                </a:cubicBezTo>
                <a:cubicBezTo>
                  <a:pt x="516992" y="63543"/>
                  <a:pt x="518629" y="61844"/>
                  <a:pt x="519883" y="59732"/>
                </a:cubicBezTo>
                <a:cubicBezTo>
                  <a:pt x="521139" y="57619"/>
                  <a:pt x="521766" y="55001"/>
                  <a:pt x="521766" y="51878"/>
                </a:cubicBezTo>
                <a:cubicBezTo>
                  <a:pt x="521766" y="49674"/>
                  <a:pt x="521338" y="47822"/>
                  <a:pt x="520480" y="46322"/>
                </a:cubicBezTo>
                <a:cubicBezTo>
                  <a:pt x="519624" y="44821"/>
                  <a:pt x="518491" y="43565"/>
                  <a:pt x="517083" y="42555"/>
                </a:cubicBezTo>
                <a:cubicBezTo>
                  <a:pt x="515676" y="41544"/>
                  <a:pt x="514069" y="40733"/>
                  <a:pt x="512264" y="40121"/>
                </a:cubicBezTo>
                <a:cubicBezTo>
                  <a:pt x="510458" y="39509"/>
                  <a:pt x="508607" y="38988"/>
                  <a:pt x="506709" y="38559"/>
                </a:cubicBezTo>
                <a:cubicBezTo>
                  <a:pt x="504873" y="38131"/>
                  <a:pt x="503067" y="37733"/>
                  <a:pt x="501292" y="37366"/>
                </a:cubicBezTo>
                <a:cubicBezTo>
                  <a:pt x="499517" y="36998"/>
                  <a:pt x="497941" y="36584"/>
                  <a:pt x="496564" y="36126"/>
                </a:cubicBezTo>
                <a:cubicBezTo>
                  <a:pt x="495187" y="35666"/>
                  <a:pt x="494070" y="35069"/>
                  <a:pt x="493213" y="34334"/>
                </a:cubicBezTo>
                <a:cubicBezTo>
                  <a:pt x="492356" y="33599"/>
                  <a:pt x="491928" y="32650"/>
                  <a:pt x="491928" y="31486"/>
                </a:cubicBezTo>
                <a:cubicBezTo>
                  <a:pt x="491928" y="30506"/>
                  <a:pt x="492173" y="29725"/>
                  <a:pt x="492662" y="29144"/>
                </a:cubicBezTo>
                <a:cubicBezTo>
                  <a:pt x="493152" y="28562"/>
                  <a:pt x="493749" y="28118"/>
                  <a:pt x="494452" y="27813"/>
                </a:cubicBezTo>
                <a:cubicBezTo>
                  <a:pt x="495157" y="27506"/>
                  <a:pt x="495937" y="27307"/>
                  <a:pt x="496793" y="27216"/>
                </a:cubicBezTo>
                <a:cubicBezTo>
                  <a:pt x="497651" y="27123"/>
                  <a:pt x="498446" y="27077"/>
                  <a:pt x="499181" y="27077"/>
                </a:cubicBezTo>
                <a:cubicBezTo>
                  <a:pt x="501506" y="27077"/>
                  <a:pt x="503526" y="27523"/>
                  <a:pt x="505240" y="28415"/>
                </a:cubicBezTo>
                <a:cubicBezTo>
                  <a:pt x="506953" y="29306"/>
                  <a:pt x="507902" y="31012"/>
                  <a:pt x="508086" y="33533"/>
                </a:cubicBezTo>
                <a:lnTo>
                  <a:pt x="520482" y="33533"/>
                </a:lnTo>
                <a:cubicBezTo>
                  <a:pt x="520237" y="30594"/>
                  <a:pt x="519487" y="28161"/>
                  <a:pt x="518232" y="26232"/>
                </a:cubicBezTo>
                <a:cubicBezTo>
                  <a:pt x="516977" y="24304"/>
                  <a:pt x="515401" y="22758"/>
                  <a:pt x="513504" y="21595"/>
                </a:cubicBezTo>
                <a:cubicBezTo>
                  <a:pt x="511607" y="20432"/>
                  <a:pt x="509449" y="19605"/>
                  <a:pt x="507031" y="19116"/>
                </a:cubicBezTo>
                <a:cubicBezTo>
                  <a:pt x="504613" y="18625"/>
                  <a:pt x="502119" y="18380"/>
                  <a:pt x="499549" y="18380"/>
                </a:cubicBezTo>
                <a:cubicBezTo>
                  <a:pt x="496978" y="18380"/>
                  <a:pt x="494468" y="18610"/>
                  <a:pt x="492019" y="19069"/>
                </a:cubicBezTo>
                <a:cubicBezTo>
                  <a:pt x="489571" y="19528"/>
                  <a:pt x="487368" y="20324"/>
                  <a:pt x="485409" y="21457"/>
                </a:cubicBezTo>
                <a:cubicBezTo>
                  <a:pt x="483451" y="22590"/>
                  <a:pt x="481875" y="24136"/>
                  <a:pt x="480681" y="26095"/>
                </a:cubicBezTo>
                <a:cubicBezTo>
                  <a:pt x="479488" y="28055"/>
                  <a:pt x="478891" y="30566"/>
                  <a:pt x="478891" y="33628"/>
                </a:cubicBezTo>
                <a:cubicBezTo>
                  <a:pt x="478891" y="35710"/>
                  <a:pt x="479319" y="37470"/>
                  <a:pt x="480175" y="38909"/>
                </a:cubicBezTo>
                <a:cubicBezTo>
                  <a:pt x="481033" y="40348"/>
                  <a:pt x="482165" y="41542"/>
                  <a:pt x="483573" y="42492"/>
                </a:cubicBezTo>
                <a:cubicBezTo>
                  <a:pt x="484981" y="43441"/>
                  <a:pt x="486588" y="44206"/>
                  <a:pt x="488393" y="44788"/>
                </a:cubicBezTo>
                <a:cubicBezTo>
                  <a:pt x="490199" y="45370"/>
                  <a:pt x="492050" y="45875"/>
                  <a:pt x="493948" y="46304"/>
                </a:cubicBezTo>
                <a:cubicBezTo>
                  <a:pt x="498599" y="47283"/>
                  <a:pt x="502225" y="48263"/>
                  <a:pt x="504826" y="49243"/>
                </a:cubicBezTo>
                <a:cubicBezTo>
                  <a:pt x="507428" y="50222"/>
                  <a:pt x="508729" y="51692"/>
                  <a:pt x="508729" y="53651"/>
                </a:cubicBezTo>
                <a:cubicBezTo>
                  <a:pt x="508729" y="54814"/>
                  <a:pt x="508454" y="55779"/>
                  <a:pt x="507903" y="56544"/>
                </a:cubicBezTo>
                <a:cubicBezTo>
                  <a:pt x="507352" y="57310"/>
                  <a:pt x="506663" y="57923"/>
                  <a:pt x="505836" y="58382"/>
                </a:cubicBezTo>
                <a:cubicBezTo>
                  <a:pt x="505011" y="58841"/>
                  <a:pt x="504093" y="59178"/>
                  <a:pt x="503082" y="59393"/>
                </a:cubicBezTo>
                <a:cubicBezTo>
                  <a:pt x="502073" y="59606"/>
                  <a:pt x="501109" y="59713"/>
                  <a:pt x="500191" y="59713"/>
                </a:cubicBezTo>
                <a:cubicBezTo>
                  <a:pt x="498905" y="59713"/>
                  <a:pt x="497666" y="59561"/>
                  <a:pt x="496473" y="59255"/>
                </a:cubicBezTo>
                <a:cubicBezTo>
                  <a:pt x="495279" y="58949"/>
                  <a:pt x="494223" y="58475"/>
                  <a:pt x="493305" y="57833"/>
                </a:cubicBezTo>
                <a:cubicBezTo>
                  <a:pt x="492387" y="57191"/>
                  <a:pt x="491637" y="56365"/>
                  <a:pt x="491055" y="55356"/>
                </a:cubicBezTo>
                <a:cubicBezTo>
                  <a:pt x="490474" y="54348"/>
                  <a:pt x="490184" y="53140"/>
                  <a:pt x="490184" y="51734"/>
                </a:cubicBezTo>
                <a:close/>
                <a:moveTo>
                  <a:pt x="551911" y="0"/>
                </a:moveTo>
                <a:lnTo>
                  <a:pt x="540986" y="0"/>
                </a:lnTo>
                <a:cubicBezTo>
                  <a:pt x="538966" y="2938"/>
                  <a:pt x="537206" y="6152"/>
                  <a:pt x="535706" y="9641"/>
                </a:cubicBezTo>
                <a:cubicBezTo>
                  <a:pt x="534207" y="13130"/>
                  <a:pt x="532952" y="16742"/>
                  <a:pt x="531942" y="20476"/>
                </a:cubicBezTo>
                <a:cubicBezTo>
                  <a:pt x="530932" y="24210"/>
                  <a:pt x="530167" y="27959"/>
                  <a:pt x="529647" y="31724"/>
                </a:cubicBezTo>
                <a:cubicBezTo>
                  <a:pt x="529127" y="35489"/>
                  <a:pt x="528867" y="39086"/>
                  <a:pt x="528867" y="42514"/>
                </a:cubicBezTo>
                <a:cubicBezTo>
                  <a:pt x="528867" y="49737"/>
                  <a:pt x="529923" y="56838"/>
                  <a:pt x="532034" y="63817"/>
                </a:cubicBezTo>
                <a:cubicBezTo>
                  <a:pt x="534146" y="70795"/>
                  <a:pt x="537130" y="77437"/>
                  <a:pt x="540986" y="83742"/>
                </a:cubicBezTo>
                <a:lnTo>
                  <a:pt x="551820" y="83742"/>
                </a:lnTo>
                <a:cubicBezTo>
                  <a:pt x="548330" y="77070"/>
                  <a:pt x="545805" y="70214"/>
                  <a:pt x="544245" y="63175"/>
                </a:cubicBezTo>
                <a:cubicBezTo>
                  <a:pt x="542684" y="56135"/>
                  <a:pt x="541904" y="48942"/>
                  <a:pt x="541904" y="41595"/>
                </a:cubicBezTo>
                <a:cubicBezTo>
                  <a:pt x="541904" y="34372"/>
                  <a:pt x="542700" y="27256"/>
                  <a:pt x="544291" y="20248"/>
                </a:cubicBezTo>
                <a:cubicBezTo>
                  <a:pt x="545882" y="13238"/>
                  <a:pt x="548422" y="6489"/>
                  <a:pt x="551911" y="0"/>
                </a:cubicBezTo>
                <a:close/>
                <a:moveTo>
                  <a:pt x="555033" y="27603"/>
                </a:moveTo>
                <a:lnTo>
                  <a:pt x="567520" y="27603"/>
                </a:lnTo>
                <a:cubicBezTo>
                  <a:pt x="567520" y="25889"/>
                  <a:pt x="567688" y="24160"/>
                  <a:pt x="568024" y="22415"/>
                </a:cubicBezTo>
                <a:cubicBezTo>
                  <a:pt x="568361" y="20670"/>
                  <a:pt x="568928" y="19079"/>
                  <a:pt x="569723" y="17641"/>
                </a:cubicBezTo>
                <a:cubicBezTo>
                  <a:pt x="570519" y="16202"/>
                  <a:pt x="571575" y="15039"/>
                  <a:pt x="572891" y="14152"/>
                </a:cubicBezTo>
                <a:cubicBezTo>
                  <a:pt x="574207" y="13265"/>
                  <a:pt x="575814" y="12821"/>
                  <a:pt x="577711" y="12821"/>
                </a:cubicBezTo>
                <a:cubicBezTo>
                  <a:pt x="580526" y="12821"/>
                  <a:pt x="582836" y="13693"/>
                  <a:pt x="584642" y="15437"/>
                </a:cubicBezTo>
                <a:cubicBezTo>
                  <a:pt x="586448" y="17181"/>
                  <a:pt x="587351" y="19613"/>
                  <a:pt x="587351" y="22733"/>
                </a:cubicBezTo>
                <a:cubicBezTo>
                  <a:pt x="587351" y="24691"/>
                  <a:pt x="586907" y="26436"/>
                  <a:pt x="586019" y="27965"/>
                </a:cubicBezTo>
                <a:cubicBezTo>
                  <a:pt x="585132" y="29495"/>
                  <a:pt x="584030" y="30872"/>
                  <a:pt x="582714" y="32095"/>
                </a:cubicBezTo>
                <a:cubicBezTo>
                  <a:pt x="581398" y="33319"/>
                  <a:pt x="579944" y="34435"/>
                  <a:pt x="578353" y="35445"/>
                </a:cubicBezTo>
                <a:cubicBezTo>
                  <a:pt x="576762" y="36455"/>
                  <a:pt x="575262" y="37449"/>
                  <a:pt x="573855" y="38428"/>
                </a:cubicBezTo>
                <a:cubicBezTo>
                  <a:pt x="571100" y="40324"/>
                  <a:pt x="568483" y="42191"/>
                  <a:pt x="566004" y="44027"/>
                </a:cubicBezTo>
                <a:cubicBezTo>
                  <a:pt x="563525" y="45862"/>
                  <a:pt x="561368" y="47866"/>
                  <a:pt x="559531" y="50038"/>
                </a:cubicBezTo>
                <a:cubicBezTo>
                  <a:pt x="557695" y="52210"/>
                  <a:pt x="556242" y="54673"/>
                  <a:pt x="555170" y="57427"/>
                </a:cubicBezTo>
                <a:cubicBezTo>
                  <a:pt x="554099" y="60180"/>
                  <a:pt x="553563" y="63423"/>
                  <a:pt x="553563" y="67155"/>
                </a:cubicBezTo>
                <a:lnTo>
                  <a:pt x="600755" y="67155"/>
                </a:lnTo>
                <a:lnTo>
                  <a:pt x="600755" y="55948"/>
                </a:lnTo>
                <a:lnTo>
                  <a:pt x="570365" y="55948"/>
                </a:lnTo>
                <a:cubicBezTo>
                  <a:pt x="571956" y="53745"/>
                  <a:pt x="573792" y="51818"/>
                  <a:pt x="575873" y="50166"/>
                </a:cubicBezTo>
                <a:cubicBezTo>
                  <a:pt x="577955" y="48514"/>
                  <a:pt x="580098" y="46969"/>
                  <a:pt x="582301" y="45532"/>
                </a:cubicBezTo>
                <a:cubicBezTo>
                  <a:pt x="584504" y="44093"/>
                  <a:pt x="586692" y="42640"/>
                  <a:pt x="588866" y="41172"/>
                </a:cubicBezTo>
                <a:cubicBezTo>
                  <a:pt x="591039" y="39703"/>
                  <a:pt x="592982" y="38066"/>
                  <a:pt x="594696" y="36262"/>
                </a:cubicBezTo>
                <a:cubicBezTo>
                  <a:pt x="596410" y="34456"/>
                  <a:pt x="597787" y="32391"/>
                  <a:pt x="598828" y="30067"/>
                </a:cubicBezTo>
                <a:cubicBezTo>
                  <a:pt x="599868" y="27741"/>
                  <a:pt x="600388" y="24957"/>
                  <a:pt x="600388" y="21713"/>
                </a:cubicBezTo>
                <a:cubicBezTo>
                  <a:pt x="600388" y="18593"/>
                  <a:pt x="599791" y="15778"/>
                  <a:pt x="598598" y="13270"/>
                </a:cubicBezTo>
                <a:cubicBezTo>
                  <a:pt x="597404" y="10761"/>
                  <a:pt x="595797" y="8650"/>
                  <a:pt x="593777" y="6937"/>
                </a:cubicBezTo>
                <a:cubicBezTo>
                  <a:pt x="591758" y="5224"/>
                  <a:pt x="589417" y="3908"/>
                  <a:pt x="586754" y="2991"/>
                </a:cubicBezTo>
                <a:cubicBezTo>
                  <a:pt x="584092" y="2073"/>
                  <a:pt x="581291" y="1614"/>
                  <a:pt x="578353" y="1614"/>
                </a:cubicBezTo>
                <a:cubicBezTo>
                  <a:pt x="574497" y="1614"/>
                  <a:pt x="571084" y="2272"/>
                  <a:pt x="568115" y="3589"/>
                </a:cubicBezTo>
                <a:cubicBezTo>
                  <a:pt x="565147" y="4906"/>
                  <a:pt x="562684" y="6744"/>
                  <a:pt x="560725" y="9102"/>
                </a:cubicBezTo>
                <a:cubicBezTo>
                  <a:pt x="558767" y="11459"/>
                  <a:pt x="557297" y="14214"/>
                  <a:pt x="556318" y="17366"/>
                </a:cubicBezTo>
                <a:cubicBezTo>
                  <a:pt x="555339" y="20518"/>
                  <a:pt x="554911" y="23930"/>
                  <a:pt x="555033" y="27603"/>
                </a:cubicBezTo>
                <a:close/>
                <a:moveTo>
                  <a:pt x="602346" y="83742"/>
                </a:moveTo>
                <a:lnTo>
                  <a:pt x="613180" y="83742"/>
                </a:lnTo>
                <a:cubicBezTo>
                  <a:pt x="615200" y="80865"/>
                  <a:pt x="616975" y="77681"/>
                  <a:pt x="618505" y="74192"/>
                </a:cubicBezTo>
                <a:cubicBezTo>
                  <a:pt x="620035" y="70703"/>
                  <a:pt x="621305" y="67107"/>
                  <a:pt x="622315" y="63403"/>
                </a:cubicBezTo>
                <a:cubicBezTo>
                  <a:pt x="623325" y="59700"/>
                  <a:pt x="624074" y="55966"/>
                  <a:pt x="624564" y="52202"/>
                </a:cubicBezTo>
                <a:cubicBezTo>
                  <a:pt x="625054" y="48437"/>
                  <a:pt x="625299" y="44840"/>
                  <a:pt x="625299" y="41412"/>
                </a:cubicBezTo>
                <a:cubicBezTo>
                  <a:pt x="625299" y="34188"/>
                  <a:pt x="624243" y="27057"/>
                  <a:pt x="622132" y="20018"/>
                </a:cubicBezTo>
                <a:cubicBezTo>
                  <a:pt x="620020" y="12978"/>
                  <a:pt x="617036" y="6305"/>
                  <a:pt x="613180" y="0"/>
                </a:cubicBezTo>
                <a:lnTo>
                  <a:pt x="602437" y="0"/>
                </a:lnTo>
                <a:cubicBezTo>
                  <a:pt x="605804" y="6672"/>
                  <a:pt x="608283" y="13559"/>
                  <a:pt x="609875" y="20660"/>
                </a:cubicBezTo>
                <a:cubicBezTo>
                  <a:pt x="611466" y="27760"/>
                  <a:pt x="612262" y="34984"/>
                  <a:pt x="612262" y="42331"/>
                </a:cubicBezTo>
                <a:cubicBezTo>
                  <a:pt x="612262" y="49554"/>
                  <a:pt x="611451" y="56639"/>
                  <a:pt x="609829" y="63587"/>
                </a:cubicBezTo>
                <a:cubicBezTo>
                  <a:pt x="608206" y="70535"/>
                  <a:pt x="605712" y="77253"/>
                  <a:pt x="602346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y=mx.sin(x)">
            <a:extLst xmlns:a="http://schemas.openxmlformats.org/drawingml/2006/main">
              <a:ext uri="{FF2B5EF4-FFF2-40B4-BE49-F238E27FC236}">
                <a16:creationId xmlns:a16="http://schemas.microsoft.com/office/drawing/2014/main" id="{C1932774-70D4-4D83-9506-D101355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163" y="5937321"/>
            <a:ext cx="537007" cy="83742"/>
          </a:xfrm>
          <a:custGeom xmlns:a="http://schemas.openxmlformats.org/drawingml/2006/main">
            <a:pathLst>
              <a:path w="537007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58804" y="19687"/>
                </a:moveTo>
                <a:lnTo>
                  <a:pt x="158804" y="67155"/>
                </a:lnTo>
                <a:lnTo>
                  <a:pt x="171841" y="67155"/>
                </a:lnTo>
                <a:lnTo>
                  <a:pt x="171841" y="39616"/>
                </a:lnTo>
                <a:cubicBezTo>
                  <a:pt x="171841" y="37290"/>
                  <a:pt x="172178" y="35408"/>
                  <a:pt x="172851" y="33970"/>
                </a:cubicBezTo>
                <a:cubicBezTo>
                  <a:pt x="173524" y="32532"/>
                  <a:pt x="174336" y="31430"/>
                  <a:pt x="175284" y="30665"/>
                </a:cubicBezTo>
                <a:cubicBezTo>
                  <a:pt x="176233" y="29900"/>
                  <a:pt x="177213" y="29380"/>
                  <a:pt x="178222" y="29104"/>
                </a:cubicBezTo>
                <a:cubicBezTo>
                  <a:pt x="179232" y="28829"/>
                  <a:pt x="180043" y="28691"/>
                  <a:pt x="180656" y="28691"/>
                </a:cubicBezTo>
                <a:cubicBezTo>
                  <a:pt x="182736" y="28691"/>
                  <a:pt x="184312" y="29043"/>
                  <a:pt x="185384" y="29747"/>
                </a:cubicBezTo>
                <a:cubicBezTo>
                  <a:pt x="186455" y="30451"/>
                  <a:pt x="187220" y="31384"/>
                  <a:pt x="187678" y="32546"/>
                </a:cubicBezTo>
                <a:cubicBezTo>
                  <a:pt x="188138" y="33709"/>
                  <a:pt x="188398" y="34979"/>
                  <a:pt x="188459" y="36357"/>
                </a:cubicBezTo>
                <a:cubicBezTo>
                  <a:pt x="188520" y="37734"/>
                  <a:pt x="188551" y="39126"/>
                  <a:pt x="188551" y="40533"/>
                </a:cubicBezTo>
                <a:lnTo>
                  <a:pt x="188551" y="67155"/>
                </a:lnTo>
                <a:lnTo>
                  <a:pt x="201588" y="67155"/>
                </a:lnTo>
                <a:lnTo>
                  <a:pt x="201588" y="40717"/>
                </a:lnTo>
                <a:cubicBezTo>
                  <a:pt x="201588" y="39248"/>
                  <a:pt x="201695" y="37794"/>
                  <a:pt x="201909" y="36357"/>
                </a:cubicBezTo>
                <a:cubicBezTo>
                  <a:pt x="202124" y="34919"/>
                  <a:pt x="202553" y="33634"/>
                  <a:pt x="203195" y="32502"/>
                </a:cubicBezTo>
                <a:cubicBezTo>
                  <a:pt x="203838" y="31369"/>
                  <a:pt x="204725" y="30451"/>
                  <a:pt x="205857" y="29747"/>
                </a:cubicBezTo>
                <a:cubicBezTo>
                  <a:pt x="206990" y="29043"/>
                  <a:pt x="208474" y="28691"/>
                  <a:pt x="210311" y="28691"/>
                </a:cubicBezTo>
                <a:cubicBezTo>
                  <a:pt x="212147" y="28691"/>
                  <a:pt x="213600" y="28997"/>
                  <a:pt x="214670" y="29610"/>
                </a:cubicBezTo>
                <a:cubicBezTo>
                  <a:pt x="215741" y="30222"/>
                  <a:pt x="216553" y="31048"/>
                  <a:pt x="217104" y="32088"/>
                </a:cubicBezTo>
                <a:cubicBezTo>
                  <a:pt x="217655" y="33128"/>
                  <a:pt x="217991" y="34352"/>
                  <a:pt x="218114" y="35760"/>
                </a:cubicBezTo>
                <a:cubicBezTo>
                  <a:pt x="218236" y="37168"/>
                  <a:pt x="218297" y="38667"/>
                  <a:pt x="218297" y="40257"/>
                </a:cubicBezTo>
                <a:lnTo>
                  <a:pt x="218297" y="67155"/>
                </a:lnTo>
                <a:lnTo>
                  <a:pt x="231336" y="67155"/>
                </a:lnTo>
                <a:lnTo>
                  <a:pt x="231336" y="35374"/>
                </a:lnTo>
                <a:cubicBezTo>
                  <a:pt x="231336" y="32312"/>
                  <a:pt x="230907" y="29694"/>
                  <a:pt x="230050" y="27520"/>
                </a:cubicBezTo>
                <a:cubicBezTo>
                  <a:pt x="229193" y="25346"/>
                  <a:pt x="228000" y="23585"/>
                  <a:pt x="226469" y="22238"/>
                </a:cubicBezTo>
                <a:cubicBezTo>
                  <a:pt x="224939" y="20891"/>
                  <a:pt x="223103" y="19911"/>
                  <a:pt x="220960" y="19299"/>
                </a:cubicBezTo>
                <a:cubicBezTo>
                  <a:pt x="218819" y="18687"/>
                  <a:pt x="216493" y="18380"/>
                  <a:pt x="213984" y="18380"/>
                </a:cubicBezTo>
                <a:cubicBezTo>
                  <a:pt x="210679" y="18380"/>
                  <a:pt x="207817" y="19178"/>
                  <a:pt x="205399" y="20774"/>
                </a:cubicBezTo>
                <a:cubicBezTo>
                  <a:pt x="202981" y="22370"/>
                  <a:pt x="201068" y="24210"/>
                  <a:pt x="199661" y="26297"/>
                </a:cubicBezTo>
                <a:cubicBezTo>
                  <a:pt x="198376" y="23351"/>
                  <a:pt x="196493" y="21296"/>
                  <a:pt x="194013" y="20130"/>
                </a:cubicBezTo>
                <a:cubicBezTo>
                  <a:pt x="191535" y="18963"/>
                  <a:pt x="188796" y="18380"/>
                  <a:pt x="185797" y="18380"/>
                </a:cubicBezTo>
                <a:cubicBezTo>
                  <a:pt x="182676" y="18380"/>
                  <a:pt x="179906" y="19055"/>
                  <a:pt x="177488" y="20406"/>
                </a:cubicBezTo>
                <a:cubicBezTo>
                  <a:pt x="175070" y="21756"/>
                  <a:pt x="173004" y="23658"/>
                  <a:pt x="171290" y="26113"/>
                </a:cubicBezTo>
                <a:lnTo>
                  <a:pt x="171107" y="26113"/>
                </a:lnTo>
                <a:lnTo>
                  <a:pt x="171107" y="19687"/>
                </a:lnTo>
                <a:lnTo>
                  <a:pt x="158804" y="19687"/>
                </a:lnTo>
                <a:close/>
                <a:moveTo>
                  <a:pt x="253952" y="42202"/>
                </a:moveTo>
                <a:lnTo>
                  <a:pt x="236875" y="67155"/>
                </a:lnTo>
                <a:lnTo>
                  <a:pt x="251472" y="67155"/>
                </a:lnTo>
                <a:lnTo>
                  <a:pt x="261388" y="52202"/>
                </a:lnTo>
                <a:lnTo>
                  <a:pt x="271304" y="67155"/>
                </a:lnTo>
                <a:lnTo>
                  <a:pt x="286178" y="67155"/>
                </a:lnTo>
                <a:lnTo>
                  <a:pt x="268641" y="41926"/>
                </a:lnTo>
                <a:lnTo>
                  <a:pt x="284250" y="19725"/>
                </a:lnTo>
                <a:lnTo>
                  <a:pt x="269834" y="19725"/>
                </a:lnTo>
                <a:lnTo>
                  <a:pt x="261572" y="32111"/>
                </a:lnTo>
                <a:lnTo>
                  <a:pt x="253217" y="19725"/>
                </a:lnTo>
                <a:lnTo>
                  <a:pt x="238344" y="19725"/>
                </a:lnTo>
                <a:lnTo>
                  <a:pt x="253952" y="42202"/>
                </a:lnTo>
                <a:close/>
                <a:moveTo>
                  <a:pt x="291349" y="52989"/>
                </a:moveTo>
                <a:lnTo>
                  <a:pt x="291349" y="67155"/>
                </a:lnTo>
                <a:lnTo>
                  <a:pt x="305763" y="67155"/>
                </a:lnTo>
                <a:lnTo>
                  <a:pt x="305763" y="52989"/>
                </a:lnTo>
                <a:lnTo>
                  <a:pt x="291349" y="52989"/>
                </a:lnTo>
                <a:close/>
                <a:moveTo>
                  <a:pt x="326147" y="51734"/>
                </a:moveTo>
                <a:lnTo>
                  <a:pt x="313753" y="51734"/>
                </a:lnTo>
                <a:cubicBezTo>
                  <a:pt x="313875" y="54911"/>
                  <a:pt x="314594" y="57554"/>
                  <a:pt x="315910" y="59661"/>
                </a:cubicBezTo>
                <a:cubicBezTo>
                  <a:pt x="317226" y="61768"/>
                  <a:pt x="318909" y="63464"/>
                  <a:pt x="320959" y="64747"/>
                </a:cubicBezTo>
                <a:cubicBezTo>
                  <a:pt x="323010" y="66030"/>
                  <a:pt x="325352" y="66946"/>
                  <a:pt x="327984" y="67495"/>
                </a:cubicBezTo>
                <a:cubicBezTo>
                  <a:pt x="330615" y="68046"/>
                  <a:pt x="333309" y="68321"/>
                  <a:pt x="336063" y="68321"/>
                </a:cubicBezTo>
                <a:cubicBezTo>
                  <a:pt x="338755" y="68321"/>
                  <a:pt x="341402" y="68060"/>
                  <a:pt x="344003" y="67539"/>
                </a:cubicBezTo>
                <a:cubicBezTo>
                  <a:pt x="346605" y="67019"/>
                  <a:pt x="348916" y="66116"/>
                  <a:pt x="350935" y="64830"/>
                </a:cubicBezTo>
                <a:cubicBezTo>
                  <a:pt x="352955" y="63543"/>
                  <a:pt x="354592" y="61844"/>
                  <a:pt x="355847" y="59732"/>
                </a:cubicBezTo>
                <a:cubicBezTo>
                  <a:pt x="357102" y="57619"/>
                  <a:pt x="357730" y="55001"/>
                  <a:pt x="357730" y="51878"/>
                </a:cubicBezTo>
                <a:cubicBezTo>
                  <a:pt x="357730" y="49674"/>
                  <a:pt x="357301" y="47822"/>
                  <a:pt x="356444" y="46322"/>
                </a:cubicBezTo>
                <a:cubicBezTo>
                  <a:pt x="355587" y="44821"/>
                  <a:pt x="354455" y="43565"/>
                  <a:pt x="353046" y="42555"/>
                </a:cubicBezTo>
                <a:cubicBezTo>
                  <a:pt x="351639" y="41544"/>
                  <a:pt x="350032" y="40733"/>
                  <a:pt x="348227" y="40121"/>
                </a:cubicBezTo>
                <a:cubicBezTo>
                  <a:pt x="346422" y="39509"/>
                  <a:pt x="344570" y="38988"/>
                  <a:pt x="342672" y="38559"/>
                </a:cubicBezTo>
                <a:cubicBezTo>
                  <a:pt x="340836" y="38131"/>
                  <a:pt x="339030" y="37733"/>
                  <a:pt x="337255" y="37366"/>
                </a:cubicBezTo>
                <a:cubicBezTo>
                  <a:pt x="335480" y="36998"/>
                  <a:pt x="333904" y="36584"/>
                  <a:pt x="332527" y="36126"/>
                </a:cubicBezTo>
                <a:cubicBezTo>
                  <a:pt x="331150" y="35666"/>
                  <a:pt x="330033" y="35069"/>
                  <a:pt x="329176" y="34334"/>
                </a:cubicBezTo>
                <a:cubicBezTo>
                  <a:pt x="328319" y="33599"/>
                  <a:pt x="327891" y="32650"/>
                  <a:pt x="327891" y="31486"/>
                </a:cubicBezTo>
                <a:cubicBezTo>
                  <a:pt x="327891" y="30506"/>
                  <a:pt x="328136" y="29725"/>
                  <a:pt x="328625" y="29144"/>
                </a:cubicBezTo>
                <a:cubicBezTo>
                  <a:pt x="329116" y="28562"/>
                  <a:pt x="329712" y="28118"/>
                  <a:pt x="330416" y="27813"/>
                </a:cubicBezTo>
                <a:cubicBezTo>
                  <a:pt x="331120" y="27506"/>
                  <a:pt x="331900" y="27307"/>
                  <a:pt x="332757" y="27216"/>
                </a:cubicBezTo>
                <a:cubicBezTo>
                  <a:pt x="333614" y="27123"/>
                  <a:pt x="334410" y="27077"/>
                  <a:pt x="335144" y="27077"/>
                </a:cubicBezTo>
                <a:cubicBezTo>
                  <a:pt x="337469" y="27077"/>
                  <a:pt x="339489" y="27523"/>
                  <a:pt x="341203" y="28415"/>
                </a:cubicBezTo>
                <a:cubicBezTo>
                  <a:pt x="342917" y="29306"/>
                  <a:pt x="343865" y="31012"/>
                  <a:pt x="344049" y="33533"/>
                </a:cubicBezTo>
                <a:lnTo>
                  <a:pt x="356445" y="33533"/>
                </a:lnTo>
                <a:cubicBezTo>
                  <a:pt x="356200" y="30594"/>
                  <a:pt x="355450" y="28161"/>
                  <a:pt x="354195" y="26232"/>
                </a:cubicBezTo>
                <a:cubicBezTo>
                  <a:pt x="352941" y="24304"/>
                  <a:pt x="351365" y="22758"/>
                  <a:pt x="349467" y="21595"/>
                </a:cubicBezTo>
                <a:cubicBezTo>
                  <a:pt x="347570" y="20432"/>
                  <a:pt x="345413" y="19605"/>
                  <a:pt x="342995" y="19116"/>
                </a:cubicBezTo>
                <a:cubicBezTo>
                  <a:pt x="340577" y="18625"/>
                  <a:pt x="338082" y="18380"/>
                  <a:pt x="335512" y="18380"/>
                </a:cubicBezTo>
                <a:cubicBezTo>
                  <a:pt x="332941" y="18380"/>
                  <a:pt x="330431" y="18610"/>
                  <a:pt x="327982" y="19069"/>
                </a:cubicBezTo>
                <a:cubicBezTo>
                  <a:pt x="325534" y="19528"/>
                  <a:pt x="323331" y="20324"/>
                  <a:pt x="321373" y="21457"/>
                </a:cubicBezTo>
                <a:cubicBezTo>
                  <a:pt x="319414" y="22590"/>
                  <a:pt x="317838" y="24136"/>
                  <a:pt x="316644" y="26095"/>
                </a:cubicBezTo>
                <a:cubicBezTo>
                  <a:pt x="315451" y="28055"/>
                  <a:pt x="314854" y="30566"/>
                  <a:pt x="314854" y="33628"/>
                </a:cubicBezTo>
                <a:cubicBezTo>
                  <a:pt x="314854" y="35710"/>
                  <a:pt x="315282" y="37470"/>
                  <a:pt x="316139" y="38909"/>
                </a:cubicBezTo>
                <a:cubicBezTo>
                  <a:pt x="316996" y="40348"/>
                  <a:pt x="318129" y="41542"/>
                  <a:pt x="319536" y="42492"/>
                </a:cubicBezTo>
                <a:cubicBezTo>
                  <a:pt x="320944" y="43441"/>
                  <a:pt x="322551" y="44206"/>
                  <a:pt x="324357" y="44788"/>
                </a:cubicBezTo>
                <a:cubicBezTo>
                  <a:pt x="326162" y="45370"/>
                  <a:pt x="328013" y="45875"/>
                  <a:pt x="329911" y="46304"/>
                </a:cubicBezTo>
                <a:cubicBezTo>
                  <a:pt x="334562" y="47283"/>
                  <a:pt x="338188" y="48263"/>
                  <a:pt x="340790" y="49243"/>
                </a:cubicBezTo>
                <a:cubicBezTo>
                  <a:pt x="343392" y="50222"/>
                  <a:pt x="344693" y="51692"/>
                  <a:pt x="344693" y="53651"/>
                </a:cubicBezTo>
                <a:cubicBezTo>
                  <a:pt x="344693" y="54814"/>
                  <a:pt x="344417" y="55779"/>
                  <a:pt x="343866" y="56544"/>
                </a:cubicBezTo>
                <a:cubicBezTo>
                  <a:pt x="343315" y="57310"/>
                  <a:pt x="342626" y="57923"/>
                  <a:pt x="341800" y="58382"/>
                </a:cubicBezTo>
                <a:cubicBezTo>
                  <a:pt x="340974" y="58841"/>
                  <a:pt x="340056" y="59178"/>
                  <a:pt x="339045" y="59393"/>
                </a:cubicBezTo>
                <a:cubicBezTo>
                  <a:pt x="338036" y="59606"/>
                  <a:pt x="337072" y="59713"/>
                  <a:pt x="336154" y="59713"/>
                </a:cubicBezTo>
                <a:cubicBezTo>
                  <a:pt x="334869" y="59713"/>
                  <a:pt x="333629" y="59561"/>
                  <a:pt x="332436" y="59255"/>
                </a:cubicBezTo>
                <a:cubicBezTo>
                  <a:pt x="331242" y="58949"/>
                  <a:pt x="330186" y="58475"/>
                  <a:pt x="329268" y="57833"/>
                </a:cubicBezTo>
                <a:cubicBezTo>
                  <a:pt x="328350" y="57191"/>
                  <a:pt x="327600" y="56365"/>
                  <a:pt x="327018" y="55356"/>
                </a:cubicBezTo>
                <a:cubicBezTo>
                  <a:pt x="326437" y="54348"/>
                  <a:pt x="326147" y="53140"/>
                  <a:pt x="326147" y="51734"/>
                </a:cubicBezTo>
                <a:close/>
                <a:moveTo>
                  <a:pt x="378418" y="12373"/>
                </a:moveTo>
                <a:lnTo>
                  <a:pt x="378418" y="1614"/>
                </a:lnTo>
                <a:lnTo>
                  <a:pt x="365381" y="1614"/>
                </a:lnTo>
                <a:lnTo>
                  <a:pt x="365381" y="12373"/>
                </a:lnTo>
                <a:lnTo>
                  <a:pt x="378418" y="12373"/>
                </a:lnTo>
                <a:moveTo>
                  <a:pt x="365381" y="19689"/>
                </a:moveTo>
                <a:lnTo>
                  <a:pt x="365381" y="67155"/>
                </a:lnTo>
                <a:lnTo>
                  <a:pt x="378418" y="67155"/>
                </a:lnTo>
                <a:lnTo>
                  <a:pt x="378418" y="19689"/>
                </a:lnTo>
                <a:lnTo>
                  <a:pt x="365381" y="19689"/>
                </a:lnTo>
                <a:close/>
                <a:moveTo>
                  <a:pt x="388731" y="19687"/>
                </a:moveTo>
                <a:lnTo>
                  <a:pt x="388731" y="67155"/>
                </a:lnTo>
                <a:lnTo>
                  <a:pt x="401768" y="67155"/>
                </a:lnTo>
                <a:lnTo>
                  <a:pt x="401768" y="42277"/>
                </a:lnTo>
                <a:cubicBezTo>
                  <a:pt x="401768" y="37442"/>
                  <a:pt x="402564" y="33969"/>
                  <a:pt x="404156" y="31859"/>
                </a:cubicBezTo>
                <a:cubicBezTo>
                  <a:pt x="405747" y="29747"/>
                  <a:pt x="408318" y="28691"/>
                  <a:pt x="411868" y="28691"/>
                </a:cubicBezTo>
                <a:cubicBezTo>
                  <a:pt x="414990" y="28691"/>
                  <a:pt x="417163" y="29655"/>
                  <a:pt x="418386" y="31583"/>
                </a:cubicBezTo>
                <a:cubicBezTo>
                  <a:pt x="419611" y="33510"/>
                  <a:pt x="420223" y="36433"/>
                  <a:pt x="420223" y="40350"/>
                </a:cubicBezTo>
                <a:lnTo>
                  <a:pt x="420223" y="67155"/>
                </a:lnTo>
                <a:lnTo>
                  <a:pt x="433260" y="67155"/>
                </a:lnTo>
                <a:lnTo>
                  <a:pt x="433260" y="37946"/>
                </a:lnTo>
                <a:cubicBezTo>
                  <a:pt x="433260" y="35006"/>
                  <a:pt x="433000" y="32327"/>
                  <a:pt x="432480" y="29908"/>
                </a:cubicBezTo>
                <a:cubicBezTo>
                  <a:pt x="431959" y="27490"/>
                  <a:pt x="431056" y="25438"/>
                  <a:pt x="429770" y="23754"/>
                </a:cubicBezTo>
                <a:cubicBezTo>
                  <a:pt x="428485" y="22070"/>
                  <a:pt x="426726" y="20754"/>
                  <a:pt x="424491" y="19805"/>
                </a:cubicBezTo>
                <a:cubicBezTo>
                  <a:pt x="422257" y="18855"/>
                  <a:pt x="419396" y="18380"/>
                  <a:pt x="415907" y="18380"/>
                </a:cubicBezTo>
                <a:cubicBezTo>
                  <a:pt x="413152" y="18380"/>
                  <a:pt x="410459" y="19009"/>
                  <a:pt x="407827" y="20267"/>
                </a:cubicBezTo>
                <a:cubicBezTo>
                  <a:pt x="405196" y="21525"/>
                  <a:pt x="403054" y="23535"/>
                  <a:pt x="401401" y="26297"/>
                </a:cubicBezTo>
                <a:lnTo>
                  <a:pt x="401125" y="26297"/>
                </a:lnTo>
                <a:lnTo>
                  <a:pt x="401125" y="19687"/>
                </a:lnTo>
                <a:lnTo>
                  <a:pt x="388731" y="19687"/>
                </a:lnTo>
                <a:close/>
                <a:moveTo>
                  <a:pt x="465914" y="0"/>
                </a:moveTo>
                <a:lnTo>
                  <a:pt x="454989" y="0"/>
                </a:lnTo>
                <a:cubicBezTo>
                  <a:pt x="452969" y="2938"/>
                  <a:pt x="451209" y="6152"/>
                  <a:pt x="449709" y="9641"/>
                </a:cubicBezTo>
                <a:cubicBezTo>
                  <a:pt x="448210" y="13130"/>
                  <a:pt x="446955" y="16742"/>
                  <a:pt x="445945" y="20476"/>
                </a:cubicBezTo>
                <a:cubicBezTo>
                  <a:pt x="444935" y="24210"/>
                  <a:pt x="444170" y="27959"/>
                  <a:pt x="443650" y="31724"/>
                </a:cubicBezTo>
                <a:cubicBezTo>
                  <a:pt x="443130" y="35489"/>
                  <a:pt x="442870" y="39086"/>
                  <a:pt x="442870" y="42514"/>
                </a:cubicBezTo>
                <a:cubicBezTo>
                  <a:pt x="442870" y="49737"/>
                  <a:pt x="443926" y="56838"/>
                  <a:pt x="446037" y="63817"/>
                </a:cubicBezTo>
                <a:cubicBezTo>
                  <a:pt x="448149" y="70795"/>
                  <a:pt x="451133" y="77437"/>
                  <a:pt x="454989" y="83742"/>
                </a:cubicBezTo>
                <a:lnTo>
                  <a:pt x="465823" y="83742"/>
                </a:lnTo>
                <a:cubicBezTo>
                  <a:pt x="462333" y="77070"/>
                  <a:pt x="459808" y="70214"/>
                  <a:pt x="458248" y="63175"/>
                </a:cubicBezTo>
                <a:cubicBezTo>
                  <a:pt x="456687" y="56135"/>
                  <a:pt x="455907" y="48942"/>
                  <a:pt x="455907" y="41595"/>
                </a:cubicBezTo>
                <a:cubicBezTo>
                  <a:pt x="455907" y="34372"/>
                  <a:pt x="456703" y="27256"/>
                  <a:pt x="458294" y="20248"/>
                </a:cubicBezTo>
                <a:cubicBezTo>
                  <a:pt x="459885" y="13238"/>
                  <a:pt x="462425" y="6489"/>
                  <a:pt x="465914" y="0"/>
                </a:cubicBezTo>
                <a:close/>
                <a:moveTo>
                  <a:pt x="482716" y="42202"/>
                </a:moveTo>
                <a:lnTo>
                  <a:pt x="465639" y="67155"/>
                </a:lnTo>
                <a:lnTo>
                  <a:pt x="480236" y="67155"/>
                </a:lnTo>
                <a:lnTo>
                  <a:pt x="490152" y="52202"/>
                </a:lnTo>
                <a:lnTo>
                  <a:pt x="500068" y="67155"/>
                </a:lnTo>
                <a:lnTo>
                  <a:pt x="514942" y="67155"/>
                </a:lnTo>
                <a:lnTo>
                  <a:pt x="497405" y="41926"/>
                </a:lnTo>
                <a:lnTo>
                  <a:pt x="513014" y="19725"/>
                </a:lnTo>
                <a:lnTo>
                  <a:pt x="498599" y="19725"/>
                </a:lnTo>
                <a:lnTo>
                  <a:pt x="490336" y="32111"/>
                </a:lnTo>
                <a:lnTo>
                  <a:pt x="481981" y="19725"/>
                </a:lnTo>
                <a:lnTo>
                  <a:pt x="467108" y="19725"/>
                </a:lnTo>
                <a:lnTo>
                  <a:pt x="482716" y="42202"/>
                </a:lnTo>
                <a:close/>
                <a:moveTo>
                  <a:pt x="514054" y="83742"/>
                </a:moveTo>
                <a:lnTo>
                  <a:pt x="524887" y="83742"/>
                </a:lnTo>
                <a:cubicBezTo>
                  <a:pt x="526908" y="80865"/>
                  <a:pt x="528683" y="77681"/>
                  <a:pt x="530212" y="74192"/>
                </a:cubicBezTo>
                <a:cubicBezTo>
                  <a:pt x="531743" y="70703"/>
                  <a:pt x="533013" y="67107"/>
                  <a:pt x="534023" y="63403"/>
                </a:cubicBezTo>
                <a:cubicBezTo>
                  <a:pt x="535033" y="59700"/>
                  <a:pt x="535782" y="55966"/>
                  <a:pt x="536271" y="52202"/>
                </a:cubicBezTo>
                <a:cubicBezTo>
                  <a:pt x="536762" y="48437"/>
                  <a:pt x="537007" y="44840"/>
                  <a:pt x="537007" y="41412"/>
                </a:cubicBezTo>
                <a:cubicBezTo>
                  <a:pt x="537007" y="34188"/>
                  <a:pt x="535951" y="27057"/>
                  <a:pt x="533839" y="20018"/>
                </a:cubicBezTo>
                <a:cubicBezTo>
                  <a:pt x="531728" y="12978"/>
                  <a:pt x="528744" y="6305"/>
                  <a:pt x="524887" y="0"/>
                </a:cubicBezTo>
                <a:lnTo>
                  <a:pt x="514145" y="0"/>
                </a:lnTo>
                <a:cubicBezTo>
                  <a:pt x="517512" y="6672"/>
                  <a:pt x="519991" y="13559"/>
                  <a:pt x="521583" y="20660"/>
                </a:cubicBezTo>
                <a:cubicBezTo>
                  <a:pt x="523174" y="27760"/>
                  <a:pt x="523970" y="34984"/>
                  <a:pt x="523970" y="42331"/>
                </a:cubicBezTo>
                <a:cubicBezTo>
                  <a:pt x="523970" y="49554"/>
                  <a:pt x="523159" y="56639"/>
                  <a:pt x="521536" y="63587"/>
                </a:cubicBezTo>
                <a:cubicBezTo>
                  <a:pt x="519914" y="70535"/>
                  <a:pt x="517420" y="77253"/>
                  <a:pt x="514054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y=mx.arcsin(y)">
            <a:extLst xmlns:a="http://schemas.openxmlformats.org/drawingml/2006/main">
              <a:ext uri="{FF2B5EF4-FFF2-40B4-BE49-F238E27FC236}">
                <a16:creationId xmlns:a16="http://schemas.microsoft.com/office/drawing/2014/main" id="{83B24E79-DB28-452C-91FB-25E7823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163" y="6047495"/>
            <a:ext cx="677019" cy="83742"/>
          </a:xfrm>
          <a:custGeom xmlns:a="http://schemas.openxmlformats.org/drawingml/2006/main">
            <a:pathLst>
              <a:path w="677019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58804" y="19687"/>
                </a:moveTo>
                <a:lnTo>
                  <a:pt x="158804" y="67155"/>
                </a:lnTo>
                <a:lnTo>
                  <a:pt x="171841" y="67155"/>
                </a:lnTo>
                <a:lnTo>
                  <a:pt x="171841" y="39616"/>
                </a:lnTo>
                <a:cubicBezTo>
                  <a:pt x="171841" y="37290"/>
                  <a:pt x="172178" y="35408"/>
                  <a:pt x="172851" y="33970"/>
                </a:cubicBezTo>
                <a:cubicBezTo>
                  <a:pt x="173524" y="32532"/>
                  <a:pt x="174336" y="31430"/>
                  <a:pt x="175284" y="30665"/>
                </a:cubicBezTo>
                <a:cubicBezTo>
                  <a:pt x="176233" y="29900"/>
                  <a:pt x="177213" y="29380"/>
                  <a:pt x="178222" y="29104"/>
                </a:cubicBezTo>
                <a:cubicBezTo>
                  <a:pt x="179232" y="28829"/>
                  <a:pt x="180043" y="28691"/>
                  <a:pt x="180656" y="28691"/>
                </a:cubicBezTo>
                <a:cubicBezTo>
                  <a:pt x="182736" y="28691"/>
                  <a:pt x="184312" y="29043"/>
                  <a:pt x="185384" y="29747"/>
                </a:cubicBezTo>
                <a:cubicBezTo>
                  <a:pt x="186455" y="30451"/>
                  <a:pt x="187220" y="31384"/>
                  <a:pt x="187678" y="32546"/>
                </a:cubicBezTo>
                <a:cubicBezTo>
                  <a:pt x="188138" y="33709"/>
                  <a:pt x="188398" y="34979"/>
                  <a:pt x="188459" y="36357"/>
                </a:cubicBezTo>
                <a:cubicBezTo>
                  <a:pt x="188520" y="37734"/>
                  <a:pt x="188551" y="39126"/>
                  <a:pt x="188551" y="40533"/>
                </a:cubicBezTo>
                <a:lnTo>
                  <a:pt x="188551" y="67155"/>
                </a:lnTo>
                <a:lnTo>
                  <a:pt x="201588" y="67155"/>
                </a:lnTo>
                <a:lnTo>
                  <a:pt x="201588" y="40717"/>
                </a:lnTo>
                <a:cubicBezTo>
                  <a:pt x="201588" y="39248"/>
                  <a:pt x="201695" y="37794"/>
                  <a:pt x="201909" y="36357"/>
                </a:cubicBezTo>
                <a:cubicBezTo>
                  <a:pt x="202124" y="34919"/>
                  <a:pt x="202553" y="33634"/>
                  <a:pt x="203195" y="32502"/>
                </a:cubicBezTo>
                <a:cubicBezTo>
                  <a:pt x="203838" y="31369"/>
                  <a:pt x="204725" y="30451"/>
                  <a:pt x="205857" y="29747"/>
                </a:cubicBezTo>
                <a:cubicBezTo>
                  <a:pt x="206990" y="29043"/>
                  <a:pt x="208474" y="28691"/>
                  <a:pt x="210311" y="28691"/>
                </a:cubicBezTo>
                <a:cubicBezTo>
                  <a:pt x="212147" y="28691"/>
                  <a:pt x="213600" y="28997"/>
                  <a:pt x="214670" y="29610"/>
                </a:cubicBezTo>
                <a:cubicBezTo>
                  <a:pt x="215741" y="30222"/>
                  <a:pt x="216553" y="31048"/>
                  <a:pt x="217104" y="32088"/>
                </a:cubicBezTo>
                <a:cubicBezTo>
                  <a:pt x="217655" y="33128"/>
                  <a:pt x="217991" y="34352"/>
                  <a:pt x="218114" y="35760"/>
                </a:cubicBezTo>
                <a:cubicBezTo>
                  <a:pt x="218236" y="37168"/>
                  <a:pt x="218297" y="38667"/>
                  <a:pt x="218297" y="40257"/>
                </a:cubicBezTo>
                <a:lnTo>
                  <a:pt x="218297" y="67155"/>
                </a:lnTo>
                <a:lnTo>
                  <a:pt x="231336" y="67155"/>
                </a:lnTo>
                <a:lnTo>
                  <a:pt x="231336" y="35374"/>
                </a:lnTo>
                <a:cubicBezTo>
                  <a:pt x="231336" y="32312"/>
                  <a:pt x="230907" y="29694"/>
                  <a:pt x="230050" y="27520"/>
                </a:cubicBezTo>
                <a:cubicBezTo>
                  <a:pt x="229193" y="25346"/>
                  <a:pt x="228000" y="23585"/>
                  <a:pt x="226469" y="22238"/>
                </a:cubicBezTo>
                <a:cubicBezTo>
                  <a:pt x="224939" y="20891"/>
                  <a:pt x="223103" y="19911"/>
                  <a:pt x="220960" y="19299"/>
                </a:cubicBezTo>
                <a:cubicBezTo>
                  <a:pt x="218819" y="18687"/>
                  <a:pt x="216493" y="18380"/>
                  <a:pt x="213984" y="18380"/>
                </a:cubicBezTo>
                <a:cubicBezTo>
                  <a:pt x="210679" y="18380"/>
                  <a:pt x="207817" y="19178"/>
                  <a:pt x="205399" y="20774"/>
                </a:cubicBezTo>
                <a:cubicBezTo>
                  <a:pt x="202981" y="22370"/>
                  <a:pt x="201068" y="24210"/>
                  <a:pt x="199661" y="26297"/>
                </a:cubicBezTo>
                <a:cubicBezTo>
                  <a:pt x="198376" y="23351"/>
                  <a:pt x="196493" y="21296"/>
                  <a:pt x="194013" y="20130"/>
                </a:cubicBezTo>
                <a:cubicBezTo>
                  <a:pt x="191535" y="18963"/>
                  <a:pt x="188796" y="18380"/>
                  <a:pt x="185797" y="18380"/>
                </a:cubicBezTo>
                <a:cubicBezTo>
                  <a:pt x="182676" y="18380"/>
                  <a:pt x="179906" y="19055"/>
                  <a:pt x="177488" y="20406"/>
                </a:cubicBezTo>
                <a:cubicBezTo>
                  <a:pt x="175070" y="21756"/>
                  <a:pt x="173004" y="23658"/>
                  <a:pt x="171290" y="26113"/>
                </a:cubicBezTo>
                <a:lnTo>
                  <a:pt x="171107" y="26113"/>
                </a:lnTo>
                <a:lnTo>
                  <a:pt x="171107" y="19687"/>
                </a:lnTo>
                <a:lnTo>
                  <a:pt x="158804" y="19687"/>
                </a:lnTo>
                <a:close/>
                <a:moveTo>
                  <a:pt x="253952" y="42202"/>
                </a:moveTo>
                <a:lnTo>
                  <a:pt x="236875" y="67155"/>
                </a:lnTo>
                <a:lnTo>
                  <a:pt x="251472" y="67155"/>
                </a:lnTo>
                <a:lnTo>
                  <a:pt x="261388" y="52202"/>
                </a:lnTo>
                <a:lnTo>
                  <a:pt x="271304" y="67155"/>
                </a:lnTo>
                <a:lnTo>
                  <a:pt x="286178" y="67155"/>
                </a:lnTo>
                <a:lnTo>
                  <a:pt x="268641" y="41926"/>
                </a:lnTo>
                <a:lnTo>
                  <a:pt x="284250" y="19725"/>
                </a:lnTo>
                <a:lnTo>
                  <a:pt x="269834" y="19725"/>
                </a:lnTo>
                <a:lnTo>
                  <a:pt x="261572" y="32111"/>
                </a:lnTo>
                <a:lnTo>
                  <a:pt x="253217" y="19725"/>
                </a:lnTo>
                <a:lnTo>
                  <a:pt x="238344" y="19725"/>
                </a:lnTo>
                <a:lnTo>
                  <a:pt x="253952" y="42202"/>
                </a:lnTo>
                <a:close/>
                <a:moveTo>
                  <a:pt x="291349" y="52989"/>
                </a:moveTo>
                <a:lnTo>
                  <a:pt x="291349" y="67155"/>
                </a:lnTo>
                <a:lnTo>
                  <a:pt x="305763" y="67155"/>
                </a:lnTo>
                <a:lnTo>
                  <a:pt x="305763" y="52989"/>
                </a:lnTo>
                <a:lnTo>
                  <a:pt x="291349" y="52989"/>
                </a:lnTo>
                <a:close/>
                <a:moveTo>
                  <a:pt x="315497" y="34286"/>
                </a:moveTo>
                <a:cubicBezTo>
                  <a:pt x="315680" y="31226"/>
                  <a:pt x="316445" y="28686"/>
                  <a:pt x="317792" y="26667"/>
                </a:cubicBezTo>
                <a:cubicBezTo>
                  <a:pt x="319139" y="24647"/>
                  <a:pt x="320852" y="23024"/>
                  <a:pt x="322933" y="21800"/>
                </a:cubicBezTo>
                <a:cubicBezTo>
                  <a:pt x="325014" y="20575"/>
                  <a:pt x="327355" y="19703"/>
                  <a:pt x="329956" y="19183"/>
                </a:cubicBezTo>
                <a:cubicBezTo>
                  <a:pt x="332558" y="18663"/>
                  <a:pt x="335175" y="18403"/>
                  <a:pt x="337807" y="18403"/>
                </a:cubicBezTo>
                <a:cubicBezTo>
                  <a:pt x="340194" y="18403"/>
                  <a:pt x="342612" y="18571"/>
                  <a:pt x="345060" y="18908"/>
                </a:cubicBezTo>
                <a:cubicBezTo>
                  <a:pt x="347508" y="19245"/>
                  <a:pt x="349742" y="19903"/>
                  <a:pt x="351762" y="20882"/>
                </a:cubicBezTo>
                <a:cubicBezTo>
                  <a:pt x="353782" y="21861"/>
                  <a:pt x="355434" y="23223"/>
                  <a:pt x="356720" y="24967"/>
                </a:cubicBezTo>
                <a:cubicBezTo>
                  <a:pt x="358006" y="26712"/>
                  <a:pt x="358649" y="29023"/>
                  <a:pt x="358649" y="31899"/>
                </a:cubicBezTo>
                <a:lnTo>
                  <a:pt x="358649" y="56596"/>
                </a:lnTo>
                <a:cubicBezTo>
                  <a:pt x="358649" y="58739"/>
                  <a:pt x="358771" y="60789"/>
                  <a:pt x="359016" y="62748"/>
                </a:cubicBezTo>
                <a:cubicBezTo>
                  <a:pt x="359260" y="64706"/>
                  <a:pt x="359689" y="66175"/>
                  <a:pt x="360300" y="67155"/>
                </a:cubicBezTo>
                <a:lnTo>
                  <a:pt x="347080" y="67155"/>
                </a:lnTo>
                <a:cubicBezTo>
                  <a:pt x="346835" y="66421"/>
                  <a:pt x="346636" y="65671"/>
                  <a:pt x="346483" y="64907"/>
                </a:cubicBezTo>
                <a:cubicBezTo>
                  <a:pt x="346330" y="64141"/>
                  <a:pt x="346223" y="63360"/>
                  <a:pt x="346162" y="62564"/>
                </a:cubicBezTo>
                <a:cubicBezTo>
                  <a:pt x="344081" y="64707"/>
                  <a:pt x="341633" y="66207"/>
                  <a:pt x="338817" y="67064"/>
                </a:cubicBezTo>
                <a:cubicBezTo>
                  <a:pt x="336001" y="67920"/>
                  <a:pt x="333124" y="68349"/>
                  <a:pt x="330186" y="68349"/>
                </a:cubicBezTo>
                <a:cubicBezTo>
                  <a:pt x="327922" y="68349"/>
                  <a:pt x="325810" y="68073"/>
                  <a:pt x="323851" y="67522"/>
                </a:cubicBezTo>
                <a:cubicBezTo>
                  <a:pt x="321892" y="66971"/>
                  <a:pt x="320179" y="66114"/>
                  <a:pt x="318709" y="64951"/>
                </a:cubicBezTo>
                <a:cubicBezTo>
                  <a:pt x="317241" y="63789"/>
                  <a:pt x="316094" y="62320"/>
                  <a:pt x="315267" y="60545"/>
                </a:cubicBezTo>
                <a:cubicBezTo>
                  <a:pt x="314441" y="58770"/>
                  <a:pt x="314028" y="56658"/>
                  <a:pt x="314028" y="54209"/>
                </a:cubicBezTo>
                <a:cubicBezTo>
                  <a:pt x="314028" y="51516"/>
                  <a:pt x="314502" y="49298"/>
                  <a:pt x="315451" y="47553"/>
                </a:cubicBezTo>
                <a:cubicBezTo>
                  <a:pt x="316400" y="45809"/>
                  <a:pt x="317624" y="44416"/>
                  <a:pt x="319123" y="43376"/>
                </a:cubicBezTo>
                <a:cubicBezTo>
                  <a:pt x="320623" y="42335"/>
                  <a:pt x="322336" y="41555"/>
                  <a:pt x="324264" y="41035"/>
                </a:cubicBezTo>
                <a:cubicBezTo>
                  <a:pt x="326193" y="40514"/>
                  <a:pt x="328136" y="40102"/>
                  <a:pt x="330095" y="39796"/>
                </a:cubicBezTo>
                <a:cubicBezTo>
                  <a:pt x="332053" y="39490"/>
                  <a:pt x="333981" y="39245"/>
                  <a:pt x="335878" y="39061"/>
                </a:cubicBezTo>
                <a:cubicBezTo>
                  <a:pt x="337776" y="38877"/>
                  <a:pt x="339459" y="38601"/>
                  <a:pt x="340928" y="38234"/>
                </a:cubicBezTo>
                <a:cubicBezTo>
                  <a:pt x="342397" y="37867"/>
                  <a:pt x="343560" y="37332"/>
                  <a:pt x="344417" y="36629"/>
                </a:cubicBezTo>
                <a:cubicBezTo>
                  <a:pt x="345274" y="35925"/>
                  <a:pt x="345672" y="34899"/>
                  <a:pt x="345612" y="33552"/>
                </a:cubicBezTo>
                <a:cubicBezTo>
                  <a:pt x="345612" y="32144"/>
                  <a:pt x="345382" y="31027"/>
                  <a:pt x="344922" y="30201"/>
                </a:cubicBezTo>
                <a:cubicBezTo>
                  <a:pt x="344463" y="29375"/>
                  <a:pt x="343851" y="28732"/>
                  <a:pt x="343086" y="28274"/>
                </a:cubicBezTo>
                <a:cubicBezTo>
                  <a:pt x="342321" y="27814"/>
                  <a:pt x="341433" y="27508"/>
                  <a:pt x="340422" y="27355"/>
                </a:cubicBezTo>
                <a:cubicBezTo>
                  <a:pt x="339413" y="27201"/>
                  <a:pt x="338327" y="27125"/>
                  <a:pt x="337164" y="27125"/>
                </a:cubicBezTo>
                <a:cubicBezTo>
                  <a:pt x="334594" y="27125"/>
                  <a:pt x="332574" y="27676"/>
                  <a:pt x="331105" y="28778"/>
                </a:cubicBezTo>
                <a:cubicBezTo>
                  <a:pt x="329636" y="29880"/>
                  <a:pt x="328779" y="31716"/>
                  <a:pt x="328534" y="34286"/>
                </a:cubicBezTo>
                <a:lnTo>
                  <a:pt x="315497" y="34286"/>
                </a:lnTo>
                <a:moveTo>
                  <a:pt x="345612" y="43926"/>
                </a:moveTo>
                <a:cubicBezTo>
                  <a:pt x="345060" y="44417"/>
                  <a:pt x="344372" y="44799"/>
                  <a:pt x="343545" y="45075"/>
                </a:cubicBezTo>
                <a:cubicBezTo>
                  <a:pt x="342719" y="45350"/>
                  <a:pt x="341831" y="45580"/>
                  <a:pt x="340882" y="45764"/>
                </a:cubicBezTo>
                <a:cubicBezTo>
                  <a:pt x="339934" y="45947"/>
                  <a:pt x="338939" y="46100"/>
                  <a:pt x="337898" y="46222"/>
                </a:cubicBezTo>
                <a:cubicBezTo>
                  <a:pt x="336858" y="46345"/>
                  <a:pt x="335817" y="46497"/>
                  <a:pt x="334777" y="46680"/>
                </a:cubicBezTo>
                <a:cubicBezTo>
                  <a:pt x="333798" y="46864"/>
                  <a:pt x="332834" y="47110"/>
                  <a:pt x="331885" y="47416"/>
                </a:cubicBezTo>
                <a:cubicBezTo>
                  <a:pt x="330936" y="47721"/>
                  <a:pt x="330110" y="48135"/>
                  <a:pt x="329406" y="48656"/>
                </a:cubicBezTo>
                <a:cubicBezTo>
                  <a:pt x="328702" y="49176"/>
                  <a:pt x="328136" y="49834"/>
                  <a:pt x="327708" y="50630"/>
                </a:cubicBezTo>
                <a:cubicBezTo>
                  <a:pt x="327279" y="51424"/>
                  <a:pt x="327065" y="52434"/>
                  <a:pt x="327065" y="53658"/>
                </a:cubicBezTo>
                <a:cubicBezTo>
                  <a:pt x="327065" y="54821"/>
                  <a:pt x="327279" y="55801"/>
                  <a:pt x="327708" y="56596"/>
                </a:cubicBezTo>
                <a:cubicBezTo>
                  <a:pt x="328136" y="57392"/>
                  <a:pt x="328718" y="58020"/>
                  <a:pt x="329452" y="58479"/>
                </a:cubicBezTo>
                <a:cubicBezTo>
                  <a:pt x="330187" y="58938"/>
                  <a:pt x="331044" y="59259"/>
                  <a:pt x="332022" y="59443"/>
                </a:cubicBezTo>
                <a:cubicBezTo>
                  <a:pt x="333002" y="59627"/>
                  <a:pt x="334012" y="59719"/>
                  <a:pt x="335053" y="59719"/>
                </a:cubicBezTo>
                <a:cubicBezTo>
                  <a:pt x="337623" y="59719"/>
                  <a:pt x="339612" y="59291"/>
                  <a:pt x="341019" y="58434"/>
                </a:cubicBezTo>
                <a:cubicBezTo>
                  <a:pt x="342428" y="57577"/>
                  <a:pt x="343469" y="56551"/>
                  <a:pt x="344142" y="55358"/>
                </a:cubicBezTo>
                <a:cubicBezTo>
                  <a:pt x="344815" y="54164"/>
                  <a:pt x="345229" y="52955"/>
                  <a:pt x="345382" y="51731"/>
                </a:cubicBezTo>
                <a:cubicBezTo>
                  <a:pt x="345535" y="50506"/>
                  <a:pt x="345612" y="49527"/>
                  <a:pt x="345612" y="48793"/>
                </a:cubicBezTo>
                <a:lnTo>
                  <a:pt x="345612" y="43926"/>
                </a:lnTo>
                <a:close/>
                <a:moveTo>
                  <a:pt x="368839" y="19654"/>
                </a:moveTo>
                <a:lnTo>
                  <a:pt x="368839" y="67155"/>
                </a:lnTo>
                <a:lnTo>
                  <a:pt x="381876" y="67155"/>
                </a:lnTo>
                <a:lnTo>
                  <a:pt x="381876" y="45740"/>
                </a:lnTo>
                <a:cubicBezTo>
                  <a:pt x="381876" y="43596"/>
                  <a:pt x="382090" y="41605"/>
                  <a:pt x="382519" y="39767"/>
                </a:cubicBezTo>
                <a:cubicBezTo>
                  <a:pt x="382947" y="37929"/>
                  <a:pt x="383666" y="36321"/>
                  <a:pt x="384676" y="34942"/>
                </a:cubicBezTo>
                <a:cubicBezTo>
                  <a:pt x="385686" y="33564"/>
                  <a:pt x="387017" y="32476"/>
                  <a:pt x="388669" y="31679"/>
                </a:cubicBezTo>
                <a:cubicBezTo>
                  <a:pt x="390322" y="30883"/>
                  <a:pt x="392342" y="30484"/>
                  <a:pt x="394729" y="30484"/>
                </a:cubicBezTo>
                <a:cubicBezTo>
                  <a:pt x="395525" y="30484"/>
                  <a:pt x="396351" y="30531"/>
                  <a:pt x="397207" y="30623"/>
                </a:cubicBezTo>
                <a:cubicBezTo>
                  <a:pt x="398065" y="30714"/>
                  <a:pt x="398799" y="30821"/>
                  <a:pt x="399411" y="30944"/>
                </a:cubicBezTo>
                <a:lnTo>
                  <a:pt x="399411" y="18838"/>
                </a:lnTo>
                <a:cubicBezTo>
                  <a:pt x="398371" y="18533"/>
                  <a:pt x="397422" y="18380"/>
                  <a:pt x="396566" y="18380"/>
                </a:cubicBezTo>
                <a:cubicBezTo>
                  <a:pt x="394913" y="18380"/>
                  <a:pt x="393321" y="18625"/>
                  <a:pt x="391791" y="19114"/>
                </a:cubicBezTo>
                <a:cubicBezTo>
                  <a:pt x="390262" y="19603"/>
                  <a:pt x="388823" y="20290"/>
                  <a:pt x="387477" y="21176"/>
                </a:cubicBezTo>
                <a:cubicBezTo>
                  <a:pt x="386130" y="22063"/>
                  <a:pt x="384936" y="23133"/>
                  <a:pt x="383896" y="24386"/>
                </a:cubicBezTo>
                <a:cubicBezTo>
                  <a:pt x="382855" y="25639"/>
                  <a:pt x="382029" y="27000"/>
                  <a:pt x="381416" y="28467"/>
                </a:cubicBezTo>
                <a:lnTo>
                  <a:pt x="381233" y="28467"/>
                </a:lnTo>
                <a:lnTo>
                  <a:pt x="381233" y="19654"/>
                </a:lnTo>
                <a:lnTo>
                  <a:pt x="368839" y="19654"/>
                </a:lnTo>
                <a:close/>
                <a:moveTo>
                  <a:pt x="437117" y="36402"/>
                </a:moveTo>
                <a:lnTo>
                  <a:pt x="449878" y="36402"/>
                </a:lnTo>
                <a:cubicBezTo>
                  <a:pt x="449695" y="33337"/>
                  <a:pt x="448960" y="30686"/>
                  <a:pt x="447674" y="28449"/>
                </a:cubicBezTo>
                <a:cubicBezTo>
                  <a:pt x="446389" y="26211"/>
                  <a:pt x="444721" y="24341"/>
                  <a:pt x="442670" y="22839"/>
                </a:cubicBezTo>
                <a:cubicBezTo>
                  <a:pt x="440620" y="21338"/>
                  <a:pt x="438294" y="20219"/>
                  <a:pt x="435693" y="19484"/>
                </a:cubicBezTo>
                <a:cubicBezTo>
                  <a:pt x="433092" y="18748"/>
                  <a:pt x="430384" y="18380"/>
                  <a:pt x="427568" y="18380"/>
                </a:cubicBezTo>
                <a:cubicBezTo>
                  <a:pt x="423712" y="18380"/>
                  <a:pt x="420283" y="19024"/>
                  <a:pt x="417284" y="20312"/>
                </a:cubicBezTo>
                <a:cubicBezTo>
                  <a:pt x="414285" y="21599"/>
                  <a:pt x="411745" y="23392"/>
                  <a:pt x="409664" y="25692"/>
                </a:cubicBezTo>
                <a:cubicBezTo>
                  <a:pt x="407583" y="27991"/>
                  <a:pt x="406007" y="30720"/>
                  <a:pt x="404936" y="33877"/>
                </a:cubicBezTo>
                <a:cubicBezTo>
                  <a:pt x="403865" y="37034"/>
                  <a:pt x="403329" y="40452"/>
                  <a:pt x="403329" y="44131"/>
                </a:cubicBezTo>
                <a:cubicBezTo>
                  <a:pt x="403329" y="47687"/>
                  <a:pt x="403910" y="50952"/>
                  <a:pt x="405073" y="53926"/>
                </a:cubicBezTo>
                <a:cubicBezTo>
                  <a:pt x="406236" y="56899"/>
                  <a:pt x="407858" y="59458"/>
                  <a:pt x="409938" y="61605"/>
                </a:cubicBezTo>
                <a:cubicBezTo>
                  <a:pt x="412020" y="63751"/>
                  <a:pt x="414545" y="65422"/>
                  <a:pt x="417513" y="66617"/>
                </a:cubicBezTo>
                <a:cubicBezTo>
                  <a:pt x="420482" y="67813"/>
                  <a:pt x="423742" y="68410"/>
                  <a:pt x="427292" y="68410"/>
                </a:cubicBezTo>
                <a:cubicBezTo>
                  <a:pt x="433596" y="68410"/>
                  <a:pt x="438768" y="66751"/>
                  <a:pt x="442807" y="63433"/>
                </a:cubicBezTo>
                <a:cubicBezTo>
                  <a:pt x="446847" y="60114"/>
                  <a:pt x="449296" y="55302"/>
                  <a:pt x="450154" y="48998"/>
                </a:cubicBezTo>
                <a:lnTo>
                  <a:pt x="437575" y="48998"/>
                </a:lnTo>
                <a:cubicBezTo>
                  <a:pt x="437147" y="51936"/>
                  <a:pt x="436091" y="54277"/>
                  <a:pt x="434407" y="56022"/>
                </a:cubicBezTo>
                <a:cubicBezTo>
                  <a:pt x="432724" y="57766"/>
                  <a:pt x="430322" y="58637"/>
                  <a:pt x="427201" y="58637"/>
                </a:cubicBezTo>
                <a:cubicBezTo>
                  <a:pt x="425181" y="58637"/>
                  <a:pt x="423466" y="58178"/>
                  <a:pt x="422058" y="57260"/>
                </a:cubicBezTo>
                <a:cubicBezTo>
                  <a:pt x="420650" y="56342"/>
                  <a:pt x="419533" y="55164"/>
                  <a:pt x="418707" y="53726"/>
                </a:cubicBezTo>
                <a:cubicBezTo>
                  <a:pt x="417881" y="52287"/>
                  <a:pt x="417285" y="50679"/>
                  <a:pt x="416917" y="48904"/>
                </a:cubicBezTo>
                <a:cubicBezTo>
                  <a:pt x="416549" y="47128"/>
                  <a:pt x="416366" y="45384"/>
                  <a:pt x="416366" y="43670"/>
                </a:cubicBezTo>
                <a:cubicBezTo>
                  <a:pt x="416366" y="41894"/>
                  <a:pt x="416549" y="40104"/>
                  <a:pt x="416917" y="38299"/>
                </a:cubicBezTo>
                <a:cubicBezTo>
                  <a:pt x="417285" y="36492"/>
                  <a:pt x="417912" y="34839"/>
                  <a:pt x="418799" y="33339"/>
                </a:cubicBezTo>
                <a:cubicBezTo>
                  <a:pt x="419687" y="31839"/>
                  <a:pt x="420834" y="30615"/>
                  <a:pt x="422241" y="29666"/>
                </a:cubicBezTo>
                <a:cubicBezTo>
                  <a:pt x="423650" y="28717"/>
                  <a:pt x="425394" y="28243"/>
                  <a:pt x="427475" y="28243"/>
                </a:cubicBezTo>
                <a:cubicBezTo>
                  <a:pt x="433045" y="28243"/>
                  <a:pt x="436259" y="30962"/>
                  <a:pt x="437117" y="36402"/>
                </a:cubicBezTo>
                <a:close/>
                <a:moveTo>
                  <a:pt x="467689" y="51734"/>
                </a:moveTo>
                <a:lnTo>
                  <a:pt x="455295" y="51734"/>
                </a:lnTo>
                <a:cubicBezTo>
                  <a:pt x="455417" y="54911"/>
                  <a:pt x="456136" y="57554"/>
                  <a:pt x="457452" y="59661"/>
                </a:cubicBezTo>
                <a:cubicBezTo>
                  <a:pt x="458768" y="61768"/>
                  <a:pt x="460451" y="63464"/>
                  <a:pt x="462501" y="64747"/>
                </a:cubicBezTo>
                <a:cubicBezTo>
                  <a:pt x="464552" y="66030"/>
                  <a:pt x="466894" y="66946"/>
                  <a:pt x="469526" y="67495"/>
                </a:cubicBezTo>
                <a:cubicBezTo>
                  <a:pt x="472157" y="68046"/>
                  <a:pt x="474851" y="68321"/>
                  <a:pt x="477605" y="68321"/>
                </a:cubicBezTo>
                <a:cubicBezTo>
                  <a:pt x="480297" y="68321"/>
                  <a:pt x="482944" y="68060"/>
                  <a:pt x="485545" y="67539"/>
                </a:cubicBezTo>
                <a:cubicBezTo>
                  <a:pt x="488147" y="67019"/>
                  <a:pt x="490458" y="66116"/>
                  <a:pt x="492477" y="64830"/>
                </a:cubicBezTo>
                <a:cubicBezTo>
                  <a:pt x="494497" y="63543"/>
                  <a:pt x="496134" y="61844"/>
                  <a:pt x="497389" y="59732"/>
                </a:cubicBezTo>
                <a:cubicBezTo>
                  <a:pt x="498644" y="57619"/>
                  <a:pt x="499272" y="55001"/>
                  <a:pt x="499272" y="51878"/>
                </a:cubicBezTo>
                <a:cubicBezTo>
                  <a:pt x="499272" y="49674"/>
                  <a:pt x="498843" y="47822"/>
                  <a:pt x="497986" y="46322"/>
                </a:cubicBezTo>
                <a:cubicBezTo>
                  <a:pt x="497129" y="44821"/>
                  <a:pt x="495997" y="43565"/>
                  <a:pt x="494588" y="42555"/>
                </a:cubicBezTo>
                <a:cubicBezTo>
                  <a:pt x="493181" y="41544"/>
                  <a:pt x="491574" y="40733"/>
                  <a:pt x="489769" y="40121"/>
                </a:cubicBezTo>
                <a:cubicBezTo>
                  <a:pt x="487964" y="39509"/>
                  <a:pt x="486112" y="38988"/>
                  <a:pt x="484214" y="38559"/>
                </a:cubicBezTo>
                <a:cubicBezTo>
                  <a:pt x="482378" y="38131"/>
                  <a:pt x="480572" y="37733"/>
                  <a:pt x="478797" y="37366"/>
                </a:cubicBezTo>
                <a:cubicBezTo>
                  <a:pt x="477022" y="36998"/>
                  <a:pt x="475446" y="36584"/>
                  <a:pt x="474069" y="36126"/>
                </a:cubicBezTo>
                <a:cubicBezTo>
                  <a:pt x="472692" y="35666"/>
                  <a:pt x="471575" y="35069"/>
                  <a:pt x="470718" y="34334"/>
                </a:cubicBezTo>
                <a:cubicBezTo>
                  <a:pt x="469861" y="33599"/>
                  <a:pt x="469433" y="32650"/>
                  <a:pt x="469433" y="31486"/>
                </a:cubicBezTo>
                <a:cubicBezTo>
                  <a:pt x="469433" y="30506"/>
                  <a:pt x="469678" y="29725"/>
                  <a:pt x="470167" y="29144"/>
                </a:cubicBezTo>
                <a:cubicBezTo>
                  <a:pt x="470658" y="28562"/>
                  <a:pt x="471254" y="28118"/>
                  <a:pt x="471958" y="27813"/>
                </a:cubicBezTo>
                <a:cubicBezTo>
                  <a:pt x="472662" y="27506"/>
                  <a:pt x="473442" y="27307"/>
                  <a:pt x="474299" y="27216"/>
                </a:cubicBezTo>
                <a:cubicBezTo>
                  <a:pt x="475156" y="27123"/>
                  <a:pt x="475952" y="27077"/>
                  <a:pt x="476686" y="27077"/>
                </a:cubicBezTo>
                <a:cubicBezTo>
                  <a:pt x="479011" y="27077"/>
                  <a:pt x="481031" y="27523"/>
                  <a:pt x="482745" y="28415"/>
                </a:cubicBezTo>
                <a:cubicBezTo>
                  <a:pt x="484459" y="29306"/>
                  <a:pt x="485407" y="31012"/>
                  <a:pt x="485591" y="33533"/>
                </a:cubicBezTo>
                <a:lnTo>
                  <a:pt x="497987" y="33533"/>
                </a:lnTo>
                <a:cubicBezTo>
                  <a:pt x="497742" y="30594"/>
                  <a:pt x="496992" y="28161"/>
                  <a:pt x="495737" y="26232"/>
                </a:cubicBezTo>
                <a:cubicBezTo>
                  <a:pt x="494483" y="24304"/>
                  <a:pt x="492907" y="22758"/>
                  <a:pt x="491009" y="21595"/>
                </a:cubicBezTo>
                <a:cubicBezTo>
                  <a:pt x="489112" y="20432"/>
                  <a:pt x="486955" y="19605"/>
                  <a:pt x="484537" y="19116"/>
                </a:cubicBezTo>
                <a:cubicBezTo>
                  <a:pt x="482119" y="18625"/>
                  <a:pt x="479624" y="18380"/>
                  <a:pt x="477054" y="18380"/>
                </a:cubicBezTo>
                <a:cubicBezTo>
                  <a:pt x="474483" y="18380"/>
                  <a:pt x="471973" y="18610"/>
                  <a:pt x="469524" y="19069"/>
                </a:cubicBezTo>
                <a:cubicBezTo>
                  <a:pt x="467076" y="19528"/>
                  <a:pt x="464873" y="20324"/>
                  <a:pt x="462915" y="21457"/>
                </a:cubicBezTo>
                <a:cubicBezTo>
                  <a:pt x="460956" y="22590"/>
                  <a:pt x="459380" y="24136"/>
                  <a:pt x="458186" y="26095"/>
                </a:cubicBezTo>
                <a:cubicBezTo>
                  <a:pt x="456993" y="28055"/>
                  <a:pt x="456396" y="30566"/>
                  <a:pt x="456396" y="33628"/>
                </a:cubicBezTo>
                <a:cubicBezTo>
                  <a:pt x="456396" y="35710"/>
                  <a:pt x="456824" y="37470"/>
                  <a:pt x="457681" y="38909"/>
                </a:cubicBezTo>
                <a:cubicBezTo>
                  <a:pt x="458538" y="40348"/>
                  <a:pt x="459670" y="41542"/>
                  <a:pt x="461078" y="42492"/>
                </a:cubicBezTo>
                <a:cubicBezTo>
                  <a:pt x="462486" y="43441"/>
                  <a:pt x="464093" y="44206"/>
                  <a:pt x="465899" y="44788"/>
                </a:cubicBezTo>
                <a:cubicBezTo>
                  <a:pt x="467704" y="45370"/>
                  <a:pt x="469555" y="45875"/>
                  <a:pt x="471453" y="46304"/>
                </a:cubicBezTo>
                <a:cubicBezTo>
                  <a:pt x="476104" y="47283"/>
                  <a:pt x="479730" y="48263"/>
                  <a:pt x="482331" y="49243"/>
                </a:cubicBezTo>
                <a:cubicBezTo>
                  <a:pt x="484933" y="50222"/>
                  <a:pt x="486234" y="51692"/>
                  <a:pt x="486234" y="53651"/>
                </a:cubicBezTo>
                <a:cubicBezTo>
                  <a:pt x="486234" y="54814"/>
                  <a:pt x="485959" y="55779"/>
                  <a:pt x="485408" y="56544"/>
                </a:cubicBezTo>
                <a:cubicBezTo>
                  <a:pt x="484857" y="57310"/>
                  <a:pt x="484168" y="57923"/>
                  <a:pt x="483342" y="58382"/>
                </a:cubicBezTo>
                <a:cubicBezTo>
                  <a:pt x="482516" y="58841"/>
                  <a:pt x="481598" y="59178"/>
                  <a:pt x="480587" y="59393"/>
                </a:cubicBezTo>
                <a:cubicBezTo>
                  <a:pt x="479578" y="59606"/>
                  <a:pt x="478614" y="59713"/>
                  <a:pt x="477696" y="59713"/>
                </a:cubicBezTo>
                <a:cubicBezTo>
                  <a:pt x="476411" y="59713"/>
                  <a:pt x="475171" y="59561"/>
                  <a:pt x="473978" y="59255"/>
                </a:cubicBezTo>
                <a:cubicBezTo>
                  <a:pt x="472784" y="58949"/>
                  <a:pt x="471728" y="58475"/>
                  <a:pt x="470810" y="57833"/>
                </a:cubicBezTo>
                <a:cubicBezTo>
                  <a:pt x="469892" y="57191"/>
                  <a:pt x="469142" y="56365"/>
                  <a:pt x="468560" y="55356"/>
                </a:cubicBezTo>
                <a:cubicBezTo>
                  <a:pt x="467979" y="54348"/>
                  <a:pt x="467689" y="53140"/>
                  <a:pt x="467689" y="51734"/>
                </a:cubicBezTo>
                <a:close/>
                <a:moveTo>
                  <a:pt x="519960" y="12373"/>
                </a:moveTo>
                <a:lnTo>
                  <a:pt x="519960" y="1614"/>
                </a:lnTo>
                <a:lnTo>
                  <a:pt x="506923" y="1614"/>
                </a:lnTo>
                <a:lnTo>
                  <a:pt x="506923" y="12373"/>
                </a:lnTo>
                <a:lnTo>
                  <a:pt x="519960" y="12373"/>
                </a:lnTo>
                <a:moveTo>
                  <a:pt x="506923" y="19689"/>
                </a:moveTo>
                <a:lnTo>
                  <a:pt x="506923" y="67155"/>
                </a:lnTo>
                <a:lnTo>
                  <a:pt x="519960" y="67155"/>
                </a:lnTo>
                <a:lnTo>
                  <a:pt x="519960" y="19689"/>
                </a:lnTo>
                <a:lnTo>
                  <a:pt x="506923" y="19689"/>
                </a:lnTo>
                <a:close/>
                <a:moveTo>
                  <a:pt x="530274" y="19687"/>
                </a:moveTo>
                <a:lnTo>
                  <a:pt x="530274" y="67155"/>
                </a:lnTo>
                <a:lnTo>
                  <a:pt x="543311" y="67155"/>
                </a:lnTo>
                <a:lnTo>
                  <a:pt x="543311" y="42277"/>
                </a:lnTo>
                <a:cubicBezTo>
                  <a:pt x="543311" y="37442"/>
                  <a:pt x="544107" y="33969"/>
                  <a:pt x="545698" y="31859"/>
                </a:cubicBezTo>
                <a:cubicBezTo>
                  <a:pt x="547290" y="29747"/>
                  <a:pt x="549860" y="28691"/>
                  <a:pt x="553410" y="28691"/>
                </a:cubicBezTo>
                <a:cubicBezTo>
                  <a:pt x="556532" y="28691"/>
                  <a:pt x="558705" y="29655"/>
                  <a:pt x="559929" y="31583"/>
                </a:cubicBezTo>
                <a:cubicBezTo>
                  <a:pt x="561153" y="33510"/>
                  <a:pt x="561765" y="36433"/>
                  <a:pt x="561765" y="40350"/>
                </a:cubicBezTo>
                <a:lnTo>
                  <a:pt x="561765" y="67155"/>
                </a:lnTo>
                <a:lnTo>
                  <a:pt x="574802" y="67155"/>
                </a:lnTo>
                <a:lnTo>
                  <a:pt x="574802" y="37946"/>
                </a:lnTo>
                <a:cubicBezTo>
                  <a:pt x="574802" y="35006"/>
                  <a:pt x="574542" y="32327"/>
                  <a:pt x="574022" y="29908"/>
                </a:cubicBezTo>
                <a:cubicBezTo>
                  <a:pt x="573502" y="27490"/>
                  <a:pt x="572599" y="25438"/>
                  <a:pt x="571313" y="23754"/>
                </a:cubicBezTo>
                <a:cubicBezTo>
                  <a:pt x="570028" y="22070"/>
                  <a:pt x="568268" y="20754"/>
                  <a:pt x="566034" y="19805"/>
                </a:cubicBezTo>
                <a:cubicBezTo>
                  <a:pt x="563800" y="18855"/>
                  <a:pt x="560938" y="18380"/>
                  <a:pt x="557449" y="18380"/>
                </a:cubicBezTo>
                <a:cubicBezTo>
                  <a:pt x="554695" y="18380"/>
                  <a:pt x="552002" y="19009"/>
                  <a:pt x="549370" y="20267"/>
                </a:cubicBezTo>
                <a:cubicBezTo>
                  <a:pt x="546738" y="21525"/>
                  <a:pt x="544596" y="23535"/>
                  <a:pt x="542944" y="26297"/>
                </a:cubicBezTo>
                <a:lnTo>
                  <a:pt x="542668" y="26297"/>
                </a:lnTo>
                <a:lnTo>
                  <a:pt x="542668" y="19687"/>
                </a:lnTo>
                <a:lnTo>
                  <a:pt x="530274" y="19687"/>
                </a:lnTo>
                <a:close/>
                <a:moveTo>
                  <a:pt x="607456" y="0"/>
                </a:moveTo>
                <a:lnTo>
                  <a:pt x="596532" y="0"/>
                </a:lnTo>
                <a:cubicBezTo>
                  <a:pt x="594512" y="2938"/>
                  <a:pt x="592752" y="6152"/>
                  <a:pt x="591252" y="9641"/>
                </a:cubicBezTo>
                <a:cubicBezTo>
                  <a:pt x="589753" y="13130"/>
                  <a:pt x="588498" y="16742"/>
                  <a:pt x="587487" y="20476"/>
                </a:cubicBezTo>
                <a:cubicBezTo>
                  <a:pt x="586478" y="24210"/>
                  <a:pt x="585713" y="27959"/>
                  <a:pt x="585193" y="31724"/>
                </a:cubicBezTo>
                <a:cubicBezTo>
                  <a:pt x="584672" y="35489"/>
                  <a:pt x="584412" y="39086"/>
                  <a:pt x="584412" y="42514"/>
                </a:cubicBezTo>
                <a:cubicBezTo>
                  <a:pt x="584412" y="49737"/>
                  <a:pt x="585468" y="56838"/>
                  <a:pt x="587580" y="63817"/>
                </a:cubicBezTo>
                <a:cubicBezTo>
                  <a:pt x="589691" y="70795"/>
                  <a:pt x="592675" y="77437"/>
                  <a:pt x="596532" y="83742"/>
                </a:cubicBezTo>
                <a:lnTo>
                  <a:pt x="607365" y="83742"/>
                </a:lnTo>
                <a:cubicBezTo>
                  <a:pt x="603876" y="77070"/>
                  <a:pt x="601351" y="70214"/>
                  <a:pt x="599790" y="63175"/>
                </a:cubicBezTo>
                <a:cubicBezTo>
                  <a:pt x="598230" y="56135"/>
                  <a:pt x="597449" y="48942"/>
                  <a:pt x="597449" y="41595"/>
                </a:cubicBezTo>
                <a:cubicBezTo>
                  <a:pt x="597449" y="34372"/>
                  <a:pt x="598245" y="27256"/>
                  <a:pt x="599837" y="20248"/>
                </a:cubicBezTo>
                <a:cubicBezTo>
                  <a:pt x="601428" y="13238"/>
                  <a:pt x="603968" y="6489"/>
                  <a:pt x="607456" y="0"/>
                </a:cubicBezTo>
                <a:close/>
                <a:moveTo>
                  <a:pt x="635552" y="73011"/>
                </a:moveTo>
                <a:lnTo>
                  <a:pt x="655382" y="19725"/>
                </a:lnTo>
                <a:lnTo>
                  <a:pt x="641887" y="19725"/>
                </a:lnTo>
                <a:lnTo>
                  <a:pt x="631511" y="52192"/>
                </a:lnTo>
                <a:lnTo>
                  <a:pt x="631328" y="52192"/>
                </a:lnTo>
                <a:lnTo>
                  <a:pt x="620585" y="19725"/>
                </a:lnTo>
                <a:lnTo>
                  <a:pt x="606722" y="19725"/>
                </a:lnTo>
                <a:lnTo>
                  <a:pt x="623340" y="64215"/>
                </a:lnTo>
                <a:cubicBezTo>
                  <a:pt x="623708" y="65132"/>
                  <a:pt x="623892" y="66110"/>
                  <a:pt x="623892" y="67149"/>
                </a:cubicBezTo>
                <a:cubicBezTo>
                  <a:pt x="623892" y="68556"/>
                  <a:pt x="623478" y="69840"/>
                  <a:pt x="622652" y="71002"/>
                </a:cubicBezTo>
                <a:cubicBezTo>
                  <a:pt x="621825" y="72164"/>
                  <a:pt x="620555" y="72837"/>
                  <a:pt x="618841" y="73021"/>
                </a:cubicBezTo>
                <a:cubicBezTo>
                  <a:pt x="617556" y="73081"/>
                  <a:pt x="616271" y="73051"/>
                  <a:pt x="614985" y="72928"/>
                </a:cubicBezTo>
                <a:cubicBezTo>
                  <a:pt x="613699" y="72806"/>
                  <a:pt x="612445" y="72684"/>
                  <a:pt x="611222" y="72561"/>
                </a:cubicBezTo>
                <a:lnTo>
                  <a:pt x="611222" y="83294"/>
                </a:lnTo>
                <a:cubicBezTo>
                  <a:pt x="612567" y="83413"/>
                  <a:pt x="613898" y="83518"/>
                  <a:pt x="615214" y="83608"/>
                </a:cubicBezTo>
                <a:cubicBezTo>
                  <a:pt x="616530" y="83697"/>
                  <a:pt x="617862" y="83742"/>
                  <a:pt x="619208" y="83742"/>
                </a:cubicBezTo>
                <a:cubicBezTo>
                  <a:pt x="623676" y="83742"/>
                  <a:pt x="627165" y="82916"/>
                  <a:pt x="629675" y="81265"/>
                </a:cubicBezTo>
                <a:cubicBezTo>
                  <a:pt x="632184" y="79615"/>
                  <a:pt x="634143" y="76864"/>
                  <a:pt x="635552" y="73011"/>
                </a:cubicBezTo>
                <a:close/>
                <a:moveTo>
                  <a:pt x="654066" y="83742"/>
                </a:moveTo>
                <a:lnTo>
                  <a:pt x="664900" y="83742"/>
                </a:lnTo>
                <a:cubicBezTo>
                  <a:pt x="666920" y="80865"/>
                  <a:pt x="668695" y="77681"/>
                  <a:pt x="670224" y="74192"/>
                </a:cubicBezTo>
                <a:cubicBezTo>
                  <a:pt x="671755" y="70703"/>
                  <a:pt x="673025" y="67107"/>
                  <a:pt x="674035" y="63403"/>
                </a:cubicBezTo>
                <a:cubicBezTo>
                  <a:pt x="675045" y="59700"/>
                  <a:pt x="675794" y="55966"/>
                  <a:pt x="676284" y="52202"/>
                </a:cubicBezTo>
                <a:cubicBezTo>
                  <a:pt x="676774" y="48437"/>
                  <a:pt x="677019" y="44840"/>
                  <a:pt x="677019" y="41412"/>
                </a:cubicBezTo>
                <a:cubicBezTo>
                  <a:pt x="677019" y="34188"/>
                  <a:pt x="675963" y="27057"/>
                  <a:pt x="673851" y="20018"/>
                </a:cubicBezTo>
                <a:cubicBezTo>
                  <a:pt x="671740" y="12978"/>
                  <a:pt x="668756" y="6305"/>
                  <a:pt x="664900" y="0"/>
                </a:cubicBezTo>
                <a:lnTo>
                  <a:pt x="654157" y="0"/>
                </a:lnTo>
                <a:cubicBezTo>
                  <a:pt x="657524" y="6672"/>
                  <a:pt x="660003" y="13559"/>
                  <a:pt x="661595" y="20660"/>
                </a:cubicBezTo>
                <a:cubicBezTo>
                  <a:pt x="663186" y="27760"/>
                  <a:pt x="663982" y="34984"/>
                  <a:pt x="663982" y="42331"/>
                </a:cubicBezTo>
                <a:cubicBezTo>
                  <a:pt x="663982" y="49554"/>
                  <a:pt x="663171" y="56639"/>
                  <a:pt x="661549" y="63587"/>
                </a:cubicBezTo>
                <a:cubicBezTo>
                  <a:pt x="659926" y="70535"/>
                  <a:pt x="657432" y="77253"/>
                  <a:pt x="654066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#output:[1,1]">
            <a:extLst xmlns:a="http://schemas.openxmlformats.org/drawingml/2006/main">
              <a:ext uri="{FF2B5EF4-FFF2-40B4-BE49-F238E27FC236}">
                <a16:creationId xmlns:a16="http://schemas.microsoft.com/office/drawing/2014/main" id="{8B312203-B0C0-4F5A-AB05-6BE6A4CE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850" y="6047495"/>
            <a:ext cx="616544" cy="83742"/>
          </a:xfrm>
          <a:custGeom xmlns:a="http://schemas.openxmlformats.org/drawingml/2006/main">
            <a:pathLst>
              <a:path w="616544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4" y="43486"/>
                </a:moveTo>
                <a:cubicBezTo>
                  <a:pt x="90004" y="41589"/>
                  <a:pt x="90188" y="39722"/>
                  <a:pt x="90555" y="37885"/>
                </a:cubicBezTo>
                <a:cubicBezTo>
                  <a:pt x="90922" y="36048"/>
                  <a:pt x="91549" y="34426"/>
                  <a:pt x="92436" y="33019"/>
                </a:cubicBezTo>
                <a:cubicBezTo>
                  <a:pt x="93325" y="31610"/>
                  <a:pt x="94503" y="30462"/>
                  <a:pt x="95972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6" y="33019"/>
                </a:cubicBezTo>
                <a:cubicBezTo>
                  <a:pt x="111505" y="34426"/>
                  <a:pt x="112132" y="36048"/>
                  <a:pt x="112499" y="37885"/>
                </a:cubicBezTo>
                <a:cubicBezTo>
                  <a:pt x="112866" y="39722"/>
                  <a:pt x="113050" y="41589"/>
                  <a:pt x="113050" y="43486"/>
                </a:cubicBezTo>
                <a:cubicBezTo>
                  <a:pt x="113050" y="45384"/>
                  <a:pt x="112866" y="47236"/>
                  <a:pt x="112499" y="49042"/>
                </a:cubicBezTo>
                <a:cubicBezTo>
                  <a:pt x="112132" y="50848"/>
                  <a:pt x="111505" y="52470"/>
                  <a:pt x="110616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2" y="57353"/>
                </a:cubicBezTo>
                <a:cubicBezTo>
                  <a:pt x="94503" y="56495"/>
                  <a:pt x="93325" y="55348"/>
                  <a:pt x="92436" y="53909"/>
                </a:cubicBezTo>
                <a:cubicBezTo>
                  <a:pt x="91549" y="52470"/>
                  <a:pt x="90922" y="50848"/>
                  <a:pt x="90555" y="49042"/>
                </a:cubicBezTo>
                <a:cubicBezTo>
                  <a:pt x="90188" y="47236"/>
                  <a:pt x="90004" y="45384"/>
                  <a:pt x="90004" y="43486"/>
                </a:cubicBezTo>
                <a:moveTo>
                  <a:pt x="76967" y="43488"/>
                </a:moveTo>
                <a:cubicBezTo>
                  <a:pt x="76967" y="47289"/>
                  <a:pt x="77549" y="50722"/>
                  <a:pt x="78712" y="53787"/>
                </a:cubicBezTo>
                <a:cubicBezTo>
                  <a:pt x="79874" y="56853"/>
                  <a:pt x="81527" y="59474"/>
                  <a:pt x="83669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1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6" y="66663"/>
                </a:cubicBezTo>
                <a:cubicBezTo>
                  <a:pt x="114656" y="65498"/>
                  <a:pt x="117242" y="63827"/>
                  <a:pt x="119385" y="61651"/>
                </a:cubicBezTo>
                <a:cubicBezTo>
                  <a:pt x="121527" y="59474"/>
                  <a:pt x="123180" y="56853"/>
                  <a:pt x="124343" y="53787"/>
                </a:cubicBezTo>
                <a:cubicBezTo>
                  <a:pt x="125505" y="50722"/>
                  <a:pt x="126087" y="47289"/>
                  <a:pt x="126087" y="43488"/>
                </a:cubicBezTo>
                <a:cubicBezTo>
                  <a:pt x="126087" y="39687"/>
                  <a:pt x="125505" y="36238"/>
                  <a:pt x="124343" y="33142"/>
                </a:cubicBezTo>
                <a:cubicBezTo>
                  <a:pt x="123180" y="30045"/>
                  <a:pt x="121527" y="27408"/>
                  <a:pt x="119385" y="25232"/>
                </a:cubicBezTo>
                <a:cubicBezTo>
                  <a:pt x="117242" y="23055"/>
                  <a:pt x="114656" y="21369"/>
                  <a:pt x="111626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1" y="18978"/>
                  <a:pt x="91382" y="20173"/>
                </a:cubicBezTo>
                <a:cubicBezTo>
                  <a:pt x="88383" y="21369"/>
                  <a:pt x="85812" y="23055"/>
                  <a:pt x="83669" y="25232"/>
                </a:cubicBezTo>
                <a:cubicBezTo>
                  <a:pt x="81527" y="27408"/>
                  <a:pt x="79874" y="30045"/>
                  <a:pt x="78712" y="33142"/>
                </a:cubicBezTo>
                <a:cubicBezTo>
                  <a:pt x="77549" y="36238"/>
                  <a:pt x="76967" y="39687"/>
                  <a:pt x="76967" y="43488"/>
                </a:cubicBezTo>
                <a:close/>
                <a:moveTo>
                  <a:pt x="178818" y="67105"/>
                </a:moveTo>
                <a:lnTo>
                  <a:pt x="178818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5" y="52833"/>
                  <a:pt x="163394" y="54940"/>
                </a:cubicBezTo>
                <a:cubicBezTo>
                  <a:pt x="161802" y="57046"/>
                  <a:pt x="159232" y="58099"/>
                  <a:pt x="155682" y="58099"/>
                </a:cubicBezTo>
                <a:cubicBezTo>
                  <a:pt x="152559" y="58099"/>
                  <a:pt x="150386" y="57138"/>
                  <a:pt x="149162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70" y="56906"/>
                </a:cubicBezTo>
                <a:cubicBezTo>
                  <a:pt x="135590" y="59320"/>
                  <a:pt x="136493" y="61368"/>
                  <a:pt x="137778" y="63049"/>
                </a:cubicBezTo>
                <a:cubicBezTo>
                  <a:pt x="139064" y="64730"/>
                  <a:pt x="140824" y="66029"/>
                  <a:pt x="143058" y="66946"/>
                </a:cubicBezTo>
                <a:cubicBezTo>
                  <a:pt x="145292" y="67863"/>
                  <a:pt x="148153" y="68321"/>
                  <a:pt x="151643" y="68321"/>
                </a:cubicBezTo>
                <a:cubicBezTo>
                  <a:pt x="154397" y="68321"/>
                  <a:pt x="157090" y="67707"/>
                  <a:pt x="159722" y="66480"/>
                </a:cubicBezTo>
                <a:cubicBezTo>
                  <a:pt x="162354" y="65252"/>
                  <a:pt x="164496" y="63256"/>
                  <a:pt x="166148" y="60494"/>
                </a:cubicBezTo>
                <a:lnTo>
                  <a:pt x="166424" y="60494"/>
                </a:lnTo>
                <a:lnTo>
                  <a:pt x="166424" y="67105"/>
                </a:lnTo>
                <a:lnTo>
                  <a:pt x="178818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3" y="19725"/>
                </a:lnTo>
                <a:lnTo>
                  <a:pt x="184203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2" y="62190"/>
                </a:cubicBezTo>
                <a:cubicBezTo>
                  <a:pt x="194088" y="63658"/>
                  <a:pt x="195174" y="64790"/>
                  <a:pt x="196551" y="65586"/>
                </a:cubicBezTo>
                <a:cubicBezTo>
                  <a:pt x="197929" y="66381"/>
                  <a:pt x="199520" y="66916"/>
                  <a:pt x="201325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0" y="67603"/>
                  <a:pt x="209666" y="67573"/>
                  <a:pt x="211013" y="67514"/>
                </a:cubicBezTo>
                <a:cubicBezTo>
                  <a:pt x="212360" y="67454"/>
                  <a:pt x="213583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0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2" y="57016"/>
                  <a:pt x="206237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7" y="58637"/>
                </a:moveTo>
                <a:cubicBezTo>
                  <a:pt x="242625" y="58637"/>
                  <a:pt x="240850" y="58209"/>
                  <a:pt x="239381" y="57353"/>
                </a:cubicBezTo>
                <a:cubicBezTo>
                  <a:pt x="237913" y="56495"/>
                  <a:pt x="236734" y="55378"/>
                  <a:pt x="235846" y="54000"/>
                </a:cubicBezTo>
                <a:cubicBezTo>
                  <a:pt x="234959" y="52623"/>
                  <a:pt x="234316" y="51016"/>
                  <a:pt x="233919" y="49180"/>
                </a:cubicBezTo>
                <a:cubicBezTo>
                  <a:pt x="233521" y="47343"/>
                  <a:pt x="233322" y="45475"/>
                  <a:pt x="233322" y="43577"/>
                </a:cubicBezTo>
                <a:cubicBezTo>
                  <a:pt x="233322" y="41619"/>
                  <a:pt x="233505" y="39722"/>
                  <a:pt x="233872" y="37885"/>
                </a:cubicBezTo>
                <a:cubicBezTo>
                  <a:pt x="234239" y="36048"/>
                  <a:pt x="234867" y="34426"/>
                  <a:pt x="235754" y="33019"/>
                </a:cubicBezTo>
                <a:cubicBezTo>
                  <a:pt x="236642" y="31610"/>
                  <a:pt x="237805" y="30462"/>
                  <a:pt x="239243" y="29575"/>
                </a:cubicBezTo>
                <a:cubicBezTo>
                  <a:pt x="240682" y="28687"/>
                  <a:pt x="242472" y="28243"/>
                  <a:pt x="244615" y="28243"/>
                </a:cubicBezTo>
                <a:cubicBezTo>
                  <a:pt x="246696" y="28243"/>
                  <a:pt x="248456" y="28687"/>
                  <a:pt x="249895" y="29575"/>
                </a:cubicBezTo>
                <a:cubicBezTo>
                  <a:pt x="251333" y="30462"/>
                  <a:pt x="252511" y="31626"/>
                  <a:pt x="253429" y="33065"/>
                </a:cubicBezTo>
                <a:cubicBezTo>
                  <a:pt x="254347" y="34503"/>
                  <a:pt x="255005" y="36140"/>
                  <a:pt x="255403" y="37976"/>
                </a:cubicBezTo>
                <a:cubicBezTo>
                  <a:pt x="255801" y="39813"/>
                  <a:pt x="256000" y="41680"/>
                  <a:pt x="256000" y="43577"/>
                </a:cubicBezTo>
                <a:cubicBezTo>
                  <a:pt x="256000" y="45475"/>
                  <a:pt x="255817" y="47343"/>
                  <a:pt x="255449" y="49180"/>
                </a:cubicBezTo>
                <a:cubicBezTo>
                  <a:pt x="255082" y="51016"/>
                  <a:pt x="254455" y="52623"/>
                  <a:pt x="253567" y="54000"/>
                </a:cubicBezTo>
                <a:cubicBezTo>
                  <a:pt x="252679" y="55378"/>
                  <a:pt x="251517" y="56495"/>
                  <a:pt x="250078" y="57353"/>
                </a:cubicBezTo>
                <a:cubicBezTo>
                  <a:pt x="248640" y="58209"/>
                  <a:pt x="246850" y="58637"/>
                  <a:pt x="244707" y="58637"/>
                </a:cubicBezTo>
                <a:moveTo>
                  <a:pt x="220744" y="19696"/>
                </a:moveTo>
                <a:lnTo>
                  <a:pt x="220744" y="83742"/>
                </a:lnTo>
                <a:lnTo>
                  <a:pt x="233781" y="83742"/>
                </a:lnTo>
                <a:lnTo>
                  <a:pt x="233781" y="61312"/>
                </a:lnTo>
                <a:lnTo>
                  <a:pt x="233965" y="61312"/>
                </a:lnTo>
                <a:cubicBezTo>
                  <a:pt x="235556" y="63648"/>
                  <a:pt x="237591" y="65415"/>
                  <a:pt x="240070" y="66613"/>
                </a:cubicBezTo>
                <a:cubicBezTo>
                  <a:pt x="242549" y="67811"/>
                  <a:pt x="245257" y="68410"/>
                  <a:pt x="248195" y="68410"/>
                </a:cubicBezTo>
                <a:cubicBezTo>
                  <a:pt x="251685" y="68410"/>
                  <a:pt x="254730" y="67736"/>
                  <a:pt x="257331" y="66387"/>
                </a:cubicBezTo>
                <a:cubicBezTo>
                  <a:pt x="259932" y="65039"/>
                  <a:pt x="262105" y="63230"/>
                  <a:pt x="263849" y="60962"/>
                </a:cubicBezTo>
                <a:cubicBezTo>
                  <a:pt x="265594" y="58693"/>
                  <a:pt x="266895" y="56087"/>
                  <a:pt x="267751" y="53144"/>
                </a:cubicBezTo>
                <a:cubicBezTo>
                  <a:pt x="268608" y="50201"/>
                  <a:pt x="269037" y="47136"/>
                  <a:pt x="269037" y="43947"/>
                </a:cubicBezTo>
                <a:cubicBezTo>
                  <a:pt x="269037" y="40575"/>
                  <a:pt x="268608" y="37340"/>
                  <a:pt x="267751" y="34244"/>
                </a:cubicBezTo>
                <a:cubicBezTo>
                  <a:pt x="266895" y="31148"/>
                  <a:pt x="265579" y="28436"/>
                  <a:pt x="263803" y="26106"/>
                </a:cubicBezTo>
                <a:cubicBezTo>
                  <a:pt x="262029" y="23776"/>
                  <a:pt x="259795" y="21906"/>
                  <a:pt x="257101" y="20496"/>
                </a:cubicBezTo>
                <a:cubicBezTo>
                  <a:pt x="254409" y="19085"/>
                  <a:pt x="251195" y="18380"/>
                  <a:pt x="247461" y="18380"/>
                </a:cubicBezTo>
                <a:cubicBezTo>
                  <a:pt x="244523" y="18380"/>
                  <a:pt x="241830" y="18964"/>
                  <a:pt x="239381" y="20131"/>
                </a:cubicBezTo>
                <a:cubicBezTo>
                  <a:pt x="236933" y="21299"/>
                  <a:pt x="234913" y="23173"/>
                  <a:pt x="233322" y="25755"/>
                </a:cubicBezTo>
                <a:lnTo>
                  <a:pt x="233138" y="25755"/>
                </a:lnTo>
                <a:lnTo>
                  <a:pt x="233138" y="19696"/>
                </a:lnTo>
                <a:lnTo>
                  <a:pt x="220744" y="19696"/>
                </a:lnTo>
                <a:close/>
                <a:moveTo>
                  <a:pt x="321125" y="67105"/>
                </a:moveTo>
                <a:lnTo>
                  <a:pt x="321125" y="19725"/>
                </a:lnTo>
                <a:lnTo>
                  <a:pt x="308088" y="19725"/>
                </a:lnTo>
                <a:lnTo>
                  <a:pt x="308088" y="44545"/>
                </a:lnTo>
                <a:cubicBezTo>
                  <a:pt x="308088" y="49368"/>
                  <a:pt x="307292" y="52833"/>
                  <a:pt x="305701" y="54940"/>
                </a:cubicBezTo>
                <a:cubicBezTo>
                  <a:pt x="304109" y="57046"/>
                  <a:pt x="301539" y="58099"/>
                  <a:pt x="297989" y="58099"/>
                </a:cubicBezTo>
                <a:cubicBezTo>
                  <a:pt x="294867" y="58099"/>
                  <a:pt x="292693" y="57138"/>
                  <a:pt x="291469" y="55215"/>
                </a:cubicBezTo>
                <a:cubicBezTo>
                  <a:pt x="290245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7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4" y="68321"/>
                  <a:pt x="299397" y="67707"/>
                  <a:pt x="302029" y="66480"/>
                </a:cubicBezTo>
                <a:cubicBezTo>
                  <a:pt x="304661" y="65252"/>
                  <a:pt x="306803" y="63256"/>
                  <a:pt x="308455" y="60494"/>
                </a:cubicBezTo>
                <a:lnTo>
                  <a:pt x="308731" y="60494"/>
                </a:lnTo>
                <a:lnTo>
                  <a:pt x="308731" y="67105"/>
                </a:lnTo>
                <a:lnTo>
                  <a:pt x="321125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4" y="60722"/>
                  <a:pt x="335600" y="62190"/>
                </a:cubicBezTo>
                <a:cubicBezTo>
                  <a:pt x="336396" y="63658"/>
                  <a:pt x="337482" y="64790"/>
                  <a:pt x="338859" y="65586"/>
                </a:cubicBezTo>
                <a:cubicBezTo>
                  <a:pt x="340236" y="66381"/>
                  <a:pt x="341828" y="66916"/>
                  <a:pt x="343633" y="67190"/>
                </a:cubicBezTo>
                <a:cubicBezTo>
                  <a:pt x="345439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7" y="67454"/>
                  <a:pt x="355891" y="67334"/>
                  <a:pt x="356992" y="67155"/>
                </a:cubicBezTo>
                <a:lnTo>
                  <a:pt x="356992" y="57015"/>
                </a:lnTo>
                <a:cubicBezTo>
                  <a:pt x="356381" y="57137"/>
                  <a:pt x="355738" y="57229"/>
                  <a:pt x="355065" y="57291"/>
                </a:cubicBezTo>
                <a:cubicBezTo>
                  <a:pt x="354391" y="57352"/>
                  <a:pt x="353688" y="57382"/>
                  <a:pt x="352953" y="57382"/>
                </a:cubicBezTo>
                <a:cubicBezTo>
                  <a:pt x="350749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2" y="28422"/>
                </a:lnTo>
                <a:lnTo>
                  <a:pt x="356992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3" y="0"/>
                </a:moveTo>
                <a:lnTo>
                  <a:pt x="414833" y="83742"/>
                </a:lnTo>
                <a:lnTo>
                  <a:pt x="439072" y="83742"/>
                </a:lnTo>
                <a:lnTo>
                  <a:pt x="439072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2" y="10311"/>
                </a:lnTo>
                <a:lnTo>
                  <a:pt x="439072" y="0"/>
                </a:lnTo>
                <a:lnTo>
                  <a:pt x="414833" y="0"/>
                </a:lnTo>
                <a:close/>
                <a:moveTo>
                  <a:pt x="475184" y="67155"/>
                </a:moveTo>
                <a:lnTo>
                  <a:pt x="475184" y="2869"/>
                </a:lnTo>
                <a:lnTo>
                  <a:pt x="464811" y="2869"/>
                </a:lnTo>
                <a:cubicBezTo>
                  <a:pt x="464443" y="5311"/>
                  <a:pt x="463677" y="7357"/>
                  <a:pt x="462514" y="9007"/>
                </a:cubicBezTo>
                <a:cubicBezTo>
                  <a:pt x="461352" y="10655"/>
                  <a:pt x="459928" y="11983"/>
                  <a:pt x="458244" y="12991"/>
                </a:cubicBezTo>
                <a:cubicBezTo>
                  <a:pt x="456561" y="13998"/>
                  <a:pt x="454664" y="14700"/>
                  <a:pt x="452552" y="15098"/>
                </a:cubicBezTo>
                <a:cubicBezTo>
                  <a:pt x="450441" y="15495"/>
                  <a:pt x="448253" y="15662"/>
                  <a:pt x="445989" y="15601"/>
                </a:cubicBezTo>
                <a:lnTo>
                  <a:pt x="445989" y="25463"/>
                </a:lnTo>
                <a:lnTo>
                  <a:pt x="462147" y="25463"/>
                </a:lnTo>
                <a:lnTo>
                  <a:pt x="462147" y="67155"/>
                </a:lnTo>
                <a:lnTo>
                  <a:pt x="475184" y="67155"/>
                </a:lnTo>
                <a:close/>
                <a:moveTo>
                  <a:pt x="496057" y="52989"/>
                </a:moveTo>
                <a:lnTo>
                  <a:pt x="496057" y="67155"/>
                </a:lnTo>
                <a:lnTo>
                  <a:pt x="502667" y="67155"/>
                </a:lnTo>
                <a:cubicBezTo>
                  <a:pt x="502728" y="68135"/>
                  <a:pt x="502606" y="69099"/>
                  <a:pt x="502300" y="70048"/>
                </a:cubicBezTo>
                <a:cubicBezTo>
                  <a:pt x="501993" y="70997"/>
                  <a:pt x="501534" y="71854"/>
                  <a:pt x="500923" y="72619"/>
                </a:cubicBezTo>
                <a:cubicBezTo>
                  <a:pt x="500311" y="73385"/>
                  <a:pt x="499592" y="74043"/>
                  <a:pt x="498765" y="74594"/>
                </a:cubicBezTo>
                <a:cubicBezTo>
                  <a:pt x="497939" y="75145"/>
                  <a:pt x="497066" y="75512"/>
                  <a:pt x="496148" y="75695"/>
                </a:cubicBezTo>
                <a:lnTo>
                  <a:pt x="496148" y="82308"/>
                </a:lnTo>
                <a:cubicBezTo>
                  <a:pt x="498107" y="82001"/>
                  <a:pt x="499958" y="81434"/>
                  <a:pt x="501703" y="80607"/>
                </a:cubicBezTo>
                <a:cubicBezTo>
                  <a:pt x="503448" y="79780"/>
                  <a:pt x="504963" y="78723"/>
                  <a:pt x="506248" y="77437"/>
                </a:cubicBezTo>
                <a:cubicBezTo>
                  <a:pt x="507534" y="76150"/>
                  <a:pt x="508559" y="74633"/>
                  <a:pt x="509324" y="72886"/>
                </a:cubicBezTo>
                <a:cubicBezTo>
                  <a:pt x="510089" y="71141"/>
                  <a:pt x="510471" y="69226"/>
                  <a:pt x="510471" y="67142"/>
                </a:cubicBezTo>
                <a:lnTo>
                  <a:pt x="510471" y="52989"/>
                </a:lnTo>
                <a:lnTo>
                  <a:pt x="496057" y="52989"/>
                </a:lnTo>
                <a:close/>
                <a:moveTo>
                  <a:pt x="576943" y="67155"/>
                </a:moveTo>
                <a:lnTo>
                  <a:pt x="576943" y="2869"/>
                </a:lnTo>
                <a:lnTo>
                  <a:pt x="566569" y="2869"/>
                </a:lnTo>
                <a:cubicBezTo>
                  <a:pt x="566201" y="5311"/>
                  <a:pt x="565436" y="7357"/>
                  <a:pt x="564273" y="9007"/>
                </a:cubicBezTo>
                <a:cubicBezTo>
                  <a:pt x="563110" y="10655"/>
                  <a:pt x="561687" y="11983"/>
                  <a:pt x="560003" y="12991"/>
                </a:cubicBezTo>
                <a:cubicBezTo>
                  <a:pt x="558320" y="13998"/>
                  <a:pt x="556422" y="14700"/>
                  <a:pt x="554311" y="15098"/>
                </a:cubicBezTo>
                <a:cubicBezTo>
                  <a:pt x="552199" y="15495"/>
                  <a:pt x="550011" y="15662"/>
                  <a:pt x="547747" y="15601"/>
                </a:cubicBezTo>
                <a:lnTo>
                  <a:pt x="547747" y="25463"/>
                </a:lnTo>
                <a:lnTo>
                  <a:pt x="563906" y="25463"/>
                </a:lnTo>
                <a:lnTo>
                  <a:pt x="563906" y="67155"/>
                </a:lnTo>
                <a:lnTo>
                  <a:pt x="576943" y="67155"/>
                </a:lnTo>
                <a:close/>
                <a:moveTo>
                  <a:pt x="616544" y="83742"/>
                </a:moveTo>
                <a:lnTo>
                  <a:pt x="616544" y="0"/>
                </a:lnTo>
                <a:lnTo>
                  <a:pt x="592307" y="0"/>
                </a:lnTo>
                <a:lnTo>
                  <a:pt x="592307" y="10311"/>
                </a:lnTo>
                <a:lnTo>
                  <a:pt x="603507" y="10311"/>
                </a:lnTo>
                <a:lnTo>
                  <a:pt x="603507" y="73431"/>
                </a:lnTo>
                <a:lnTo>
                  <a:pt x="592307" y="73431"/>
                </a:lnTo>
                <a:lnTo>
                  <a:pt x="592307" y="83742"/>
                </a:lnTo>
                <a:lnTo>
                  <a:pt x="616544" y="8374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y=mx.arccos(y)">
            <a:extLst xmlns:a="http://schemas.openxmlformats.org/drawingml/2006/main">
              <a:ext uri="{FF2B5EF4-FFF2-40B4-BE49-F238E27FC236}">
                <a16:creationId xmlns:a16="http://schemas.microsoft.com/office/drawing/2014/main" id="{984A9667-1178-4D49-B503-B68ADFF6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163" y="6157668"/>
            <a:ext cx="707623" cy="83742"/>
          </a:xfrm>
          <a:custGeom xmlns:a="http://schemas.openxmlformats.org/drawingml/2006/main">
            <a:pathLst>
              <a:path w="707623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123915" y="58727"/>
                </a:moveTo>
                <a:lnTo>
                  <a:pt x="123915" y="48865"/>
                </a:lnTo>
                <a:lnTo>
                  <a:pt x="77551" y="48865"/>
                </a:lnTo>
                <a:lnTo>
                  <a:pt x="77551" y="58727"/>
                </a:lnTo>
                <a:lnTo>
                  <a:pt x="123915" y="58727"/>
                </a:lnTo>
                <a:moveTo>
                  <a:pt x="123915" y="39092"/>
                </a:moveTo>
                <a:lnTo>
                  <a:pt x="123915" y="29229"/>
                </a:lnTo>
                <a:lnTo>
                  <a:pt x="77551" y="29229"/>
                </a:lnTo>
                <a:lnTo>
                  <a:pt x="77551" y="39092"/>
                </a:lnTo>
                <a:lnTo>
                  <a:pt x="123915" y="39092"/>
                </a:lnTo>
                <a:close/>
                <a:moveTo>
                  <a:pt x="158804" y="19687"/>
                </a:moveTo>
                <a:lnTo>
                  <a:pt x="158804" y="67155"/>
                </a:lnTo>
                <a:lnTo>
                  <a:pt x="171841" y="67155"/>
                </a:lnTo>
                <a:lnTo>
                  <a:pt x="171841" y="39616"/>
                </a:lnTo>
                <a:cubicBezTo>
                  <a:pt x="171841" y="37290"/>
                  <a:pt x="172178" y="35408"/>
                  <a:pt x="172851" y="33970"/>
                </a:cubicBezTo>
                <a:cubicBezTo>
                  <a:pt x="173524" y="32532"/>
                  <a:pt x="174336" y="31430"/>
                  <a:pt x="175284" y="30665"/>
                </a:cubicBezTo>
                <a:cubicBezTo>
                  <a:pt x="176233" y="29900"/>
                  <a:pt x="177213" y="29380"/>
                  <a:pt x="178222" y="29104"/>
                </a:cubicBezTo>
                <a:cubicBezTo>
                  <a:pt x="179232" y="28829"/>
                  <a:pt x="180043" y="28691"/>
                  <a:pt x="180656" y="28691"/>
                </a:cubicBezTo>
                <a:cubicBezTo>
                  <a:pt x="182736" y="28691"/>
                  <a:pt x="184312" y="29043"/>
                  <a:pt x="185384" y="29747"/>
                </a:cubicBezTo>
                <a:cubicBezTo>
                  <a:pt x="186455" y="30451"/>
                  <a:pt x="187220" y="31384"/>
                  <a:pt x="187678" y="32546"/>
                </a:cubicBezTo>
                <a:cubicBezTo>
                  <a:pt x="188138" y="33709"/>
                  <a:pt x="188398" y="34979"/>
                  <a:pt x="188459" y="36357"/>
                </a:cubicBezTo>
                <a:cubicBezTo>
                  <a:pt x="188520" y="37734"/>
                  <a:pt x="188551" y="39126"/>
                  <a:pt x="188551" y="40533"/>
                </a:cubicBezTo>
                <a:lnTo>
                  <a:pt x="188551" y="67155"/>
                </a:lnTo>
                <a:lnTo>
                  <a:pt x="201588" y="67155"/>
                </a:lnTo>
                <a:lnTo>
                  <a:pt x="201588" y="40717"/>
                </a:lnTo>
                <a:cubicBezTo>
                  <a:pt x="201588" y="39248"/>
                  <a:pt x="201695" y="37794"/>
                  <a:pt x="201909" y="36357"/>
                </a:cubicBezTo>
                <a:cubicBezTo>
                  <a:pt x="202124" y="34919"/>
                  <a:pt x="202553" y="33634"/>
                  <a:pt x="203195" y="32502"/>
                </a:cubicBezTo>
                <a:cubicBezTo>
                  <a:pt x="203838" y="31369"/>
                  <a:pt x="204725" y="30451"/>
                  <a:pt x="205857" y="29747"/>
                </a:cubicBezTo>
                <a:cubicBezTo>
                  <a:pt x="206990" y="29043"/>
                  <a:pt x="208474" y="28691"/>
                  <a:pt x="210311" y="28691"/>
                </a:cubicBezTo>
                <a:cubicBezTo>
                  <a:pt x="212147" y="28691"/>
                  <a:pt x="213600" y="28997"/>
                  <a:pt x="214670" y="29610"/>
                </a:cubicBezTo>
                <a:cubicBezTo>
                  <a:pt x="215741" y="30222"/>
                  <a:pt x="216553" y="31048"/>
                  <a:pt x="217104" y="32088"/>
                </a:cubicBezTo>
                <a:cubicBezTo>
                  <a:pt x="217655" y="33128"/>
                  <a:pt x="217991" y="34352"/>
                  <a:pt x="218114" y="35760"/>
                </a:cubicBezTo>
                <a:cubicBezTo>
                  <a:pt x="218236" y="37168"/>
                  <a:pt x="218297" y="38667"/>
                  <a:pt x="218297" y="40257"/>
                </a:cubicBezTo>
                <a:lnTo>
                  <a:pt x="218297" y="67155"/>
                </a:lnTo>
                <a:lnTo>
                  <a:pt x="231336" y="67155"/>
                </a:lnTo>
                <a:lnTo>
                  <a:pt x="231336" y="35374"/>
                </a:lnTo>
                <a:cubicBezTo>
                  <a:pt x="231336" y="32312"/>
                  <a:pt x="230907" y="29694"/>
                  <a:pt x="230050" y="27520"/>
                </a:cubicBezTo>
                <a:cubicBezTo>
                  <a:pt x="229193" y="25346"/>
                  <a:pt x="228000" y="23585"/>
                  <a:pt x="226469" y="22238"/>
                </a:cubicBezTo>
                <a:cubicBezTo>
                  <a:pt x="224939" y="20891"/>
                  <a:pt x="223103" y="19911"/>
                  <a:pt x="220960" y="19299"/>
                </a:cubicBezTo>
                <a:cubicBezTo>
                  <a:pt x="218819" y="18687"/>
                  <a:pt x="216493" y="18380"/>
                  <a:pt x="213984" y="18380"/>
                </a:cubicBezTo>
                <a:cubicBezTo>
                  <a:pt x="210679" y="18380"/>
                  <a:pt x="207817" y="19178"/>
                  <a:pt x="205399" y="20774"/>
                </a:cubicBezTo>
                <a:cubicBezTo>
                  <a:pt x="202981" y="22370"/>
                  <a:pt x="201068" y="24210"/>
                  <a:pt x="199661" y="26297"/>
                </a:cubicBezTo>
                <a:cubicBezTo>
                  <a:pt x="198376" y="23351"/>
                  <a:pt x="196493" y="21296"/>
                  <a:pt x="194013" y="20130"/>
                </a:cubicBezTo>
                <a:cubicBezTo>
                  <a:pt x="191535" y="18963"/>
                  <a:pt x="188796" y="18380"/>
                  <a:pt x="185797" y="18380"/>
                </a:cubicBezTo>
                <a:cubicBezTo>
                  <a:pt x="182676" y="18380"/>
                  <a:pt x="179906" y="19055"/>
                  <a:pt x="177488" y="20406"/>
                </a:cubicBezTo>
                <a:cubicBezTo>
                  <a:pt x="175070" y="21756"/>
                  <a:pt x="173004" y="23658"/>
                  <a:pt x="171290" y="26113"/>
                </a:cubicBezTo>
                <a:lnTo>
                  <a:pt x="171107" y="26113"/>
                </a:lnTo>
                <a:lnTo>
                  <a:pt x="171107" y="19687"/>
                </a:lnTo>
                <a:lnTo>
                  <a:pt x="158804" y="19687"/>
                </a:lnTo>
                <a:close/>
                <a:moveTo>
                  <a:pt x="253952" y="42202"/>
                </a:moveTo>
                <a:lnTo>
                  <a:pt x="236875" y="67155"/>
                </a:lnTo>
                <a:lnTo>
                  <a:pt x="251472" y="67155"/>
                </a:lnTo>
                <a:lnTo>
                  <a:pt x="261388" y="52202"/>
                </a:lnTo>
                <a:lnTo>
                  <a:pt x="271304" y="67155"/>
                </a:lnTo>
                <a:lnTo>
                  <a:pt x="286178" y="67155"/>
                </a:lnTo>
                <a:lnTo>
                  <a:pt x="268641" y="41926"/>
                </a:lnTo>
                <a:lnTo>
                  <a:pt x="284250" y="19725"/>
                </a:lnTo>
                <a:lnTo>
                  <a:pt x="269834" y="19725"/>
                </a:lnTo>
                <a:lnTo>
                  <a:pt x="261572" y="32111"/>
                </a:lnTo>
                <a:lnTo>
                  <a:pt x="253217" y="19725"/>
                </a:lnTo>
                <a:lnTo>
                  <a:pt x="238344" y="19725"/>
                </a:lnTo>
                <a:lnTo>
                  <a:pt x="253952" y="42202"/>
                </a:lnTo>
                <a:close/>
                <a:moveTo>
                  <a:pt x="291349" y="52989"/>
                </a:moveTo>
                <a:lnTo>
                  <a:pt x="291349" y="67155"/>
                </a:lnTo>
                <a:lnTo>
                  <a:pt x="305763" y="67155"/>
                </a:lnTo>
                <a:lnTo>
                  <a:pt x="305763" y="52989"/>
                </a:lnTo>
                <a:lnTo>
                  <a:pt x="291349" y="52989"/>
                </a:lnTo>
                <a:close/>
                <a:moveTo>
                  <a:pt x="315497" y="34286"/>
                </a:moveTo>
                <a:cubicBezTo>
                  <a:pt x="315680" y="31226"/>
                  <a:pt x="316445" y="28686"/>
                  <a:pt x="317792" y="26667"/>
                </a:cubicBezTo>
                <a:cubicBezTo>
                  <a:pt x="319139" y="24647"/>
                  <a:pt x="320852" y="23024"/>
                  <a:pt x="322933" y="21800"/>
                </a:cubicBezTo>
                <a:cubicBezTo>
                  <a:pt x="325014" y="20575"/>
                  <a:pt x="327355" y="19703"/>
                  <a:pt x="329956" y="19183"/>
                </a:cubicBezTo>
                <a:cubicBezTo>
                  <a:pt x="332558" y="18663"/>
                  <a:pt x="335175" y="18403"/>
                  <a:pt x="337807" y="18403"/>
                </a:cubicBezTo>
                <a:cubicBezTo>
                  <a:pt x="340194" y="18403"/>
                  <a:pt x="342612" y="18571"/>
                  <a:pt x="345060" y="18908"/>
                </a:cubicBezTo>
                <a:cubicBezTo>
                  <a:pt x="347508" y="19245"/>
                  <a:pt x="349742" y="19903"/>
                  <a:pt x="351762" y="20882"/>
                </a:cubicBezTo>
                <a:cubicBezTo>
                  <a:pt x="353782" y="21861"/>
                  <a:pt x="355434" y="23223"/>
                  <a:pt x="356720" y="24967"/>
                </a:cubicBezTo>
                <a:cubicBezTo>
                  <a:pt x="358006" y="26712"/>
                  <a:pt x="358649" y="29023"/>
                  <a:pt x="358649" y="31899"/>
                </a:cubicBezTo>
                <a:lnTo>
                  <a:pt x="358649" y="56596"/>
                </a:lnTo>
                <a:cubicBezTo>
                  <a:pt x="358649" y="58739"/>
                  <a:pt x="358771" y="60789"/>
                  <a:pt x="359016" y="62748"/>
                </a:cubicBezTo>
                <a:cubicBezTo>
                  <a:pt x="359260" y="64706"/>
                  <a:pt x="359689" y="66175"/>
                  <a:pt x="360300" y="67155"/>
                </a:cubicBezTo>
                <a:lnTo>
                  <a:pt x="347080" y="67155"/>
                </a:lnTo>
                <a:cubicBezTo>
                  <a:pt x="346835" y="66421"/>
                  <a:pt x="346636" y="65671"/>
                  <a:pt x="346483" y="64907"/>
                </a:cubicBezTo>
                <a:cubicBezTo>
                  <a:pt x="346330" y="64141"/>
                  <a:pt x="346223" y="63360"/>
                  <a:pt x="346162" y="62564"/>
                </a:cubicBezTo>
                <a:cubicBezTo>
                  <a:pt x="344081" y="64707"/>
                  <a:pt x="341633" y="66207"/>
                  <a:pt x="338817" y="67064"/>
                </a:cubicBezTo>
                <a:cubicBezTo>
                  <a:pt x="336001" y="67920"/>
                  <a:pt x="333124" y="68349"/>
                  <a:pt x="330186" y="68349"/>
                </a:cubicBezTo>
                <a:cubicBezTo>
                  <a:pt x="327922" y="68349"/>
                  <a:pt x="325810" y="68073"/>
                  <a:pt x="323851" y="67522"/>
                </a:cubicBezTo>
                <a:cubicBezTo>
                  <a:pt x="321892" y="66971"/>
                  <a:pt x="320179" y="66114"/>
                  <a:pt x="318709" y="64951"/>
                </a:cubicBezTo>
                <a:cubicBezTo>
                  <a:pt x="317241" y="63789"/>
                  <a:pt x="316094" y="62320"/>
                  <a:pt x="315267" y="60545"/>
                </a:cubicBezTo>
                <a:cubicBezTo>
                  <a:pt x="314441" y="58770"/>
                  <a:pt x="314028" y="56658"/>
                  <a:pt x="314028" y="54209"/>
                </a:cubicBezTo>
                <a:cubicBezTo>
                  <a:pt x="314028" y="51516"/>
                  <a:pt x="314502" y="49298"/>
                  <a:pt x="315451" y="47553"/>
                </a:cubicBezTo>
                <a:cubicBezTo>
                  <a:pt x="316400" y="45809"/>
                  <a:pt x="317624" y="44416"/>
                  <a:pt x="319123" y="43376"/>
                </a:cubicBezTo>
                <a:cubicBezTo>
                  <a:pt x="320623" y="42335"/>
                  <a:pt x="322336" y="41555"/>
                  <a:pt x="324264" y="41035"/>
                </a:cubicBezTo>
                <a:cubicBezTo>
                  <a:pt x="326193" y="40514"/>
                  <a:pt x="328136" y="40102"/>
                  <a:pt x="330095" y="39796"/>
                </a:cubicBezTo>
                <a:cubicBezTo>
                  <a:pt x="332053" y="39490"/>
                  <a:pt x="333981" y="39245"/>
                  <a:pt x="335878" y="39061"/>
                </a:cubicBezTo>
                <a:cubicBezTo>
                  <a:pt x="337776" y="38877"/>
                  <a:pt x="339459" y="38601"/>
                  <a:pt x="340928" y="38234"/>
                </a:cubicBezTo>
                <a:cubicBezTo>
                  <a:pt x="342397" y="37867"/>
                  <a:pt x="343560" y="37332"/>
                  <a:pt x="344417" y="36629"/>
                </a:cubicBezTo>
                <a:cubicBezTo>
                  <a:pt x="345274" y="35925"/>
                  <a:pt x="345672" y="34899"/>
                  <a:pt x="345612" y="33552"/>
                </a:cubicBezTo>
                <a:cubicBezTo>
                  <a:pt x="345612" y="32144"/>
                  <a:pt x="345382" y="31027"/>
                  <a:pt x="344922" y="30201"/>
                </a:cubicBezTo>
                <a:cubicBezTo>
                  <a:pt x="344463" y="29375"/>
                  <a:pt x="343851" y="28732"/>
                  <a:pt x="343086" y="28274"/>
                </a:cubicBezTo>
                <a:cubicBezTo>
                  <a:pt x="342321" y="27814"/>
                  <a:pt x="341433" y="27508"/>
                  <a:pt x="340422" y="27355"/>
                </a:cubicBezTo>
                <a:cubicBezTo>
                  <a:pt x="339413" y="27201"/>
                  <a:pt x="338327" y="27125"/>
                  <a:pt x="337164" y="27125"/>
                </a:cubicBezTo>
                <a:cubicBezTo>
                  <a:pt x="334594" y="27125"/>
                  <a:pt x="332574" y="27676"/>
                  <a:pt x="331105" y="28778"/>
                </a:cubicBezTo>
                <a:cubicBezTo>
                  <a:pt x="329636" y="29880"/>
                  <a:pt x="328779" y="31716"/>
                  <a:pt x="328534" y="34286"/>
                </a:cubicBezTo>
                <a:lnTo>
                  <a:pt x="315497" y="34286"/>
                </a:lnTo>
                <a:moveTo>
                  <a:pt x="345612" y="43926"/>
                </a:moveTo>
                <a:cubicBezTo>
                  <a:pt x="345060" y="44417"/>
                  <a:pt x="344372" y="44799"/>
                  <a:pt x="343545" y="45075"/>
                </a:cubicBezTo>
                <a:cubicBezTo>
                  <a:pt x="342719" y="45350"/>
                  <a:pt x="341831" y="45580"/>
                  <a:pt x="340882" y="45764"/>
                </a:cubicBezTo>
                <a:cubicBezTo>
                  <a:pt x="339934" y="45947"/>
                  <a:pt x="338939" y="46100"/>
                  <a:pt x="337898" y="46222"/>
                </a:cubicBezTo>
                <a:cubicBezTo>
                  <a:pt x="336858" y="46345"/>
                  <a:pt x="335817" y="46497"/>
                  <a:pt x="334777" y="46680"/>
                </a:cubicBezTo>
                <a:cubicBezTo>
                  <a:pt x="333798" y="46864"/>
                  <a:pt x="332834" y="47110"/>
                  <a:pt x="331885" y="47416"/>
                </a:cubicBezTo>
                <a:cubicBezTo>
                  <a:pt x="330936" y="47721"/>
                  <a:pt x="330110" y="48135"/>
                  <a:pt x="329406" y="48656"/>
                </a:cubicBezTo>
                <a:cubicBezTo>
                  <a:pt x="328702" y="49176"/>
                  <a:pt x="328136" y="49834"/>
                  <a:pt x="327708" y="50630"/>
                </a:cubicBezTo>
                <a:cubicBezTo>
                  <a:pt x="327279" y="51424"/>
                  <a:pt x="327065" y="52434"/>
                  <a:pt x="327065" y="53658"/>
                </a:cubicBezTo>
                <a:cubicBezTo>
                  <a:pt x="327065" y="54821"/>
                  <a:pt x="327279" y="55801"/>
                  <a:pt x="327708" y="56596"/>
                </a:cubicBezTo>
                <a:cubicBezTo>
                  <a:pt x="328136" y="57392"/>
                  <a:pt x="328718" y="58020"/>
                  <a:pt x="329452" y="58479"/>
                </a:cubicBezTo>
                <a:cubicBezTo>
                  <a:pt x="330187" y="58938"/>
                  <a:pt x="331044" y="59259"/>
                  <a:pt x="332022" y="59443"/>
                </a:cubicBezTo>
                <a:cubicBezTo>
                  <a:pt x="333002" y="59627"/>
                  <a:pt x="334012" y="59719"/>
                  <a:pt x="335053" y="59719"/>
                </a:cubicBezTo>
                <a:cubicBezTo>
                  <a:pt x="337623" y="59719"/>
                  <a:pt x="339612" y="59291"/>
                  <a:pt x="341019" y="58434"/>
                </a:cubicBezTo>
                <a:cubicBezTo>
                  <a:pt x="342428" y="57577"/>
                  <a:pt x="343469" y="56551"/>
                  <a:pt x="344142" y="55358"/>
                </a:cubicBezTo>
                <a:cubicBezTo>
                  <a:pt x="344815" y="54164"/>
                  <a:pt x="345229" y="52955"/>
                  <a:pt x="345382" y="51731"/>
                </a:cubicBezTo>
                <a:cubicBezTo>
                  <a:pt x="345535" y="50506"/>
                  <a:pt x="345612" y="49527"/>
                  <a:pt x="345612" y="48793"/>
                </a:cubicBezTo>
                <a:lnTo>
                  <a:pt x="345612" y="43926"/>
                </a:lnTo>
                <a:close/>
                <a:moveTo>
                  <a:pt x="368839" y="19654"/>
                </a:moveTo>
                <a:lnTo>
                  <a:pt x="368839" y="67155"/>
                </a:lnTo>
                <a:lnTo>
                  <a:pt x="381876" y="67155"/>
                </a:lnTo>
                <a:lnTo>
                  <a:pt x="381876" y="45740"/>
                </a:lnTo>
                <a:cubicBezTo>
                  <a:pt x="381876" y="43596"/>
                  <a:pt x="382090" y="41605"/>
                  <a:pt x="382519" y="39767"/>
                </a:cubicBezTo>
                <a:cubicBezTo>
                  <a:pt x="382947" y="37929"/>
                  <a:pt x="383666" y="36321"/>
                  <a:pt x="384676" y="34942"/>
                </a:cubicBezTo>
                <a:cubicBezTo>
                  <a:pt x="385686" y="33564"/>
                  <a:pt x="387017" y="32476"/>
                  <a:pt x="388669" y="31679"/>
                </a:cubicBezTo>
                <a:cubicBezTo>
                  <a:pt x="390322" y="30883"/>
                  <a:pt x="392342" y="30484"/>
                  <a:pt x="394729" y="30484"/>
                </a:cubicBezTo>
                <a:cubicBezTo>
                  <a:pt x="395525" y="30484"/>
                  <a:pt x="396351" y="30531"/>
                  <a:pt x="397207" y="30623"/>
                </a:cubicBezTo>
                <a:cubicBezTo>
                  <a:pt x="398065" y="30714"/>
                  <a:pt x="398799" y="30821"/>
                  <a:pt x="399411" y="30944"/>
                </a:cubicBezTo>
                <a:lnTo>
                  <a:pt x="399411" y="18838"/>
                </a:lnTo>
                <a:cubicBezTo>
                  <a:pt x="398371" y="18533"/>
                  <a:pt x="397422" y="18380"/>
                  <a:pt x="396566" y="18380"/>
                </a:cubicBezTo>
                <a:cubicBezTo>
                  <a:pt x="394913" y="18380"/>
                  <a:pt x="393321" y="18625"/>
                  <a:pt x="391791" y="19114"/>
                </a:cubicBezTo>
                <a:cubicBezTo>
                  <a:pt x="390262" y="19603"/>
                  <a:pt x="388823" y="20290"/>
                  <a:pt x="387477" y="21176"/>
                </a:cubicBezTo>
                <a:cubicBezTo>
                  <a:pt x="386130" y="22063"/>
                  <a:pt x="384936" y="23133"/>
                  <a:pt x="383896" y="24386"/>
                </a:cubicBezTo>
                <a:cubicBezTo>
                  <a:pt x="382855" y="25639"/>
                  <a:pt x="382029" y="27000"/>
                  <a:pt x="381416" y="28467"/>
                </a:cubicBezTo>
                <a:lnTo>
                  <a:pt x="381233" y="28467"/>
                </a:lnTo>
                <a:lnTo>
                  <a:pt x="381233" y="19654"/>
                </a:lnTo>
                <a:lnTo>
                  <a:pt x="368839" y="19654"/>
                </a:lnTo>
                <a:close/>
                <a:moveTo>
                  <a:pt x="437117" y="36402"/>
                </a:moveTo>
                <a:lnTo>
                  <a:pt x="449878" y="36402"/>
                </a:lnTo>
                <a:cubicBezTo>
                  <a:pt x="449695" y="33337"/>
                  <a:pt x="448960" y="30686"/>
                  <a:pt x="447674" y="28449"/>
                </a:cubicBezTo>
                <a:cubicBezTo>
                  <a:pt x="446389" y="26211"/>
                  <a:pt x="444721" y="24341"/>
                  <a:pt x="442670" y="22839"/>
                </a:cubicBezTo>
                <a:cubicBezTo>
                  <a:pt x="440620" y="21338"/>
                  <a:pt x="438294" y="20219"/>
                  <a:pt x="435693" y="19484"/>
                </a:cubicBezTo>
                <a:cubicBezTo>
                  <a:pt x="433092" y="18748"/>
                  <a:pt x="430384" y="18380"/>
                  <a:pt x="427568" y="18380"/>
                </a:cubicBezTo>
                <a:cubicBezTo>
                  <a:pt x="423712" y="18380"/>
                  <a:pt x="420283" y="19024"/>
                  <a:pt x="417284" y="20312"/>
                </a:cubicBezTo>
                <a:cubicBezTo>
                  <a:pt x="414285" y="21599"/>
                  <a:pt x="411745" y="23392"/>
                  <a:pt x="409664" y="25692"/>
                </a:cubicBezTo>
                <a:cubicBezTo>
                  <a:pt x="407583" y="27991"/>
                  <a:pt x="406007" y="30720"/>
                  <a:pt x="404936" y="33877"/>
                </a:cubicBezTo>
                <a:cubicBezTo>
                  <a:pt x="403865" y="37034"/>
                  <a:pt x="403329" y="40452"/>
                  <a:pt x="403329" y="44131"/>
                </a:cubicBezTo>
                <a:cubicBezTo>
                  <a:pt x="403329" y="47687"/>
                  <a:pt x="403910" y="50952"/>
                  <a:pt x="405073" y="53926"/>
                </a:cubicBezTo>
                <a:cubicBezTo>
                  <a:pt x="406236" y="56899"/>
                  <a:pt x="407858" y="59458"/>
                  <a:pt x="409938" y="61605"/>
                </a:cubicBezTo>
                <a:cubicBezTo>
                  <a:pt x="412020" y="63751"/>
                  <a:pt x="414545" y="65422"/>
                  <a:pt x="417513" y="66617"/>
                </a:cubicBezTo>
                <a:cubicBezTo>
                  <a:pt x="420482" y="67813"/>
                  <a:pt x="423742" y="68410"/>
                  <a:pt x="427292" y="68410"/>
                </a:cubicBezTo>
                <a:cubicBezTo>
                  <a:pt x="433596" y="68410"/>
                  <a:pt x="438768" y="66751"/>
                  <a:pt x="442807" y="63433"/>
                </a:cubicBezTo>
                <a:cubicBezTo>
                  <a:pt x="446847" y="60114"/>
                  <a:pt x="449296" y="55302"/>
                  <a:pt x="450154" y="48998"/>
                </a:cubicBezTo>
                <a:lnTo>
                  <a:pt x="437575" y="48998"/>
                </a:lnTo>
                <a:cubicBezTo>
                  <a:pt x="437147" y="51936"/>
                  <a:pt x="436091" y="54277"/>
                  <a:pt x="434407" y="56022"/>
                </a:cubicBezTo>
                <a:cubicBezTo>
                  <a:pt x="432724" y="57766"/>
                  <a:pt x="430322" y="58637"/>
                  <a:pt x="427201" y="58637"/>
                </a:cubicBezTo>
                <a:cubicBezTo>
                  <a:pt x="425181" y="58637"/>
                  <a:pt x="423466" y="58178"/>
                  <a:pt x="422058" y="57260"/>
                </a:cubicBezTo>
                <a:cubicBezTo>
                  <a:pt x="420650" y="56342"/>
                  <a:pt x="419533" y="55164"/>
                  <a:pt x="418707" y="53726"/>
                </a:cubicBezTo>
                <a:cubicBezTo>
                  <a:pt x="417881" y="52287"/>
                  <a:pt x="417285" y="50679"/>
                  <a:pt x="416917" y="48904"/>
                </a:cubicBezTo>
                <a:cubicBezTo>
                  <a:pt x="416549" y="47128"/>
                  <a:pt x="416366" y="45384"/>
                  <a:pt x="416366" y="43670"/>
                </a:cubicBezTo>
                <a:cubicBezTo>
                  <a:pt x="416366" y="41894"/>
                  <a:pt x="416549" y="40104"/>
                  <a:pt x="416917" y="38299"/>
                </a:cubicBezTo>
                <a:cubicBezTo>
                  <a:pt x="417285" y="36492"/>
                  <a:pt x="417912" y="34839"/>
                  <a:pt x="418799" y="33339"/>
                </a:cubicBezTo>
                <a:cubicBezTo>
                  <a:pt x="419687" y="31839"/>
                  <a:pt x="420834" y="30615"/>
                  <a:pt x="422241" y="29666"/>
                </a:cubicBezTo>
                <a:cubicBezTo>
                  <a:pt x="423650" y="28717"/>
                  <a:pt x="425394" y="28243"/>
                  <a:pt x="427475" y="28243"/>
                </a:cubicBezTo>
                <a:cubicBezTo>
                  <a:pt x="433045" y="28243"/>
                  <a:pt x="436259" y="30962"/>
                  <a:pt x="437117" y="36402"/>
                </a:cubicBezTo>
                <a:close/>
                <a:moveTo>
                  <a:pt x="489908" y="36402"/>
                </a:moveTo>
                <a:lnTo>
                  <a:pt x="502669" y="36402"/>
                </a:lnTo>
                <a:cubicBezTo>
                  <a:pt x="502486" y="33337"/>
                  <a:pt x="501751" y="30686"/>
                  <a:pt x="500465" y="28449"/>
                </a:cubicBezTo>
                <a:cubicBezTo>
                  <a:pt x="499180" y="26211"/>
                  <a:pt x="497512" y="24341"/>
                  <a:pt x="495461" y="22839"/>
                </a:cubicBezTo>
                <a:cubicBezTo>
                  <a:pt x="493411" y="21338"/>
                  <a:pt x="491085" y="20219"/>
                  <a:pt x="488484" y="19484"/>
                </a:cubicBezTo>
                <a:cubicBezTo>
                  <a:pt x="485883" y="18748"/>
                  <a:pt x="483175" y="18380"/>
                  <a:pt x="480359" y="18380"/>
                </a:cubicBezTo>
                <a:cubicBezTo>
                  <a:pt x="476503" y="18380"/>
                  <a:pt x="473075" y="19024"/>
                  <a:pt x="470075" y="20312"/>
                </a:cubicBezTo>
                <a:cubicBezTo>
                  <a:pt x="467076" y="21599"/>
                  <a:pt x="464536" y="23392"/>
                  <a:pt x="462455" y="25692"/>
                </a:cubicBezTo>
                <a:cubicBezTo>
                  <a:pt x="460374" y="27991"/>
                  <a:pt x="458798" y="30720"/>
                  <a:pt x="457727" y="33877"/>
                </a:cubicBezTo>
                <a:cubicBezTo>
                  <a:pt x="456656" y="37034"/>
                  <a:pt x="456120" y="40452"/>
                  <a:pt x="456120" y="44131"/>
                </a:cubicBezTo>
                <a:cubicBezTo>
                  <a:pt x="456120" y="47687"/>
                  <a:pt x="456701" y="50952"/>
                  <a:pt x="457864" y="53926"/>
                </a:cubicBezTo>
                <a:cubicBezTo>
                  <a:pt x="459027" y="56899"/>
                  <a:pt x="460649" y="59458"/>
                  <a:pt x="462730" y="61605"/>
                </a:cubicBezTo>
                <a:cubicBezTo>
                  <a:pt x="464811" y="63751"/>
                  <a:pt x="467336" y="65422"/>
                  <a:pt x="470304" y="66617"/>
                </a:cubicBezTo>
                <a:cubicBezTo>
                  <a:pt x="473274" y="67813"/>
                  <a:pt x="476533" y="68410"/>
                  <a:pt x="480083" y="68410"/>
                </a:cubicBezTo>
                <a:cubicBezTo>
                  <a:pt x="486387" y="68410"/>
                  <a:pt x="491559" y="66751"/>
                  <a:pt x="495598" y="63433"/>
                </a:cubicBezTo>
                <a:cubicBezTo>
                  <a:pt x="499639" y="60114"/>
                  <a:pt x="502087" y="55302"/>
                  <a:pt x="502945" y="48998"/>
                </a:cubicBezTo>
                <a:lnTo>
                  <a:pt x="490366" y="48998"/>
                </a:lnTo>
                <a:cubicBezTo>
                  <a:pt x="489938" y="51936"/>
                  <a:pt x="488882" y="54277"/>
                  <a:pt x="487198" y="56022"/>
                </a:cubicBezTo>
                <a:cubicBezTo>
                  <a:pt x="485515" y="57766"/>
                  <a:pt x="483113" y="58637"/>
                  <a:pt x="479992" y="58637"/>
                </a:cubicBezTo>
                <a:cubicBezTo>
                  <a:pt x="477972" y="58637"/>
                  <a:pt x="476258" y="58178"/>
                  <a:pt x="474849" y="57260"/>
                </a:cubicBezTo>
                <a:cubicBezTo>
                  <a:pt x="473442" y="56342"/>
                  <a:pt x="472325" y="55164"/>
                  <a:pt x="471498" y="53726"/>
                </a:cubicBezTo>
                <a:cubicBezTo>
                  <a:pt x="470672" y="52287"/>
                  <a:pt x="470076" y="50679"/>
                  <a:pt x="469708" y="48904"/>
                </a:cubicBezTo>
                <a:cubicBezTo>
                  <a:pt x="469341" y="47128"/>
                  <a:pt x="469157" y="45384"/>
                  <a:pt x="469157" y="43670"/>
                </a:cubicBezTo>
                <a:cubicBezTo>
                  <a:pt x="469157" y="41894"/>
                  <a:pt x="469341" y="40104"/>
                  <a:pt x="469708" y="38299"/>
                </a:cubicBezTo>
                <a:cubicBezTo>
                  <a:pt x="470076" y="36492"/>
                  <a:pt x="470703" y="34839"/>
                  <a:pt x="471591" y="33339"/>
                </a:cubicBezTo>
                <a:cubicBezTo>
                  <a:pt x="472478" y="31839"/>
                  <a:pt x="473625" y="30615"/>
                  <a:pt x="475033" y="29666"/>
                </a:cubicBezTo>
                <a:cubicBezTo>
                  <a:pt x="476441" y="28717"/>
                  <a:pt x="478186" y="28243"/>
                  <a:pt x="480267" y="28243"/>
                </a:cubicBezTo>
                <a:cubicBezTo>
                  <a:pt x="485837" y="28243"/>
                  <a:pt x="489050" y="30962"/>
                  <a:pt x="489908" y="36402"/>
                </a:cubicBezTo>
                <a:close/>
                <a:moveTo>
                  <a:pt x="521949" y="43486"/>
                </a:moveTo>
                <a:cubicBezTo>
                  <a:pt x="521949" y="41589"/>
                  <a:pt x="522133" y="39722"/>
                  <a:pt x="522500" y="37885"/>
                </a:cubicBezTo>
                <a:cubicBezTo>
                  <a:pt x="522867" y="36048"/>
                  <a:pt x="523494" y="34426"/>
                  <a:pt x="524381" y="33019"/>
                </a:cubicBezTo>
                <a:cubicBezTo>
                  <a:pt x="525269" y="31610"/>
                  <a:pt x="526448" y="30462"/>
                  <a:pt x="527917" y="29575"/>
                </a:cubicBezTo>
                <a:cubicBezTo>
                  <a:pt x="529386" y="28687"/>
                  <a:pt x="531222" y="28243"/>
                  <a:pt x="533426" y="28243"/>
                </a:cubicBezTo>
                <a:cubicBezTo>
                  <a:pt x="535630" y="28243"/>
                  <a:pt x="537481" y="28687"/>
                  <a:pt x="538980" y="29575"/>
                </a:cubicBezTo>
                <a:cubicBezTo>
                  <a:pt x="540480" y="30462"/>
                  <a:pt x="541674" y="31610"/>
                  <a:pt x="542561" y="33019"/>
                </a:cubicBezTo>
                <a:cubicBezTo>
                  <a:pt x="543449" y="34426"/>
                  <a:pt x="544077" y="36048"/>
                  <a:pt x="544444" y="37885"/>
                </a:cubicBezTo>
                <a:cubicBezTo>
                  <a:pt x="544811" y="39722"/>
                  <a:pt x="544994" y="41589"/>
                  <a:pt x="544994" y="43486"/>
                </a:cubicBezTo>
                <a:cubicBezTo>
                  <a:pt x="544994" y="45384"/>
                  <a:pt x="544811" y="47236"/>
                  <a:pt x="544444" y="49042"/>
                </a:cubicBezTo>
                <a:cubicBezTo>
                  <a:pt x="544077" y="50848"/>
                  <a:pt x="543449" y="52470"/>
                  <a:pt x="542561" y="53909"/>
                </a:cubicBezTo>
                <a:cubicBezTo>
                  <a:pt x="541674" y="55348"/>
                  <a:pt x="540480" y="56495"/>
                  <a:pt x="538980" y="57353"/>
                </a:cubicBezTo>
                <a:cubicBezTo>
                  <a:pt x="537481" y="58209"/>
                  <a:pt x="535630" y="58637"/>
                  <a:pt x="533426" y="58637"/>
                </a:cubicBezTo>
                <a:cubicBezTo>
                  <a:pt x="531222" y="58637"/>
                  <a:pt x="529386" y="58209"/>
                  <a:pt x="527917" y="57353"/>
                </a:cubicBezTo>
                <a:cubicBezTo>
                  <a:pt x="526448" y="56495"/>
                  <a:pt x="525269" y="55348"/>
                  <a:pt x="524381" y="53909"/>
                </a:cubicBezTo>
                <a:cubicBezTo>
                  <a:pt x="523494" y="52470"/>
                  <a:pt x="522867" y="50848"/>
                  <a:pt x="522500" y="49042"/>
                </a:cubicBezTo>
                <a:cubicBezTo>
                  <a:pt x="522133" y="47236"/>
                  <a:pt x="521949" y="45384"/>
                  <a:pt x="521949" y="43486"/>
                </a:cubicBezTo>
                <a:moveTo>
                  <a:pt x="508912" y="43488"/>
                </a:moveTo>
                <a:cubicBezTo>
                  <a:pt x="508912" y="47289"/>
                  <a:pt x="509493" y="50722"/>
                  <a:pt x="510656" y="53787"/>
                </a:cubicBezTo>
                <a:cubicBezTo>
                  <a:pt x="511819" y="56853"/>
                  <a:pt x="513472" y="59474"/>
                  <a:pt x="515614" y="61651"/>
                </a:cubicBezTo>
                <a:cubicBezTo>
                  <a:pt x="517757" y="63827"/>
                  <a:pt x="520327" y="65498"/>
                  <a:pt x="523326" y="66663"/>
                </a:cubicBezTo>
                <a:cubicBezTo>
                  <a:pt x="526326" y="67828"/>
                  <a:pt x="529693" y="68410"/>
                  <a:pt x="533426" y="68410"/>
                </a:cubicBezTo>
                <a:cubicBezTo>
                  <a:pt x="537160" y="68410"/>
                  <a:pt x="540541" y="67828"/>
                  <a:pt x="543571" y="66663"/>
                </a:cubicBezTo>
                <a:cubicBezTo>
                  <a:pt x="546601" y="65498"/>
                  <a:pt x="549187" y="63827"/>
                  <a:pt x="551329" y="61651"/>
                </a:cubicBezTo>
                <a:cubicBezTo>
                  <a:pt x="553472" y="59474"/>
                  <a:pt x="555125" y="56853"/>
                  <a:pt x="556287" y="53787"/>
                </a:cubicBezTo>
                <a:cubicBezTo>
                  <a:pt x="557450" y="50722"/>
                  <a:pt x="558032" y="47289"/>
                  <a:pt x="558032" y="43488"/>
                </a:cubicBezTo>
                <a:cubicBezTo>
                  <a:pt x="558032" y="39687"/>
                  <a:pt x="557450" y="36238"/>
                  <a:pt x="556287" y="33142"/>
                </a:cubicBezTo>
                <a:cubicBezTo>
                  <a:pt x="555125" y="30045"/>
                  <a:pt x="553472" y="27408"/>
                  <a:pt x="551329" y="25232"/>
                </a:cubicBezTo>
                <a:cubicBezTo>
                  <a:pt x="549187" y="23055"/>
                  <a:pt x="546601" y="21369"/>
                  <a:pt x="543571" y="20173"/>
                </a:cubicBezTo>
                <a:cubicBezTo>
                  <a:pt x="540541" y="18978"/>
                  <a:pt x="537160" y="18380"/>
                  <a:pt x="533426" y="18380"/>
                </a:cubicBezTo>
                <a:cubicBezTo>
                  <a:pt x="529693" y="18380"/>
                  <a:pt x="526326" y="18978"/>
                  <a:pt x="523326" y="20173"/>
                </a:cubicBezTo>
                <a:cubicBezTo>
                  <a:pt x="520327" y="21369"/>
                  <a:pt x="517757" y="23055"/>
                  <a:pt x="515614" y="25232"/>
                </a:cubicBezTo>
                <a:cubicBezTo>
                  <a:pt x="513472" y="27408"/>
                  <a:pt x="511819" y="30045"/>
                  <a:pt x="510656" y="33142"/>
                </a:cubicBezTo>
                <a:cubicBezTo>
                  <a:pt x="509493" y="36238"/>
                  <a:pt x="508912" y="39687"/>
                  <a:pt x="508912" y="43488"/>
                </a:cubicBezTo>
                <a:close/>
                <a:moveTo>
                  <a:pt x="576333" y="51734"/>
                </a:moveTo>
                <a:lnTo>
                  <a:pt x="563939" y="51734"/>
                </a:lnTo>
                <a:cubicBezTo>
                  <a:pt x="564062" y="54911"/>
                  <a:pt x="564781" y="57554"/>
                  <a:pt x="566097" y="59661"/>
                </a:cubicBezTo>
                <a:cubicBezTo>
                  <a:pt x="567413" y="61768"/>
                  <a:pt x="569096" y="63464"/>
                  <a:pt x="571146" y="64747"/>
                </a:cubicBezTo>
                <a:cubicBezTo>
                  <a:pt x="573197" y="66030"/>
                  <a:pt x="575538" y="66946"/>
                  <a:pt x="578170" y="67495"/>
                </a:cubicBezTo>
                <a:cubicBezTo>
                  <a:pt x="580802" y="68046"/>
                  <a:pt x="583495" y="68321"/>
                  <a:pt x="586249" y="68321"/>
                </a:cubicBezTo>
                <a:cubicBezTo>
                  <a:pt x="588942" y="68321"/>
                  <a:pt x="591589" y="68060"/>
                  <a:pt x="594190" y="67539"/>
                </a:cubicBezTo>
                <a:cubicBezTo>
                  <a:pt x="596792" y="67019"/>
                  <a:pt x="599102" y="66116"/>
                  <a:pt x="601121" y="64830"/>
                </a:cubicBezTo>
                <a:cubicBezTo>
                  <a:pt x="603142" y="63543"/>
                  <a:pt x="604779" y="61844"/>
                  <a:pt x="606033" y="59732"/>
                </a:cubicBezTo>
                <a:cubicBezTo>
                  <a:pt x="607288" y="57619"/>
                  <a:pt x="607916" y="55001"/>
                  <a:pt x="607916" y="51878"/>
                </a:cubicBezTo>
                <a:cubicBezTo>
                  <a:pt x="607916" y="49674"/>
                  <a:pt x="607487" y="47822"/>
                  <a:pt x="606630" y="46322"/>
                </a:cubicBezTo>
                <a:cubicBezTo>
                  <a:pt x="605774" y="44821"/>
                  <a:pt x="604641" y="43565"/>
                  <a:pt x="603233" y="42555"/>
                </a:cubicBezTo>
                <a:cubicBezTo>
                  <a:pt x="601825" y="41544"/>
                  <a:pt x="600219" y="40733"/>
                  <a:pt x="598413" y="40121"/>
                </a:cubicBezTo>
                <a:cubicBezTo>
                  <a:pt x="596608" y="39509"/>
                  <a:pt x="594757" y="38988"/>
                  <a:pt x="592859" y="38559"/>
                </a:cubicBezTo>
                <a:cubicBezTo>
                  <a:pt x="591023" y="38131"/>
                  <a:pt x="589217" y="37733"/>
                  <a:pt x="587441" y="37366"/>
                </a:cubicBezTo>
                <a:cubicBezTo>
                  <a:pt x="585667" y="36998"/>
                  <a:pt x="584091" y="36584"/>
                  <a:pt x="582713" y="36126"/>
                </a:cubicBezTo>
                <a:cubicBezTo>
                  <a:pt x="581337" y="35666"/>
                  <a:pt x="580220" y="35069"/>
                  <a:pt x="579362" y="34334"/>
                </a:cubicBezTo>
                <a:cubicBezTo>
                  <a:pt x="578506" y="33599"/>
                  <a:pt x="578078" y="32650"/>
                  <a:pt x="578078" y="31486"/>
                </a:cubicBezTo>
                <a:cubicBezTo>
                  <a:pt x="578078" y="30506"/>
                  <a:pt x="578322" y="29725"/>
                  <a:pt x="578812" y="29144"/>
                </a:cubicBezTo>
                <a:cubicBezTo>
                  <a:pt x="579302" y="28562"/>
                  <a:pt x="579899" y="28118"/>
                  <a:pt x="580602" y="27813"/>
                </a:cubicBezTo>
                <a:cubicBezTo>
                  <a:pt x="581306" y="27506"/>
                  <a:pt x="582087" y="27307"/>
                  <a:pt x="582943" y="27216"/>
                </a:cubicBezTo>
                <a:cubicBezTo>
                  <a:pt x="583800" y="27123"/>
                  <a:pt x="584596" y="27077"/>
                  <a:pt x="585330" y="27077"/>
                </a:cubicBezTo>
                <a:cubicBezTo>
                  <a:pt x="587656" y="27077"/>
                  <a:pt x="589675" y="27523"/>
                  <a:pt x="591389" y="28415"/>
                </a:cubicBezTo>
                <a:cubicBezTo>
                  <a:pt x="593103" y="29306"/>
                  <a:pt x="594052" y="31012"/>
                  <a:pt x="594236" y="33533"/>
                </a:cubicBezTo>
                <a:lnTo>
                  <a:pt x="606631" y="33533"/>
                </a:lnTo>
                <a:cubicBezTo>
                  <a:pt x="606387" y="30594"/>
                  <a:pt x="605637" y="28161"/>
                  <a:pt x="604381" y="26232"/>
                </a:cubicBezTo>
                <a:cubicBezTo>
                  <a:pt x="603127" y="24304"/>
                  <a:pt x="601551" y="22758"/>
                  <a:pt x="599653" y="21595"/>
                </a:cubicBezTo>
                <a:cubicBezTo>
                  <a:pt x="597756" y="20432"/>
                  <a:pt x="595599" y="19605"/>
                  <a:pt x="593181" y="19116"/>
                </a:cubicBezTo>
                <a:cubicBezTo>
                  <a:pt x="590763" y="18625"/>
                  <a:pt x="588269" y="18380"/>
                  <a:pt x="585699" y="18380"/>
                </a:cubicBezTo>
                <a:cubicBezTo>
                  <a:pt x="583127" y="18380"/>
                  <a:pt x="580617" y="18610"/>
                  <a:pt x="578169" y="19069"/>
                </a:cubicBezTo>
                <a:cubicBezTo>
                  <a:pt x="575721" y="19528"/>
                  <a:pt x="573518" y="20324"/>
                  <a:pt x="571559" y="21457"/>
                </a:cubicBezTo>
                <a:cubicBezTo>
                  <a:pt x="569601" y="22590"/>
                  <a:pt x="568024" y="24136"/>
                  <a:pt x="566831" y="26095"/>
                </a:cubicBezTo>
                <a:cubicBezTo>
                  <a:pt x="565637" y="28055"/>
                  <a:pt x="565040" y="30566"/>
                  <a:pt x="565040" y="33628"/>
                </a:cubicBezTo>
                <a:cubicBezTo>
                  <a:pt x="565040" y="35710"/>
                  <a:pt x="565469" y="37470"/>
                  <a:pt x="566325" y="38909"/>
                </a:cubicBezTo>
                <a:cubicBezTo>
                  <a:pt x="567182" y="40348"/>
                  <a:pt x="568315" y="41542"/>
                  <a:pt x="569722" y="42492"/>
                </a:cubicBezTo>
                <a:cubicBezTo>
                  <a:pt x="571131" y="43441"/>
                  <a:pt x="572738" y="44206"/>
                  <a:pt x="574543" y="44788"/>
                </a:cubicBezTo>
                <a:cubicBezTo>
                  <a:pt x="576348" y="45370"/>
                  <a:pt x="578200" y="45875"/>
                  <a:pt x="580098" y="46304"/>
                </a:cubicBezTo>
                <a:cubicBezTo>
                  <a:pt x="584749" y="47283"/>
                  <a:pt x="588375" y="48263"/>
                  <a:pt x="590976" y="49243"/>
                </a:cubicBezTo>
                <a:cubicBezTo>
                  <a:pt x="593578" y="50222"/>
                  <a:pt x="594879" y="51692"/>
                  <a:pt x="594879" y="53651"/>
                </a:cubicBezTo>
                <a:cubicBezTo>
                  <a:pt x="594879" y="54814"/>
                  <a:pt x="594603" y="55779"/>
                  <a:pt x="594052" y="56544"/>
                </a:cubicBezTo>
                <a:cubicBezTo>
                  <a:pt x="593501" y="57310"/>
                  <a:pt x="592813" y="57923"/>
                  <a:pt x="591986" y="58382"/>
                </a:cubicBezTo>
                <a:cubicBezTo>
                  <a:pt x="591160" y="58841"/>
                  <a:pt x="590242" y="59178"/>
                  <a:pt x="589232" y="59393"/>
                </a:cubicBezTo>
                <a:cubicBezTo>
                  <a:pt x="588222" y="59606"/>
                  <a:pt x="587258" y="59713"/>
                  <a:pt x="586340" y="59713"/>
                </a:cubicBezTo>
                <a:cubicBezTo>
                  <a:pt x="585055" y="59713"/>
                  <a:pt x="583816" y="59561"/>
                  <a:pt x="582622" y="59255"/>
                </a:cubicBezTo>
                <a:cubicBezTo>
                  <a:pt x="581429" y="58949"/>
                  <a:pt x="580373" y="58475"/>
                  <a:pt x="579455" y="57833"/>
                </a:cubicBezTo>
                <a:cubicBezTo>
                  <a:pt x="578537" y="57191"/>
                  <a:pt x="577787" y="56365"/>
                  <a:pt x="577205" y="55356"/>
                </a:cubicBezTo>
                <a:cubicBezTo>
                  <a:pt x="576624" y="54348"/>
                  <a:pt x="576333" y="53140"/>
                  <a:pt x="576333" y="51734"/>
                </a:cubicBezTo>
                <a:close/>
                <a:moveTo>
                  <a:pt x="638060" y="0"/>
                </a:moveTo>
                <a:lnTo>
                  <a:pt x="627136" y="0"/>
                </a:lnTo>
                <a:cubicBezTo>
                  <a:pt x="625116" y="2938"/>
                  <a:pt x="623356" y="6152"/>
                  <a:pt x="621856" y="9641"/>
                </a:cubicBezTo>
                <a:cubicBezTo>
                  <a:pt x="620357" y="13130"/>
                  <a:pt x="619102" y="16742"/>
                  <a:pt x="618091" y="20476"/>
                </a:cubicBezTo>
                <a:cubicBezTo>
                  <a:pt x="617082" y="24210"/>
                  <a:pt x="616317" y="27959"/>
                  <a:pt x="615797" y="31724"/>
                </a:cubicBezTo>
                <a:cubicBezTo>
                  <a:pt x="615276" y="35489"/>
                  <a:pt x="615016" y="39086"/>
                  <a:pt x="615016" y="42514"/>
                </a:cubicBezTo>
                <a:cubicBezTo>
                  <a:pt x="615016" y="49737"/>
                  <a:pt x="616072" y="56838"/>
                  <a:pt x="618184" y="63817"/>
                </a:cubicBezTo>
                <a:cubicBezTo>
                  <a:pt x="620296" y="70795"/>
                  <a:pt x="623280" y="77437"/>
                  <a:pt x="627136" y="83742"/>
                </a:cubicBezTo>
                <a:lnTo>
                  <a:pt x="637969" y="83742"/>
                </a:lnTo>
                <a:cubicBezTo>
                  <a:pt x="634480" y="77070"/>
                  <a:pt x="631955" y="70214"/>
                  <a:pt x="630394" y="63175"/>
                </a:cubicBezTo>
                <a:cubicBezTo>
                  <a:pt x="628834" y="56135"/>
                  <a:pt x="628053" y="48942"/>
                  <a:pt x="628053" y="41595"/>
                </a:cubicBezTo>
                <a:cubicBezTo>
                  <a:pt x="628053" y="34372"/>
                  <a:pt x="628849" y="27256"/>
                  <a:pt x="630441" y="20248"/>
                </a:cubicBezTo>
                <a:cubicBezTo>
                  <a:pt x="632032" y="13238"/>
                  <a:pt x="634572" y="6489"/>
                  <a:pt x="638060" y="0"/>
                </a:cubicBezTo>
                <a:close/>
                <a:moveTo>
                  <a:pt x="666156" y="73011"/>
                </a:moveTo>
                <a:lnTo>
                  <a:pt x="685986" y="19725"/>
                </a:lnTo>
                <a:lnTo>
                  <a:pt x="672491" y="19725"/>
                </a:lnTo>
                <a:lnTo>
                  <a:pt x="662115" y="52192"/>
                </a:lnTo>
                <a:lnTo>
                  <a:pt x="661932" y="52192"/>
                </a:lnTo>
                <a:lnTo>
                  <a:pt x="651190" y="19725"/>
                </a:lnTo>
                <a:lnTo>
                  <a:pt x="637326" y="19725"/>
                </a:lnTo>
                <a:lnTo>
                  <a:pt x="653944" y="64215"/>
                </a:lnTo>
                <a:cubicBezTo>
                  <a:pt x="654312" y="65132"/>
                  <a:pt x="654496" y="66110"/>
                  <a:pt x="654496" y="67149"/>
                </a:cubicBezTo>
                <a:cubicBezTo>
                  <a:pt x="654496" y="68556"/>
                  <a:pt x="654082" y="69840"/>
                  <a:pt x="653256" y="71002"/>
                </a:cubicBezTo>
                <a:cubicBezTo>
                  <a:pt x="652429" y="72164"/>
                  <a:pt x="651159" y="72837"/>
                  <a:pt x="649445" y="73021"/>
                </a:cubicBezTo>
                <a:cubicBezTo>
                  <a:pt x="648160" y="73081"/>
                  <a:pt x="646875" y="73051"/>
                  <a:pt x="645589" y="72928"/>
                </a:cubicBezTo>
                <a:cubicBezTo>
                  <a:pt x="644304" y="72806"/>
                  <a:pt x="643049" y="72684"/>
                  <a:pt x="641826" y="72561"/>
                </a:cubicBezTo>
                <a:lnTo>
                  <a:pt x="641826" y="83294"/>
                </a:lnTo>
                <a:cubicBezTo>
                  <a:pt x="643172" y="83413"/>
                  <a:pt x="644502" y="83518"/>
                  <a:pt x="645818" y="83608"/>
                </a:cubicBezTo>
                <a:cubicBezTo>
                  <a:pt x="647134" y="83697"/>
                  <a:pt x="648466" y="83742"/>
                  <a:pt x="649812" y="83742"/>
                </a:cubicBezTo>
                <a:cubicBezTo>
                  <a:pt x="654280" y="83742"/>
                  <a:pt x="657769" y="82916"/>
                  <a:pt x="660279" y="81265"/>
                </a:cubicBezTo>
                <a:cubicBezTo>
                  <a:pt x="662788" y="79615"/>
                  <a:pt x="664747" y="76864"/>
                  <a:pt x="666156" y="73011"/>
                </a:cubicBezTo>
                <a:close/>
                <a:moveTo>
                  <a:pt x="684670" y="83742"/>
                </a:moveTo>
                <a:lnTo>
                  <a:pt x="695504" y="83742"/>
                </a:lnTo>
                <a:cubicBezTo>
                  <a:pt x="697524" y="80865"/>
                  <a:pt x="699299" y="77681"/>
                  <a:pt x="700829" y="74192"/>
                </a:cubicBezTo>
                <a:cubicBezTo>
                  <a:pt x="702359" y="70703"/>
                  <a:pt x="703630" y="67107"/>
                  <a:pt x="704639" y="63403"/>
                </a:cubicBezTo>
                <a:cubicBezTo>
                  <a:pt x="705649" y="59700"/>
                  <a:pt x="706398" y="55966"/>
                  <a:pt x="706888" y="52202"/>
                </a:cubicBezTo>
                <a:cubicBezTo>
                  <a:pt x="707378" y="48437"/>
                  <a:pt x="707623" y="44840"/>
                  <a:pt x="707623" y="41412"/>
                </a:cubicBezTo>
                <a:cubicBezTo>
                  <a:pt x="707623" y="34188"/>
                  <a:pt x="706567" y="27057"/>
                  <a:pt x="704456" y="20018"/>
                </a:cubicBezTo>
                <a:cubicBezTo>
                  <a:pt x="702344" y="12978"/>
                  <a:pt x="699360" y="6305"/>
                  <a:pt x="695504" y="0"/>
                </a:cubicBezTo>
                <a:lnTo>
                  <a:pt x="684761" y="0"/>
                </a:lnTo>
                <a:cubicBezTo>
                  <a:pt x="688128" y="6672"/>
                  <a:pt x="690607" y="13559"/>
                  <a:pt x="692199" y="20660"/>
                </a:cubicBezTo>
                <a:cubicBezTo>
                  <a:pt x="693790" y="27760"/>
                  <a:pt x="694586" y="34984"/>
                  <a:pt x="694586" y="42331"/>
                </a:cubicBezTo>
                <a:cubicBezTo>
                  <a:pt x="694586" y="49554"/>
                  <a:pt x="693775" y="56639"/>
                  <a:pt x="692153" y="63587"/>
                </a:cubicBezTo>
                <a:cubicBezTo>
                  <a:pt x="690530" y="70535"/>
                  <a:pt x="688036" y="77253"/>
                  <a:pt x="684670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print(y)">
            <a:extLst xmlns:a="http://schemas.openxmlformats.org/drawingml/2006/main">
              <a:ext uri="{FF2B5EF4-FFF2-40B4-BE49-F238E27FC236}">
                <a16:creationId xmlns:a16="http://schemas.microsoft.com/office/drawing/2014/main" id="{B0853B47-D93F-4378-91D7-6CEEA6D8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580" y="6267842"/>
            <a:ext cx="294408" cy="83742"/>
          </a:xfrm>
          <a:custGeom xmlns:a="http://schemas.openxmlformats.org/drawingml/2006/main">
            <a:pathLst>
              <a:path w="294408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4" y="41605"/>
                  <a:pt x="69533" y="39767"/>
                </a:cubicBezTo>
                <a:cubicBezTo>
                  <a:pt x="69961" y="37929"/>
                  <a:pt x="70680" y="36321"/>
                  <a:pt x="71690" y="34942"/>
                </a:cubicBezTo>
                <a:cubicBezTo>
                  <a:pt x="72700" y="33564"/>
                  <a:pt x="74030" y="32476"/>
                  <a:pt x="75683" y="31679"/>
                </a:cubicBezTo>
                <a:cubicBezTo>
                  <a:pt x="77336" y="30883"/>
                  <a:pt x="79356" y="30484"/>
                  <a:pt x="81743" y="30484"/>
                </a:cubicBezTo>
                <a:cubicBezTo>
                  <a:pt x="82539" y="30484"/>
                  <a:pt x="83365" y="30531"/>
                  <a:pt x="84221" y="30623"/>
                </a:cubicBezTo>
                <a:cubicBezTo>
                  <a:pt x="85079" y="30714"/>
                  <a:pt x="85813" y="30821"/>
                  <a:pt x="86425" y="30944"/>
                </a:cubicBezTo>
                <a:lnTo>
                  <a:pt x="86425" y="18838"/>
                </a:lnTo>
                <a:cubicBezTo>
                  <a:pt x="85385" y="18533"/>
                  <a:pt x="84436" y="18380"/>
                  <a:pt x="83580" y="18380"/>
                </a:cubicBezTo>
                <a:cubicBezTo>
                  <a:pt x="81927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4" y="22063"/>
                  <a:pt x="71950" y="23133"/>
                  <a:pt x="70910" y="24386"/>
                </a:cubicBezTo>
                <a:cubicBezTo>
                  <a:pt x="69869" y="25639"/>
                  <a:pt x="69043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9" y="1614"/>
                </a:lnTo>
                <a:lnTo>
                  <a:pt x="92179" y="12373"/>
                </a:lnTo>
                <a:lnTo>
                  <a:pt x="105216" y="12373"/>
                </a:lnTo>
                <a:moveTo>
                  <a:pt x="92179" y="19689"/>
                </a:moveTo>
                <a:lnTo>
                  <a:pt x="92179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9" y="19689"/>
                </a:lnTo>
                <a:close/>
                <a:moveTo>
                  <a:pt x="115530" y="19687"/>
                </a:moveTo>
                <a:lnTo>
                  <a:pt x="115530" y="67155"/>
                </a:lnTo>
                <a:lnTo>
                  <a:pt x="128567" y="67155"/>
                </a:lnTo>
                <a:lnTo>
                  <a:pt x="128567" y="42277"/>
                </a:lnTo>
                <a:cubicBezTo>
                  <a:pt x="128567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5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5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1" y="18380"/>
                  <a:pt x="137258" y="19009"/>
                  <a:pt x="134626" y="20267"/>
                </a:cubicBezTo>
                <a:cubicBezTo>
                  <a:pt x="131994" y="21525"/>
                  <a:pt x="129852" y="23535"/>
                  <a:pt x="128200" y="26297"/>
                </a:cubicBezTo>
                <a:lnTo>
                  <a:pt x="127924" y="26297"/>
                </a:lnTo>
                <a:lnTo>
                  <a:pt x="127924" y="19687"/>
                </a:lnTo>
                <a:lnTo>
                  <a:pt x="115530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7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2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5" y="67155"/>
                </a:cubicBezTo>
                <a:lnTo>
                  <a:pt x="195925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6" y="57382"/>
                </a:cubicBezTo>
                <a:cubicBezTo>
                  <a:pt x="189682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5" y="28422"/>
                </a:lnTo>
                <a:lnTo>
                  <a:pt x="195925" y="19725"/>
                </a:lnTo>
                <a:lnTo>
                  <a:pt x="186377" y="19725"/>
                </a:lnTo>
                <a:close/>
                <a:moveTo>
                  <a:pt x="224844" y="0"/>
                </a:moveTo>
                <a:lnTo>
                  <a:pt x="213920" y="0"/>
                </a:lnTo>
                <a:cubicBezTo>
                  <a:pt x="211900" y="2938"/>
                  <a:pt x="210140" y="6152"/>
                  <a:pt x="208640" y="9641"/>
                </a:cubicBezTo>
                <a:cubicBezTo>
                  <a:pt x="207141" y="13130"/>
                  <a:pt x="205886" y="16742"/>
                  <a:pt x="204875" y="20476"/>
                </a:cubicBezTo>
                <a:cubicBezTo>
                  <a:pt x="203866" y="24210"/>
                  <a:pt x="203101" y="27959"/>
                  <a:pt x="202581" y="31724"/>
                </a:cubicBezTo>
                <a:cubicBezTo>
                  <a:pt x="202060" y="35489"/>
                  <a:pt x="201800" y="39086"/>
                  <a:pt x="201800" y="42514"/>
                </a:cubicBezTo>
                <a:cubicBezTo>
                  <a:pt x="201800" y="49737"/>
                  <a:pt x="202856" y="56838"/>
                  <a:pt x="204968" y="63817"/>
                </a:cubicBezTo>
                <a:cubicBezTo>
                  <a:pt x="207079" y="70795"/>
                  <a:pt x="210063" y="77437"/>
                  <a:pt x="213920" y="83742"/>
                </a:cubicBezTo>
                <a:lnTo>
                  <a:pt x="224753" y="83742"/>
                </a:lnTo>
                <a:cubicBezTo>
                  <a:pt x="221264" y="77070"/>
                  <a:pt x="218739" y="70214"/>
                  <a:pt x="217178" y="63175"/>
                </a:cubicBezTo>
                <a:cubicBezTo>
                  <a:pt x="215618" y="56135"/>
                  <a:pt x="214837" y="48942"/>
                  <a:pt x="214837" y="41595"/>
                </a:cubicBezTo>
                <a:cubicBezTo>
                  <a:pt x="214837" y="34372"/>
                  <a:pt x="215633" y="27256"/>
                  <a:pt x="217225" y="20248"/>
                </a:cubicBezTo>
                <a:cubicBezTo>
                  <a:pt x="218816" y="13238"/>
                  <a:pt x="221356" y="6489"/>
                  <a:pt x="224844" y="0"/>
                </a:cubicBezTo>
                <a:close/>
                <a:moveTo>
                  <a:pt x="252940" y="73011"/>
                </a:moveTo>
                <a:lnTo>
                  <a:pt x="272770" y="19725"/>
                </a:lnTo>
                <a:lnTo>
                  <a:pt x="259275" y="19725"/>
                </a:lnTo>
                <a:lnTo>
                  <a:pt x="248899" y="52192"/>
                </a:lnTo>
                <a:lnTo>
                  <a:pt x="248716" y="52192"/>
                </a:lnTo>
                <a:lnTo>
                  <a:pt x="237973" y="19725"/>
                </a:lnTo>
                <a:lnTo>
                  <a:pt x="224110" y="19725"/>
                </a:lnTo>
                <a:lnTo>
                  <a:pt x="240728" y="64215"/>
                </a:lnTo>
                <a:cubicBezTo>
                  <a:pt x="241096" y="65132"/>
                  <a:pt x="241280" y="66110"/>
                  <a:pt x="241280" y="67149"/>
                </a:cubicBezTo>
                <a:cubicBezTo>
                  <a:pt x="241280" y="68556"/>
                  <a:pt x="240866" y="69840"/>
                  <a:pt x="240040" y="71002"/>
                </a:cubicBezTo>
                <a:cubicBezTo>
                  <a:pt x="239213" y="72164"/>
                  <a:pt x="237943" y="72837"/>
                  <a:pt x="236229" y="73021"/>
                </a:cubicBezTo>
                <a:cubicBezTo>
                  <a:pt x="234944" y="73081"/>
                  <a:pt x="233659" y="73051"/>
                  <a:pt x="232373" y="72928"/>
                </a:cubicBezTo>
                <a:cubicBezTo>
                  <a:pt x="231087" y="72806"/>
                  <a:pt x="229833" y="72684"/>
                  <a:pt x="228610" y="72561"/>
                </a:cubicBezTo>
                <a:lnTo>
                  <a:pt x="228610" y="83294"/>
                </a:lnTo>
                <a:cubicBezTo>
                  <a:pt x="229955" y="83413"/>
                  <a:pt x="231286" y="83518"/>
                  <a:pt x="232602" y="83608"/>
                </a:cubicBezTo>
                <a:cubicBezTo>
                  <a:pt x="233918" y="83697"/>
                  <a:pt x="235250" y="83742"/>
                  <a:pt x="236596" y="83742"/>
                </a:cubicBezTo>
                <a:cubicBezTo>
                  <a:pt x="241064" y="83742"/>
                  <a:pt x="244553" y="82916"/>
                  <a:pt x="247063" y="81265"/>
                </a:cubicBezTo>
                <a:cubicBezTo>
                  <a:pt x="249572" y="79615"/>
                  <a:pt x="251531" y="76864"/>
                  <a:pt x="252940" y="73011"/>
                </a:cubicBezTo>
                <a:close/>
                <a:moveTo>
                  <a:pt x="271455" y="83742"/>
                </a:moveTo>
                <a:lnTo>
                  <a:pt x="282288" y="83742"/>
                </a:lnTo>
                <a:cubicBezTo>
                  <a:pt x="284309" y="80865"/>
                  <a:pt x="286084" y="77681"/>
                  <a:pt x="287613" y="74192"/>
                </a:cubicBezTo>
                <a:cubicBezTo>
                  <a:pt x="289144" y="70703"/>
                  <a:pt x="290414" y="67107"/>
                  <a:pt x="291424" y="63403"/>
                </a:cubicBezTo>
                <a:cubicBezTo>
                  <a:pt x="292433" y="59700"/>
                  <a:pt x="293183" y="55966"/>
                  <a:pt x="293672" y="52202"/>
                </a:cubicBezTo>
                <a:cubicBezTo>
                  <a:pt x="294163" y="48437"/>
                  <a:pt x="294408" y="44840"/>
                  <a:pt x="294408" y="41412"/>
                </a:cubicBezTo>
                <a:cubicBezTo>
                  <a:pt x="294408" y="34188"/>
                  <a:pt x="293352" y="27057"/>
                  <a:pt x="291240" y="20018"/>
                </a:cubicBezTo>
                <a:cubicBezTo>
                  <a:pt x="289129" y="12978"/>
                  <a:pt x="286145" y="6305"/>
                  <a:pt x="282288" y="0"/>
                </a:cubicBezTo>
                <a:lnTo>
                  <a:pt x="271546" y="0"/>
                </a:lnTo>
                <a:cubicBezTo>
                  <a:pt x="274913" y="6672"/>
                  <a:pt x="277392" y="13559"/>
                  <a:pt x="278984" y="20660"/>
                </a:cubicBezTo>
                <a:cubicBezTo>
                  <a:pt x="280575" y="27760"/>
                  <a:pt x="281371" y="34984"/>
                  <a:pt x="281371" y="42331"/>
                </a:cubicBezTo>
                <a:cubicBezTo>
                  <a:pt x="281371" y="49554"/>
                  <a:pt x="280560" y="56639"/>
                  <a:pt x="278937" y="63587"/>
                </a:cubicBezTo>
                <a:cubicBezTo>
                  <a:pt x="277315" y="70535"/>
                  <a:pt x="274821" y="77253"/>
                  <a:pt x="271455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#output:[nan,nan]">
            <a:extLst xmlns:a="http://schemas.openxmlformats.org/drawingml/2006/main">
              <a:ext uri="{FF2B5EF4-FFF2-40B4-BE49-F238E27FC236}">
                <a16:creationId xmlns:a16="http://schemas.microsoft.com/office/drawing/2014/main" id="{79686D9C-42FE-4D38-A67D-6882A24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409" y="6267842"/>
            <a:ext cx="836893" cy="83742"/>
          </a:xfrm>
          <a:custGeom xmlns:a="http://schemas.openxmlformats.org/drawingml/2006/main">
            <a:pathLst>
              <a:path w="836893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4" y="43486"/>
                </a:moveTo>
                <a:cubicBezTo>
                  <a:pt x="90004" y="41589"/>
                  <a:pt x="90188" y="39722"/>
                  <a:pt x="90555" y="37885"/>
                </a:cubicBezTo>
                <a:cubicBezTo>
                  <a:pt x="90922" y="36048"/>
                  <a:pt x="91549" y="34426"/>
                  <a:pt x="92436" y="33019"/>
                </a:cubicBezTo>
                <a:cubicBezTo>
                  <a:pt x="93325" y="31610"/>
                  <a:pt x="94503" y="30462"/>
                  <a:pt x="95972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6" y="33019"/>
                </a:cubicBezTo>
                <a:cubicBezTo>
                  <a:pt x="111505" y="34426"/>
                  <a:pt x="112132" y="36048"/>
                  <a:pt x="112499" y="37885"/>
                </a:cubicBezTo>
                <a:cubicBezTo>
                  <a:pt x="112866" y="39722"/>
                  <a:pt x="113050" y="41589"/>
                  <a:pt x="113050" y="43486"/>
                </a:cubicBezTo>
                <a:cubicBezTo>
                  <a:pt x="113050" y="45384"/>
                  <a:pt x="112866" y="47236"/>
                  <a:pt x="112499" y="49042"/>
                </a:cubicBezTo>
                <a:cubicBezTo>
                  <a:pt x="112132" y="50848"/>
                  <a:pt x="111505" y="52470"/>
                  <a:pt x="110616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2" y="57353"/>
                </a:cubicBezTo>
                <a:cubicBezTo>
                  <a:pt x="94503" y="56495"/>
                  <a:pt x="93325" y="55348"/>
                  <a:pt x="92436" y="53909"/>
                </a:cubicBezTo>
                <a:cubicBezTo>
                  <a:pt x="91549" y="52470"/>
                  <a:pt x="90922" y="50848"/>
                  <a:pt x="90555" y="49042"/>
                </a:cubicBezTo>
                <a:cubicBezTo>
                  <a:pt x="90188" y="47236"/>
                  <a:pt x="90004" y="45384"/>
                  <a:pt x="90004" y="43486"/>
                </a:cubicBezTo>
                <a:moveTo>
                  <a:pt x="76967" y="43488"/>
                </a:moveTo>
                <a:cubicBezTo>
                  <a:pt x="76967" y="47289"/>
                  <a:pt x="77549" y="50722"/>
                  <a:pt x="78712" y="53787"/>
                </a:cubicBezTo>
                <a:cubicBezTo>
                  <a:pt x="79874" y="56853"/>
                  <a:pt x="81527" y="59474"/>
                  <a:pt x="83669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1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6" y="66663"/>
                </a:cubicBezTo>
                <a:cubicBezTo>
                  <a:pt x="114656" y="65498"/>
                  <a:pt x="117242" y="63827"/>
                  <a:pt x="119385" y="61651"/>
                </a:cubicBezTo>
                <a:cubicBezTo>
                  <a:pt x="121527" y="59474"/>
                  <a:pt x="123180" y="56853"/>
                  <a:pt x="124343" y="53787"/>
                </a:cubicBezTo>
                <a:cubicBezTo>
                  <a:pt x="125505" y="50722"/>
                  <a:pt x="126087" y="47289"/>
                  <a:pt x="126087" y="43488"/>
                </a:cubicBezTo>
                <a:cubicBezTo>
                  <a:pt x="126087" y="39687"/>
                  <a:pt x="125505" y="36238"/>
                  <a:pt x="124343" y="33142"/>
                </a:cubicBezTo>
                <a:cubicBezTo>
                  <a:pt x="123180" y="30045"/>
                  <a:pt x="121527" y="27408"/>
                  <a:pt x="119385" y="25232"/>
                </a:cubicBezTo>
                <a:cubicBezTo>
                  <a:pt x="117242" y="23055"/>
                  <a:pt x="114656" y="21369"/>
                  <a:pt x="111626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1" y="18978"/>
                  <a:pt x="91382" y="20173"/>
                </a:cubicBezTo>
                <a:cubicBezTo>
                  <a:pt x="88383" y="21369"/>
                  <a:pt x="85812" y="23055"/>
                  <a:pt x="83669" y="25232"/>
                </a:cubicBezTo>
                <a:cubicBezTo>
                  <a:pt x="81527" y="27408"/>
                  <a:pt x="79874" y="30045"/>
                  <a:pt x="78712" y="33142"/>
                </a:cubicBezTo>
                <a:cubicBezTo>
                  <a:pt x="77549" y="36238"/>
                  <a:pt x="76967" y="39687"/>
                  <a:pt x="76967" y="43488"/>
                </a:cubicBezTo>
                <a:close/>
                <a:moveTo>
                  <a:pt x="178818" y="67105"/>
                </a:moveTo>
                <a:lnTo>
                  <a:pt x="178818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5" y="52833"/>
                  <a:pt x="163394" y="54940"/>
                </a:cubicBezTo>
                <a:cubicBezTo>
                  <a:pt x="161802" y="57046"/>
                  <a:pt x="159232" y="58099"/>
                  <a:pt x="155682" y="58099"/>
                </a:cubicBezTo>
                <a:cubicBezTo>
                  <a:pt x="152559" y="58099"/>
                  <a:pt x="150386" y="57138"/>
                  <a:pt x="149162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70" y="56906"/>
                </a:cubicBezTo>
                <a:cubicBezTo>
                  <a:pt x="135590" y="59320"/>
                  <a:pt x="136493" y="61368"/>
                  <a:pt x="137778" y="63049"/>
                </a:cubicBezTo>
                <a:cubicBezTo>
                  <a:pt x="139064" y="64730"/>
                  <a:pt x="140824" y="66029"/>
                  <a:pt x="143058" y="66946"/>
                </a:cubicBezTo>
                <a:cubicBezTo>
                  <a:pt x="145292" y="67863"/>
                  <a:pt x="148153" y="68321"/>
                  <a:pt x="151643" y="68321"/>
                </a:cubicBezTo>
                <a:cubicBezTo>
                  <a:pt x="154397" y="68321"/>
                  <a:pt x="157090" y="67707"/>
                  <a:pt x="159722" y="66480"/>
                </a:cubicBezTo>
                <a:cubicBezTo>
                  <a:pt x="162354" y="65252"/>
                  <a:pt x="164496" y="63256"/>
                  <a:pt x="166148" y="60494"/>
                </a:cubicBezTo>
                <a:lnTo>
                  <a:pt x="166424" y="60494"/>
                </a:lnTo>
                <a:lnTo>
                  <a:pt x="166424" y="67105"/>
                </a:lnTo>
                <a:lnTo>
                  <a:pt x="178818" y="67105"/>
                </a:lnTo>
                <a:close/>
                <a:moveTo>
                  <a:pt x="205136" y="19725"/>
                </a:moveTo>
                <a:lnTo>
                  <a:pt x="205136" y="5469"/>
                </a:lnTo>
                <a:lnTo>
                  <a:pt x="192099" y="5469"/>
                </a:lnTo>
                <a:lnTo>
                  <a:pt x="192099" y="19725"/>
                </a:lnTo>
                <a:lnTo>
                  <a:pt x="184203" y="19725"/>
                </a:lnTo>
                <a:lnTo>
                  <a:pt x="184203" y="28422"/>
                </a:lnTo>
                <a:lnTo>
                  <a:pt x="192099" y="28422"/>
                </a:lnTo>
                <a:lnTo>
                  <a:pt x="192099" y="56409"/>
                </a:lnTo>
                <a:cubicBezTo>
                  <a:pt x="192099" y="58795"/>
                  <a:pt x="192497" y="60722"/>
                  <a:pt x="193292" y="62190"/>
                </a:cubicBezTo>
                <a:cubicBezTo>
                  <a:pt x="194088" y="63658"/>
                  <a:pt x="195174" y="64790"/>
                  <a:pt x="196551" y="65586"/>
                </a:cubicBezTo>
                <a:cubicBezTo>
                  <a:pt x="197929" y="66381"/>
                  <a:pt x="199520" y="66916"/>
                  <a:pt x="201325" y="67190"/>
                </a:cubicBezTo>
                <a:cubicBezTo>
                  <a:pt x="203132" y="67466"/>
                  <a:pt x="205045" y="67603"/>
                  <a:pt x="207065" y="67603"/>
                </a:cubicBezTo>
                <a:cubicBezTo>
                  <a:pt x="208350" y="67603"/>
                  <a:pt x="209666" y="67573"/>
                  <a:pt x="211013" y="67514"/>
                </a:cubicBezTo>
                <a:cubicBezTo>
                  <a:pt x="212360" y="67454"/>
                  <a:pt x="213583" y="67334"/>
                  <a:pt x="214685" y="67155"/>
                </a:cubicBezTo>
                <a:lnTo>
                  <a:pt x="214685" y="57015"/>
                </a:lnTo>
                <a:cubicBezTo>
                  <a:pt x="214073" y="57137"/>
                  <a:pt x="213430" y="57229"/>
                  <a:pt x="212757" y="57291"/>
                </a:cubicBezTo>
                <a:cubicBezTo>
                  <a:pt x="212084" y="57352"/>
                  <a:pt x="211380" y="57382"/>
                  <a:pt x="210646" y="57382"/>
                </a:cubicBezTo>
                <a:cubicBezTo>
                  <a:pt x="208442" y="57382"/>
                  <a:pt x="206972" y="57016"/>
                  <a:pt x="206237" y="56282"/>
                </a:cubicBezTo>
                <a:cubicBezTo>
                  <a:pt x="205503" y="55549"/>
                  <a:pt x="205136" y="54083"/>
                  <a:pt x="205136" y="51884"/>
                </a:cubicBezTo>
                <a:lnTo>
                  <a:pt x="205136" y="28422"/>
                </a:lnTo>
                <a:lnTo>
                  <a:pt x="214685" y="28422"/>
                </a:lnTo>
                <a:lnTo>
                  <a:pt x="214685" y="19725"/>
                </a:lnTo>
                <a:lnTo>
                  <a:pt x="205136" y="19725"/>
                </a:lnTo>
                <a:close/>
                <a:moveTo>
                  <a:pt x="244707" y="58637"/>
                </a:moveTo>
                <a:cubicBezTo>
                  <a:pt x="242625" y="58637"/>
                  <a:pt x="240850" y="58209"/>
                  <a:pt x="239380" y="57353"/>
                </a:cubicBezTo>
                <a:cubicBezTo>
                  <a:pt x="237912" y="56495"/>
                  <a:pt x="236734" y="55378"/>
                  <a:pt x="235846" y="54000"/>
                </a:cubicBezTo>
                <a:cubicBezTo>
                  <a:pt x="234959" y="52623"/>
                  <a:pt x="234316" y="51016"/>
                  <a:pt x="233918" y="49180"/>
                </a:cubicBezTo>
                <a:cubicBezTo>
                  <a:pt x="233520" y="47343"/>
                  <a:pt x="233321" y="45475"/>
                  <a:pt x="233321" y="43577"/>
                </a:cubicBezTo>
                <a:cubicBezTo>
                  <a:pt x="233321" y="41619"/>
                  <a:pt x="233505" y="39722"/>
                  <a:pt x="233872" y="37885"/>
                </a:cubicBezTo>
                <a:cubicBezTo>
                  <a:pt x="234239" y="36048"/>
                  <a:pt x="234866" y="34426"/>
                  <a:pt x="235753" y="33019"/>
                </a:cubicBezTo>
                <a:cubicBezTo>
                  <a:pt x="236642" y="31610"/>
                  <a:pt x="237805" y="30462"/>
                  <a:pt x="239243" y="29575"/>
                </a:cubicBezTo>
                <a:cubicBezTo>
                  <a:pt x="240681" y="28687"/>
                  <a:pt x="242472" y="28243"/>
                  <a:pt x="244614" y="28243"/>
                </a:cubicBezTo>
                <a:cubicBezTo>
                  <a:pt x="246696" y="28243"/>
                  <a:pt x="248456" y="28687"/>
                  <a:pt x="249894" y="29575"/>
                </a:cubicBezTo>
                <a:cubicBezTo>
                  <a:pt x="251333" y="30462"/>
                  <a:pt x="252511" y="31626"/>
                  <a:pt x="253429" y="33065"/>
                </a:cubicBezTo>
                <a:cubicBezTo>
                  <a:pt x="254347" y="34503"/>
                  <a:pt x="255005" y="36140"/>
                  <a:pt x="255403" y="37976"/>
                </a:cubicBezTo>
                <a:cubicBezTo>
                  <a:pt x="255801" y="39813"/>
                  <a:pt x="256000" y="41680"/>
                  <a:pt x="256000" y="43577"/>
                </a:cubicBezTo>
                <a:cubicBezTo>
                  <a:pt x="256000" y="45475"/>
                  <a:pt x="255816" y="47343"/>
                  <a:pt x="255449" y="49180"/>
                </a:cubicBezTo>
                <a:cubicBezTo>
                  <a:pt x="255082" y="51016"/>
                  <a:pt x="254455" y="52623"/>
                  <a:pt x="253566" y="54000"/>
                </a:cubicBezTo>
                <a:cubicBezTo>
                  <a:pt x="252679" y="55378"/>
                  <a:pt x="251516" y="56495"/>
                  <a:pt x="250078" y="57353"/>
                </a:cubicBezTo>
                <a:cubicBezTo>
                  <a:pt x="248640" y="58209"/>
                  <a:pt x="246849" y="58637"/>
                  <a:pt x="244707" y="58637"/>
                </a:cubicBezTo>
                <a:moveTo>
                  <a:pt x="220744" y="19696"/>
                </a:moveTo>
                <a:lnTo>
                  <a:pt x="220744" y="83742"/>
                </a:lnTo>
                <a:lnTo>
                  <a:pt x="233781" y="83742"/>
                </a:lnTo>
                <a:lnTo>
                  <a:pt x="233781" y="61312"/>
                </a:lnTo>
                <a:lnTo>
                  <a:pt x="233964" y="61312"/>
                </a:lnTo>
                <a:cubicBezTo>
                  <a:pt x="235556" y="63648"/>
                  <a:pt x="237591" y="65415"/>
                  <a:pt x="240070" y="66613"/>
                </a:cubicBezTo>
                <a:cubicBezTo>
                  <a:pt x="242548" y="67811"/>
                  <a:pt x="245257" y="68410"/>
                  <a:pt x="248195" y="68410"/>
                </a:cubicBezTo>
                <a:cubicBezTo>
                  <a:pt x="251684" y="68410"/>
                  <a:pt x="254730" y="67736"/>
                  <a:pt x="257331" y="66387"/>
                </a:cubicBezTo>
                <a:cubicBezTo>
                  <a:pt x="259932" y="65039"/>
                  <a:pt x="262105" y="63230"/>
                  <a:pt x="263849" y="60962"/>
                </a:cubicBezTo>
                <a:cubicBezTo>
                  <a:pt x="265594" y="58693"/>
                  <a:pt x="266894" y="56087"/>
                  <a:pt x="267751" y="53144"/>
                </a:cubicBezTo>
                <a:cubicBezTo>
                  <a:pt x="268608" y="50201"/>
                  <a:pt x="269037" y="47136"/>
                  <a:pt x="269037" y="43947"/>
                </a:cubicBezTo>
                <a:cubicBezTo>
                  <a:pt x="269037" y="40575"/>
                  <a:pt x="268608" y="37340"/>
                  <a:pt x="267751" y="34244"/>
                </a:cubicBezTo>
                <a:cubicBezTo>
                  <a:pt x="266894" y="31148"/>
                  <a:pt x="265578" y="28436"/>
                  <a:pt x="263803" y="26106"/>
                </a:cubicBezTo>
                <a:cubicBezTo>
                  <a:pt x="262028" y="23776"/>
                  <a:pt x="259794" y="21906"/>
                  <a:pt x="257101" y="20496"/>
                </a:cubicBezTo>
                <a:cubicBezTo>
                  <a:pt x="254408" y="19085"/>
                  <a:pt x="251195" y="18380"/>
                  <a:pt x="247461" y="18380"/>
                </a:cubicBezTo>
                <a:cubicBezTo>
                  <a:pt x="244523" y="18380"/>
                  <a:pt x="241829" y="18964"/>
                  <a:pt x="239380" y="20131"/>
                </a:cubicBezTo>
                <a:cubicBezTo>
                  <a:pt x="236933" y="21299"/>
                  <a:pt x="234913" y="23173"/>
                  <a:pt x="233321" y="25755"/>
                </a:cubicBezTo>
                <a:lnTo>
                  <a:pt x="233138" y="25755"/>
                </a:lnTo>
                <a:lnTo>
                  <a:pt x="233138" y="19696"/>
                </a:lnTo>
                <a:lnTo>
                  <a:pt x="220744" y="19696"/>
                </a:lnTo>
                <a:close/>
                <a:moveTo>
                  <a:pt x="321125" y="67105"/>
                </a:moveTo>
                <a:lnTo>
                  <a:pt x="321125" y="19725"/>
                </a:lnTo>
                <a:lnTo>
                  <a:pt x="308088" y="19725"/>
                </a:lnTo>
                <a:lnTo>
                  <a:pt x="308088" y="44545"/>
                </a:lnTo>
                <a:cubicBezTo>
                  <a:pt x="308088" y="49368"/>
                  <a:pt x="307292" y="52833"/>
                  <a:pt x="305701" y="54940"/>
                </a:cubicBezTo>
                <a:cubicBezTo>
                  <a:pt x="304109" y="57046"/>
                  <a:pt x="301539" y="58099"/>
                  <a:pt x="297989" y="58099"/>
                </a:cubicBezTo>
                <a:cubicBezTo>
                  <a:pt x="294867" y="58099"/>
                  <a:pt x="292693" y="57138"/>
                  <a:pt x="291469" y="55215"/>
                </a:cubicBezTo>
                <a:cubicBezTo>
                  <a:pt x="290245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7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4" y="68321"/>
                  <a:pt x="299397" y="67707"/>
                  <a:pt x="302029" y="66480"/>
                </a:cubicBezTo>
                <a:cubicBezTo>
                  <a:pt x="304661" y="65252"/>
                  <a:pt x="306803" y="63256"/>
                  <a:pt x="308455" y="60494"/>
                </a:cubicBezTo>
                <a:lnTo>
                  <a:pt x="308731" y="60494"/>
                </a:lnTo>
                <a:lnTo>
                  <a:pt x="308731" y="67105"/>
                </a:lnTo>
                <a:lnTo>
                  <a:pt x="321125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0" y="62190"/>
                </a:cubicBezTo>
                <a:cubicBezTo>
                  <a:pt x="336396" y="63658"/>
                  <a:pt x="337482" y="64790"/>
                  <a:pt x="338859" y="65586"/>
                </a:cubicBezTo>
                <a:cubicBezTo>
                  <a:pt x="340237" y="66381"/>
                  <a:pt x="341828" y="66916"/>
                  <a:pt x="343633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8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3" y="0"/>
                </a:moveTo>
                <a:lnTo>
                  <a:pt x="414833" y="83742"/>
                </a:lnTo>
                <a:lnTo>
                  <a:pt x="439072" y="83742"/>
                </a:lnTo>
                <a:lnTo>
                  <a:pt x="439072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2" y="10311"/>
                </a:lnTo>
                <a:lnTo>
                  <a:pt x="439072" y="0"/>
                </a:lnTo>
                <a:lnTo>
                  <a:pt x="414833" y="0"/>
                </a:lnTo>
                <a:close/>
                <a:moveTo>
                  <a:pt x="444153" y="19687"/>
                </a:moveTo>
                <a:lnTo>
                  <a:pt x="444153" y="67155"/>
                </a:lnTo>
                <a:lnTo>
                  <a:pt x="457190" y="67155"/>
                </a:lnTo>
                <a:lnTo>
                  <a:pt x="457190" y="42277"/>
                </a:lnTo>
                <a:cubicBezTo>
                  <a:pt x="457190" y="37442"/>
                  <a:pt x="457986" y="33969"/>
                  <a:pt x="459577" y="31859"/>
                </a:cubicBezTo>
                <a:cubicBezTo>
                  <a:pt x="461169" y="29747"/>
                  <a:pt x="463739" y="28691"/>
                  <a:pt x="467289" y="28691"/>
                </a:cubicBezTo>
                <a:cubicBezTo>
                  <a:pt x="470412" y="28691"/>
                  <a:pt x="472584" y="29655"/>
                  <a:pt x="473808" y="31583"/>
                </a:cubicBezTo>
                <a:cubicBezTo>
                  <a:pt x="475032" y="33510"/>
                  <a:pt x="475645" y="36433"/>
                  <a:pt x="475645" y="40350"/>
                </a:cubicBezTo>
                <a:lnTo>
                  <a:pt x="475645" y="67155"/>
                </a:lnTo>
                <a:lnTo>
                  <a:pt x="488682" y="67155"/>
                </a:lnTo>
                <a:lnTo>
                  <a:pt x="488682" y="37946"/>
                </a:lnTo>
                <a:cubicBezTo>
                  <a:pt x="488682" y="35006"/>
                  <a:pt x="488421" y="32327"/>
                  <a:pt x="487901" y="29908"/>
                </a:cubicBezTo>
                <a:cubicBezTo>
                  <a:pt x="487381" y="27490"/>
                  <a:pt x="486478" y="25438"/>
                  <a:pt x="485192" y="23754"/>
                </a:cubicBezTo>
                <a:cubicBezTo>
                  <a:pt x="483907" y="22070"/>
                  <a:pt x="482147" y="20754"/>
                  <a:pt x="479913" y="19805"/>
                </a:cubicBezTo>
                <a:cubicBezTo>
                  <a:pt x="477679" y="18855"/>
                  <a:pt x="474817" y="18380"/>
                  <a:pt x="471328" y="18380"/>
                </a:cubicBezTo>
                <a:cubicBezTo>
                  <a:pt x="468574" y="18380"/>
                  <a:pt x="465881" y="19009"/>
                  <a:pt x="463249" y="20267"/>
                </a:cubicBezTo>
                <a:cubicBezTo>
                  <a:pt x="460617" y="21525"/>
                  <a:pt x="458475" y="23535"/>
                  <a:pt x="456823" y="26297"/>
                </a:cubicBezTo>
                <a:lnTo>
                  <a:pt x="456547" y="26297"/>
                </a:lnTo>
                <a:lnTo>
                  <a:pt x="456547" y="19687"/>
                </a:lnTo>
                <a:lnTo>
                  <a:pt x="444153" y="19687"/>
                </a:lnTo>
                <a:close/>
                <a:moveTo>
                  <a:pt x="497924" y="34286"/>
                </a:moveTo>
                <a:cubicBezTo>
                  <a:pt x="498107" y="31226"/>
                  <a:pt x="498872" y="28686"/>
                  <a:pt x="500219" y="26667"/>
                </a:cubicBezTo>
                <a:cubicBezTo>
                  <a:pt x="501566" y="24647"/>
                  <a:pt x="503280" y="23024"/>
                  <a:pt x="505360" y="21800"/>
                </a:cubicBezTo>
                <a:cubicBezTo>
                  <a:pt x="507441" y="20575"/>
                  <a:pt x="509782" y="19703"/>
                  <a:pt x="512383" y="19183"/>
                </a:cubicBezTo>
                <a:cubicBezTo>
                  <a:pt x="514985" y="18663"/>
                  <a:pt x="517602" y="18403"/>
                  <a:pt x="520234" y="18403"/>
                </a:cubicBezTo>
                <a:cubicBezTo>
                  <a:pt x="522621" y="18403"/>
                  <a:pt x="525039" y="18571"/>
                  <a:pt x="527487" y="18908"/>
                </a:cubicBezTo>
                <a:cubicBezTo>
                  <a:pt x="529936" y="19245"/>
                  <a:pt x="532170" y="19903"/>
                  <a:pt x="534189" y="20882"/>
                </a:cubicBezTo>
                <a:cubicBezTo>
                  <a:pt x="536209" y="21861"/>
                  <a:pt x="537862" y="23223"/>
                  <a:pt x="539147" y="24967"/>
                </a:cubicBezTo>
                <a:cubicBezTo>
                  <a:pt x="540433" y="26712"/>
                  <a:pt x="541076" y="29023"/>
                  <a:pt x="541076" y="31899"/>
                </a:cubicBezTo>
                <a:lnTo>
                  <a:pt x="541076" y="56596"/>
                </a:lnTo>
                <a:cubicBezTo>
                  <a:pt x="541076" y="58739"/>
                  <a:pt x="541198" y="60789"/>
                  <a:pt x="541443" y="62748"/>
                </a:cubicBezTo>
                <a:cubicBezTo>
                  <a:pt x="541688" y="64706"/>
                  <a:pt x="542116" y="66175"/>
                  <a:pt x="542728" y="67155"/>
                </a:cubicBezTo>
                <a:lnTo>
                  <a:pt x="529507" y="67155"/>
                </a:lnTo>
                <a:cubicBezTo>
                  <a:pt x="529262" y="66421"/>
                  <a:pt x="529063" y="65671"/>
                  <a:pt x="528910" y="64907"/>
                </a:cubicBezTo>
                <a:cubicBezTo>
                  <a:pt x="528757" y="64141"/>
                  <a:pt x="528650" y="63360"/>
                  <a:pt x="528589" y="62564"/>
                </a:cubicBezTo>
                <a:cubicBezTo>
                  <a:pt x="526508" y="64707"/>
                  <a:pt x="524060" y="66207"/>
                  <a:pt x="521244" y="67064"/>
                </a:cubicBezTo>
                <a:cubicBezTo>
                  <a:pt x="518428" y="67920"/>
                  <a:pt x="515551" y="68349"/>
                  <a:pt x="512613" y="68349"/>
                </a:cubicBezTo>
                <a:cubicBezTo>
                  <a:pt x="510349" y="68349"/>
                  <a:pt x="508238" y="68073"/>
                  <a:pt x="506278" y="67522"/>
                </a:cubicBezTo>
                <a:cubicBezTo>
                  <a:pt x="504320" y="66971"/>
                  <a:pt x="502606" y="66114"/>
                  <a:pt x="501137" y="64951"/>
                </a:cubicBezTo>
                <a:cubicBezTo>
                  <a:pt x="499668" y="63789"/>
                  <a:pt x="498521" y="62320"/>
                  <a:pt x="497695" y="60545"/>
                </a:cubicBezTo>
                <a:cubicBezTo>
                  <a:pt x="496868" y="58770"/>
                  <a:pt x="496455" y="56658"/>
                  <a:pt x="496455" y="54209"/>
                </a:cubicBezTo>
                <a:cubicBezTo>
                  <a:pt x="496455" y="51516"/>
                  <a:pt x="496929" y="49298"/>
                  <a:pt x="497878" y="47553"/>
                </a:cubicBezTo>
                <a:cubicBezTo>
                  <a:pt x="498827" y="45809"/>
                  <a:pt x="500051" y="44416"/>
                  <a:pt x="501550" y="43376"/>
                </a:cubicBezTo>
                <a:cubicBezTo>
                  <a:pt x="503050" y="42335"/>
                  <a:pt x="504764" y="41555"/>
                  <a:pt x="506691" y="41035"/>
                </a:cubicBezTo>
                <a:cubicBezTo>
                  <a:pt x="508620" y="40514"/>
                  <a:pt x="510564" y="40102"/>
                  <a:pt x="512522" y="39796"/>
                </a:cubicBezTo>
                <a:cubicBezTo>
                  <a:pt x="514481" y="39490"/>
                  <a:pt x="516408" y="39245"/>
                  <a:pt x="518305" y="39061"/>
                </a:cubicBezTo>
                <a:cubicBezTo>
                  <a:pt x="520203" y="38877"/>
                  <a:pt x="521886" y="38601"/>
                  <a:pt x="523355" y="38234"/>
                </a:cubicBezTo>
                <a:cubicBezTo>
                  <a:pt x="524825" y="37867"/>
                  <a:pt x="525987" y="37332"/>
                  <a:pt x="526844" y="36629"/>
                </a:cubicBezTo>
                <a:cubicBezTo>
                  <a:pt x="527701" y="35925"/>
                  <a:pt x="528099" y="34899"/>
                  <a:pt x="528039" y="33552"/>
                </a:cubicBezTo>
                <a:cubicBezTo>
                  <a:pt x="528039" y="32144"/>
                  <a:pt x="527809" y="31027"/>
                  <a:pt x="527349" y="30201"/>
                </a:cubicBezTo>
                <a:cubicBezTo>
                  <a:pt x="526890" y="29375"/>
                  <a:pt x="526278" y="28732"/>
                  <a:pt x="525513" y="28274"/>
                </a:cubicBezTo>
                <a:cubicBezTo>
                  <a:pt x="524748" y="27814"/>
                  <a:pt x="523860" y="27508"/>
                  <a:pt x="522850" y="27355"/>
                </a:cubicBezTo>
                <a:cubicBezTo>
                  <a:pt x="521840" y="27201"/>
                  <a:pt x="520754" y="27125"/>
                  <a:pt x="519591" y="27125"/>
                </a:cubicBezTo>
                <a:cubicBezTo>
                  <a:pt x="517021" y="27125"/>
                  <a:pt x="515001" y="27676"/>
                  <a:pt x="513532" y="28778"/>
                </a:cubicBezTo>
                <a:cubicBezTo>
                  <a:pt x="512063" y="29880"/>
                  <a:pt x="511206" y="31716"/>
                  <a:pt x="510961" y="34286"/>
                </a:cubicBezTo>
                <a:lnTo>
                  <a:pt x="497924" y="34286"/>
                </a:lnTo>
                <a:moveTo>
                  <a:pt x="528039" y="43926"/>
                </a:moveTo>
                <a:cubicBezTo>
                  <a:pt x="527488" y="44417"/>
                  <a:pt x="526799" y="44799"/>
                  <a:pt x="525972" y="45075"/>
                </a:cubicBezTo>
                <a:cubicBezTo>
                  <a:pt x="525146" y="45350"/>
                  <a:pt x="524258" y="45580"/>
                  <a:pt x="523309" y="45764"/>
                </a:cubicBezTo>
                <a:cubicBezTo>
                  <a:pt x="522361" y="45947"/>
                  <a:pt x="521367" y="46100"/>
                  <a:pt x="520325" y="46222"/>
                </a:cubicBezTo>
                <a:cubicBezTo>
                  <a:pt x="519285" y="46345"/>
                  <a:pt x="518244" y="46497"/>
                  <a:pt x="517204" y="46680"/>
                </a:cubicBezTo>
                <a:cubicBezTo>
                  <a:pt x="516225" y="46864"/>
                  <a:pt x="515261" y="47110"/>
                  <a:pt x="514312" y="47416"/>
                </a:cubicBezTo>
                <a:cubicBezTo>
                  <a:pt x="513364" y="47721"/>
                  <a:pt x="512537" y="48135"/>
                  <a:pt x="511833" y="48656"/>
                </a:cubicBezTo>
                <a:cubicBezTo>
                  <a:pt x="511130" y="49176"/>
                  <a:pt x="510564" y="49834"/>
                  <a:pt x="510135" y="50630"/>
                </a:cubicBezTo>
                <a:cubicBezTo>
                  <a:pt x="509706" y="51424"/>
                  <a:pt x="509492" y="52434"/>
                  <a:pt x="509492" y="53658"/>
                </a:cubicBezTo>
                <a:cubicBezTo>
                  <a:pt x="509492" y="54821"/>
                  <a:pt x="509706" y="55801"/>
                  <a:pt x="510135" y="56596"/>
                </a:cubicBezTo>
                <a:cubicBezTo>
                  <a:pt x="510564" y="57392"/>
                  <a:pt x="511145" y="58020"/>
                  <a:pt x="511879" y="58479"/>
                </a:cubicBezTo>
                <a:cubicBezTo>
                  <a:pt x="512614" y="58938"/>
                  <a:pt x="513471" y="59259"/>
                  <a:pt x="514450" y="59443"/>
                </a:cubicBezTo>
                <a:cubicBezTo>
                  <a:pt x="515429" y="59627"/>
                  <a:pt x="516440" y="59719"/>
                  <a:pt x="517480" y="59719"/>
                </a:cubicBezTo>
                <a:cubicBezTo>
                  <a:pt x="520050" y="59719"/>
                  <a:pt x="522039" y="59291"/>
                  <a:pt x="523446" y="58434"/>
                </a:cubicBezTo>
                <a:cubicBezTo>
                  <a:pt x="524855" y="57577"/>
                  <a:pt x="525896" y="56551"/>
                  <a:pt x="526569" y="55358"/>
                </a:cubicBezTo>
                <a:cubicBezTo>
                  <a:pt x="527243" y="54164"/>
                  <a:pt x="527656" y="52955"/>
                  <a:pt x="527809" y="51731"/>
                </a:cubicBezTo>
                <a:cubicBezTo>
                  <a:pt x="527962" y="50506"/>
                  <a:pt x="528039" y="49527"/>
                  <a:pt x="528039" y="48793"/>
                </a:cubicBezTo>
                <a:lnTo>
                  <a:pt x="528039" y="43926"/>
                </a:lnTo>
                <a:close/>
                <a:moveTo>
                  <a:pt x="551267" y="19687"/>
                </a:moveTo>
                <a:lnTo>
                  <a:pt x="551267" y="67155"/>
                </a:lnTo>
                <a:lnTo>
                  <a:pt x="564304" y="67155"/>
                </a:lnTo>
                <a:lnTo>
                  <a:pt x="564304" y="42277"/>
                </a:lnTo>
                <a:cubicBezTo>
                  <a:pt x="564304" y="37442"/>
                  <a:pt x="565099" y="33969"/>
                  <a:pt x="566691" y="31859"/>
                </a:cubicBezTo>
                <a:cubicBezTo>
                  <a:pt x="568282" y="29747"/>
                  <a:pt x="570853" y="28691"/>
                  <a:pt x="574403" y="28691"/>
                </a:cubicBezTo>
                <a:cubicBezTo>
                  <a:pt x="577525" y="28691"/>
                  <a:pt x="579698" y="29655"/>
                  <a:pt x="580922" y="31583"/>
                </a:cubicBezTo>
                <a:cubicBezTo>
                  <a:pt x="582146" y="33510"/>
                  <a:pt x="582758" y="36433"/>
                  <a:pt x="582758" y="40350"/>
                </a:cubicBezTo>
                <a:lnTo>
                  <a:pt x="582758" y="67155"/>
                </a:lnTo>
                <a:lnTo>
                  <a:pt x="595795" y="67155"/>
                </a:lnTo>
                <a:lnTo>
                  <a:pt x="595795" y="37946"/>
                </a:lnTo>
                <a:cubicBezTo>
                  <a:pt x="595795" y="35006"/>
                  <a:pt x="595535" y="32327"/>
                  <a:pt x="595015" y="29908"/>
                </a:cubicBezTo>
                <a:cubicBezTo>
                  <a:pt x="594495" y="27490"/>
                  <a:pt x="593592" y="25438"/>
                  <a:pt x="592306" y="23754"/>
                </a:cubicBezTo>
                <a:cubicBezTo>
                  <a:pt x="591020" y="22070"/>
                  <a:pt x="589261" y="20754"/>
                  <a:pt x="587027" y="19805"/>
                </a:cubicBezTo>
                <a:cubicBezTo>
                  <a:pt x="584793" y="18855"/>
                  <a:pt x="581931" y="18380"/>
                  <a:pt x="578442" y="18380"/>
                </a:cubicBezTo>
                <a:cubicBezTo>
                  <a:pt x="575688" y="18380"/>
                  <a:pt x="572995" y="19009"/>
                  <a:pt x="570363" y="20267"/>
                </a:cubicBezTo>
                <a:cubicBezTo>
                  <a:pt x="567731" y="21525"/>
                  <a:pt x="565589" y="23535"/>
                  <a:pt x="563937" y="26297"/>
                </a:cubicBezTo>
                <a:lnTo>
                  <a:pt x="563661" y="26297"/>
                </a:lnTo>
                <a:lnTo>
                  <a:pt x="563661" y="19687"/>
                </a:lnTo>
                <a:lnTo>
                  <a:pt x="551267" y="19687"/>
                </a:lnTo>
                <a:close/>
                <a:moveTo>
                  <a:pt x="606231" y="52989"/>
                </a:moveTo>
                <a:lnTo>
                  <a:pt x="606231" y="67155"/>
                </a:lnTo>
                <a:lnTo>
                  <a:pt x="612840" y="67155"/>
                </a:lnTo>
                <a:cubicBezTo>
                  <a:pt x="612902" y="68135"/>
                  <a:pt x="612780" y="69099"/>
                  <a:pt x="612473" y="70048"/>
                </a:cubicBezTo>
                <a:cubicBezTo>
                  <a:pt x="612167" y="70997"/>
                  <a:pt x="611708" y="71854"/>
                  <a:pt x="611096" y="72619"/>
                </a:cubicBezTo>
                <a:cubicBezTo>
                  <a:pt x="610484" y="73385"/>
                  <a:pt x="609765" y="74043"/>
                  <a:pt x="608939" y="74594"/>
                </a:cubicBezTo>
                <a:cubicBezTo>
                  <a:pt x="608112" y="75145"/>
                  <a:pt x="607240" y="75512"/>
                  <a:pt x="606322" y="75695"/>
                </a:cubicBezTo>
                <a:lnTo>
                  <a:pt x="606322" y="82308"/>
                </a:lnTo>
                <a:cubicBezTo>
                  <a:pt x="608280" y="82001"/>
                  <a:pt x="610132" y="81434"/>
                  <a:pt x="611876" y="80607"/>
                </a:cubicBezTo>
                <a:cubicBezTo>
                  <a:pt x="613621" y="79780"/>
                  <a:pt x="615136" y="78723"/>
                  <a:pt x="616421" y="77437"/>
                </a:cubicBezTo>
                <a:cubicBezTo>
                  <a:pt x="617707" y="76150"/>
                  <a:pt x="618733" y="74633"/>
                  <a:pt x="619498" y="72886"/>
                </a:cubicBezTo>
                <a:cubicBezTo>
                  <a:pt x="620262" y="71141"/>
                  <a:pt x="620645" y="69226"/>
                  <a:pt x="620645" y="67142"/>
                </a:cubicBezTo>
                <a:lnTo>
                  <a:pt x="620645" y="52989"/>
                </a:lnTo>
                <a:lnTo>
                  <a:pt x="606231" y="52989"/>
                </a:lnTo>
                <a:close/>
                <a:moveTo>
                  <a:pt x="656085" y="19687"/>
                </a:moveTo>
                <a:lnTo>
                  <a:pt x="656085" y="67155"/>
                </a:lnTo>
                <a:lnTo>
                  <a:pt x="669122" y="67155"/>
                </a:lnTo>
                <a:lnTo>
                  <a:pt x="669122" y="42277"/>
                </a:lnTo>
                <a:cubicBezTo>
                  <a:pt x="669122" y="37442"/>
                  <a:pt x="669918" y="33969"/>
                  <a:pt x="671509" y="31859"/>
                </a:cubicBezTo>
                <a:cubicBezTo>
                  <a:pt x="673101" y="29747"/>
                  <a:pt x="675671" y="28691"/>
                  <a:pt x="679221" y="28691"/>
                </a:cubicBezTo>
                <a:cubicBezTo>
                  <a:pt x="682343" y="28691"/>
                  <a:pt x="684516" y="29655"/>
                  <a:pt x="685740" y="31583"/>
                </a:cubicBezTo>
                <a:cubicBezTo>
                  <a:pt x="686964" y="33510"/>
                  <a:pt x="687576" y="36433"/>
                  <a:pt x="687576" y="40350"/>
                </a:cubicBezTo>
                <a:lnTo>
                  <a:pt x="687576" y="67155"/>
                </a:lnTo>
                <a:lnTo>
                  <a:pt x="700613" y="67155"/>
                </a:lnTo>
                <a:lnTo>
                  <a:pt x="700613" y="37946"/>
                </a:lnTo>
                <a:cubicBezTo>
                  <a:pt x="700613" y="35006"/>
                  <a:pt x="700353" y="32327"/>
                  <a:pt x="699833" y="29908"/>
                </a:cubicBezTo>
                <a:cubicBezTo>
                  <a:pt x="699313" y="27490"/>
                  <a:pt x="698410" y="25438"/>
                  <a:pt x="697124" y="23754"/>
                </a:cubicBezTo>
                <a:cubicBezTo>
                  <a:pt x="695839" y="22070"/>
                  <a:pt x="694079" y="20754"/>
                  <a:pt x="691845" y="19805"/>
                </a:cubicBezTo>
                <a:cubicBezTo>
                  <a:pt x="689611" y="18855"/>
                  <a:pt x="686749" y="18380"/>
                  <a:pt x="683260" y="18380"/>
                </a:cubicBezTo>
                <a:cubicBezTo>
                  <a:pt x="680506" y="18380"/>
                  <a:pt x="677813" y="19009"/>
                  <a:pt x="675181" y="20267"/>
                </a:cubicBezTo>
                <a:cubicBezTo>
                  <a:pt x="672549" y="21525"/>
                  <a:pt x="670407" y="23535"/>
                  <a:pt x="668755" y="26297"/>
                </a:cubicBezTo>
                <a:lnTo>
                  <a:pt x="668479" y="26297"/>
                </a:lnTo>
                <a:lnTo>
                  <a:pt x="668479" y="19687"/>
                </a:lnTo>
                <a:lnTo>
                  <a:pt x="656085" y="19687"/>
                </a:lnTo>
                <a:close/>
                <a:moveTo>
                  <a:pt x="709856" y="34286"/>
                </a:moveTo>
                <a:cubicBezTo>
                  <a:pt x="710039" y="31226"/>
                  <a:pt x="710804" y="28686"/>
                  <a:pt x="712151" y="26667"/>
                </a:cubicBezTo>
                <a:cubicBezTo>
                  <a:pt x="713498" y="24647"/>
                  <a:pt x="715212" y="23024"/>
                  <a:pt x="717292" y="21800"/>
                </a:cubicBezTo>
                <a:cubicBezTo>
                  <a:pt x="719373" y="20575"/>
                  <a:pt x="721714" y="19703"/>
                  <a:pt x="724315" y="19183"/>
                </a:cubicBezTo>
                <a:cubicBezTo>
                  <a:pt x="726917" y="18663"/>
                  <a:pt x="729534" y="18403"/>
                  <a:pt x="732166" y="18403"/>
                </a:cubicBezTo>
                <a:cubicBezTo>
                  <a:pt x="734553" y="18403"/>
                  <a:pt x="736971" y="18571"/>
                  <a:pt x="739419" y="18908"/>
                </a:cubicBezTo>
                <a:cubicBezTo>
                  <a:pt x="741868" y="19245"/>
                  <a:pt x="744102" y="19903"/>
                  <a:pt x="746121" y="20882"/>
                </a:cubicBezTo>
                <a:cubicBezTo>
                  <a:pt x="748141" y="21861"/>
                  <a:pt x="749794" y="23223"/>
                  <a:pt x="751079" y="24967"/>
                </a:cubicBezTo>
                <a:cubicBezTo>
                  <a:pt x="752365" y="26712"/>
                  <a:pt x="753008" y="29023"/>
                  <a:pt x="753008" y="31899"/>
                </a:cubicBezTo>
                <a:lnTo>
                  <a:pt x="753008" y="56596"/>
                </a:lnTo>
                <a:cubicBezTo>
                  <a:pt x="753008" y="58739"/>
                  <a:pt x="753130" y="60789"/>
                  <a:pt x="753375" y="62748"/>
                </a:cubicBezTo>
                <a:cubicBezTo>
                  <a:pt x="753619" y="64706"/>
                  <a:pt x="754048" y="66175"/>
                  <a:pt x="754659" y="67155"/>
                </a:cubicBezTo>
                <a:lnTo>
                  <a:pt x="741439" y="67155"/>
                </a:lnTo>
                <a:cubicBezTo>
                  <a:pt x="741194" y="66421"/>
                  <a:pt x="740995" y="65671"/>
                  <a:pt x="740842" y="64907"/>
                </a:cubicBezTo>
                <a:cubicBezTo>
                  <a:pt x="740689" y="64141"/>
                  <a:pt x="740582" y="63360"/>
                  <a:pt x="740521" y="62564"/>
                </a:cubicBezTo>
                <a:cubicBezTo>
                  <a:pt x="738440" y="64707"/>
                  <a:pt x="735992" y="66207"/>
                  <a:pt x="733176" y="67064"/>
                </a:cubicBezTo>
                <a:cubicBezTo>
                  <a:pt x="730360" y="67920"/>
                  <a:pt x="727483" y="68349"/>
                  <a:pt x="724545" y="68349"/>
                </a:cubicBezTo>
                <a:cubicBezTo>
                  <a:pt x="722281" y="68349"/>
                  <a:pt x="720169" y="68073"/>
                  <a:pt x="718210" y="67522"/>
                </a:cubicBezTo>
                <a:cubicBezTo>
                  <a:pt x="716251" y="66971"/>
                  <a:pt x="714538" y="66114"/>
                  <a:pt x="713069" y="64951"/>
                </a:cubicBezTo>
                <a:cubicBezTo>
                  <a:pt x="711600" y="63789"/>
                  <a:pt x="710453" y="62320"/>
                  <a:pt x="709626" y="60545"/>
                </a:cubicBezTo>
                <a:cubicBezTo>
                  <a:pt x="708800" y="58770"/>
                  <a:pt x="708387" y="56658"/>
                  <a:pt x="708387" y="54209"/>
                </a:cubicBezTo>
                <a:cubicBezTo>
                  <a:pt x="708387" y="51516"/>
                  <a:pt x="708861" y="49298"/>
                  <a:pt x="709810" y="47553"/>
                </a:cubicBezTo>
                <a:cubicBezTo>
                  <a:pt x="710759" y="45809"/>
                  <a:pt x="711983" y="44416"/>
                  <a:pt x="713482" y="43376"/>
                </a:cubicBezTo>
                <a:cubicBezTo>
                  <a:pt x="714982" y="42335"/>
                  <a:pt x="716696" y="41555"/>
                  <a:pt x="718623" y="41035"/>
                </a:cubicBezTo>
                <a:cubicBezTo>
                  <a:pt x="720552" y="40514"/>
                  <a:pt x="722495" y="40102"/>
                  <a:pt x="724454" y="39796"/>
                </a:cubicBezTo>
                <a:cubicBezTo>
                  <a:pt x="726412" y="39490"/>
                  <a:pt x="728340" y="39245"/>
                  <a:pt x="730237" y="39061"/>
                </a:cubicBezTo>
                <a:cubicBezTo>
                  <a:pt x="732135" y="38877"/>
                  <a:pt x="733818" y="38601"/>
                  <a:pt x="735287" y="38234"/>
                </a:cubicBezTo>
                <a:cubicBezTo>
                  <a:pt x="736756" y="37867"/>
                  <a:pt x="737919" y="37332"/>
                  <a:pt x="738776" y="36629"/>
                </a:cubicBezTo>
                <a:cubicBezTo>
                  <a:pt x="739633" y="35925"/>
                  <a:pt x="740031" y="34899"/>
                  <a:pt x="739971" y="33552"/>
                </a:cubicBezTo>
                <a:cubicBezTo>
                  <a:pt x="739971" y="32144"/>
                  <a:pt x="739741" y="31027"/>
                  <a:pt x="739281" y="30201"/>
                </a:cubicBezTo>
                <a:cubicBezTo>
                  <a:pt x="738822" y="29375"/>
                  <a:pt x="738210" y="28732"/>
                  <a:pt x="737445" y="28274"/>
                </a:cubicBezTo>
                <a:cubicBezTo>
                  <a:pt x="736680" y="27814"/>
                  <a:pt x="735792" y="27508"/>
                  <a:pt x="734782" y="27355"/>
                </a:cubicBezTo>
                <a:cubicBezTo>
                  <a:pt x="733772" y="27201"/>
                  <a:pt x="732686" y="27125"/>
                  <a:pt x="731523" y="27125"/>
                </a:cubicBezTo>
                <a:cubicBezTo>
                  <a:pt x="728953" y="27125"/>
                  <a:pt x="726933" y="27676"/>
                  <a:pt x="725464" y="28778"/>
                </a:cubicBezTo>
                <a:cubicBezTo>
                  <a:pt x="723995" y="29880"/>
                  <a:pt x="723138" y="31716"/>
                  <a:pt x="722893" y="34286"/>
                </a:cubicBezTo>
                <a:lnTo>
                  <a:pt x="709856" y="34286"/>
                </a:lnTo>
                <a:moveTo>
                  <a:pt x="739971" y="43926"/>
                </a:moveTo>
                <a:cubicBezTo>
                  <a:pt x="739420" y="44417"/>
                  <a:pt x="738731" y="44799"/>
                  <a:pt x="737904" y="45075"/>
                </a:cubicBezTo>
                <a:cubicBezTo>
                  <a:pt x="737078" y="45350"/>
                  <a:pt x="736190" y="45580"/>
                  <a:pt x="735241" y="45764"/>
                </a:cubicBezTo>
                <a:cubicBezTo>
                  <a:pt x="734293" y="45947"/>
                  <a:pt x="733298" y="46100"/>
                  <a:pt x="732257" y="46222"/>
                </a:cubicBezTo>
                <a:cubicBezTo>
                  <a:pt x="731217" y="46345"/>
                  <a:pt x="730176" y="46497"/>
                  <a:pt x="729136" y="46680"/>
                </a:cubicBezTo>
                <a:cubicBezTo>
                  <a:pt x="728157" y="46864"/>
                  <a:pt x="727193" y="47110"/>
                  <a:pt x="726244" y="47416"/>
                </a:cubicBezTo>
                <a:cubicBezTo>
                  <a:pt x="725295" y="47721"/>
                  <a:pt x="724469" y="48135"/>
                  <a:pt x="723765" y="48656"/>
                </a:cubicBezTo>
                <a:cubicBezTo>
                  <a:pt x="723061" y="49176"/>
                  <a:pt x="722495" y="49834"/>
                  <a:pt x="722067" y="50630"/>
                </a:cubicBezTo>
                <a:cubicBezTo>
                  <a:pt x="721638" y="51424"/>
                  <a:pt x="721424" y="52434"/>
                  <a:pt x="721424" y="53658"/>
                </a:cubicBezTo>
                <a:cubicBezTo>
                  <a:pt x="721424" y="54821"/>
                  <a:pt x="721638" y="55801"/>
                  <a:pt x="722067" y="56596"/>
                </a:cubicBezTo>
                <a:cubicBezTo>
                  <a:pt x="722495" y="57392"/>
                  <a:pt x="723077" y="58020"/>
                  <a:pt x="723811" y="58479"/>
                </a:cubicBezTo>
                <a:cubicBezTo>
                  <a:pt x="724546" y="58938"/>
                  <a:pt x="725403" y="59259"/>
                  <a:pt x="726382" y="59443"/>
                </a:cubicBezTo>
                <a:cubicBezTo>
                  <a:pt x="727361" y="59627"/>
                  <a:pt x="728371" y="59719"/>
                  <a:pt x="729412" y="59719"/>
                </a:cubicBezTo>
                <a:cubicBezTo>
                  <a:pt x="731982" y="59719"/>
                  <a:pt x="733971" y="59291"/>
                  <a:pt x="735378" y="58434"/>
                </a:cubicBezTo>
                <a:cubicBezTo>
                  <a:pt x="736787" y="57577"/>
                  <a:pt x="737828" y="56551"/>
                  <a:pt x="738501" y="55358"/>
                </a:cubicBezTo>
                <a:cubicBezTo>
                  <a:pt x="739174" y="54164"/>
                  <a:pt x="739588" y="52955"/>
                  <a:pt x="739741" y="51731"/>
                </a:cubicBezTo>
                <a:cubicBezTo>
                  <a:pt x="739894" y="50506"/>
                  <a:pt x="739971" y="49527"/>
                  <a:pt x="739971" y="48793"/>
                </a:cubicBezTo>
                <a:lnTo>
                  <a:pt x="739971" y="43926"/>
                </a:lnTo>
                <a:close/>
                <a:moveTo>
                  <a:pt x="763198" y="19687"/>
                </a:moveTo>
                <a:lnTo>
                  <a:pt x="763198" y="67155"/>
                </a:lnTo>
                <a:lnTo>
                  <a:pt x="776235" y="67155"/>
                </a:lnTo>
                <a:lnTo>
                  <a:pt x="776235" y="42277"/>
                </a:lnTo>
                <a:cubicBezTo>
                  <a:pt x="776235" y="37442"/>
                  <a:pt x="777031" y="33969"/>
                  <a:pt x="778623" y="31859"/>
                </a:cubicBezTo>
                <a:cubicBezTo>
                  <a:pt x="780214" y="29747"/>
                  <a:pt x="782785" y="28691"/>
                  <a:pt x="786335" y="28691"/>
                </a:cubicBezTo>
                <a:cubicBezTo>
                  <a:pt x="789457" y="28691"/>
                  <a:pt x="791630" y="29655"/>
                  <a:pt x="792853" y="31583"/>
                </a:cubicBezTo>
                <a:cubicBezTo>
                  <a:pt x="794078" y="33510"/>
                  <a:pt x="794690" y="36433"/>
                  <a:pt x="794690" y="40350"/>
                </a:cubicBezTo>
                <a:lnTo>
                  <a:pt x="794690" y="67155"/>
                </a:lnTo>
                <a:lnTo>
                  <a:pt x="807727" y="67155"/>
                </a:lnTo>
                <a:lnTo>
                  <a:pt x="807727" y="37946"/>
                </a:lnTo>
                <a:cubicBezTo>
                  <a:pt x="807727" y="35006"/>
                  <a:pt x="807467" y="32327"/>
                  <a:pt x="806947" y="29908"/>
                </a:cubicBezTo>
                <a:cubicBezTo>
                  <a:pt x="806426" y="27490"/>
                  <a:pt x="805523" y="25438"/>
                  <a:pt x="804237" y="23754"/>
                </a:cubicBezTo>
                <a:cubicBezTo>
                  <a:pt x="802952" y="22070"/>
                  <a:pt x="801192" y="20754"/>
                  <a:pt x="798958" y="19805"/>
                </a:cubicBezTo>
                <a:cubicBezTo>
                  <a:pt x="796724" y="18855"/>
                  <a:pt x="793863" y="18380"/>
                  <a:pt x="790374" y="18380"/>
                </a:cubicBezTo>
                <a:cubicBezTo>
                  <a:pt x="787619" y="18380"/>
                  <a:pt x="784926" y="19009"/>
                  <a:pt x="782294" y="20267"/>
                </a:cubicBezTo>
                <a:cubicBezTo>
                  <a:pt x="779662" y="21525"/>
                  <a:pt x="777520" y="23535"/>
                  <a:pt x="775868" y="26297"/>
                </a:cubicBezTo>
                <a:lnTo>
                  <a:pt x="775592" y="26297"/>
                </a:lnTo>
                <a:lnTo>
                  <a:pt x="775592" y="19687"/>
                </a:lnTo>
                <a:lnTo>
                  <a:pt x="763198" y="19687"/>
                </a:lnTo>
                <a:close/>
                <a:moveTo>
                  <a:pt x="836893" y="83742"/>
                </a:moveTo>
                <a:lnTo>
                  <a:pt x="836893" y="0"/>
                </a:lnTo>
                <a:lnTo>
                  <a:pt x="812655" y="0"/>
                </a:lnTo>
                <a:lnTo>
                  <a:pt x="812655" y="10311"/>
                </a:lnTo>
                <a:lnTo>
                  <a:pt x="823855" y="10311"/>
                </a:lnTo>
                <a:lnTo>
                  <a:pt x="823855" y="73431"/>
                </a:lnTo>
                <a:lnTo>
                  <a:pt x="812655" y="73431"/>
                </a:lnTo>
                <a:lnTo>
                  <a:pt x="812655" y="83742"/>
                </a:lnTo>
                <a:lnTo>
                  <a:pt x="836893" y="837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mx.set_default_device(mx.cpu)">
            <a:extLst xmlns:a="http://schemas.openxmlformats.org/drawingml/2006/main">
              <a:ext uri="{FF2B5EF4-FFF2-40B4-BE49-F238E27FC236}">
                <a16:creationId xmlns:a16="http://schemas.microsoft.com/office/drawing/2014/main" id="{8E2910A6-A526-461B-A383-D94E352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47" y="6488190"/>
            <a:ext cx="1336105" cy="83742"/>
          </a:xfrm>
          <a:custGeom xmlns:a="http://schemas.openxmlformats.org/drawingml/2006/main">
            <a:pathLst>
              <a:path w="1336105" h="83742">
                <a:moveTo>
                  <a:pt x="0" y="19687"/>
                </a:moveTo>
                <a:lnTo>
                  <a:pt x="0" y="67155"/>
                </a:lnTo>
                <a:lnTo>
                  <a:pt x="13037" y="67155"/>
                </a:lnTo>
                <a:lnTo>
                  <a:pt x="13037" y="39616"/>
                </a:lnTo>
                <a:cubicBezTo>
                  <a:pt x="13037" y="37290"/>
                  <a:pt x="13374" y="35408"/>
                  <a:pt x="14047" y="33970"/>
                </a:cubicBezTo>
                <a:cubicBezTo>
                  <a:pt x="14721" y="32532"/>
                  <a:pt x="15532" y="31430"/>
                  <a:pt x="16481" y="30665"/>
                </a:cubicBezTo>
                <a:cubicBezTo>
                  <a:pt x="17429" y="29900"/>
                  <a:pt x="18409" y="29380"/>
                  <a:pt x="19418" y="29104"/>
                </a:cubicBezTo>
                <a:cubicBezTo>
                  <a:pt x="20428" y="28829"/>
                  <a:pt x="21239" y="28691"/>
                  <a:pt x="21852" y="28691"/>
                </a:cubicBezTo>
                <a:cubicBezTo>
                  <a:pt x="23933" y="28691"/>
                  <a:pt x="25509" y="29043"/>
                  <a:pt x="26580" y="29747"/>
                </a:cubicBezTo>
                <a:cubicBezTo>
                  <a:pt x="27651" y="30451"/>
                  <a:pt x="28416" y="31384"/>
                  <a:pt x="28875" y="32546"/>
                </a:cubicBezTo>
                <a:cubicBezTo>
                  <a:pt x="29334" y="33709"/>
                  <a:pt x="29594" y="34979"/>
                  <a:pt x="29655" y="36357"/>
                </a:cubicBezTo>
                <a:cubicBezTo>
                  <a:pt x="29717" y="37734"/>
                  <a:pt x="29747" y="39126"/>
                  <a:pt x="29747" y="40533"/>
                </a:cubicBezTo>
                <a:lnTo>
                  <a:pt x="29747" y="67155"/>
                </a:lnTo>
                <a:lnTo>
                  <a:pt x="42784" y="67155"/>
                </a:lnTo>
                <a:lnTo>
                  <a:pt x="42784" y="40717"/>
                </a:lnTo>
                <a:cubicBezTo>
                  <a:pt x="42784" y="39248"/>
                  <a:pt x="42891" y="37794"/>
                  <a:pt x="43105" y="36357"/>
                </a:cubicBezTo>
                <a:cubicBezTo>
                  <a:pt x="43320" y="34919"/>
                  <a:pt x="43749" y="33634"/>
                  <a:pt x="44391" y="32502"/>
                </a:cubicBezTo>
                <a:cubicBezTo>
                  <a:pt x="45034" y="31369"/>
                  <a:pt x="45921" y="30451"/>
                  <a:pt x="47053" y="29747"/>
                </a:cubicBezTo>
                <a:cubicBezTo>
                  <a:pt x="48186" y="29043"/>
                  <a:pt x="49671" y="28691"/>
                  <a:pt x="51507" y="28691"/>
                </a:cubicBezTo>
                <a:cubicBezTo>
                  <a:pt x="53343" y="28691"/>
                  <a:pt x="54796" y="28997"/>
                  <a:pt x="55866" y="29610"/>
                </a:cubicBezTo>
                <a:cubicBezTo>
                  <a:pt x="56938" y="30222"/>
                  <a:pt x="57749" y="31048"/>
                  <a:pt x="58300" y="32088"/>
                </a:cubicBezTo>
                <a:cubicBezTo>
                  <a:pt x="58851" y="33128"/>
                  <a:pt x="59188" y="34352"/>
                  <a:pt x="59310" y="35760"/>
                </a:cubicBezTo>
                <a:cubicBezTo>
                  <a:pt x="59432" y="37168"/>
                  <a:pt x="59493" y="38667"/>
                  <a:pt x="59493" y="40257"/>
                </a:cubicBezTo>
                <a:lnTo>
                  <a:pt x="59493" y="67155"/>
                </a:lnTo>
                <a:lnTo>
                  <a:pt x="72532" y="67155"/>
                </a:lnTo>
                <a:lnTo>
                  <a:pt x="72532" y="35374"/>
                </a:lnTo>
                <a:cubicBezTo>
                  <a:pt x="72532" y="32312"/>
                  <a:pt x="72103" y="29694"/>
                  <a:pt x="71246" y="27520"/>
                </a:cubicBezTo>
                <a:cubicBezTo>
                  <a:pt x="70389" y="25346"/>
                  <a:pt x="69196" y="23585"/>
                  <a:pt x="67665" y="22238"/>
                </a:cubicBezTo>
                <a:cubicBezTo>
                  <a:pt x="66135" y="20891"/>
                  <a:pt x="64299" y="19911"/>
                  <a:pt x="62157" y="19299"/>
                </a:cubicBezTo>
                <a:cubicBezTo>
                  <a:pt x="60015" y="18687"/>
                  <a:pt x="57689" y="18380"/>
                  <a:pt x="55180" y="18380"/>
                </a:cubicBezTo>
                <a:cubicBezTo>
                  <a:pt x="51875" y="18380"/>
                  <a:pt x="49013" y="19178"/>
                  <a:pt x="46595" y="20774"/>
                </a:cubicBezTo>
                <a:cubicBezTo>
                  <a:pt x="44177" y="22370"/>
                  <a:pt x="42264" y="24210"/>
                  <a:pt x="40857" y="26297"/>
                </a:cubicBezTo>
                <a:cubicBezTo>
                  <a:pt x="39572" y="23351"/>
                  <a:pt x="37689" y="21296"/>
                  <a:pt x="35210" y="20130"/>
                </a:cubicBezTo>
                <a:cubicBezTo>
                  <a:pt x="32731" y="18963"/>
                  <a:pt x="29992" y="18380"/>
                  <a:pt x="26993" y="18380"/>
                </a:cubicBezTo>
                <a:cubicBezTo>
                  <a:pt x="23872" y="18380"/>
                  <a:pt x="21102" y="19055"/>
                  <a:pt x="18684" y="20406"/>
                </a:cubicBezTo>
                <a:cubicBezTo>
                  <a:pt x="16266" y="21756"/>
                  <a:pt x="14200" y="23658"/>
                  <a:pt x="12487" y="26113"/>
                </a:cubicBezTo>
                <a:lnTo>
                  <a:pt x="12303" y="26113"/>
                </a:lnTo>
                <a:lnTo>
                  <a:pt x="12303" y="19687"/>
                </a:lnTo>
                <a:lnTo>
                  <a:pt x="0" y="19687"/>
                </a:lnTo>
                <a:close/>
                <a:moveTo>
                  <a:pt x="95148" y="42202"/>
                </a:moveTo>
                <a:lnTo>
                  <a:pt x="78071" y="67155"/>
                </a:lnTo>
                <a:lnTo>
                  <a:pt x="92669" y="67155"/>
                </a:lnTo>
                <a:lnTo>
                  <a:pt x="102584" y="52202"/>
                </a:lnTo>
                <a:lnTo>
                  <a:pt x="112500" y="67155"/>
                </a:lnTo>
                <a:lnTo>
                  <a:pt x="127374" y="67155"/>
                </a:lnTo>
                <a:lnTo>
                  <a:pt x="109837" y="41926"/>
                </a:lnTo>
                <a:lnTo>
                  <a:pt x="125446" y="19725"/>
                </a:lnTo>
                <a:lnTo>
                  <a:pt x="111031" y="19725"/>
                </a:lnTo>
                <a:lnTo>
                  <a:pt x="102768" y="32111"/>
                </a:lnTo>
                <a:lnTo>
                  <a:pt x="94413" y="19725"/>
                </a:lnTo>
                <a:lnTo>
                  <a:pt x="79540" y="19725"/>
                </a:lnTo>
                <a:lnTo>
                  <a:pt x="95148" y="42202"/>
                </a:lnTo>
                <a:close/>
                <a:moveTo>
                  <a:pt x="132546" y="52989"/>
                </a:moveTo>
                <a:lnTo>
                  <a:pt x="132546" y="67155"/>
                </a:lnTo>
                <a:lnTo>
                  <a:pt x="146960" y="67155"/>
                </a:lnTo>
                <a:lnTo>
                  <a:pt x="146960" y="52989"/>
                </a:lnTo>
                <a:lnTo>
                  <a:pt x="132546" y="52989"/>
                </a:lnTo>
                <a:close/>
                <a:moveTo>
                  <a:pt x="167343" y="51734"/>
                </a:moveTo>
                <a:lnTo>
                  <a:pt x="154949" y="51734"/>
                </a:lnTo>
                <a:cubicBezTo>
                  <a:pt x="155071" y="54911"/>
                  <a:pt x="155791" y="57554"/>
                  <a:pt x="157107" y="59661"/>
                </a:cubicBezTo>
                <a:cubicBezTo>
                  <a:pt x="158422" y="61768"/>
                  <a:pt x="160105" y="63464"/>
                  <a:pt x="162155" y="64747"/>
                </a:cubicBezTo>
                <a:cubicBezTo>
                  <a:pt x="164206" y="66030"/>
                  <a:pt x="166548" y="66946"/>
                  <a:pt x="169180" y="67495"/>
                </a:cubicBezTo>
                <a:cubicBezTo>
                  <a:pt x="171812" y="68046"/>
                  <a:pt x="174505" y="68321"/>
                  <a:pt x="177259" y="68321"/>
                </a:cubicBezTo>
                <a:cubicBezTo>
                  <a:pt x="179952" y="68321"/>
                  <a:pt x="182598" y="68060"/>
                  <a:pt x="185199" y="67539"/>
                </a:cubicBezTo>
                <a:cubicBezTo>
                  <a:pt x="187801" y="67019"/>
                  <a:pt x="190112" y="66116"/>
                  <a:pt x="192131" y="64830"/>
                </a:cubicBezTo>
                <a:cubicBezTo>
                  <a:pt x="194151" y="63543"/>
                  <a:pt x="195789" y="61844"/>
                  <a:pt x="197043" y="59732"/>
                </a:cubicBezTo>
                <a:cubicBezTo>
                  <a:pt x="198298" y="57619"/>
                  <a:pt x="198926" y="55001"/>
                  <a:pt x="198926" y="51878"/>
                </a:cubicBezTo>
                <a:cubicBezTo>
                  <a:pt x="198926" y="49674"/>
                  <a:pt x="198497" y="47822"/>
                  <a:pt x="197640" y="46322"/>
                </a:cubicBezTo>
                <a:cubicBezTo>
                  <a:pt x="196783" y="44821"/>
                  <a:pt x="195651" y="43565"/>
                  <a:pt x="194242" y="42555"/>
                </a:cubicBezTo>
                <a:cubicBezTo>
                  <a:pt x="192835" y="41544"/>
                  <a:pt x="191229" y="40733"/>
                  <a:pt x="189423" y="40121"/>
                </a:cubicBezTo>
                <a:cubicBezTo>
                  <a:pt x="187618" y="39509"/>
                  <a:pt x="185766" y="38988"/>
                  <a:pt x="183869" y="38559"/>
                </a:cubicBezTo>
                <a:cubicBezTo>
                  <a:pt x="182032" y="38131"/>
                  <a:pt x="180227" y="37733"/>
                  <a:pt x="178451" y="37366"/>
                </a:cubicBezTo>
                <a:cubicBezTo>
                  <a:pt x="176677" y="36998"/>
                  <a:pt x="175101" y="36584"/>
                  <a:pt x="173723" y="36126"/>
                </a:cubicBezTo>
                <a:cubicBezTo>
                  <a:pt x="172346" y="35666"/>
                  <a:pt x="171229" y="35069"/>
                  <a:pt x="170372" y="34334"/>
                </a:cubicBezTo>
                <a:cubicBezTo>
                  <a:pt x="169515" y="33599"/>
                  <a:pt x="169087" y="32650"/>
                  <a:pt x="169087" y="31486"/>
                </a:cubicBezTo>
                <a:cubicBezTo>
                  <a:pt x="169087" y="30506"/>
                  <a:pt x="169332" y="29725"/>
                  <a:pt x="169821" y="29144"/>
                </a:cubicBezTo>
                <a:cubicBezTo>
                  <a:pt x="170312" y="28562"/>
                  <a:pt x="170908" y="28118"/>
                  <a:pt x="171612" y="27813"/>
                </a:cubicBezTo>
                <a:cubicBezTo>
                  <a:pt x="172316" y="27506"/>
                  <a:pt x="173096" y="27307"/>
                  <a:pt x="173953" y="27216"/>
                </a:cubicBezTo>
                <a:cubicBezTo>
                  <a:pt x="174810" y="27123"/>
                  <a:pt x="175606" y="27077"/>
                  <a:pt x="176340" y="27077"/>
                </a:cubicBezTo>
                <a:cubicBezTo>
                  <a:pt x="178665" y="27077"/>
                  <a:pt x="180685" y="27523"/>
                  <a:pt x="182399" y="28415"/>
                </a:cubicBezTo>
                <a:cubicBezTo>
                  <a:pt x="184113" y="29306"/>
                  <a:pt x="185062" y="31012"/>
                  <a:pt x="185246" y="33533"/>
                </a:cubicBezTo>
                <a:lnTo>
                  <a:pt x="197641" y="33533"/>
                </a:lnTo>
                <a:cubicBezTo>
                  <a:pt x="197396" y="30594"/>
                  <a:pt x="196646" y="28161"/>
                  <a:pt x="195391" y="26232"/>
                </a:cubicBezTo>
                <a:cubicBezTo>
                  <a:pt x="194137" y="24304"/>
                  <a:pt x="192561" y="22758"/>
                  <a:pt x="190663" y="21595"/>
                </a:cubicBezTo>
                <a:cubicBezTo>
                  <a:pt x="188766" y="20432"/>
                  <a:pt x="186609" y="19605"/>
                  <a:pt x="184191" y="19116"/>
                </a:cubicBezTo>
                <a:cubicBezTo>
                  <a:pt x="181773" y="18625"/>
                  <a:pt x="179279" y="18380"/>
                  <a:pt x="176708" y="18380"/>
                </a:cubicBezTo>
                <a:cubicBezTo>
                  <a:pt x="174137" y="18380"/>
                  <a:pt x="171627" y="18610"/>
                  <a:pt x="169178" y="19069"/>
                </a:cubicBezTo>
                <a:cubicBezTo>
                  <a:pt x="166730" y="19528"/>
                  <a:pt x="164527" y="20324"/>
                  <a:pt x="162569" y="21457"/>
                </a:cubicBezTo>
                <a:cubicBezTo>
                  <a:pt x="160610" y="22590"/>
                  <a:pt x="159034" y="24136"/>
                  <a:pt x="157841" y="26095"/>
                </a:cubicBezTo>
                <a:cubicBezTo>
                  <a:pt x="156647" y="28055"/>
                  <a:pt x="156050" y="30566"/>
                  <a:pt x="156050" y="33628"/>
                </a:cubicBezTo>
                <a:cubicBezTo>
                  <a:pt x="156050" y="35710"/>
                  <a:pt x="156478" y="37470"/>
                  <a:pt x="157335" y="38909"/>
                </a:cubicBezTo>
                <a:cubicBezTo>
                  <a:pt x="158192" y="40348"/>
                  <a:pt x="159325" y="41542"/>
                  <a:pt x="160732" y="42492"/>
                </a:cubicBezTo>
                <a:cubicBezTo>
                  <a:pt x="162141" y="43441"/>
                  <a:pt x="163747" y="44206"/>
                  <a:pt x="165553" y="44788"/>
                </a:cubicBezTo>
                <a:cubicBezTo>
                  <a:pt x="167358" y="45370"/>
                  <a:pt x="169210" y="45875"/>
                  <a:pt x="171107" y="46304"/>
                </a:cubicBezTo>
                <a:cubicBezTo>
                  <a:pt x="175759" y="47283"/>
                  <a:pt x="179385" y="48263"/>
                  <a:pt x="181986" y="49243"/>
                </a:cubicBezTo>
                <a:cubicBezTo>
                  <a:pt x="184588" y="50222"/>
                  <a:pt x="185889" y="51692"/>
                  <a:pt x="185889" y="53651"/>
                </a:cubicBezTo>
                <a:cubicBezTo>
                  <a:pt x="185889" y="54814"/>
                  <a:pt x="185613" y="55779"/>
                  <a:pt x="185062" y="56544"/>
                </a:cubicBezTo>
                <a:cubicBezTo>
                  <a:pt x="184511" y="57310"/>
                  <a:pt x="183822" y="57923"/>
                  <a:pt x="182996" y="58382"/>
                </a:cubicBezTo>
                <a:cubicBezTo>
                  <a:pt x="182170" y="58841"/>
                  <a:pt x="181252" y="59178"/>
                  <a:pt x="180241" y="59393"/>
                </a:cubicBezTo>
                <a:cubicBezTo>
                  <a:pt x="179232" y="59606"/>
                  <a:pt x="178268" y="59713"/>
                  <a:pt x="177350" y="59713"/>
                </a:cubicBezTo>
                <a:cubicBezTo>
                  <a:pt x="176065" y="59713"/>
                  <a:pt x="174825" y="59561"/>
                  <a:pt x="173632" y="59255"/>
                </a:cubicBezTo>
                <a:cubicBezTo>
                  <a:pt x="172438" y="58949"/>
                  <a:pt x="171382" y="58475"/>
                  <a:pt x="170464" y="57833"/>
                </a:cubicBezTo>
                <a:cubicBezTo>
                  <a:pt x="169546" y="57191"/>
                  <a:pt x="168796" y="56365"/>
                  <a:pt x="168214" y="55356"/>
                </a:cubicBezTo>
                <a:cubicBezTo>
                  <a:pt x="167634" y="54348"/>
                  <a:pt x="167343" y="53140"/>
                  <a:pt x="167343" y="51734"/>
                </a:cubicBezTo>
                <a:close/>
                <a:moveTo>
                  <a:pt x="238159" y="38374"/>
                </a:moveTo>
                <a:lnTo>
                  <a:pt x="216952" y="38374"/>
                </a:lnTo>
                <a:cubicBezTo>
                  <a:pt x="217013" y="37453"/>
                  <a:pt x="217211" y="36410"/>
                  <a:pt x="217547" y="35243"/>
                </a:cubicBezTo>
                <a:cubicBezTo>
                  <a:pt x="217885" y="34076"/>
                  <a:pt x="218466" y="32970"/>
                  <a:pt x="219293" y="31927"/>
                </a:cubicBezTo>
                <a:cubicBezTo>
                  <a:pt x="220119" y="30883"/>
                  <a:pt x="221221" y="30008"/>
                  <a:pt x="222598" y="29302"/>
                </a:cubicBezTo>
                <a:cubicBezTo>
                  <a:pt x="223975" y="28596"/>
                  <a:pt x="225705" y="28243"/>
                  <a:pt x="227785" y="28243"/>
                </a:cubicBezTo>
                <a:cubicBezTo>
                  <a:pt x="230968" y="28243"/>
                  <a:pt x="233340" y="29102"/>
                  <a:pt x="234901" y="30822"/>
                </a:cubicBezTo>
                <a:cubicBezTo>
                  <a:pt x="236461" y="32541"/>
                  <a:pt x="237548" y="35059"/>
                  <a:pt x="238159" y="38374"/>
                </a:cubicBezTo>
                <a:moveTo>
                  <a:pt x="216952" y="46623"/>
                </a:moveTo>
                <a:lnTo>
                  <a:pt x="251198" y="46623"/>
                </a:lnTo>
                <a:cubicBezTo>
                  <a:pt x="251442" y="42943"/>
                  <a:pt x="251136" y="39417"/>
                  <a:pt x="250279" y="36043"/>
                </a:cubicBezTo>
                <a:cubicBezTo>
                  <a:pt x="249422" y="32670"/>
                  <a:pt x="248030" y="29665"/>
                  <a:pt x="246101" y="27028"/>
                </a:cubicBezTo>
                <a:cubicBezTo>
                  <a:pt x="244173" y="24391"/>
                  <a:pt x="241710" y="22290"/>
                  <a:pt x="238710" y="20727"/>
                </a:cubicBezTo>
                <a:cubicBezTo>
                  <a:pt x="235711" y="19162"/>
                  <a:pt x="232192" y="18380"/>
                  <a:pt x="228152" y="18380"/>
                </a:cubicBezTo>
                <a:cubicBezTo>
                  <a:pt x="224541" y="18380"/>
                  <a:pt x="221251" y="19024"/>
                  <a:pt x="218283" y="20312"/>
                </a:cubicBezTo>
                <a:cubicBezTo>
                  <a:pt x="215315" y="21599"/>
                  <a:pt x="212759" y="23361"/>
                  <a:pt x="210617" y="25599"/>
                </a:cubicBezTo>
                <a:cubicBezTo>
                  <a:pt x="208474" y="27837"/>
                  <a:pt x="206822" y="30489"/>
                  <a:pt x="205659" y="33555"/>
                </a:cubicBezTo>
                <a:cubicBezTo>
                  <a:pt x="204496" y="36620"/>
                  <a:pt x="203915" y="39931"/>
                  <a:pt x="203915" y="43488"/>
                </a:cubicBezTo>
                <a:cubicBezTo>
                  <a:pt x="203915" y="47166"/>
                  <a:pt x="204481" y="50538"/>
                  <a:pt x="205613" y="53604"/>
                </a:cubicBezTo>
                <a:cubicBezTo>
                  <a:pt x="206746" y="56669"/>
                  <a:pt x="208353" y="59306"/>
                  <a:pt x="210433" y="61514"/>
                </a:cubicBezTo>
                <a:cubicBezTo>
                  <a:pt x="212514" y="63720"/>
                  <a:pt x="215054" y="65422"/>
                  <a:pt x="218053" y="66617"/>
                </a:cubicBezTo>
                <a:cubicBezTo>
                  <a:pt x="221052" y="67813"/>
                  <a:pt x="224418" y="68410"/>
                  <a:pt x="228152" y="68410"/>
                </a:cubicBezTo>
                <a:cubicBezTo>
                  <a:pt x="233539" y="68410"/>
                  <a:pt x="238129" y="67187"/>
                  <a:pt x="241924" y="64741"/>
                </a:cubicBezTo>
                <a:cubicBezTo>
                  <a:pt x="245719" y="62295"/>
                  <a:pt x="248535" y="58228"/>
                  <a:pt x="250371" y="52541"/>
                </a:cubicBezTo>
                <a:lnTo>
                  <a:pt x="238895" y="52541"/>
                </a:lnTo>
                <a:cubicBezTo>
                  <a:pt x="238466" y="53997"/>
                  <a:pt x="237303" y="55377"/>
                  <a:pt x="235405" y="56682"/>
                </a:cubicBezTo>
                <a:cubicBezTo>
                  <a:pt x="233508" y="57986"/>
                  <a:pt x="231244" y="58637"/>
                  <a:pt x="228612" y="58637"/>
                </a:cubicBezTo>
                <a:cubicBezTo>
                  <a:pt x="224940" y="58637"/>
                  <a:pt x="222124" y="57690"/>
                  <a:pt x="220164" y="55795"/>
                </a:cubicBezTo>
                <a:cubicBezTo>
                  <a:pt x="218206" y="53899"/>
                  <a:pt x="217135" y="50842"/>
                  <a:pt x="216952" y="46623"/>
                </a:cubicBezTo>
                <a:close/>
                <a:moveTo>
                  <a:pt x="275527" y="19725"/>
                </a:moveTo>
                <a:lnTo>
                  <a:pt x="275527" y="5469"/>
                </a:lnTo>
                <a:lnTo>
                  <a:pt x="262490" y="5469"/>
                </a:lnTo>
                <a:lnTo>
                  <a:pt x="262490" y="19725"/>
                </a:lnTo>
                <a:lnTo>
                  <a:pt x="254595" y="19725"/>
                </a:lnTo>
                <a:lnTo>
                  <a:pt x="254595" y="28422"/>
                </a:lnTo>
                <a:lnTo>
                  <a:pt x="262490" y="28422"/>
                </a:lnTo>
                <a:lnTo>
                  <a:pt x="262490" y="56409"/>
                </a:lnTo>
                <a:cubicBezTo>
                  <a:pt x="262490" y="58795"/>
                  <a:pt x="262888" y="60722"/>
                  <a:pt x="263684" y="62190"/>
                </a:cubicBezTo>
                <a:cubicBezTo>
                  <a:pt x="264480" y="63658"/>
                  <a:pt x="265566" y="64790"/>
                  <a:pt x="266942" y="65586"/>
                </a:cubicBezTo>
                <a:cubicBezTo>
                  <a:pt x="268320" y="66381"/>
                  <a:pt x="269911" y="66916"/>
                  <a:pt x="271717" y="67190"/>
                </a:cubicBezTo>
                <a:cubicBezTo>
                  <a:pt x="273523" y="67466"/>
                  <a:pt x="275436" y="67603"/>
                  <a:pt x="277456" y="67603"/>
                </a:cubicBezTo>
                <a:cubicBezTo>
                  <a:pt x="278742" y="67603"/>
                  <a:pt x="280057" y="67573"/>
                  <a:pt x="281404" y="67514"/>
                </a:cubicBezTo>
                <a:cubicBezTo>
                  <a:pt x="282751" y="67454"/>
                  <a:pt x="283975" y="67334"/>
                  <a:pt x="285076" y="67155"/>
                </a:cubicBezTo>
                <a:lnTo>
                  <a:pt x="285076" y="57015"/>
                </a:lnTo>
                <a:cubicBezTo>
                  <a:pt x="284464" y="57137"/>
                  <a:pt x="283822" y="57229"/>
                  <a:pt x="283148" y="57291"/>
                </a:cubicBezTo>
                <a:cubicBezTo>
                  <a:pt x="282475" y="57352"/>
                  <a:pt x="281771" y="57382"/>
                  <a:pt x="281037" y="57382"/>
                </a:cubicBezTo>
                <a:cubicBezTo>
                  <a:pt x="278833" y="57382"/>
                  <a:pt x="277363" y="57016"/>
                  <a:pt x="276628" y="56282"/>
                </a:cubicBezTo>
                <a:cubicBezTo>
                  <a:pt x="275894" y="55549"/>
                  <a:pt x="275527" y="54083"/>
                  <a:pt x="275527" y="51884"/>
                </a:cubicBezTo>
                <a:lnTo>
                  <a:pt x="275527" y="28422"/>
                </a:lnTo>
                <a:lnTo>
                  <a:pt x="285076" y="28422"/>
                </a:lnTo>
                <a:lnTo>
                  <a:pt x="285076" y="19725"/>
                </a:lnTo>
                <a:lnTo>
                  <a:pt x="275527" y="19725"/>
                </a:lnTo>
                <a:close/>
                <a:moveTo>
                  <a:pt x="286178" y="73969"/>
                </a:moveTo>
                <a:lnTo>
                  <a:pt x="286178" y="78542"/>
                </a:lnTo>
                <a:lnTo>
                  <a:pt x="332084" y="78542"/>
                </a:lnTo>
                <a:lnTo>
                  <a:pt x="332084" y="73969"/>
                </a:lnTo>
                <a:lnTo>
                  <a:pt x="286178" y="73969"/>
                </a:lnTo>
                <a:close/>
                <a:moveTo>
                  <a:pt x="370736" y="43303"/>
                </a:moveTo>
                <a:cubicBezTo>
                  <a:pt x="370736" y="45261"/>
                  <a:pt x="370553" y="47159"/>
                  <a:pt x="370185" y="48996"/>
                </a:cubicBezTo>
                <a:cubicBezTo>
                  <a:pt x="369818" y="50832"/>
                  <a:pt x="369206" y="52470"/>
                  <a:pt x="368349" y="53909"/>
                </a:cubicBezTo>
                <a:cubicBezTo>
                  <a:pt x="367491" y="55348"/>
                  <a:pt x="366344" y="56495"/>
                  <a:pt x="364905" y="57353"/>
                </a:cubicBezTo>
                <a:cubicBezTo>
                  <a:pt x="363467" y="58209"/>
                  <a:pt x="361677" y="58637"/>
                  <a:pt x="359534" y="58637"/>
                </a:cubicBezTo>
                <a:cubicBezTo>
                  <a:pt x="357515" y="58637"/>
                  <a:pt x="355786" y="58194"/>
                  <a:pt x="354347" y="57307"/>
                </a:cubicBezTo>
                <a:cubicBezTo>
                  <a:pt x="352908" y="56418"/>
                  <a:pt x="351715" y="55255"/>
                  <a:pt x="350766" y="53817"/>
                </a:cubicBezTo>
                <a:cubicBezTo>
                  <a:pt x="349818" y="52378"/>
                  <a:pt x="349129" y="50740"/>
                  <a:pt x="348701" y="48904"/>
                </a:cubicBezTo>
                <a:cubicBezTo>
                  <a:pt x="348272" y="47068"/>
                  <a:pt x="348058" y="45231"/>
                  <a:pt x="348058" y="43394"/>
                </a:cubicBezTo>
                <a:cubicBezTo>
                  <a:pt x="348058" y="41435"/>
                  <a:pt x="348257" y="39553"/>
                  <a:pt x="348655" y="37747"/>
                </a:cubicBezTo>
                <a:cubicBezTo>
                  <a:pt x="349052" y="35940"/>
                  <a:pt x="349695" y="34334"/>
                  <a:pt x="350582" y="32926"/>
                </a:cubicBezTo>
                <a:cubicBezTo>
                  <a:pt x="351470" y="31518"/>
                  <a:pt x="352649" y="30385"/>
                  <a:pt x="354117" y="29529"/>
                </a:cubicBezTo>
                <a:cubicBezTo>
                  <a:pt x="355586" y="28671"/>
                  <a:pt x="357392" y="28243"/>
                  <a:pt x="359534" y="28243"/>
                </a:cubicBezTo>
                <a:cubicBezTo>
                  <a:pt x="361677" y="28243"/>
                  <a:pt x="363452" y="28671"/>
                  <a:pt x="364859" y="29529"/>
                </a:cubicBezTo>
                <a:cubicBezTo>
                  <a:pt x="366268" y="30385"/>
                  <a:pt x="367415" y="31502"/>
                  <a:pt x="368303" y="32880"/>
                </a:cubicBezTo>
                <a:cubicBezTo>
                  <a:pt x="369191" y="34257"/>
                  <a:pt x="369818" y="35849"/>
                  <a:pt x="370185" y="37656"/>
                </a:cubicBezTo>
                <a:cubicBezTo>
                  <a:pt x="370553" y="39461"/>
                  <a:pt x="370736" y="41343"/>
                  <a:pt x="370736" y="43303"/>
                </a:cubicBezTo>
                <a:moveTo>
                  <a:pt x="370920" y="61152"/>
                </a:moveTo>
                <a:lnTo>
                  <a:pt x="370920" y="67215"/>
                </a:lnTo>
                <a:lnTo>
                  <a:pt x="383314" y="67215"/>
                </a:lnTo>
                <a:lnTo>
                  <a:pt x="383314" y="1614"/>
                </a:lnTo>
                <a:lnTo>
                  <a:pt x="370277" y="1614"/>
                </a:lnTo>
                <a:lnTo>
                  <a:pt x="370277" y="25477"/>
                </a:lnTo>
                <a:lnTo>
                  <a:pt x="370093" y="25477"/>
                </a:lnTo>
                <a:cubicBezTo>
                  <a:pt x="368624" y="23142"/>
                  <a:pt x="366619" y="21376"/>
                  <a:pt x="364079" y="20178"/>
                </a:cubicBezTo>
                <a:cubicBezTo>
                  <a:pt x="361539" y="18979"/>
                  <a:pt x="358862" y="18380"/>
                  <a:pt x="356046" y="18380"/>
                </a:cubicBezTo>
                <a:cubicBezTo>
                  <a:pt x="352557" y="18380"/>
                  <a:pt x="349496" y="19070"/>
                  <a:pt x="346864" y="20449"/>
                </a:cubicBezTo>
                <a:cubicBezTo>
                  <a:pt x="344232" y="21829"/>
                  <a:pt x="342044" y="23653"/>
                  <a:pt x="340299" y="25921"/>
                </a:cubicBezTo>
                <a:cubicBezTo>
                  <a:pt x="338556" y="28190"/>
                  <a:pt x="337240" y="30811"/>
                  <a:pt x="336352" y="33785"/>
                </a:cubicBezTo>
                <a:cubicBezTo>
                  <a:pt x="335464" y="36759"/>
                  <a:pt x="335021" y="39839"/>
                  <a:pt x="335021" y="43027"/>
                </a:cubicBezTo>
                <a:cubicBezTo>
                  <a:pt x="335021" y="46338"/>
                  <a:pt x="335464" y="49526"/>
                  <a:pt x="336352" y="52592"/>
                </a:cubicBezTo>
                <a:cubicBezTo>
                  <a:pt x="337240" y="55658"/>
                  <a:pt x="338556" y="58371"/>
                  <a:pt x="340299" y="60732"/>
                </a:cubicBezTo>
                <a:cubicBezTo>
                  <a:pt x="342044" y="63092"/>
                  <a:pt x="344263" y="64962"/>
                  <a:pt x="346955" y="66341"/>
                </a:cubicBezTo>
                <a:cubicBezTo>
                  <a:pt x="349649" y="67721"/>
                  <a:pt x="352771" y="68410"/>
                  <a:pt x="356322" y="68410"/>
                </a:cubicBezTo>
                <a:cubicBezTo>
                  <a:pt x="359443" y="68410"/>
                  <a:pt x="362243" y="67844"/>
                  <a:pt x="364722" y="66711"/>
                </a:cubicBezTo>
                <a:cubicBezTo>
                  <a:pt x="367202" y="65577"/>
                  <a:pt x="369206" y="63724"/>
                  <a:pt x="370736" y="61152"/>
                </a:cubicBezTo>
                <a:lnTo>
                  <a:pt x="370920" y="61152"/>
                </a:lnTo>
                <a:close/>
                <a:moveTo>
                  <a:pt x="424843" y="38374"/>
                </a:moveTo>
                <a:lnTo>
                  <a:pt x="403636" y="38374"/>
                </a:lnTo>
                <a:cubicBezTo>
                  <a:pt x="403696" y="37453"/>
                  <a:pt x="403895" y="36410"/>
                  <a:pt x="404231" y="35243"/>
                </a:cubicBezTo>
                <a:cubicBezTo>
                  <a:pt x="404568" y="34076"/>
                  <a:pt x="405150" y="32970"/>
                  <a:pt x="405977" y="31927"/>
                </a:cubicBezTo>
                <a:cubicBezTo>
                  <a:pt x="406803" y="30883"/>
                  <a:pt x="407905" y="30008"/>
                  <a:pt x="409281" y="29302"/>
                </a:cubicBezTo>
                <a:cubicBezTo>
                  <a:pt x="410659" y="28596"/>
                  <a:pt x="412388" y="28243"/>
                  <a:pt x="414469" y="28243"/>
                </a:cubicBezTo>
                <a:cubicBezTo>
                  <a:pt x="417652" y="28243"/>
                  <a:pt x="420024" y="29102"/>
                  <a:pt x="421584" y="30822"/>
                </a:cubicBezTo>
                <a:cubicBezTo>
                  <a:pt x="423145" y="32541"/>
                  <a:pt x="424231" y="35059"/>
                  <a:pt x="424843" y="38374"/>
                </a:cubicBezTo>
                <a:moveTo>
                  <a:pt x="403636" y="46623"/>
                </a:moveTo>
                <a:lnTo>
                  <a:pt x="437881" y="46623"/>
                </a:lnTo>
                <a:cubicBezTo>
                  <a:pt x="438126" y="42943"/>
                  <a:pt x="437820" y="39417"/>
                  <a:pt x="436962" y="36043"/>
                </a:cubicBezTo>
                <a:cubicBezTo>
                  <a:pt x="436106" y="32670"/>
                  <a:pt x="434713" y="29665"/>
                  <a:pt x="432785" y="27028"/>
                </a:cubicBezTo>
                <a:cubicBezTo>
                  <a:pt x="430857" y="24391"/>
                  <a:pt x="428393" y="22290"/>
                  <a:pt x="425393" y="20727"/>
                </a:cubicBezTo>
                <a:cubicBezTo>
                  <a:pt x="422395" y="19162"/>
                  <a:pt x="418875" y="18380"/>
                  <a:pt x="414836" y="18380"/>
                </a:cubicBezTo>
                <a:cubicBezTo>
                  <a:pt x="411224" y="18380"/>
                  <a:pt x="407935" y="19024"/>
                  <a:pt x="404966" y="20312"/>
                </a:cubicBezTo>
                <a:cubicBezTo>
                  <a:pt x="401998" y="21599"/>
                  <a:pt x="399443" y="23361"/>
                  <a:pt x="397301" y="25599"/>
                </a:cubicBezTo>
                <a:cubicBezTo>
                  <a:pt x="395158" y="27837"/>
                  <a:pt x="393505" y="30489"/>
                  <a:pt x="392343" y="33555"/>
                </a:cubicBezTo>
                <a:cubicBezTo>
                  <a:pt x="391180" y="36620"/>
                  <a:pt x="390599" y="39931"/>
                  <a:pt x="390599" y="43488"/>
                </a:cubicBezTo>
                <a:cubicBezTo>
                  <a:pt x="390599" y="47166"/>
                  <a:pt x="391165" y="50538"/>
                  <a:pt x="392296" y="53604"/>
                </a:cubicBezTo>
                <a:cubicBezTo>
                  <a:pt x="393429" y="56669"/>
                  <a:pt x="395036" y="59306"/>
                  <a:pt x="397117" y="61514"/>
                </a:cubicBezTo>
                <a:cubicBezTo>
                  <a:pt x="399198" y="63720"/>
                  <a:pt x="401738" y="65422"/>
                  <a:pt x="404737" y="66617"/>
                </a:cubicBezTo>
                <a:cubicBezTo>
                  <a:pt x="407736" y="67813"/>
                  <a:pt x="411102" y="68410"/>
                  <a:pt x="414836" y="68410"/>
                </a:cubicBezTo>
                <a:cubicBezTo>
                  <a:pt x="420222" y="68410"/>
                  <a:pt x="424813" y="67187"/>
                  <a:pt x="428607" y="64741"/>
                </a:cubicBezTo>
                <a:cubicBezTo>
                  <a:pt x="432403" y="62295"/>
                  <a:pt x="435219" y="58228"/>
                  <a:pt x="437055" y="52541"/>
                </a:cubicBezTo>
                <a:lnTo>
                  <a:pt x="425578" y="52541"/>
                </a:lnTo>
                <a:cubicBezTo>
                  <a:pt x="425150" y="53997"/>
                  <a:pt x="423986" y="55377"/>
                  <a:pt x="422089" y="56682"/>
                </a:cubicBezTo>
                <a:cubicBezTo>
                  <a:pt x="420192" y="57986"/>
                  <a:pt x="417927" y="58637"/>
                  <a:pt x="415296" y="58637"/>
                </a:cubicBezTo>
                <a:cubicBezTo>
                  <a:pt x="411623" y="58637"/>
                  <a:pt x="408807" y="57690"/>
                  <a:pt x="406848" y="55795"/>
                </a:cubicBezTo>
                <a:cubicBezTo>
                  <a:pt x="404889" y="53899"/>
                  <a:pt x="403819" y="50842"/>
                  <a:pt x="403636" y="46623"/>
                </a:cubicBezTo>
                <a:close/>
                <a:moveTo>
                  <a:pt x="448533" y="28422"/>
                </a:moveTo>
                <a:lnTo>
                  <a:pt x="448533" y="67155"/>
                </a:lnTo>
                <a:lnTo>
                  <a:pt x="461570" y="67155"/>
                </a:lnTo>
                <a:lnTo>
                  <a:pt x="461570" y="28422"/>
                </a:lnTo>
                <a:lnTo>
                  <a:pt x="470566" y="28422"/>
                </a:lnTo>
                <a:lnTo>
                  <a:pt x="470566" y="19725"/>
                </a:lnTo>
                <a:lnTo>
                  <a:pt x="461570" y="19725"/>
                </a:lnTo>
                <a:lnTo>
                  <a:pt x="461570" y="16884"/>
                </a:lnTo>
                <a:cubicBezTo>
                  <a:pt x="461570" y="14928"/>
                  <a:pt x="461952" y="13538"/>
                  <a:pt x="462717" y="12713"/>
                </a:cubicBezTo>
                <a:cubicBezTo>
                  <a:pt x="463482" y="11889"/>
                  <a:pt x="464752" y="11476"/>
                  <a:pt x="466528" y="11476"/>
                </a:cubicBezTo>
                <a:cubicBezTo>
                  <a:pt x="468180" y="11476"/>
                  <a:pt x="469771" y="11566"/>
                  <a:pt x="471300" y="11745"/>
                </a:cubicBezTo>
                <a:lnTo>
                  <a:pt x="471300" y="1973"/>
                </a:lnTo>
                <a:cubicBezTo>
                  <a:pt x="470199" y="1913"/>
                  <a:pt x="469067" y="1838"/>
                  <a:pt x="467903" y="1748"/>
                </a:cubicBezTo>
                <a:cubicBezTo>
                  <a:pt x="466740" y="1659"/>
                  <a:pt x="465578" y="1614"/>
                  <a:pt x="464415" y="1614"/>
                </a:cubicBezTo>
                <a:cubicBezTo>
                  <a:pt x="459090" y="1614"/>
                  <a:pt x="455112" y="2963"/>
                  <a:pt x="452480" y="5660"/>
                </a:cubicBezTo>
                <a:cubicBezTo>
                  <a:pt x="449848" y="8356"/>
                  <a:pt x="448533" y="11819"/>
                  <a:pt x="448533" y="16048"/>
                </a:cubicBezTo>
                <a:lnTo>
                  <a:pt x="448533" y="19725"/>
                </a:lnTo>
                <a:lnTo>
                  <a:pt x="440728" y="19725"/>
                </a:lnTo>
                <a:lnTo>
                  <a:pt x="440728" y="28422"/>
                </a:lnTo>
                <a:lnTo>
                  <a:pt x="448533" y="28422"/>
                </a:lnTo>
                <a:close/>
                <a:moveTo>
                  <a:pt x="475739" y="34286"/>
                </a:moveTo>
                <a:cubicBezTo>
                  <a:pt x="475922" y="31226"/>
                  <a:pt x="476686" y="28686"/>
                  <a:pt x="478033" y="26667"/>
                </a:cubicBezTo>
                <a:cubicBezTo>
                  <a:pt x="479380" y="24647"/>
                  <a:pt x="481094" y="23024"/>
                  <a:pt x="483175" y="21800"/>
                </a:cubicBezTo>
                <a:cubicBezTo>
                  <a:pt x="485256" y="20575"/>
                  <a:pt x="487596" y="19703"/>
                  <a:pt x="490198" y="19183"/>
                </a:cubicBezTo>
                <a:cubicBezTo>
                  <a:pt x="492800" y="18663"/>
                  <a:pt x="495416" y="18403"/>
                  <a:pt x="498048" y="18403"/>
                </a:cubicBezTo>
                <a:cubicBezTo>
                  <a:pt x="500436" y="18403"/>
                  <a:pt x="502853" y="18571"/>
                  <a:pt x="505301" y="18908"/>
                </a:cubicBezTo>
                <a:cubicBezTo>
                  <a:pt x="507750" y="19245"/>
                  <a:pt x="509984" y="19903"/>
                  <a:pt x="512003" y="20882"/>
                </a:cubicBezTo>
                <a:cubicBezTo>
                  <a:pt x="514023" y="21861"/>
                  <a:pt x="515676" y="23223"/>
                  <a:pt x="516961" y="24967"/>
                </a:cubicBezTo>
                <a:cubicBezTo>
                  <a:pt x="518247" y="26712"/>
                  <a:pt x="518890" y="29023"/>
                  <a:pt x="518890" y="31899"/>
                </a:cubicBezTo>
                <a:lnTo>
                  <a:pt x="518890" y="56596"/>
                </a:lnTo>
                <a:cubicBezTo>
                  <a:pt x="518890" y="58739"/>
                  <a:pt x="519012" y="60789"/>
                  <a:pt x="519257" y="62748"/>
                </a:cubicBezTo>
                <a:cubicBezTo>
                  <a:pt x="519502" y="64706"/>
                  <a:pt x="519930" y="66175"/>
                  <a:pt x="520542" y="67155"/>
                </a:cubicBezTo>
                <a:lnTo>
                  <a:pt x="507321" y="67155"/>
                </a:lnTo>
                <a:cubicBezTo>
                  <a:pt x="507076" y="66421"/>
                  <a:pt x="506878" y="65671"/>
                  <a:pt x="506724" y="64907"/>
                </a:cubicBezTo>
                <a:cubicBezTo>
                  <a:pt x="506571" y="64141"/>
                  <a:pt x="506464" y="63360"/>
                  <a:pt x="506404" y="62564"/>
                </a:cubicBezTo>
                <a:cubicBezTo>
                  <a:pt x="504323" y="64707"/>
                  <a:pt x="501874" y="66207"/>
                  <a:pt x="499058" y="67064"/>
                </a:cubicBezTo>
                <a:cubicBezTo>
                  <a:pt x="496243" y="67920"/>
                  <a:pt x="493366" y="68349"/>
                  <a:pt x="490427" y="68349"/>
                </a:cubicBezTo>
                <a:cubicBezTo>
                  <a:pt x="488163" y="68349"/>
                  <a:pt x="486052" y="68073"/>
                  <a:pt x="484092" y="67522"/>
                </a:cubicBezTo>
                <a:cubicBezTo>
                  <a:pt x="482134" y="66971"/>
                  <a:pt x="480420" y="66114"/>
                  <a:pt x="478951" y="64951"/>
                </a:cubicBezTo>
                <a:cubicBezTo>
                  <a:pt x="477483" y="63789"/>
                  <a:pt x="476335" y="62320"/>
                  <a:pt x="475509" y="60545"/>
                </a:cubicBezTo>
                <a:cubicBezTo>
                  <a:pt x="474682" y="58770"/>
                  <a:pt x="474269" y="56658"/>
                  <a:pt x="474269" y="54209"/>
                </a:cubicBezTo>
                <a:cubicBezTo>
                  <a:pt x="474269" y="51516"/>
                  <a:pt x="474743" y="49298"/>
                  <a:pt x="475692" y="47553"/>
                </a:cubicBezTo>
                <a:cubicBezTo>
                  <a:pt x="476641" y="45809"/>
                  <a:pt x="477865" y="44416"/>
                  <a:pt x="479364" y="43376"/>
                </a:cubicBezTo>
                <a:cubicBezTo>
                  <a:pt x="480864" y="42335"/>
                  <a:pt x="482578" y="41555"/>
                  <a:pt x="484506" y="41035"/>
                </a:cubicBezTo>
                <a:cubicBezTo>
                  <a:pt x="486434" y="40514"/>
                  <a:pt x="488378" y="40102"/>
                  <a:pt x="490336" y="39796"/>
                </a:cubicBezTo>
                <a:cubicBezTo>
                  <a:pt x="492295" y="39490"/>
                  <a:pt x="494222" y="39245"/>
                  <a:pt x="496119" y="39061"/>
                </a:cubicBezTo>
                <a:cubicBezTo>
                  <a:pt x="498017" y="38877"/>
                  <a:pt x="499701" y="38601"/>
                  <a:pt x="501170" y="38234"/>
                </a:cubicBezTo>
                <a:cubicBezTo>
                  <a:pt x="502639" y="37867"/>
                  <a:pt x="503802" y="37332"/>
                  <a:pt x="504658" y="36629"/>
                </a:cubicBezTo>
                <a:cubicBezTo>
                  <a:pt x="505515" y="35925"/>
                  <a:pt x="505914" y="34899"/>
                  <a:pt x="505853" y="33552"/>
                </a:cubicBezTo>
                <a:cubicBezTo>
                  <a:pt x="505853" y="32144"/>
                  <a:pt x="505623" y="31027"/>
                  <a:pt x="505164" y="30201"/>
                </a:cubicBezTo>
                <a:cubicBezTo>
                  <a:pt x="504704" y="29375"/>
                  <a:pt x="504092" y="28732"/>
                  <a:pt x="503327" y="28274"/>
                </a:cubicBezTo>
                <a:cubicBezTo>
                  <a:pt x="502562" y="27814"/>
                  <a:pt x="501674" y="27508"/>
                  <a:pt x="500664" y="27355"/>
                </a:cubicBezTo>
                <a:cubicBezTo>
                  <a:pt x="499654" y="27201"/>
                  <a:pt x="498568" y="27125"/>
                  <a:pt x="497405" y="27125"/>
                </a:cubicBezTo>
                <a:cubicBezTo>
                  <a:pt x="494835" y="27125"/>
                  <a:pt x="492815" y="27676"/>
                  <a:pt x="491346" y="28778"/>
                </a:cubicBezTo>
                <a:cubicBezTo>
                  <a:pt x="489877" y="29880"/>
                  <a:pt x="489020" y="31716"/>
                  <a:pt x="488776" y="34286"/>
                </a:cubicBezTo>
                <a:lnTo>
                  <a:pt x="475739" y="34286"/>
                </a:lnTo>
                <a:moveTo>
                  <a:pt x="505853" y="43926"/>
                </a:moveTo>
                <a:cubicBezTo>
                  <a:pt x="505302" y="44417"/>
                  <a:pt x="504613" y="44799"/>
                  <a:pt x="503787" y="45075"/>
                </a:cubicBezTo>
                <a:cubicBezTo>
                  <a:pt x="502960" y="45350"/>
                  <a:pt x="502072" y="45580"/>
                  <a:pt x="501123" y="45764"/>
                </a:cubicBezTo>
                <a:cubicBezTo>
                  <a:pt x="500175" y="45947"/>
                  <a:pt x="499181" y="46100"/>
                  <a:pt x="498139" y="46222"/>
                </a:cubicBezTo>
                <a:cubicBezTo>
                  <a:pt x="497099" y="46345"/>
                  <a:pt x="496059" y="46497"/>
                  <a:pt x="495018" y="46680"/>
                </a:cubicBezTo>
                <a:cubicBezTo>
                  <a:pt x="494039" y="46864"/>
                  <a:pt x="493076" y="47110"/>
                  <a:pt x="492127" y="47416"/>
                </a:cubicBezTo>
                <a:cubicBezTo>
                  <a:pt x="491178" y="47721"/>
                  <a:pt x="490351" y="48135"/>
                  <a:pt x="489647" y="48656"/>
                </a:cubicBezTo>
                <a:cubicBezTo>
                  <a:pt x="488944" y="49176"/>
                  <a:pt x="488378" y="49834"/>
                  <a:pt x="487949" y="50630"/>
                </a:cubicBezTo>
                <a:cubicBezTo>
                  <a:pt x="487520" y="51424"/>
                  <a:pt x="487306" y="52434"/>
                  <a:pt x="487306" y="53658"/>
                </a:cubicBezTo>
                <a:cubicBezTo>
                  <a:pt x="487306" y="54821"/>
                  <a:pt x="487520" y="55801"/>
                  <a:pt x="487949" y="56596"/>
                </a:cubicBezTo>
                <a:cubicBezTo>
                  <a:pt x="488378" y="57392"/>
                  <a:pt x="488959" y="58020"/>
                  <a:pt x="489693" y="58479"/>
                </a:cubicBezTo>
                <a:cubicBezTo>
                  <a:pt x="490428" y="58938"/>
                  <a:pt x="491285" y="59259"/>
                  <a:pt x="492264" y="59443"/>
                </a:cubicBezTo>
                <a:cubicBezTo>
                  <a:pt x="493244" y="59627"/>
                  <a:pt x="494254" y="59719"/>
                  <a:pt x="495294" y="59719"/>
                </a:cubicBezTo>
                <a:cubicBezTo>
                  <a:pt x="497864" y="59719"/>
                  <a:pt x="499853" y="59291"/>
                  <a:pt x="501261" y="58434"/>
                </a:cubicBezTo>
                <a:cubicBezTo>
                  <a:pt x="502669" y="57577"/>
                  <a:pt x="503710" y="56551"/>
                  <a:pt x="504383" y="55358"/>
                </a:cubicBezTo>
                <a:cubicBezTo>
                  <a:pt x="505057" y="54164"/>
                  <a:pt x="505470" y="52955"/>
                  <a:pt x="505623" y="51731"/>
                </a:cubicBezTo>
                <a:cubicBezTo>
                  <a:pt x="505776" y="50506"/>
                  <a:pt x="505853" y="49527"/>
                  <a:pt x="505853" y="48793"/>
                </a:cubicBezTo>
                <a:lnTo>
                  <a:pt x="505853" y="43926"/>
                </a:lnTo>
                <a:close/>
                <a:moveTo>
                  <a:pt x="573609" y="67105"/>
                </a:moveTo>
                <a:lnTo>
                  <a:pt x="573609" y="19725"/>
                </a:lnTo>
                <a:lnTo>
                  <a:pt x="560572" y="19725"/>
                </a:lnTo>
                <a:lnTo>
                  <a:pt x="560572" y="44545"/>
                </a:lnTo>
                <a:cubicBezTo>
                  <a:pt x="560572" y="49368"/>
                  <a:pt x="559776" y="52833"/>
                  <a:pt x="558185" y="54940"/>
                </a:cubicBezTo>
                <a:cubicBezTo>
                  <a:pt x="556593" y="57046"/>
                  <a:pt x="554023" y="58099"/>
                  <a:pt x="550473" y="58099"/>
                </a:cubicBezTo>
                <a:cubicBezTo>
                  <a:pt x="547351" y="58099"/>
                  <a:pt x="545177" y="57138"/>
                  <a:pt x="543953" y="55215"/>
                </a:cubicBezTo>
                <a:cubicBezTo>
                  <a:pt x="542729" y="53291"/>
                  <a:pt x="542118" y="50375"/>
                  <a:pt x="542118" y="46468"/>
                </a:cubicBezTo>
                <a:lnTo>
                  <a:pt x="542118" y="19725"/>
                </a:lnTo>
                <a:lnTo>
                  <a:pt x="529081" y="19725"/>
                </a:lnTo>
                <a:lnTo>
                  <a:pt x="529081" y="48883"/>
                </a:lnTo>
                <a:cubicBezTo>
                  <a:pt x="529081" y="51816"/>
                  <a:pt x="529341" y="54491"/>
                  <a:pt x="529861" y="56906"/>
                </a:cubicBezTo>
                <a:cubicBezTo>
                  <a:pt x="530381" y="59320"/>
                  <a:pt x="531284" y="61368"/>
                  <a:pt x="532569" y="63049"/>
                </a:cubicBezTo>
                <a:cubicBezTo>
                  <a:pt x="533855" y="64730"/>
                  <a:pt x="535615" y="66029"/>
                  <a:pt x="537849" y="66946"/>
                </a:cubicBezTo>
                <a:cubicBezTo>
                  <a:pt x="540083" y="67863"/>
                  <a:pt x="542945" y="68321"/>
                  <a:pt x="546434" y="68321"/>
                </a:cubicBezTo>
                <a:cubicBezTo>
                  <a:pt x="549188" y="68321"/>
                  <a:pt x="551881" y="67707"/>
                  <a:pt x="554513" y="66480"/>
                </a:cubicBezTo>
                <a:cubicBezTo>
                  <a:pt x="557145" y="65252"/>
                  <a:pt x="559287" y="63256"/>
                  <a:pt x="560939" y="60494"/>
                </a:cubicBezTo>
                <a:lnTo>
                  <a:pt x="561215" y="60494"/>
                </a:lnTo>
                <a:lnTo>
                  <a:pt x="561215" y="67105"/>
                </a:lnTo>
                <a:lnTo>
                  <a:pt x="573609" y="67105"/>
                </a:lnTo>
                <a:close/>
                <a:moveTo>
                  <a:pt x="583770" y="1614"/>
                </a:moveTo>
                <a:lnTo>
                  <a:pt x="583770" y="67155"/>
                </a:lnTo>
                <a:lnTo>
                  <a:pt x="596807" y="67155"/>
                </a:lnTo>
                <a:lnTo>
                  <a:pt x="596807" y="1614"/>
                </a:lnTo>
                <a:lnTo>
                  <a:pt x="583770" y="1614"/>
                </a:lnTo>
                <a:close/>
                <a:moveTo>
                  <a:pt x="623646" y="19725"/>
                </a:moveTo>
                <a:lnTo>
                  <a:pt x="623646" y="5469"/>
                </a:lnTo>
                <a:lnTo>
                  <a:pt x="610609" y="5469"/>
                </a:lnTo>
                <a:lnTo>
                  <a:pt x="610609" y="19725"/>
                </a:lnTo>
                <a:lnTo>
                  <a:pt x="602713" y="19725"/>
                </a:lnTo>
                <a:lnTo>
                  <a:pt x="602713" y="28422"/>
                </a:lnTo>
                <a:lnTo>
                  <a:pt x="610609" y="28422"/>
                </a:lnTo>
                <a:lnTo>
                  <a:pt x="610609" y="56409"/>
                </a:lnTo>
                <a:cubicBezTo>
                  <a:pt x="610609" y="58795"/>
                  <a:pt x="611006" y="60722"/>
                  <a:pt x="611802" y="62190"/>
                </a:cubicBezTo>
                <a:cubicBezTo>
                  <a:pt x="612598" y="63658"/>
                  <a:pt x="613684" y="64790"/>
                  <a:pt x="615061" y="65586"/>
                </a:cubicBezTo>
                <a:cubicBezTo>
                  <a:pt x="616438" y="66381"/>
                  <a:pt x="618030" y="66916"/>
                  <a:pt x="619835" y="67190"/>
                </a:cubicBezTo>
                <a:cubicBezTo>
                  <a:pt x="621641" y="67466"/>
                  <a:pt x="623555" y="67603"/>
                  <a:pt x="625575" y="67603"/>
                </a:cubicBezTo>
                <a:cubicBezTo>
                  <a:pt x="626860" y="67603"/>
                  <a:pt x="628176" y="67573"/>
                  <a:pt x="629523" y="67514"/>
                </a:cubicBezTo>
                <a:cubicBezTo>
                  <a:pt x="630869" y="67454"/>
                  <a:pt x="632093" y="67334"/>
                  <a:pt x="633194" y="67155"/>
                </a:cubicBezTo>
                <a:lnTo>
                  <a:pt x="633194" y="57015"/>
                </a:lnTo>
                <a:cubicBezTo>
                  <a:pt x="632583" y="57137"/>
                  <a:pt x="631940" y="57229"/>
                  <a:pt x="631267" y="57291"/>
                </a:cubicBezTo>
                <a:cubicBezTo>
                  <a:pt x="630593" y="57352"/>
                  <a:pt x="629890" y="57382"/>
                  <a:pt x="629156" y="57382"/>
                </a:cubicBezTo>
                <a:cubicBezTo>
                  <a:pt x="626951" y="57382"/>
                  <a:pt x="625482" y="57016"/>
                  <a:pt x="624747" y="56282"/>
                </a:cubicBezTo>
                <a:cubicBezTo>
                  <a:pt x="624013" y="55549"/>
                  <a:pt x="623646" y="54083"/>
                  <a:pt x="623646" y="51884"/>
                </a:cubicBezTo>
                <a:lnTo>
                  <a:pt x="623646" y="28422"/>
                </a:lnTo>
                <a:lnTo>
                  <a:pt x="633194" y="28422"/>
                </a:lnTo>
                <a:lnTo>
                  <a:pt x="633194" y="19725"/>
                </a:lnTo>
                <a:lnTo>
                  <a:pt x="623646" y="19725"/>
                </a:lnTo>
                <a:close/>
                <a:moveTo>
                  <a:pt x="634296" y="73969"/>
                </a:moveTo>
                <a:lnTo>
                  <a:pt x="634296" y="78542"/>
                </a:lnTo>
                <a:lnTo>
                  <a:pt x="680202" y="78542"/>
                </a:lnTo>
                <a:lnTo>
                  <a:pt x="680202" y="73969"/>
                </a:lnTo>
                <a:lnTo>
                  <a:pt x="634296" y="73969"/>
                </a:lnTo>
                <a:close/>
                <a:moveTo>
                  <a:pt x="718855" y="43303"/>
                </a:moveTo>
                <a:cubicBezTo>
                  <a:pt x="718855" y="45261"/>
                  <a:pt x="718672" y="47159"/>
                  <a:pt x="718305" y="48996"/>
                </a:cubicBezTo>
                <a:cubicBezTo>
                  <a:pt x="717938" y="50832"/>
                  <a:pt x="717325" y="52470"/>
                  <a:pt x="716468" y="53909"/>
                </a:cubicBezTo>
                <a:cubicBezTo>
                  <a:pt x="715611" y="55348"/>
                  <a:pt x="714463" y="56495"/>
                  <a:pt x="713025" y="57353"/>
                </a:cubicBezTo>
                <a:cubicBezTo>
                  <a:pt x="711586" y="58209"/>
                  <a:pt x="709796" y="58637"/>
                  <a:pt x="707653" y="58637"/>
                </a:cubicBezTo>
                <a:cubicBezTo>
                  <a:pt x="705634" y="58637"/>
                  <a:pt x="703905" y="58194"/>
                  <a:pt x="702466" y="57307"/>
                </a:cubicBezTo>
                <a:cubicBezTo>
                  <a:pt x="701027" y="56418"/>
                  <a:pt x="699834" y="55255"/>
                  <a:pt x="698885" y="53817"/>
                </a:cubicBezTo>
                <a:cubicBezTo>
                  <a:pt x="697937" y="52378"/>
                  <a:pt x="697249" y="50740"/>
                  <a:pt x="696820" y="48904"/>
                </a:cubicBezTo>
                <a:cubicBezTo>
                  <a:pt x="696391" y="47068"/>
                  <a:pt x="696177" y="45231"/>
                  <a:pt x="696177" y="43394"/>
                </a:cubicBezTo>
                <a:cubicBezTo>
                  <a:pt x="696177" y="41435"/>
                  <a:pt x="696376" y="39553"/>
                  <a:pt x="696774" y="37747"/>
                </a:cubicBezTo>
                <a:cubicBezTo>
                  <a:pt x="697172" y="35940"/>
                  <a:pt x="697814" y="34334"/>
                  <a:pt x="698701" y="32926"/>
                </a:cubicBezTo>
                <a:cubicBezTo>
                  <a:pt x="699590" y="31518"/>
                  <a:pt x="700768" y="30385"/>
                  <a:pt x="702236" y="29529"/>
                </a:cubicBezTo>
                <a:cubicBezTo>
                  <a:pt x="703705" y="28671"/>
                  <a:pt x="705511" y="28243"/>
                  <a:pt x="707653" y="28243"/>
                </a:cubicBezTo>
                <a:cubicBezTo>
                  <a:pt x="709796" y="28243"/>
                  <a:pt x="711571" y="28671"/>
                  <a:pt x="712978" y="29529"/>
                </a:cubicBezTo>
                <a:cubicBezTo>
                  <a:pt x="714387" y="30385"/>
                  <a:pt x="715535" y="31502"/>
                  <a:pt x="716422" y="32880"/>
                </a:cubicBezTo>
                <a:cubicBezTo>
                  <a:pt x="717310" y="34257"/>
                  <a:pt x="717938" y="35849"/>
                  <a:pt x="718305" y="37656"/>
                </a:cubicBezTo>
                <a:cubicBezTo>
                  <a:pt x="718672" y="39461"/>
                  <a:pt x="718855" y="41343"/>
                  <a:pt x="718855" y="43303"/>
                </a:cubicBezTo>
                <a:moveTo>
                  <a:pt x="719039" y="61152"/>
                </a:moveTo>
                <a:lnTo>
                  <a:pt x="719039" y="67215"/>
                </a:lnTo>
                <a:lnTo>
                  <a:pt x="731433" y="67215"/>
                </a:lnTo>
                <a:lnTo>
                  <a:pt x="731433" y="1614"/>
                </a:lnTo>
                <a:lnTo>
                  <a:pt x="718396" y="1614"/>
                </a:lnTo>
                <a:lnTo>
                  <a:pt x="718396" y="25477"/>
                </a:lnTo>
                <a:lnTo>
                  <a:pt x="718212" y="25477"/>
                </a:lnTo>
                <a:cubicBezTo>
                  <a:pt x="716743" y="23142"/>
                  <a:pt x="714738" y="21376"/>
                  <a:pt x="712198" y="20178"/>
                </a:cubicBezTo>
                <a:cubicBezTo>
                  <a:pt x="709659" y="18979"/>
                  <a:pt x="706981" y="18380"/>
                  <a:pt x="704165" y="18380"/>
                </a:cubicBezTo>
                <a:cubicBezTo>
                  <a:pt x="700676" y="18380"/>
                  <a:pt x="697615" y="19070"/>
                  <a:pt x="694983" y="20449"/>
                </a:cubicBezTo>
                <a:cubicBezTo>
                  <a:pt x="692352" y="21829"/>
                  <a:pt x="690163" y="23653"/>
                  <a:pt x="688419" y="25921"/>
                </a:cubicBezTo>
                <a:cubicBezTo>
                  <a:pt x="686675" y="28190"/>
                  <a:pt x="685359" y="30811"/>
                  <a:pt x="684471" y="33785"/>
                </a:cubicBezTo>
                <a:cubicBezTo>
                  <a:pt x="683584" y="36759"/>
                  <a:pt x="683140" y="39839"/>
                  <a:pt x="683140" y="43027"/>
                </a:cubicBezTo>
                <a:cubicBezTo>
                  <a:pt x="683140" y="46338"/>
                  <a:pt x="683584" y="49526"/>
                  <a:pt x="684471" y="52592"/>
                </a:cubicBezTo>
                <a:cubicBezTo>
                  <a:pt x="685359" y="55658"/>
                  <a:pt x="686675" y="58371"/>
                  <a:pt x="688419" y="60732"/>
                </a:cubicBezTo>
                <a:cubicBezTo>
                  <a:pt x="690163" y="63092"/>
                  <a:pt x="692382" y="64962"/>
                  <a:pt x="695074" y="66341"/>
                </a:cubicBezTo>
                <a:cubicBezTo>
                  <a:pt x="697768" y="67721"/>
                  <a:pt x="700890" y="68410"/>
                  <a:pt x="704441" y="68410"/>
                </a:cubicBezTo>
                <a:cubicBezTo>
                  <a:pt x="707562" y="68410"/>
                  <a:pt x="710362" y="67844"/>
                  <a:pt x="712841" y="66711"/>
                </a:cubicBezTo>
                <a:cubicBezTo>
                  <a:pt x="715321" y="65577"/>
                  <a:pt x="717325" y="63724"/>
                  <a:pt x="718855" y="61152"/>
                </a:cubicBezTo>
                <a:lnTo>
                  <a:pt x="719039" y="61152"/>
                </a:lnTo>
                <a:close/>
                <a:moveTo>
                  <a:pt x="772962" y="38374"/>
                </a:moveTo>
                <a:lnTo>
                  <a:pt x="751755" y="38374"/>
                </a:lnTo>
                <a:cubicBezTo>
                  <a:pt x="751816" y="37453"/>
                  <a:pt x="752014" y="36410"/>
                  <a:pt x="752350" y="35243"/>
                </a:cubicBezTo>
                <a:cubicBezTo>
                  <a:pt x="752687" y="34076"/>
                  <a:pt x="753269" y="32970"/>
                  <a:pt x="754096" y="31927"/>
                </a:cubicBezTo>
                <a:cubicBezTo>
                  <a:pt x="754922" y="30883"/>
                  <a:pt x="756024" y="30008"/>
                  <a:pt x="757401" y="29302"/>
                </a:cubicBezTo>
                <a:cubicBezTo>
                  <a:pt x="758778" y="28596"/>
                  <a:pt x="760507" y="28243"/>
                  <a:pt x="762588" y="28243"/>
                </a:cubicBezTo>
                <a:cubicBezTo>
                  <a:pt x="765771" y="28243"/>
                  <a:pt x="768143" y="29102"/>
                  <a:pt x="769704" y="30822"/>
                </a:cubicBezTo>
                <a:cubicBezTo>
                  <a:pt x="771264" y="32541"/>
                  <a:pt x="772350" y="35059"/>
                  <a:pt x="772962" y="38374"/>
                </a:cubicBezTo>
                <a:moveTo>
                  <a:pt x="751755" y="46623"/>
                </a:moveTo>
                <a:lnTo>
                  <a:pt x="786001" y="46623"/>
                </a:lnTo>
                <a:cubicBezTo>
                  <a:pt x="786245" y="42943"/>
                  <a:pt x="785939" y="39417"/>
                  <a:pt x="785082" y="36043"/>
                </a:cubicBezTo>
                <a:cubicBezTo>
                  <a:pt x="784225" y="32670"/>
                  <a:pt x="782833" y="29665"/>
                  <a:pt x="780904" y="27028"/>
                </a:cubicBezTo>
                <a:cubicBezTo>
                  <a:pt x="778976" y="24391"/>
                  <a:pt x="776513" y="22290"/>
                  <a:pt x="773513" y="20727"/>
                </a:cubicBezTo>
                <a:cubicBezTo>
                  <a:pt x="770514" y="19162"/>
                  <a:pt x="766995" y="18380"/>
                  <a:pt x="762955" y="18380"/>
                </a:cubicBezTo>
                <a:cubicBezTo>
                  <a:pt x="759344" y="18380"/>
                  <a:pt x="756054" y="19024"/>
                  <a:pt x="753086" y="20312"/>
                </a:cubicBezTo>
                <a:cubicBezTo>
                  <a:pt x="750118" y="21599"/>
                  <a:pt x="747562" y="23361"/>
                  <a:pt x="745420" y="25599"/>
                </a:cubicBezTo>
                <a:cubicBezTo>
                  <a:pt x="743277" y="27837"/>
                  <a:pt x="741625" y="30489"/>
                  <a:pt x="740462" y="33555"/>
                </a:cubicBezTo>
                <a:cubicBezTo>
                  <a:pt x="739299" y="36620"/>
                  <a:pt x="738718" y="39931"/>
                  <a:pt x="738718" y="43488"/>
                </a:cubicBezTo>
                <a:cubicBezTo>
                  <a:pt x="738718" y="47166"/>
                  <a:pt x="739284" y="50538"/>
                  <a:pt x="740416" y="53604"/>
                </a:cubicBezTo>
                <a:cubicBezTo>
                  <a:pt x="741549" y="56669"/>
                  <a:pt x="743155" y="59306"/>
                  <a:pt x="745236" y="61514"/>
                </a:cubicBezTo>
                <a:cubicBezTo>
                  <a:pt x="747317" y="63720"/>
                  <a:pt x="749857" y="65422"/>
                  <a:pt x="752856" y="66617"/>
                </a:cubicBezTo>
                <a:cubicBezTo>
                  <a:pt x="755855" y="67813"/>
                  <a:pt x="759221" y="68410"/>
                  <a:pt x="762955" y="68410"/>
                </a:cubicBezTo>
                <a:cubicBezTo>
                  <a:pt x="768341" y="68410"/>
                  <a:pt x="772932" y="67187"/>
                  <a:pt x="776726" y="64741"/>
                </a:cubicBezTo>
                <a:cubicBezTo>
                  <a:pt x="780522" y="62295"/>
                  <a:pt x="783338" y="58228"/>
                  <a:pt x="785174" y="52541"/>
                </a:cubicBezTo>
                <a:lnTo>
                  <a:pt x="773698" y="52541"/>
                </a:lnTo>
                <a:cubicBezTo>
                  <a:pt x="773269" y="53997"/>
                  <a:pt x="772106" y="55377"/>
                  <a:pt x="770208" y="56682"/>
                </a:cubicBezTo>
                <a:cubicBezTo>
                  <a:pt x="768311" y="57986"/>
                  <a:pt x="766047" y="58637"/>
                  <a:pt x="763415" y="58637"/>
                </a:cubicBezTo>
                <a:cubicBezTo>
                  <a:pt x="759742" y="58637"/>
                  <a:pt x="756927" y="57690"/>
                  <a:pt x="754967" y="55795"/>
                </a:cubicBezTo>
                <a:cubicBezTo>
                  <a:pt x="753009" y="53899"/>
                  <a:pt x="751938" y="50842"/>
                  <a:pt x="751755" y="46623"/>
                </a:cubicBezTo>
                <a:close/>
                <a:moveTo>
                  <a:pt x="820062" y="67155"/>
                </a:moveTo>
                <a:lnTo>
                  <a:pt x="836129" y="19725"/>
                </a:lnTo>
                <a:lnTo>
                  <a:pt x="823183" y="19725"/>
                </a:lnTo>
                <a:lnTo>
                  <a:pt x="813176" y="52109"/>
                </a:lnTo>
                <a:lnTo>
                  <a:pt x="812992" y="52109"/>
                </a:lnTo>
                <a:lnTo>
                  <a:pt x="802986" y="19725"/>
                </a:lnTo>
                <a:lnTo>
                  <a:pt x="789306" y="19725"/>
                </a:lnTo>
                <a:lnTo>
                  <a:pt x="805556" y="67155"/>
                </a:lnTo>
                <a:lnTo>
                  <a:pt x="820062" y="67155"/>
                </a:lnTo>
                <a:close/>
                <a:moveTo>
                  <a:pt x="854644" y="12373"/>
                </a:moveTo>
                <a:lnTo>
                  <a:pt x="854644" y="1614"/>
                </a:lnTo>
                <a:lnTo>
                  <a:pt x="841607" y="1614"/>
                </a:lnTo>
                <a:lnTo>
                  <a:pt x="841607" y="12373"/>
                </a:lnTo>
                <a:lnTo>
                  <a:pt x="854644" y="12373"/>
                </a:lnTo>
                <a:moveTo>
                  <a:pt x="841607" y="19689"/>
                </a:moveTo>
                <a:lnTo>
                  <a:pt x="841607" y="67155"/>
                </a:lnTo>
                <a:lnTo>
                  <a:pt x="854644" y="67155"/>
                </a:lnTo>
                <a:lnTo>
                  <a:pt x="854644" y="19689"/>
                </a:lnTo>
                <a:lnTo>
                  <a:pt x="841607" y="19689"/>
                </a:lnTo>
                <a:close/>
                <a:moveTo>
                  <a:pt x="897275" y="36402"/>
                </a:moveTo>
                <a:lnTo>
                  <a:pt x="910036" y="36402"/>
                </a:lnTo>
                <a:cubicBezTo>
                  <a:pt x="909853" y="33337"/>
                  <a:pt x="909118" y="30686"/>
                  <a:pt x="907832" y="28449"/>
                </a:cubicBezTo>
                <a:cubicBezTo>
                  <a:pt x="906547" y="26211"/>
                  <a:pt x="904879" y="24341"/>
                  <a:pt x="902828" y="22839"/>
                </a:cubicBezTo>
                <a:cubicBezTo>
                  <a:pt x="900778" y="21338"/>
                  <a:pt x="898453" y="20219"/>
                  <a:pt x="895852" y="19484"/>
                </a:cubicBezTo>
                <a:cubicBezTo>
                  <a:pt x="893251" y="18748"/>
                  <a:pt x="890542" y="18380"/>
                  <a:pt x="887726" y="18380"/>
                </a:cubicBezTo>
                <a:cubicBezTo>
                  <a:pt x="883870" y="18380"/>
                  <a:pt x="880442" y="19024"/>
                  <a:pt x="877442" y="20312"/>
                </a:cubicBezTo>
                <a:cubicBezTo>
                  <a:pt x="874443" y="21599"/>
                  <a:pt x="871903" y="23392"/>
                  <a:pt x="869822" y="25692"/>
                </a:cubicBezTo>
                <a:cubicBezTo>
                  <a:pt x="867741" y="27991"/>
                  <a:pt x="866165" y="30720"/>
                  <a:pt x="865094" y="33877"/>
                </a:cubicBezTo>
                <a:cubicBezTo>
                  <a:pt x="864023" y="37034"/>
                  <a:pt x="863487" y="40452"/>
                  <a:pt x="863487" y="44131"/>
                </a:cubicBezTo>
                <a:cubicBezTo>
                  <a:pt x="863487" y="47687"/>
                  <a:pt x="864069" y="50952"/>
                  <a:pt x="865231" y="53926"/>
                </a:cubicBezTo>
                <a:cubicBezTo>
                  <a:pt x="866394" y="56899"/>
                  <a:pt x="868016" y="59458"/>
                  <a:pt x="870097" y="61605"/>
                </a:cubicBezTo>
                <a:cubicBezTo>
                  <a:pt x="872179" y="63751"/>
                  <a:pt x="874704" y="65422"/>
                  <a:pt x="877672" y="66617"/>
                </a:cubicBezTo>
                <a:cubicBezTo>
                  <a:pt x="880641" y="67813"/>
                  <a:pt x="883900" y="68410"/>
                  <a:pt x="887450" y="68410"/>
                </a:cubicBezTo>
                <a:cubicBezTo>
                  <a:pt x="893754" y="68410"/>
                  <a:pt x="898926" y="66751"/>
                  <a:pt x="902966" y="63433"/>
                </a:cubicBezTo>
                <a:cubicBezTo>
                  <a:pt x="907006" y="60114"/>
                  <a:pt x="909455" y="55302"/>
                  <a:pt x="910312" y="48998"/>
                </a:cubicBezTo>
                <a:lnTo>
                  <a:pt x="897733" y="48998"/>
                </a:lnTo>
                <a:cubicBezTo>
                  <a:pt x="897305" y="51936"/>
                  <a:pt x="896249" y="54277"/>
                  <a:pt x="894566" y="56022"/>
                </a:cubicBezTo>
                <a:cubicBezTo>
                  <a:pt x="892883" y="57766"/>
                  <a:pt x="890480" y="58637"/>
                  <a:pt x="887359" y="58637"/>
                </a:cubicBezTo>
                <a:cubicBezTo>
                  <a:pt x="885339" y="58637"/>
                  <a:pt x="883625" y="58178"/>
                  <a:pt x="882216" y="57260"/>
                </a:cubicBezTo>
                <a:cubicBezTo>
                  <a:pt x="880809" y="56342"/>
                  <a:pt x="879692" y="55164"/>
                  <a:pt x="878865" y="53726"/>
                </a:cubicBezTo>
                <a:cubicBezTo>
                  <a:pt x="878040" y="52287"/>
                  <a:pt x="877443" y="50679"/>
                  <a:pt x="877075" y="48904"/>
                </a:cubicBezTo>
                <a:cubicBezTo>
                  <a:pt x="876708" y="47128"/>
                  <a:pt x="876524" y="45384"/>
                  <a:pt x="876524" y="43670"/>
                </a:cubicBezTo>
                <a:cubicBezTo>
                  <a:pt x="876524" y="41894"/>
                  <a:pt x="876708" y="40104"/>
                  <a:pt x="877075" y="38299"/>
                </a:cubicBezTo>
                <a:cubicBezTo>
                  <a:pt x="877443" y="36492"/>
                  <a:pt x="878070" y="34839"/>
                  <a:pt x="878958" y="33339"/>
                </a:cubicBezTo>
                <a:cubicBezTo>
                  <a:pt x="879845" y="31839"/>
                  <a:pt x="880992" y="30615"/>
                  <a:pt x="882400" y="29666"/>
                </a:cubicBezTo>
                <a:cubicBezTo>
                  <a:pt x="883808" y="28717"/>
                  <a:pt x="885553" y="28243"/>
                  <a:pt x="887634" y="28243"/>
                </a:cubicBezTo>
                <a:cubicBezTo>
                  <a:pt x="893204" y="28243"/>
                  <a:pt x="896418" y="30962"/>
                  <a:pt x="897275" y="36402"/>
                </a:cubicBezTo>
                <a:close/>
                <a:moveTo>
                  <a:pt x="949699" y="38374"/>
                </a:moveTo>
                <a:lnTo>
                  <a:pt x="928491" y="38374"/>
                </a:lnTo>
                <a:cubicBezTo>
                  <a:pt x="928552" y="37453"/>
                  <a:pt x="928750" y="36410"/>
                  <a:pt x="929087" y="35243"/>
                </a:cubicBezTo>
                <a:cubicBezTo>
                  <a:pt x="929424" y="34076"/>
                  <a:pt x="930006" y="32970"/>
                  <a:pt x="930832" y="31927"/>
                </a:cubicBezTo>
                <a:cubicBezTo>
                  <a:pt x="931659" y="30883"/>
                  <a:pt x="932760" y="30008"/>
                  <a:pt x="934137" y="29302"/>
                </a:cubicBezTo>
                <a:cubicBezTo>
                  <a:pt x="935515" y="28596"/>
                  <a:pt x="937244" y="28243"/>
                  <a:pt x="939325" y="28243"/>
                </a:cubicBezTo>
                <a:cubicBezTo>
                  <a:pt x="942508" y="28243"/>
                  <a:pt x="944879" y="29102"/>
                  <a:pt x="946440" y="30822"/>
                </a:cubicBezTo>
                <a:cubicBezTo>
                  <a:pt x="948001" y="32541"/>
                  <a:pt x="949087" y="35059"/>
                  <a:pt x="949699" y="38374"/>
                </a:cubicBezTo>
                <a:moveTo>
                  <a:pt x="928491" y="46623"/>
                </a:moveTo>
                <a:lnTo>
                  <a:pt x="962737" y="46623"/>
                </a:lnTo>
                <a:cubicBezTo>
                  <a:pt x="962982" y="42943"/>
                  <a:pt x="962675" y="39417"/>
                  <a:pt x="961818" y="36043"/>
                </a:cubicBezTo>
                <a:cubicBezTo>
                  <a:pt x="960962" y="32670"/>
                  <a:pt x="959569" y="29665"/>
                  <a:pt x="957640" y="27028"/>
                </a:cubicBezTo>
                <a:cubicBezTo>
                  <a:pt x="955713" y="24391"/>
                  <a:pt x="953249" y="22290"/>
                  <a:pt x="950249" y="20727"/>
                </a:cubicBezTo>
                <a:cubicBezTo>
                  <a:pt x="947250" y="19162"/>
                  <a:pt x="943731" y="18380"/>
                  <a:pt x="939692" y="18380"/>
                </a:cubicBezTo>
                <a:cubicBezTo>
                  <a:pt x="936080" y="18380"/>
                  <a:pt x="932790" y="19024"/>
                  <a:pt x="929822" y="20312"/>
                </a:cubicBezTo>
                <a:cubicBezTo>
                  <a:pt x="926854" y="21599"/>
                  <a:pt x="924299" y="23361"/>
                  <a:pt x="922156" y="25599"/>
                </a:cubicBezTo>
                <a:cubicBezTo>
                  <a:pt x="920014" y="27837"/>
                  <a:pt x="918361" y="30489"/>
                  <a:pt x="917198" y="33555"/>
                </a:cubicBezTo>
                <a:cubicBezTo>
                  <a:pt x="916036" y="36620"/>
                  <a:pt x="915454" y="39931"/>
                  <a:pt x="915454" y="43488"/>
                </a:cubicBezTo>
                <a:cubicBezTo>
                  <a:pt x="915454" y="47166"/>
                  <a:pt x="916020" y="50538"/>
                  <a:pt x="917152" y="53604"/>
                </a:cubicBezTo>
                <a:cubicBezTo>
                  <a:pt x="918285" y="56669"/>
                  <a:pt x="919892" y="59306"/>
                  <a:pt x="921973" y="61514"/>
                </a:cubicBezTo>
                <a:cubicBezTo>
                  <a:pt x="924054" y="63720"/>
                  <a:pt x="926593" y="65422"/>
                  <a:pt x="929592" y="66617"/>
                </a:cubicBezTo>
                <a:cubicBezTo>
                  <a:pt x="932591" y="67813"/>
                  <a:pt x="935958" y="68410"/>
                  <a:pt x="939692" y="68410"/>
                </a:cubicBezTo>
                <a:cubicBezTo>
                  <a:pt x="945078" y="68410"/>
                  <a:pt x="949668" y="67187"/>
                  <a:pt x="953463" y="64741"/>
                </a:cubicBezTo>
                <a:cubicBezTo>
                  <a:pt x="957258" y="62295"/>
                  <a:pt x="960074" y="58228"/>
                  <a:pt x="961910" y="52541"/>
                </a:cubicBezTo>
                <a:lnTo>
                  <a:pt x="950434" y="52541"/>
                </a:lnTo>
                <a:cubicBezTo>
                  <a:pt x="950005" y="53997"/>
                  <a:pt x="948842" y="55377"/>
                  <a:pt x="946944" y="56682"/>
                </a:cubicBezTo>
                <a:cubicBezTo>
                  <a:pt x="945047" y="57986"/>
                  <a:pt x="942783" y="58637"/>
                  <a:pt x="940151" y="58637"/>
                </a:cubicBezTo>
                <a:cubicBezTo>
                  <a:pt x="936479" y="58637"/>
                  <a:pt x="933663" y="57690"/>
                  <a:pt x="931704" y="55795"/>
                </a:cubicBezTo>
                <a:cubicBezTo>
                  <a:pt x="929745" y="53899"/>
                  <a:pt x="928674" y="50842"/>
                  <a:pt x="928491" y="46623"/>
                </a:cubicBezTo>
                <a:close/>
                <a:moveTo>
                  <a:pt x="993401" y="0"/>
                </a:moveTo>
                <a:lnTo>
                  <a:pt x="982476" y="0"/>
                </a:lnTo>
                <a:cubicBezTo>
                  <a:pt x="980456" y="2938"/>
                  <a:pt x="978696" y="6152"/>
                  <a:pt x="977196" y="9641"/>
                </a:cubicBezTo>
                <a:cubicBezTo>
                  <a:pt x="975697" y="13130"/>
                  <a:pt x="974442" y="16742"/>
                  <a:pt x="973432" y="20476"/>
                </a:cubicBezTo>
                <a:cubicBezTo>
                  <a:pt x="972422" y="24210"/>
                  <a:pt x="971657" y="27959"/>
                  <a:pt x="971137" y="31724"/>
                </a:cubicBezTo>
                <a:cubicBezTo>
                  <a:pt x="970617" y="35489"/>
                  <a:pt x="970357" y="39086"/>
                  <a:pt x="970357" y="42514"/>
                </a:cubicBezTo>
                <a:cubicBezTo>
                  <a:pt x="970357" y="49737"/>
                  <a:pt x="971413" y="56838"/>
                  <a:pt x="973524" y="63817"/>
                </a:cubicBezTo>
                <a:cubicBezTo>
                  <a:pt x="975636" y="70795"/>
                  <a:pt x="978620" y="77437"/>
                  <a:pt x="982476" y="83742"/>
                </a:cubicBezTo>
                <a:lnTo>
                  <a:pt x="993310" y="83742"/>
                </a:lnTo>
                <a:cubicBezTo>
                  <a:pt x="989820" y="77070"/>
                  <a:pt x="987295" y="70214"/>
                  <a:pt x="985735" y="63175"/>
                </a:cubicBezTo>
                <a:cubicBezTo>
                  <a:pt x="984174" y="56135"/>
                  <a:pt x="983394" y="48942"/>
                  <a:pt x="983394" y="41595"/>
                </a:cubicBezTo>
                <a:cubicBezTo>
                  <a:pt x="983394" y="34372"/>
                  <a:pt x="984190" y="27256"/>
                  <a:pt x="985781" y="20248"/>
                </a:cubicBezTo>
                <a:cubicBezTo>
                  <a:pt x="987373" y="13238"/>
                  <a:pt x="989912" y="6489"/>
                  <a:pt x="993401" y="0"/>
                </a:cubicBezTo>
                <a:close/>
                <a:moveTo>
                  <a:pt x="998451" y="19687"/>
                </a:moveTo>
                <a:lnTo>
                  <a:pt x="998451" y="67155"/>
                </a:lnTo>
                <a:lnTo>
                  <a:pt x="1011488" y="67155"/>
                </a:lnTo>
                <a:lnTo>
                  <a:pt x="1011488" y="39616"/>
                </a:lnTo>
                <a:cubicBezTo>
                  <a:pt x="1011488" y="37290"/>
                  <a:pt x="1011825" y="35408"/>
                  <a:pt x="1012498" y="33970"/>
                </a:cubicBezTo>
                <a:cubicBezTo>
                  <a:pt x="1013171" y="32532"/>
                  <a:pt x="1013982" y="31430"/>
                  <a:pt x="1014931" y="30665"/>
                </a:cubicBezTo>
                <a:cubicBezTo>
                  <a:pt x="1015880" y="29900"/>
                  <a:pt x="1016860" y="29380"/>
                  <a:pt x="1017869" y="29104"/>
                </a:cubicBezTo>
                <a:cubicBezTo>
                  <a:pt x="1018879" y="28829"/>
                  <a:pt x="1019690" y="28691"/>
                  <a:pt x="1020303" y="28691"/>
                </a:cubicBezTo>
                <a:cubicBezTo>
                  <a:pt x="1022383" y="28691"/>
                  <a:pt x="1023959" y="29043"/>
                  <a:pt x="1025031" y="29747"/>
                </a:cubicBezTo>
                <a:cubicBezTo>
                  <a:pt x="1026102" y="30451"/>
                  <a:pt x="1026867" y="31384"/>
                  <a:pt x="1027325" y="32546"/>
                </a:cubicBezTo>
                <a:cubicBezTo>
                  <a:pt x="1027785" y="33709"/>
                  <a:pt x="1028045" y="34979"/>
                  <a:pt x="1028106" y="36357"/>
                </a:cubicBezTo>
                <a:cubicBezTo>
                  <a:pt x="1028167" y="37734"/>
                  <a:pt x="1028198" y="39126"/>
                  <a:pt x="1028198" y="40533"/>
                </a:cubicBezTo>
                <a:lnTo>
                  <a:pt x="1028198" y="67155"/>
                </a:lnTo>
                <a:lnTo>
                  <a:pt x="1041235" y="67155"/>
                </a:lnTo>
                <a:lnTo>
                  <a:pt x="1041235" y="40717"/>
                </a:lnTo>
                <a:cubicBezTo>
                  <a:pt x="1041235" y="39248"/>
                  <a:pt x="1041342" y="37794"/>
                  <a:pt x="1041556" y="36357"/>
                </a:cubicBezTo>
                <a:cubicBezTo>
                  <a:pt x="1041771" y="34919"/>
                  <a:pt x="1042200" y="33634"/>
                  <a:pt x="1042842" y="32502"/>
                </a:cubicBezTo>
                <a:cubicBezTo>
                  <a:pt x="1043485" y="31369"/>
                  <a:pt x="1044372" y="30451"/>
                  <a:pt x="1045504" y="29747"/>
                </a:cubicBezTo>
                <a:cubicBezTo>
                  <a:pt x="1046637" y="29043"/>
                  <a:pt x="1048121" y="28691"/>
                  <a:pt x="1049957" y="28691"/>
                </a:cubicBezTo>
                <a:cubicBezTo>
                  <a:pt x="1051794" y="28691"/>
                  <a:pt x="1053247" y="28997"/>
                  <a:pt x="1054317" y="29610"/>
                </a:cubicBezTo>
                <a:cubicBezTo>
                  <a:pt x="1055388" y="30222"/>
                  <a:pt x="1056200" y="31048"/>
                  <a:pt x="1056751" y="32088"/>
                </a:cubicBezTo>
                <a:cubicBezTo>
                  <a:pt x="1057302" y="33128"/>
                  <a:pt x="1057638" y="34352"/>
                  <a:pt x="1057761" y="35760"/>
                </a:cubicBezTo>
                <a:cubicBezTo>
                  <a:pt x="1057883" y="37168"/>
                  <a:pt x="1057944" y="38667"/>
                  <a:pt x="1057944" y="40257"/>
                </a:cubicBezTo>
                <a:lnTo>
                  <a:pt x="1057944" y="67155"/>
                </a:lnTo>
                <a:lnTo>
                  <a:pt x="1070983" y="67155"/>
                </a:lnTo>
                <a:lnTo>
                  <a:pt x="1070983" y="35374"/>
                </a:lnTo>
                <a:cubicBezTo>
                  <a:pt x="1070983" y="32312"/>
                  <a:pt x="1070554" y="29694"/>
                  <a:pt x="1069697" y="27520"/>
                </a:cubicBezTo>
                <a:cubicBezTo>
                  <a:pt x="1068840" y="25346"/>
                  <a:pt x="1067647" y="23585"/>
                  <a:pt x="1066116" y="22238"/>
                </a:cubicBezTo>
                <a:cubicBezTo>
                  <a:pt x="1064586" y="20891"/>
                  <a:pt x="1062750" y="19911"/>
                  <a:pt x="1060607" y="19299"/>
                </a:cubicBezTo>
                <a:cubicBezTo>
                  <a:pt x="1058466" y="18687"/>
                  <a:pt x="1056140" y="18380"/>
                  <a:pt x="1053631" y="18380"/>
                </a:cubicBezTo>
                <a:cubicBezTo>
                  <a:pt x="1050325" y="18380"/>
                  <a:pt x="1047464" y="19178"/>
                  <a:pt x="1045046" y="20774"/>
                </a:cubicBezTo>
                <a:cubicBezTo>
                  <a:pt x="1042628" y="22370"/>
                  <a:pt x="1040715" y="24210"/>
                  <a:pt x="1039308" y="26297"/>
                </a:cubicBezTo>
                <a:cubicBezTo>
                  <a:pt x="1038022" y="23351"/>
                  <a:pt x="1036140" y="21296"/>
                  <a:pt x="1033660" y="20130"/>
                </a:cubicBezTo>
                <a:cubicBezTo>
                  <a:pt x="1031182" y="18963"/>
                  <a:pt x="1028443" y="18380"/>
                  <a:pt x="1025444" y="18380"/>
                </a:cubicBezTo>
                <a:cubicBezTo>
                  <a:pt x="1022323" y="18380"/>
                  <a:pt x="1019553" y="19055"/>
                  <a:pt x="1017135" y="20406"/>
                </a:cubicBezTo>
                <a:cubicBezTo>
                  <a:pt x="1014717" y="21756"/>
                  <a:pt x="1012651" y="23658"/>
                  <a:pt x="1010937" y="26113"/>
                </a:cubicBezTo>
                <a:lnTo>
                  <a:pt x="1010754" y="26113"/>
                </a:lnTo>
                <a:lnTo>
                  <a:pt x="1010754" y="19687"/>
                </a:lnTo>
                <a:lnTo>
                  <a:pt x="998451" y="19687"/>
                </a:lnTo>
                <a:close/>
                <a:moveTo>
                  <a:pt x="1093599" y="42202"/>
                </a:moveTo>
                <a:lnTo>
                  <a:pt x="1076522" y="67155"/>
                </a:lnTo>
                <a:lnTo>
                  <a:pt x="1091119" y="67155"/>
                </a:lnTo>
                <a:lnTo>
                  <a:pt x="1101035" y="52202"/>
                </a:lnTo>
                <a:lnTo>
                  <a:pt x="1110951" y="67155"/>
                </a:lnTo>
                <a:lnTo>
                  <a:pt x="1125825" y="67155"/>
                </a:lnTo>
                <a:lnTo>
                  <a:pt x="1108288" y="41926"/>
                </a:lnTo>
                <a:lnTo>
                  <a:pt x="1123897" y="19725"/>
                </a:lnTo>
                <a:lnTo>
                  <a:pt x="1109481" y="19725"/>
                </a:lnTo>
                <a:lnTo>
                  <a:pt x="1101219" y="32111"/>
                </a:lnTo>
                <a:lnTo>
                  <a:pt x="1092864" y="19725"/>
                </a:lnTo>
                <a:lnTo>
                  <a:pt x="1077991" y="19725"/>
                </a:lnTo>
                <a:lnTo>
                  <a:pt x="1093599" y="42202"/>
                </a:lnTo>
                <a:close/>
                <a:moveTo>
                  <a:pt x="1130997" y="52989"/>
                </a:moveTo>
                <a:lnTo>
                  <a:pt x="1130997" y="67155"/>
                </a:lnTo>
                <a:lnTo>
                  <a:pt x="1145411" y="67155"/>
                </a:lnTo>
                <a:lnTo>
                  <a:pt x="1145411" y="52989"/>
                </a:lnTo>
                <a:lnTo>
                  <a:pt x="1130997" y="52989"/>
                </a:lnTo>
                <a:close/>
                <a:moveTo>
                  <a:pt x="1188012" y="36402"/>
                </a:moveTo>
                <a:lnTo>
                  <a:pt x="1200773" y="36402"/>
                </a:lnTo>
                <a:cubicBezTo>
                  <a:pt x="1200590" y="33337"/>
                  <a:pt x="1199856" y="30686"/>
                  <a:pt x="1198570" y="28449"/>
                </a:cubicBezTo>
                <a:cubicBezTo>
                  <a:pt x="1197285" y="26211"/>
                  <a:pt x="1195617" y="24341"/>
                  <a:pt x="1193566" y="22839"/>
                </a:cubicBezTo>
                <a:cubicBezTo>
                  <a:pt x="1191516" y="21338"/>
                  <a:pt x="1189190" y="20219"/>
                  <a:pt x="1186589" y="19484"/>
                </a:cubicBezTo>
                <a:cubicBezTo>
                  <a:pt x="1183988" y="18748"/>
                  <a:pt x="1181280" y="18380"/>
                  <a:pt x="1178464" y="18380"/>
                </a:cubicBezTo>
                <a:cubicBezTo>
                  <a:pt x="1174607" y="18380"/>
                  <a:pt x="1171179" y="19024"/>
                  <a:pt x="1168179" y="20312"/>
                </a:cubicBezTo>
                <a:cubicBezTo>
                  <a:pt x="1165180" y="21599"/>
                  <a:pt x="1162641" y="23392"/>
                  <a:pt x="1160560" y="25692"/>
                </a:cubicBezTo>
                <a:cubicBezTo>
                  <a:pt x="1158479" y="27991"/>
                  <a:pt x="1156903" y="30720"/>
                  <a:pt x="1155832" y="33877"/>
                </a:cubicBezTo>
                <a:cubicBezTo>
                  <a:pt x="1154760" y="37034"/>
                  <a:pt x="1154225" y="40452"/>
                  <a:pt x="1154225" y="44131"/>
                </a:cubicBezTo>
                <a:cubicBezTo>
                  <a:pt x="1154225" y="47687"/>
                  <a:pt x="1154806" y="50952"/>
                  <a:pt x="1155969" y="53926"/>
                </a:cubicBezTo>
                <a:cubicBezTo>
                  <a:pt x="1157132" y="56899"/>
                  <a:pt x="1158753" y="59458"/>
                  <a:pt x="1160834" y="61605"/>
                </a:cubicBezTo>
                <a:cubicBezTo>
                  <a:pt x="1162916" y="63751"/>
                  <a:pt x="1165441" y="65422"/>
                  <a:pt x="1168409" y="66617"/>
                </a:cubicBezTo>
                <a:cubicBezTo>
                  <a:pt x="1171378" y="67813"/>
                  <a:pt x="1174638" y="68410"/>
                  <a:pt x="1178188" y="68410"/>
                </a:cubicBezTo>
                <a:cubicBezTo>
                  <a:pt x="1184492" y="68410"/>
                  <a:pt x="1189664" y="66751"/>
                  <a:pt x="1193703" y="63433"/>
                </a:cubicBezTo>
                <a:cubicBezTo>
                  <a:pt x="1197743" y="60114"/>
                  <a:pt x="1200192" y="55302"/>
                  <a:pt x="1201049" y="48998"/>
                </a:cubicBezTo>
                <a:lnTo>
                  <a:pt x="1188471" y="48998"/>
                </a:lnTo>
                <a:cubicBezTo>
                  <a:pt x="1188043" y="51936"/>
                  <a:pt x="1186987" y="54277"/>
                  <a:pt x="1185303" y="56022"/>
                </a:cubicBezTo>
                <a:cubicBezTo>
                  <a:pt x="1183620" y="57766"/>
                  <a:pt x="1181218" y="58637"/>
                  <a:pt x="1178097" y="58637"/>
                </a:cubicBezTo>
                <a:cubicBezTo>
                  <a:pt x="1176076" y="58637"/>
                  <a:pt x="1174362" y="58178"/>
                  <a:pt x="1172954" y="57260"/>
                </a:cubicBezTo>
                <a:cubicBezTo>
                  <a:pt x="1171546" y="56342"/>
                  <a:pt x="1170429" y="55164"/>
                  <a:pt x="1169603" y="53726"/>
                </a:cubicBezTo>
                <a:cubicBezTo>
                  <a:pt x="1168777" y="52287"/>
                  <a:pt x="1168180" y="50679"/>
                  <a:pt x="1167812" y="48904"/>
                </a:cubicBezTo>
                <a:cubicBezTo>
                  <a:pt x="1167445" y="47128"/>
                  <a:pt x="1167262" y="45384"/>
                  <a:pt x="1167262" y="43670"/>
                </a:cubicBezTo>
                <a:cubicBezTo>
                  <a:pt x="1167262" y="41894"/>
                  <a:pt x="1167445" y="40104"/>
                  <a:pt x="1167812" y="38299"/>
                </a:cubicBezTo>
                <a:cubicBezTo>
                  <a:pt x="1168180" y="36492"/>
                  <a:pt x="1168808" y="34839"/>
                  <a:pt x="1169695" y="33339"/>
                </a:cubicBezTo>
                <a:cubicBezTo>
                  <a:pt x="1170582" y="31839"/>
                  <a:pt x="1171730" y="30615"/>
                  <a:pt x="1173137" y="29666"/>
                </a:cubicBezTo>
                <a:cubicBezTo>
                  <a:pt x="1174546" y="28717"/>
                  <a:pt x="1176290" y="28243"/>
                  <a:pt x="1178371" y="28243"/>
                </a:cubicBezTo>
                <a:cubicBezTo>
                  <a:pt x="1183941" y="28243"/>
                  <a:pt x="1187155" y="30962"/>
                  <a:pt x="1188012" y="36402"/>
                </a:cubicBezTo>
                <a:close/>
                <a:moveTo>
                  <a:pt x="1232448" y="58637"/>
                </a:moveTo>
                <a:cubicBezTo>
                  <a:pt x="1230367" y="58637"/>
                  <a:pt x="1228591" y="58209"/>
                  <a:pt x="1227122" y="57353"/>
                </a:cubicBezTo>
                <a:cubicBezTo>
                  <a:pt x="1225654" y="56495"/>
                  <a:pt x="1224476" y="55378"/>
                  <a:pt x="1223588" y="54000"/>
                </a:cubicBezTo>
                <a:cubicBezTo>
                  <a:pt x="1222700" y="52623"/>
                  <a:pt x="1222058" y="51016"/>
                  <a:pt x="1221660" y="49180"/>
                </a:cubicBezTo>
                <a:cubicBezTo>
                  <a:pt x="1221262" y="47343"/>
                  <a:pt x="1221063" y="45475"/>
                  <a:pt x="1221063" y="43577"/>
                </a:cubicBezTo>
                <a:cubicBezTo>
                  <a:pt x="1221063" y="41619"/>
                  <a:pt x="1221247" y="39722"/>
                  <a:pt x="1221614" y="37885"/>
                </a:cubicBezTo>
                <a:cubicBezTo>
                  <a:pt x="1221981" y="36048"/>
                  <a:pt x="1222608" y="34426"/>
                  <a:pt x="1223495" y="33019"/>
                </a:cubicBezTo>
                <a:cubicBezTo>
                  <a:pt x="1224383" y="31610"/>
                  <a:pt x="1225546" y="30462"/>
                  <a:pt x="1226985" y="29575"/>
                </a:cubicBezTo>
                <a:cubicBezTo>
                  <a:pt x="1228423" y="28687"/>
                  <a:pt x="1230213" y="28243"/>
                  <a:pt x="1232356" y="28243"/>
                </a:cubicBezTo>
                <a:cubicBezTo>
                  <a:pt x="1234438" y="28243"/>
                  <a:pt x="1236198" y="28687"/>
                  <a:pt x="1237636" y="29575"/>
                </a:cubicBezTo>
                <a:cubicBezTo>
                  <a:pt x="1239074" y="30462"/>
                  <a:pt x="1240253" y="31626"/>
                  <a:pt x="1241171" y="33065"/>
                </a:cubicBezTo>
                <a:cubicBezTo>
                  <a:pt x="1242089" y="34503"/>
                  <a:pt x="1242747" y="36140"/>
                  <a:pt x="1243145" y="37976"/>
                </a:cubicBezTo>
                <a:cubicBezTo>
                  <a:pt x="1243542" y="39813"/>
                  <a:pt x="1243741" y="41680"/>
                  <a:pt x="1243741" y="43577"/>
                </a:cubicBezTo>
                <a:cubicBezTo>
                  <a:pt x="1243741" y="45475"/>
                  <a:pt x="1243558" y="47343"/>
                  <a:pt x="1243191" y="49180"/>
                </a:cubicBezTo>
                <a:cubicBezTo>
                  <a:pt x="1242824" y="51016"/>
                  <a:pt x="1242196" y="52623"/>
                  <a:pt x="1241308" y="54000"/>
                </a:cubicBezTo>
                <a:cubicBezTo>
                  <a:pt x="1240421" y="55378"/>
                  <a:pt x="1239258" y="56495"/>
                  <a:pt x="1237820" y="57353"/>
                </a:cubicBezTo>
                <a:cubicBezTo>
                  <a:pt x="1236381" y="58209"/>
                  <a:pt x="1234591" y="58637"/>
                  <a:pt x="1232448" y="58637"/>
                </a:cubicBezTo>
                <a:moveTo>
                  <a:pt x="1208485" y="19696"/>
                </a:moveTo>
                <a:lnTo>
                  <a:pt x="1208485" y="83742"/>
                </a:lnTo>
                <a:lnTo>
                  <a:pt x="1221523" y="83742"/>
                </a:lnTo>
                <a:lnTo>
                  <a:pt x="1221523" y="61312"/>
                </a:lnTo>
                <a:lnTo>
                  <a:pt x="1221706" y="61312"/>
                </a:lnTo>
                <a:cubicBezTo>
                  <a:pt x="1223298" y="63648"/>
                  <a:pt x="1225333" y="65415"/>
                  <a:pt x="1227811" y="66613"/>
                </a:cubicBezTo>
                <a:cubicBezTo>
                  <a:pt x="1230290" y="67811"/>
                  <a:pt x="1232999" y="68410"/>
                  <a:pt x="1235937" y="68410"/>
                </a:cubicBezTo>
                <a:cubicBezTo>
                  <a:pt x="1239426" y="68410"/>
                  <a:pt x="1242471" y="67736"/>
                  <a:pt x="1245072" y="66387"/>
                </a:cubicBezTo>
                <a:cubicBezTo>
                  <a:pt x="1247673" y="65039"/>
                  <a:pt x="1249846" y="63230"/>
                  <a:pt x="1251591" y="60962"/>
                </a:cubicBezTo>
                <a:cubicBezTo>
                  <a:pt x="1253335" y="58693"/>
                  <a:pt x="1254636" y="56087"/>
                  <a:pt x="1255492" y="53144"/>
                </a:cubicBezTo>
                <a:cubicBezTo>
                  <a:pt x="1256350" y="50201"/>
                  <a:pt x="1256778" y="47136"/>
                  <a:pt x="1256778" y="43947"/>
                </a:cubicBezTo>
                <a:cubicBezTo>
                  <a:pt x="1256778" y="40575"/>
                  <a:pt x="1256350" y="37340"/>
                  <a:pt x="1255492" y="34244"/>
                </a:cubicBezTo>
                <a:cubicBezTo>
                  <a:pt x="1254636" y="31148"/>
                  <a:pt x="1253320" y="28436"/>
                  <a:pt x="1251545" y="26106"/>
                </a:cubicBezTo>
                <a:cubicBezTo>
                  <a:pt x="1249770" y="23776"/>
                  <a:pt x="1247536" y="21906"/>
                  <a:pt x="1244842" y="20496"/>
                </a:cubicBezTo>
                <a:cubicBezTo>
                  <a:pt x="1242150" y="19085"/>
                  <a:pt x="1238937" y="18380"/>
                  <a:pt x="1235203" y="18380"/>
                </a:cubicBezTo>
                <a:cubicBezTo>
                  <a:pt x="1232264" y="18380"/>
                  <a:pt x="1229571" y="18964"/>
                  <a:pt x="1227122" y="20131"/>
                </a:cubicBezTo>
                <a:cubicBezTo>
                  <a:pt x="1224674" y="21299"/>
                  <a:pt x="1222654" y="23173"/>
                  <a:pt x="1221063" y="25755"/>
                </a:cubicBezTo>
                <a:lnTo>
                  <a:pt x="1220880" y="25755"/>
                </a:lnTo>
                <a:lnTo>
                  <a:pt x="1220880" y="19696"/>
                </a:lnTo>
                <a:lnTo>
                  <a:pt x="1208485" y="19696"/>
                </a:lnTo>
                <a:close/>
                <a:moveTo>
                  <a:pt x="1308867" y="67105"/>
                </a:moveTo>
                <a:lnTo>
                  <a:pt x="1308867" y="19725"/>
                </a:lnTo>
                <a:lnTo>
                  <a:pt x="1295830" y="19725"/>
                </a:lnTo>
                <a:lnTo>
                  <a:pt x="1295830" y="44545"/>
                </a:lnTo>
                <a:cubicBezTo>
                  <a:pt x="1295830" y="49368"/>
                  <a:pt x="1295034" y="52833"/>
                  <a:pt x="1293443" y="54940"/>
                </a:cubicBezTo>
                <a:cubicBezTo>
                  <a:pt x="1291851" y="57046"/>
                  <a:pt x="1289280" y="58099"/>
                  <a:pt x="1285730" y="58099"/>
                </a:cubicBezTo>
                <a:cubicBezTo>
                  <a:pt x="1282608" y="58099"/>
                  <a:pt x="1280435" y="57138"/>
                  <a:pt x="1279210" y="55215"/>
                </a:cubicBezTo>
                <a:cubicBezTo>
                  <a:pt x="1277987" y="53291"/>
                  <a:pt x="1277375" y="50375"/>
                  <a:pt x="1277375" y="46468"/>
                </a:cubicBezTo>
                <a:lnTo>
                  <a:pt x="1277375" y="19725"/>
                </a:lnTo>
                <a:lnTo>
                  <a:pt x="1264338" y="19725"/>
                </a:lnTo>
                <a:lnTo>
                  <a:pt x="1264338" y="48883"/>
                </a:lnTo>
                <a:cubicBezTo>
                  <a:pt x="1264338" y="51816"/>
                  <a:pt x="1264598" y="54491"/>
                  <a:pt x="1265118" y="56906"/>
                </a:cubicBezTo>
                <a:cubicBezTo>
                  <a:pt x="1265639" y="59320"/>
                  <a:pt x="1266541" y="61368"/>
                  <a:pt x="1267826" y="63049"/>
                </a:cubicBezTo>
                <a:cubicBezTo>
                  <a:pt x="1269113" y="64730"/>
                  <a:pt x="1270873" y="66029"/>
                  <a:pt x="1273107" y="66946"/>
                </a:cubicBezTo>
                <a:cubicBezTo>
                  <a:pt x="1275341" y="67863"/>
                  <a:pt x="1278202" y="68321"/>
                  <a:pt x="1281692" y="68321"/>
                </a:cubicBezTo>
                <a:cubicBezTo>
                  <a:pt x="1284446" y="68321"/>
                  <a:pt x="1287139" y="67707"/>
                  <a:pt x="1289771" y="66480"/>
                </a:cubicBezTo>
                <a:cubicBezTo>
                  <a:pt x="1292403" y="65252"/>
                  <a:pt x="1294545" y="63256"/>
                  <a:pt x="1296197" y="60494"/>
                </a:cubicBezTo>
                <a:lnTo>
                  <a:pt x="1296473" y="60494"/>
                </a:lnTo>
                <a:lnTo>
                  <a:pt x="1296473" y="67105"/>
                </a:lnTo>
                <a:lnTo>
                  <a:pt x="1308867" y="67105"/>
                </a:lnTo>
                <a:close/>
                <a:moveTo>
                  <a:pt x="1313152" y="83742"/>
                </a:moveTo>
                <a:lnTo>
                  <a:pt x="1323985" y="83742"/>
                </a:lnTo>
                <a:cubicBezTo>
                  <a:pt x="1326005" y="80865"/>
                  <a:pt x="1327780" y="77681"/>
                  <a:pt x="1329310" y="74192"/>
                </a:cubicBezTo>
                <a:cubicBezTo>
                  <a:pt x="1330841" y="70703"/>
                  <a:pt x="1332111" y="67107"/>
                  <a:pt x="1333121" y="63403"/>
                </a:cubicBezTo>
                <a:cubicBezTo>
                  <a:pt x="1334130" y="59700"/>
                  <a:pt x="1334880" y="55966"/>
                  <a:pt x="1335369" y="52202"/>
                </a:cubicBezTo>
                <a:cubicBezTo>
                  <a:pt x="1335860" y="48437"/>
                  <a:pt x="1336105" y="44840"/>
                  <a:pt x="1336105" y="41412"/>
                </a:cubicBezTo>
                <a:cubicBezTo>
                  <a:pt x="1336105" y="34188"/>
                  <a:pt x="1335049" y="27057"/>
                  <a:pt x="1332937" y="20018"/>
                </a:cubicBezTo>
                <a:cubicBezTo>
                  <a:pt x="1330826" y="12978"/>
                  <a:pt x="1327842" y="6305"/>
                  <a:pt x="1323985" y="0"/>
                </a:cubicBezTo>
                <a:lnTo>
                  <a:pt x="1313243" y="0"/>
                </a:lnTo>
                <a:cubicBezTo>
                  <a:pt x="1316610" y="6672"/>
                  <a:pt x="1319089" y="13559"/>
                  <a:pt x="1320681" y="20660"/>
                </a:cubicBezTo>
                <a:cubicBezTo>
                  <a:pt x="1322272" y="27760"/>
                  <a:pt x="1323068" y="34984"/>
                  <a:pt x="1323068" y="42331"/>
                </a:cubicBezTo>
                <a:cubicBezTo>
                  <a:pt x="1323068" y="49554"/>
                  <a:pt x="1322257" y="56639"/>
                  <a:pt x="1320634" y="63587"/>
                </a:cubicBezTo>
                <a:cubicBezTo>
                  <a:pt x="1319012" y="70535"/>
                  <a:pt x="1316518" y="77253"/>
                  <a:pt x="1313152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y1=mx.sin(x)">
            <a:extLst xmlns:a="http://schemas.openxmlformats.org/drawingml/2006/main">
              <a:ext uri="{FF2B5EF4-FFF2-40B4-BE49-F238E27FC236}">
                <a16:creationId xmlns:a16="http://schemas.microsoft.com/office/drawing/2014/main" id="{6F5D550F-8CC4-43CB-981B-4742AB47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163" y="6598363"/>
            <a:ext cx="588268" cy="83742"/>
          </a:xfrm>
          <a:custGeom xmlns:a="http://schemas.openxmlformats.org/drawingml/2006/main">
            <a:pathLst>
              <a:path w="588268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2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1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10065" y="19687"/>
                </a:moveTo>
                <a:lnTo>
                  <a:pt x="210065" y="67155"/>
                </a:lnTo>
                <a:lnTo>
                  <a:pt x="223102" y="67155"/>
                </a:lnTo>
                <a:lnTo>
                  <a:pt x="223102" y="39616"/>
                </a:lnTo>
                <a:cubicBezTo>
                  <a:pt x="223102" y="37290"/>
                  <a:pt x="223439" y="35408"/>
                  <a:pt x="224112" y="33970"/>
                </a:cubicBezTo>
                <a:cubicBezTo>
                  <a:pt x="224786" y="32532"/>
                  <a:pt x="225597" y="31430"/>
                  <a:pt x="226546" y="30665"/>
                </a:cubicBezTo>
                <a:cubicBezTo>
                  <a:pt x="227495" y="29900"/>
                  <a:pt x="228474" y="29380"/>
                  <a:pt x="229483" y="29104"/>
                </a:cubicBezTo>
                <a:cubicBezTo>
                  <a:pt x="230493" y="28829"/>
                  <a:pt x="231304" y="28691"/>
                  <a:pt x="231917" y="28691"/>
                </a:cubicBezTo>
                <a:cubicBezTo>
                  <a:pt x="233998" y="28691"/>
                  <a:pt x="235574" y="29043"/>
                  <a:pt x="236645" y="29747"/>
                </a:cubicBezTo>
                <a:cubicBezTo>
                  <a:pt x="237716" y="30451"/>
                  <a:pt x="238481" y="31384"/>
                  <a:pt x="238940" y="32546"/>
                </a:cubicBezTo>
                <a:cubicBezTo>
                  <a:pt x="239399" y="33709"/>
                  <a:pt x="239659" y="34979"/>
                  <a:pt x="239720" y="36357"/>
                </a:cubicBezTo>
                <a:cubicBezTo>
                  <a:pt x="239782" y="37734"/>
                  <a:pt x="239813" y="39126"/>
                  <a:pt x="239813" y="40533"/>
                </a:cubicBezTo>
                <a:lnTo>
                  <a:pt x="239813" y="67155"/>
                </a:lnTo>
                <a:lnTo>
                  <a:pt x="252850" y="67155"/>
                </a:lnTo>
                <a:lnTo>
                  <a:pt x="252850" y="40717"/>
                </a:lnTo>
                <a:cubicBezTo>
                  <a:pt x="252850" y="39248"/>
                  <a:pt x="252957" y="37794"/>
                  <a:pt x="253170" y="36357"/>
                </a:cubicBezTo>
                <a:cubicBezTo>
                  <a:pt x="253385" y="34919"/>
                  <a:pt x="253814" y="33634"/>
                  <a:pt x="254456" y="32502"/>
                </a:cubicBezTo>
                <a:cubicBezTo>
                  <a:pt x="255099" y="31369"/>
                  <a:pt x="255986" y="30451"/>
                  <a:pt x="257118" y="29747"/>
                </a:cubicBezTo>
                <a:cubicBezTo>
                  <a:pt x="258251" y="29043"/>
                  <a:pt x="259736" y="28691"/>
                  <a:pt x="261572" y="28691"/>
                </a:cubicBezTo>
                <a:cubicBezTo>
                  <a:pt x="263408" y="28691"/>
                  <a:pt x="264861" y="28997"/>
                  <a:pt x="265931" y="29610"/>
                </a:cubicBezTo>
                <a:cubicBezTo>
                  <a:pt x="267003" y="30222"/>
                  <a:pt x="267814" y="31048"/>
                  <a:pt x="268365" y="32088"/>
                </a:cubicBezTo>
                <a:cubicBezTo>
                  <a:pt x="268916" y="33128"/>
                  <a:pt x="269253" y="34352"/>
                  <a:pt x="269375" y="35760"/>
                </a:cubicBezTo>
                <a:cubicBezTo>
                  <a:pt x="269497" y="37168"/>
                  <a:pt x="269558" y="38667"/>
                  <a:pt x="269558" y="40257"/>
                </a:cubicBezTo>
                <a:lnTo>
                  <a:pt x="269558" y="67155"/>
                </a:lnTo>
                <a:lnTo>
                  <a:pt x="282597" y="67155"/>
                </a:lnTo>
                <a:lnTo>
                  <a:pt x="282597" y="35374"/>
                </a:lnTo>
                <a:cubicBezTo>
                  <a:pt x="282597" y="32312"/>
                  <a:pt x="282168" y="29694"/>
                  <a:pt x="281311" y="27520"/>
                </a:cubicBezTo>
                <a:cubicBezTo>
                  <a:pt x="280454" y="25346"/>
                  <a:pt x="279261" y="23585"/>
                  <a:pt x="277730" y="22238"/>
                </a:cubicBezTo>
                <a:cubicBezTo>
                  <a:pt x="276200" y="20891"/>
                  <a:pt x="274364" y="19911"/>
                  <a:pt x="272222" y="19299"/>
                </a:cubicBezTo>
                <a:cubicBezTo>
                  <a:pt x="270080" y="18687"/>
                  <a:pt x="267755" y="18380"/>
                  <a:pt x="265245" y="18380"/>
                </a:cubicBezTo>
                <a:cubicBezTo>
                  <a:pt x="261940" y="18380"/>
                  <a:pt x="259078" y="19178"/>
                  <a:pt x="256660" y="20774"/>
                </a:cubicBezTo>
                <a:cubicBezTo>
                  <a:pt x="254242" y="22370"/>
                  <a:pt x="252329" y="24210"/>
                  <a:pt x="250922" y="26297"/>
                </a:cubicBezTo>
                <a:cubicBezTo>
                  <a:pt x="249637" y="23351"/>
                  <a:pt x="247754" y="21296"/>
                  <a:pt x="245275" y="20130"/>
                </a:cubicBezTo>
                <a:cubicBezTo>
                  <a:pt x="242796" y="18963"/>
                  <a:pt x="240057" y="18380"/>
                  <a:pt x="237058" y="18380"/>
                </a:cubicBezTo>
                <a:cubicBezTo>
                  <a:pt x="233937" y="18380"/>
                  <a:pt x="231167" y="19055"/>
                  <a:pt x="228749" y="20406"/>
                </a:cubicBezTo>
                <a:cubicBezTo>
                  <a:pt x="226331" y="21756"/>
                  <a:pt x="224265" y="23658"/>
                  <a:pt x="222552" y="26113"/>
                </a:cubicBezTo>
                <a:lnTo>
                  <a:pt x="222368" y="26113"/>
                </a:lnTo>
                <a:lnTo>
                  <a:pt x="222368" y="19687"/>
                </a:lnTo>
                <a:lnTo>
                  <a:pt x="210065" y="19687"/>
                </a:lnTo>
                <a:close/>
                <a:moveTo>
                  <a:pt x="305213" y="42202"/>
                </a:moveTo>
                <a:lnTo>
                  <a:pt x="288136" y="67155"/>
                </a:lnTo>
                <a:lnTo>
                  <a:pt x="302733" y="67155"/>
                </a:lnTo>
                <a:lnTo>
                  <a:pt x="312649" y="52202"/>
                </a:lnTo>
                <a:lnTo>
                  <a:pt x="322565" y="67155"/>
                </a:lnTo>
                <a:lnTo>
                  <a:pt x="337439" y="67155"/>
                </a:lnTo>
                <a:lnTo>
                  <a:pt x="319902" y="41926"/>
                </a:lnTo>
                <a:lnTo>
                  <a:pt x="335511" y="19725"/>
                </a:lnTo>
                <a:lnTo>
                  <a:pt x="321095" y="19725"/>
                </a:lnTo>
                <a:lnTo>
                  <a:pt x="312833" y="32111"/>
                </a:lnTo>
                <a:lnTo>
                  <a:pt x="304478" y="19725"/>
                </a:lnTo>
                <a:lnTo>
                  <a:pt x="289605" y="19725"/>
                </a:lnTo>
                <a:lnTo>
                  <a:pt x="305213" y="42202"/>
                </a:lnTo>
                <a:close/>
                <a:moveTo>
                  <a:pt x="342610" y="52989"/>
                </a:moveTo>
                <a:lnTo>
                  <a:pt x="342610" y="67155"/>
                </a:lnTo>
                <a:lnTo>
                  <a:pt x="357025" y="67155"/>
                </a:lnTo>
                <a:lnTo>
                  <a:pt x="357025" y="52989"/>
                </a:lnTo>
                <a:lnTo>
                  <a:pt x="342610" y="52989"/>
                </a:lnTo>
                <a:close/>
                <a:moveTo>
                  <a:pt x="377408" y="51734"/>
                </a:moveTo>
                <a:lnTo>
                  <a:pt x="365014" y="51734"/>
                </a:lnTo>
                <a:cubicBezTo>
                  <a:pt x="365136" y="54911"/>
                  <a:pt x="365855" y="57554"/>
                  <a:pt x="367171" y="59661"/>
                </a:cubicBezTo>
                <a:cubicBezTo>
                  <a:pt x="368487" y="61768"/>
                  <a:pt x="370170" y="63464"/>
                  <a:pt x="372220" y="64747"/>
                </a:cubicBezTo>
                <a:cubicBezTo>
                  <a:pt x="374271" y="66030"/>
                  <a:pt x="376613" y="66946"/>
                  <a:pt x="379245" y="67495"/>
                </a:cubicBezTo>
                <a:cubicBezTo>
                  <a:pt x="381876" y="68046"/>
                  <a:pt x="384570" y="68321"/>
                  <a:pt x="387324" y="68321"/>
                </a:cubicBezTo>
                <a:cubicBezTo>
                  <a:pt x="390016" y="68321"/>
                  <a:pt x="392663" y="68060"/>
                  <a:pt x="395264" y="67539"/>
                </a:cubicBezTo>
                <a:cubicBezTo>
                  <a:pt x="397866" y="67019"/>
                  <a:pt x="400177" y="66116"/>
                  <a:pt x="402196" y="64830"/>
                </a:cubicBezTo>
                <a:cubicBezTo>
                  <a:pt x="404216" y="63543"/>
                  <a:pt x="405853" y="61844"/>
                  <a:pt x="407108" y="59732"/>
                </a:cubicBezTo>
                <a:cubicBezTo>
                  <a:pt x="408363" y="57619"/>
                  <a:pt x="408991" y="55001"/>
                  <a:pt x="408991" y="51878"/>
                </a:cubicBezTo>
                <a:cubicBezTo>
                  <a:pt x="408991" y="49674"/>
                  <a:pt x="408562" y="47822"/>
                  <a:pt x="407705" y="46322"/>
                </a:cubicBezTo>
                <a:cubicBezTo>
                  <a:pt x="406848" y="44821"/>
                  <a:pt x="405716" y="43565"/>
                  <a:pt x="404307" y="42555"/>
                </a:cubicBezTo>
                <a:cubicBezTo>
                  <a:pt x="402900" y="41544"/>
                  <a:pt x="401293" y="40733"/>
                  <a:pt x="399488" y="40121"/>
                </a:cubicBezTo>
                <a:cubicBezTo>
                  <a:pt x="397683" y="39509"/>
                  <a:pt x="395831" y="38988"/>
                  <a:pt x="393933" y="38559"/>
                </a:cubicBezTo>
                <a:cubicBezTo>
                  <a:pt x="392097" y="38131"/>
                  <a:pt x="390291" y="37733"/>
                  <a:pt x="388516" y="37366"/>
                </a:cubicBezTo>
                <a:cubicBezTo>
                  <a:pt x="386741" y="36998"/>
                  <a:pt x="385165" y="36584"/>
                  <a:pt x="383788" y="36126"/>
                </a:cubicBezTo>
                <a:cubicBezTo>
                  <a:pt x="382411" y="35666"/>
                  <a:pt x="381294" y="35069"/>
                  <a:pt x="380437" y="34334"/>
                </a:cubicBezTo>
                <a:cubicBezTo>
                  <a:pt x="379580" y="33599"/>
                  <a:pt x="379152" y="32650"/>
                  <a:pt x="379152" y="31486"/>
                </a:cubicBezTo>
                <a:cubicBezTo>
                  <a:pt x="379152" y="30506"/>
                  <a:pt x="379397" y="29725"/>
                  <a:pt x="379886" y="29144"/>
                </a:cubicBezTo>
                <a:cubicBezTo>
                  <a:pt x="380377" y="28562"/>
                  <a:pt x="380973" y="28118"/>
                  <a:pt x="381677" y="27813"/>
                </a:cubicBezTo>
                <a:cubicBezTo>
                  <a:pt x="382381" y="27506"/>
                  <a:pt x="383161" y="27307"/>
                  <a:pt x="384018" y="27216"/>
                </a:cubicBezTo>
                <a:cubicBezTo>
                  <a:pt x="384875" y="27123"/>
                  <a:pt x="385671" y="27077"/>
                  <a:pt x="386405" y="27077"/>
                </a:cubicBezTo>
                <a:cubicBezTo>
                  <a:pt x="388730" y="27077"/>
                  <a:pt x="390750" y="27523"/>
                  <a:pt x="392464" y="28415"/>
                </a:cubicBezTo>
                <a:cubicBezTo>
                  <a:pt x="394178" y="29306"/>
                  <a:pt x="395126" y="31012"/>
                  <a:pt x="395310" y="33533"/>
                </a:cubicBezTo>
                <a:lnTo>
                  <a:pt x="407706" y="33533"/>
                </a:lnTo>
                <a:cubicBezTo>
                  <a:pt x="407461" y="30594"/>
                  <a:pt x="406711" y="28161"/>
                  <a:pt x="405456" y="26232"/>
                </a:cubicBezTo>
                <a:cubicBezTo>
                  <a:pt x="404202" y="24304"/>
                  <a:pt x="402626" y="22758"/>
                  <a:pt x="400728" y="21595"/>
                </a:cubicBezTo>
                <a:cubicBezTo>
                  <a:pt x="398831" y="20432"/>
                  <a:pt x="396674" y="19605"/>
                  <a:pt x="394256" y="19116"/>
                </a:cubicBezTo>
                <a:cubicBezTo>
                  <a:pt x="391838" y="18625"/>
                  <a:pt x="389343" y="18380"/>
                  <a:pt x="386773" y="18380"/>
                </a:cubicBezTo>
                <a:cubicBezTo>
                  <a:pt x="384202" y="18380"/>
                  <a:pt x="381692" y="18610"/>
                  <a:pt x="379243" y="19069"/>
                </a:cubicBezTo>
                <a:cubicBezTo>
                  <a:pt x="376795" y="19528"/>
                  <a:pt x="374592" y="20324"/>
                  <a:pt x="372634" y="21457"/>
                </a:cubicBezTo>
                <a:cubicBezTo>
                  <a:pt x="370675" y="22590"/>
                  <a:pt x="369099" y="24136"/>
                  <a:pt x="367905" y="26095"/>
                </a:cubicBezTo>
                <a:cubicBezTo>
                  <a:pt x="366712" y="28055"/>
                  <a:pt x="366115" y="30566"/>
                  <a:pt x="366115" y="33628"/>
                </a:cubicBezTo>
                <a:cubicBezTo>
                  <a:pt x="366115" y="35710"/>
                  <a:pt x="366543" y="37470"/>
                  <a:pt x="367400" y="38909"/>
                </a:cubicBezTo>
                <a:cubicBezTo>
                  <a:pt x="368257" y="40348"/>
                  <a:pt x="369389" y="41542"/>
                  <a:pt x="370797" y="42492"/>
                </a:cubicBezTo>
                <a:cubicBezTo>
                  <a:pt x="372205" y="43441"/>
                  <a:pt x="373812" y="44206"/>
                  <a:pt x="375618" y="44788"/>
                </a:cubicBezTo>
                <a:cubicBezTo>
                  <a:pt x="377423" y="45370"/>
                  <a:pt x="379274" y="45875"/>
                  <a:pt x="381172" y="46304"/>
                </a:cubicBezTo>
                <a:cubicBezTo>
                  <a:pt x="385823" y="47283"/>
                  <a:pt x="389449" y="48263"/>
                  <a:pt x="392050" y="49243"/>
                </a:cubicBezTo>
                <a:cubicBezTo>
                  <a:pt x="394652" y="50222"/>
                  <a:pt x="395953" y="51692"/>
                  <a:pt x="395953" y="53651"/>
                </a:cubicBezTo>
                <a:cubicBezTo>
                  <a:pt x="395953" y="54814"/>
                  <a:pt x="395678" y="55779"/>
                  <a:pt x="395127" y="56544"/>
                </a:cubicBezTo>
                <a:cubicBezTo>
                  <a:pt x="394576" y="57310"/>
                  <a:pt x="393887" y="57923"/>
                  <a:pt x="393061" y="58382"/>
                </a:cubicBezTo>
                <a:cubicBezTo>
                  <a:pt x="392235" y="58841"/>
                  <a:pt x="391317" y="59178"/>
                  <a:pt x="390306" y="59393"/>
                </a:cubicBezTo>
                <a:cubicBezTo>
                  <a:pt x="389297" y="59606"/>
                  <a:pt x="388333" y="59713"/>
                  <a:pt x="387415" y="59713"/>
                </a:cubicBezTo>
                <a:cubicBezTo>
                  <a:pt x="386130" y="59713"/>
                  <a:pt x="384890" y="59561"/>
                  <a:pt x="383697" y="59255"/>
                </a:cubicBezTo>
                <a:cubicBezTo>
                  <a:pt x="382503" y="58949"/>
                  <a:pt x="381447" y="58475"/>
                  <a:pt x="380529" y="57833"/>
                </a:cubicBezTo>
                <a:cubicBezTo>
                  <a:pt x="379611" y="57191"/>
                  <a:pt x="378861" y="56365"/>
                  <a:pt x="378279" y="55356"/>
                </a:cubicBezTo>
                <a:cubicBezTo>
                  <a:pt x="377698" y="54348"/>
                  <a:pt x="377408" y="53140"/>
                  <a:pt x="377408" y="51734"/>
                </a:cubicBezTo>
                <a:close/>
                <a:moveTo>
                  <a:pt x="429679" y="12373"/>
                </a:moveTo>
                <a:lnTo>
                  <a:pt x="429679" y="1614"/>
                </a:lnTo>
                <a:lnTo>
                  <a:pt x="416642" y="1614"/>
                </a:lnTo>
                <a:lnTo>
                  <a:pt x="416642" y="12373"/>
                </a:lnTo>
                <a:lnTo>
                  <a:pt x="429679" y="12373"/>
                </a:lnTo>
                <a:moveTo>
                  <a:pt x="416642" y="19689"/>
                </a:moveTo>
                <a:lnTo>
                  <a:pt x="416642" y="67155"/>
                </a:lnTo>
                <a:lnTo>
                  <a:pt x="429679" y="67155"/>
                </a:lnTo>
                <a:lnTo>
                  <a:pt x="429679" y="19689"/>
                </a:lnTo>
                <a:lnTo>
                  <a:pt x="416642" y="19689"/>
                </a:lnTo>
                <a:close/>
                <a:moveTo>
                  <a:pt x="439992" y="19687"/>
                </a:moveTo>
                <a:lnTo>
                  <a:pt x="439992" y="67155"/>
                </a:lnTo>
                <a:lnTo>
                  <a:pt x="453029" y="67155"/>
                </a:lnTo>
                <a:lnTo>
                  <a:pt x="453029" y="42277"/>
                </a:lnTo>
                <a:cubicBezTo>
                  <a:pt x="453029" y="37442"/>
                  <a:pt x="453825" y="33969"/>
                  <a:pt x="455417" y="31859"/>
                </a:cubicBezTo>
                <a:cubicBezTo>
                  <a:pt x="457008" y="29747"/>
                  <a:pt x="459579" y="28691"/>
                  <a:pt x="463129" y="28691"/>
                </a:cubicBezTo>
                <a:cubicBezTo>
                  <a:pt x="466251" y="28691"/>
                  <a:pt x="468424" y="29655"/>
                  <a:pt x="469647" y="31583"/>
                </a:cubicBezTo>
                <a:cubicBezTo>
                  <a:pt x="470872" y="33510"/>
                  <a:pt x="471484" y="36433"/>
                  <a:pt x="471484" y="40350"/>
                </a:cubicBezTo>
                <a:lnTo>
                  <a:pt x="471484" y="67155"/>
                </a:lnTo>
                <a:lnTo>
                  <a:pt x="484521" y="67155"/>
                </a:lnTo>
                <a:lnTo>
                  <a:pt x="484521" y="37946"/>
                </a:lnTo>
                <a:cubicBezTo>
                  <a:pt x="484521" y="35006"/>
                  <a:pt x="484261" y="32327"/>
                  <a:pt x="483741" y="29908"/>
                </a:cubicBezTo>
                <a:cubicBezTo>
                  <a:pt x="483220" y="27490"/>
                  <a:pt x="482317" y="25438"/>
                  <a:pt x="481031" y="23754"/>
                </a:cubicBezTo>
                <a:cubicBezTo>
                  <a:pt x="479746" y="22070"/>
                  <a:pt x="477986" y="20754"/>
                  <a:pt x="475752" y="19805"/>
                </a:cubicBezTo>
                <a:cubicBezTo>
                  <a:pt x="473518" y="18855"/>
                  <a:pt x="470657" y="18380"/>
                  <a:pt x="467168" y="18380"/>
                </a:cubicBezTo>
                <a:cubicBezTo>
                  <a:pt x="464413" y="18380"/>
                  <a:pt x="461720" y="19009"/>
                  <a:pt x="459088" y="20267"/>
                </a:cubicBezTo>
                <a:cubicBezTo>
                  <a:pt x="456457" y="21525"/>
                  <a:pt x="454314" y="23535"/>
                  <a:pt x="452662" y="26297"/>
                </a:cubicBezTo>
                <a:lnTo>
                  <a:pt x="452386" y="26297"/>
                </a:lnTo>
                <a:lnTo>
                  <a:pt x="452386" y="19687"/>
                </a:lnTo>
                <a:lnTo>
                  <a:pt x="439992" y="19687"/>
                </a:lnTo>
                <a:close/>
                <a:moveTo>
                  <a:pt x="517175" y="0"/>
                </a:moveTo>
                <a:lnTo>
                  <a:pt x="506250" y="0"/>
                </a:lnTo>
                <a:cubicBezTo>
                  <a:pt x="504230" y="2938"/>
                  <a:pt x="502470" y="6152"/>
                  <a:pt x="500970" y="9641"/>
                </a:cubicBezTo>
                <a:cubicBezTo>
                  <a:pt x="499471" y="13130"/>
                  <a:pt x="498216" y="16742"/>
                  <a:pt x="497206" y="20476"/>
                </a:cubicBezTo>
                <a:cubicBezTo>
                  <a:pt x="496196" y="24210"/>
                  <a:pt x="495431" y="27959"/>
                  <a:pt x="494911" y="31724"/>
                </a:cubicBezTo>
                <a:cubicBezTo>
                  <a:pt x="494391" y="35489"/>
                  <a:pt x="494131" y="39086"/>
                  <a:pt x="494131" y="42514"/>
                </a:cubicBezTo>
                <a:cubicBezTo>
                  <a:pt x="494131" y="49737"/>
                  <a:pt x="495187" y="56838"/>
                  <a:pt x="497298" y="63817"/>
                </a:cubicBezTo>
                <a:cubicBezTo>
                  <a:pt x="499410" y="70795"/>
                  <a:pt x="502394" y="77437"/>
                  <a:pt x="506250" y="83742"/>
                </a:cubicBezTo>
                <a:lnTo>
                  <a:pt x="517084" y="83742"/>
                </a:lnTo>
                <a:cubicBezTo>
                  <a:pt x="513594" y="77070"/>
                  <a:pt x="511069" y="70214"/>
                  <a:pt x="509509" y="63175"/>
                </a:cubicBezTo>
                <a:cubicBezTo>
                  <a:pt x="507948" y="56135"/>
                  <a:pt x="507168" y="48942"/>
                  <a:pt x="507168" y="41595"/>
                </a:cubicBezTo>
                <a:cubicBezTo>
                  <a:pt x="507168" y="34372"/>
                  <a:pt x="507964" y="27256"/>
                  <a:pt x="509555" y="20248"/>
                </a:cubicBezTo>
                <a:cubicBezTo>
                  <a:pt x="511146" y="13238"/>
                  <a:pt x="513686" y="6489"/>
                  <a:pt x="517175" y="0"/>
                </a:cubicBezTo>
                <a:close/>
                <a:moveTo>
                  <a:pt x="533976" y="42202"/>
                </a:moveTo>
                <a:lnTo>
                  <a:pt x="516899" y="67155"/>
                </a:lnTo>
                <a:lnTo>
                  <a:pt x="531497" y="67155"/>
                </a:lnTo>
                <a:lnTo>
                  <a:pt x="541412" y="52202"/>
                </a:lnTo>
                <a:lnTo>
                  <a:pt x="551328" y="67155"/>
                </a:lnTo>
                <a:lnTo>
                  <a:pt x="566202" y="67155"/>
                </a:lnTo>
                <a:lnTo>
                  <a:pt x="548665" y="41926"/>
                </a:lnTo>
                <a:lnTo>
                  <a:pt x="564274" y="19725"/>
                </a:lnTo>
                <a:lnTo>
                  <a:pt x="549859" y="19725"/>
                </a:lnTo>
                <a:lnTo>
                  <a:pt x="541596" y="32111"/>
                </a:lnTo>
                <a:lnTo>
                  <a:pt x="533241" y="19725"/>
                </a:lnTo>
                <a:lnTo>
                  <a:pt x="518368" y="19725"/>
                </a:lnTo>
                <a:lnTo>
                  <a:pt x="533976" y="42202"/>
                </a:lnTo>
                <a:close/>
                <a:moveTo>
                  <a:pt x="565315" y="83742"/>
                </a:moveTo>
                <a:lnTo>
                  <a:pt x="576148" y="83742"/>
                </a:lnTo>
                <a:cubicBezTo>
                  <a:pt x="578169" y="80865"/>
                  <a:pt x="579944" y="77681"/>
                  <a:pt x="581473" y="74192"/>
                </a:cubicBezTo>
                <a:cubicBezTo>
                  <a:pt x="583004" y="70703"/>
                  <a:pt x="584274" y="67107"/>
                  <a:pt x="585284" y="63403"/>
                </a:cubicBezTo>
                <a:cubicBezTo>
                  <a:pt x="586294" y="59700"/>
                  <a:pt x="587043" y="55966"/>
                  <a:pt x="587532" y="52202"/>
                </a:cubicBezTo>
                <a:cubicBezTo>
                  <a:pt x="588023" y="48437"/>
                  <a:pt x="588268" y="44840"/>
                  <a:pt x="588268" y="41412"/>
                </a:cubicBezTo>
                <a:cubicBezTo>
                  <a:pt x="588268" y="34188"/>
                  <a:pt x="587212" y="27057"/>
                  <a:pt x="585100" y="20018"/>
                </a:cubicBezTo>
                <a:cubicBezTo>
                  <a:pt x="582989" y="12978"/>
                  <a:pt x="580005" y="6305"/>
                  <a:pt x="576148" y="0"/>
                </a:cubicBezTo>
                <a:lnTo>
                  <a:pt x="565406" y="0"/>
                </a:lnTo>
                <a:cubicBezTo>
                  <a:pt x="568773" y="6672"/>
                  <a:pt x="571252" y="13559"/>
                  <a:pt x="572844" y="20660"/>
                </a:cubicBezTo>
                <a:cubicBezTo>
                  <a:pt x="574435" y="27760"/>
                  <a:pt x="575231" y="34984"/>
                  <a:pt x="575231" y="42331"/>
                </a:cubicBezTo>
                <a:cubicBezTo>
                  <a:pt x="575231" y="49554"/>
                  <a:pt x="574420" y="56639"/>
                  <a:pt x="572797" y="63587"/>
                </a:cubicBezTo>
                <a:cubicBezTo>
                  <a:pt x="571175" y="70535"/>
                  <a:pt x="568681" y="77253"/>
                  <a:pt x="565315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y1=mx.arcsin(y1)">
            <a:extLst xmlns:a="http://schemas.openxmlformats.org/drawingml/2006/main">
              <a:ext uri="{FF2B5EF4-FFF2-40B4-BE49-F238E27FC236}">
                <a16:creationId xmlns:a16="http://schemas.microsoft.com/office/drawing/2014/main" id="{0D21669C-DD2F-4642-B58A-0EF22E6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163" y="6708537"/>
            <a:ext cx="779541" cy="83742"/>
          </a:xfrm>
          <a:custGeom xmlns:a="http://schemas.openxmlformats.org/drawingml/2006/main">
            <a:pathLst>
              <a:path w="779541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2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1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10065" y="19687"/>
                </a:moveTo>
                <a:lnTo>
                  <a:pt x="210065" y="67155"/>
                </a:lnTo>
                <a:lnTo>
                  <a:pt x="223102" y="67155"/>
                </a:lnTo>
                <a:lnTo>
                  <a:pt x="223102" y="39616"/>
                </a:lnTo>
                <a:cubicBezTo>
                  <a:pt x="223102" y="37290"/>
                  <a:pt x="223439" y="35408"/>
                  <a:pt x="224112" y="33970"/>
                </a:cubicBezTo>
                <a:cubicBezTo>
                  <a:pt x="224786" y="32532"/>
                  <a:pt x="225597" y="31430"/>
                  <a:pt x="226546" y="30665"/>
                </a:cubicBezTo>
                <a:cubicBezTo>
                  <a:pt x="227495" y="29900"/>
                  <a:pt x="228474" y="29380"/>
                  <a:pt x="229483" y="29104"/>
                </a:cubicBezTo>
                <a:cubicBezTo>
                  <a:pt x="230493" y="28829"/>
                  <a:pt x="231304" y="28691"/>
                  <a:pt x="231917" y="28691"/>
                </a:cubicBezTo>
                <a:cubicBezTo>
                  <a:pt x="233998" y="28691"/>
                  <a:pt x="235574" y="29043"/>
                  <a:pt x="236645" y="29747"/>
                </a:cubicBezTo>
                <a:cubicBezTo>
                  <a:pt x="237716" y="30451"/>
                  <a:pt x="238481" y="31384"/>
                  <a:pt x="238940" y="32546"/>
                </a:cubicBezTo>
                <a:cubicBezTo>
                  <a:pt x="239399" y="33709"/>
                  <a:pt x="239659" y="34979"/>
                  <a:pt x="239720" y="36357"/>
                </a:cubicBezTo>
                <a:cubicBezTo>
                  <a:pt x="239782" y="37734"/>
                  <a:pt x="239813" y="39126"/>
                  <a:pt x="239813" y="40533"/>
                </a:cubicBezTo>
                <a:lnTo>
                  <a:pt x="239813" y="67155"/>
                </a:lnTo>
                <a:lnTo>
                  <a:pt x="252850" y="67155"/>
                </a:lnTo>
                <a:lnTo>
                  <a:pt x="252850" y="40717"/>
                </a:lnTo>
                <a:cubicBezTo>
                  <a:pt x="252850" y="39248"/>
                  <a:pt x="252957" y="37794"/>
                  <a:pt x="253170" y="36357"/>
                </a:cubicBezTo>
                <a:cubicBezTo>
                  <a:pt x="253385" y="34919"/>
                  <a:pt x="253814" y="33634"/>
                  <a:pt x="254456" y="32502"/>
                </a:cubicBezTo>
                <a:cubicBezTo>
                  <a:pt x="255099" y="31369"/>
                  <a:pt x="255986" y="30451"/>
                  <a:pt x="257118" y="29747"/>
                </a:cubicBezTo>
                <a:cubicBezTo>
                  <a:pt x="258251" y="29043"/>
                  <a:pt x="259736" y="28691"/>
                  <a:pt x="261572" y="28691"/>
                </a:cubicBezTo>
                <a:cubicBezTo>
                  <a:pt x="263408" y="28691"/>
                  <a:pt x="264861" y="28997"/>
                  <a:pt x="265931" y="29610"/>
                </a:cubicBezTo>
                <a:cubicBezTo>
                  <a:pt x="267003" y="30222"/>
                  <a:pt x="267814" y="31048"/>
                  <a:pt x="268365" y="32088"/>
                </a:cubicBezTo>
                <a:cubicBezTo>
                  <a:pt x="268916" y="33128"/>
                  <a:pt x="269253" y="34352"/>
                  <a:pt x="269375" y="35760"/>
                </a:cubicBezTo>
                <a:cubicBezTo>
                  <a:pt x="269497" y="37168"/>
                  <a:pt x="269558" y="38667"/>
                  <a:pt x="269558" y="40257"/>
                </a:cubicBezTo>
                <a:lnTo>
                  <a:pt x="269558" y="67155"/>
                </a:lnTo>
                <a:lnTo>
                  <a:pt x="282597" y="67155"/>
                </a:lnTo>
                <a:lnTo>
                  <a:pt x="282597" y="35374"/>
                </a:lnTo>
                <a:cubicBezTo>
                  <a:pt x="282597" y="32312"/>
                  <a:pt x="282168" y="29694"/>
                  <a:pt x="281311" y="27520"/>
                </a:cubicBezTo>
                <a:cubicBezTo>
                  <a:pt x="280454" y="25346"/>
                  <a:pt x="279261" y="23585"/>
                  <a:pt x="277730" y="22238"/>
                </a:cubicBezTo>
                <a:cubicBezTo>
                  <a:pt x="276200" y="20891"/>
                  <a:pt x="274364" y="19911"/>
                  <a:pt x="272222" y="19299"/>
                </a:cubicBezTo>
                <a:cubicBezTo>
                  <a:pt x="270080" y="18687"/>
                  <a:pt x="267755" y="18380"/>
                  <a:pt x="265245" y="18380"/>
                </a:cubicBezTo>
                <a:cubicBezTo>
                  <a:pt x="261940" y="18380"/>
                  <a:pt x="259078" y="19178"/>
                  <a:pt x="256660" y="20774"/>
                </a:cubicBezTo>
                <a:cubicBezTo>
                  <a:pt x="254242" y="22370"/>
                  <a:pt x="252329" y="24210"/>
                  <a:pt x="250922" y="26297"/>
                </a:cubicBezTo>
                <a:cubicBezTo>
                  <a:pt x="249637" y="23351"/>
                  <a:pt x="247754" y="21296"/>
                  <a:pt x="245275" y="20130"/>
                </a:cubicBezTo>
                <a:cubicBezTo>
                  <a:pt x="242796" y="18963"/>
                  <a:pt x="240057" y="18380"/>
                  <a:pt x="237058" y="18380"/>
                </a:cubicBezTo>
                <a:cubicBezTo>
                  <a:pt x="233937" y="18380"/>
                  <a:pt x="231167" y="19055"/>
                  <a:pt x="228749" y="20406"/>
                </a:cubicBezTo>
                <a:cubicBezTo>
                  <a:pt x="226331" y="21756"/>
                  <a:pt x="224265" y="23658"/>
                  <a:pt x="222552" y="26113"/>
                </a:cubicBezTo>
                <a:lnTo>
                  <a:pt x="222368" y="26113"/>
                </a:lnTo>
                <a:lnTo>
                  <a:pt x="222368" y="19687"/>
                </a:lnTo>
                <a:lnTo>
                  <a:pt x="210065" y="19687"/>
                </a:lnTo>
                <a:close/>
                <a:moveTo>
                  <a:pt x="305213" y="42202"/>
                </a:moveTo>
                <a:lnTo>
                  <a:pt x="288136" y="67155"/>
                </a:lnTo>
                <a:lnTo>
                  <a:pt x="302733" y="67155"/>
                </a:lnTo>
                <a:lnTo>
                  <a:pt x="312649" y="52202"/>
                </a:lnTo>
                <a:lnTo>
                  <a:pt x="322565" y="67155"/>
                </a:lnTo>
                <a:lnTo>
                  <a:pt x="337439" y="67155"/>
                </a:lnTo>
                <a:lnTo>
                  <a:pt x="319902" y="41926"/>
                </a:lnTo>
                <a:lnTo>
                  <a:pt x="335511" y="19725"/>
                </a:lnTo>
                <a:lnTo>
                  <a:pt x="321095" y="19725"/>
                </a:lnTo>
                <a:lnTo>
                  <a:pt x="312833" y="32111"/>
                </a:lnTo>
                <a:lnTo>
                  <a:pt x="304478" y="19725"/>
                </a:lnTo>
                <a:lnTo>
                  <a:pt x="289605" y="19725"/>
                </a:lnTo>
                <a:lnTo>
                  <a:pt x="305213" y="42202"/>
                </a:lnTo>
                <a:close/>
                <a:moveTo>
                  <a:pt x="342610" y="52989"/>
                </a:moveTo>
                <a:lnTo>
                  <a:pt x="342610" y="67155"/>
                </a:lnTo>
                <a:lnTo>
                  <a:pt x="357025" y="67155"/>
                </a:lnTo>
                <a:lnTo>
                  <a:pt x="357025" y="52989"/>
                </a:lnTo>
                <a:lnTo>
                  <a:pt x="342610" y="52989"/>
                </a:lnTo>
                <a:close/>
                <a:moveTo>
                  <a:pt x="366758" y="34286"/>
                </a:moveTo>
                <a:cubicBezTo>
                  <a:pt x="366941" y="31226"/>
                  <a:pt x="367706" y="28686"/>
                  <a:pt x="369053" y="26667"/>
                </a:cubicBezTo>
                <a:cubicBezTo>
                  <a:pt x="370400" y="24647"/>
                  <a:pt x="372113" y="23024"/>
                  <a:pt x="374194" y="21800"/>
                </a:cubicBezTo>
                <a:cubicBezTo>
                  <a:pt x="376275" y="20575"/>
                  <a:pt x="378616" y="19703"/>
                  <a:pt x="381217" y="19183"/>
                </a:cubicBezTo>
                <a:cubicBezTo>
                  <a:pt x="383819" y="18663"/>
                  <a:pt x="386436" y="18403"/>
                  <a:pt x="389068" y="18403"/>
                </a:cubicBezTo>
                <a:cubicBezTo>
                  <a:pt x="391455" y="18403"/>
                  <a:pt x="393873" y="18571"/>
                  <a:pt x="396321" y="18908"/>
                </a:cubicBezTo>
                <a:cubicBezTo>
                  <a:pt x="398769" y="19245"/>
                  <a:pt x="401003" y="19903"/>
                  <a:pt x="403023" y="20882"/>
                </a:cubicBezTo>
                <a:cubicBezTo>
                  <a:pt x="405043" y="21861"/>
                  <a:pt x="406695" y="23223"/>
                  <a:pt x="407980" y="24967"/>
                </a:cubicBezTo>
                <a:cubicBezTo>
                  <a:pt x="409267" y="26712"/>
                  <a:pt x="409910" y="29023"/>
                  <a:pt x="409910" y="31899"/>
                </a:cubicBezTo>
                <a:lnTo>
                  <a:pt x="409910" y="56596"/>
                </a:lnTo>
                <a:cubicBezTo>
                  <a:pt x="409910" y="58739"/>
                  <a:pt x="410032" y="60789"/>
                  <a:pt x="410277" y="62748"/>
                </a:cubicBezTo>
                <a:cubicBezTo>
                  <a:pt x="410521" y="64706"/>
                  <a:pt x="410950" y="66175"/>
                  <a:pt x="411561" y="67155"/>
                </a:cubicBezTo>
                <a:lnTo>
                  <a:pt x="398341" y="67155"/>
                </a:lnTo>
                <a:cubicBezTo>
                  <a:pt x="398096" y="66421"/>
                  <a:pt x="397897" y="65671"/>
                  <a:pt x="397744" y="64907"/>
                </a:cubicBezTo>
                <a:cubicBezTo>
                  <a:pt x="397591" y="64141"/>
                  <a:pt x="397484" y="63360"/>
                  <a:pt x="397423" y="62564"/>
                </a:cubicBezTo>
                <a:cubicBezTo>
                  <a:pt x="395342" y="64707"/>
                  <a:pt x="392894" y="66207"/>
                  <a:pt x="390078" y="67064"/>
                </a:cubicBezTo>
                <a:cubicBezTo>
                  <a:pt x="387262" y="67920"/>
                  <a:pt x="384385" y="68349"/>
                  <a:pt x="381447" y="68349"/>
                </a:cubicBezTo>
                <a:cubicBezTo>
                  <a:pt x="379183" y="68349"/>
                  <a:pt x="377071" y="68073"/>
                  <a:pt x="375112" y="67522"/>
                </a:cubicBezTo>
                <a:cubicBezTo>
                  <a:pt x="373153" y="66971"/>
                  <a:pt x="371440" y="66114"/>
                  <a:pt x="369970" y="64951"/>
                </a:cubicBezTo>
                <a:cubicBezTo>
                  <a:pt x="368502" y="63789"/>
                  <a:pt x="367355" y="62320"/>
                  <a:pt x="366528" y="60545"/>
                </a:cubicBezTo>
                <a:cubicBezTo>
                  <a:pt x="365702" y="58770"/>
                  <a:pt x="365288" y="56658"/>
                  <a:pt x="365288" y="54209"/>
                </a:cubicBezTo>
                <a:cubicBezTo>
                  <a:pt x="365288" y="51516"/>
                  <a:pt x="365763" y="49298"/>
                  <a:pt x="366712" y="47553"/>
                </a:cubicBezTo>
                <a:cubicBezTo>
                  <a:pt x="367661" y="45809"/>
                  <a:pt x="368885" y="44416"/>
                  <a:pt x="370384" y="43376"/>
                </a:cubicBezTo>
                <a:cubicBezTo>
                  <a:pt x="371884" y="42335"/>
                  <a:pt x="373597" y="41555"/>
                  <a:pt x="375525" y="41035"/>
                </a:cubicBezTo>
                <a:cubicBezTo>
                  <a:pt x="377454" y="40514"/>
                  <a:pt x="379397" y="40102"/>
                  <a:pt x="381356" y="39796"/>
                </a:cubicBezTo>
                <a:cubicBezTo>
                  <a:pt x="383314" y="39490"/>
                  <a:pt x="385242" y="39245"/>
                  <a:pt x="387139" y="39061"/>
                </a:cubicBezTo>
                <a:cubicBezTo>
                  <a:pt x="389037" y="38877"/>
                  <a:pt x="390720" y="38601"/>
                  <a:pt x="392189" y="38234"/>
                </a:cubicBezTo>
                <a:cubicBezTo>
                  <a:pt x="393658" y="37867"/>
                  <a:pt x="394821" y="37332"/>
                  <a:pt x="395678" y="36629"/>
                </a:cubicBezTo>
                <a:cubicBezTo>
                  <a:pt x="396535" y="35925"/>
                  <a:pt x="396933" y="34899"/>
                  <a:pt x="396873" y="33552"/>
                </a:cubicBezTo>
                <a:cubicBezTo>
                  <a:pt x="396873" y="32144"/>
                  <a:pt x="396643" y="31027"/>
                  <a:pt x="396183" y="30201"/>
                </a:cubicBezTo>
                <a:cubicBezTo>
                  <a:pt x="395724" y="29375"/>
                  <a:pt x="395112" y="28732"/>
                  <a:pt x="394347" y="28274"/>
                </a:cubicBezTo>
                <a:cubicBezTo>
                  <a:pt x="393582" y="27814"/>
                  <a:pt x="392694" y="27508"/>
                  <a:pt x="391683" y="27355"/>
                </a:cubicBezTo>
                <a:cubicBezTo>
                  <a:pt x="390674" y="27201"/>
                  <a:pt x="389588" y="27125"/>
                  <a:pt x="388425" y="27125"/>
                </a:cubicBezTo>
                <a:cubicBezTo>
                  <a:pt x="385855" y="27125"/>
                  <a:pt x="383835" y="27676"/>
                  <a:pt x="382366" y="28778"/>
                </a:cubicBezTo>
                <a:cubicBezTo>
                  <a:pt x="380897" y="29880"/>
                  <a:pt x="380040" y="31716"/>
                  <a:pt x="379795" y="34286"/>
                </a:cubicBezTo>
                <a:lnTo>
                  <a:pt x="366758" y="34286"/>
                </a:lnTo>
                <a:moveTo>
                  <a:pt x="396873" y="43926"/>
                </a:moveTo>
                <a:cubicBezTo>
                  <a:pt x="396321" y="44417"/>
                  <a:pt x="395633" y="44799"/>
                  <a:pt x="394806" y="45075"/>
                </a:cubicBezTo>
                <a:cubicBezTo>
                  <a:pt x="393980" y="45350"/>
                  <a:pt x="393092" y="45580"/>
                  <a:pt x="392143" y="45764"/>
                </a:cubicBezTo>
                <a:cubicBezTo>
                  <a:pt x="391195" y="45947"/>
                  <a:pt x="390200" y="46100"/>
                  <a:pt x="389159" y="46222"/>
                </a:cubicBezTo>
                <a:cubicBezTo>
                  <a:pt x="388119" y="46345"/>
                  <a:pt x="387078" y="46497"/>
                  <a:pt x="386038" y="46680"/>
                </a:cubicBezTo>
                <a:cubicBezTo>
                  <a:pt x="385059" y="46864"/>
                  <a:pt x="384095" y="47110"/>
                  <a:pt x="383146" y="47416"/>
                </a:cubicBezTo>
                <a:cubicBezTo>
                  <a:pt x="382197" y="47721"/>
                  <a:pt x="381371" y="48135"/>
                  <a:pt x="380667" y="48656"/>
                </a:cubicBezTo>
                <a:cubicBezTo>
                  <a:pt x="379963" y="49176"/>
                  <a:pt x="379397" y="49834"/>
                  <a:pt x="378969" y="50630"/>
                </a:cubicBezTo>
                <a:cubicBezTo>
                  <a:pt x="378540" y="51424"/>
                  <a:pt x="378326" y="52434"/>
                  <a:pt x="378326" y="53658"/>
                </a:cubicBezTo>
                <a:cubicBezTo>
                  <a:pt x="378326" y="54821"/>
                  <a:pt x="378540" y="55801"/>
                  <a:pt x="378969" y="56596"/>
                </a:cubicBezTo>
                <a:cubicBezTo>
                  <a:pt x="379397" y="57392"/>
                  <a:pt x="379979" y="58020"/>
                  <a:pt x="380713" y="58479"/>
                </a:cubicBezTo>
                <a:cubicBezTo>
                  <a:pt x="381448" y="58938"/>
                  <a:pt x="382305" y="59259"/>
                  <a:pt x="383283" y="59443"/>
                </a:cubicBezTo>
                <a:cubicBezTo>
                  <a:pt x="384263" y="59627"/>
                  <a:pt x="385273" y="59719"/>
                  <a:pt x="386314" y="59719"/>
                </a:cubicBezTo>
                <a:cubicBezTo>
                  <a:pt x="388884" y="59719"/>
                  <a:pt x="390873" y="59291"/>
                  <a:pt x="392280" y="58434"/>
                </a:cubicBezTo>
                <a:cubicBezTo>
                  <a:pt x="393689" y="57577"/>
                  <a:pt x="394730" y="56551"/>
                  <a:pt x="395403" y="55358"/>
                </a:cubicBezTo>
                <a:cubicBezTo>
                  <a:pt x="396076" y="54164"/>
                  <a:pt x="396490" y="52955"/>
                  <a:pt x="396643" y="51731"/>
                </a:cubicBezTo>
                <a:cubicBezTo>
                  <a:pt x="396796" y="50506"/>
                  <a:pt x="396873" y="49527"/>
                  <a:pt x="396873" y="48793"/>
                </a:cubicBezTo>
                <a:lnTo>
                  <a:pt x="396873" y="43926"/>
                </a:lnTo>
                <a:close/>
                <a:moveTo>
                  <a:pt x="420100" y="19654"/>
                </a:moveTo>
                <a:lnTo>
                  <a:pt x="420100" y="67155"/>
                </a:lnTo>
                <a:lnTo>
                  <a:pt x="433137" y="67155"/>
                </a:lnTo>
                <a:lnTo>
                  <a:pt x="433137" y="45740"/>
                </a:lnTo>
                <a:cubicBezTo>
                  <a:pt x="433137" y="43596"/>
                  <a:pt x="433352" y="41605"/>
                  <a:pt x="433780" y="39767"/>
                </a:cubicBezTo>
                <a:cubicBezTo>
                  <a:pt x="434209" y="37929"/>
                  <a:pt x="434928" y="36321"/>
                  <a:pt x="435938" y="34942"/>
                </a:cubicBezTo>
                <a:cubicBezTo>
                  <a:pt x="436948" y="33564"/>
                  <a:pt x="438278" y="32476"/>
                  <a:pt x="439931" y="31679"/>
                </a:cubicBezTo>
                <a:cubicBezTo>
                  <a:pt x="441584" y="30883"/>
                  <a:pt x="443604" y="30484"/>
                  <a:pt x="445991" y="30484"/>
                </a:cubicBezTo>
                <a:cubicBezTo>
                  <a:pt x="446787" y="30484"/>
                  <a:pt x="447613" y="30531"/>
                  <a:pt x="448469" y="30623"/>
                </a:cubicBezTo>
                <a:cubicBezTo>
                  <a:pt x="449327" y="30714"/>
                  <a:pt x="450061" y="30821"/>
                  <a:pt x="450673" y="30944"/>
                </a:cubicBezTo>
                <a:lnTo>
                  <a:pt x="450673" y="18838"/>
                </a:lnTo>
                <a:cubicBezTo>
                  <a:pt x="449632" y="18533"/>
                  <a:pt x="448684" y="18380"/>
                  <a:pt x="447828" y="18380"/>
                </a:cubicBezTo>
                <a:cubicBezTo>
                  <a:pt x="446175" y="18380"/>
                  <a:pt x="444583" y="18625"/>
                  <a:pt x="443053" y="19114"/>
                </a:cubicBezTo>
                <a:cubicBezTo>
                  <a:pt x="441523" y="19603"/>
                  <a:pt x="440085" y="20290"/>
                  <a:pt x="438738" y="21176"/>
                </a:cubicBezTo>
                <a:cubicBezTo>
                  <a:pt x="437392" y="22063"/>
                  <a:pt x="436198" y="23133"/>
                  <a:pt x="435158" y="24386"/>
                </a:cubicBezTo>
                <a:cubicBezTo>
                  <a:pt x="434117" y="25639"/>
                  <a:pt x="433291" y="27000"/>
                  <a:pt x="432678" y="28467"/>
                </a:cubicBezTo>
                <a:lnTo>
                  <a:pt x="432494" y="28467"/>
                </a:lnTo>
                <a:lnTo>
                  <a:pt x="432494" y="19654"/>
                </a:lnTo>
                <a:lnTo>
                  <a:pt x="420100" y="19654"/>
                </a:lnTo>
                <a:close/>
                <a:moveTo>
                  <a:pt x="488377" y="36402"/>
                </a:moveTo>
                <a:lnTo>
                  <a:pt x="501138" y="36402"/>
                </a:lnTo>
                <a:cubicBezTo>
                  <a:pt x="500955" y="33337"/>
                  <a:pt x="500220" y="30686"/>
                  <a:pt x="498934" y="28449"/>
                </a:cubicBezTo>
                <a:cubicBezTo>
                  <a:pt x="497649" y="26211"/>
                  <a:pt x="495981" y="24341"/>
                  <a:pt x="493930" y="22839"/>
                </a:cubicBezTo>
                <a:cubicBezTo>
                  <a:pt x="491880" y="21338"/>
                  <a:pt x="489555" y="20219"/>
                  <a:pt x="486954" y="19484"/>
                </a:cubicBezTo>
                <a:cubicBezTo>
                  <a:pt x="484353" y="18748"/>
                  <a:pt x="481644" y="18380"/>
                  <a:pt x="478828" y="18380"/>
                </a:cubicBezTo>
                <a:cubicBezTo>
                  <a:pt x="474972" y="18380"/>
                  <a:pt x="471544" y="19024"/>
                  <a:pt x="468544" y="20312"/>
                </a:cubicBezTo>
                <a:cubicBezTo>
                  <a:pt x="465545" y="21599"/>
                  <a:pt x="463005" y="23392"/>
                  <a:pt x="460924" y="25692"/>
                </a:cubicBezTo>
                <a:cubicBezTo>
                  <a:pt x="458843" y="27991"/>
                  <a:pt x="457267" y="30720"/>
                  <a:pt x="456196" y="33877"/>
                </a:cubicBezTo>
                <a:cubicBezTo>
                  <a:pt x="455125" y="37034"/>
                  <a:pt x="454589" y="40452"/>
                  <a:pt x="454589" y="44131"/>
                </a:cubicBezTo>
                <a:cubicBezTo>
                  <a:pt x="454589" y="47687"/>
                  <a:pt x="455171" y="50952"/>
                  <a:pt x="456333" y="53926"/>
                </a:cubicBezTo>
                <a:cubicBezTo>
                  <a:pt x="457496" y="56899"/>
                  <a:pt x="459118" y="59458"/>
                  <a:pt x="461199" y="61605"/>
                </a:cubicBezTo>
                <a:cubicBezTo>
                  <a:pt x="463281" y="63751"/>
                  <a:pt x="465806" y="65422"/>
                  <a:pt x="468774" y="66617"/>
                </a:cubicBezTo>
                <a:cubicBezTo>
                  <a:pt x="471743" y="67813"/>
                  <a:pt x="475002" y="68410"/>
                  <a:pt x="478552" y="68410"/>
                </a:cubicBezTo>
                <a:cubicBezTo>
                  <a:pt x="484856" y="68410"/>
                  <a:pt x="490028" y="66751"/>
                  <a:pt x="494068" y="63433"/>
                </a:cubicBezTo>
                <a:cubicBezTo>
                  <a:pt x="498108" y="60114"/>
                  <a:pt x="500557" y="55302"/>
                  <a:pt x="501414" y="48998"/>
                </a:cubicBezTo>
                <a:lnTo>
                  <a:pt x="488835" y="48998"/>
                </a:lnTo>
                <a:cubicBezTo>
                  <a:pt x="488407" y="51936"/>
                  <a:pt x="487351" y="54277"/>
                  <a:pt x="485668" y="56022"/>
                </a:cubicBezTo>
                <a:cubicBezTo>
                  <a:pt x="483985" y="57766"/>
                  <a:pt x="481582" y="58637"/>
                  <a:pt x="478461" y="58637"/>
                </a:cubicBezTo>
                <a:cubicBezTo>
                  <a:pt x="476441" y="58637"/>
                  <a:pt x="474727" y="58178"/>
                  <a:pt x="473318" y="57260"/>
                </a:cubicBezTo>
                <a:cubicBezTo>
                  <a:pt x="471911" y="56342"/>
                  <a:pt x="470794" y="55164"/>
                  <a:pt x="469967" y="53726"/>
                </a:cubicBezTo>
                <a:cubicBezTo>
                  <a:pt x="469142" y="52287"/>
                  <a:pt x="468545" y="50679"/>
                  <a:pt x="468177" y="48904"/>
                </a:cubicBezTo>
                <a:cubicBezTo>
                  <a:pt x="467810" y="47128"/>
                  <a:pt x="467626" y="45384"/>
                  <a:pt x="467626" y="43670"/>
                </a:cubicBezTo>
                <a:cubicBezTo>
                  <a:pt x="467626" y="41894"/>
                  <a:pt x="467810" y="40104"/>
                  <a:pt x="468177" y="38299"/>
                </a:cubicBezTo>
                <a:cubicBezTo>
                  <a:pt x="468545" y="36492"/>
                  <a:pt x="469173" y="34839"/>
                  <a:pt x="470060" y="33339"/>
                </a:cubicBezTo>
                <a:cubicBezTo>
                  <a:pt x="470947" y="31839"/>
                  <a:pt x="472094" y="30615"/>
                  <a:pt x="473502" y="29666"/>
                </a:cubicBezTo>
                <a:cubicBezTo>
                  <a:pt x="474910" y="28717"/>
                  <a:pt x="476655" y="28243"/>
                  <a:pt x="478736" y="28243"/>
                </a:cubicBezTo>
                <a:cubicBezTo>
                  <a:pt x="484306" y="28243"/>
                  <a:pt x="487520" y="30962"/>
                  <a:pt x="488377" y="36402"/>
                </a:cubicBezTo>
                <a:close/>
                <a:moveTo>
                  <a:pt x="518951" y="51734"/>
                </a:moveTo>
                <a:lnTo>
                  <a:pt x="506556" y="51734"/>
                </a:lnTo>
                <a:cubicBezTo>
                  <a:pt x="506679" y="54911"/>
                  <a:pt x="507398" y="57554"/>
                  <a:pt x="508714" y="59661"/>
                </a:cubicBezTo>
                <a:cubicBezTo>
                  <a:pt x="510030" y="61768"/>
                  <a:pt x="511713" y="63464"/>
                  <a:pt x="513763" y="64747"/>
                </a:cubicBezTo>
                <a:cubicBezTo>
                  <a:pt x="515814" y="66030"/>
                  <a:pt x="518155" y="66946"/>
                  <a:pt x="520787" y="67495"/>
                </a:cubicBezTo>
                <a:cubicBezTo>
                  <a:pt x="523419" y="68046"/>
                  <a:pt x="526112" y="68321"/>
                  <a:pt x="528866" y="68321"/>
                </a:cubicBezTo>
                <a:cubicBezTo>
                  <a:pt x="531559" y="68321"/>
                  <a:pt x="534206" y="68060"/>
                  <a:pt x="536807" y="67539"/>
                </a:cubicBezTo>
                <a:cubicBezTo>
                  <a:pt x="539409" y="67019"/>
                  <a:pt x="541719" y="66116"/>
                  <a:pt x="543739" y="64830"/>
                </a:cubicBezTo>
                <a:cubicBezTo>
                  <a:pt x="545759" y="63543"/>
                  <a:pt x="547396" y="61844"/>
                  <a:pt x="548650" y="59732"/>
                </a:cubicBezTo>
                <a:cubicBezTo>
                  <a:pt x="549905" y="57619"/>
                  <a:pt x="550533" y="55001"/>
                  <a:pt x="550533" y="51878"/>
                </a:cubicBezTo>
                <a:cubicBezTo>
                  <a:pt x="550533" y="49674"/>
                  <a:pt x="550104" y="47822"/>
                  <a:pt x="549247" y="46322"/>
                </a:cubicBezTo>
                <a:cubicBezTo>
                  <a:pt x="548391" y="44821"/>
                  <a:pt x="547258" y="43565"/>
                  <a:pt x="545850" y="42555"/>
                </a:cubicBezTo>
                <a:cubicBezTo>
                  <a:pt x="544442" y="41544"/>
                  <a:pt x="542836" y="40733"/>
                  <a:pt x="541031" y="40121"/>
                </a:cubicBezTo>
                <a:cubicBezTo>
                  <a:pt x="539225" y="39509"/>
                  <a:pt x="537374" y="38988"/>
                  <a:pt x="535476" y="38559"/>
                </a:cubicBezTo>
                <a:cubicBezTo>
                  <a:pt x="533640" y="38131"/>
                  <a:pt x="531834" y="37733"/>
                  <a:pt x="530058" y="37366"/>
                </a:cubicBezTo>
                <a:cubicBezTo>
                  <a:pt x="528284" y="36998"/>
                  <a:pt x="526708" y="36584"/>
                  <a:pt x="525330" y="36126"/>
                </a:cubicBezTo>
                <a:cubicBezTo>
                  <a:pt x="523954" y="35666"/>
                  <a:pt x="522837" y="35069"/>
                  <a:pt x="521979" y="34334"/>
                </a:cubicBezTo>
                <a:cubicBezTo>
                  <a:pt x="521123" y="33599"/>
                  <a:pt x="520695" y="32650"/>
                  <a:pt x="520695" y="31486"/>
                </a:cubicBezTo>
                <a:cubicBezTo>
                  <a:pt x="520695" y="30506"/>
                  <a:pt x="520939" y="29725"/>
                  <a:pt x="521429" y="29144"/>
                </a:cubicBezTo>
                <a:cubicBezTo>
                  <a:pt x="521919" y="28562"/>
                  <a:pt x="522516" y="28118"/>
                  <a:pt x="523219" y="27813"/>
                </a:cubicBezTo>
                <a:cubicBezTo>
                  <a:pt x="523923" y="27506"/>
                  <a:pt x="524704" y="27307"/>
                  <a:pt x="525560" y="27216"/>
                </a:cubicBezTo>
                <a:cubicBezTo>
                  <a:pt x="526417" y="27123"/>
                  <a:pt x="527213" y="27077"/>
                  <a:pt x="527947" y="27077"/>
                </a:cubicBezTo>
                <a:cubicBezTo>
                  <a:pt x="530273" y="27077"/>
                  <a:pt x="532293" y="27523"/>
                  <a:pt x="534006" y="28415"/>
                </a:cubicBezTo>
                <a:cubicBezTo>
                  <a:pt x="535720" y="29306"/>
                  <a:pt x="536669" y="31012"/>
                  <a:pt x="536853" y="33533"/>
                </a:cubicBezTo>
                <a:lnTo>
                  <a:pt x="549248" y="33533"/>
                </a:lnTo>
                <a:cubicBezTo>
                  <a:pt x="549004" y="30594"/>
                  <a:pt x="548254" y="28161"/>
                  <a:pt x="546999" y="26232"/>
                </a:cubicBezTo>
                <a:cubicBezTo>
                  <a:pt x="545744" y="24304"/>
                  <a:pt x="544168" y="22758"/>
                  <a:pt x="542270" y="21595"/>
                </a:cubicBezTo>
                <a:cubicBezTo>
                  <a:pt x="540374" y="20432"/>
                  <a:pt x="538216" y="19605"/>
                  <a:pt x="535798" y="19116"/>
                </a:cubicBezTo>
                <a:cubicBezTo>
                  <a:pt x="533380" y="18625"/>
                  <a:pt x="530886" y="18380"/>
                  <a:pt x="528316" y="18380"/>
                </a:cubicBezTo>
                <a:cubicBezTo>
                  <a:pt x="525745" y="18380"/>
                  <a:pt x="523235" y="18610"/>
                  <a:pt x="520786" y="19069"/>
                </a:cubicBezTo>
                <a:cubicBezTo>
                  <a:pt x="518338" y="19528"/>
                  <a:pt x="516135" y="20324"/>
                  <a:pt x="514176" y="21457"/>
                </a:cubicBezTo>
                <a:cubicBezTo>
                  <a:pt x="512218" y="22590"/>
                  <a:pt x="510642" y="24136"/>
                  <a:pt x="509448" y="26095"/>
                </a:cubicBezTo>
                <a:cubicBezTo>
                  <a:pt x="508254" y="28055"/>
                  <a:pt x="507658" y="30566"/>
                  <a:pt x="507658" y="33628"/>
                </a:cubicBezTo>
                <a:cubicBezTo>
                  <a:pt x="507658" y="35710"/>
                  <a:pt x="508086" y="37470"/>
                  <a:pt x="508942" y="38909"/>
                </a:cubicBezTo>
                <a:cubicBezTo>
                  <a:pt x="509800" y="40348"/>
                  <a:pt x="510932" y="41542"/>
                  <a:pt x="512340" y="42492"/>
                </a:cubicBezTo>
                <a:cubicBezTo>
                  <a:pt x="513748" y="43441"/>
                  <a:pt x="515355" y="44206"/>
                  <a:pt x="517160" y="44788"/>
                </a:cubicBezTo>
                <a:cubicBezTo>
                  <a:pt x="518965" y="45370"/>
                  <a:pt x="520817" y="45875"/>
                  <a:pt x="522715" y="46304"/>
                </a:cubicBezTo>
                <a:cubicBezTo>
                  <a:pt x="527366" y="47283"/>
                  <a:pt x="530992" y="48263"/>
                  <a:pt x="533593" y="49243"/>
                </a:cubicBezTo>
                <a:cubicBezTo>
                  <a:pt x="536195" y="50222"/>
                  <a:pt x="537496" y="51692"/>
                  <a:pt x="537496" y="53651"/>
                </a:cubicBezTo>
                <a:cubicBezTo>
                  <a:pt x="537496" y="54814"/>
                  <a:pt x="537221" y="55779"/>
                  <a:pt x="536669" y="56544"/>
                </a:cubicBezTo>
                <a:cubicBezTo>
                  <a:pt x="536118" y="57310"/>
                  <a:pt x="535430" y="57923"/>
                  <a:pt x="534603" y="58382"/>
                </a:cubicBezTo>
                <a:cubicBezTo>
                  <a:pt x="533777" y="58841"/>
                  <a:pt x="532859" y="59178"/>
                  <a:pt x="531849" y="59393"/>
                </a:cubicBezTo>
                <a:cubicBezTo>
                  <a:pt x="530839" y="59606"/>
                  <a:pt x="529875" y="59713"/>
                  <a:pt x="528957" y="59713"/>
                </a:cubicBezTo>
                <a:cubicBezTo>
                  <a:pt x="527672" y="59713"/>
                  <a:pt x="526433" y="59561"/>
                  <a:pt x="525239" y="59255"/>
                </a:cubicBezTo>
                <a:cubicBezTo>
                  <a:pt x="524046" y="58949"/>
                  <a:pt x="522990" y="58475"/>
                  <a:pt x="522072" y="57833"/>
                </a:cubicBezTo>
                <a:cubicBezTo>
                  <a:pt x="521154" y="57191"/>
                  <a:pt x="520404" y="56365"/>
                  <a:pt x="519822" y="55356"/>
                </a:cubicBezTo>
                <a:cubicBezTo>
                  <a:pt x="519241" y="54348"/>
                  <a:pt x="518951" y="53140"/>
                  <a:pt x="518951" y="51734"/>
                </a:cubicBezTo>
                <a:close/>
                <a:moveTo>
                  <a:pt x="571221" y="12373"/>
                </a:moveTo>
                <a:lnTo>
                  <a:pt x="571221" y="1614"/>
                </a:lnTo>
                <a:lnTo>
                  <a:pt x="558183" y="1614"/>
                </a:lnTo>
                <a:lnTo>
                  <a:pt x="558183" y="12373"/>
                </a:lnTo>
                <a:lnTo>
                  <a:pt x="571221" y="12373"/>
                </a:lnTo>
                <a:moveTo>
                  <a:pt x="558183" y="19689"/>
                </a:moveTo>
                <a:lnTo>
                  <a:pt x="558183" y="67155"/>
                </a:lnTo>
                <a:lnTo>
                  <a:pt x="571221" y="67155"/>
                </a:lnTo>
                <a:lnTo>
                  <a:pt x="571221" y="19689"/>
                </a:lnTo>
                <a:lnTo>
                  <a:pt x="558183" y="19689"/>
                </a:lnTo>
                <a:close/>
                <a:moveTo>
                  <a:pt x="581535" y="19687"/>
                </a:moveTo>
                <a:lnTo>
                  <a:pt x="581535" y="67155"/>
                </a:lnTo>
                <a:lnTo>
                  <a:pt x="594572" y="67155"/>
                </a:lnTo>
                <a:lnTo>
                  <a:pt x="594572" y="42277"/>
                </a:lnTo>
                <a:cubicBezTo>
                  <a:pt x="594572" y="37442"/>
                  <a:pt x="595368" y="33969"/>
                  <a:pt x="596959" y="31859"/>
                </a:cubicBezTo>
                <a:cubicBezTo>
                  <a:pt x="598551" y="29747"/>
                  <a:pt x="601121" y="28691"/>
                  <a:pt x="604671" y="28691"/>
                </a:cubicBezTo>
                <a:cubicBezTo>
                  <a:pt x="607793" y="28691"/>
                  <a:pt x="609966" y="29655"/>
                  <a:pt x="611190" y="31583"/>
                </a:cubicBezTo>
                <a:cubicBezTo>
                  <a:pt x="612414" y="33510"/>
                  <a:pt x="613026" y="36433"/>
                  <a:pt x="613026" y="40350"/>
                </a:cubicBezTo>
                <a:lnTo>
                  <a:pt x="613026" y="67155"/>
                </a:lnTo>
                <a:lnTo>
                  <a:pt x="626063" y="67155"/>
                </a:lnTo>
                <a:lnTo>
                  <a:pt x="626063" y="37946"/>
                </a:lnTo>
                <a:cubicBezTo>
                  <a:pt x="626063" y="35006"/>
                  <a:pt x="625803" y="32327"/>
                  <a:pt x="625283" y="29908"/>
                </a:cubicBezTo>
                <a:cubicBezTo>
                  <a:pt x="624763" y="27490"/>
                  <a:pt x="623860" y="25438"/>
                  <a:pt x="622574" y="23754"/>
                </a:cubicBezTo>
                <a:cubicBezTo>
                  <a:pt x="621289" y="22070"/>
                  <a:pt x="619529" y="20754"/>
                  <a:pt x="617295" y="19805"/>
                </a:cubicBezTo>
                <a:cubicBezTo>
                  <a:pt x="615061" y="18855"/>
                  <a:pt x="612199" y="18380"/>
                  <a:pt x="608710" y="18380"/>
                </a:cubicBezTo>
                <a:cubicBezTo>
                  <a:pt x="605956" y="18380"/>
                  <a:pt x="603263" y="19009"/>
                  <a:pt x="600631" y="20267"/>
                </a:cubicBezTo>
                <a:cubicBezTo>
                  <a:pt x="597999" y="21525"/>
                  <a:pt x="595857" y="23535"/>
                  <a:pt x="594205" y="26297"/>
                </a:cubicBezTo>
                <a:lnTo>
                  <a:pt x="593929" y="26297"/>
                </a:lnTo>
                <a:lnTo>
                  <a:pt x="593929" y="19687"/>
                </a:lnTo>
                <a:lnTo>
                  <a:pt x="581535" y="19687"/>
                </a:lnTo>
                <a:close/>
                <a:moveTo>
                  <a:pt x="658717" y="0"/>
                </a:moveTo>
                <a:lnTo>
                  <a:pt x="647793" y="0"/>
                </a:lnTo>
                <a:cubicBezTo>
                  <a:pt x="645773" y="2938"/>
                  <a:pt x="644013" y="6152"/>
                  <a:pt x="642513" y="9641"/>
                </a:cubicBezTo>
                <a:cubicBezTo>
                  <a:pt x="641014" y="13130"/>
                  <a:pt x="639759" y="16742"/>
                  <a:pt x="638748" y="20476"/>
                </a:cubicBezTo>
                <a:cubicBezTo>
                  <a:pt x="637739" y="24210"/>
                  <a:pt x="636974" y="27959"/>
                  <a:pt x="636454" y="31724"/>
                </a:cubicBezTo>
                <a:cubicBezTo>
                  <a:pt x="635933" y="35489"/>
                  <a:pt x="635673" y="39086"/>
                  <a:pt x="635673" y="42514"/>
                </a:cubicBezTo>
                <a:cubicBezTo>
                  <a:pt x="635673" y="49737"/>
                  <a:pt x="636729" y="56838"/>
                  <a:pt x="638841" y="63817"/>
                </a:cubicBezTo>
                <a:cubicBezTo>
                  <a:pt x="640952" y="70795"/>
                  <a:pt x="643936" y="77437"/>
                  <a:pt x="647793" y="83742"/>
                </a:cubicBezTo>
                <a:lnTo>
                  <a:pt x="658626" y="83742"/>
                </a:lnTo>
                <a:cubicBezTo>
                  <a:pt x="655137" y="77070"/>
                  <a:pt x="652612" y="70214"/>
                  <a:pt x="651051" y="63175"/>
                </a:cubicBezTo>
                <a:cubicBezTo>
                  <a:pt x="649491" y="56135"/>
                  <a:pt x="648710" y="48942"/>
                  <a:pt x="648710" y="41595"/>
                </a:cubicBezTo>
                <a:cubicBezTo>
                  <a:pt x="648710" y="34372"/>
                  <a:pt x="649506" y="27256"/>
                  <a:pt x="651098" y="20248"/>
                </a:cubicBezTo>
                <a:cubicBezTo>
                  <a:pt x="652689" y="13238"/>
                  <a:pt x="655229" y="6489"/>
                  <a:pt x="658717" y="0"/>
                </a:cubicBezTo>
                <a:close/>
                <a:moveTo>
                  <a:pt x="686813" y="73011"/>
                </a:moveTo>
                <a:lnTo>
                  <a:pt x="706643" y="19725"/>
                </a:lnTo>
                <a:lnTo>
                  <a:pt x="693148" y="19725"/>
                </a:lnTo>
                <a:lnTo>
                  <a:pt x="682772" y="52192"/>
                </a:lnTo>
                <a:lnTo>
                  <a:pt x="682589" y="52192"/>
                </a:lnTo>
                <a:lnTo>
                  <a:pt x="671846" y="19725"/>
                </a:lnTo>
                <a:lnTo>
                  <a:pt x="657983" y="19725"/>
                </a:lnTo>
                <a:lnTo>
                  <a:pt x="674601" y="64215"/>
                </a:lnTo>
                <a:cubicBezTo>
                  <a:pt x="674969" y="65132"/>
                  <a:pt x="675153" y="66110"/>
                  <a:pt x="675153" y="67149"/>
                </a:cubicBezTo>
                <a:cubicBezTo>
                  <a:pt x="675153" y="68556"/>
                  <a:pt x="674739" y="69840"/>
                  <a:pt x="673913" y="71002"/>
                </a:cubicBezTo>
                <a:cubicBezTo>
                  <a:pt x="673086" y="72164"/>
                  <a:pt x="671816" y="72837"/>
                  <a:pt x="670102" y="73021"/>
                </a:cubicBezTo>
                <a:cubicBezTo>
                  <a:pt x="668817" y="73081"/>
                  <a:pt x="667532" y="73051"/>
                  <a:pt x="666246" y="72928"/>
                </a:cubicBezTo>
                <a:cubicBezTo>
                  <a:pt x="664960" y="72806"/>
                  <a:pt x="663706" y="72684"/>
                  <a:pt x="662483" y="72561"/>
                </a:cubicBezTo>
                <a:lnTo>
                  <a:pt x="662483" y="83294"/>
                </a:lnTo>
                <a:cubicBezTo>
                  <a:pt x="663828" y="83413"/>
                  <a:pt x="665159" y="83518"/>
                  <a:pt x="666475" y="83608"/>
                </a:cubicBezTo>
                <a:cubicBezTo>
                  <a:pt x="667791" y="83697"/>
                  <a:pt x="669123" y="83742"/>
                  <a:pt x="670469" y="83742"/>
                </a:cubicBezTo>
                <a:cubicBezTo>
                  <a:pt x="674937" y="83742"/>
                  <a:pt x="678426" y="82916"/>
                  <a:pt x="680936" y="81265"/>
                </a:cubicBezTo>
                <a:cubicBezTo>
                  <a:pt x="683445" y="79615"/>
                  <a:pt x="685404" y="76864"/>
                  <a:pt x="686813" y="73011"/>
                </a:cubicBezTo>
                <a:close/>
                <a:moveTo>
                  <a:pt x="741868" y="67155"/>
                </a:moveTo>
                <a:lnTo>
                  <a:pt x="741868" y="2869"/>
                </a:lnTo>
                <a:lnTo>
                  <a:pt x="731494" y="2869"/>
                </a:lnTo>
                <a:cubicBezTo>
                  <a:pt x="731126" y="5311"/>
                  <a:pt x="730360" y="7357"/>
                  <a:pt x="729198" y="9007"/>
                </a:cubicBezTo>
                <a:cubicBezTo>
                  <a:pt x="728035" y="10655"/>
                  <a:pt x="726611" y="11983"/>
                  <a:pt x="724928" y="12991"/>
                </a:cubicBezTo>
                <a:cubicBezTo>
                  <a:pt x="723245" y="13998"/>
                  <a:pt x="721347" y="14700"/>
                  <a:pt x="719236" y="15098"/>
                </a:cubicBezTo>
                <a:cubicBezTo>
                  <a:pt x="717124" y="15495"/>
                  <a:pt x="714936" y="15662"/>
                  <a:pt x="712672" y="15601"/>
                </a:cubicBezTo>
                <a:lnTo>
                  <a:pt x="712672" y="25463"/>
                </a:lnTo>
                <a:lnTo>
                  <a:pt x="728831" y="25463"/>
                </a:lnTo>
                <a:lnTo>
                  <a:pt x="728831" y="67155"/>
                </a:lnTo>
                <a:lnTo>
                  <a:pt x="741868" y="67155"/>
                </a:lnTo>
                <a:close/>
                <a:moveTo>
                  <a:pt x="756588" y="83742"/>
                </a:moveTo>
                <a:lnTo>
                  <a:pt x="767421" y="83742"/>
                </a:lnTo>
                <a:cubicBezTo>
                  <a:pt x="769441" y="80865"/>
                  <a:pt x="771216" y="77681"/>
                  <a:pt x="772746" y="74192"/>
                </a:cubicBezTo>
                <a:cubicBezTo>
                  <a:pt x="774277" y="70703"/>
                  <a:pt x="775547" y="67107"/>
                  <a:pt x="776557" y="63403"/>
                </a:cubicBezTo>
                <a:cubicBezTo>
                  <a:pt x="777566" y="59700"/>
                  <a:pt x="778316" y="55966"/>
                  <a:pt x="778805" y="52202"/>
                </a:cubicBezTo>
                <a:cubicBezTo>
                  <a:pt x="779296" y="48437"/>
                  <a:pt x="779541" y="44840"/>
                  <a:pt x="779541" y="41412"/>
                </a:cubicBezTo>
                <a:cubicBezTo>
                  <a:pt x="779541" y="34188"/>
                  <a:pt x="778485" y="27057"/>
                  <a:pt x="776373" y="20018"/>
                </a:cubicBezTo>
                <a:cubicBezTo>
                  <a:pt x="774261" y="12978"/>
                  <a:pt x="771278" y="6305"/>
                  <a:pt x="767421" y="0"/>
                </a:cubicBezTo>
                <a:lnTo>
                  <a:pt x="756679" y="0"/>
                </a:lnTo>
                <a:cubicBezTo>
                  <a:pt x="760046" y="6672"/>
                  <a:pt x="762525" y="13559"/>
                  <a:pt x="764116" y="20660"/>
                </a:cubicBezTo>
                <a:cubicBezTo>
                  <a:pt x="765708" y="27760"/>
                  <a:pt x="766504" y="34984"/>
                  <a:pt x="766504" y="42331"/>
                </a:cubicBezTo>
                <a:cubicBezTo>
                  <a:pt x="766504" y="49554"/>
                  <a:pt x="765692" y="56639"/>
                  <a:pt x="764070" y="63587"/>
                </a:cubicBezTo>
                <a:cubicBezTo>
                  <a:pt x="762448" y="70535"/>
                  <a:pt x="759954" y="77253"/>
                  <a:pt x="756588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#output:[1,1]">
            <a:extLst xmlns:a="http://schemas.openxmlformats.org/drawingml/2006/main">
              <a:ext uri="{FF2B5EF4-FFF2-40B4-BE49-F238E27FC236}">
                <a16:creationId xmlns:a16="http://schemas.microsoft.com/office/drawing/2014/main" id="{F97ADD9A-5875-41FC-B993-A4F7917E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124" y="6708537"/>
            <a:ext cx="616545" cy="83742"/>
          </a:xfrm>
          <a:custGeom xmlns:a="http://schemas.openxmlformats.org/drawingml/2006/main">
            <a:pathLst>
              <a:path w="616545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5" y="43486"/>
                </a:moveTo>
                <a:cubicBezTo>
                  <a:pt x="90005" y="41589"/>
                  <a:pt x="90188" y="39722"/>
                  <a:pt x="90555" y="37885"/>
                </a:cubicBezTo>
                <a:cubicBezTo>
                  <a:pt x="90922" y="36048"/>
                  <a:pt x="91550" y="34426"/>
                  <a:pt x="92437" y="33019"/>
                </a:cubicBezTo>
                <a:cubicBezTo>
                  <a:pt x="93325" y="31610"/>
                  <a:pt x="94504" y="30462"/>
                  <a:pt x="95973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7" y="33019"/>
                </a:cubicBezTo>
                <a:cubicBezTo>
                  <a:pt x="111505" y="34426"/>
                  <a:pt x="112132" y="36048"/>
                  <a:pt x="112500" y="37885"/>
                </a:cubicBezTo>
                <a:cubicBezTo>
                  <a:pt x="112867" y="39722"/>
                  <a:pt x="113050" y="41589"/>
                  <a:pt x="113050" y="43486"/>
                </a:cubicBezTo>
                <a:cubicBezTo>
                  <a:pt x="113050" y="45384"/>
                  <a:pt x="112867" y="47236"/>
                  <a:pt x="112500" y="49042"/>
                </a:cubicBezTo>
                <a:cubicBezTo>
                  <a:pt x="112132" y="50848"/>
                  <a:pt x="111505" y="52470"/>
                  <a:pt x="110617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3" y="57353"/>
                </a:cubicBezTo>
                <a:cubicBezTo>
                  <a:pt x="94504" y="56495"/>
                  <a:pt x="93325" y="55348"/>
                  <a:pt x="92437" y="53909"/>
                </a:cubicBezTo>
                <a:cubicBezTo>
                  <a:pt x="91550" y="52470"/>
                  <a:pt x="90922" y="50848"/>
                  <a:pt x="90555" y="49042"/>
                </a:cubicBezTo>
                <a:cubicBezTo>
                  <a:pt x="90188" y="47236"/>
                  <a:pt x="90005" y="45384"/>
                  <a:pt x="90005" y="43486"/>
                </a:cubicBezTo>
                <a:moveTo>
                  <a:pt x="76968" y="43488"/>
                </a:moveTo>
                <a:cubicBezTo>
                  <a:pt x="76968" y="47289"/>
                  <a:pt x="77549" y="50722"/>
                  <a:pt x="78712" y="53787"/>
                </a:cubicBezTo>
                <a:cubicBezTo>
                  <a:pt x="79875" y="56853"/>
                  <a:pt x="81527" y="59474"/>
                  <a:pt x="83670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2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7" y="66663"/>
                </a:cubicBezTo>
                <a:cubicBezTo>
                  <a:pt x="114656" y="65498"/>
                  <a:pt x="117243" y="63827"/>
                  <a:pt x="119385" y="61651"/>
                </a:cubicBezTo>
                <a:cubicBezTo>
                  <a:pt x="121528" y="59474"/>
                  <a:pt x="123180" y="56853"/>
                  <a:pt x="124343" y="53787"/>
                </a:cubicBezTo>
                <a:cubicBezTo>
                  <a:pt x="125506" y="50722"/>
                  <a:pt x="126087" y="47289"/>
                  <a:pt x="126087" y="43488"/>
                </a:cubicBezTo>
                <a:cubicBezTo>
                  <a:pt x="126087" y="39687"/>
                  <a:pt x="125506" y="36238"/>
                  <a:pt x="124343" y="33142"/>
                </a:cubicBezTo>
                <a:cubicBezTo>
                  <a:pt x="123180" y="30045"/>
                  <a:pt x="121528" y="27408"/>
                  <a:pt x="119385" y="25232"/>
                </a:cubicBezTo>
                <a:cubicBezTo>
                  <a:pt x="117243" y="23055"/>
                  <a:pt x="114656" y="21369"/>
                  <a:pt x="111627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2" y="18978"/>
                  <a:pt x="91382" y="20173"/>
                </a:cubicBezTo>
                <a:cubicBezTo>
                  <a:pt x="88383" y="21369"/>
                  <a:pt x="85812" y="23055"/>
                  <a:pt x="83670" y="25232"/>
                </a:cubicBezTo>
                <a:cubicBezTo>
                  <a:pt x="81527" y="27408"/>
                  <a:pt x="79875" y="30045"/>
                  <a:pt x="78712" y="33142"/>
                </a:cubicBezTo>
                <a:cubicBezTo>
                  <a:pt x="77549" y="36238"/>
                  <a:pt x="76968" y="39687"/>
                  <a:pt x="76968" y="43488"/>
                </a:cubicBezTo>
                <a:close/>
                <a:moveTo>
                  <a:pt x="178819" y="67105"/>
                </a:moveTo>
                <a:lnTo>
                  <a:pt x="178819" y="19725"/>
                </a:lnTo>
                <a:lnTo>
                  <a:pt x="165781" y="19725"/>
                </a:lnTo>
                <a:lnTo>
                  <a:pt x="165781" y="44545"/>
                </a:lnTo>
                <a:cubicBezTo>
                  <a:pt x="165781" y="49368"/>
                  <a:pt x="164986" y="52833"/>
                  <a:pt x="163394" y="54940"/>
                </a:cubicBezTo>
                <a:cubicBezTo>
                  <a:pt x="161803" y="57046"/>
                  <a:pt x="159232" y="58099"/>
                  <a:pt x="155682" y="58099"/>
                </a:cubicBezTo>
                <a:cubicBezTo>
                  <a:pt x="152560" y="58099"/>
                  <a:pt x="150387" y="57138"/>
                  <a:pt x="149162" y="55215"/>
                </a:cubicBezTo>
                <a:cubicBezTo>
                  <a:pt x="147939" y="53291"/>
                  <a:pt x="147327" y="50375"/>
                  <a:pt x="147327" y="46468"/>
                </a:cubicBezTo>
                <a:lnTo>
                  <a:pt x="147327" y="19725"/>
                </a:lnTo>
                <a:lnTo>
                  <a:pt x="134290" y="19725"/>
                </a:lnTo>
                <a:lnTo>
                  <a:pt x="134290" y="48883"/>
                </a:lnTo>
                <a:cubicBezTo>
                  <a:pt x="134290" y="51816"/>
                  <a:pt x="134550" y="54491"/>
                  <a:pt x="135070" y="56906"/>
                </a:cubicBezTo>
                <a:cubicBezTo>
                  <a:pt x="135590" y="59320"/>
                  <a:pt x="136493" y="61368"/>
                  <a:pt x="137778" y="63049"/>
                </a:cubicBezTo>
                <a:cubicBezTo>
                  <a:pt x="139064" y="64730"/>
                  <a:pt x="140824" y="66029"/>
                  <a:pt x="143058" y="66946"/>
                </a:cubicBezTo>
                <a:cubicBezTo>
                  <a:pt x="145292" y="67863"/>
                  <a:pt x="148154" y="68321"/>
                  <a:pt x="151643" y="68321"/>
                </a:cubicBezTo>
                <a:cubicBezTo>
                  <a:pt x="154398" y="68321"/>
                  <a:pt x="157091" y="67707"/>
                  <a:pt x="159722" y="66480"/>
                </a:cubicBezTo>
                <a:cubicBezTo>
                  <a:pt x="162354" y="65252"/>
                  <a:pt x="164496" y="63256"/>
                  <a:pt x="166149" y="60494"/>
                </a:cubicBezTo>
                <a:lnTo>
                  <a:pt x="166425" y="60494"/>
                </a:lnTo>
                <a:lnTo>
                  <a:pt x="166425" y="67105"/>
                </a:lnTo>
                <a:lnTo>
                  <a:pt x="178819" y="67105"/>
                </a:lnTo>
                <a:close/>
                <a:moveTo>
                  <a:pt x="205138" y="19725"/>
                </a:moveTo>
                <a:lnTo>
                  <a:pt x="205138" y="5469"/>
                </a:lnTo>
                <a:lnTo>
                  <a:pt x="192100" y="5469"/>
                </a:lnTo>
                <a:lnTo>
                  <a:pt x="192100" y="19725"/>
                </a:lnTo>
                <a:lnTo>
                  <a:pt x="184205" y="19725"/>
                </a:lnTo>
                <a:lnTo>
                  <a:pt x="184205" y="28422"/>
                </a:lnTo>
                <a:lnTo>
                  <a:pt x="192100" y="28422"/>
                </a:lnTo>
                <a:lnTo>
                  <a:pt x="192100" y="56409"/>
                </a:lnTo>
                <a:cubicBezTo>
                  <a:pt x="192100" y="58795"/>
                  <a:pt x="192498" y="60722"/>
                  <a:pt x="193294" y="62190"/>
                </a:cubicBezTo>
                <a:cubicBezTo>
                  <a:pt x="194090" y="63658"/>
                  <a:pt x="195176" y="64790"/>
                  <a:pt x="196553" y="65586"/>
                </a:cubicBezTo>
                <a:cubicBezTo>
                  <a:pt x="197930" y="66381"/>
                  <a:pt x="199522" y="66916"/>
                  <a:pt x="201327" y="67190"/>
                </a:cubicBezTo>
                <a:cubicBezTo>
                  <a:pt x="203133" y="67466"/>
                  <a:pt x="205046" y="67603"/>
                  <a:pt x="207067" y="67603"/>
                </a:cubicBezTo>
                <a:cubicBezTo>
                  <a:pt x="208352" y="67603"/>
                  <a:pt x="209668" y="67573"/>
                  <a:pt x="211014" y="67514"/>
                </a:cubicBezTo>
                <a:cubicBezTo>
                  <a:pt x="212361" y="67454"/>
                  <a:pt x="213585" y="67334"/>
                  <a:pt x="214686" y="67155"/>
                </a:cubicBezTo>
                <a:lnTo>
                  <a:pt x="214686" y="57015"/>
                </a:lnTo>
                <a:cubicBezTo>
                  <a:pt x="214075" y="57137"/>
                  <a:pt x="213432" y="57229"/>
                  <a:pt x="212759" y="57291"/>
                </a:cubicBezTo>
                <a:cubicBezTo>
                  <a:pt x="212085" y="57352"/>
                  <a:pt x="211382" y="57382"/>
                  <a:pt x="210647" y="57382"/>
                </a:cubicBezTo>
                <a:cubicBezTo>
                  <a:pt x="208443" y="57382"/>
                  <a:pt x="206974" y="57016"/>
                  <a:pt x="206239" y="56282"/>
                </a:cubicBezTo>
                <a:cubicBezTo>
                  <a:pt x="205505" y="55549"/>
                  <a:pt x="205138" y="54083"/>
                  <a:pt x="205138" y="51884"/>
                </a:cubicBezTo>
                <a:lnTo>
                  <a:pt x="205138" y="28422"/>
                </a:lnTo>
                <a:lnTo>
                  <a:pt x="214686" y="28422"/>
                </a:lnTo>
                <a:lnTo>
                  <a:pt x="214686" y="19725"/>
                </a:lnTo>
                <a:lnTo>
                  <a:pt x="205138" y="19725"/>
                </a:lnTo>
                <a:close/>
                <a:moveTo>
                  <a:pt x="244709" y="58637"/>
                </a:moveTo>
                <a:cubicBezTo>
                  <a:pt x="242627" y="58637"/>
                  <a:pt x="240852" y="58209"/>
                  <a:pt x="239382" y="57353"/>
                </a:cubicBezTo>
                <a:cubicBezTo>
                  <a:pt x="237914" y="56495"/>
                  <a:pt x="236736" y="55378"/>
                  <a:pt x="235848" y="54000"/>
                </a:cubicBezTo>
                <a:cubicBezTo>
                  <a:pt x="234961" y="52623"/>
                  <a:pt x="234318" y="51016"/>
                  <a:pt x="233920" y="49180"/>
                </a:cubicBezTo>
                <a:cubicBezTo>
                  <a:pt x="233522" y="47343"/>
                  <a:pt x="233323" y="45475"/>
                  <a:pt x="233323" y="43577"/>
                </a:cubicBezTo>
                <a:cubicBezTo>
                  <a:pt x="233323" y="41619"/>
                  <a:pt x="233507" y="39722"/>
                  <a:pt x="233874" y="37885"/>
                </a:cubicBezTo>
                <a:cubicBezTo>
                  <a:pt x="234241" y="36048"/>
                  <a:pt x="234868" y="34426"/>
                  <a:pt x="235755" y="33019"/>
                </a:cubicBezTo>
                <a:cubicBezTo>
                  <a:pt x="236644" y="31610"/>
                  <a:pt x="237807" y="30462"/>
                  <a:pt x="239245" y="29575"/>
                </a:cubicBezTo>
                <a:cubicBezTo>
                  <a:pt x="240683" y="28687"/>
                  <a:pt x="242474" y="28243"/>
                  <a:pt x="244616" y="28243"/>
                </a:cubicBezTo>
                <a:cubicBezTo>
                  <a:pt x="246698" y="28243"/>
                  <a:pt x="248458" y="28687"/>
                  <a:pt x="249896" y="29575"/>
                </a:cubicBezTo>
                <a:cubicBezTo>
                  <a:pt x="251335" y="30462"/>
                  <a:pt x="252513" y="31626"/>
                  <a:pt x="253431" y="33065"/>
                </a:cubicBezTo>
                <a:cubicBezTo>
                  <a:pt x="254349" y="34503"/>
                  <a:pt x="255007" y="36140"/>
                  <a:pt x="255405" y="37976"/>
                </a:cubicBezTo>
                <a:cubicBezTo>
                  <a:pt x="255803" y="39813"/>
                  <a:pt x="256002" y="41680"/>
                  <a:pt x="256002" y="43577"/>
                </a:cubicBezTo>
                <a:cubicBezTo>
                  <a:pt x="256002" y="45475"/>
                  <a:pt x="255818" y="47343"/>
                  <a:pt x="255451" y="49180"/>
                </a:cubicBezTo>
                <a:cubicBezTo>
                  <a:pt x="255084" y="51016"/>
                  <a:pt x="254457" y="52623"/>
                  <a:pt x="253568" y="54000"/>
                </a:cubicBezTo>
                <a:cubicBezTo>
                  <a:pt x="252681" y="55378"/>
                  <a:pt x="251518" y="56495"/>
                  <a:pt x="250080" y="57353"/>
                </a:cubicBezTo>
                <a:cubicBezTo>
                  <a:pt x="248642" y="58209"/>
                  <a:pt x="246851" y="58637"/>
                  <a:pt x="244709" y="58637"/>
                </a:cubicBezTo>
                <a:moveTo>
                  <a:pt x="220746" y="19696"/>
                </a:moveTo>
                <a:lnTo>
                  <a:pt x="220746" y="83742"/>
                </a:lnTo>
                <a:lnTo>
                  <a:pt x="233783" y="83742"/>
                </a:lnTo>
                <a:lnTo>
                  <a:pt x="233783" y="61312"/>
                </a:lnTo>
                <a:lnTo>
                  <a:pt x="233966" y="61312"/>
                </a:lnTo>
                <a:cubicBezTo>
                  <a:pt x="235558" y="63648"/>
                  <a:pt x="237593" y="65415"/>
                  <a:pt x="240072" y="66613"/>
                </a:cubicBezTo>
                <a:cubicBezTo>
                  <a:pt x="242550" y="67811"/>
                  <a:pt x="245259" y="68410"/>
                  <a:pt x="248197" y="68410"/>
                </a:cubicBezTo>
                <a:cubicBezTo>
                  <a:pt x="251686" y="68410"/>
                  <a:pt x="254732" y="67736"/>
                  <a:pt x="257333" y="66387"/>
                </a:cubicBezTo>
                <a:cubicBezTo>
                  <a:pt x="259934" y="65039"/>
                  <a:pt x="262107" y="63230"/>
                  <a:pt x="263851" y="60962"/>
                </a:cubicBezTo>
                <a:cubicBezTo>
                  <a:pt x="265596" y="58693"/>
                  <a:pt x="266896" y="56087"/>
                  <a:pt x="267753" y="53144"/>
                </a:cubicBezTo>
                <a:cubicBezTo>
                  <a:pt x="268610" y="50201"/>
                  <a:pt x="269039" y="47136"/>
                  <a:pt x="269039" y="43947"/>
                </a:cubicBezTo>
                <a:cubicBezTo>
                  <a:pt x="269039" y="40575"/>
                  <a:pt x="268610" y="37340"/>
                  <a:pt x="267753" y="34244"/>
                </a:cubicBezTo>
                <a:cubicBezTo>
                  <a:pt x="266896" y="31148"/>
                  <a:pt x="265580" y="28436"/>
                  <a:pt x="263805" y="26106"/>
                </a:cubicBezTo>
                <a:cubicBezTo>
                  <a:pt x="262030" y="23776"/>
                  <a:pt x="259796" y="21906"/>
                  <a:pt x="257103" y="20496"/>
                </a:cubicBezTo>
                <a:cubicBezTo>
                  <a:pt x="254410" y="19085"/>
                  <a:pt x="251197" y="18380"/>
                  <a:pt x="247463" y="18380"/>
                </a:cubicBezTo>
                <a:cubicBezTo>
                  <a:pt x="244525" y="18380"/>
                  <a:pt x="241831" y="18964"/>
                  <a:pt x="239382" y="20131"/>
                </a:cubicBezTo>
                <a:cubicBezTo>
                  <a:pt x="236935" y="21299"/>
                  <a:pt x="234915" y="23173"/>
                  <a:pt x="233323" y="25755"/>
                </a:cubicBezTo>
                <a:lnTo>
                  <a:pt x="233140" y="25755"/>
                </a:lnTo>
                <a:lnTo>
                  <a:pt x="233140" y="19696"/>
                </a:lnTo>
                <a:lnTo>
                  <a:pt x="220746" y="19696"/>
                </a:lnTo>
                <a:close/>
                <a:moveTo>
                  <a:pt x="321127" y="67105"/>
                </a:moveTo>
                <a:lnTo>
                  <a:pt x="321127" y="19725"/>
                </a:lnTo>
                <a:lnTo>
                  <a:pt x="308090" y="19725"/>
                </a:lnTo>
                <a:lnTo>
                  <a:pt x="308090" y="44545"/>
                </a:lnTo>
                <a:cubicBezTo>
                  <a:pt x="308090" y="49368"/>
                  <a:pt x="307294" y="52833"/>
                  <a:pt x="305703" y="54940"/>
                </a:cubicBezTo>
                <a:cubicBezTo>
                  <a:pt x="304111" y="57046"/>
                  <a:pt x="301540" y="58099"/>
                  <a:pt x="297991" y="58099"/>
                </a:cubicBezTo>
                <a:cubicBezTo>
                  <a:pt x="294868" y="58099"/>
                  <a:pt x="292695" y="57138"/>
                  <a:pt x="291471" y="55215"/>
                </a:cubicBezTo>
                <a:cubicBezTo>
                  <a:pt x="290247" y="53291"/>
                  <a:pt x="289635" y="50375"/>
                  <a:pt x="289635" y="46468"/>
                </a:cubicBezTo>
                <a:lnTo>
                  <a:pt x="289635" y="19725"/>
                </a:lnTo>
                <a:lnTo>
                  <a:pt x="276598" y="19725"/>
                </a:lnTo>
                <a:lnTo>
                  <a:pt x="276598" y="48883"/>
                </a:lnTo>
                <a:cubicBezTo>
                  <a:pt x="276598" y="51816"/>
                  <a:pt x="276858" y="54491"/>
                  <a:pt x="277379" y="56906"/>
                </a:cubicBezTo>
                <a:cubicBezTo>
                  <a:pt x="277899" y="59320"/>
                  <a:pt x="278801" y="61368"/>
                  <a:pt x="280087" y="63049"/>
                </a:cubicBezTo>
                <a:cubicBezTo>
                  <a:pt x="281373" y="64730"/>
                  <a:pt x="283133" y="66029"/>
                  <a:pt x="285367" y="66946"/>
                </a:cubicBezTo>
                <a:cubicBezTo>
                  <a:pt x="287601" y="67863"/>
                  <a:pt x="290462" y="68321"/>
                  <a:pt x="293952" y="68321"/>
                </a:cubicBezTo>
                <a:cubicBezTo>
                  <a:pt x="296706" y="68321"/>
                  <a:pt x="299399" y="67707"/>
                  <a:pt x="302031" y="66480"/>
                </a:cubicBezTo>
                <a:cubicBezTo>
                  <a:pt x="304663" y="65252"/>
                  <a:pt x="306805" y="63256"/>
                  <a:pt x="308457" y="60494"/>
                </a:cubicBezTo>
                <a:lnTo>
                  <a:pt x="308733" y="60494"/>
                </a:lnTo>
                <a:lnTo>
                  <a:pt x="308733" y="67105"/>
                </a:lnTo>
                <a:lnTo>
                  <a:pt x="321127" y="67105"/>
                </a:lnTo>
                <a:close/>
                <a:moveTo>
                  <a:pt x="347445" y="19725"/>
                </a:moveTo>
                <a:lnTo>
                  <a:pt x="347445" y="5469"/>
                </a:lnTo>
                <a:lnTo>
                  <a:pt x="334408" y="5469"/>
                </a:lnTo>
                <a:lnTo>
                  <a:pt x="334408" y="19725"/>
                </a:lnTo>
                <a:lnTo>
                  <a:pt x="326512" y="19725"/>
                </a:lnTo>
                <a:lnTo>
                  <a:pt x="326512" y="28422"/>
                </a:lnTo>
                <a:lnTo>
                  <a:pt x="334408" y="28422"/>
                </a:lnTo>
                <a:lnTo>
                  <a:pt x="334408" y="56409"/>
                </a:lnTo>
                <a:cubicBezTo>
                  <a:pt x="334408" y="58795"/>
                  <a:pt x="334806" y="60722"/>
                  <a:pt x="335601" y="62190"/>
                </a:cubicBezTo>
                <a:cubicBezTo>
                  <a:pt x="336397" y="63658"/>
                  <a:pt x="337483" y="64790"/>
                  <a:pt x="338860" y="65586"/>
                </a:cubicBezTo>
                <a:cubicBezTo>
                  <a:pt x="340237" y="66381"/>
                  <a:pt x="341829" y="66916"/>
                  <a:pt x="343634" y="67190"/>
                </a:cubicBezTo>
                <a:cubicBezTo>
                  <a:pt x="345440" y="67466"/>
                  <a:pt x="347354" y="67603"/>
                  <a:pt x="349374" y="67603"/>
                </a:cubicBezTo>
                <a:cubicBezTo>
                  <a:pt x="350659" y="67603"/>
                  <a:pt x="351975" y="67573"/>
                  <a:pt x="353322" y="67514"/>
                </a:cubicBezTo>
                <a:cubicBezTo>
                  <a:pt x="354668" y="67454"/>
                  <a:pt x="355892" y="67334"/>
                  <a:pt x="356994" y="67155"/>
                </a:cubicBezTo>
                <a:lnTo>
                  <a:pt x="356994" y="57015"/>
                </a:lnTo>
                <a:cubicBezTo>
                  <a:pt x="356382" y="57137"/>
                  <a:pt x="355739" y="57229"/>
                  <a:pt x="355066" y="57291"/>
                </a:cubicBezTo>
                <a:cubicBezTo>
                  <a:pt x="354392" y="57352"/>
                  <a:pt x="353689" y="57382"/>
                  <a:pt x="352955" y="57382"/>
                </a:cubicBezTo>
                <a:cubicBezTo>
                  <a:pt x="350750" y="57382"/>
                  <a:pt x="349281" y="57016"/>
                  <a:pt x="348546" y="56282"/>
                </a:cubicBezTo>
                <a:cubicBezTo>
                  <a:pt x="347812" y="55549"/>
                  <a:pt x="347445" y="54083"/>
                  <a:pt x="347445" y="51884"/>
                </a:cubicBezTo>
                <a:lnTo>
                  <a:pt x="347445" y="28422"/>
                </a:lnTo>
                <a:lnTo>
                  <a:pt x="356994" y="28422"/>
                </a:lnTo>
                <a:lnTo>
                  <a:pt x="356994" y="19725"/>
                </a:lnTo>
                <a:lnTo>
                  <a:pt x="347445" y="19725"/>
                </a:lnTo>
                <a:close/>
                <a:moveTo>
                  <a:pt x="378110" y="34698"/>
                </a:moveTo>
                <a:lnTo>
                  <a:pt x="378110" y="20532"/>
                </a:lnTo>
                <a:lnTo>
                  <a:pt x="363696" y="20532"/>
                </a:lnTo>
                <a:lnTo>
                  <a:pt x="363696" y="34698"/>
                </a:lnTo>
                <a:lnTo>
                  <a:pt x="378110" y="34698"/>
                </a:lnTo>
                <a:moveTo>
                  <a:pt x="363696" y="52989"/>
                </a:moveTo>
                <a:lnTo>
                  <a:pt x="363696" y="67155"/>
                </a:lnTo>
                <a:lnTo>
                  <a:pt x="378110" y="67155"/>
                </a:lnTo>
                <a:lnTo>
                  <a:pt x="378110" y="52989"/>
                </a:lnTo>
                <a:lnTo>
                  <a:pt x="363696" y="52989"/>
                </a:lnTo>
                <a:close/>
                <a:moveTo>
                  <a:pt x="414835" y="0"/>
                </a:moveTo>
                <a:lnTo>
                  <a:pt x="414835" y="83742"/>
                </a:lnTo>
                <a:lnTo>
                  <a:pt x="439074" y="83742"/>
                </a:lnTo>
                <a:lnTo>
                  <a:pt x="439074" y="73431"/>
                </a:lnTo>
                <a:lnTo>
                  <a:pt x="427873" y="73431"/>
                </a:lnTo>
                <a:lnTo>
                  <a:pt x="427873" y="10311"/>
                </a:lnTo>
                <a:lnTo>
                  <a:pt x="439074" y="10311"/>
                </a:lnTo>
                <a:lnTo>
                  <a:pt x="439074" y="0"/>
                </a:lnTo>
                <a:lnTo>
                  <a:pt x="414835" y="0"/>
                </a:lnTo>
                <a:close/>
                <a:moveTo>
                  <a:pt x="475186" y="67155"/>
                </a:moveTo>
                <a:lnTo>
                  <a:pt x="475186" y="2869"/>
                </a:lnTo>
                <a:lnTo>
                  <a:pt x="464812" y="2869"/>
                </a:lnTo>
                <a:cubicBezTo>
                  <a:pt x="464444" y="5311"/>
                  <a:pt x="463679" y="7357"/>
                  <a:pt x="462516" y="9007"/>
                </a:cubicBezTo>
                <a:cubicBezTo>
                  <a:pt x="461353" y="10655"/>
                  <a:pt x="459930" y="11983"/>
                  <a:pt x="458246" y="12991"/>
                </a:cubicBezTo>
                <a:cubicBezTo>
                  <a:pt x="456563" y="13998"/>
                  <a:pt x="454665" y="14700"/>
                  <a:pt x="452554" y="15098"/>
                </a:cubicBezTo>
                <a:cubicBezTo>
                  <a:pt x="450442" y="15495"/>
                  <a:pt x="448254" y="15662"/>
                  <a:pt x="445990" y="15601"/>
                </a:cubicBezTo>
                <a:lnTo>
                  <a:pt x="445990" y="25463"/>
                </a:lnTo>
                <a:lnTo>
                  <a:pt x="462149" y="25463"/>
                </a:lnTo>
                <a:lnTo>
                  <a:pt x="462149" y="67155"/>
                </a:lnTo>
                <a:lnTo>
                  <a:pt x="475186" y="67155"/>
                </a:lnTo>
                <a:close/>
                <a:moveTo>
                  <a:pt x="496058" y="52989"/>
                </a:moveTo>
                <a:lnTo>
                  <a:pt x="496058" y="67155"/>
                </a:lnTo>
                <a:lnTo>
                  <a:pt x="502667" y="67155"/>
                </a:lnTo>
                <a:cubicBezTo>
                  <a:pt x="502729" y="68135"/>
                  <a:pt x="502607" y="69099"/>
                  <a:pt x="502300" y="70048"/>
                </a:cubicBezTo>
                <a:cubicBezTo>
                  <a:pt x="501994" y="70997"/>
                  <a:pt x="501535" y="71854"/>
                  <a:pt x="500923" y="72619"/>
                </a:cubicBezTo>
                <a:cubicBezTo>
                  <a:pt x="500312" y="73385"/>
                  <a:pt x="499592" y="74043"/>
                  <a:pt x="498766" y="74594"/>
                </a:cubicBezTo>
                <a:cubicBezTo>
                  <a:pt x="497939" y="75145"/>
                  <a:pt x="497067" y="75512"/>
                  <a:pt x="496149" y="75695"/>
                </a:cubicBezTo>
                <a:lnTo>
                  <a:pt x="496149" y="82308"/>
                </a:lnTo>
                <a:cubicBezTo>
                  <a:pt x="498107" y="82001"/>
                  <a:pt x="499959" y="81434"/>
                  <a:pt x="501704" y="80607"/>
                </a:cubicBezTo>
                <a:cubicBezTo>
                  <a:pt x="503448" y="79780"/>
                  <a:pt x="504963" y="78723"/>
                  <a:pt x="506248" y="77437"/>
                </a:cubicBezTo>
                <a:cubicBezTo>
                  <a:pt x="507534" y="76150"/>
                  <a:pt x="508560" y="74633"/>
                  <a:pt x="509325" y="72886"/>
                </a:cubicBezTo>
                <a:cubicBezTo>
                  <a:pt x="510090" y="71141"/>
                  <a:pt x="510472" y="69226"/>
                  <a:pt x="510472" y="67142"/>
                </a:cubicBezTo>
                <a:lnTo>
                  <a:pt x="510472" y="52989"/>
                </a:lnTo>
                <a:lnTo>
                  <a:pt x="496058" y="52989"/>
                </a:lnTo>
                <a:close/>
                <a:moveTo>
                  <a:pt x="576944" y="67155"/>
                </a:moveTo>
                <a:lnTo>
                  <a:pt x="576944" y="2869"/>
                </a:lnTo>
                <a:lnTo>
                  <a:pt x="566570" y="2869"/>
                </a:lnTo>
                <a:cubicBezTo>
                  <a:pt x="566202" y="5311"/>
                  <a:pt x="565437" y="7357"/>
                  <a:pt x="564274" y="9007"/>
                </a:cubicBezTo>
                <a:cubicBezTo>
                  <a:pt x="563111" y="10655"/>
                  <a:pt x="561688" y="11983"/>
                  <a:pt x="560004" y="12991"/>
                </a:cubicBezTo>
                <a:cubicBezTo>
                  <a:pt x="558321" y="13998"/>
                  <a:pt x="556424" y="14700"/>
                  <a:pt x="554312" y="15098"/>
                </a:cubicBezTo>
                <a:cubicBezTo>
                  <a:pt x="552200" y="15495"/>
                  <a:pt x="550012" y="15662"/>
                  <a:pt x="547749" y="15601"/>
                </a:cubicBezTo>
                <a:lnTo>
                  <a:pt x="547749" y="25463"/>
                </a:lnTo>
                <a:lnTo>
                  <a:pt x="563907" y="25463"/>
                </a:lnTo>
                <a:lnTo>
                  <a:pt x="563907" y="67155"/>
                </a:lnTo>
                <a:lnTo>
                  <a:pt x="576944" y="67155"/>
                </a:lnTo>
                <a:close/>
                <a:moveTo>
                  <a:pt x="616545" y="83742"/>
                </a:moveTo>
                <a:lnTo>
                  <a:pt x="616545" y="0"/>
                </a:lnTo>
                <a:lnTo>
                  <a:pt x="592308" y="0"/>
                </a:lnTo>
                <a:lnTo>
                  <a:pt x="592308" y="10311"/>
                </a:lnTo>
                <a:lnTo>
                  <a:pt x="603508" y="10311"/>
                </a:lnTo>
                <a:lnTo>
                  <a:pt x="603508" y="73431"/>
                </a:lnTo>
                <a:lnTo>
                  <a:pt x="592308" y="73431"/>
                </a:lnTo>
                <a:lnTo>
                  <a:pt x="592308" y="83742"/>
                </a:lnTo>
                <a:lnTo>
                  <a:pt x="616545" y="8374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y1=mx.arccos(y1)">
            <a:extLst xmlns:a="http://schemas.openxmlformats.org/drawingml/2006/main">
              <a:ext uri="{FF2B5EF4-FFF2-40B4-BE49-F238E27FC236}">
                <a16:creationId xmlns:a16="http://schemas.microsoft.com/office/drawing/2014/main" id="{04AF128B-57A5-4AC8-889B-D80E7A6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163" y="6818711"/>
            <a:ext cx="810145" cy="83742"/>
          </a:xfrm>
          <a:custGeom xmlns:a="http://schemas.openxmlformats.org/drawingml/2006/main">
            <a:pathLst>
              <a:path w="810145" h="83742">
                <a:moveTo>
                  <a:pt x="28830" y="73011"/>
                </a:moveTo>
                <a:lnTo>
                  <a:pt x="48660" y="19725"/>
                </a:lnTo>
                <a:lnTo>
                  <a:pt x="35165" y="19725"/>
                </a:lnTo>
                <a:lnTo>
                  <a:pt x="24789" y="52192"/>
                </a:lnTo>
                <a:lnTo>
                  <a:pt x="24606" y="52192"/>
                </a:lnTo>
                <a:lnTo>
                  <a:pt x="13864" y="19725"/>
                </a:lnTo>
                <a:lnTo>
                  <a:pt x="0" y="19725"/>
                </a:lnTo>
                <a:lnTo>
                  <a:pt x="16618" y="64215"/>
                </a:lnTo>
                <a:cubicBezTo>
                  <a:pt x="16986" y="65132"/>
                  <a:pt x="17170" y="66110"/>
                  <a:pt x="17170" y="67149"/>
                </a:cubicBezTo>
                <a:cubicBezTo>
                  <a:pt x="17170" y="68556"/>
                  <a:pt x="16757" y="69840"/>
                  <a:pt x="15930" y="71002"/>
                </a:cubicBezTo>
                <a:cubicBezTo>
                  <a:pt x="15103" y="72164"/>
                  <a:pt x="13833" y="72837"/>
                  <a:pt x="12119" y="73021"/>
                </a:cubicBezTo>
                <a:cubicBezTo>
                  <a:pt x="10834" y="73081"/>
                  <a:pt x="9549" y="73051"/>
                  <a:pt x="8263" y="72928"/>
                </a:cubicBezTo>
                <a:cubicBezTo>
                  <a:pt x="6978" y="72806"/>
                  <a:pt x="5723" y="72684"/>
                  <a:pt x="4500" y="72561"/>
                </a:cubicBezTo>
                <a:lnTo>
                  <a:pt x="4500" y="83294"/>
                </a:lnTo>
                <a:cubicBezTo>
                  <a:pt x="5846" y="83413"/>
                  <a:pt x="7177" y="83518"/>
                  <a:pt x="8492" y="83608"/>
                </a:cubicBezTo>
                <a:cubicBezTo>
                  <a:pt x="9808" y="83697"/>
                  <a:pt x="11140" y="83742"/>
                  <a:pt x="12487" y="83742"/>
                </a:cubicBezTo>
                <a:cubicBezTo>
                  <a:pt x="16955" y="83742"/>
                  <a:pt x="20443" y="82916"/>
                  <a:pt x="22953" y="81265"/>
                </a:cubicBezTo>
                <a:cubicBezTo>
                  <a:pt x="25462" y="79615"/>
                  <a:pt x="27421" y="76864"/>
                  <a:pt x="28830" y="73011"/>
                </a:cubicBezTo>
                <a:close/>
                <a:moveTo>
                  <a:pt x="83885" y="67155"/>
                </a:moveTo>
                <a:lnTo>
                  <a:pt x="83885" y="2869"/>
                </a:lnTo>
                <a:lnTo>
                  <a:pt x="73511" y="2869"/>
                </a:lnTo>
                <a:cubicBezTo>
                  <a:pt x="73143" y="5311"/>
                  <a:pt x="72378" y="7357"/>
                  <a:pt x="71215" y="9007"/>
                </a:cubicBezTo>
                <a:cubicBezTo>
                  <a:pt x="70052" y="10655"/>
                  <a:pt x="68629" y="11983"/>
                  <a:pt x="66945" y="12991"/>
                </a:cubicBezTo>
                <a:cubicBezTo>
                  <a:pt x="65262" y="13998"/>
                  <a:pt x="63365" y="14700"/>
                  <a:pt x="61253" y="15098"/>
                </a:cubicBezTo>
                <a:cubicBezTo>
                  <a:pt x="59141" y="15495"/>
                  <a:pt x="56954" y="15662"/>
                  <a:pt x="54690" y="15601"/>
                </a:cubicBezTo>
                <a:lnTo>
                  <a:pt x="54690" y="25463"/>
                </a:lnTo>
                <a:lnTo>
                  <a:pt x="70848" y="25463"/>
                </a:lnTo>
                <a:lnTo>
                  <a:pt x="70848" y="67155"/>
                </a:lnTo>
                <a:lnTo>
                  <a:pt x="83885" y="67155"/>
                </a:lnTo>
                <a:close/>
                <a:moveTo>
                  <a:pt x="175176" y="58727"/>
                </a:moveTo>
                <a:lnTo>
                  <a:pt x="175176" y="48865"/>
                </a:lnTo>
                <a:lnTo>
                  <a:pt x="128812" y="48865"/>
                </a:lnTo>
                <a:lnTo>
                  <a:pt x="128812" y="58727"/>
                </a:lnTo>
                <a:lnTo>
                  <a:pt x="175176" y="58727"/>
                </a:lnTo>
                <a:moveTo>
                  <a:pt x="175176" y="39092"/>
                </a:moveTo>
                <a:lnTo>
                  <a:pt x="175176" y="29229"/>
                </a:lnTo>
                <a:lnTo>
                  <a:pt x="128812" y="29229"/>
                </a:lnTo>
                <a:lnTo>
                  <a:pt x="128812" y="39092"/>
                </a:lnTo>
                <a:lnTo>
                  <a:pt x="175176" y="39092"/>
                </a:lnTo>
                <a:close/>
                <a:moveTo>
                  <a:pt x="210065" y="19687"/>
                </a:moveTo>
                <a:lnTo>
                  <a:pt x="210065" y="67155"/>
                </a:lnTo>
                <a:lnTo>
                  <a:pt x="223102" y="67155"/>
                </a:lnTo>
                <a:lnTo>
                  <a:pt x="223102" y="39616"/>
                </a:lnTo>
                <a:cubicBezTo>
                  <a:pt x="223102" y="37290"/>
                  <a:pt x="223439" y="35408"/>
                  <a:pt x="224112" y="33970"/>
                </a:cubicBezTo>
                <a:cubicBezTo>
                  <a:pt x="224786" y="32532"/>
                  <a:pt x="225597" y="31430"/>
                  <a:pt x="226546" y="30665"/>
                </a:cubicBezTo>
                <a:cubicBezTo>
                  <a:pt x="227495" y="29900"/>
                  <a:pt x="228474" y="29380"/>
                  <a:pt x="229483" y="29104"/>
                </a:cubicBezTo>
                <a:cubicBezTo>
                  <a:pt x="230493" y="28829"/>
                  <a:pt x="231304" y="28691"/>
                  <a:pt x="231917" y="28691"/>
                </a:cubicBezTo>
                <a:cubicBezTo>
                  <a:pt x="233998" y="28691"/>
                  <a:pt x="235574" y="29043"/>
                  <a:pt x="236645" y="29747"/>
                </a:cubicBezTo>
                <a:cubicBezTo>
                  <a:pt x="237716" y="30451"/>
                  <a:pt x="238481" y="31384"/>
                  <a:pt x="238940" y="32546"/>
                </a:cubicBezTo>
                <a:cubicBezTo>
                  <a:pt x="239399" y="33709"/>
                  <a:pt x="239659" y="34979"/>
                  <a:pt x="239720" y="36357"/>
                </a:cubicBezTo>
                <a:cubicBezTo>
                  <a:pt x="239782" y="37734"/>
                  <a:pt x="239813" y="39126"/>
                  <a:pt x="239813" y="40533"/>
                </a:cubicBezTo>
                <a:lnTo>
                  <a:pt x="239813" y="67155"/>
                </a:lnTo>
                <a:lnTo>
                  <a:pt x="252850" y="67155"/>
                </a:lnTo>
                <a:lnTo>
                  <a:pt x="252850" y="40717"/>
                </a:lnTo>
                <a:cubicBezTo>
                  <a:pt x="252850" y="39248"/>
                  <a:pt x="252957" y="37794"/>
                  <a:pt x="253170" y="36357"/>
                </a:cubicBezTo>
                <a:cubicBezTo>
                  <a:pt x="253385" y="34919"/>
                  <a:pt x="253814" y="33634"/>
                  <a:pt x="254456" y="32502"/>
                </a:cubicBezTo>
                <a:cubicBezTo>
                  <a:pt x="255099" y="31369"/>
                  <a:pt x="255986" y="30451"/>
                  <a:pt x="257118" y="29747"/>
                </a:cubicBezTo>
                <a:cubicBezTo>
                  <a:pt x="258251" y="29043"/>
                  <a:pt x="259736" y="28691"/>
                  <a:pt x="261572" y="28691"/>
                </a:cubicBezTo>
                <a:cubicBezTo>
                  <a:pt x="263408" y="28691"/>
                  <a:pt x="264861" y="28997"/>
                  <a:pt x="265931" y="29610"/>
                </a:cubicBezTo>
                <a:cubicBezTo>
                  <a:pt x="267003" y="30222"/>
                  <a:pt x="267814" y="31048"/>
                  <a:pt x="268365" y="32088"/>
                </a:cubicBezTo>
                <a:cubicBezTo>
                  <a:pt x="268916" y="33128"/>
                  <a:pt x="269253" y="34352"/>
                  <a:pt x="269375" y="35760"/>
                </a:cubicBezTo>
                <a:cubicBezTo>
                  <a:pt x="269497" y="37168"/>
                  <a:pt x="269558" y="38667"/>
                  <a:pt x="269558" y="40257"/>
                </a:cubicBezTo>
                <a:lnTo>
                  <a:pt x="269558" y="67155"/>
                </a:lnTo>
                <a:lnTo>
                  <a:pt x="282597" y="67155"/>
                </a:lnTo>
                <a:lnTo>
                  <a:pt x="282597" y="35374"/>
                </a:lnTo>
                <a:cubicBezTo>
                  <a:pt x="282597" y="32312"/>
                  <a:pt x="282168" y="29694"/>
                  <a:pt x="281311" y="27520"/>
                </a:cubicBezTo>
                <a:cubicBezTo>
                  <a:pt x="280454" y="25346"/>
                  <a:pt x="279261" y="23585"/>
                  <a:pt x="277730" y="22238"/>
                </a:cubicBezTo>
                <a:cubicBezTo>
                  <a:pt x="276200" y="20891"/>
                  <a:pt x="274364" y="19911"/>
                  <a:pt x="272222" y="19299"/>
                </a:cubicBezTo>
                <a:cubicBezTo>
                  <a:pt x="270080" y="18687"/>
                  <a:pt x="267755" y="18380"/>
                  <a:pt x="265245" y="18380"/>
                </a:cubicBezTo>
                <a:cubicBezTo>
                  <a:pt x="261940" y="18380"/>
                  <a:pt x="259078" y="19178"/>
                  <a:pt x="256660" y="20774"/>
                </a:cubicBezTo>
                <a:cubicBezTo>
                  <a:pt x="254242" y="22370"/>
                  <a:pt x="252329" y="24210"/>
                  <a:pt x="250922" y="26297"/>
                </a:cubicBezTo>
                <a:cubicBezTo>
                  <a:pt x="249637" y="23351"/>
                  <a:pt x="247754" y="21296"/>
                  <a:pt x="245275" y="20130"/>
                </a:cubicBezTo>
                <a:cubicBezTo>
                  <a:pt x="242796" y="18963"/>
                  <a:pt x="240057" y="18380"/>
                  <a:pt x="237058" y="18380"/>
                </a:cubicBezTo>
                <a:cubicBezTo>
                  <a:pt x="233937" y="18380"/>
                  <a:pt x="231167" y="19055"/>
                  <a:pt x="228749" y="20406"/>
                </a:cubicBezTo>
                <a:cubicBezTo>
                  <a:pt x="226331" y="21756"/>
                  <a:pt x="224265" y="23658"/>
                  <a:pt x="222552" y="26113"/>
                </a:cubicBezTo>
                <a:lnTo>
                  <a:pt x="222368" y="26113"/>
                </a:lnTo>
                <a:lnTo>
                  <a:pt x="222368" y="19687"/>
                </a:lnTo>
                <a:lnTo>
                  <a:pt x="210065" y="19687"/>
                </a:lnTo>
                <a:close/>
                <a:moveTo>
                  <a:pt x="305213" y="42202"/>
                </a:moveTo>
                <a:lnTo>
                  <a:pt x="288136" y="67155"/>
                </a:lnTo>
                <a:lnTo>
                  <a:pt x="302733" y="67155"/>
                </a:lnTo>
                <a:lnTo>
                  <a:pt x="312649" y="52202"/>
                </a:lnTo>
                <a:lnTo>
                  <a:pt x="322565" y="67155"/>
                </a:lnTo>
                <a:lnTo>
                  <a:pt x="337439" y="67155"/>
                </a:lnTo>
                <a:lnTo>
                  <a:pt x="319902" y="41926"/>
                </a:lnTo>
                <a:lnTo>
                  <a:pt x="335511" y="19725"/>
                </a:lnTo>
                <a:lnTo>
                  <a:pt x="321095" y="19725"/>
                </a:lnTo>
                <a:lnTo>
                  <a:pt x="312833" y="32111"/>
                </a:lnTo>
                <a:lnTo>
                  <a:pt x="304478" y="19725"/>
                </a:lnTo>
                <a:lnTo>
                  <a:pt x="289605" y="19725"/>
                </a:lnTo>
                <a:lnTo>
                  <a:pt x="305213" y="42202"/>
                </a:lnTo>
                <a:close/>
                <a:moveTo>
                  <a:pt x="342610" y="52989"/>
                </a:moveTo>
                <a:lnTo>
                  <a:pt x="342610" y="67155"/>
                </a:lnTo>
                <a:lnTo>
                  <a:pt x="357025" y="67155"/>
                </a:lnTo>
                <a:lnTo>
                  <a:pt x="357025" y="52989"/>
                </a:lnTo>
                <a:lnTo>
                  <a:pt x="342610" y="52989"/>
                </a:lnTo>
                <a:close/>
                <a:moveTo>
                  <a:pt x="366758" y="34286"/>
                </a:moveTo>
                <a:cubicBezTo>
                  <a:pt x="366941" y="31226"/>
                  <a:pt x="367706" y="28686"/>
                  <a:pt x="369053" y="26667"/>
                </a:cubicBezTo>
                <a:cubicBezTo>
                  <a:pt x="370400" y="24647"/>
                  <a:pt x="372113" y="23024"/>
                  <a:pt x="374194" y="21800"/>
                </a:cubicBezTo>
                <a:cubicBezTo>
                  <a:pt x="376275" y="20575"/>
                  <a:pt x="378616" y="19703"/>
                  <a:pt x="381217" y="19183"/>
                </a:cubicBezTo>
                <a:cubicBezTo>
                  <a:pt x="383819" y="18663"/>
                  <a:pt x="386436" y="18403"/>
                  <a:pt x="389068" y="18403"/>
                </a:cubicBezTo>
                <a:cubicBezTo>
                  <a:pt x="391455" y="18403"/>
                  <a:pt x="393873" y="18571"/>
                  <a:pt x="396321" y="18908"/>
                </a:cubicBezTo>
                <a:cubicBezTo>
                  <a:pt x="398769" y="19245"/>
                  <a:pt x="401003" y="19903"/>
                  <a:pt x="403023" y="20882"/>
                </a:cubicBezTo>
                <a:cubicBezTo>
                  <a:pt x="405043" y="21861"/>
                  <a:pt x="406695" y="23223"/>
                  <a:pt x="407980" y="24967"/>
                </a:cubicBezTo>
                <a:cubicBezTo>
                  <a:pt x="409267" y="26712"/>
                  <a:pt x="409910" y="29023"/>
                  <a:pt x="409910" y="31899"/>
                </a:cubicBezTo>
                <a:lnTo>
                  <a:pt x="409910" y="56596"/>
                </a:lnTo>
                <a:cubicBezTo>
                  <a:pt x="409910" y="58739"/>
                  <a:pt x="410032" y="60789"/>
                  <a:pt x="410277" y="62748"/>
                </a:cubicBezTo>
                <a:cubicBezTo>
                  <a:pt x="410521" y="64706"/>
                  <a:pt x="410950" y="66175"/>
                  <a:pt x="411561" y="67155"/>
                </a:cubicBezTo>
                <a:lnTo>
                  <a:pt x="398341" y="67155"/>
                </a:lnTo>
                <a:cubicBezTo>
                  <a:pt x="398096" y="66421"/>
                  <a:pt x="397897" y="65671"/>
                  <a:pt x="397744" y="64907"/>
                </a:cubicBezTo>
                <a:cubicBezTo>
                  <a:pt x="397591" y="64141"/>
                  <a:pt x="397484" y="63360"/>
                  <a:pt x="397423" y="62564"/>
                </a:cubicBezTo>
                <a:cubicBezTo>
                  <a:pt x="395342" y="64707"/>
                  <a:pt x="392894" y="66207"/>
                  <a:pt x="390078" y="67064"/>
                </a:cubicBezTo>
                <a:cubicBezTo>
                  <a:pt x="387262" y="67920"/>
                  <a:pt x="384385" y="68349"/>
                  <a:pt x="381447" y="68349"/>
                </a:cubicBezTo>
                <a:cubicBezTo>
                  <a:pt x="379183" y="68349"/>
                  <a:pt x="377071" y="68073"/>
                  <a:pt x="375112" y="67522"/>
                </a:cubicBezTo>
                <a:cubicBezTo>
                  <a:pt x="373153" y="66971"/>
                  <a:pt x="371440" y="66114"/>
                  <a:pt x="369970" y="64951"/>
                </a:cubicBezTo>
                <a:cubicBezTo>
                  <a:pt x="368502" y="63789"/>
                  <a:pt x="367355" y="62320"/>
                  <a:pt x="366528" y="60545"/>
                </a:cubicBezTo>
                <a:cubicBezTo>
                  <a:pt x="365702" y="58770"/>
                  <a:pt x="365288" y="56658"/>
                  <a:pt x="365288" y="54209"/>
                </a:cubicBezTo>
                <a:cubicBezTo>
                  <a:pt x="365288" y="51516"/>
                  <a:pt x="365763" y="49298"/>
                  <a:pt x="366712" y="47553"/>
                </a:cubicBezTo>
                <a:cubicBezTo>
                  <a:pt x="367661" y="45809"/>
                  <a:pt x="368885" y="44416"/>
                  <a:pt x="370384" y="43376"/>
                </a:cubicBezTo>
                <a:cubicBezTo>
                  <a:pt x="371884" y="42335"/>
                  <a:pt x="373597" y="41555"/>
                  <a:pt x="375525" y="41035"/>
                </a:cubicBezTo>
                <a:cubicBezTo>
                  <a:pt x="377454" y="40514"/>
                  <a:pt x="379397" y="40102"/>
                  <a:pt x="381356" y="39796"/>
                </a:cubicBezTo>
                <a:cubicBezTo>
                  <a:pt x="383314" y="39490"/>
                  <a:pt x="385242" y="39245"/>
                  <a:pt x="387139" y="39061"/>
                </a:cubicBezTo>
                <a:cubicBezTo>
                  <a:pt x="389037" y="38877"/>
                  <a:pt x="390720" y="38601"/>
                  <a:pt x="392189" y="38234"/>
                </a:cubicBezTo>
                <a:cubicBezTo>
                  <a:pt x="393658" y="37867"/>
                  <a:pt x="394821" y="37332"/>
                  <a:pt x="395678" y="36629"/>
                </a:cubicBezTo>
                <a:cubicBezTo>
                  <a:pt x="396535" y="35925"/>
                  <a:pt x="396933" y="34899"/>
                  <a:pt x="396873" y="33552"/>
                </a:cubicBezTo>
                <a:cubicBezTo>
                  <a:pt x="396873" y="32144"/>
                  <a:pt x="396643" y="31027"/>
                  <a:pt x="396183" y="30201"/>
                </a:cubicBezTo>
                <a:cubicBezTo>
                  <a:pt x="395724" y="29375"/>
                  <a:pt x="395112" y="28732"/>
                  <a:pt x="394347" y="28274"/>
                </a:cubicBezTo>
                <a:cubicBezTo>
                  <a:pt x="393582" y="27814"/>
                  <a:pt x="392694" y="27508"/>
                  <a:pt x="391683" y="27355"/>
                </a:cubicBezTo>
                <a:cubicBezTo>
                  <a:pt x="390674" y="27201"/>
                  <a:pt x="389588" y="27125"/>
                  <a:pt x="388425" y="27125"/>
                </a:cubicBezTo>
                <a:cubicBezTo>
                  <a:pt x="385855" y="27125"/>
                  <a:pt x="383835" y="27676"/>
                  <a:pt x="382366" y="28778"/>
                </a:cubicBezTo>
                <a:cubicBezTo>
                  <a:pt x="380897" y="29880"/>
                  <a:pt x="380040" y="31716"/>
                  <a:pt x="379795" y="34286"/>
                </a:cubicBezTo>
                <a:lnTo>
                  <a:pt x="366758" y="34286"/>
                </a:lnTo>
                <a:moveTo>
                  <a:pt x="396873" y="43926"/>
                </a:moveTo>
                <a:cubicBezTo>
                  <a:pt x="396321" y="44417"/>
                  <a:pt x="395633" y="44799"/>
                  <a:pt x="394806" y="45075"/>
                </a:cubicBezTo>
                <a:cubicBezTo>
                  <a:pt x="393980" y="45350"/>
                  <a:pt x="393092" y="45580"/>
                  <a:pt x="392143" y="45764"/>
                </a:cubicBezTo>
                <a:cubicBezTo>
                  <a:pt x="391195" y="45947"/>
                  <a:pt x="390200" y="46100"/>
                  <a:pt x="389159" y="46222"/>
                </a:cubicBezTo>
                <a:cubicBezTo>
                  <a:pt x="388119" y="46345"/>
                  <a:pt x="387078" y="46497"/>
                  <a:pt x="386038" y="46680"/>
                </a:cubicBezTo>
                <a:cubicBezTo>
                  <a:pt x="385059" y="46864"/>
                  <a:pt x="384095" y="47110"/>
                  <a:pt x="383146" y="47416"/>
                </a:cubicBezTo>
                <a:cubicBezTo>
                  <a:pt x="382197" y="47721"/>
                  <a:pt x="381371" y="48135"/>
                  <a:pt x="380667" y="48656"/>
                </a:cubicBezTo>
                <a:cubicBezTo>
                  <a:pt x="379963" y="49176"/>
                  <a:pt x="379397" y="49834"/>
                  <a:pt x="378969" y="50630"/>
                </a:cubicBezTo>
                <a:cubicBezTo>
                  <a:pt x="378540" y="51424"/>
                  <a:pt x="378326" y="52434"/>
                  <a:pt x="378326" y="53658"/>
                </a:cubicBezTo>
                <a:cubicBezTo>
                  <a:pt x="378326" y="54821"/>
                  <a:pt x="378540" y="55801"/>
                  <a:pt x="378969" y="56596"/>
                </a:cubicBezTo>
                <a:cubicBezTo>
                  <a:pt x="379397" y="57392"/>
                  <a:pt x="379979" y="58020"/>
                  <a:pt x="380713" y="58479"/>
                </a:cubicBezTo>
                <a:cubicBezTo>
                  <a:pt x="381448" y="58938"/>
                  <a:pt x="382305" y="59259"/>
                  <a:pt x="383283" y="59443"/>
                </a:cubicBezTo>
                <a:cubicBezTo>
                  <a:pt x="384263" y="59627"/>
                  <a:pt x="385273" y="59719"/>
                  <a:pt x="386314" y="59719"/>
                </a:cubicBezTo>
                <a:cubicBezTo>
                  <a:pt x="388884" y="59719"/>
                  <a:pt x="390873" y="59291"/>
                  <a:pt x="392280" y="58434"/>
                </a:cubicBezTo>
                <a:cubicBezTo>
                  <a:pt x="393689" y="57577"/>
                  <a:pt x="394730" y="56551"/>
                  <a:pt x="395403" y="55358"/>
                </a:cubicBezTo>
                <a:cubicBezTo>
                  <a:pt x="396076" y="54164"/>
                  <a:pt x="396490" y="52955"/>
                  <a:pt x="396643" y="51731"/>
                </a:cubicBezTo>
                <a:cubicBezTo>
                  <a:pt x="396796" y="50506"/>
                  <a:pt x="396873" y="49527"/>
                  <a:pt x="396873" y="48793"/>
                </a:cubicBezTo>
                <a:lnTo>
                  <a:pt x="396873" y="43926"/>
                </a:lnTo>
                <a:close/>
                <a:moveTo>
                  <a:pt x="420100" y="19654"/>
                </a:moveTo>
                <a:lnTo>
                  <a:pt x="420100" y="67155"/>
                </a:lnTo>
                <a:lnTo>
                  <a:pt x="433137" y="67155"/>
                </a:lnTo>
                <a:lnTo>
                  <a:pt x="433137" y="45740"/>
                </a:lnTo>
                <a:cubicBezTo>
                  <a:pt x="433137" y="43596"/>
                  <a:pt x="433352" y="41605"/>
                  <a:pt x="433780" y="39767"/>
                </a:cubicBezTo>
                <a:cubicBezTo>
                  <a:pt x="434209" y="37929"/>
                  <a:pt x="434928" y="36321"/>
                  <a:pt x="435938" y="34942"/>
                </a:cubicBezTo>
                <a:cubicBezTo>
                  <a:pt x="436948" y="33564"/>
                  <a:pt x="438278" y="32476"/>
                  <a:pt x="439931" y="31679"/>
                </a:cubicBezTo>
                <a:cubicBezTo>
                  <a:pt x="441584" y="30883"/>
                  <a:pt x="443604" y="30484"/>
                  <a:pt x="445991" y="30484"/>
                </a:cubicBezTo>
                <a:cubicBezTo>
                  <a:pt x="446787" y="30484"/>
                  <a:pt x="447613" y="30531"/>
                  <a:pt x="448469" y="30623"/>
                </a:cubicBezTo>
                <a:cubicBezTo>
                  <a:pt x="449327" y="30714"/>
                  <a:pt x="450061" y="30821"/>
                  <a:pt x="450673" y="30944"/>
                </a:cubicBezTo>
                <a:lnTo>
                  <a:pt x="450673" y="18838"/>
                </a:lnTo>
                <a:cubicBezTo>
                  <a:pt x="449632" y="18533"/>
                  <a:pt x="448684" y="18380"/>
                  <a:pt x="447828" y="18380"/>
                </a:cubicBezTo>
                <a:cubicBezTo>
                  <a:pt x="446175" y="18380"/>
                  <a:pt x="444583" y="18625"/>
                  <a:pt x="443053" y="19114"/>
                </a:cubicBezTo>
                <a:cubicBezTo>
                  <a:pt x="441523" y="19603"/>
                  <a:pt x="440085" y="20290"/>
                  <a:pt x="438738" y="21176"/>
                </a:cubicBezTo>
                <a:cubicBezTo>
                  <a:pt x="437392" y="22063"/>
                  <a:pt x="436198" y="23133"/>
                  <a:pt x="435158" y="24386"/>
                </a:cubicBezTo>
                <a:cubicBezTo>
                  <a:pt x="434117" y="25639"/>
                  <a:pt x="433291" y="27000"/>
                  <a:pt x="432678" y="28467"/>
                </a:cubicBezTo>
                <a:lnTo>
                  <a:pt x="432494" y="28467"/>
                </a:lnTo>
                <a:lnTo>
                  <a:pt x="432494" y="19654"/>
                </a:lnTo>
                <a:lnTo>
                  <a:pt x="420100" y="19654"/>
                </a:lnTo>
                <a:close/>
                <a:moveTo>
                  <a:pt x="488377" y="36402"/>
                </a:moveTo>
                <a:lnTo>
                  <a:pt x="501138" y="36402"/>
                </a:lnTo>
                <a:cubicBezTo>
                  <a:pt x="500955" y="33337"/>
                  <a:pt x="500220" y="30686"/>
                  <a:pt x="498934" y="28449"/>
                </a:cubicBezTo>
                <a:cubicBezTo>
                  <a:pt x="497649" y="26211"/>
                  <a:pt x="495981" y="24341"/>
                  <a:pt x="493930" y="22839"/>
                </a:cubicBezTo>
                <a:cubicBezTo>
                  <a:pt x="491880" y="21338"/>
                  <a:pt x="489555" y="20219"/>
                  <a:pt x="486954" y="19484"/>
                </a:cubicBezTo>
                <a:cubicBezTo>
                  <a:pt x="484353" y="18748"/>
                  <a:pt x="481644" y="18380"/>
                  <a:pt x="478828" y="18380"/>
                </a:cubicBezTo>
                <a:cubicBezTo>
                  <a:pt x="474972" y="18380"/>
                  <a:pt x="471544" y="19024"/>
                  <a:pt x="468544" y="20312"/>
                </a:cubicBezTo>
                <a:cubicBezTo>
                  <a:pt x="465545" y="21599"/>
                  <a:pt x="463005" y="23392"/>
                  <a:pt x="460924" y="25692"/>
                </a:cubicBezTo>
                <a:cubicBezTo>
                  <a:pt x="458843" y="27991"/>
                  <a:pt x="457267" y="30720"/>
                  <a:pt x="456196" y="33877"/>
                </a:cubicBezTo>
                <a:cubicBezTo>
                  <a:pt x="455125" y="37034"/>
                  <a:pt x="454589" y="40452"/>
                  <a:pt x="454589" y="44131"/>
                </a:cubicBezTo>
                <a:cubicBezTo>
                  <a:pt x="454589" y="47687"/>
                  <a:pt x="455171" y="50952"/>
                  <a:pt x="456333" y="53926"/>
                </a:cubicBezTo>
                <a:cubicBezTo>
                  <a:pt x="457496" y="56899"/>
                  <a:pt x="459118" y="59458"/>
                  <a:pt x="461199" y="61605"/>
                </a:cubicBezTo>
                <a:cubicBezTo>
                  <a:pt x="463281" y="63751"/>
                  <a:pt x="465806" y="65422"/>
                  <a:pt x="468774" y="66617"/>
                </a:cubicBezTo>
                <a:cubicBezTo>
                  <a:pt x="471743" y="67813"/>
                  <a:pt x="475002" y="68410"/>
                  <a:pt x="478552" y="68410"/>
                </a:cubicBezTo>
                <a:cubicBezTo>
                  <a:pt x="484856" y="68410"/>
                  <a:pt x="490028" y="66751"/>
                  <a:pt x="494068" y="63433"/>
                </a:cubicBezTo>
                <a:cubicBezTo>
                  <a:pt x="498108" y="60114"/>
                  <a:pt x="500557" y="55302"/>
                  <a:pt x="501414" y="48998"/>
                </a:cubicBezTo>
                <a:lnTo>
                  <a:pt x="488835" y="48998"/>
                </a:lnTo>
                <a:cubicBezTo>
                  <a:pt x="488407" y="51936"/>
                  <a:pt x="487351" y="54277"/>
                  <a:pt x="485668" y="56022"/>
                </a:cubicBezTo>
                <a:cubicBezTo>
                  <a:pt x="483985" y="57766"/>
                  <a:pt x="481582" y="58637"/>
                  <a:pt x="478461" y="58637"/>
                </a:cubicBezTo>
                <a:cubicBezTo>
                  <a:pt x="476441" y="58637"/>
                  <a:pt x="474727" y="58178"/>
                  <a:pt x="473318" y="57260"/>
                </a:cubicBezTo>
                <a:cubicBezTo>
                  <a:pt x="471911" y="56342"/>
                  <a:pt x="470794" y="55164"/>
                  <a:pt x="469967" y="53726"/>
                </a:cubicBezTo>
                <a:cubicBezTo>
                  <a:pt x="469142" y="52287"/>
                  <a:pt x="468545" y="50679"/>
                  <a:pt x="468177" y="48904"/>
                </a:cubicBezTo>
                <a:cubicBezTo>
                  <a:pt x="467810" y="47128"/>
                  <a:pt x="467626" y="45384"/>
                  <a:pt x="467626" y="43670"/>
                </a:cubicBezTo>
                <a:cubicBezTo>
                  <a:pt x="467626" y="41894"/>
                  <a:pt x="467810" y="40104"/>
                  <a:pt x="468177" y="38299"/>
                </a:cubicBezTo>
                <a:cubicBezTo>
                  <a:pt x="468545" y="36492"/>
                  <a:pt x="469173" y="34839"/>
                  <a:pt x="470060" y="33339"/>
                </a:cubicBezTo>
                <a:cubicBezTo>
                  <a:pt x="470947" y="31839"/>
                  <a:pt x="472094" y="30615"/>
                  <a:pt x="473502" y="29666"/>
                </a:cubicBezTo>
                <a:cubicBezTo>
                  <a:pt x="474910" y="28717"/>
                  <a:pt x="476655" y="28243"/>
                  <a:pt x="478736" y="28243"/>
                </a:cubicBezTo>
                <a:cubicBezTo>
                  <a:pt x="484306" y="28243"/>
                  <a:pt x="487520" y="30962"/>
                  <a:pt x="488377" y="36402"/>
                </a:cubicBezTo>
                <a:close/>
                <a:moveTo>
                  <a:pt x="541169" y="36402"/>
                </a:moveTo>
                <a:lnTo>
                  <a:pt x="553930" y="36402"/>
                </a:lnTo>
                <a:cubicBezTo>
                  <a:pt x="553747" y="33337"/>
                  <a:pt x="553013" y="30686"/>
                  <a:pt x="551727" y="28449"/>
                </a:cubicBezTo>
                <a:cubicBezTo>
                  <a:pt x="550442" y="26211"/>
                  <a:pt x="548774" y="24341"/>
                  <a:pt x="546723" y="22839"/>
                </a:cubicBezTo>
                <a:cubicBezTo>
                  <a:pt x="544673" y="21338"/>
                  <a:pt x="542347" y="20219"/>
                  <a:pt x="539746" y="19484"/>
                </a:cubicBezTo>
                <a:cubicBezTo>
                  <a:pt x="537145" y="18748"/>
                  <a:pt x="534436" y="18380"/>
                  <a:pt x="531621" y="18380"/>
                </a:cubicBezTo>
                <a:cubicBezTo>
                  <a:pt x="527764" y="18380"/>
                  <a:pt x="524336" y="19024"/>
                  <a:pt x="521336" y="20312"/>
                </a:cubicBezTo>
                <a:cubicBezTo>
                  <a:pt x="518337" y="21599"/>
                  <a:pt x="515797" y="23392"/>
                  <a:pt x="513717" y="25692"/>
                </a:cubicBezTo>
                <a:cubicBezTo>
                  <a:pt x="511636" y="27991"/>
                  <a:pt x="510060" y="30720"/>
                  <a:pt x="508988" y="33877"/>
                </a:cubicBezTo>
                <a:cubicBezTo>
                  <a:pt x="507917" y="37034"/>
                  <a:pt x="507382" y="40452"/>
                  <a:pt x="507382" y="44131"/>
                </a:cubicBezTo>
                <a:cubicBezTo>
                  <a:pt x="507382" y="47687"/>
                  <a:pt x="507963" y="50952"/>
                  <a:pt x="509126" y="53926"/>
                </a:cubicBezTo>
                <a:cubicBezTo>
                  <a:pt x="510289" y="56899"/>
                  <a:pt x="511910" y="59458"/>
                  <a:pt x="513991" y="61605"/>
                </a:cubicBezTo>
                <a:cubicBezTo>
                  <a:pt x="516073" y="63751"/>
                  <a:pt x="518598" y="65422"/>
                  <a:pt x="521566" y="66617"/>
                </a:cubicBezTo>
                <a:cubicBezTo>
                  <a:pt x="524535" y="67813"/>
                  <a:pt x="527795" y="68410"/>
                  <a:pt x="531345" y="68410"/>
                </a:cubicBezTo>
                <a:cubicBezTo>
                  <a:pt x="537649" y="68410"/>
                  <a:pt x="542821" y="66751"/>
                  <a:pt x="546860" y="63433"/>
                </a:cubicBezTo>
                <a:cubicBezTo>
                  <a:pt x="550900" y="60114"/>
                  <a:pt x="553349" y="55302"/>
                  <a:pt x="554206" y="48998"/>
                </a:cubicBezTo>
                <a:lnTo>
                  <a:pt x="541627" y="48998"/>
                </a:lnTo>
                <a:cubicBezTo>
                  <a:pt x="541200" y="51936"/>
                  <a:pt x="540144" y="54277"/>
                  <a:pt x="538460" y="56022"/>
                </a:cubicBezTo>
                <a:cubicBezTo>
                  <a:pt x="536777" y="57766"/>
                  <a:pt x="534375" y="58637"/>
                  <a:pt x="531253" y="58637"/>
                </a:cubicBezTo>
                <a:cubicBezTo>
                  <a:pt x="529233" y="58637"/>
                  <a:pt x="527519" y="58178"/>
                  <a:pt x="526111" y="57260"/>
                </a:cubicBezTo>
                <a:cubicBezTo>
                  <a:pt x="524703" y="56342"/>
                  <a:pt x="523586" y="55164"/>
                  <a:pt x="522760" y="53726"/>
                </a:cubicBezTo>
                <a:cubicBezTo>
                  <a:pt x="521934" y="52287"/>
                  <a:pt x="521337" y="50679"/>
                  <a:pt x="520969" y="48904"/>
                </a:cubicBezTo>
                <a:cubicBezTo>
                  <a:pt x="520602" y="47128"/>
                  <a:pt x="520419" y="45384"/>
                  <a:pt x="520419" y="43670"/>
                </a:cubicBezTo>
                <a:cubicBezTo>
                  <a:pt x="520419" y="41894"/>
                  <a:pt x="520602" y="40104"/>
                  <a:pt x="520969" y="38299"/>
                </a:cubicBezTo>
                <a:cubicBezTo>
                  <a:pt x="521337" y="36492"/>
                  <a:pt x="521965" y="34839"/>
                  <a:pt x="522852" y="33339"/>
                </a:cubicBezTo>
                <a:cubicBezTo>
                  <a:pt x="523739" y="31839"/>
                  <a:pt x="524887" y="30615"/>
                  <a:pt x="526294" y="29666"/>
                </a:cubicBezTo>
                <a:cubicBezTo>
                  <a:pt x="527703" y="28717"/>
                  <a:pt x="529447" y="28243"/>
                  <a:pt x="531528" y="28243"/>
                </a:cubicBezTo>
                <a:cubicBezTo>
                  <a:pt x="537098" y="28243"/>
                  <a:pt x="540312" y="30962"/>
                  <a:pt x="541169" y="36402"/>
                </a:cubicBezTo>
                <a:close/>
                <a:moveTo>
                  <a:pt x="573210" y="43486"/>
                </a:moveTo>
                <a:cubicBezTo>
                  <a:pt x="573210" y="41589"/>
                  <a:pt x="573394" y="39722"/>
                  <a:pt x="573761" y="37885"/>
                </a:cubicBezTo>
                <a:cubicBezTo>
                  <a:pt x="574128" y="36048"/>
                  <a:pt x="574755" y="34426"/>
                  <a:pt x="575642" y="33019"/>
                </a:cubicBezTo>
                <a:cubicBezTo>
                  <a:pt x="576530" y="31610"/>
                  <a:pt x="577709" y="30462"/>
                  <a:pt x="579178" y="29575"/>
                </a:cubicBezTo>
                <a:cubicBezTo>
                  <a:pt x="580647" y="28687"/>
                  <a:pt x="582483" y="28243"/>
                  <a:pt x="584687" y="28243"/>
                </a:cubicBezTo>
                <a:cubicBezTo>
                  <a:pt x="586891" y="28243"/>
                  <a:pt x="588742" y="28687"/>
                  <a:pt x="590241" y="29575"/>
                </a:cubicBezTo>
                <a:cubicBezTo>
                  <a:pt x="591741" y="30462"/>
                  <a:pt x="592935" y="31610"/>
                  <a:pt x="593822" y="33019"/>
                </a:cubicBezTo>
                <a:cubicBezTo>
                  <a:pt x="594710" y="34426"/>
                  <a:pt x="595338" y="36048"/>
                  <a:pt x="595705" y="37885"/>
                </a:cubicBezTo>
                <a:cubicBezTo>
                  <a:pt x="596072" y="39722"/>
                  <a:pt x="596255" y="41589"/>
                  <a:pt x="596255" y="43486"/>
                </a:cubicBezTo>
                <a:cubicBezTo>
                  <a:pt x="596255" y="45384"/>
                  <a:pt x="596072" y="47236"/>
                  <a:pt x="595705" y="49042"/>
                </a:cubicBezTo>
                <a:cubicBezTo>
                  <a:pt x="595338" y="50848"/>
                  <a:pt x="594710" y="52470"/>
                  <a:pt x="593822" y="53909"/>
                </a:cubicBezTo>
                <a:cubicBezTo>
                  <a:pt x="592935" y="55348"/>
                  <a:pt x="591741" y="56495"/>
                  <a:pt x="590241" y="57353"/>
                </a:cubicBezTo>
                <a:cubicBezTo>
                  <a:pt x="588742" y="58209"/>
                  <a:pt x="586891" y="58637"/>
                  <a:pt x="584687" y="58637"/>
                </a:cubicBezTo>
                <a:cubicBezTo>
                  <a:pt x="582483" y="58637"/>
                  <a:pt x="580647" y="58209"/>
                  <a:pt x="579178" y="57353"/>
                </a:cubicBezTo>
                <a:cubicBezTo>
                  <a:pt x="577709" y="56495"/>
                  <a:pt x="576530" y="55348"/>
                  <a:pt x="575642" y="53909"/>
                </a:cubicBezTo>
                <a:cubicBezTo>
                  <a:pt x="574755" y="52470"/>
                  <a:pt x="574128" y="50848"/>
                  <a:pt x="573761" y="49042"/>
                </a:cubicBezTo>
                <a:cubicBezTo>
                  <a:pt x="573394" y="47236"/>
                  <a:pt x="573210" y="45384"/>
                  <a:pt x="573210" y="43486"/>
                </a:cubicBezTo>
                <a:moveTo>
                  <a:pt x="560173" y="43488"/>
                </a:moveTo>
                <a:cubicBezTo>
                  <a:pt x="560173" y="47289"/>
                  <a:pt x="560754" y="50722"/>
                  <a:pt x="561917" y="53787"/>
                </a:cubicBezTo>
                <a:cubicBezTo>
                  <a:pt x="563080" y="56853"/>
                  <a:pt x="564733" y="59474"/>
                  <a:pt x="566875" y="61651"/>
                </a:cubicBezTo>
                <a:cubicBezTo>
                  <a:pt x="569018" y="63827"/>
                  <a:pt x="571588" y="65498"/>
                  <a:pt x="574587" y="66663"/>
                </a:cubicBezTo>
                <a:cubicBezTo>
                  <a:pt x="577587" y="67828"/>
                  <a:pt x="580954" y="68410"/>
                  <a:pt x="584687" y="68410"/>
                </a:cubicBezTo>
                <a:cubicBezTo>
                  <a:pt x="588421" y="68410"/>
                  <a:pt x="591802" y="67828"/>
                  <a:pt x="594832" y="66663"/>
                </a:cubicBezTo>
                <a:cubicBezTo>
                  <a:pt x="597862" y="65498"/>
                  <a:pt x="600448" y="63827"/>
                  <a:pt x="602590" y="61651"/>
                </a:cubicBezTo>
                <a:cubicBezTo>
                  <a:pt x="604733" y="59474"/>
                  <a:pt x="606386" y="56853"/>
                  <a:pt x="607548" y="53787"/>
                </a:cubicBezTo>
                <a:cubicBezTo>
                  <a:pt x="608711" y="50722"/>
                  <a:pt x="609293" y="47289"/>
                  <a:pt x="609293" y="43488"/>
                </a:cubicBezTo>
                <a:cubicBezTo>
                  <a:pt x="609293" y="39687"/>
                  <a:pt x="608711" y="36238"/>
                  <a:pt x="607548" y="33142"/>
                </a:cubicBezTo>
                <a:cubicBezTo>
                  <a:pt x="606386" y="30045"/>
                  <a:pt x="604733" y="27408"/>
                  <a:pt x="602590" y="25232"/>
                </a:cubicBezTo>
                <a:cubicBezTo>
                  <a:pt x="600448" y="23055"/>
                  <a:pt x="597862" y="21369"/>
                  <a:pt x="594832" y="20173"/>
                </a:cubicBezTo>
                <a:cubicBezTo>
                  <a:pt x="591802" y="18978"/>
                  <a:pt x="588421" y="18380"/>
                  <a:pt x="584687" y="18380"/>
                </a:cubicBezTo>
                <a:cubicBezTo>
                  <a:pt x="580954" y="18380"/>
                  <a:pt x="577587" y="18978"/>
                  <a:pt x="574587" y="20173"/>
                </a:cubicBezTo>
                <a:cubicBezTo>
                  <a:pt x="571588" y="21369"/>
                  <a:pt x="569018" y="23055"/>
                  <a:pt x="566875" y="25232"/>
                </a:cubicBezTo>
                <a:cubicBezTo>
                  <a:pt x="564733" y="27408"/>
                  <a:pt x="563080" y="30045"/>
                  <a:pt x="561917" y="33142"/>
                </a:cubicBezTo>
                <a:cubicBezTo>
                  <a:pt x="560754" y="36238"/>
                  <a:pt x="560173" y="39687"/>
                  <a:pt x="560173" y="43488"/>
                </a:cubicBezTo>
                <a:close/>
                <a:moveTo>
                  <a:pt x="627595" y="51734"/>
                </a:moveTo>
                <a:lnTo>
                  <a:pt x="615201" y="51734"/>
                </a:lnTo>
                <a:cubicBezTo>
                  <a:pt x="615323" y="54911"/>
                  <a:pt x="616042" y="57554"/>
                  <a:pt x="617358" y="59661"/>
                </a:cubicBezTo>
                <a:cubicBezTo>
                  <a:pt x="618674" y="61768"/>
                  <a:pt x="620357" y="63464"/>
                  <a:pt x="622407" y="64747"/>
                </a:cubicBezTo>
                <a:cubicBezTo>
                  <a:pt x="624458" y="66030"/>
                  <a:pt x="626799" y="66946"/>
                  <a:pt x="629431" y="67495"/>
                </a:cubicBezTo>
                <a:cubicBezTo>
                  <a:pt x="632063" y="68046"/>
                  <a:pt x="634756" y="68321"/>
                  <a:pt x="637510" y="68321"/>
                </a:cubicBezTo>
                <a:cubicBezTo>
                  <a:pt x="640203" y="68321"/>
                  <a:pt x="642850" y="68060"/>
                  <a:pt x="645451" y="67539"/>
                </a:cubicBezTo>
                <a:cubicBezTo>
                  <a:pt x="648053" y="67019"/>
                  <a:pt x="650364" y="66116"/>
                  <a:pt x="652383" y="64830"/>
                </a:cubicBezTo>
                <a:cubicBezTo>
                  <a:pt x="654403" y="63543"/>
                  <a:pt x="656040" y="61844"/>
                  <a:pt x="657294" y="59732"/>
                </a:cubicBezTo>
                <a:cubicBezTo>
                  <a:pt x="658550" y="57619"/>
                  <a:pt x="659177" y="55001"/>
                  <a:pt x="659177" y="51878"/>
                </a:cubicBezTo>
                <a:cubicBezTo>
                  <a:pt x="659177" y="49674"/>
                  <a:pt x="658749" y="47822"/>
                  <a:pt x="657891" y="46322"/>
                </a:cubicBezTo>
                <a:cubicBezTo>
                  <a:pt x="657035" y="44821"/>
                  <a:pt x="655902" y="43565"/>
                  <a:pt x="654494" y="42555"/>
                </a:cubicBezTo>
                <a:cubicBezTo>
                  <a:pt x="653086" y="41544"/>
                  <a:pt x="651480" y="40733"/>
                  <a:pt x="649675" y="40121"/>
                </a:cubicBezTo>
                <a:cubicBezTo>
                  <a:pt x="647869" y="39509"/>
                  <a:pt x="646018" y="38988"/>
                  <a:pt x="644120" y="38559"/>
                </a:cubicBezTo>
                <a:cubicBezTo>
                  <a:pt x="642284" y="38131"/>
                  <a:pt x="640478" y="37733"/>
                  <a:pt x="638703" y="37366"/>
                </a:cubicBezTo>
                <a:cubicBezTo>
                  <a:pt x="636928" y="36998"/>
                  <a:pt x="635352" y="36584"/>
                  <a:pt x="633974" y="36126"/>
                </a:cubicBezTo>
                <a:cubicBezTo>
                  <a:pt x="632598" y="35666"/>
                  <a:pt x="631481" y="35069"/>
                  <a:pt x="630623" y="34334"/>
                </a:cubicBezTo>
                <a:cubicBezTo>
                  <a:pt x="629767" y="33599"/>
                  <a:pt x="629339" y="32650"/>
                  <a:pt x="629339" y="31486"/>
                </a:cubicBezTo>
                <a:cubicBezTo>
                  <a:pt x="629339" y="30506"/>
                  <a:pt x="629584" y="29725"/>
                  <a:pt x="630073" y="29144"/>
                </a:cubicBezTo>
                <a:cubicBezTo>
                  <a:pt x="630563" y="28562"/>
                  <a:pt x="631160" y="28118"/>
                  <a:pt x="631863" y="27813"/>
                </a:cubicBezTo>
                <a:cubicBezTo>
                  <a:pt x="632567" y="27506"/>
                  <a:pt x="633348" y="27307"/>
                  <a:pt x="634204" y="27216"/>
                </a:cubicBezTo>
                <a:cubicBezTo>
                  <a:pt x="635062" y="27123"/>
                  <a:pt x="635857" y="27077"/>
                  <a:pt x="636591" y="27077"/>
                </a:cubicBezTo>
                <a:cubicBezTo>
                  <a:pt x="638917" y="27077"/>
                  <a:pt x="640937" y="27523"/>
                  <a:pt x="642650" y="28415"/>
                </a:cubicBezTo>
                <a:cubicBezTo>
                  <a:pt x="644364" y="29306"/>
                  <a:pt x="645313" y="31012"/>
                  <a:pt x="645497" y="33533"/>
                </a:cubicBezTo>
                <a:lnTo>
                  <a:pt x="657893" y="33533"/>
                </a:lnTo>
                <a:cubicBezTo>
                  <a:pt x="657648" y="30594"/>
                  <a:pt x="656898" y="28161"/>
                  <a:pt x="655643" y="26232"/>
                </a:cubicBezTo>
                <a:cubicBezTo>
                  <a:pt x="654388" y="24304"/>
                  <a:pt x="652812" y="22758"/>
                  <a:pt x="650915" y="21595"/>
                </a:cubicBezTo>
                <a:cubicBezTo>
                  <a:pt x="649018" y="20432"/>
                  <a:pt x="646860" y="19605"/>
                  <a:pt x="644442" y="19116"/>
                </a:cubicBezTo>
                <a:cubicBezTo>
                  <a:pt x="642024" y="18625"/>
                  <a:pt x="639530" y="18380"/>
                  <a:pt x="636960" y="18380"/>
                </a:cubicBezTo>
                <a:cubicBezTo>
                  <a:pt x="634389" y="18380"/>
                  <a:pt x="631879" y="18610"/>
                  <a:pt x="629430" y="19069"/>
                </a:cubicBezTo>
                <a:cubicBezTo>
                  <a:pt x="626982" y="19528"/>
                  <a:pt x="624779" y="20324"/>
                  <a:pt x="622820" y="21457"/>
                </a:cubicBezTo>
                <a:cubicBezTo>
                  <a:pt x="620862" y="22590"/>
                  <a:pt x="619286" y="24136"/>
                  <a:pt x="618092" y="26095"/>
                </a:cubicBezTo>
                <a:cubicBezTo>
                  <a:pt x="616899" y="28055"/>
                  <a:pt x="616302" y="30566"/>
                  <a:pt x="616302" y="33628"/>
                </a:cubicBezTo>
                <a:cubicBezTo>
                  <a:pt x="616302" y="35710"/>
                  <a:pt x="616730" y="37470"/>
                  <a:pt x="617586" y="38909"/>
                </a:cubicBezTo>
                <a:cubicBezTo>
                  <a:pt x="618444" y="40348"/>
                  <a:pt x="619576" y="41542"/>
                  <a:pt x="620984" y="42492"/>
                </a:cubicBezTo>
                <a:cubicBezTo>
                  <a:pt x="622392" y="43441"/>
                  <a:pt x="623999" y="44206"/>
                  <a:pt x="625804" y="44788"/>
                </a:cubicBezTo>
                <a:cubicBezTo>
                  <a:pt x="627610" y="45370"/>
                  <a:pt x="629461" y="45875"/>
                  <a:pt x="631359" y="46304"/>
                </a:cubicBezTo>
                <a:cubicBezTo>
                  <a:pt x="636010" y="47283"/>
                  <a:pt x="639636" y="48263"/>
                  <a:pt x="642237" y="49243"/>
                </a:cubicBezTo>
                <a:cubicBezTo>
                  <a:pt x="644839" y="50222"/>
                  <a:pt x="646140" y="51692"/>
                  <a:pt x="646140" y="53651"/>
                </a:cubicBezTo>
                <a:cubicBezTo>
                  <a:pt x="646140" y="54814"/>
                  <a:pt x="645865" y="55779"/>
                  <a:pt x="645314" y="56544"/>
                </a:cubicBezTo>
                <a:cubicBezTo>
                  <a:pt x="644763" y="57310"/>
                  <a:pt x="644074" y="57923"/>
                  <a:pt x="643247" y="58382"/>
                </a:cubicBezTo>
                <a:cubicBezTo>
                  <a:pt x="642422" y="58841"/>
                  <a:pt x="641504" y="59178"/>
                  <a:pt x="640493" y="59393"/>
                </a:cubicBezTo>
                <a:cubicBezTo>
                  <a:pt x="639483" y="59606"/>
                  <a:pt x="638520" y="59713"/>
                  <a:pt x="637602" y="59713"/>
                </a:cubicBezTo>
                <a:cubicBezTo>
                  <a:pt x="636316" y="59713"/>
                  <a:pt x="635077" y="59561"/>
                  <a:pt x="633883" y="59255"/>
                </a:cubicBezTo>
                <a:cubicBezTo>
                  <a:pt x="632690" y="58949"/>
                  <a:pt x="631634" y="58475"/>
                  <a:pt x="630716" y="57833"/>
                </a:cubicBezTo>
                <a:cubicBezTo>
                  <a:pt x="629798" y="57191"/>
                  <a:pt x="629048" y="56365"/>
                  <a:pt x="628466" y="55356"/>
                </a:cubicBezTo>
                <a:cubicBezTo>
                  <a:pt x="627885" y="54348"/>
                  <a:pt x="627595" y="53140"/>
                  <a:pt x="627595" y="51734"/>
                </a:cubicBezTo>
                <a:close/>
                <a:moveTo>
                  <a:pt x="689322" y="0"/>
                </a:moveTo>
                <a:lnTo>
                  <a:pt x="678397" y="0"/>
                </a:lnTo>
                <a:cubicBezTo>
                  <a:pt x="676377" y="2938"/>
                  <a:pt x="674617" y="6152"/>
                  <a:pt x="673117" y="9641"/>
                </a:cubicBezTo>
                <a:cubicBezTo>
                  <a:pt x="671618" y="13130"/>
                  <a:pt x="670363" y="16742"/>
                  <a:pt x="669353" y="20476"/>
                </a:cubicBezTo>
                <a:cubicBezTo>
                  <a:pt x="668343" y="24210"/>
                  <a:pt x="667578" y="27959"/>
                  <a:pt x="667058" y="31724"/>
                </a:cubicBezTo>
                <a:cubicBezTo>
                  <a:pt x="666538" y="35489"/>
                  <a:pt x="666278" y="39086"/>
                  <a:pt x="666278" y="42514"/>
                </a:cubicBezTo>
                <a:cubicBezTo>
                  <a:pt x="666278" y="49737"/>
                  <a:pt x="667333" y="56838"/>
                  <a:pt x="669445" y="63817"/>
                </a:cubicBezTo>
                <a:cubicBezTo>
                  <a:pt x="671557" y="70795"/>
                  <a:pt x="674541" y="77437"/>
                  <a:pt x="678397" y="83742"/>
                </a:cubicBezTo>
                <a:lnTo>
                  <a:pt x="689231" y="83742"/>
                </a:lnTo>
                <a:cubicBezTo>
                  <a:pt x="685741" y="77070"/>
                  <a:pt x="683216" y="70214"/>
                  <a:pt x="681656" y="63175"/>
                </a:cubicBezTo>
                <a:cubicBezTo>
                  <a:pt x="680095" y="56135"/>
                  <a:pt x="679315" y="48942"/>
                  <a:pt x="679315" y="41595"/>
                </a:cubicBezTo>
                <a:cubicBezTo>
                  <a:pt x="679315" y="34372"/>
                  <a:pt x="680110" y="27256"/>
                  <a:pt x="681702" y="20248"/>
                </a:cubicBezTo>
                <a:cubicBezTo>
                  <a:pt x="683293" y="13238"/>
                  <a:pt x="685833" y="6489"/>
                  <a:pt x="689322" y="0"/>
                </a:cubicBezTo>
                <a:close/>
                <a:moveTo>
                  <a:pt x="717417" y="73011"/>
                </a:moveTo>
                <a:lnTo>
                  <a:pt x="737247" y="19725"/>
                </a:lnTo>
                <a:lnTo>
                  <a:pt x="723752" y="19725"/>
                </a:lnTo>
                <a:lnTo>
                  <a:pt x="713377" y="52192"/>
                </a:lnTo>
                <a:lnTo>
                  <a:pt x="713193" y="52192"/>
                </a:lnTo>
                <a:lnTo>
                  <a:pt x="702451" y="19725"/>
                </a:lnTo>
                <a:lnTo>
                  <a:pt x="688587" y="19725"/>
                </a:lnTo>
                <a:lnTo>
                  <a:pt x="705205" y="64215"/>
                </a:lnTo>
                <a:cubicBezTo>
                  <a:pt x="705573" y="65132"/>
                  <a:pt x="705757" y="66110"/>
                  <a:pt x="705757" y="67149"/>
                </a:cubicBezTo>
                <a:cubicBezTo>
                  <a:pt x="705757" y="68556"/>
                  <a:pt x="705344" y="69840"/>
                  <a:pt x="704517" y="71002"/>
                </a:cubicBezTo>
                <a:cubicBezTo>
                  <a:pt x="703691" y="72164"/>
                  <a:pt x="702420" y="72837"/>
                  <a:pt x="700707" y="73021"/>
                </a:cubicBezTo>
                <a:cubicBezTo>
                  <a:pt x="699422" y="73081"/>
                  <a:pt x="698136" y="73051"/>
                  <a:pt x="696850" y="72928"/>
                </a:cubicBezTo>
                <a:cubicBezTo>
                  <a:pt x="695565" y="72806"/>
                  <a:pt x="694310" y="72684"/>
                  <a:pt x="693087" y="72561"/>
                </a:cubicBezTo>
                <a:lnTo>
                  <a:pt x="693087" y="83294"/>
                </a:lnTo>
                <a:cubicBezTo>
                  <a:pt x="694433" y="83413"/>
                  <a:pt x="695764" y="83518"/>
                  <a:pt x="697080" y="83608"/>
                </a:cubicBezTo>
                <a:cubicBezTo>
                  <a:pt x="698396" y="83697"/>
                  <a:pt x="699727" y="83742"/>
                  <a:pt x="701074" y="83742"/>
                </a:cubicBezTo>
                <a:cubicBezTo>
                  <a:pt x="705542" y="83742"/>
                  <a:pt x="709031" y="82916"/>
                  <a:pt x="711540" y="81265"/>
                </a:cubicBezTo>
                <a:cubicBezTo>
                  <a:pt x="714050" y="79615"/>
                  <a:pt x="716009" y="76864"/>
                  <a:pt x="717417" y="73011"/>
                </a:cubicBezTo>
                <a:close/>
                <a:moveTo>
                  <a:pt x="772471" y="67155"/>
                </a:moveTo>
                <a:lnTo>
                  <a:pt x="772471" y="2869"/>
                </a:lnTo>
                <a:lnTo>
                  <a:pt x="762098" y="2869"/>
                </a:lnTo>
                <a:cubicBezTo>
                  <a:pt x="761730" y="5311"/>
                  <a:pt x="760964" y="7357"/>
                  <a:pt x="759801" y="9007"/>
                </a:cubicBezTo>
                <a:cubicBezTo>
                  <a:pt x="758639" y="10655"/>
                  <a:pt x="757215" y="11983"/>
                  <a:pt x="755531" y="12991"/>
                </a:cubicBezTo>
                <a:cubicBezTo>
                  <a:pt x="753848" y="13998"/>
                  <a:pt x="751951" y="14700"/>
                  <a:pt x="749839" y="15098"/>
                </a:cubicBezTo>
                <a:cubicBezTo>
                  <a:pt x="747728" y="15495"/>
                  <a:pt x="745540" y="15662"/>
                  <a:pt x="743276" y="15601"/>
                </a:cubicBezTo>
                <a:lnTo>
                  <a:pt x="743276" y="25463"/>
                </a:lnTo>
                <a:lnTo>
                  <a:pt x="759434" y="25463"/>
                </a:lnTo>
                <a:lnTo>
                  <a:pt x="759434" y="67155"/>
                </a:lnTo>
                <a:lnTo>
                  <a:pt x="772471" y="67155"/>
                </a:lnTo>
                <a:close/>
                <a:moveTo>
                  <a:pt x="787192" y="83742"/>
                </a:moveTo>
                <a:lnTo>
                  <a:pt x="798026" y="83742"/>
                </a:lnTo>
                <a:cubicBezTo>
                  <a:pt x="800046" y="80865"/>
                  <a:pt x="801821" y="77681"/>
                  <a:pt x="803351" y="74192"/>
                </a:cubicBezTo>
                <a:cubicBezTo>
                  <a:pt x="804882" y="70703"/>
                  <a:pt x="806152" y="67107"/>
                  <a:pt x="807161" y="63403"/>
                </a:cubicBezTo>
                <a:cubicBezTo>
                  <a:pt x="808171" y="59700"/>
                  <a:pt x="808920" y="55966"/>
                  <a:pt x="809410" y="52202"/>
                </a:cubicBezTo>
                <a:cubicBezTo>
                  <a:pt x="809900" y="48437"/>
                  <a:pt x="810145" y="44840"/>
                  <a:pt x="810145" y="41412"/>
                </a:cubicBezTo>
                <a:cubicBezTo>
                  <a:pt x="810145" y="34188"/>
                  <a:pt x="809090" y="27057"/>
                  <a:pt x="806978" y="20018"/>
                </a:cubicBezTo>
                <a:cubicBezTo>
                  <a:pt x="804866" y="12978"/>
                  <a:pt x="801882" y="6305"/>
                  <a:pt x="798026" y="0"/>
                </a:cubicBezTo>
                <a:lnTo>
                  <a:pt x="787284" y="0"/>
                </a:lnTo>
                <a:cubicBezTo>
                  <a:pt x="790650" y="6672"/>
                  <a:pt x="793130" y="13559"/>
                  <a:pt x="794721" y="20660"/>
                </a:cubicBezTo>
                <a:cubicBezTo>
                  <a:pt x="796313" y="27760"/>
                  <a:pt x="797108" y="34984"/>
                  <a:pt x="797108" y="42331"/>
                </a:cubicBezTo>
                <a:cubicBezTo>
                  <a:pt x="797108" y="49554"/>
                  <a:pt x="796297" y="56639"/>
                  <a:pt x="794675" y="63587"/>
                </a:cubicBezTo>
                <a:cubicBezTo>
                  <a:pt x="793053" y="70535"/>
                  <a:pt x="790558" y="77253"/>
                  <a:pt x="787192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print(y1)">
            <a:extLst xmlns:a="http://schemas.openxmlformats.org/drawingml/2006/main">
              <a:ext uri="{FF2B5EF4-FFF2-40B4-BE49-F238E27FC236}">
                <a16:creationId xmlns:a16="http://schemas.microsoft.com/office/drawing/2014/main" id="{60FFD7A1-1FEF-4F57-9A3C-2F8A1152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580" y="6928884"/>
            <a:ext cx="345669" cy="83742"/>
          </a:xfrm>
          <a:custGeom xmlns:a="http://schemas.openxmlformats.org/drawingml/2006/main">
            <a:pathLst>
              <a:path w="345669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2" y="19654"/>
                </a:moveTo>
                <a:lnTo>
                  <a:pt x="55852" y="67155"/>
                </a:lnTo>
                <a:lnTo>
                  <a:pt x="68889" y="67155"/>
                </a:lnTo>
                <a:lnTo>
                  <a:pt x="68889" y="45740"/>
                </a:lnTo>
                <a:cubicBezTo>
                  <a:pt x="68889" y="43596"/>
                  <a:pt x="69104" y="41605"/>
                  <a:pt x="69533" y="39767"/>
                </a:cubicBezTo>
                <a:cubicBezTo>
                  <a:pt x="69961" y="37929"/>
                  <a:pt x="70680" y="36321"/>
                  <a:pt x="71690" y="34942"/>
                </a:cubicBezTo>
                <a:cubicBezTo>
                  <a:pt x="72700" y="33564"/>
                  <a:pt x="74030" y="32476"/>
                  <a:pt x="75683" y="31679"/>
                </a:cubicBezTo>
                <a:cubicBezTo>
                  <a:pt x="77336" y="30883"/>
                  <a:pt x="79356" y="30484"/>
                  <a:pt x="81743" y="30484"/>
                </a:cubicBezTo>
                <a:cubicBezTo>
                  <a:pt x="82539" y="30484"/>
                  <a:pt x="83365" y="30531"/>
                  <a:pt x="84221" y="30623"/>
                </a:cubicBezTo>
                <a:cubicBezTo>
                  <a:pt x="85079" y="30714"/>
                  <a:pt x="85813" y="30821"/>
                  <a:pt x="86425" y="30944"/>
                </a:cubicBezTo>
                <a:lnTo>
                  <a:pt x="86425" y="18838"/>
                </a:lnTo>
                <a:cubicBezTo>
                  <a:pt x="85385" y="18533"/>
                  <a:pt x="84436" y="18380"/>
                  <a:pt x="83580" y="18380"/>
                </a:cubicBezTo>
                <a:cubicBezTo>
                  <a:pt x="81927" y="18380"/>
                  <a:pt x="80335" y="18625"/>
                  <a:pt x="78805" y="19114"/>
                </a:cubicBezTo>
                <a:cubicBezTo>
                  <a:pt x="77275" y="19603"/>
                  <a:pt x="75837" y="20290"/>
                  <a:pt x="74490" y="21176"/>
                </a:cubicBezTo>
                <a:cubicBezTo>
                  <a:pt x="73144" y="22063"/>
                  <a:pt x="71950" y="23133"/>
                  <a:pt x="70910" y="24386"/>
                </a:cubicBezTo>
                <a:cubicBezTo>
                  <a:pt x="69869" y="25639"/>
                  <a:pt x="69043" y="27000"/>
                  <a:pt x="68430" y="28467"/>
                </a:cubicBezTo>
                <a:lnTo>
                  <a:pt x="68246" y="28467"/>
                </a:lnTo>
                <a:lnTo>
                  <a:pt x="68246" y="19654"/>
                </a:lnTo>
                <a:lnTo>
                  <a:pt x="55852" y="19654"/>
                </a:lnTo>
                <a:close/>
                <a:moveTo>
                  <a:pt x="105216" y="12373"/>
                </a:moveTo>
                <a:lnTo>
                  <a:pt x="105216" y="1614"/>
                </a:lnTo>
                <a:lnTo>
                  <a:pt x="92179" y="1614"/>
                </a:lnTo>
                <a:lnTo>
                  <a:pt x="92179" y="12373"/>
                </a:lnTo>
                <a:lnTo>
                  <a:pt x="105216" y="12373"/>
                </a:lnTo>
                <a:moveTo>
                  <a:pt x="92179" y="19689"/>
                </a:moveTo>
                <a:lnTo>
                  <a:pt x="92179" y="67155"/>
                </a:lnTo>
                <a:lnTo>
                  <a:pt x="105216" y="67155"/>
                </a:lnTo>
                <a:lnTo>
                  <a:pt x="105216" y="19689"/>
                </a:lnTo>
                <a:lnTo>
                  <a:pt x="92179" y="19689"/>
                </a:lnTo>
                <a:close/>
                <a:moveTo>
                  <a:pt x="115530" y="19687"/>
                </a:moveTo>
                <a:lnTo>
                  <a:pt x="115530" y="67155"/>
                </a:lnTo>
                <a:lnTo>
                  <a:pt x="128567" y="67155"/>
                </a:lnTo>
                <a:lnTo>
                  <a:pt x="128567" y="42277"/>
                </a:lnTo>
                <a:cubicBezTo>
                  <a:pt x="128567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5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5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1" y="18380"/>
                  <a:pt x="137258" y="19009"/>
                  <a:pt x="134626" y="20267"/>
                </a:cubicBezTo>
                <a:cubicBezTo>
                  <a:pt x="131994" y="21525"/>
                  <a:pt x="129852" y="23535"/>
                  <a:pt x="128200" y="26297"/>
                </a:cubicBezTo>
                <a:lnTo>
                  <a:pt x="127924" y="26297"/>
                </a:lnTo>
                <a:lnTo>
                  <a:pt x="127924" y="19687"/>
                </a:lnTo>
                <a:lnTo>
                  <a:pt x="115530" y="19687"/>
                </a:lnTo>
                <a:close/>
                <a:moveTo>
                  <a:pt x="186377" y="19725"/>
                </a:moveTo>
                <a:lnTo>
                  <a:pt x="186377" y="5469"/>
                </a:lnTo>
                <a:lnTo>
                  <a:pt x="173340" y="5469"/>
                </a:lnTo>
                <a:lnTo>
                  <a:pt x="173340" y="19725"/>
                </a:lnTo>
                <a:lnTo>
                  <a:pt x="165444" y="19725"/>
                </a:lnTo>
                <a:lnTo>
                  <a:pt x="165444" y="28422"/>
                </a:lnTo>
                <a:lnTo>
                  <a:pt x="173340" y="28422"/>
                </a:lnTo>
                <a:lnTo>
                  <a:pt x="173340" y="56409"/>
                </a:lnTo>
                <a:cubicBezTo>
                  <a:pt x="173340" y="58795"/>
                  <a:pt x="173737" y="60722"/>
                  <a:pt x="174533" y="62190"/>
                </a:cubicBezTo>
                <a:cubicBezTo>
                  <a:pt x="175329" y="63658"/>
                  <a:pt x="176415" y="64790"/>
                  <a:pt x="177792" y="65586"/>
                </a:cubicBezTo>
                <a:cubicBezTo>
                  <a:pt x="179169" y="66381"/>
                  <a:pt x="180761" y="66916"/>
                  <a:pt x="182566" y="67190"/>
                </a:cubicBezTo>
                <a:cubicBezTo>
                  <a:pt x="184372" y="67466"/>
                  <a:pt x="186286" y="67603"/>
                  <a:pt x="188306" y="67603"/>
                </a:cubicBezTo>
                <a:cubicBezTo>
                  <a:pt x="189591" y="67603"/>
                  <a:pt x="190907" y="67573"/>
                  <a:pt x="192254" y="67514"/>
                </a:cubicBezTo>
                <a:cubicBezTo>
                  <a:pt x="193600" y="67454"/>
                  <a:pt x="194824" y="67334"/>
                  <a:pt x="195925" y="67155"/>
                </a:cubicBezTo>
                <a:lnTo>
                  <a:pt x="195925" y="57015"/>
                </a:lnTo>
                <a:cubicBezTo>
                  <a:pt x="195314" y="57137"/>
                  <a:pt x="194671" y="57229"/>
                  <a:pt x="193998" y="57291"/>
                </a:cubicBezTo>
                <a:cubicBezTo>
                  <a:pt x="193324" y="57352"/>
                  <a:pt x="192621" y="57382"/>
                  <a:pt x="191886" y="57382"/>
                </a:cubicBezTo>
                <a:cubicBezTo>
                  <a:pt x="189682" y="57382"/>
                  <a:pt x="188213" y="57016"/>
                  <a:pt x="187478" y="56282"/>
                </a:cubicBezTo>
                <a:cubicBezTo>
                  <a:pt x="186744" y="55549"/>
                  <a:pt x="186377" y="54083"/>
                  <a:pt x="186377" y="51884"/>
                </a:cubicBezTo>
                <a:lnTo>
                  <a:pt x="186377" y="28422"/>
                </a:lnTo>
                <a:lnTo>
                  <a:pt x="195925" y="28422"/>
                </a:lnTo>
                <a:lnTo>
                  <a:pt x="195925" y="19725"/>
                </a:lnTo>
                <a:lnTo>
                  <a:pt x="186377" y="19725"/>
                </a:lnTo>
                <a:close/>
                <a:moveTo>
                  <a:pt x="224844" y="0"/>
                </a:moveTo>
                <a:lnTo>
                  <a:pt x="213920" y="0"/>
                </a:lnTo>
                <a:cubicBezTo>
                  <a:pt x="211900" y="2938"/>
                  <a:pt x="210140" y="6152"/>
                  <a:pt x="208640" y="9641"/>
                </a:cubicBezTo>
                <a:cubicBezTo>
                  <a:pt x="207141" y="13130"/>
                  <a:pt x="205886" y="16742"/>
                  <a:pt x="204875" y="20476"/>
                </a:cubicBezTo>
                <a:cubicBezTo>
                  <a:pt x="203866" y="24210"/>
                  <a:pt x="203101" y="27959"/>
                  <a:pt x="202581" y="31724"/>
                </a:cubicBezTo>
                <a:cubicBezTo>
                  <a:pt x="202060" y="35489"/>
                  <a:pt x="201800" y="39086"/>
                  <a:pt x="201800" y="42514"/>
                </a:cubicBezTo>
                <a:cubicBezTo>
                  <a:pt x="201800" y="49737"/>
                  <a:pt x="202856" y="56838"/>
                  <a:pt x="204968" y="63817"/>
                </a:cubicBezTo>
                <a:cubicBezTo>
                  <a:pt x="207079" y="70795"/>
                  <a:pt x="210063" y="77437"/>
                  <a:pt x="213920" y="83742"/>
                </a:cubicBezTo>
                <a:lnTo>
                  <a:pt x="224753" y="83742"/>
                </a:lnTo>
                <a:cubicBezTo>
                  <a:pt x="221264" y="77070"/>
                  <a:pt x="218739" y="70214"/>
                  <a:pt x="217178" y="63175"/>
                </a:cubicBezTo>
                <a:cubicBezTo>
                  <a:pt x="215618" y="56135"/>
                  <a:pt x="214837" y="48942"/>
                  <a:pt x="214837" y="41595"/>
                </a:cubicBezTo>
                <a:cubicBezTo>
                  <a:pt x="214837" y="34372"/>
                  <a:pt x="215633" y="27256"/>
                  <a:pt x="217225" y="20248"/>
                </a:cubicBezTo>
                <a:cubicBezTo>
                  <a:pt x="218816" y="13238"/>
                  <a:pt x="221356" y="6489"/>
                  <a:pt x="224844" y="0"/>
                </a:cubicBezTo>
                <a:close/>
                <a:moveTo>
                  <a:pt x="252940" y="73011"/>
                </a:moveTo>
                <a:lnTo>
                  <a:pt x="272770" y="19725"/>
                </a:lnTo>
                <a:lnTo>
                  <a:pt x="259275" y="19725"/>
                </a:lnTo>
                <a:lnTo>
                  <a:pt x="248899" y="52192"/>
                </a:lnTo>
                <a:lnTo>
                  <a:pt x="248716" y="52192"/>
                </a:lnTo>
                <a:lnTo>
                  <a:pt x="237973" y="19725"/>
                </a:lnTo>
                <a:lnTo>
                  <a:pt x="224110" y="19725"/>
                </a:lnTo>
                <a:lnTo>
                  <a:pt x="240728" y="64215"/>
                </a:lnTo>
                <a:cubicBezTo>
                  <a:pt x="241096" y="65132"/>
                  <a:pt x="241280" y="66110"/>
                  <a:pt x="241280" y="67149"/>
                </a:cubicBezTo>
                <a:cubicBezTo>
                  <a:pt x="241280" y="68556"/>
                  <a:pt x="240866" y="69840"/>
                  <a:pt x="240040" y="71002"/>
                </a:cubicBezTo>
                <a:cubicBezTo>
                  <a:pt x="239213" y="72164"/>
                  <a:pt x="237943" y="72837"/>
                  <a:pt x="236229" y="73021"/>
                </a:cubicBezTo>
                <a:cubicBezTo>
                  <a:pt x="234944" y="73081"/>
                  <a:pt x="233659" y="73051"/>
                  <a:pt x="232373" y="72928"/>
                </a:cubicBezTo>
                <a:cubicBezTo>
                  <a:pt x="231087" y="72806"/>
                  <a:pt x="229833" y="72684"/>
                  <a:pt x="228610" y="72561"/>
                </a:cubicBezTo>
                <a:lnTo>
                  <a:pt x="228610" y="83294"/>
                </a:lnTo>
                <a:cubicBezTo>
                  <a:pt x="229955" y="83413"/>
                  <a:pt x="231286" y="83518"/>
                  <a:pt x="232602" y="83608"/>
                </a:cubicBezTo>
                <a:cubicBezTo>
                  <a:pt x="233918" y="83697"/>
                  <a:pt x="235250" y="83742"/>
                  <a:pt x="236596" y="83742"/>
                </a:cubicBezTo>
                <a:cubicBezTo>
                  <a:pt x="241064" y="83742"/>
                  <a:pt x="244553" y="82916"/>
                  <a:pt x="247063" y="81265"/>
                </a:cubicBezTo>
                <a:cubicBezTo>
                  <a:pt x="249572" y="79615"/>
                  <a:pt x="251531" y="76864"/>
                  <a:pt x="252940" y="73011"/>
                </a:cubicBezTo>
                <a:close/>
                <a:moveTo>
                  <a:pt x="307996" y="67155"/>
                </a:moveTo>
                <a:lnTo>
                  <a:pt x="307996" y="2869"/>
                </a:lnTo>
                <a:lnTo>
                  <a:pt x="297622" y="2869"/>
                </a:lnTo>
                <a:cubicBezTo>
                  <a:pt x="297254" y="5311"/>
                  <a:pt x="296488" y="7357"/>
                  <a:pt x="295325" y="9007"/>
                </a:cubicBezTo>
                <a:cubicBezTo>
                  <a:pt x="294163" y="10655"/>
                  <a:pt x="292739" y="11983"/>
                  <a:pt x="291055" y="12991"/>
                </a:cubicBezTo>
                <a:cubicBezTo>
                  <a:pt x="289372" y="13998"/>
                  <a:pt x="287475" y="14700"/>
                  <a:pt x="285363" y="15098"/>
                </a:cubicBezTo>
                <a:cubicBezTo>
                  <a:pt x="283252" y="15495"/>
                  <a:pt x="281064" y="15662"/>
                  <a:pt x="278800" y="15601"/>
                </a:cubicBezTo>
                <a:lnTo>
                  <a:pt x="278800" y="25463"/>
                </a:lnTo>
                <a:lnTo>
                  <a:pt x="294958" y="25463"/>
                </a:lnTo>
                <a:lnTo>
                  <a:pt x="294958" y="67155"/>
                </a:lnTo>
                <a:lnTo>
                  <a:pt x="307996" y="67155"/>
                </a:lnTo>
                <a:close/>
                <a:moveTo>
                  <a:pt x="322716" y="83742"/>
                </a:moveTo>
                <a:lnTo>
                  <a:pt x="333549" y="83742"/>
                </a:lnTo>
                <a:cubicBezTo>
                  <a:pt x="335570" y="80865"/>
                  <a:pt x="337345" y="77681"/>
                  <a:pt x="338874" y="74192"/>
                </a:cubicBezTo>
                <a:cubicBezTo>
                  <a:pt x="340405" y="70703"/>
                  <a:pt x="341675" y="67107"/>
                  <a:pt x="342685" y="63403"/>
                </a:cubicBezTo>
                <a:cubicBezTo>
                  <a:pt x="343694" y="59700"/>
                  <a:pt x="344444" y="55966"/>
                  <a:pt x="344933" y="52202"/>
                </a:cubicBezTo>
                <a:cubicBezTo>
                  <a:pt x="345424" y="48437"/>
                  <a:pt x="345669" y="44840"/>
                  <a:pt x="345669" y="41412"/>
                </a:cubicBezTo>
                <a:cubicBezTo>
                  <a:pt x="345669" y="34188"/>
                  <a:pt x="344613" y="27057"/>
                  <a:pt x="342501" y="20018"/>
                </a:cubicBezTo>
                <a:cubicBezTo>
                  <a:pt x="340390" y="12978"/>
                  <a:pt x="337406" y="6305"/>
                  <a:pt x="333549" y="0"/>
                </a:cubicBezTo>
                <a:lnTo>
                  <a:pt x="322807" y="0"/>
                </a:lnTo>
                <a:cubicBezTo>
                  <a:pt x="326174" y="6672"/>
                  <a:pt x="328653" y="13559"/>
                  <a:pt x="330245" y="20660"/>
                </a:cubicBezTo>
                <a:cubicBezTo>
                  <a:pt x="331836" y="27760"/>
                  <a:pt x="332632" y="34984"/>
                  <a:pt x="332632" y="42331"/>
                </a:cubicBezTo>
                <a:cubicBezTo>
                  <a:pt x="332632" y="49554"/>
                  <a:pt x="331821" y="56639"/>
                  <a:pt x="330198" y="63587"/>
                </a:cubicBezTo>
                <a:cubicBezTo>
                  <a:pt x="328576" y="70535"/>
                  <a:pt x="326082" y="77253"/>
                  <a:pt x="322716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#output:[0,0]">
            <a:extLst xmlns:a="http://schemas.openxmlformats.org/drawingml/2006/main">
              <a:ext uri="{FF2B5EF4-FFF2-40B4-BE49-F238E27FC236}">
                <a16:creationId xmlns:a16="http://schemas.microsoft.com/office/drawing/2014/main" id="{E30CFEF8-26A6-4DD6-927E-A8478DC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71" y="6928884"/>
            <a:ext cx="616544" cy="83742"/>
          </a:xfrm>
          <a:custGeom xmlns:a="http://schemas.openxmlformats.org/drawingml/2006/main">
            <a:pathLst>
              <a:path w="616544" h="83742">
                <a:moveTo>
                  <a:pt x="19280" y="29319"/>
                </a:moveTo>
                <a:lnTo>
                  <a:pt x="28094" y="29319"/>
                </a:lnTo>
                <a:lnTo>
                  <a:pt x="26534" y="40705"/>
                </a:lnTo>
                <a:lnTo>
                  <a:pt x="17628" y="40705"/>
                </a:lnTo>
                <a:lnTo>
                  <a:pt x="19280" y="29319"/>
                </a:lnTo>
                <a:moveTo>
                  <a:pt x="7620" y="48954"/>
                </a:moveTo>
                <a:lnTo>
                  <a:pt x="5049" y="67155"/>
                </a:lnTo>
                <a:lnTo>
                  <a:pt x="13955" y="67155"/>
                </a:lnTo>
                <a:lnTo>
                  <a:pt x="16525" y="48954"/>
                </a:lnTo>
                <a:lnTo>
                  <a:pt x="25340" y="48954"/>
                </a:lnTo>
                <a:lnTo>
                  <a:pt x="22860" y="67155"/>
                </a:lnTo>
                <a:lnTo>
                  <a:pt x="31766" y="67155"/>
                </a:lnTo>
                <a:lnTo>
                  <a:pt x="34246" y="48954"/>
                </a:lnTo>
                <a:lnTo>
                  <a:pt x="42232" y="48954"/>
                </a:lnTo>
                <a:lnTo>
                  <a:pt x="42232" y="40705"/>
                </a:lnTo>
                <a:lnTo>
                  <a:pt x="35439" y="40705"/>
                </a:lnTo>
                <a:lnTo>
                  <a:pt x="37000" y="29319"/>
                </a:lnTo>
                <a:lnTo>
                  <a:pt x="44987" y="29319"/>
                </a:lnTo>
                <a:lnTo>
                  <a:pt x="44987" y="21070"/>
                </a:lnTo>
                <a:lnTo>
                  <a:pt x="38194" y="21070"/>
                </a:lnTo>
                <a:lnTo>
                  <a:pt x="40672" y="2869"/>
                </a:lnTo>
                <a:lnTo>
                  <a:pt x="31766" y="2869"/>
                </a:lnTo>
                <a:lnTo>
                  <a:pt x="29288" y="21070"/>
                </a:lnTo>
                <a:lnTo>
                  <a:pt x="20382" y="21070"/>
                </a:lnTo>
                <a:lnTo>
                  <a:pt x="22953" y="2869"/>
                </a:lnTo>
                <a:lnTo>
                  <a:pt x="14047" y="2869"/>
                </a:lnTo>
                <a:lnTo>
                  <a:pt x="11476" y="21070"/>
                </a:lnTo>
                <a:lnTo>
                  <a:pt x="2754" y="21070"/>
                </a:lnTo>
                <a:lnTo>
                  <a:pt x="2754" y="29319"/>
                </a:lnTo>
                <a:lnTo>
                  <a:pt x="10374" y="29319"/>
                </a:lnTo>
                <a:lnTo>
                  <a:pt x="8722" y="40705"/>
                </a:lnTo>
                <a:lnTo>
                  <a:pt x="0" y="40705"/>
                </a:lnTo>
                <a:lnTo>
                  <a:pt x="0" y="48954"/>
                </a:lnTo>
                <a:lnTo>
                  <a:pt x="7620" y="48954"/>
                </a:lnTo>
                <a:close/>
                <a:moveTo>
                  <a:pt x="90004" y="43486"/>
                </a:moveTo>
                <a:cubicBezTo>
                  <a:pt x="90004" y="41589"/>
                  <a:pt x="90188" y="39722"/>
                  <a:pt x="90555" y="37885"/>
                </a:cubicBezTo>
                <a:cubicBezTo>
                  <a:pt x="90922" y="36048"/>
                  <a:pt x="91549" y="34426"/>
                  <a:pt x="92436" y="33019"/>
                </a:cubicBezTo>
                <a:cubicBezTo>
                  <a:pt x="93325" y="31610"/>
                  <a:pt x="94503" y="30462"/>
                  <a:pt x="95972" y="29575"/>
                </a:cubicBezTo>
                <a:cubicBezTo>
                  <a:pt x="97442" y="28687"/>
                  <a:pt x="99278" y="28243"/>
                  <a:pt x="101481" y="28243"/>
                </a:cubicBezTo>
                <a:cubicBezTo>
                  <a:pt x="103685" y="28243"/>
                  <a:pt x="105537" y="28687"/>
                  <a:pt x="107036" y="29575"/>
                </a:cubicBezTo>
                <a:cubicBezTo>
                  <a:pt x="108536" y="30462"/>
                  <a:pt x="109729" y="31610"/>
                  <a:pt x="110616" y="33019"/>
                </a:cubicBezTo>
                <a:cubicBezTo>
                  <a:pt x="111505" y="34426"/>
                  <a:pt x="112132" y="36048"/>
                  <a:pt x="112499" y="37885"/>
                </a:cubicBezTo>
                <a:cubicBezTo>
                  <a:pt x="112866" y="39722"/>
                  <a:pt x="113050" y="41589"/>
                  <a:pt x="113050" y="43486"/>
                </a:cubicBezTo>
                <a:cubicBezTo>
                  <a:pt x="113050" y="45384"/>
                  <a:pt x="112866" y="47236"/>
                  <a:pt x="112499" y="49042"/>
                </a:cubicBezTo>
                <a:cubicBezTo>
                  <a:pt x="112132" y="50848"/>
                  <a:pt x="111505" y="52470"/>
                  <a:pt x="110616" y="53909"/>
                </a:cubicBezTo>
                <a:cubicBezTo>
                  <a:pt x="109729" y="55348"/>
                  <a:pt x="108536" y="56495"/>
                  <a:pt x="107036" y="57353"/>
                </a:cubicBezTo>
                <a:cubicBezTo>
                  <a:pt x="105537" y="58209"/>
                  <a:pt x="103685" y="58637"/>
                  <a:pt x="101481" y="58637"/>
                </a:cubicBezTo>
                <a:cubicBezTo>
                  <a:pt x="99278" y="58637"/>
                  <a:pt x="97442" y="58209"/>
                  <a:pt x="95972" y="57353"/>
                </a:cubicBezTo>
                <a:cubicBezTo>
                  <a:pt x="94503" y="56495"/>
                  <a:pt x="93325" y="55348"/>
                  <a:pt x="92436" y="53909"/>
                </a:cubicBezTo>
                <a:cubicBezTo>
                  <a:pt x="91549" y="52470"/>
                  <a:pt x="90922" y="50848"/>
                  <a:pt x="90555" y="49042"/>
                </a:cubicBezTo>
                <a:cubicBezTo>
                  <a:pt x="90188" y="47236"/>
                  <a:pt x="90004" y="45384"/>
                  <a:pt x="90004" y="43486"/>
                </a:cubicBezTo>
                <a:moveTo>
                  <a:pt x="76967" y="43488"/>
                </a:moveTo>
                <a:cubicBezTo>
                  <a:pt x="76967" y="47289"/>
                  <a:pt x="77549" y="50722"/>
                  <a:pt x="78712" y="53787"/>
                </a:cubicBezTo>
                <a:cubicBezTo>
                  <a:pt x="79874" y="56853"/>
                  <a:pt x="81527" y="59474"/>
                  <a:pt x="83669" y="61651"/>
                </a:cubicBezTo>
                <a:cubicBezTo>
                  <a:pt x="85812" y="63827"/>
                  <a:pt x="88383" y="65498"/>
                  <a:pt x="91382" y="66663"/>
                </a:cubicBezTo>
                <a:cubicBezTo>
                  <a:pt x="94381" y="67828"/>
                  <a:pt x="97748" y="68410"/>
                  <a:pt x="101481" y="68410"/>
                </a:cubicBezTo>
                <a:cubicBezTo>
                  <a:pt x="105215" y="68410"/>
                  <a:pt x="108597" y="67828"/>
                  <a:pt x="111626" y="66663"/>
                </a:cubicBezTo>
                <a:cubicBezTo>
                  <a:pt x="114656" y="65498"/>
                  <a:pt x="117242" y="63827"/>
                  <a:pt x="119385" y="61651"/>
                </a:cubicBezTo>
                <a:cubicBezTo>
                  <a:pt x="121527" y="59474"/>
                  <a:pt x="123180" y="56853"/>
                  <a:pt x="124343" y="53787"/>
                </a:cubicBezTo>
                <a:cubicBezTo>
                  <a:pt x="125505" y="50722"/>
                  <a:pt x="126087" y="47289"/>
                  <a:pt x="126087" y="43488"/>
                </a:cubicBezTo>
                <a:cubicBezTo>
                  <a:pt x="126087" y="39687"/>
                  <a:pt x="125505" y="36238"/>
                  <a:pt x="124343" y="33142"/>
                </a:cubicBezTo>
                <a:cubicBezTo>
                  <a:pt x="123180" y="30045"/>
                  <a:pt x="121527" y="27408"/>
                  <a:pt x="119385" y="25232"/>
                </a:cubicBezTo>
                <a:cubicBezTo>
                  <a:pt x="117242" y="23055"/>
                  <a:pt x="114656" y="21369"/>
                  <a:pt x="111626" y="20173"/>
                </a:cubicBezTo>
                <a:cubicBezTo>
                  <a:pt x="108597" y="18978"/>
                  <a:pt x="105215" y="18380"/>
                  <a:pt x="101481" y="18380"/>
                </a:cubicBezTo>
                <a:cubicBezTo>
                  <a:pt x="97748" y="18380"/>
                  <a:pt x="94381" y="18978"/>
                  <a:pt x="91382" y="20173"/>
                </a:cubicBezTo>
                <a:cubicBezTo>
                  <a:pt x="88383" y="21369"/>
                  <a:pt x="85812" y="23055"/>
                  <a:pt x="83669" y="25232"/>
                </a:cubicBezTo>
                <a:cubicBezTo>
                  <a:pt x="81527" y="27408"/>
                  <a:pt x="79874" y="30045"/>
                  <a:pt x="78712" y="33142"/>
                </a:cubicBezTo>
                <a:cubicBezTo>
                  <a:pt x="77549" y="36238"/>
                  <a:pt x="76967" y="39687"/>
                  <a:pt x="76967" y="43488"/>
                </a:cubicBezTo>
                <a:close/>
                <a:moveTo>
                  <a:pt x="178817" y="67105"/>
                </a:moveTo>
                <a:lnTo>
                  <a:pt x="178817" y="19725"/>
                </a:lnTo>
                <a:lnTo>
                  <a:pt x="165780" y="19725"/>
                </a:lnTo>
                <a:lnTo>
                  <a:pt x="165780" y="44545"/>
                </a:lnTo>
                <a:cubicBezTo>
                  <a:pt x="165780" y="49368"/>
                  <a:pt x="164985" y="52833"/>
                  <a:pt x="163393" y="54940"/>
                </a:cubicBezTo>
                <a:cubicBezTo>
                  <a:pt x="161802" y="57046"/>
                  <a:pt x="159231" y="58099"/>
                  <a:pt x="155681" y="58099"/>
                </a:cubicBezTo>
                <a:cubicBezTo>
                  <a:pt x="152559" y="58099"/>
                  <a:pt x="150386" y="57138"/>
                  <a:pt x="149161" y="55215"/>
                </a:cubicBezTo>
                <a:cubicBezTo>
                  <a:pt x="147938" y="53291"/>
                  <a:pt x="147326" y="50375"/>
                  <a:pt x="147326" y="46468"/>
                </a:cubicBezTo>
                <a:lnTo>
                  <a:pt x="147326" y="19725"/>
                </a:lnTo>
                <a:lnTo>
                  <a:pt x="134289" y="19725"/>
                </a:lnTo>
                <a:lnTo>
                  <a:pt x="134289" y="48883"/>
                </a:lnTo>
                <a:cubicBezTo>
                  <a:pt x="134289" y="51816"/>
                  <a:pt x="134549" y="54491"/>
                  <a:pt x="135069" y="56906"/>
                </a:cubicBezTo>
                <a:cubicBezTo>
                  <a:pt x="135589" y="59320"/>
                  <a:pt x="136492" y="61368"/>
                  <a:pt x="137777" y="63049"/>
                </a:cubicBezTo>
                <a:cubicBezTo>
                  <a:pt x="139063" y="64730"/>
                  <a:pt x="140823" y="66029"/>
                  <a:pt x="143057" y="66946"/>
                </a:cubicBezTo>
                <a:cubicBezTo>
                  <a:pt x="145291" y="67863"/>
                  <a:pt x="148153" y="68321"/>
                  <a:pt x="151642" y="68321"/>
                </a:cubicBezTo>
                <a:cubicBezTo>
                  <a:pt x="154396" y="68321"/>
                  <a:pt x="157089" y="67707"/>
                  <a:pt x="159721" y="66480"/>
                </a:cubicBezTo>
                <a:cubicBezTo>
                  <a:pt x="162353" y="65252"/>
                  <a:pt x="164495" y="63256"/>
                  <a:pt x="166147" y="60494"/>
                </a:cubicBezTo>
                <a:lnTo>
                  <a:pt x="166423" y="60494"/>
                </a:lnTo>
                <a:lnTo>
                  <a:pt x="166423" y="67105"/>
                </a:lnTo>
                <a:lnTo>
                  <a:pt x="178817" y="67105"/>
                </a:lnTo>
                <a:close/>
                <a:moveTo>
                  <a:pt x="205135" y="19725"/>
                </a:moveTo>
                <a:lnTo>
                  <a:pt x="205135" y="5469"/>
                </a:lnTo>
                <a:lnTo>
                  <a:pt x="192098" y="5469"/>
                </a:lnTo>
                <a:lnTo>
                  <a:pt x="192098" y="19725"/>
                </a:lnTo>
                <a:lnTo>
                  <a:pt x="184203" y="19725"/>
                </a:lnTo>
                <a:lnTo>
                  <a:pt x="184203" y="28422"/>
                </a:lnTo>
                <a:lnTo>
                  <a:pt x="192098" y="28422"/>
                </a:lnTo>
                <a:lnTo>
                  <a:pt x="192098" y="56409"/>
                </a:lnTo>
                <a:cubicBezTo>
                  <a:pt x="192098" y="58795"/>
                  <a:pt x="192496" y="60722"/>
                  <a:pt x="193292" y="62190"/>
                </a:cubicBezTo>
                <a:cubicBezTo>
                  <a:pt x="194088" y="63658"/>
                  <a:pt x="195174" y="64790"/>
                  <a:pt x="196550" y="65586"/>
                </a:cubicBezTo>
                <a:cubicBezTo>
                  <a:pt x="197928" y="66381"/>
                  <a:pt x="199519" y="66916"/>
                  <a:pt x="201325" y="67190"/>
                </a:cubicBezTo>
                <a:cubicBezTo>
                  <a:pt x="203131" y="67466"/>
                  <a:pt x="205044" y="67603"/>
                  <a:pt x="207064" y="67603"/>
                </a:cubicBezTo>
                <a:cubicBezTo>
                  <a:pt x="208349" y="67603"/>
                  <a:pt x="209665" y="67573"/>
                  <a:pt x="211012" y="67514"/>
                </a:cubicBezTo>
                <a:cubicBezTo>
                  <a:pt x="212359" y="67454"/>
                  <a:pt x="213583" y="67334"/>
                  <a:pt x="214684" y="67155"/>
                </a:cubicBezTo>
                <a:lnTo>
                  <a:pt x="214684" y="57015"/>
                </a:lnTo>
                <a:cubicBezTo>
                  <a:pt x="214072" y="57137"/>
                  <a:pt x="213430" y="57229"/>
                  <a:pt x="212756" y="57291"/>
                </a:cubicBezTo>
                <a:cubicBezTo>
                  <a:pt x="212083" y="57352"/>
                  <a:pt x="211379" y="57382"/>
                  <a:pt x="210645" y="57382"/>
                </a:cubicBezTo>
                <a:cubicBezTo>
                  <a:pt x="208441" y="57382"/>
                  <a:pt x="206971" y="57016"/>
                  <a:pt x="206236" y="56282"/>
                </a:cubicBezTo>
                <a:cubicBezTo>
                  <a:pt x="205502" y="55549"/>
                  <a:pt x="205135" y="54083"/>
                  <a:pt x="205135" y="51884"/>
                </a:cubicBezTo>
                <a:lnTo>
                  <a:pt x="205135" y="28422"/>
                </a:lnTo>
                <a:lnTo>
                  <a:pt x="214684" y="28422"/>
                </a:lnTo>
                <a:lnTo>
                  <a:pt x="214684" y="19725"/>
                </a:lnTo>
                <a:lnTo>
                  <a:pt x="205135" y="19725"/>
                </a:lnTo>
                <a:close/>
                <a:moveTo>
                  <a:pt x="244707" y="58637"/>
                </a:moveTo>
                <a:cubicBezTo>
                  <a:pt x="242625" y="58637"/>
                  <a:pt x="240850" y="58209"/>
                  <a:pt x="239381" y="57353"/>
                </a:cubicBezTo>
                <a:cubicBezTo>
                  <a:pt x="237913" y="56495"/>
                  <a:pt x="236734" y="55378"/>
                  <a:pt x="235846" y="54000"/>
                </a:cubicBezTo>
                <a:cubicBezTo>
                  <a:pt x="234959" y="52623"/>
                  <a:pt x="234316" y="51016"/>
                  <a:pt x="233919" y="49180"/>
                </a:cubicBezTo>
                <a:cubicBezTo>
                  <a:pt x="233521" y="47343"/>
                  <a:pt x="233322" y="45475"/>
                  <a:pt x="233322" y="43577"/>
                </a:cubicBezTo>
                <a:cubicBezTo>
                  <a:pt x="233322" y="41619"/>
                  <a:pt x="233505" y="39722"/>
                  <a:pt x="233872" y="37885"/>
                </a:cubicBezTo>
                <a:cubicBezTo>
                  <a:pt x="234239" y="36048"/>
                  <a:pt x="234867" y="34426"/>
                  <a:pt x="235754" y="33019"/>
                </a:cubicBezTo>
                <a:cubicBezTo>
                  <a:pt x="236642" y="31610"/>
                  <a:pt x="237805" y="30462"/>
                  <a:pt x="239243" y="29575"/>
                </a:cubicBezTo>
                <a:cubicBezTo>
                  <a:pt x="240682" y="28687"/>
                  <a:pt x="242472" y="28243"/>
                  <a:pt x="244615" y="28243"/>
                </a:cubicBezTo>
                <a:cubicBezTo>
                  <a:pt x="246696" y="28243"/>
                  <a:pt x="248456" y="28687"/>
                  <a:pt x="249895" y="29575"/>
                </a:cubicBezTo>
                <a:cubicBezTo>
                  <a:pt x="251333" y="30462"/>
                  <a:pt x="252511" y="31626"/>
                  <a:pt x="253429" y="33065"/>
                </a:cubicBezTo>
                <a:cubicBezTo>
                  <a:pt x="254347" y="34503"/>
                  <a:pt x="255005" y="36140"/>
                  <a:pt x="255403" y="37976"/>
                </a:cubicBezTo>
                <a:cubicBezTo>
                  <a:pt x="255801" y="39813"/>
                  <a:pt x="256000" y="41680"/>
                  <a:pt x="256000" y="43577"/>
                </a:cubicBezTo>
                <a:cubicBezTo>
                  <a:pt x="256000" y="45475"/>
                  <a:pt x="255817" y="47343"/>
                  <a:pt x="255449" y="49180"/>
                </a:cubicBezTo>
                <a:cubicBezTo>
                  <a:pt x="255082" y="51016"/>
                  <a:pt x="254455" y="52623"/>
                  <a:pt x="253567" y="54000"/>
                </a:cubicBezTo>
                <a:cubicBezTo>
                  <a:pt x="252679" y="55378"/>
                  <a:pt x="251517" y="56495"/>
                  <a:pt x="250078" y="57353"/>
                </a:cubicBezTo>
                <a:cubicBezTo>
                  <a:pt x="248640" y="58209"/>
                  <a:pt x="246850" y="58637"/>
                  <a:pt x="244707" y="58637"/>
                </a:cubicBezTo>
                <a:moveTo>
                  <a:pt x="220744" y="19696"/>
                </a:moveTo>
                <a:lnTo>
                  <a:pt x="220744" y="83742"/>
                </a:lnTo>
                <a:lnTo>
                  <a:pt x="233781" y="83742"/>
                </a:lnTo>
                <a:lnTo>
                  <a:pt x="233781" y="61312"/>
                </a:lnTo>
                <a:lnTo>
                  <a:pt x="233965" y="61312"/>
                </a:lnTo>
                <a:cubicBezTo>
                  <a:pt x="235556" y="63648"/>
                  <a:pt x="237591" y="65415"/>
                  <a:pt x="240070" y="66613"/>
                </a:cubicBezTo>
                <a:cubicBezTo>
                  <a:pt x="242549" y="67811"/>
                  <a:pt x="245257" y="68410"/>
                  <a:pt x="248195" y="68410"/>
                </a:cubicBezTo>
                <a:cubicBezTo>
                  <a:pt x="251685" y="68410"/>
                  <a:pt x="254730" y="67736"/>
                  <a:pt x="257331" y="66387"/>
                </a:cubicBezTo>
                <a:cubicBezTo>
                  <a:pt x="259932" y="65039"/>
                  <a:pt x="262105" y="63230"/>
                  <a:pt x="263849" y="60962"/>
                </a:cubicBezTo>
                <a:cubicBezTo>
                  <a:pt x="265594" y="58693"/>
                  <a:pt x="266895" y="56087"/>
                  <a:pt x="267751" y="53144"/>
                </a:cubicBezTo>
                <a:cubicBezTo>
                  <a:pt x="268608" y="50201"/>
                  <a:pt x="269037" y="47136"/>
                  <a:pt x="269037" y="43947"/>
                </a:cubicBezTo>
                <a:cubicBezTo>
                  <a:pt x="269037" y="40575"/>
                  <a:pt x="268608" y="37340"/>
                  <a:pt x="267751" y="34244"/>
                </a:cubicBezTo>
                <a:cubicBezTo>
                  <a:pt x="266895" y="31148"/>
                  <a:pt x="265579" y="28436"/>
                  <a:pt x="263803" y="26106"/>
                </a:cubicBezTo>
                <a:cubicBezTo>
                  <a:pt x="262029" y="23776"/>
                  <a:pt x="259795" y="21906"/>
                  <a:pt x="257101" y="20496"/>
                </a:cubicBezTo>
                <a:cubicBezTo>
                  <a:pt x="254409" y="19085"/>
                  <a:pt x="251195" y="18380"/>
                  <a:pt x="247461" y="18380"/>
                </a:cubicBezTo>
                <a:cubicBezTo>
                  <a:pt x="244523" y="18380"/>
                  <a:pt x="241830" y="18964"/>
                  <a:pt x="239381" y="20131"/>
                </a:cubicBezTo>
                <a:cubicBezTo>
                  <a:pt x="236933" y="21299"/>
                  <a:pt x="234913" y="23173"/>
                  <a:pt x="233322" y="25755"/>
                </a:cubicBezTo>
                <a:lnTo>
                  <a:pt x="233138" y="25755"/>
                </a:lnTo>
                <a:lnTo>
                  <a:pt x="233138" y="19696"/>
                </a:lnTo>
                <a:lnTo>
                  <a:pt x="220744" y="19696"/>
                </a:lnTo>
                <a:close/>
                <a:moveTo>
                  <a:pt x="321125" y="67105"/>
                </a:moveTo>
                <a:lnTo>
                  <a:pt x="321125" y="19725"/>
                </a:lnTo>
                <a:lnTo>
                  <a:pt x="308088" y="19725"/>
                </a:lnTo>
                <a:lnTo>
                  <a:pt x="308088" y="44545"/>
                </a:lnTo>
                <a:cubicBezTo>
                  <a:pt x="308088" y="49368"/>
                  <a:pt x="307292" y="52833"/>
                  <a:pt x="305701" y="54940"/>
                </a:cubicBezTo>
                <a:cubicBezTo>
                  <a:pt x="304109" y="57046"/>
                  <a:pt x="301539" y="58099"/>
                  <a:pt x="297989" y="58099"/>
                </a:cubicBezTo>
                <a:cubicBezTo>
                  <a:pt x="294867" y="58099"/>
                  <a:pt x="292693" y="57138"/>
                  <a:pt x="291469" y="55215"/>
                </a:cubicBezTo>
                <a:cubicBezTo>
                  <a:pt x="290245" y="53291"/>
                  <a:pt x="289634" y="50375"/>
                  <a:pt x="289634" y="46468"/>
                </a:cubicBezTo>
                <a:lnTo>
                  <a:pt x="289634" y="19725"/>
                </a:lnTo>
                <a:lnTo>
                  <a:pt x="276597" y="19725"/>
                </a:lnTo>
                <a:lnTo>
                  <a:pt x="276597" y="48883"/>
                </a:lnTo>
                <a:cubicBezTo>
                  <a:pt x="276597" y="51816"/>
                  <a:pt x="276857" y="54491"/>
                  <a:pt x="277377" y="56906"/>
                </a:cubicBezTo>
                <a:cubicBezTo>
                  <a:pt x="277897" y="59320"/>
                  <a:pt x="278800" y="61368"/>
                  <a:pt x="280085" y="63049"/>
                </a:cubicBezTo>
                <a:cubicBezTo>
                  <a:pt x="281371" y="64730"/>
                  <a:pt x="283131" y="66029"/>
                  <a:pt x="285365" y="66946"/>
                </a:cubicBezTo>
                <a:cubicBezTo>
                  <a:pt x="287599" y="67863"/>
                  <a:pt x="290461" y="68321"/>
                  <a:pt x="293950" y="68321"/>
                </a:cubicBezTo>
                <a:cubicBezTo>
                  <a:pt x="296704" y="68321"/>
                  <a:pt x="299397" y="67707"/>
                  <a:pt x="302029" y="66480"/>
                </a:cubicBezTo>
                <a:cubicBezTo>
                  <a:pt x="304661" y="65252"/>
                  <a:pt x="306803" y="63256"/>
                  <a:pt x="308455" y="60494"/>
                </a:cubicBezTo>
                <a:lnTo>
                  <a:pt x="308731" y="60494"/>
                </a:lnTo>
                <a:lnTo>
                  <a:pt x="308731" y="67105"/>
                </a:lnTo>
                <a:lnTo>
                  <a:pt x="321125" y="67105"/>
                </a:lnTo>
                <a:close/>
                <a:moveTo>
                  <a:pt x="347444" y="19725"/>
                </a:moveTo>
                <a:lnTo>
                  <a:pt x="347444" y="5469"/>
                </a:lnTo>
                <a:lnTo>
                  <a:pt x="334407" y="5469"/>
                </a:lnTo>
                <a:lnTo>
                  <a:pt x="334407" y="19725"/>
                </a:lnTo>
                <a:lnTo>
                  <a:pt x="326511" y="19725"/>
                </a:lnTo>
                <a:lnTo>
                  <a:pt x="326511" y="28422"/>
                </a:lnTo>
                <a:lnTo>
                  <a:pt x="334407" y="28422"/>
                </a:lnTo>
                <a:lnTo>
                  <a:pt x="334407" y="56409"/>
                </a:lnTo>
                <a:cubicBezTo>
                  <a:pt x="334407" y="58795"/>
                  <a:pt x="334805" y="60722"/>
                  <a:pt x="335600" y="62190"/>
                </a:cubicBezTo>
                <a:cubicBezTo>
                  <a:pt x="336396" y="63658"/>
                  <a:pt x="337482" y="64790"/>
                  <a:pt x="338859" y="65586"/>
                </a:cubicBezTo>
                <a:cubicBezTo>
                  <a:pt x="340237" y="66381"/>
                  <a:pt x="341828" y="66916"/>
                  <a:pt x="343633" y="67190"/>
                </a:cubicBezTo>
                <a:cubicBezTo>
                  <a:pt x="345440" y="67466"/>
                  <a:pt x="347353" y="67603"/>
                  <a:pt x="349373" y="67603"/>
                </a:cubicBezTo>
                <a:cubicBezTo>
                  <a:pt x="350658" y="67603"/>
                  <a:pt x="351974" y="67573"/>
                  <a:pt x="353321" y="67514"/>
                </a:cubicBezTo>
                <a:cubicBezTo>
                  <a:pt x="354668" y="67454"/>
                  <a:pt x="355892" y="67334"/>
                  <a:pt x="356993" y="67155"/>
                </a:cubicBezTo>
                <a:lnTo>
                  <a:pt x="356993" y="57015"/>
                </a:lnTo>
                <a:cubicBezTo>
                  <a:pt x="356381" y="57137"/>
                  <a:pt x="355738" y="57229"/>
                  <a:pt x="355065" y="57291"/>
                </a:cubicBezTo>
                <a:cubicBezTo>
                  <a:pt x="354392" y="57352"/>
                  <a:pt x="353688" y="57382"/>
                  <a:pt x="352954" y="57382"/>
                </a:cubicBezTo>
                <a:cubicBezTo>
                  <a:pt x="350750" y="57382"/>
                  <a:pt x="349280" y="57016"/>
                  <a:pt x="348545" y="56282"/>
                </a:cubicBezTo>
                <a:cubicBezTo>
                  <a:pt x="347811" y="55549"/>
                  <a:pt x="347444" y="54083"/>
                  <a:pt x="347444" y="51884"/>
                </a:cubicBezTo>
                <a:lnTo>
                  <a:pt x="347444" y="28422"/>
                </a:lnTo>
                <a:lnTo>
                  <a:pt x="356993" y="28422"/>
                </a:lnTo>
                <a:lnTo>
                  <a:pt x="356993" y="19725"/>
                </a:lnTo>
                <a:lnTo>
                  <a:pt x="347444" y="19725"/>
                </a:lnTo>
                <a:close/>
                <a:moveTo>
                  <a:pt x="378109" y="34698"/>
                </a:moveTo>
                <a:lnTo>
                  <a:pt x="378109" y="20532"/>
                </a:lnTo>
                <a:lnTo>
                  <a:pt x="363695" y="20532"/>
                </a:lnTo>
                <a:lnTo>
                  <a:pt x="363695" y="34698"/>
                </a:lnTo>
                <a:lnTo>
                  <a:pt x="378109" y="34698"/>
                </a:lnTo>
                <a:moveTo>
                  <a:pt x="363695" y="52989"/>
                </a:moveTo>
                <a:lnTo>
                  <a:pt x="363695" y="67155"/>
                </a:lnTo>
                <a:lnTo>
                  <a:pt x="378109" y="67155"/>
                </a:lnTo>
                <a:lnTo>
                  <a:pt x="378109" y="52989"/>
                </a:lnTo>
                <a:lnTo>
                  <a:pt x="363695" y="52989"/>
                </a:lnTo>
                <a:close/>
                <a:moveTo>
                  <a:pt x="414833" y="0"/>
                </a:moveTo>
                <a:lnTo>
                  <a:pt x="414833" y="83742"/>
                </a:lnTo>
                <a:lnTo>
                  <a:pt x="439072" y="83742"/>
                </a:lnTo>
                <a:lnTo>
                  <a:pt x="439072" y="73431"/>
                </a:lnTo>
                <a:lnTo>
                  <a:pt x="427872" y="73431"/>
                </a:lnTo>
                <a:lnTo>
                  <a:pt x="427872" y="10311"/>
                </a:lnTo>
                <a:lnTo>
                  <a:pt x="439072" y="10311"/>
                </a:lnTo>
                <a:lnTo>
                  <a:pt x="439072" y="0"/>
                </a:lnTo>
                <a:lnTo>
                  <a:pt x="414833" y="0"/>
                </a:lnTo>
                <a:close/>
                <a:moveTo>
                  <a:pt x="454160" y="34738"/>
                </a:moveTo>
                <a:cubicBezTo>
                  <a:pt x="454160" y="33637"/>
                  <a:pt x="454175" y="32308"/>
                  <a:pt x="454206" y="30750"/>
                </a:cubicBezTo>
                <a:cubicBezTo>
                  <a:pt x="454237" y="29192"/>
                  <a:pt x="454344" y="27588"/>
                  <a:pt x="454527" y="25938"/>
                </a:cubicBezTo>
                <a:cubicBezTo>
                  <a:pt x="454711" y="24288"/>
                  <a:pt x="455017" y="22654"/>
                  <a:pt x="455444" y="21035"/>
                </a:cubicBezTo>
                <a:cubicBezTo>
                  <a:pt x="455873" y="19416"/>
                  <a:pt x="456470" y="17964"/>
                  <a:pt x="457235" y="16681"/>
                </a:cubicBezTo>
                <a:cubicBezTo>
                  <a:pt x="458001" y="15398"/>
                  <a:pt x="458980" y="14359"/>
                  <a:pt x="460174" y="13565"/>
                </a:cubicBezTo>
                <a:cubicBezTo>
                  <a:pt x="461368" y="12770"/>
                  <a:pt x="462852" y="12373"/>
                  <a:pt x="464626" y="12373"/>
                </a:cubicBezTo>
                <a:cubicBezTo>
                  <a:pt x="466402" y="12373"/>
                  <a:pt x="467902" y="12770"/>
                  <a:pt x="469126" y="13565"/>
                </a:cubicBezTo>
                <a:cubicBezTo>
                  <a:pt x="470350" y="14359"/>
                  <a:pt x="471360" y="15398"/>
                  <a:pt x="472156" y="16681"/>
                </a:cubicBezTo>
                <a:cubicBezTo>
                  <a:pt x="472952" y="17964"/>
                  <a:pt x="473549" y="19416"/>
                  <a:pt x="473947" y="21035"/>
                </a:cubicBezTo>
                <a:cubicBezTo>
                  <a:pt x="474344" y="22654"/>
                  <a:pt x="474650" y="24288"/>
                  <a:pt x="474864" y="25938"/>
                </a:cubicBezTo>
                <a:cubicBezTo>
                  <a:pt x="475078" y="27588"/>
                  <a:pt x="475200" y="29192"/>
                  <a:pt x="475231" y="30750"/>
                </a:cubicBezTo>
                <a:cubicBezTo>
                  <a:pt x="475262" y="32308"/>
                  <a:pt x="475277" y="33637"/>
                  <a:pt x="475277" y="34738"/>
                </a:cubicBezTo>
                <a:cubicBezTo>
                  <a:pt x="475277" y="36570"/>
                  <a:pt x="475216" y="38785"/>
                  <a:pt x="475094" y="41382"/>
                </a:cubicBezTo>
                <a:cubicBezTo>
                  <a:pt x="474972" y="43979"/>
                  <a:pt x="474589" y="46485"/>
                  <a:pt x="473947" y="48898"/>
                </a:cubicBezTo>
                <a:cubicBezTo>
                  <a:pt x="473304" y="51311"/>
                  <a:pt x="472263" y="53374"/>
                  <a:pt x="470824" y="55085"/>
                </a:cubicBezTo>
                <a:cubicBezTo>
                  <a:pt x="469386" y="56796"/>
                  <a:pt x="467320" y="57651"/>
                  <a:pt x="464626" y="57651"/>
                </a:cubicBezTo>
                <a:cubicBezTo>
                  <a:pt x="461994" y="57651"/>
                  <a:pt x="459974" y="56796"/>
                  <a:pt x="458566" y="55085"/>
                </a:cubicBezTo>
                <a:cubicBezTo>
                  <a:pt x="457158" y="53374"/>
                  <a:pt x="456133" y="51311"/>
                  <a:pt x="455491" y="48898"/>
                </a:cubicBezTo>
                <a:cubicBezTo>
                  <a:pt x="454848" y="46485"/>
                  <a:pt x="454466" y="43979"/>
                  <a:pt x="454343" y="41382"/>
                </a:cubicBezTo>
                <a:cubicBezTo>
                  <a:pt x="454221" y="38785"/>
                  <a:pt x="454160" y="36570"/>
                  <a:pt x="454160" y="34738"/>
                </a:cubicBezTo>
                <a:moveTo>
                  <a:pt x="441123" y="34738"/>
                </a:moveTo>
                <a:cubicBezTo>
                  <a:pt x="441123" y="41160"/>
                  <a:pt x="441750" y="46528"/>
                  <a:pt x="443004" y="50841"/>
                </a:cubicBezTo>
                <a:cubicBezTo>
                  <a:pt x="444259" y="55153"/>
                  <a:pt x="445958" y="58594"/>
                  <a:pt x="448101" y="61163"/>
                </a:cubicBezTo>
                <a:cubicBezTo>
                  <a:pt x="450243" y="63733"/>
                  <a:pt x="452737" y="65568"/>
                  <a:pt x="455583" y="66669"/>
                </a:cubicBezTo>
                <a:cubicBezTo>
                  <a:pt x="458430" y="67770"/>
                  <a:pt x="461444" y="68321"/>
                  <a:pt x="464626" y="68321"/>
                </a:cubicBezTo>
                <a:cubicBezTo>
                  <a:pt x="467871" y="68321"/>
                  <a:pt x="470916" y="67770"/>
                  <a:pt x="473762" y="66669"/>
                </a:cubicBezTo>
                <a:cubicBezTo>
                  <a:pt x="476608" y="65568"/>
                  <a:pt x="479118" y="63733"/>
                  <a:pt x="481290" y="61163"/>
                </a:cubicBezTo>
                <a:cubicBezTo>
                  <a:pt x="483464" y="58594"/>
                  <a:pt x="485177" y="55153"/>
                  <a:pt x="486432" y="50841"/>
                </a:cubicBezTo>
                <a:cubicBezTo>
                  <a:pt x="487687" y="46528"/>
                  <a:pt x="488315" y="41160"/>
                  <a:pt x="488315" y="34738"/>
                </a:cubicBezTo>
                <a:cubicBezTo>
                  <a:pt x="488315" y="28499"/>
                  <a:pt x="487687" y="23254"/>
                  <a:pt x="486432" y="19002"/>
                </a:cubicBezTo>
                <a:cubicBezTo>
                  <a:pt x="485177" y="14751"/>
                  <a:pt x="483464" y="11341"/>
                  <a:pt x="481290" y="8771"/>
                </a:cubicBezTo>
                <a:cubicBezTo>
                  <a:pt x="479118" y="6202"/>
                  <a:pt x="476608" y="4367"/>
                  <a:pt x="473762" y="3266"/>
                </a:cubicBezTo>
                <a:cubicBezTo>
                  <a:pt x="470916" y="2164"/>
                  <a:pt x="467871" y="1614"/>
                  <a:pt x="464626" y="1614"/>
                </a:cubicBezTo>
                <a:cubicBezTo>
                  <a:pt x="461444" y="1614"/>
                  <a:pt x="458430" y="2164"/>
                  <a:pt x="455583" y="3266"/>
                </a:cubicBezTo>
                <a:cubicBezTo>
                  <a:pt x="452737" y="4367"/>
                  <a:pt x="450243" y="6202"/>
                  <a:pt x="448101" y="8771"/>
                </a:cubicBezTo>
                <a:cubicBezTo>
                  <a:pt x="445958" y="11341"/>
                  <a:pt x="444259" y="14751"/>
                  <a:pt x="443004" y="19002"/>
                </a:cubicBezTo>
                <a:cubicBezTo>
                  <a:pt x="441750" y="23254"/>
                  <a:pt x="441123" y="28499"/>
                  <a:pt x="441123" y="34738"/>
                </a:cubicBezTo>
                <a:close/>
                <a:moveTo>
                  <a:pt x="496057" y="52989"/>
                </a:moveTo>
                <a:lnTo>
                  <a:pt x="496057" y="67155"/>
                </a:lnTo>
                <a:lnTo>
                  <a:pt x="502667" y="67155"/>
                </a:lnTo>
                <a:cubicBezTo>
                  <a:pt x="502728" y="68135"/>
                  <a:pt x="502606" y="69099"/>
                  <a:pt x="502300" y="70048"/>
                </a:cubicBezTo>
                <a:cubicBezTo>
                  <a:pt x="501993" y="70997"/>
                  <a:pt x="501534" y="71854"/>
                  <a:pt x="500922" y="72619"/>
                </a:cubicBezTo>
                <a:cubicBezTo>
                  <a:pt x="500311" y="73385"/>
                  <a:pt x="499592" y="74043"/>
                  <a:pt x="498765" y="74594"/>
                </a:cubicBezTo>
                <a:cubicBezTo>
                  <a:pt x="497938" y="75145"/>
                  <a:pt x="497066" y="75512"/>
                  <a:pt x="496148" y="75695"/>
                </a:cubicBezTo>
                <a:lnTo>
                  <a:pt x="496148" y="82308"/>
                </a:lnTo>
                <a:cubicBezTo>
                  <a:pt x="498107" y="82001"/>
                  <a:pt x="499958" y="81434"/>
                  <a:pt x="501703" y="80607"/>
                </a:cubicBezTo>
                <a:cubicBezTo>
                  <a:pt x="503447" y="79780"/>
                  <a:pt x="504962" y="78723"/>
                  <a:pt x="506247" y="77437"/>
                </a:cubicBezTo>
                <a:cubicBezTo>
                  <a:pt x="507533" y="76150"/>
                  <a:pt x="508559" y="74633"/>
                  <a:pt x="509324" y="72886"/>
                </a:cubicBezTo>
                <a:cubicBezTo>
                  <a:pt x="510089" y="71141"/>
                  <a:pt x="510471" y="69226"/>
                  <a:pt x="510471" y="67142"/>
                </a:cubicBezTo>
                <a:lnTo>
                  <a:pt x="510471" y="52989"/>
                </a:lnTo>
                <a:lnTo>
                  <a:pt x="496057" y="52989"/>
                </a:lnTo>
                <a:close/>
                <a:moveTo>
                  <a:pt x="555918" y="34738"/>
                </a:moveTo>
                <a:cubicBezTo>
                  <a:pt x="555918" y="33637"/>
                  <a:pt x="555933" y="32308"/>
                  <a:pt x="555964" y="30750"/>
                </a:cubicBezTo>
                <a:cubicBezTo>
                  <a:pt x="555995" y="29192"/>
                  <a:pt x="556102" y="27588"/>
                  <a:pt x="556285" y="25938"/>
                </a:cubicBezTo>
                <a:cubicBezTo>
                  <a:pt x="556469" y="24288"/>
                  <a:pt x="556775" y="22654"/>
                  <a:pt x="557203" y="21035"/>
                </a:cubicBezTo>
                <a:cubicBezTo>
                  <a:pt x="557631" y="19416"/>
                  <a:pt x="558228" y="17964"/>
                  <a:pt x="558993" y="16681"/>
                </a:cubicBezTo>
                <a:cubicBezTo>
                  <a:pt x="559759" y="15398"/>
                  <a:pt x="560739" y="14359"/>
                  <a:pt x="561932" y="13565"/>
                </a:cubicBezTo>
                <a:cubicBezTo>
                  <a:pt x="563126" y="12770"/>
                  <a:pt x="564610" y="12373"/>
                  <a:pt x="566384" y="12373"/>
                </a:cubicBezTo>
                <a:cubicBezTo>
                  <a:pt x="568160" y="12373"/>
                  <a:pt x="569660" y="12770"/>
                  <a:pt x="570884" y="13565"/>
                </a:cubicBezTo>
                <a:cubicBezTo>
                  <a:pt x="572109" y="14359"/>
                  <a:pt x="573119" y="15398"/>
                  <a:pt x="573914" y="16681"/>
                </a:cubicBezTo>
                <a:cubicBezTo>
                  <a:pt x="574710" y="17964"/>
                  <a:pt x="575307" y="19416"/>
                  <a:pt x="575705" y="21035"/>
                </a:cubicBezTo>
                <a:cubicBezTo>
                  <a:pt x="576103" y="22654"/>
                  <a:pt x="576408" y="24288"/>
                  <a:pt x="576622" y="25938"/>
                </a:cubicBezTo>
                <a:cubicBezTo>
                  <a:pt x="576836" y="27588"/>
                  <a:pt x="576959" y="29192"/>
                  <a:pt x="576989" y="30750"/>
                </a:cubicBezTo>
                <a:cubicBezTo>
                  <a:pt x="577020" y="32308"/>
                  <a:pt x="577036" y="33637"/>
                  <a:pt x="577036" y="34738"/>
                </a:cubicBezTo>
                <a:cubicBezTo>
                  <a:pt x="577036" y="36570"/>
                  <a:pt x="576974" y="38785"/>
                  <a:pt x="576852" y="41382"/>
                </a:cubicBezTo>
                <a:cubicBezTo>
                  <a:pt x="576730" y="43979"/>
                  <a:pt x="576347" y="46485"/>
                  <a:pt x="575705" y="48898"/>
                </a:cubicBezTo>
                <a:cubicBezTo>
                  <a:pt x="575062" y="51311"/>
                  <a:pt x="574021" y="53374"/>
                  <a:pt x="572582" y="55085"/>
                </a:cubicBezTo>
                <a:cubicBezTo>
                  <a:pt x="571144" y="56796"/>
                  <a:pt x="569078" y="57651"/>
                  <a:pt x="566384" y="57651"/>
                </a:cubicBezTo>
                <a:cubicBezTo>
                  <a:pt x="563752" y="57651"/>
                  <a:pt x="561732" y="56796"/>
                  <a:pt x="560324" y="55085"/>
                </a:cubicBezTo>
                <a:cubicBezTo>
                  <a:pt x="558916" y="53374"/>
                  <a:pt x="557891" y="51311"/>
                  <a:pt x="557249" y="48898"/>
                </a:cubicBezTo>
                <a:cubicBezTo>
                  <a:pt x="556606" y="46485"/>
                  <a:pt x="556224" y="43979"/>
                  <a:pt x="556101" y="41382"/>
                </a:cubicBezTo>
                <a:cubicBezTo>
                  <a:pt x="555979" y="38785"/>
                  <a:pt x="555918" y="36570"/>
                  <a:pt x="555918" y="34738"/>
                </a:cubicBezTo>
                <a:moveTo>
                  <a:pt x="542881" y="34738"/>
                </a:moveTo>
                <a:cubicBezTo>
                  <a:pt x="542881" y="41160"/>
                  <a:pt x="543508" y="46528"/>
                  <a:pt x="544762" y="50841"/>
                </a:cubicBezTo>
                <a:cubicBezTo>
                  <a:pt x="546018" y="55153"/>
                  <a:pt x="547716" y="58594"/>
                  <a:pt x="549859" y="61163"/>
                </a:cubicBezTo>
                <a:cubicBezTo>
                  <a:pt x="552001" y="63733"/>
                  <a:pt x="554496" y="65568"/>
                  <a:pt x="557341" y="66669"/>
                </a:cubicBezTo>
                <a:cubicBezTo>
                  <a:pt x="560188" y="67770"/>
                  <a:pt x="563202" y="68321"/>
                  <a:pt x="566384" y="68321"/>
                </a:cubicBezTo>
                <a:cubicBezTo>
                  <a:pt x="569629" y="68321"/>
                  <a:pt x="572674" y="67770"/>
                  <a:pt x="575520" y="66669"/>
                </a:cubicBezTo>
                <a:cubicBezTo>
                  <a:pt x="578366" y="65568"/>
                  <a:pt x="580876" y="63733"/>
                  <a:pt x="583048" y="61163"/>
                </a:cubicBezTo>
                <a:cubicBezTo>
                  <a:pt x="585222" y="58594"/>
                  <a:pt x="586936" y="55153"/>
                  <a:pt x="588190" y="50841"/>
                </a:cubicBezTo>
                <a:cubicBezTo>
                  <a:pt x="589445" y="46528"/>
                  <a:pt x="590073" y="41160"/>
                  <a:pt x="590073" y="34738"/>
                </a:cubicBezTo>
                <a:cubicBezTo>
                  <a:pt x="590073" y="28499"/>
                  <a:pt x="589445" y="23254"/>
                  <a:pt x="588190" y="19002"/>
                </a:cubicBezTo>
                <a:cubicBezTo>
                  <a:pt x="586936" y="14751"/>
                  <a:pt x="585222" y="11341"/>
                  <a:pt x="583048" y="8771"/>
                </a:cubicBezTo>
                <a:cubicBezTo>
                  <a:pt x="580876" y="6202"/>
                  <a:pt x="578366" y="4367"/>
                  <a:pt x="575520" y="3266"/>
                </a:cubicBezTo>
                <a:cubicBezTo>
                  <a:pt x="572674" y="2164"/>
                  <a:pt x="569629" y="1614"/>
                  <a:pt x="566384" y="1614"/>
                </a:cubicBezTo>
                <a:cubicBezTo>
                  <a:pt x="563202" y="1614"/>
                  <a:pt x="560188" y="2164"/>
                  <a:pt x="557341" y="3266"/>
                </a:cubicBezTo>
                <a:cubicBezTo>
                  <a:pt x="554496" y="4367"/>
                  <a:pt x="552001" y="6202"/>
                  <a:pt x="549859" y="8771"/>
                </a:cubicBezTo>
                <a:cubicBezTo>
                  <a:pt x="547716" y="11341"/>
                  <a:pt x="546018" y="14751"/>
                  <a:pt x="544762" y="19002"/>
                </a:cubicBezTo>
                <a:cubicBezTo>
                  <a:pt x="543508" y="23254"/>
                  <a:pt x="542881" y="28499"/>
                  <a:pt x="542881" y="34738"/>
                </a:cubicBezTo>
                <a:close/>
                <a:moveTo>
                  <a:pt x="616544" y="83742"/>
                </a:moveTo>
                <a:lnTo>
                  <a:pt x="616544" y="0"/>
                </a:lnTo>
                <a:lnTo>
                  <a:pt x="592307" y="0"/>
                </a:lnTo>
                <a:lnTo>
                  <a:pt x="592307" y="10311"/>
                </a:lnTo>
                <a:lnTo>
                  <a:pt x="603507" y="10311"/>
                </a:lnTo>
                <a:lnTo>
                  <a:pt x="603507" y="73431"/>
                </a:lnTo>
                <a:lnTo>
                  <a:pt x="592307" y="73431"/>
                </a:lnTo>
                <a:lnTo>
                  <a:pt x="592307" y="83742"/>
                </a:lnTo>
                <a:lnTo>
                  <a:pt x="616544" y="837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24EED-CCFF-4FB4-9BB5-F9D7965F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254" y="6602980"/>
            <a:ext cx="2826279" cy="130036"/>
          </a:xfrm>
          <a:custGeom xmlns:a="http://schemas.openxmlformats.org/drawingml/2006/main">
            <a:pathLst>
              <a:path w="2826279" h="130036">
                <a:moveTo>
                  <a:pt x="2705975" y="108674"/>
                </a:moveTo>
                <a:lnTo>
                  <a:pt x="2703771" y="110342"/>
                </a:lnTo>
                <a:lnTo>
                  <a:pt x="2702042" y="112500"/>
                </a:lnTo>
                <a:lnTo>
                  <a:pt x="2700864" y="115009"/>
                </a:lnTo>
                <a:lnTo>
                  <a:pt x="2700328" y="117718"/>
                </a:lnTo>
                <a:lnTo>
                  <a:pt x="2700466" y="120487"/>
                </a:lnTo>
                <a:lnTo>
                  <a:pt x="2701247" y="123134"/>
                </a:lnTo>
                <a:lnTo>
                  <a:pt x="2702639" y="125522"/>
                </a:lnTo>
                <a:lnTo>
                  <a:pt x="2704567" y="127511"/>
                </a:lnTo>
                <a:lnTo>
                  <a:pt x="2706924" y="128980"/>
                </a:lnTo>
                <a:lnTo>
                  <a:pt x="2709556" y="129837"/>
                </a:lnTo>
                <a:lnTo>
                  <a:pt x="2712310" y="130036"/>
                </a:lnTo>
                <a:lnTo>
                  <a:pt x="2715034" y="129577"/>
                </a:lnTo>
                <a:lnTo>
                  <a:pt x="2717574" y="128475"/>
                </a:lnTo>
                <a:lnTo>
                  <a:pt x="2826279" y="64834"/>
                </a:lnTo>
                <a:lnTo>
                  <a:pt x="2717375" y="1545"/>
                </a:lnTo>
                <a:lnTo>
                  <a:pt x="2714835" y="444"/>
                </a:lnTo>
                <a:lnTo>
                  <a:pt x="2712096" y="0"/>
                </a:lnTo>
                <a:lnTo>
                  <a:pt x="2709341" y="214"/>
                </a:lnTo>
                <a:lnTo>
                  <a:pt x="2706709" y="1086"/>
                </a:lnTo>
                <a:lnTo>
                  <a:pt x="2704368" y="2555"/>
                </a:lnTo>
                <a:lnTo>
                  <a:pt x="2702455" y="4545"/>
                </a:lnTo>
                <a:lnTo>
                  <a:pt x="2701063" y="6932"/>
                </a:lnTo>
                <a:lnTo>
                  <a:pt x="2700283" y="9594"/>
                </a:lnTo>
                <a:lnTo>
                  <a:pt x="2700160" y="12349"/>
                </a:lnTo>
                <a:lnTo>
                  <a:pt x="2700711" y="15072"/>
                </a:lnTo>
                <a:lnTo>
                  <a:pt x="2701889" y="17567"/>
                </a:lnTo>
                <a:lnTo>
                  <a:pt x="2703634" y="19724"/>
                </a:lnTo>
                <a:lnTo>
                  <a:pt x="2705837" y="21392"/>
                </a:lnTo>
                <a:lnTo>
                  <a:pt x="2761019" y="53457"/>
                </a:lnTo>
                <a:lnTo>
                  <a:pt x="0" y="57948"/>
                </a:lnTo>
                <a:lnTo>
                  <a:pt x="31" y="80901"/>
                </a:lnTo>
                <a:lnTo>
                  <a:pt x="2761081" y="76410"/>
                </a:lnTo>
                <a:lnTo>
                  <a:pt x="2705975" y="10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849CF-DF08-4496-B6C8-87EC01B9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816" y="6602796"/>
            <a:ext cx="2768881" cy="130036"/>
          </a:xfrm>
          <a:custGeom xmlns:a="http://schemas.openxmlformats.org/drawingml/2006/main">
            <a:pathLst>
              <a:path w="2768881" h="130036">
                <a:moveTo>
                  <a:pt x="0" y="53541"/>
                </a:moveTo>
                <a:lnTo>
                  <a:pt x="0" y="76494"/>
                </a:lnTo>
                <a:lnTo>
                  <a:pt x="2703656" y="76494"/>
                </a:lnTo>
                <a:lnTo>
                  <a:pt x="2648516" y="108659"/>
                </a:lnTo>
                <a:lnTo>
                  <a:pt x="2646313" y="110327"/>
                </a:lnTo>
                <a:lnTo>
                  <a:pt x="2644568" y="112484"/>
                </a:lnTo>
                <a:lnTo>
                  <a:pt x="2643390" y="114994"/>
                </a:lnTo>
                <a:lnTo>
                  <a:pt x="2642855" y="117702"/>
                </a:lnTo>
                <a:lnTo>
                  <a:pt x="2642977" y="120472"/>
                </a:lnTo>
                <a:lnTo>
                  <a:pt x="2643757" y="123119"/>
                </a:lnTo>
                <a:lnTo>
                  <a:pt x="2645150" y="125506"/>
                </a:lnTo>
                <a:lnTo>
                  <a:pt x="2647078" y="127496"/>
                </a:lnTo>
                <a:lnTo>
                  <a:pt x="2649419" y="128965"/>
                </a:lnTo>
                <a:lnTo>
                  <a:pt x="2652051" y="129821"/>
                </a:lnTo>
                <a:lnTo>
                  <a:pt x="2654805" y="130036"/>
                </a:lnTo>
                <a:lnTo>
                  <a:pt x="2657529" y="129577"/>
                </a:lnTo>
                <a:lnTo>
                  <a:pt x="2660069" y="128490"/>
                </a:lnTo>
                <a:lnTo>
                  <a:pt x="2768881" y="65018"/>
                </a:lnTo>
                <a:lnTo>
                  <a:pt x="2660069" y="1545"/>
                </a:lnTo>
                <a:lnTo>
                  <a:pt x="2657529" y="459"/>
                </a:lnTo>
                <a:lnTo>
                  <a:pt x="2654805" y="0"/>
                </a:lnTo>
                <a:lnTo>
                  <a:pt x="2652051" y="199"/>
                </a:lnTo>
                <a:lnTo>
                  <a:pt x="2649419" y="1071"/>
                </a:lnTo>
                <a:lnTo>
                  <a:pt x="2647078" y="2540"/>
                </a:lnTo>
                <a:lnTo>
                  <a:pt x="2645150" y="4529"/>
                </a:lnTo>
                <a:lnTo>
                  <a:pt x="2643757" y="6916"/>
                </a:lnTo>
                <a:lnTo>
                  <a:pt x="2642977" y="9564"/>
                </a:lnTo>
                <a:lnTo>
                  <a:pt x="2642855" y="12333"/>
                </a:lnTo>
                <a:lnTo>
                  <a:pt x="2643390" y="15042"/>
                </a:lnTo>
                <a:lnTo>
                  <a:pt x="2644568" y="17551"/>
                </a:lnTo>
                <a:lnTo>
                  <a:pt x="2646313" y="19709"/>
                </a:lnTo>
                <a:lnTo>
                  <a:pt x="2648516" y="21377"/>
                </a:lnTo>
                <a:lnTo>
                  <a:pt x="2703656" y="53541"/>
                </a:lnTo>
                <a:lnTo>
                  <a:pt x="0" y="53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DifferentialTesting">
            <a:extLst xmlns:a="http://schemas.openxmlformats.org/drawingml/2006/main">
              <a:ext uri="{FF2B5EF4-FFF2-40B4-BE49-F238E27FC236}">
                <a16:creationId xmlns:a16="http://schemas.microsoft.com/office/drawing/2014/main" id="{099BA554-A6BC-42C2-B24A-BB556E1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689" y="5118547"/>
            <a:ext cx="1091485" cy="111993"/>
          </a:xfrm>
          <a:custGeom xmlns:a="http://schemas.openxmlformats.org/drawingml/2006/main">
            <a:pathLst>
              <a:path w="1091485" h="111993">
                <a:moveTo>
                  <a:pt x="19339" y="71695"/>
                </a:moveTo>
                <a:lnTo>
                  <a:pt x="19339" y="16240"/>
                </a:lnTo>
                <a:lnTo>
                  <a:pt x="33135" y="16240"/>
                </a:lnTo>
                <a:cubicBezTo>
                  <a:pt x="37898" y="16240"/>
                  <a:pt x="41902" y="16918"/>
                  <a:pt x="45146" y="18273"/>
                </a:cubicBezTo>
                <a:cubicBezTo>
                  <a:pt x="48390" y="19629"/>
                  <a:pt x="50997" y="21581"/>
                  <a:pt x="52969" y="24128"/>
                </a:cubicBezTo>
                <a:cubicBezTo>
                  <a:pt x="54940" y="26674"/>
                  <a:pt x="56356" y="29734"/>
                  <a:pt x="57218" y="33308"/>
                </a:cubicBezTo>
                <a:cubicBezTo>
                  <a:pt x="58080" y="36882"/>
                  <a:pt x="58511" y="40887"/>
                  <a:pt x="58511" y="45322"/>
                </a:cubicBezTo>
                <a:cubicBezTo>
                  <a:pt x="58511" y="50170"/>
                  <a:pt x="57896" y="54279"/>
                  <a:pt x="56664" y="57647"/>
                </a:cubicBezTo>
                <a:cubicBezTo>
                  <a:pt x="55432" y="61015"/>
                  <a:pt x="53789" y="63747"/>
                  <a:pt x="51736" y="65842"/>
                </a:cubicBezTo>
                <a:cubicBezTo>
                  <a:pt x="49683" y="67937"/>
                  <a:pt x="47343" y="69436"/>
                  <a:pt x="44715" y="70340"/>
                </a:cubicBezTo>
                <a:cubicBezTo>
                  <a:pt x="42088" y="71243"/>
                  <a:pt x="39377" y="71695"/>
                  <a:pt x="36584" y="71695"/>
                </a:cubicBezTo>
                <a:lnTo>
                  <a:pt x="19339" y="71695"/>
                </a:lnTo>
                <a:moveTo>
                  <a:pt x="0" y="0"/>
                </a:moveTo>
                <a:lnTo>
                  <a:pt x="0" y="87934"/>
                </a:lnTo>
                <a:lnTo>
                  <a:pt x="37939" y="87934"/>
                </a:lnTo>
                <a:cubicBezTo>
                  <a:pt x="44673" y="87934"/>
                  <a:pt x="50524" y="86805"/>
                  <a:pt x="55493" y="84547"/>
                </a:cubicBezTo>
                <a:cubicBezTo>
                  <a:pt x="60461" y="82289"/>
                  <a:pt x="64608" y="79190"/>
                  <a:pt x="67934" y="75249"/>
                </a:cubicBezTo>
                <a:cubicBezTo>
                  <a:pt x="71261" y="71308"/>
                  <a:pt x="73745" y="66629"/>
                  <a:pt x="75386" y="61211"/>
                </a:cubicBezTo>
                <a:cubicBezTo>
                  <a:pt x="77029" y="55791"/>
                  <a:pt x="77850" y="49879"/>
                  <a:pt x="77850" y="43475"/>
                </a:cubicBezTo>
                <a:cubicBezTo>
                  <a:pt x="77850" y="36167"/>
                  <a:pt x="76844" y="29804"/>
                  <a:pt x="74832" y="24386"/>
                </a:cubicBezTo>
                <a:cubicBezTo>
                  <a:pt x="72821" y="18966"/>
                  <a:pt x="70029" y="14450"/>
                  <a:pt x="66456" y="10838"/>
                </a:cubicBezTo>
                <a:cubicBezTo>
                  <a:pt x="62884" y="7225"/>
                  <a:pt x="58654" y="4516"/>
                  <a:pt x="53767" y="2710"/>
                </a:cubicBezTo>
                <a:cubicBezTo>
                  <a:pt x="48882" y="903"/>
                  <a:pt x="43606" y="0"/>
                  <a:pt x="37939" y="0"/>
                </a:cubicBezTo>
                <a:lnTo>
                  <a:pt x="0" y="0"/>
                </a:lnTo>
                <a:close/>
                <a:moveTo>
                  <a:pt x="107183" y="14435"/>
                </a:moveTo>
                <a:lnTo>
                  <a:pt x="107183" y="0"/>
                </a:lnTo>
                <a:lnTo>
                  <a:pt x="89691" y="0"/>
                </a:lnTo>
                <a:lnTo>
                  <a:pt x="89691" y="14435"/>
                </a:lnTo>
                <a:lnTo>
                  <a:pt x="107183" y="14435"/>
                </a:lnTo>
                <a:moveTo>
                  <a:pt x="89691" y="24250"/>
                </a:moveTo>
                <a:lnTo>
                  <a:pt x="89691" y="87934"/>
                </a:lnTo>
                <a:lnTo>
                  <a:pt x="107183" y="87934"/>
                </a:lnTo>
                <a:lnTo>
                  <a:pt x="107183" y="24250"/>
                </a:lnTo>
                <a:lnTo>
                  <a:pt x="89691" y="24250"/>
                </a:lnTo>
                <a:close/>
                <a:moveTo>
                  <a:pt x="124387" y="35968"/>
                </a:moveTo>
                <a:lnTo>
                  <a:pt x="124387" y="87934"/>
                </a:lnTo>
                <a:lnTo>
                  <a:pt x="141878" y="87934"/>
                </a:lnTo>
                <a:lnTo>
                  <a:pt x="141878" y="35968"/>
                </a:lnTo>
                <a:lnTo>
                  <a:pt x="153949" y="35968"/>
                </a:lnTo>
                <a:lnTo>
                  <a:pt x="153949" y="24299"/>
                </a:lnTo>
                <a:lnTo>
                  <a:pt x="141878" y="24299"/>
                </a:lnTo>
                <a:lnTo>
                  <a:pt x="141878" y="20487"/>
                </a:lnTo>
                <a:cubicBezTo>
                  <a:pt x="141878" y="17864"/>
                  <a:pt x="142392" y="15998"/>
                  <a:pt x="143418" y="14892"/>
                </a:cubicBezTo>
                <a:cubicBezTo>
                  <a:pt x="144444" y="13785"/>
                  <a:pt x="146148" y="13232"/>
                  <a:pt x="148530" y="13232"/>
                </a:cubicBezTo>
                <a:cubicBezTo>
                  <a:pt x="150747" y="13232"/>
                  <a:pt x="152881" y="13353"/>
                  <a:pt x="154934" y="13593"/>
                </a:cubicBezTo>
                <a:lnTo>
                  <a:pt x="154934" y="481"/>
                </a:lnTo>
                <a:cubicBezTo>
                  <a:pt x="153457" y="401"/>
                  <a:pt x="151937" y="301"/>
                  <a:pt x="150376" y="180"/>
                </a:cubicBezTo>
                <a:cubicBezTo>
                  <a:pt x="148816" y="60"/>
                  <a:pt x="147256" y="0"/>
                  <a:pt x="145696" y="0"/>
                </a:cubicBezTo>
                <a:cubicBezTo>
                  <a:pt x="138552" y="0"/>
                  <a:pt x="133215" y="1809"/>
                  <a:pt x="129684" y="5428"/>
                </a:cubicBezTo>
                <a:cubicBezTo>
                  <a:pt x="126153" y="9046"/>
                  <a:pt x="124387" y="13692"/>
                  <a:pt x="124387" y="19365"/>
                </a:cubicBezTo>
                <a:lnTo>
                  <a:pt x="124387" y="24299"/>
                </a:lnTo>
                <a:lnTo>
                  <a:pt x="113916" y="24299"/>
                </a:lnTo>
                <a:lnTo>
                  <a:pt x="113916" y="35968"/>
                </a:lnTo>
                <a:lnTo>
                  <a:pt x="124387" y="35968"/>
                </a:lnTo>
                <a:close/>
                <a:moveTo>
                  <a:pt x="164938" y="35968"/>
                </a:moveTo>
                <a:lnTo>
                  <a:pt x="164938" y="87934"/>
                </a:lnTo>
                <a:lnTo>
                  <a:pt x="182429" y="87934"/>
                </a:lnTo>
                <a:lnTo>
                  <a:pt x="182429" y="35968"/>
                </a:lnTo>
                <a:lnTo>
                  <a:pt x="194500" y="35968"/>
                </a:lnTo>
                <a:lnTo>
                  <a:pt x="194500" y="24299"/>
                </a:lnTo>
                <a:lnTo>
                  <a:pt x="182429" y="24299"/>
                </a:lnTo>
                <a:lnTo>
                  <a:pt x="182429" y="20487"/>
                </a:lnTo>
                <a:cubicBezTo>
                  <a:pt x="182429" y="17864"/>
                  <a:pt x="182942" y="15998"/>
                  <a:pt x="183969" y="14892"/>
                </a:cubicBezTo>
                <a:cubicBezTo>
                  <a:pt x="184995" y="13785"/>
                  <a:pt x="186699" y="13232"/>
                  <a:pt x="189081" y="13232"/>
                </a:cubicBezTo>
                <a:cubicBezTo>
                  <a:pt x="191298" y="13232"/>
                  <a:pt x="193432" y="13353"/>
                  <a:pt x="195485" y="13593"/>
                </a:cubicBezTo>
                <a:lnTo>
                  <a:pt x="195485" y="481"/>
                </a:lnTo>
                <a:cubicBezTo>
                  <a:pt x="194007" y="401"/>
                  <a:pt x="192488" y="301"/>
                  <a:pt x="190927" y="180"/>
                </a:cubicBezTo>
                <a:cubicBezTo>
                  <a:pt x="189367" y="60"/>
                  <a:pt x="187807" y="0"/>
                  <a:pt x="186247" y="0"/>
                </a:cubicBezTo>
                <a:cubicBezTo>
                  <a:pt x="179103" y="0"/>
                  <a:pt x="173766" y="1809"/>
                  <a:pt x="170234" y="5428"/>
                </a:cubicBezTo>
                <a:cubicBezTo>
                  <a:pt x="166703" y="9046"/>
                  <a:pt x="164938" y="13692"/>
                  <a:pt x="164938" y="19365"/>
                </a:cubicBezTo>
                <a:lnTo>
                  <a:pt x="164938" y="24299"/>
                </a:lnTo>
                <a:lnTo>
                  <a:pt x="154467" y="24299"/>
                </a:lnTo>
                <a:lnTo>
                  <a:pt x="154467" y="35968"/>
                </a:lnTo>
                <a:lnTo>
                  <a:pt x="164938" y="35968"/>
                </a:lnTo>
                <a:close/>
                <a:moveTo>
                  <a:pt x="244535" y="49320"/>
                </a:moveTo>
                <a:lnTo>
                  <a:pt x="216082" y="49320"/>
                </a:lnTo>
                <a:cubicBezTo>
                  <a:pt x="216163" y="48085"/>
                  <a:pt x="216429" y="46684"/>
                  <a:pt x="216880" y="45119"/>
                </a:cubicBezTo>
                <a:cubicBezTo>
                  <a:pt x="217333" y="43553"/>
                  <a:pt x="218113" y="42070"/>
                  <a:pt x="219222" y="40670"/>
                </a:cubicBezTo>
                <a:cubicBezTo>
                  <a:pt x="220331" y="39270"/>
                  <a:pt x="221809" y="38095"/>
                  <a:pt x="223656" y="37148"/>
                </a:cubicBezTo>
                <a:cubicBezTo>
                  <a:pt x="225505" y="36201"/>
                  <a:pt x="227825" y="35727"/>
                  <a:pt x="230616" y="35727"/>
                </a:cubicBezTo>
                <a:cubicBezTo>
                  <a:pt x="234887" y="35727"/>
                  <a:pt x="238069" y="36881"/>
                  <a:pt x="240163" y="39187"/>
                </a:cubicBezTo>
                <a:cubicBezTo>
                  <a:pt x="242257" y="41494"/>
                  <a:pt x="243714" y="44872"/>
                  <a:pt x="244535" y="49320"/>
                </a:cubicBezTo>
                <a:moveTo>
                  <a:pt x="216082" y="60387"/>
                </a:moveTo>
                <a:lnTo>
                  <a:pt x="262028" y="60387"/>
                </a:lnTo>
                <a:cubicBezTo>
                  <a:pt x="262356" y="55450"/>
                  <a:pt x="261945" y="50719"/>
                  <a:pt x="260795" y="46193"/>
                </a:cubicBezTo>
                <a:cubicBezTo>
                  <a:pt x="259646" y="41667"/>
                  <a:pt x="257778" y="37635"/>
                  <a:pt x="255190" y="34098"/>
                </a:cubicBezTo>
                <a:cubicBezTo>
                  <a:pt x="252604" y="30559"/>
                  <a:pt x="249298" y="27741"/>
                  <a:pt x="245273" y="25643"/>
                </a:cubicBezTo>
                <a:cubicBezTo>
                  <a:pt x="241250" y="23544"/>
                  <a:pt x="236528" y="22495"/>
                  <a:pt x="231109" y="22495"/>
                </a:cubicBezTo>
                <a:cubicBezTo>
                  <a:pt x="226263" y="22495"/>
                  <a:pt x="221849" y="23359"/>
                  <a:pt x="217867" y="25087"/>
                </a:cubicBezTo>
                <a:cubicBezTo>
                  <a:pt x="213885" y="26814"/>
                  <a:pt x="210457" y="29178"/>
                  <a:pt x="207582" y="32180"/>
                </a:cubicBezTo>
                <a:cubicBezTo>
                  <a:pt x="204708" y="35183"/>
                  <a:pt x="202490" y="38741"/>
                  <a:pt x="200930" y="42855"/>
                </a:cubicBezTo>
                <a:cubicBezTo>
                  <a:pt x="199370" y="46967"/>
                  <a:pt x="198590" y="51409"/>
                  <a:pt x="198590" y="56181"/>
                </a:cubicBezTo>
                <a:cubicBezTo>
                  <a:pt x="198590" y="61115"/>
                  <a:pt x="199350" y="65639"/>
                  <a:pt x="200868" y="69753"/>
                </a:cubicBezTo>
                <a:cubicBezTo>
                  <a:pt x="202388" y="73866"/>
                  <a:pt x="204544" y="77403"/>
                  <a:pt x="207336" y="80365"/>
                </a:cubicBezTo>
                <a:cubicBezTo>
                  <a:pt x="210128" y="83326"/>
                  <a:pt x="213535" y="85609"/>
                  <a:pt x="217559" y="87213"/>
                </a:cubicBezTo>
                <a:cubicBezTo>
                  <a:pt x="221583" y="88817"/>
                  <a:pt x="226099" y="89619"/>
                  <a:pt x="231109" y="89619"/>
                </a:cubicBezTo>
                <a:cubicBezTo>
                  <a:pt x="238335" y="89619"/>
                  <a:pt x="244494" y="87978"/>
                  <a:pt x="249585" y="84696"/>
                </a:cubicBezTo>
                <a:cubicBezTo>
                  <a:pt x="254678" y="81414"/>
                  <a:pt x="258456" y="75958"/>
                  <a:pt x="260919" y="68327"/>
                </a:cubicBezTo>
                <a:lnTo>
                  <a:pt x="245522" y="68327"/>
                </a:lnTo>
                <a:cubicBezTo>
                  <a:pt x="244946" y="70280"/>
                  <a:pt x="243386" y="72132"/>
                  <a:pt x="240839" y="73883"/>
                </a:cubicBezTo>
                <a:cubicBezTo>
                  <a:pt x="238295" y="75632"/>
                  <a:pt x="235256" y="76507"/>
                  <a:pt x="231725" y="76507"/>
                </a:cubicBezTo>
                <a:cubicBezTo>
                  <a:pt x="226798" y="76507"/>
                  <a:pt x="223020" y="75235"/>
                  <a:pt x="220391" y="72693"/>
                </a:cubicBezTo>
                <a:cubicBezTo>
                  <a:pt x="217764" y="70149"/>
                  <a:pt x="216327" y="66047"/>
                  <a:pt x="216082" y="60387"/>
                </a:cubicBezTo>
                <a:close/>
                <a:moveTo>
                  <a:pt x="272057" y="24203"/>
                </a:moveTo>
                <a:lnTo>
                  <a:pt x="272057" y="87934"/>
                </a:lnTo>
                <a:lnTo>
                  <a:pt x="289549" y="87934"/>
                </a:lnTo>
                <a:lnTo>
                  <a:pt x="289549" y="59203"/>
                </a:lnTo>
                <a:cubicBezTo>
                  <a:pt x="289549" y="56326"/>
                  <a:pt x="289836" y="53655"/>
                  <a:pt x="290412" y="51189"/>
                </a:cubicBezTo>
                <a:cubicBezTo>
                  <a:pt x="290987" y="48723"/>
                  <a:pt x="291952" y="46565"/>
                  <a:pt x="293306" y="44715"/>
                </a:cubicBezTo>
                <a:cubicBezTo>
                  <a:pt x="294661" y="42866"/>
                  <a:pt x="296446" y="41407"/>
                  <a:pt x="298663" y="40338"/>
                </a:cubicBezTo>
                <a:cubicBezTo>
                  <a:pt x="300881" y="39269"/>
                  <a:pt x="303591" y="38734"/>
                  <a:pt x="306794" y="38734"/>
                </a:cubicBezTo>
                <a:cubicBezTo>
                  <a:pt x="307862" y="38734"/>
                  <a:pt x="308970" y="38796"/>
                  <a:pt x="310119" y="38921"/>
                </a:cubicBezTo>
                <a:cubicBezTo>
                  <a:pt x="311269" y="39043"/>
                  <a:pt x="312255" y="39187"/>
                  <a:pt x="313076" y="39351"/>
                </a:cubicBezTo>
                <a:lnTo>
                  <a:pt x="313076" y="23109"/>
                </a:lnTo>
                <a:cubicBezTo>
                  <a:pt x="311680" y="22700"/>
                  <a:pt x="310407" y="22495"/>
                  <a:pt x="309258" y="22495"/>
                </a:cubicBezTo>
                <a:cubicBezTo>
                  <a:pt x="307040" y="22495"/>
                  <a:pt x="304905" y="22823"/>
                  <a:pt x="302853" y="23480"/>
                </a:cubicBezTo>
                <a:cubicBezTo>
                  <a:pt x="300800" y="24135"/>
                  <a:pt x="298870" y="25057"/>
                  <a:pt x="297063" y="26247"/>
                </a:cubicBezTo>
                <a:cubicBezTo>
                  <a:pt x="295257" y="27436"/>
                  <a:pt x="293655" y="28871"/>
                  <a:pt x="292259" y="30553"/>
                </a:cubicBezTo>
                <a:cubicBezTo>
                  <a:pt x="290863" y="32234"/>
                  <a:pt x="289754" y="34059"/>
                  <a:pt x="288932" y="36028"/>
                </a:cubicBezTo>
                <a:lnTo>
                  <a:pt x="288686" y="36028"/>
                </a:lnTo>
                <a:lnTo>
                  <a:pt x="288686" y="24203"/>
                </a:lnTo>
                <a:lnTo>
                  <a:pt x="272057" y="24203"/>
                </a:lnTo>
                <a:close/>
                <a:moveTo>
                  <a:pt x="362359" y="49320"/>
                </a:moveTo>
                <a:lnTo>
                  <a:pt x="333906" y="49320"/>
                </a:lnTo>
                <a:cubicBezTo>
                  <a:pt x="333987" y="48085"/>
                  <a:pt x="334253" y="46684"/>
                  <a:pt x="334705" y="45119"/>
                </a:cubicBezTo>
                <a:cubicBezTo>
                  <a:pt x="335157" y="43553"/>
                  <a:pt x="335938" y="42070"/>
                  <a:pt x="337047" y="40670"/>
                </a:cubicBezTo>
                <a:cubicBezTo>
                  <a:pt x="338155" y="39270"/>
                  <a:pt x="339633" y="38095"/>
                  <a:pt x="341480" y="37148"/>
                </a:cubicBezTo>
                <a:cubicBezTo>
                  <a:pt x="343329" y="36201"/>
                  <a:pt x="345649" y="35727"/>
                  <a:pt x="348441" y="35727"/>
                </a:cubicBezTo>
                <a:cubicBezTo>
                  <a:pt x="352711" y="35727"/>
                  <a:pt x="355893" y="36881"/>
                  <a:pt x="357987" y="39187"/>
                </a:cubicBezTo>
                <a:cubicBezTo>
                  <a:pt x="360081" y="41494"/>
                  <a:pt x="361538" y="44872"/>
                  <a:pt x="362359" y="49320"/>
                </a:cubicBezTo>
                <a:moveTo>
                  <a:pt x="333906" y="60387"/>
                </a:moveTo>
                <a:lnTo>
                  <a:pt x="379852" y="60387"/>
                </a:lnTo>
                <a:cubicBezTo>
                  <a:pt x="380180" y="55450"/>
                  <a:pt x="379769" y="50719"/>
                  <a:pt x="378619" y="46193"/>
                </a:cubicBezTo>
                <a:cubicBezTo>
                  <a:pt x="377470" y="41667"/>
                  <a:pt x="375602" y="37635"/>
                  <a:pt x="373014" y="34098"/>
                </a:cubicBezTo>
                <a:cubicBezTo>
                  <a:pt x="370428" y="30559"/>
                  <a:pt x="367122" y="27741"/>
                  <a:pt x="363098" y="25643"/>
                </a:cubicBezTo>
                <a:cubicBezTo>
                  <a:pt x="359074" y="23544"/>
                  <a:pt x="354352" y="22495"/>
                  <a:pt x="348933" y="22495"/>
                </a:cubicBezTo>
                <a:cubicBezTo>
                  <a:pt x="344087" y="22495"/>
                  <a:pt x="339674" y="23359"/>
                  <a:pt x="335691" y="25087"/>
                </a:cubicBezTo>
                <a:cubicBezTo>
                  <a:pt x="331709" y="26814"/>
                  <a:pt x="328281" y="29178"/>
                  <a:pt x="325406" y="32180"/>
                </a:cubicBezTo>
                <a:cubicBezTo>
                  <a:pt x="322532" y="35183"/>
                  <a:pt x="320314" y="38741"/>
                  <a:pt x="318754" y="42855"/>
                </a:cubicBezTo>
                <a:cubicBezTo>
                  <a:pt x="317194" y="46967"/>
                  <a:pt x="316414" y="51409"/>
                  <a:pt x="316414" y="56181"/>
                </a:cubicBezTo>
                <a:cubicBezTo>
                  <a:pt x="316414" y="61115"/>
                  <a:pt x="317174" y="65639"/>
                  <a:pt x="318692" y="69753"/>
                </a:cubicBezTo>
                <a:cubicBezTo>
                  <a:pt x="320212" y="73866"/>
                  <a:pt x="322368" y="77403"/>
                  <a:pt x="325160" y="80365"/>
                </a:cubicBezTo>
                <a:cubicBezTo>
                  <a:pt x="327952" y="83326"/>
                  <a:pt x="331360" y="85609"/>
                  <a:pt x="335383" y="87213"/>
                </a:cubicBezTo>
                <a:cubicBezTo>
                  <a:pt x="339407" y="88817"/>
                  <a:pt x="343923" y="89619"/>
                  <a:pt x="348933" y="89619"/>
                </a:cubicBezTo>
                <a:cubicBezTo>
                  <a:pt x="356159" y="89619"/>
                  <a:pt x="362318" y="87978"/>
                  <a:pt x="367409" y="84696"/>
                </a:cubicBezTo>
                <a:cubicBezTo>
                  <a:pt x="372502" y="81414"/>
                  <a:pt x="376280" y="75958"/>
                  <a:pt x="378743" y="68327"/>
                </a:cubicBezTo>
                <a:lnTo>
                  <a:pt x="363346" y="68327"/>
                </a:lnTo>
                <a:cubicBezTo>
                  <a:pt x="362771" y="70280"/>
                  <a:pt x="361210" y="72132"/>
                  <a:pt x="358664" y="73883"/>
                </a:cubicBezTo>
                <a:cubicBezTo>
                  <a:pt x="356119" y="75632"/>
                  <a:pt x="353081" y="76507"/>
                  <a:pt x="349550" y="76507"/>
                </a:cubicBezTo>
                <a:cubicBezTo>
                  <a:pt x="344623" y="76507"/>
                  <a:pt x="340845" y="75235"/>
                  <a:pt x="338216" y="72693"/>
                </a:cubicBezTo>
                <a:cubicBezTo>
                  <a:pt x="335588" y="70149"/>
                  <a:pt x="334151" y="66047"/>
                  <a:pt x="333906" y="60387"/>
                </a:cubicBezTo>
                <a:close/>
                <a:moveTo>
                  <a:pt x="389881" y="24249"/>
                </a:moveTo>
                <a:lnTo>
                  <a:pt x="389881" y="87934"/>
                </a:lnTo>
                <a:lnTo>
                  <a:pt x="407373" y="87934"/>
                </a:lnTo>
                <a:lnTo>
                  <a:pt x="407373" y="54557"/>
                </a:lnTo>
                <a:cubicBezTo>
                  <a:pt x="407373" y="48070"/>
                  <a:pt x="408440" y="43410"/>
                  <a:pt x="410576" y="40578"/>
                </a:cubicBezTo>
                <a:cubicBezTo>
                  <a:pt x="412711" y="37745"/>
                  <a:pt x="416160" y="36329"/>
                  <a:pt x="420923" y="36329"/>
                </a:cubicBezTo>
                <a:cubicBezTo>
                  <a:pt x="425112" y="36329"/>
                  <a:pt x="428027" y="37622"/>
                  <a:pt x="429668" y="40208"/>
                </a:cubicBezTo>
                <a:cubicBezTo>
                  <a:pt x="431311" y="42794"/>
                  <a:pt x="432132" y="46715"/>
                  <a:pt x="432132" y="51970"/>
                </a:cubicBezTo>
                <a:lnTo>
                  <a:pt x="432132" y="87934"/>
                </a:lnTo>
                <a:lnTo>
                  <a:pt x="449624" y="87934"/>
                </a:lnTo>
                <a:lnTo>
                  <a:pt x="449624" y="48745"/>
                </a:lnTo>
                <a:cubicBezTo>
                  <a:pt x="449624" y="44802"/>
                  <a:pt x="449275" y="41207"/>
                  <a:pt x="448577" y="37962"/>
                </a:cubicBezTo>
                <a:cubicBezTo>
                  <a:pt x="447879" y="34717"/>
                  <a:pt x="446667" y="31964"/>
                  <a:pt x="444942" y="29705"/>
                </a:cubicBezTo>
                <a:cubicBezTo>
                  <a:pt x="443218" y="27446"/>
                  <a:pt x="440857" y="25679"/>
                  <a:pt x="437860" y="24406"/>
                </a:cubicBezTo>
                <a:cubicBezTo>
                  <a:pt x="434862" y="23132"/>
                  <a:pt x="431023" y="22495"/>
                  <a:pt x="426341" y="22495"/>
                </a:cubicBezTo>
                <a:cubicBezTo>
                  <a:pt x="422646" y="22495"/>
                  <a:pt x="419033" y="23339"/>
                  <a:pt x="415502" y="25027"/>
                </a:cubicBezTo>
                <a:cubicBezTo>
                  <a:pt x="411971" y="26715"/>
                  <a:pt x="409097" y="29411"/>
                  <a:pt x="406880" y="33116"/>
                </a:cubicBezTo>
                <a:lnTo>
                  <a:pt x="406510" y="33116"/>
                </a:lnTo>
                <a:lnTo>
                  <a:pt x="406510" y="24249"/>
                </a:lnTo>
                <a:lnTo>
                  <a:pt x="389881" y="24249"/>
                </a:lnTo>
                <a:close/>
                <a:moveTo>
                  <a:pt x="484737" y="24299"/>
                </a:moveTo>
                <a:lnTo>
                  <a:pt x="484737" y="5173"/>
                </a:lnTo>
                <a:lnTo>
                  <a:pt x="467245" y="5173"/>
                </a:lnTo>
                <a:lnTo>
                  <a:pt x="467245" y="24299"/>
                </a:lnTo>
                <a:lnTo>
                  <a:pt x="456652" y="24299"/>
                </a:lnTo>
                <a:lnTo>
                  <a:pt x="456652" y="35968"/>
                </a:lnTo>
                <a:lnTo>
                  <a:pt x="467245" y="35968"/>
                </a:lnTo>
                <a:lnTo>
                  <a:pt x="467245" y="73516"/>
                </a:lnTo>
                <a:cubicBezTo>
                  <a:pt x="467245" y="76718"/>
                  <a:pt x="467779" y="79303"/>
                  <a:pt x="468847" y="81273"/>
                </a:cubicBezTo>
                <a:cubicBezTo>
                  <a:pt x="469914" y="83243"/>
                  <a:pt x="471371" y="84762"/>
                  <a:pt x="473218" y="85829"/>
                </a:cubicBezTo>
                <a:cubicBezTo>
                  <a:pt x="475067" y="86896"/>
                  <a:pt x="477202" y="87613"/>
                  <a:pt x="479624" y="87981"/>
                </a:cubicBezTo>
                <a:cubicBezTo>
                  <a:pt x="482047" y="88351"/>
                  <a:pt x="484614" y="88536"/>
                  <a:pt x="487325" y="88536"/>
                </a:cubicBezTo>
                <a:cubicBezTo>
                  <a:pt x="489049" y="88536"/>
                  <a:pt x="490815" y="88496"/>
                  <a:pt x="492621" y="88416"/>
                </a:cubicBezTo>
                <a:cubicBezTo>
                  <a:pt x="494428" y="88335"/>
                  <a:pt x="496070" y="88175"/>
                  <a:pt x="497548" y="87934"/>
                </a:cubicBezTo>
                <a:lnTo>
                  <a:pt x="497548" y="74330"/>
                </a:lnTo>
                <a:cubicBezTo>
                  <a:pt x="496727" y="74494"/>
                  <a:pt x="495865" y="74618"/>
                  <a:pt x="494961" y="74700"/>
                </a:cubicBezTo>
                <a:cubicBezTo>
                  <a:pt x="494058" y="74782"/>
                  <a:pt x="493114" y="74822"/>
                  <a:pt x="492129" y="74822"/>
                </a:cubicBezTo>
                <a:cubicBezTo>
                  <a:pt x="489172" y="74822"/>
                  <a:pt x="487200" y="74331"/>
                  <a:pt x="486214" y="73347"/>
                </a:cubicBezTo>
                <a:cubicBezTo>
                  <a:pt x="485229" y="72363"/>
                  <a:pt x="484737" y="70396"/>
                  <a:pt x="484737" y="67445"/>
                </a:cubicBezTo>
                <a:lnTo>
                  <a:pt x="484737" y="35968"/>
                </a:lnTo>
                <a:lnTo>
                  <a:pt x="497548" y="35968"/>
                </a:lnTo>
                <a:lnTo>
                  <a:pt x="497548" y="24299"/>
                </a:lnTo>
                <a:lnTo>
                  <a:pt x="484737" y="24299"/>
                </a:lnTo>
                <a:close/>
                <a:moveTo>
                  <a:pt x="523394" y="14435"/>
                </a:moveTo>
                <a:lnTo>
                  <a:pt x="523394" y="0"/>
                </a:lnTo>
                <a:lnTo>
                  <a:pt x="505903" y="0"/>
                </a:lnTo>
                <a:lnTo>
                  <a:pt x="505903" y="14435"/>
                </a:lnTo>
                <a:lnTo>
                  <a:pt x="523394" y="14435"/>
                </a:lnTo>
                <a:moveTo>
                  <a:pt x="505903" y="24250"/>
                </a:moveTo>
                <a:lnTo>
                  <a:pt x="505903" y="87934"/>
                </a:lnTo>
                <a:lnTo>
                  <a:pt x="523394" y="87934"/>
                </a:lnTo>
                <a:lnTo>
                  <a:pt x="523394" y="24250"/>
                </a:lnTo>
                <a:lnTo>
                  <a:pt x="505903" y="24250"/>
                </a:lnTo>
                <a:close/>
                <a:moveTo>
                  <a:pt x="536040" y="43836"/>
                </a:moveTo>
                <a:cubicBezTo>
                  <a:pt x="536286" y="39729"/>
                  <a:pt x="537312" y="36322"/>
                  <a:pt x="539119" y="33613"/>
                </a:cubicBezTo>
                <a:cubicBezTo>
                  <a:pt x="540926" y="30902"/>
                  <a:pt x="543225" y="28726"/>
                  <a:pt x="546017" y="27083"/>
                </a:cubicBezTo>
                <a:cubicBezTo>
                  <a:pt x="548809" y="25440"/>
                  <a:pt x="551950" y="24270"/>
                  <a:pt x="555440" y="23572"/>
                </a:cubicBezTo>
                <a:cubicBezTo>
                  <a:pt x="558931" y="22874"/>
                  <a:pt x="562442" y="22525"/>
                  <a:pt x="565973" y="22525"/>
                </a:cubicBezTo>
                <a:cubicBezTo>
                  <a:pt x="569176" y="22525"/>
                  <a:pt x="572419" y="22751"/>
                  <a:pt x="575703" y="23203"/>
                </a:cubicBezTo>
                <a:cubicBezTo>
                  <a:pt x="578989" y="23655"/>
                  <a:pt x="581986" y="24537"/>
                  <a:pt x="584695" y="25852"/>
                </a:cubicBezTo>
                <a:cubicBezTo>
                  <a:pt x="587406" y="27165"/>
                  <a:pt x="589623" y="28992"/>
                  <a:pt x="591347" y="31333"/>
                </a:cubicBezTo>
                <a:cubicBezTo>
                  <a:pt x="593073" y="33673"/>
                  <a:pt x="593935" y="36773"/>
                  <a:pt x="593935" y="40633"/>
                </a:cubicBezTo>
                <a:lnTo>
                  <a:pt x="593935" y="73768"/>
                </a:lnTo>
                <a:cubicBezTo>
                  <a:pt x="593935" y="76643"/>
                  <a:pt x="594100" y="79394"/>
                  <a:pt x="594428" y="82021"/>
                </a:cubicBezTo>
                <a:cubicBezTo>
                  <a:pt x="594756" y="84649"/>
                  <a:pt x="595331" y="86620"/>
                  <a:pt x="596151" y="87934"/>
                </a:cubicBezTo>
                <a:lnTo>
                  <a:pt x="578414" y="87934"/>
                </a:lnTo>
                <a:cubicBezTo>
                  <a:pt x="578085" y="86950"/>
                  <a:pt x="577819" y="85944"/>
                  <a:pt x="577613" y="84918"/>
                </a:cubicBezTo>
                <a:cubicBezTo>
                  <a:pt x="577408" y="83890"/>
                  <a:pt x="577264" y="82843"/>
                  <a:pt x="577183" y="81775"/>
                </a:cubicBezTo>
                <a:cubicBezTo>
                  <a:pt x="574391" y="84650"/>
                  <a:pt x="571106" y="86662"/>
                  <a:pt x="567328" y="87812"/>
                </a:cubicBezTo>
                <a:cubicBezTo>
                  <a:pt x="563550" y="88961"/>
                  <a:pt x="559690" y="89536"/>
                  <a:pt x="555748" y="89536"/>
                </a:cubicBezTo>
                <a:cubicBezTo>
                  <a:pt x="552710" y="89536"/>
                  <a:pt x="549877" y="89166"/>
                  <a:pt x="547248" y="88427"/>
                </a:cubicBezTo>
                <a:cubicBezTo>
                  <a:pt x="544621" y="87688"/>
                  <a:pt x="542321" y="86538"/>
                  <a:pt x="540350" y="84978"/>
                </a:cubicBezTo>
                <a:cubicBezTo>
                  <a:pt x="538381" y="83418"/>
                  <a:pt x="536841" y="81447"/>
                  <a:pt x="535732" y="79067"/>
                </a:cubicBezTo>
                <a:cubicBezTo>
                  <a:pt x="534623" y="76685"/>
                  <a:pt x="534069" y="73851"/>
                  <a:pt x="534069" y="70565"/>
                </a:cubicBezTo>
                <a:cubicBezTo>
                  <a:pt x="534069" y="66953"/>
                  <a:pt x="534705" y="63976"/>
                  <a:pt x="535978" y="61635"/>
                </a:cubicBezTo>
                <a:cubicBezTo>
                  <a:pt x="537252" y="59295"/>
                  <a:pt x="538894" y="57426"/>
                  <a:pt x="540905" y="56030"/>
                </a:cubicBezTo>
                <a:cubicBezTo>
                  <a:pt x="542917" y="54634"/>
                  <a:pt x="545217" y="53588"/>
                  <a:pt x="547803" y="52890"/>
                </a:cubicBezTo>
                <a:cubicBezTo>
                  <a:pt x="550390" y="52192"/>
                  <a:pt x="552998" y="51638"/>
                  <a:pt x="555626" y="51228"/>
                </a:cubicBezTo>
                <a:cubicBezTo>
                  <a:pt x="558253" y="50817"/>
                  <a:pt x="560840" y="50488"/>
                  <a:pt x="563385" y="50241"/>
                </a:cubicBezTo>
                <a:cubicBezTo>
                  <a:pt x="565931" y="49994"/>
                  <a:pt x="568189" y="49625"/>
                  <a:pt x="570161" y="49132"/>
                </a:cubicBezTo>
                <a:cubicBezTo>
                  <a:pt x="572132" y="48640"/>
                  <a:pt x="573692" y="47922"/>
                  <a:pt x="574841" y="46978"/>
                </a:cubicBezTo>
                <a:cubicBezTo>
                  <a:pt x="575991" y="46034"/>
                  <a:pt x="576525" y="44658"/>
                  <a:pt x="576444" y="42851"/>
                </a:cubicBezTo>
                <a:cubicBezTo>
                  <a:pt x="576444" y="40961"/>
                  <a:pt x="576136" y="39462"/>
                  <a:pt x="575519" y="38355"/>
                </a:cubicBezTo>
                <a:cubicBezTo>
                  <a:pt x="574903" y="37246"/>
                  <a:pt x="574081" y="36384"/>
                  <a:pt x="573055" y="35768"/>
                </a:cubicBezTo>
                <a:cubicBezTo>
                  <a:pt x="572029" y="35152"/>
                  <a:pt x="570838" y="34741"/>
                  <a:pt x="569482" y="34535"/>
                </a:cubicBezTo>
                <a:cubicBezTo>
                  <a:pt x="568127" y="34330"/>
                  <a:pt x="566670" y="34227"/>
                  <a:pt x="565110" y="34227"/>
                </a:cubicBezTo>
                <a:cubicBezTo>
                  <a:pt x="561662" y="34227"/>
                  <a:pt x="558952" y="34967"/>
                  <a:pt x="556981" y="36445"/>
                </a:cubicBezTo>
                <a:cubicBezTo>
                  <a:pt x="555010" y="37924"/>
                  <a:pt x="553860" y="40387"/>
                  <a:pt x="553532" y="43836"/>
                </a:cubicBezTo>
                <a:lnTo>
                  <a:pt x="536040" y="43836"/>
                </a:lnTo>
                <a:moveTo>
                  <a:pt x="576444" y="56769"/>
                </a:moveTo>
                <a:cubicBezTo>
                  <a:pt x="575705" y="57427"/>
                  <a:pt x="574781" y="57941"/>
                  <a:pt x="573672" y="58310"/>
                </a:cubicBezTo>
                <a:cubicBezTo>
                  <a:pt x="572563" y="58680"/>
                  <a:pt x="571372" y="58988"/>
                  <a:pt x="570098" y="59235"/>
                </a:cubicBezTo>
                <a:cubicBezTo>
                  <a:pt x="568827" y="59481"/>
                  <a:pt x="567492" y="59686"/>
                  <a:pt x="566095" y="59850"/>
                </a:cubicBezTo>
                <a:cubicBezTo>
                  <a:pt x="564699" y="60014"/>
                  <a:pt x="563303" y="60219"/>
                  <a:pt x="561907" y="60464"/>
                </a:cubicBezTo>
                <a:cubicBezTo>
                  <a:pt x="560594" y="60711"/>
                  <a:pt x="559301" y="61040"/>
                  <a:pt x="558028" y="61451"/>
                </a:cubicBezTo>
                <a:cubicBezTo>
                  <a:pt x="556755" y="61861"/>
                  <a:pt x="555646" y="62415"/>
                  <a:pt x="554701" y="63115"/>
                </a:cubicBezTo>
                <a:cubicBezTo>
                  <a:pt x="553757" y="63812"/>
                  <a:pt x="552998" y="64695"/>
                  <a:pt x="552423" y="65763"/>
                </a:cubicBezTo>
                <a:cubicBezTo>
                  <a:pt x="551848" y="66829"/>
                  <a:pt x="551560" y="68184"/>
                  <a:pt x="551560" y="69827"/>
                </a:cubicBezTo>
                <a:cubicBezTo>
                  <a:pt x="551560" y="71387"/>
                  <a:pt x="551848" y="72700"/>
                  <a:pt x="552423" y="73768"/>
                </a:cubicBezTo>
                <a:cubicBezTo>
                  <a:pt x="552998" y="74836"/>
                  <a:pt x="553778" y="75678"/>
                  <a:pt x="554763" y="76294"/>
                </a:cubicBezTo>
                <a:cubicBezTo>
                  <a:pt x="555749" y="76909"/>
                  <a:pt x="556899" y="77340"/>
                  <a:pt x="558212" y="77587"/>
                </a:cubicBezTo>
                <a:cubicBezTo>
                  <a:pt x="559526" y="77834"/>
                  <a:pt x="560882" y="77958"/>
                  <a:pt x="562278" y="77958"/>
                </a:cubicBezTo>
                <a:cubicBezTo>
                  <a:pt x="565726" y="77958"/>
                  <a:pt x="568394" y="77383"/>
                  <a:pt x="570283" y="76234"/>
                </a:cubicBezTo>
                <a:cubicBezTo>
                  <a:pt x="572172" y="75084"/>
                  <a:pt x="573569" y="73708"/>
                  <a:pt x="574472" y="72106"/>
                </a:cubicBezTo>
                <a:cubicBezTo>
                  <a:pt x="575376" y="70505"/>
                  <a:pt x="575930" y="68883"/>
                  <a:pt x="576136" y="67240"/>
                </a:cubicBezTo>
                <a:cubicBezTo>
                  <a:pt x="576341" y="65597"/>
                  <a:pt x="576444" y="64284"/>
                  <a:pt x="576444" y="63299"/>
                </a:cubicBezTo>
                <a:lnTo>
                  <a:pt x="576444" y="56769"/>
                </a:lnTo>
                <a:close/>
                <a:moveTo>
                  <a:pt x="607660" y="0"/>
                </a:moveTo>
                <a:lnTo>
                  <a:pt x="607660" y="87934"/>
                </a:lnTo>
                <a:lnTo>
                  <a:pt x="625151" y="87934"/>
                </a:lnTo>
                <a:lnTo>
                  <a:pt x="625151" y="0"/>
                </a:lnTo>
                <a:lnTo>
                  <a:pt x="607660" y="0"/>
                </a:lnTo>
                <a:close/>
                <a:moveTo>
                  <a:pt x="693511" y="16240"/>
                </a:moveTo>
                <a:lnTo>
                  <a:pt x="693511" y="87934"/>
                </a:lnTo>
                <a:lnTo>
                  <a:pt x="712850" y="87934"/>
                </a:lnTo>
                <a:lnTo>
                  <a:pt x="712850" y="16240"/>
                </a:lnTo>
                <a:lnTo>
                  <a:pt x="739211" y="16240"/>
                </a:lnTo>
                <a:lnTo>
                  <a:pt x="739211" y="0"/>
                </a:lnTo>
                <a:lnTo>
                  <a:pt x="667150" y="0"/>
                </a:lnTo>
                <a:lnTo>
                  <a:pt x="667150" y="16240"/>
                </a:lnTo>
                <a:lnTo>
                  <a:pt x="693511" y="16240"/>
                </a:lnTo>
                <a:close/>
                <a:moveTo>
                  <a:pt x="790046" y="49320"/>
                </a:moveTo>
                <a:lnTo>
                  <a:pt x="761593" y="49320"/>
                </a:lnTo>
                <a:cubicBezTo>
                  <a:pt x="761675" y="48085"/>
                  <a:pt x="761941" y="46684"/>
                  <a:pt x="762392" y="45119"/>
                </a:cubicBezTo>
                <a:cubicBezTo>
                  <a:pt x="762844" y="43553"/>
                  <a:pt x="763625" y="42070"/>
                  <a:pt x="764734" y="40670"/>
                </a:cubicBezTo>
                <a:cubicBezTo>
                  <a:pt x="765843" y="39270"/>
                  <a:pt x="767321" y="38095"/>
                  <a:pt x="769168" y="37148"/>
                </a:cubicBezTo>
                <a:cubicBezTo>
                  <a:pt x="771016" y="36201"/>
                  <a:pt x="773336" y="35727"/>
                  <a:pt x="776128" y="35727"/>
                </a:cubicBezTo>
                <a:cubicBezTo>
                  <a:pt x="780398" y="35727"/>
                  <a:pt x="783581" y="36881"/>
                  <a:pt x="785674" y="39187"/>
                </a:cubicBezTo>
                <a:cubicBezTo>
                  <a:pt x="787768" y="41494"/>
                  <a:pt x="789226" y="44872"/>
                  <a:pt x="790046" y="49320"/>
                </a:cubicBezTo>
                <a:moveTo>
                  <a:pt x="761593" y="60387"/>
                </a:moveTo>
                <a:lnTo>
                  <a:pt x="807540" y="60387"/>
                </a:lnTo>
                <a:cubicBezTo>
                  <a:pt x="807868" y="55450"/>
                  <a:pt x="807457" y="50719"/>
                  <a:pt x="806307" y="46193"/>
                </a:cubicBezTo>
                <a:cubicBezTo>
                  <a:pt x="805158" y="41667"/>
                  <a:pt x="803289" y="37635"/>
                  <a:pt x="800702" y="34098"/>
                </a:cubicBezTo>
                <a:cubicBezTo>
                  <a:pt x="798115" y="30559"/>
                  <a:pt x="794810" y="27741"/>
                  <a:pt x="790785" y="25643"/>
                </a:cubicBezTo>
                <a:cubicBezTo>
                  <a:pt x="786761" y="23544"/>
                  <a:pt x="782040" y="22495"/>
                  <a:pt x="776620" y="22495"/>
                </a:cubicBezTo>
                <a:cubicBezTo>
                  <a:pt x="771775" y="22495"/>
                  <a:pt x="767361" y="23359"/>
                  <a:pt x="763379" y="25087"/>
                </a:cubicBezTo>
                <a:cubicBezTo>
                  <a:pt x="759397" y="26814"/>
                  <a:pt x="755968" y="29178"/>
                  <a:pt x="753094" y="32180"/>
                </a:cubicBezTo>
                <a:cubicBezTo>
                  <a:pt x="750219" y="35183"/>
                  <a:pt x="748002" y="38741"/>
                  <a:pt x="746442" y="42855"/>
                </a:cubicBezTo>
                <a:cubicBezTo>
                  <a:pt x="744882" y="46967"/>
                  <a:pt x="744102" y="51409"/>
                  <a:pt x="744102" y="56181"/>
                </a:cubicBezTo>
                <a:cubicBezTo>
                  <a:pt x="744102" y="61115"/>
                  <a:pt x="744861" y="65639"/>
                  <a:pt x="746380" y="69753"/>
                </a:cubicBezTo>
                <a:cubicBezTo>
                  <a:pt x="747900" y="73866"/>
                  <a:pt x="750056" y="77403"/>
                  <a:pt x="752848" y="80365"/>
                </a:cubicBezTo>
                <a:cubicBezTo>
                  <a:pt x="755639" y="83326"/>
                  <a:pt x="759047" y="85609"/>
                  <a:pt x="763071" y="87213"/>
                </a:cubicBezTo>
                <a:cubicBezTo>
                  <a:pt x="767094" y="88817"/>
                  <a:pt x="771611" y="89619"/>
                  <a:pt x="776620" y="89619"/>
                </a:cubicBezTo>
                <a:cubicBezTo>
                  <a:pt x="783847" y="89619"/>
                  <a:pt x="790006" y="87978"/>
                  <a:pt x="795097" y="84696"/>
                </a:cubicBezTo>
                <a:cubicBezTo>
                  <a:pt x="800189" y="81414"/>
                  <a:pt x="803967" y="75958"/>
                  <a:pt x="806431" y="68327"/>
                </a:cubicBezTo>
                <a:lnTo>
                  <a:pt x="791033" y="68327"/>
                </a:lnTo>
                <a:cubicBezTo>
                  <a:pt x="790458" y="70280"/>
                  <a:pt x="788897" y="72132"/>
                  <a:pt x="786351" y="73883"/>
                </a:cubicBezTo>
                <a:cubicBezTo>
                  <a:pt x="783806" y="75632"/>
                  <a:pt x="780768" y="76507"/>
                  <a:pt x="777237" y="76507"/>
                </a:cubicBezTo>
                <a:cubicBezTo>
                  <a:pt x="772310" y="76507"/>
                  <a:pt x="768532" y="75235"/>
                  <a:pt x="765903" y="72693"/>
                </a:cubicBezTo>
                <a:cubicBezTo>
                  <a:pt x="763275" y="70149"/>
                  <a:pt x="761839" y="66047"/>
                  <a:pt x="761593" y="60387"/>
                </a:cubicBezTo>
                <a:close/>
                <a:moveTo>
                  <a:pt x="831119" y="67244"/>
                </a:moveTo>
                <a:lnTo>
                  <a:pt x="814490" y="67244"/>
                </a:lnTo>
                <a:cubicBezTo>
                  <a:pt x="814654" y="71507"/>
                  <a:pt x="815619" y="75052"/>
                  <a:pt x="817385" y="77881"/>
                </a:cubicBezTo>
                <a:cubicBezTo>
                  <a:pt x="819150" y="80707"/>
                  <a:pt x="821408" y="82982"/>
                  <a:pt x="824159" y="84703"/>
                </a:cubicBezTo>
                <a:cubicBezTo>
                  <a:pt x="826911" y="86425"/>
                  <a:pt x="830052" y="87654"/>
                  <a:pt x="833583" y="88391"/>
                </a:cubicBezTo>
                <a:cubicBezTo>
                  <a:pt x="837114" y="89129"/>
                  <a:pt x="840727" y="89498"/>
                  <a:pt x="844423" y="89498"/>
                </a:cubicBezTo>
                <a:cubicBezTo>
                  <a:pt x="848035" y="89498"/>
                  <a:pt x="851586" y="89149"/>
                  <a:pt x="855076" y="88449"/>
                </a:cubicBezTo>
                <a:cubicBezTo>
                  <a:pt x="858567" y="87751"/>
                  <a:pt x="861667" y="86540"/>
                  <a:pt x="864376" y="84814"/>
                </a:cubicBezTo>
                <a:cubicBezTo>
                  <a:pt x="867087" y="83089"/>
                  <a:pt x="869283" y="80809"/>
                  <a:pt x="870966" y="77975"/>
                </a:cubicBezTo>
                <a:cubicBezTo>
                  <a:pt x="872650" y="75140"/>
                  <a:pt x="873492" y="71628"/>
                  <a:pt x="873492" y="67438"/>
                </a:cubicBezTo>
                <a:cubicBezTo>
                  <a:pt x="873492" y="64480"/>
                  <a:pt x="872917" y="61996"/>
                  <a:pt x="871767" y="59983"/>
                </a:cubicBezTo>
                <a:cubicBezTo>
                  <a:pt x="870618" y="57969"/>
                  <a:pt x="869098" y="56285"/>
                  <a:pt x="867209" y="54929"/>
                </a:cubicBezTo>
                <a:cubicBezTo>
                  <a:pt x="865321" y="53573"/>
                  <a:pt x="863165" y="52485"/>
                  <a:pt x="860743" y="51664"/>
                </a:cubicBezTo>
                <a:cubicBezTo>
                  <a:pt x="858321" y="50842"/>
                  <a:pt x="855837" y="50144"/>
                  <a:pt x="853291" y="49568"/>
                </a:cubicBezTo>
                <a:cubicBezTo>
                  <a:pt x="850827" y="48993"/>
                  <a:pt x="848404" y="48459"/>
                  <a:pt x="846022" y="47967"/>
                </a:cubicBezTo>
                <a:cubicBezTo>
                  <a:pt x="843641" y="47473"/>
                  <a:pt x="841527" y="46919"/>
                  <a:pt x="839679" y="46304"/>
                </a:cubicBezTo>
                <a:cubicBezTo>
                  <a:pt x="837832" y="45687"/>
                  <a:pt x="836333" y="44886"/>
                  <a:pt x="835183" y="43900"/>
                </a:cubicBezTo>
                <a:cubicBezTo>
                  <a:pt x="834034" y="42913"/>
                  <a:pt x="833459" y="41640"/>
                  <a:pt x="833459" y="40078"/>
                </a:cubicBezTo>
                <a:cubicBezTo>
                  <a:pt x="833459" y="38764"/>
                  <a:pt x="833787" y="37716"/>
                  <a:pt x="834444" y="36936"/>
                </a:cubicBezTo>
                <a:cubicBezTo>
                  <a:pt x="835102" y="36155"/>
                  <a:pt x="835903" y="35560"/>
                  <a:pt x="836846" y="35150"/>
                </a:cubicBezTo>
                <a:cubicBezTo>
                  <a:pt x="837791" y="34739"/>
                  <a:pt x="838838" y="34472"/>
                  <a:pt x="839987" y="34349"/>
                </a:cubicBezTo>
                <a:cubicBezTo>
                  <a:pt x="841137" y="34225"/>
                  <a:pt x="842205" y="34163"/>
                  <a:pt x="843190" y="34163"/>
                </a:cubicBezTo>
                <a:cubicBezTo>
                  <a:pt x="846310" y="34163"/>
                  <a:pt x="849020" y="34762"/>
                  <a:pt x="851319" y="35958"/>
                </a:cubicBezTo>
                <a:cubicBezTo>
                  <a:pt x="853618" y="37154"/>
                  <a:pt x="854891" y="39442"/>
                  <a:pt x="855138" y="42824"/>
                </a:cubicBezTo>
                <a:lnTo>
                  <a:pt x="871769" y="42824"/>
                </a:lnTo>
                <a:cubicBezTo>
                  <a:pt x="871440" y="38882"/>
                  <a:pt x="870434" y="35617"/>
                  <a:pt x="868750" y="33030"/>
                </a:cubicBezTo>
                <a:cubicBezTo>
                  <a:pt x="867067" y="30442"/>
                  <a:pt x="864953" y="28369"/>
                  <a:pt x="862407" y="26809"/>
                </a:cubicBezTo>
                <a:cubicBezTo>
                  <a:pt x="859862" y="25247"/>
                  <a:pt x="856967" y="24138"/>
                  <a:pt x="853723" y="23482"/>
                </a:cubicBezTo>
                <a:cubicBezTo>
                  <a:pt x="850479" y="22824"/>
                  <a:pt x="847132" y="22495"/>
                  <a:pt x="843684" y="22495"/>
                </a:cubicBezTo>
                <a:cubicBezTo>
                  <a:pt x="840234" y="22495"/>
                  <a:pt x="836867" y="22803"/>
                  <a:pt x="833581" y="23420"/>
                </a:cubicBezTo>
                <a:cubicBezTo>
                  <a:pt x="830297" y="24035"/>
                  <a:pt x="827341" y="25102"/>
                  <a:pt x="824713" y="26622"/>
                </a:cubicBezTo>
                <a:cubicBezTo>
                  <a:pt x="822086" y="28142"/>
                  <a:pt x="819971" y="30217"/>
                  <a:pt x="818370" y="32846"/>
                </a:cubicBezTo>
                <a:cubicBezTo>
                  <a:pt x="816768" y="35475"/>
                  <a:pt x="815968" y="38843"/>
                  <a:pt x="815968" y="42952"/>
                </a:cubicBezTo>
                <a:cubicBezTo>
                  <a:pt x="815968" y="45745"/>
                  <a:pt x="816542" y="48107"/>
                  <a:pt x="817691" y="50038"/>
                </a:cubicBezTo>
                <a:cubicBezTo>
                  <a:pt x="818842" y="51968"/>
                  <a:pt x="820361" y="53570"/>
                  <a:pt x="822249" y="54844"/>
                </a:cubicBezTo>
                <a:cubicBezTo>
                  <a:pt x="824139" y="56117"/>
                  <a:pt x="826295" y="57144"/>
                  <a:pt x="828717" y="57925"/>
                </a:cubicBezTo>
                <a:cubicBezTo>
                  <a:pt x="831139" y="58706"/>
                  <a:pt x="833623" y="59384"/>
                  <a:pt x="836169" y="59959"/>
                </a:cubicBezTo>
                <a:cubicBezTo>
                  <a:pt x="842410" y="61273"/>
                  <a:pt x="847275" y="62588"/>
                  <a:pt x="850764" y="63902"/>
                </a:cubicBezTo>
                <a:cubicBezTo>
                  <a:pt x="854255" y="65217"/>
                  <a:pt x="856001" y="67188"/>
                  <a:pt x="856001" y="69817"/>
                </a:cubicBezTo>
                <a:cubicBezTo>
                  <a:pt x="856001" y="71377"/>
                  <a:pt x="855631" y="72671"/>
                  <a:pt x="854892" y="73698"/>
                </a:cubicBezTo>
                <a:cubicBezTo>
                  <a:pt x="854153" y="74726"/>
                  <a:pt x="853229" y="75548"/>
                  <a:pt x="852120" y="76164"/>
                </a:cubicBezTo>
                <a:cubicBezTo>
                  <a:pt x="851012" y="76780"/>
                  <a:pt x="849780" y="77231"/>
                  <a:pt x="848424" y="77520"/>
                </a:cubicBezTo>
                <a:cubicBezTo>
                  <a:pt x="847070" y="77807"/>
                  <a:pt x="845777" y="77950"/>
                  <a:pt x="844545" y="77950"/>
                </a:cubicBezTo>
                <a:cubicBezTo>
                  <a:pt x="842821" y="77950"/>
                  <a:pt x="841158" y="77745"/>
                  <a:pt x="839556" y="77335"/>
                </a:cubicBezTo>
                <a:cubicBezTo>
                  <a:pt x="837955" y="76924"/>
                  <a:pt x="836538" y="76289"/>
                  <a:pt x="835307" y="75428"/>
                </a:cubicBezTo>
                <a:cubicBezTo>
                  <a:pt x="834075" y="74566"/>
                  <a:pt x="833069" y="73458"/>
                  <a:pt x="832288" y="72105"/>
                </a:cubicBezTo>
                <a:cubicBezTo>
                  <a:pt x="831509" y="70751"/>
                  <a:pt x="831119" y="69131"/>
                  <a:pt x="831119" y="67244"/>
                </a:cubicBezTo>
                <a:close/>
                <a:moveTo>
                  <a:pt x="905538" y="24299"/>
                </a:moveTo>
                <a:lnTo>
                  <a:pt x="905538" y="5173"/>
                </a:lnTo>
                <a:lnTo>
                  <a:pt x="888047" y="5173"/>
                </a:lnTo>
                <a:lnTo>
                  <a:pt x="888047" y="24299"/>
                </a:lnTo>
                <a:lnTo>
                  <a:pt x="877454" y="24299"/>
                </a:lnTo>
                <a:lnTo>
                  <a:pt x="877454" y="35968"/>
                </a:lnTo>
                <a:lnTo>
                  <a:pt x="888047" y="35968"/>
                </a:lnTo>
                <a:lnTo>
                  <a:pt x="888047" y="73516"/>
                </a:lnTo>
                <a:cubicBezTo>
                  <a:pt x="888047" y="76718"/>
                  <a:pt x="888581" y="79303"/>
                  <a:pt x="889648" y="81273"/>
                </a:cubicBezTo>
                <a:cubicBezTo>
                  <a:pt x="890716" y="83243"/>
                  <a:pt x="892173" y="84762"/>
                  <a:pt x="894020" y="85829"/>
                </a:cubicBezTo>
                <a:cubicBezTo>
                  <a:pt x="895868" y="86896"/>
                  <a:pt x="898004" y="87613"/>
                  <a:pt x="900426" y="87981"/>
                </a:cubicBezTo>
                <a:cubicBezTo>
                  <a:pt x="902849" y="88351"/>
                  <a:pt x="905416" y="88536"/>
                  <a:pt x="908126" y="88536"/>
                </a:cubicBezTo>
                <a:cubicBezTo>
                  <a:pt x="909851" y="88536"/>
                  <a:pt x="911616" y="88496"/>
                  <a:pt x="913423" y="88416"/>
                </a:cubicBezTo>
                <a:cubicBezTo>
                  <a:pt x="915230" y="88335"/>
                  <a:pt x="916872" y="88175"/>
                  <a:pt x="918350" y="87934"/>
                </a:cubicBezTo>
                <a:lnTo>
                  <a:pt x="918350" y="74330"/>
                </a:lnTo>
                <a:cubicBezTo>
                  <a:pt x="917529" y="74494"/>
                  <a:pt x="916667" y="74618"/>
                  <a:pt x="915763" y="74700"/>
                </a:cubicBezTo>
                <a:cubicBezTo>
                  <a:pt x="914860" y="74782"/>
                  <a:pt x="913916" y="74822"/>
                  <a:pt x="912931" y="74822"/>
                </a:cubicBezTo>
                <a:cubicBezTo>
                  <a:pt x="909973" y="74822"/>
                  <a:pt x="908002" y="74331"/>
                  <a:pt x="907016" y="73347"/>
                </a:cubicBezTo>
                <a:cubicBezTo>
                  <a:pt x="906031" y="72363"/>
                  <a:pt x="905538" y="70396"/>
                  <a:pt x="905538" y="67445"/>
                </a:cubicBezTo>
                <a:lnTo>
                  <a:pt x="905538" y="35968"/>
                </a:lnTo>
                <a:lnTo>
                  <a:pt x="918350" y="35968"/>
                </a:lnTo>
                <a:lnTo>
                  <a:pt x="918350" y="24299"/>
                </a:lnTo>
                <a:lnTo>
                  <a:pt x="905538" y="24299"/>
                </a:lnTo>
                <a:close/>
                <a:moveTo>
                  <a:pt x="944196" y="14435"/>
                </a:moveTo>
                <a:lnTo>
                  <a:pt x="944196" y="0"/>
                </a:lnTo>
                <a:lnTo>
                  <a:pt x="926705" y="0"/>
                </a:lnTo>
                <a:lnTo>
                  <a:pt x="926705" y="14435"/>
                </a:lnTo>
                <a:lnTo>
                  <a:pt x="944196" y="14435"/>
                </a:lnTo>
                <a:moveTo>
                  <a:pt x="926705" y="24250"/>
                </a:moveTo>
                <a:lnTo>
                  <a:pt x="926705" y="87934"/>
                </a:lnTo>
                <a:lnTo>
                  <a:pt x="944196" y="87934"/>
                </a:lnTo>
                <a:lnTo>
                  <a:pt x="944196" y="24250"/>
                </a:lnTo>
                <a:lnTo>
                  <a:pt x="926705" y="24250"/>
                </a:lnTo>
                <a:close/>
                <a:moveTo>
                  <a:pt x="957581" y="24249"/>
                </a:moveTo>
                <a:lnTo>
                  <a:pt x="957581" y="87934"/>
                </a:lnTo>
                <a:lnTo>
                  <a:pt x="975073" y="87934"/>
                </a:lnTo>
                <a:lnTo>
                  <a:pt x="975073" y="54557"/>
                </a:lnTo>
                <a:cubicBezTo>
                  <a:pt x="975073" y="48070"/>
                  <a:pt x="976140" y="43410"/>
                  <a:pt x="978275" y="40578"/>
                </a:cubicBezTo>
                <a:cubicBezTo>
                  <a:pt x="980411" y="37745"/>
                  <a:pt x="983860" y="36329"/>
                  <a:pt x="988622" y="36329"/>
                </a:cubicBezTo>
                <a:cubicBezTo>
                  <a:pt x="992811" y="36329"/>
                  <a:pt x="995727" y="37622"/>
                  <a:pt x="997368" y="40208"/>
                </a:cubicBezTo>
                <a:cubicBezTo>
                  <a:pt x="999011" y="42794"/>
                  <a:pt x="999832" y="46715"/>
                  <a:pt x="999832" y="51970"/>
                </a:cubicBezTo>
                <a:lnTo>
                  <a:pt x="999832" y="87934"/>
                </a:lnTo>
                <a:lnTo>
                  <a:pt x="1017324" y="87934"/>
                </a:lnTo>
                <a:lnTo>
                  <a:pt x="1017324" y="48745"/>
                </a:lnTo>
                <a:cubicBezTo>
                  <a:pt x="1017324" y="44802"/>
                  <a:pt x="1016975" y="41207"/>
                  <a:pt x="1016277" y="37962"/>
                </a:cubicBezTo>
                <a:cubicBezTo>
                  <a:pt x="1015579" y="34717"/>
                  <a:pt x="1014367" y="31964"/>
                  <a:pt x="1012642" y="29705"/>
                </a:cubicBezTo>
                <a:cubicBezTo>
                  <a:pt x="1010917" y="27446"/>
                  <a:pt x="1008557" y="25679"/>
                  <a:pt x="1005559" y="24406"/>
                </a:cubicBezTo>
                <a:cubicBezTo>
                  <a:pt x="1002562" y="23132"/>
                  <a:pt x="998723" y="22495"/>
                  <a:pt x="994041" y="22495"/>
                </a:cubicBezTo>
                <a:cubicBezTo>
                  <a:pt x="990346" y="22495"/>
                  <a:pt x="986733" y="23339"/>
                  <a:pt x="983202" y="25027"/>
                </a:cubicBezTo>
                <a:cubicBezTo>
                  <a:pt x="979671" y="26715"/>
                  <a:pt x="976797" y="29411"/>
                  <a:pt x="974580" y="33116"/>
                </a:cubicBezTo>
                <a:lnTo>
                  <a:pt x="974210" y="33116"/>
                </a:lnTo>
                <a:lnTo>
                  <a:pt x="974210" y="24249"/>
                </a:lnTo>
                <a:lnTo>
                  <a:pt x="957581" y="24249"/>
                </a:lnTo>
                <a:close/>
                <a:moveTo>
                  <a:pt x="1059951" y="72898"/>
                </a:moveTo>
                <a:cubicBezTo>
                  <a:pt x="1057241" y="72898"/>
                  <a:pt x="1054982" y="72323"/>
                  <a:pt x="1053175" y="71174"/>
                </a:cubicBezTo>
                <a:cubicBezTo>
                  <a:pt x="1051368" y="70025"/>
                  <a:pt x="1049910" y="68548"/>
                  <a:pt x="1048801" y="66744"/>
                </a:cubicBezTo>
                <a:cubicBezTo>
                  <a:pt x="1047694" y="64938"/>
                  <a:pt x="1046914" y="62908"/>
                  <a:pt x="1046461" y="60652"/>
                </a:cubicBezTo>
                <a:cubicBezTo>
                  <a:pt x="1046010" y="58396"/>
                  <a:pt x="1045785" y="56118"/>
                  <a:pt x="1045785" y="53820"/>
                </a:cubicBezTo>
                <a:cubicBezTo>
                  <a:pt x="1045785" y="51440"/>
                  <a:pt x="1046051" y="49164"/>
                  <a:pt x="1046585" y="46990"/>
                </a:cubicBezTo>
                <a:cubicBezTo>
                  <a:pt x="1047119" y="44814"/>
                  <a:pt x="1047981" y="42886"/>
                  <a:pt x="1049172" y="41204"/>
                </a:cubicBezTo>
                <a:cubicBezTo>
                  <a:pt x="1050363" y="39523"/>
                  <a:pt x="1051842" y="38189"/>
                  <a:pt x="1053607" y="37204"/>
                </a:cubicBezTo>
                <a:cubicBezTo>
                  <a:pt x="1055373" y="36220"/>
                  <a:pt x="1057487" y="35727"/>
                  <a:pt x="1059951" y="35727"/>
                </a:cubicBezTo>
                <a:cubicBezTo>
                  <a:pt x="1062825" y="35727"/>
                  <a:pt x="1065207" y="36261"/>
                  <a:pt x="1067095" y="37329"/>
                </a:cubicBezTo>
                <a:cubicBezTo>
                  <a:pt x="1068984" y="38395"/>
                  <a:pt x="1070503" y="39831"/>
                  <a:pt x="1071653" y="41637"/>
                </a:cubicBezTo>
                <a:cubicBezTo>
                  <a:pt x="1072804" y="43441"/>
                  <a:pt x="1073625" y="45512"/>
                  <a:pt x="1074117" y="47850"/>
                </a:cubicBezTo>
                <a:cubicBezTo>
                  <a:pt x="1074610" y="50189"/>
                  <a:pt x="1074856" y="52671"/>
                  <a:pt x="1074856" y="55297"/>
                </a:cubicBezTo>
                <a:cubicBezTo>
                  <a:pt x="1074856" y="57594"/>
                  <a:pt x="1074548" y="59789"/>
                  <a:pt x="1073931" y="61882"/>
                </a:cubicBezTo>
                <a:cubicBezTo>
                  <a:pt x="1073316" y="63974"/>
                  <a:pt x="1072393" y="65841"/>
                  <a:pt x="1071161" y="67483"/>
                </a:cubicBezTo>
                <a:cubicBezTo>
                  <a:pt x="1069929" y="69123"/>
                  <a:pt x="1068368" y="70436"/>
                  <a:pt x="1066479" y="71420"/>
                </a:cubicBezTo>
                <a:cubicBezTo>
                  <a:pt x="1064590" y="72405"/>
                  <a:pt x="1062414" y="72898"/>
                  <a:pt x="1059951" y="72898"/>
                </a:cubicBezTo>
                <a:moveTo>
                  <a:pt x="1091485" y="83897"/>
                </a:moveTo>
                <a:lnTo>
                  <a:pt x="1091485" y="24260"/>
                </a:lnTo>
                <a:lnTo>
                  <a:pt x="1074856" y="24260"/>
                </a:lnTo>
                <a:lnTo>
                  <a:pt x="1074856" y="32759"/>
                </a:lnTo>
                <a:lnTo>
                  <a:pt x="1074610" y="32759"/>
                </a:lnTo>
                <a:cubicBezTo>
                  <a:pt x="1072475" y="29049"/>
                  <a:pt x="1069826" y="26411"/>
                  <a:pt x="1066665" y="24844"/>
                </a:cubicBezTo>
                <a:cubicBezTo>
                  <a:pt x="1063503" y="23278"/>
                  <a:pt x="1059828" y="22495"/>
                  <a:pt x="1055639" y="22495"/>
                </a:cubicBezTo>
                <a:cubicBezTo>
                  <a:pt x="1051205" y="22495"/>
                  <a:pt x="1047283" y="23358"/>
                  <a:pt x="1043875" y="25085"/>
                </a:cubicBezTo>
                <a:cubicBezTo>
                  <a:pt x="1040468" y="26812"/>
                  <a:pt x="1037615" y="29134"/>
                  <a:pt x="1035315" y="32053"/>
                </a:cubicBezTo>
                <a:cubicBezTo>
                  <a:pt x="1033016" y="34971"/>
                  <a:pt x="1031270" y="38342"/>
                  <a:pt x="1030079" y="42165"/>
                </a:cubicBezTo>
                <a:cubicBezTo>
                  <a:pt x="1028888" y="45988"/>
                  <a:pt x="1028293" y="49955"/>
                  <a:pt x="1028293" y="54066"/>
                </a:cubicBezTo>
                <a:cubicBezTo>
                  <a:pt x="1028293" y="58423"/>
                  <a:pt x="1028806" y="62554"/>
                  <a:pt x="1029832" y="66460"/>
                </a:cubicBezTo>
                <a:cubicBezTo>
                  <a:pt x="1030859" y="70365"/>
                  <a:pt x="1032480" y="73777"/>
                  <a:pt x="1034697" y="76696"/>
                </a:cubicBezTo>
                <a:cubicBezTo>
                  <a:pt x="1036915" y="79615"/>
                  <a:pt x="1039749" y="81917"/>
                  <a:pt x="1043198" y="83602"/>
                </a:cubicBezTo>
                <a:cubicBezTo>
                  <a:pt x="1046648" y="85287"/>
                  <a:pt x="1050754" y="86130"/>
                  <a:pt x="1055517" y="86130"/>
                </a:cubicBezTo>
                <a:cubicBezTo>
                  <a:pt x="1059376" y="86130"/>
                  <a:pt x="1063051" y="85326"/>
                  <a:pt x="1066541" y="83719"/>
                </a:cubicBezTo>
                <a:cubicBezTo>
                  <a:pt x="1070032" y="82111"/>
                  <a:pt x="1072721" y="79617"/>
                  <a:pt x="1074610" y="76236"/>
                </a:cubicBezTo>
                <a:lnTo>
                  <a:pt x="1074856" y="76236"/>
                </a:lnTo>
                <a:lnTo>
                  <a:pt x="1074856" y="84636"/>
                </a:lnTo>
                <a:cubicBezTo>
                  <a:pt x="1074939" y="89166"/>
                  <a:pt x="1073850" y="92913"/>
                  <a:pt x="1071591" y="95878"/>
                </a:cubicBezTo>
                <a:cubicBezTo>
                  <a:pt x="1069333" y="98842"/>
                  <a:pt x="1065741" y="100325"/>
                  <a:pt x="1060814" y="100325"/>
                </a:cubicBezTo>
                <a:cubicBezTo>
                  <a:pt x="1057694" y="100325"/>
                  <a:pt x="1054942" y="99686"/>
                  <a:pt x="1052560" y="98407"/>
                </a:cubicBezTo>
                <a:cubicBezTo>
                  <a:pt x="1050178" y="97129"/>
                  <a:pt x="1048577" y="94841"/>
                  <a:pt x="1047756" y="91543"/>
                </a:cubicBezTo>
                <a:lnTo>
                  <a:pt x="1030387" y="91543"/>
                </a:lnTo>
                <a:cubicBezTo>
                  <a:pt x="1030634" y="95157"/>
                  <a:pt x="1031640" y="98257"/>
                  <a:pt x="1033406" y="100843"/>
                </a:cubicBezTo>
                <a:cubicBezTo>
                  <a:pt x="1035171" y="103431"/>
                  <a:pt x="1037388" y="105546"/>
                  <a:pt x="1040057" y="107189"/>
                </a:cubicBezTo>
                <a:cubicBezTo>
                  <a:pt x="1042726" y="108832"/>
                  <a:pt x="1045682" y="110043"/>
                  <a:pt x="1048925" y="110822"/>
                </a:cubicBezTo>
                <a:cubicBezTo>
                  <a:pt x="1052169" y="111603"/>
                  <a:pt x="1055352" y="111993"/>
                  <a:pt x="1058474" y="111993"/>
                </a:cubicBezTo>
                <a:cubicBezTo>
                  <a:pt x="1065781" y="111993"/>
                  <a:pt x="1071611" y="111007"/>
                  <a:pt x="1075963" y="109035"/>
                </a:cubicBezTo>
                <a:cubicBezTo>
                  <a:pt x="1080316" y="107064"/>
                  <a:pt x="1083642" y="104661"/>
                  <a:pt x="1085942" y="101826"/>
                </a:cubicBezTo>
                <a:cubicBezTo>
                  <a:pt x="1088241" y="98992"/>
                  <a:pt x="1089740" y="95932"/>
                  <a:pt x="1090438" y="92647"/>
                </a:cubicBezTo>
                <a:cubicBezTo>
                  <a:pt x="1091136" y="89361"/>
                  <a:pt x="1091485" y="86445"/>
                  <a:pt x="1091485" y="838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executeseedcodes">
            <a:extLst xmlns:a="http://schemas.openxmlformats.org/drawingml/2006/main">
              <a:ext uri="{FF2B5EF4-FFF2-40B4-BE49-F238E27FC236}">
                <a16:creationId xmlns:a16="http://schemas.microsoft.com/office/drawing/2014/main" id="{E24B1778-0FBC-4814-B158-F726AFE1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032" y="5409348"/>
            <a:ext cx="1292137" cy="100329"/>
          </a:xfrm>
          <a:custGeom xmlns:a="http://schemas.openxmlformats.org/drawingml/2006/main">
            <a:pathLst>
              <a:path w="1292137" h="100329">
                <a:moveTo>
                  <a:pt x="67043" y="68859"/>
                </a:moveTo>
                <a:lnTo>
                  <a:pt x="18627" y="68859"/>
                </a:lnTo>
                <a:cubicBezTo>
                  <a:pt x="18582" y="69621"/>
                  <a:pt x="18560" y="70203"/>
                  <a:pt x="18560" y="70607"/>
                </a:cubicBezTo>
                <a:cubicBezTo>
                  <a:pt x="18560" y="75359"/>
                  <a:pt x="19916" y="79192"/>
                  <a:pt x="22628" y="82106"/>
                </a:cubicBezTo>
                <a:cubicBezTo>
                  <a:pt x="25340" y="85020"/>
                  <a:pt x="28646" y="86477"/>
                  <a:pt x="32546" y="86477"/>
                </a:cubicBezTo>
                <a:cubicBezTo>
                  <a:pt x="38957" y="86477"/>
                  <a:pt x="43956" y="83159"/>
                  <a:pt x="47542" y="76525"/>
                </a:cubicBezTo>
                <a:lnTo>
                  <a:pt x="64824" y="79483"/>
                </a:lnTo>
                <a:cubicBezTo>
                  <a:pt x="61462" y="86432"/>
                  <a:pt x="56967" y="91643"/>
                  <a:pt x="51341" y="95118"/>
                </a:cubicBezTo>
                <a:cubicBezTo>
                  <a:pt x="45715" y="98592"/>
                  <a:pt x="39405" y="100329"/>
                  <a:pt x="32412" y="100329"/>
                </a:cubicBezTo>
                <a:cubicBezTo>
                  <a:pt x="22818" y="100329"/>
                  <a:pt x="15018" y="97286"/>
                  <a:pt x="9011" y="91201"/>
                </a:cubicBezTo>
                <a:cubicBezTo>
                  <a:pt x="3004" y="85115"/>
                  <a:pt x="0" y="77065"/>
                  <a:pt x="0" y="67051"/>
                </a:cubicBezTo>
                <a:cubicBezTo>
                  <a:pt x="0" y="57260"/>
                  <a:pt x="2712" y="48547"/>
                  <a:pt x="8137" y="40912"/>
                </a:cubicBezTo>
                <a:cubicBezTo>
                  <a:pt x="15534" y="30583"/>
                  <a:pt x="26091" y="25419"/>
                  <a:pt x="39809" y="25419"/>
                </a:cubicBezTo>
                <a:cubicBezTo>
                  <a:pt x="48551" y="25419"/>
                  <a:pt x="55499" y="28124"/>
                  <a:pt x="60655" y="33534"/>
                </a:cubicBezTo>
                <a:cubicBezTo>
                  <a:pt x="65810" y="38945"/>
                  <a:pt x="68388" y="46521"/>
                  <a:pt x="68388" y="56265"/>
                </a:cubicBezTo>
                <a:cubicBezTo>
                  <a:pt x="68388" y="60934"/>
                  <a:pt x="67940" y="65132"/>
                  <a:pt x="67043" y="68859"/>
                </a:cubicBezTo>
                <a:moveTo>
                  <a:pt x="50770" y="57024"/>
                </a:moveTo>
                <a:cubicBezTo>
                  <a:pt x="50815" y="56175"/>
                  <a:pt x="50837" y="55527"/>
                  <a:pt x="50837" y="55082"/>
                </a:cubicBezTo>
                <a:cubicBezTo>
                  <a:pt x="50837" y="49812"/>
                  <a:pt x="49649" y="45859"/>
                  <a:pt x="47273" y="43224"/>
                </a:cubicBezTo>
                <a:cubicBezTo>
                  <a:pt x="44897" y="40588"/>
                  <a:pt x="41714" y="39271"/>
                  <a:pt x="37724" y="39271"/>
                </a:cubicBezTo>
                <a:cubicBezTo>
                  <a:pt x="33734" y="39271"/>
                  <a:pt x="30159" y="40767"/>
                  <a:pt x="26999" y="43760"/>
                </a:cubicBezTo>
                <a:cubicBezTo>
                  <a:pt x="23838" y="46752"/>
                  <a:pt x="21698" y="51173"/>
                  <a:pt x="20577" y="57024"/>
                </a:cubicBezTo>
                <a:lnTo>
                  <a:pt x="50770" y="57024"/>
                </a:lnTo>
                <a:close/>
                <a:moveTo>
                  <a:pt x="106905" y="78630"/>
                </a:moveTo>
                <a:lnTo>
                  <a:pt x="89153" y="98581"/>
                </a:lnTo>
                <a:lnTo>
                  <a:pt x="65483" y="98581"/>
                </a:lnTo>
                <a:lnTo>
                  <a:pt x="98500" y="61907"/>
                </a:lnTo>
                <a:lnTo>
                  <a:pt x="80344" y="27167"/>
                </a:lnTo>
                <a:lnTo>
                  <a:pt x="100853" y="27167"/>
                </a:lnTo>
                <a:lnTo>
                  <a:pt x="111276" y="47420"/>
                </a:lnTo>
                <a:lnTo>
                  <a:pt x="129365" y="27167"/>
                </a:lnTo>
                <a:lnTo>
                  <a:pt x="152833" y="27167"/>
                </a:lnTo>
                <a:lnTo>
                  <a:pt x="119682" y="64278"/>
                </a:lnTo>
                <a:lnTo>
                  <a:pt x="137703" y="98581"/>
                </a:lnTo>
                <a:lnTo>
                  <a:pt x="117194" y="98581"/>
                </a:lnTo>
                <a:lnTo>
                  <a:pt x="106905" y="78630"/>
                </a:lnTo>
                <a:close/>
                <a:moveTo>
                  <a:pt x="220063" y="68859"/>
                </a:moveTo>
                <a:lnTo>
                  <a:pt x="171647" y="68859"/>
                </a:lnTo>
                <a:cubicBezTo>
                  <a:pt x="171602" y="69621"/>
                  <a:pt x="171580" y="70203"/>
                  <a:pt x="171580" y="70607"/>
                </a:cubicBezTo>
                <a:cubicBezTo>
                  <a:pt x="171580" y="75359"/>
                  <a:pt x="172936" y="79192"/>
                  <a:pt x="175648" y="82106"/>
                </a:cubicBezTo>
                <a:cubicBezTo>
                  <a:pt x="178360" y="85020"/>
                  <a:pt x="181666" y="86477"/>
                  <a:pt x="185566" y="86477"/>
                </a:cubicBezTo>
                <a:cubicBezTo>
                  <a:pt x="191977" y="86477"/>
                  <a:pt x="196976" y="83159"/>
                  <a:pt x="200562" y="76525"/>
                </a:cubicBezTo>
                <a:lnTo>
                  <a:pt x="217844" y="79483"/>
                </a:lnTo>
                <a:cubicBezTo>
                  <a:pt x="214482" y="86432"/>
                  <a:pt x="209987" y="91643"/>
                  <a:pt x="204361" y="95118"/>
                </a:cubicBezTo>
                <a:cubicBezTo>
                  <a:pt x="198735" y="98592"/>
                  <a:pt x="192425" y="100329"/>
                  <a:pt x="185432" y="100329"/>
                </a:cubicBezTo>
                <a:cubicBezTo>
                  <a:pt x="175838" y="100329"/>
                  <a:pt x="168038" y="97286"/>
                  <a:pt x="162031" y="91201"/>
                </a:cubicBezTo>
                <a:cubicBezTo>
                  <a:pt x="156024" y="85115"/>
                  <a:pt x="153020" y="77065"/>
                  <a:pt x="153020" y="67051"/>
                </a:cubicBezTo>
                <a:cubicBezTo>
                  <a:pt x="153020" y="57260"/>
                  <a:pt x="155732" y="48547"/>
                  <a:pt x="161157" y="40912"/>
                </a:cubicBezTo>
                <a:cubicBezTo>
                  <a:pt x="168554" y="30583"/>
                  <a:pt x="179111" y="25419"/>
                  <a:pt x="192829" y="25419"/>
                </a:cubicBezTo>
                <a:cubicBezTo>
                  <a:pt x="201571" y="25419"/>
                  <a:pt x="208519" y="28124"/>
                  <a:pt x="213675" y="33534"/>
                </a:cubicBezTo>
                <a:cubicBezTo>
                  <a:pt x="218830" y="38945"/>
                  <a:pt x="221408" y="46521"/>
                  <a:pt x="221408" y="56265"/>
                </a:cubicBezTo>
                <a:cubicBezTo>
                  <a:pt x="221408" y="60934"/>
                  <a:pt x="220960" y="65132"/>
                  <a:pt x="220063" y="68859"/>
                </a:cubicBezTo>
                <a:moveTo>
                  <a:pt x="203790" y="57024"/>
                </a:moveTo>
                <a:cubicBezTo>
                  <a:pt x="203835" y="56175"/>
                  <a:pt x="203857" y="55527"/>
                  <a:pt x="203857" y="55082"/>
                </a:cubicBezTo>
                <a:cubicBezTo>
                  <a:pt x="203857" y="49812"/>
                  <a:pt x="202669" y="45859"/>
                  <a:pt x="200293" y="43224"/>
                </a:cubicBezTo>
                <a:cubicBezTo>
                  <a:pt x="197917" y="40588"/>
                  <a:pt x="194734" y="39271"/>
                  <a:pt x="190744" y="39271"/>
                </a:cubicBezTo>
                <a:cubicBezTo>
                  <a:pt x="186754" y="39271"/>
                  <a:pt x="183179" y="40767"/>
                  <a:pt x="180019" y="43760"/>
                </a:cubicBezTo>
                <a:cubicBezTo>
                  <a:pt x="176858" y="46752"/>
                  <a:pt x="174718" y="51173"/>
                  <a:pt x="173597" y="57024"/>
                </a:cubicBezTo>
                <a:lnTo>
                  <a:pt x="203790" y="57024"/>
                </a:lnTo>
                <a:close/>
                <a:moveTo>
                  <a:pt x="275457" y="71683"/>
                </a:moveTo>
                <a:lnTo>
                  <a:pt x="294218" y="74709"/>
                </a:lnTo>
                <a:cubicBezTo>
                  <a:pt x="291125" y="83070"/>
                  <a:pt x="286552" y="89430"/>
                  <a:pt x="280500" y="93790"/>
                </a:cubicBezTo>
                <a:cubicBezTo>
                  <a:pt x="274448" y="98149"/>
                  <a:pt x="267432" y="100329"/>
                  <a:pt x="259453" y="100329"/>
                </a:cubicBezTo>
                <a:cubicBezTo>
                  <a:pt x="250352" y="100329"/>
                  <a:pt x="243135" y="97612"/>
                  <a:pt x="237800" y="92178"/>
                </a:cubicBezTo>
                <a:cubicBezTo>
                  <a:pt x="232465" y="86744"/>
                  <a:pt x="229798" y="79266"/>
                  <a:pt x="229798" y="69745"/>
                </a:cubicBezTo>
                <a:cubicBezTo>
                  <a:pt x="229798" y="61976"/>
                  <a:pt x="231412" y="54633"/>
                  <a:pt x="234639" y="47716"/>
                </a:cubicBezTo>
                <a:cubicBezTo>
                  <a:pt x="237867" y="40800"/>
                  <a:pt x="242731" y="35355"/>
                  <a:pt x="249231" y="31380"/>
                </a:cubicBezTo>
                <a:cubicBezTo>
                  <a:pt x="255732" y="27406"/>
                  <a:pt x="262860" y="25419"/>
                  <a:pt x="270615" y="25419"/>
                </a:cubicBezTo>
                <a:cubicBezTo>
                  <a:pt x="279043" y="25419"/>
                  <a:pt x="285768" y="27631"/>
                  <a:pt x="290789" y="32055"/>
                </a:cubicBezTo>
                <a:cubicBezTo>
                  <a:pt x="295810" y="36479"/>
                  <a:pt x="298634" y="42303"/>
                  <a:pt x="299261" y="49526"/>
                </a:cubicBezTo>
                <a:lnTo>
                  <a:pt x="280904" y="51509"/>
                </a:lnTo>
                <a:cubicBezTo>
                  <a:pt x="280455" y="47451"/>
                  <a:pt x="279234" y="44464"/>
                  <a:pt x="277239" y="42549"/>
                </a:cubicBezTo>
                <a:cubicBezTo>
                  <a:pt x="275244" y="40633"/>
                  <a:pt x="272633" y="39674"/>
                  <a:pt x="269405" y="39674"/>
                </a:cubicBezTo>
                <a:cubicBezTo>
                  <a:pt x="265684" y="39674"/>
                  <a:pt x="262210" y="41066"/>
                  <a:pt x="258982" y="43850"/>
                </a:cubicBezTo>
                <a:cubicBezTo>
                  <a:pt x="255754" y="46634"/>
                  <a:pt x="253277" y="50798"/>
                  <a:pt x="251551" y="56343"/>
                </a:cubicBezTo>
                <a:cubicBezTo>
                  <a:pt x="249825" y="61888"/>
                  <a:pt x="248962" y="67084"/>
                  <a:pt x="248962" y="71933"/>
                </a:cubicBezTo>
                <a:cubicBezTo>
                  <a:pt x="248962" y="76153"/>
                  <a:pt x="249994" y="79408"/>
                  <a:pt x="252056" y="81698"/>
                </a:cubicBezTo>
                <a:cubicBezTo>
                  <a:pt x="254118" y="83987"/>
                  <a:pt x="256696" y="85132"/>
                  <a:pt x="259789" y="85132"/>
                </a:cubicBezTo>
                <a:cubicBezTo>
                  <a:pt x="262882" y="85132"/>
                  <a:pt x="265863" y="84011"/>
                  <a:pt x="268732" y="81770"/>
                </a:cubicBezTo>
                <a:cubicBezTo>
                  <a:pt x="271601" y="79528"/>
                  <a:pt x="273843" y="76166"/>
                  <a:pt x="275457" y="71683"/>
                </a:cubicBezTo>
                <a:close/>
                <a:moveTo>
                  <a:pt x="318345" y="27167"/>
                </a:moveTo>
                <a:lnTo>
                  <a:pt x="337644" y="27167"/>
                </a:lnTo>
                <a:lnTo>
                  <a:pt x="328835" y="69464"/>
                </a:lnTo>
                <a:cubicBezTo>
                  <a:pt x="327759" y="74530"/>
                  <a:pt x="327221" y="77690"/>
                  <a:pt x="327221" y="78945"/>
                </a:cubicBezTo>
                <a:cubicBezTo>
                  <a:pt x="327221" y="81007"/>
                  <a:pt x="327984" y="82778"/>
                  <a:pt x="329508" y="84258"/>
                </a:cubicBezTo>
                <a:cubicBezTo>
                  <a:pt x="331032" y="85737"/>
                  <a:pt x="332982" y="86477"/>
                  <a:pt x="335358" y="86477"/>
                </a:cubicBezTo>
                <a:cubicBezTo>
                  <a:pt x="337062" y="86477"/>
                  <a:pt x="338743" y="86152"/>
                  <a:pt x="340401" y="85504"/>
                </a:cubicBezTo>
                <a:cubicBezTo>
                  <a:pt x="342060" y="84854"/>
                  <a:pt x="343764" y="83868"/>
                  <a:pt x="345512" y="82547"/>
                </a:cubicBezTo>
                <a:cubicBezTo>
                  <a:pt x="347260" y="81225"/>
                  <a:pt x="348829" y="79712"/>
                  <a:pt x="350219" y="78010"/>
                </a:cubicBezTo>
                <a:cubicBezTo>
                  <a:pt x="351609" y="76308"/>
                  <a:pt x="352909" y="74069"/>
                  <a:pt x="354119" y="71292"/>
                </a:cubicBezTo>
                <a:cubicBezTo>
                  <a:pt x="354971" y="69231"/>
                  <a:pt x="355890" y="65870"/>
                  <a:pt x="356876" y="61207"/>
                </a:cubicBezTo>
                <a:lnTo>
                  <a:pt x="364004" y="27167"/>
                </a:lnTo>
                <a:lnTo>
                  <a:pt x="383304" y="27167"/>
                </a:lnTo>
                <a:lnTo>
                  <a:pt x="368375" y="98581"/>
                </a:lnTo>
                <a:lnTo>
                  <a:pt x="350354" y="98581"/>
                </a:lnTo>
                <a:lnTo>
                  <a:pt x="352371" y="88948"/>
                </a:lnTo>
                <a:cubicBezTo>
                  <a:pt x="344481" y="96535"/>
                  <a:pt x="335896" y="100329"/>
                  <a:pt x="326616" y="100329"/>
                </a:cubicBezTo>
                <a:cubicBezTo>
                  <a:pt x="320744" y="100329"/>
                  <a:pt x="316126" y="98642"/>
                  <a:pt x="312764" y="95269"/>
                </a:cubicBezTo>
                <a:cubicBezTo>
                  <a:pt x="309402" y="91894"/>
                  <a:pt x="307721" y="87372"/>
                  <a:pt x="307721" y="81702"/>
                </a:cubicBezTo>
                <a:cubicBezTo>
                  <a:pt x="307721" y="79237"/>
                  <a:pt x="308483" y="74328"/>
                  <a:pt x="310007" y="66976"/>
                </a:cubicBezTo>
                <a:lnTo>
                  <a:pt x="318345" y="27167"/>
                </a:lnTo>
                <a:close/>
                <a:moveTo>
                  <a:pt x="392553" y="41557"/>
                </a:moveTo>
                <a:lnTo>
                  <a:pt x="395511" y="27167"/>
                </a:lnTo>
                <a:lnTo>
                  <a:pt x="405006" y="27167"/>
                </a:lnTo>
                <a:lnTo>
                  <a:pt x="407351" y="15735"/>
                </a:lnTo>
                <a:lnTo>
                  <a:pt x="429403" y="2421"/>
                </a:lnTo>
                <a:lnTo>
                  <a:pt x="424305" y="27167"/>
                </a:lnTo>
                <a:lnTo>
                  <a:pt x="435993" y="27167"/>
                </a:lnTo>
                <a:lnTo>
                  <a:pt x="433034" y="41557"/>
                </a:lnTo>
                <a:lnTo>
                  <a:pt x="421340" y="41557"/>
                </a:lnTo>
                <a:lnTo>
                  <a:pt x="414945" y="71490"/>
                </a:lnTo>
                <a:cubicBezTo>
                  <a:pt x="413824" y="76907"/>
                  <a:pt x="413264" y="79996"/>
                  <a:pt x="413264" y="80757"/>
                </a:cubicBezTo>
                <a:cubicBezTo>
                  <a:pt x="413264" y="82238"/>
                  <a:pt x="413735" y="83393"/>
                  <a:pt x="414676" y="84224"/>
                </a:cubicBezTo>
                <a:cubicBezTo>
                  <a:pt x="415618" y="85053"/>
                  <a:pt x="417321" y="85468"/>
                  <a:pt x="419787" y="85468"/>
                </a:cubicBezTo>
                <a:cubicBezTo>
                  <a:pt x="420639" y="85468"/>
                  <a:pt x="422768" y="85311"/>
                  <a:pt x="426175" y="84997"/>
                </a:cubicBezTo>
                <a:lnTo>
                  <a:pt x="423149" y="99320"/>
                </a:lnTo>
                <a:cubicBezTo>
                  <a:pt x="419832" y="99993"/>
                  <a:pt x="416425" y="100329"/>
                  <a:pt x="412928" y="100329"/>
                </a:cubicBezTo>
                <a:cubicBezTo>
                  <a:pt x="406114" y="100329"/>
                  <a:pt x="401160" y="99012"/>
                  <a:pt x="398067" y="96379"/>
                </a:cubicBezTo>
                <a:cubicBezTo>
                  <a:pt x="394973" y="93743"/>
                  <a:pt x="393427" y="90084"/>
                  <a:pt x="393427" y="85401"/>
                </a:cubicBezTo>
                <a:cubicBezTo>
                  <a:pt x="393427" y="83204"/>
                  <a:pt x="394256" y="78138"/>
                  <a:pt x="395915" y="70201"/>
                </a:cubicBezTo>
                <a:lnTo>
                  <a:pt x="402146" y="41557"/>
                </a:lnTo>
                <a:lnTo>
                  <a:pt x="392553" y="41557"/>
                </a:lnTo>
                <a:close/>
                <a:moveTo>
                  <a:pt x="503148" y="68859"/>
                </a:moveTo>
                <a:lnTo>
                  <a:pt x="454732" y="68859"/>
                </a:lnTo>
                <a:cubicBezTo>
                  <a:pt x="454687" y="69621"/>
                  <a:pt x="454665" y="70203"/>
                  <a:pt x="454665" y="70607"/>
                </a:cubicBezTo>
                <a:cubicBezTo>
                  <a:pt x="454665" y="75359"/>
                  <a:pt x="456021" y="79192"/>
                  <a:pt x="458733" y="82106"/>
                </a:cubicBezTo>
                <a:cubicBezTo>
                  <a:pt x="461445" y="85020"/>
                  <a:pt x="464751" y="86477"/>
                  <a:pt x="468652" y="86477"/>
                </a:cubicBezTo>
                <a:cubicBezTo>
                  <a:pt x="475062" y="86477"/>
                  <a:pt x="480061" y="83159"/>
                  <a:pt x="483647" y="76525"/>
                </a:cubicBezTo>
                <a:lnTo>
                  <a:pt x="500929" y="79483"/>
                </a:lnTo>
                <a:cubicBezTo>
                  <a:pt x="497567" y="86432"/>
                  <a:pt x="493073" y="91643"/>
                  <a:pt x="487446" y="95118"/>
                </a:cubicBezTo>
                <a:cubicBezTo>
                  <a:pt x="481820" y="98592"/>
                  <a:pt x="475510" y="100329"/>
                  <a:pt x="468517" y="100329"/>
                </a:cubicBezTo>
                <a:cubicBezTo>
                  <a:pt x="458923" y="100329"/>
                  <a:pt x="451123" y="97286"/>
                  <a:pt x="445116" y="91201"/>
                </a:cubicBezTo>
                <a:cubicBezTo>
                  <a:pt x="439109" y="85115"/>
                  <a:pt x="436105" y="77065"/>
                  <a:pt x="436105" y="67051"/>
                </a:cubicBezTo>
                <a:cubicBezTo>
                  <a:pt x="436105" y="57260"/>
                  <a:pt x="438817" y="48547"/>
                  <a:pt x="444242" y="40912"/>
                </a:cubicBezTo>
                <a:cubicBezTo>
                  <a:pt x="451639" y="30583"/>
                  <a:pt x="462196" y="25419"/>
                  <a:pt x="475914" y="25419"/>
                </a:cubicBezTo>
                <a:cubicBezTo>
                  <a:pt x="484656" y="25419"/>
                  <a:pt x="491604" y="28124"/>
                  <a:pt x="496760" y="33534"/>
                </a:cubicBezTo>
                <a:cubicBezTo>
                  <a:pt x="501915" y="38945"/>
                  <a:pt x="504493" y="46521"/>
                  <a:pt x="504493" y="56265"/>
                </a:cubicBezTo>
                <a:cubicBezTo>
                  <a:pt x="504493" y="60934"/>
                  <a:pt x="504045" y="65132"/>
                  <a:pt x="503148" y="68859"/>
                </a:cubicBezTo>
                <a:moveTo>
                  <a:pt x="486875" y="57024"/>
                </a:moveTo>
                <a:cubicBezTo>
                  <a:pt x="486920" y="56175"/>
                  <a:pt x="486942" y="55527"/>
                  <a:pt x="486942" y="55082"/>
                </a:cubicBezTo>
                <a:cubicBezTo>
                  <a:pt x="486942" y="49812"/>
                  <a:pt x="485754" y="45859"/>
                  <a:pt x="483378" y="43224"/>
                </a:cubicBezTo>
                <a:cubicBezTo>
                  <a:pt x="481002" y="40588"/>
                  <a:pt x="477819" y="39271"/>
                  <a:pt x="473829" y="39271"/>
                </a:cubicBezTo>
                <a:cubicBezTo>
                  <a:pt x="469840" y="39271"/>
                  <a:pt x="466264" y="40767"/>
                  <a:pt x="463104" y="43760"/>
                </a:cubicBezTo>
                <a:cubicBezTo>
                  <a:pt x="459943" y="46752"/>
                  <a:pt x="457803" y="51173"/>
                  <a:pt x="456682" y="57024"/>
                </a:cubicBezTo>
                <a:lnTo>
                  <a:pt x="486875" y="57024"/>
                </a:lnTo>
                <a:close/>
                <a:moveTo>
                  <a:pt x="545894" y="78561"/>
                </a:moveTo>
                <a:lnTo>
                  <a:pt x="564588" y="75583"/>
                </a:lnTo>
                <a:cubicBezTo>
                  <a:pt x="566247" y="79552"/>
                  <a:pt x="568309" y="82360"/>
                  <a:pt x="570774" y="84008"/>
                </a:cubicBezTo>
                <a:cubicBezTo>
                  <a:pt x="573240" y="85654"/>
                  <a:pt x="576602" y="86477"/>
                  <a:pt x="580861" y="86477"/>
                </a:cubicBezTo>
                <a:cubicBezTo>
                  <a:pt x="585254" y="86477"/>
                  <a:pt x="588774" y="85493"/>
                  <a:pt x="591419" y="83526"/>
                </a:cubicBezTo>
                <a:cubicBezTo>
                  <a:pt x="593257" y="82184"/>
                  <a:pt x="594176" y="80552"/>
                  <a:pt x="594176" y="78630"/>
                </a:cubicBezTo>
                <a:cubicBezTo>
                  <a:pt x="594176" y="77333"/>
                  <a:pt x="593705" y="76167"/>
                  <a:pt x="592763" y="75133"/>
                </a:cubicBezTo>
                <a:cubicBezTo>
                  <a:pt x="591777" y="74146"/>
                  <a:pt x="589110" y="72933"/>
                  <a:pt x="584761" y="71496"/>
                </a:cubicBezTo>
                <a:cubicBezTo>
                  <a:pt x="573106" y="67633"/>
                  <a:pt x="565888" y="64580"/>
                  <a:pt x="563109" y="62336"/>
                </a:cubicBezTo>
                <a:cubicBezTo>
                  <a:pt x="558760" y="58832"/>
                  <a:pt x="556586" y="54251"/>
                  <a:pt x="556586" y="48593"/>
                </a:cubicBezTo>
                <a:cubicBezTo>
                  <a:pt x="556586" y="42934"/>
                  <a:pt x="558693" y="38061"/>
                  <a:pt x="562907" y="33973"/>
                </a:cubicBezTo>
                <a:cubicBezTo>
                  <a:pt x="568780" y="28270"/>
                  <a:pt x="577499" y="25419"/>
                  <a:pt x="589065" y="25419"/>
                </a:cubicBezTo>
                <a:cubicBezTo>
                  <a:pt x="598255" y="25419"/>
                  <a:pt x="605204" y="27100"/>
                  <a:pt x="609911" y="30462"/>
                </a:cubicBezTo>
                <a:cubicBezTo>
                  <a:pt x="614618" y="33824"/>
                  <a:pt x="617599" y="38374"/>
                  <a:pt x="618854" y="44113"/>
                </a:cubicBezTo>
                <a:lnTo>
                  <a:pt x="601035" y="47206"/>
                </a:lnTo>
                <a:cubicBezTo>
                  <a:pt x="600093" y="44606"/>
                  <a:pt x="598569" y="42656"/>
                  <a:pt x="596462" y="41356"/>
                </a:cubicBezTo>
                <a:cubicBezTo>
                  <a:pt x="593593" y="39607"/>
                  <a:pt x="590141" y="38733"/>
                  <a:pt x="586106" y="38733"/>
                </a:cubicBezTo>
                <a:cubicBezTo>
                  <a:pt x="582072" y="38733"/>
                  <a:pt x="579169" y="39408"/>
                  <a:pt x="577398" y="40759"/>
                </a:cubicBezTo>
                <a:cubicBezTo>
                  <a:pt x="575627" y="42109"/>
                  <a:pt x="574742" y="43663"/>
                  <a:pt x="574742" y="45420"/>
                </a:cubicBezTo>
                <a:cubicBezTo>
                  <a:pt x="574742" y="47220"/>
                  <a:pt x="575638" y="48704"/>
                  <a:pt x="577432" y="49872"/>
                </a:cubicBezTo>
                <a:cubicBezTo>
                  <a:pt x="578552" y="50591"/>
                  <a:pt x="582161" y="51848"/>
                  <a:pt x="588258" y="53644"/>
                </a:cubicBezTo>
                <a:cubicBezTo>
                  <a:pt x="597672" y="56385"/>
                  <a:pt x="603971" y="59079"/>
                  <a:pt x="607154" y="61729"/>
                </a:cubicBezTo>
                <a:cubicBezTo>
                  <a:pt x="611637" y="65456"/>
                  <a:pt x="613878" y="69948"/>
                  <a:pt x="613878" y="75203"/>
                </a:cubicBezTo>
                <a:cubicBezTo>
                  <a:pt x="613878" y="81983"/>
                  <a:pt x="611032" y="87866"/>
                  <a:pt x="605338" y="92852"/>
                </a:cubicBezTo>
                <a:cubicBezTo>
                  <a:pt x="599645" y="97837"/>
                  <a:pt x="591620" y="100329"/>
                  <a:pt x="581265" y="100329"/>
                </a:cubicBezTo>
                <a:cubicBezTo>
                  <a:pt x="570954" y="100329"/>
                  <a:pt x="562985" y="98425"/>
                  <a:pt x="557359" y="94618"/>
                </a:cubicBezTo>
                <a:cubicBezTo>
                  <a:pt x="551733" y="90808"/>
                  <a:pt x="547911" y="85456"/>
                  <a:pt x="545894" y="78561"/>
                </a:cubicBezTo>
                <a:close/>
                <a:moveTo>
                  <a:pt x="694422" y="68859"/>
                </a:moveTo>
                <a:lnTo>
                  <a:pt x="646006" y="68859"/>
                </a:lnTo>
                <a:cubicBezTo>
                  <a:pt x="645961" y="69621"/>
                  <a:pt x="645939" y="70203"/>
                  <a:pt x="645939" y="70607"/>
                </a:cubicBezTo>
                <a:cubicBezTo>
                  <a:pt x="645939" y="75359"/>
                  <a:pt x="647295" y="79192"/>
                  <a:pt x="650007" y="82106"/>
                </a:cubicBezTo>
                <a:cubicBezTo>
                  <a:pt x="652719" y="85020"/>
                  <a:pt x="656026" y="86477"/>
                  <a:pt x="659926" y="86477"/>
                </a:cubicBezTo>
                <a:cubicBezTo>
                  <a:pt x="666336" y="86477"/>
                  <a:pt x="671335" y="83159"/>
                  <a:pt x="674921" y="76525"/>
                </a:cubicBezTo>
                <a:lnTo>
                  <a:pt x="692203" y="79483"/>
                </a:lnTo>
                <a:cubicBezTo>
                  <a:pt x="688841" y="86432"/>
                  <a:pt x="684347" y="91643"/>
                  <a:pt x="678721" y="95118"/>
                </a:cubicBezTo>
                <a:cubicBezTo>
                  <a:pt x="673094" y="98592"/>
                  <a:pt x="666785" y="100329"/>
                  <a:pt x="659791" y="100329"/>
                </a:cubicBezTo>
                <a:cubicBezTo>
                  <a:pt x="650198" y="100329"/>
                  <a:pt x="642397" y="97286"/>
                  <a:pt x="636390" y="91201"/>
                </a:cubicBezTo>
                <a:cubicBezTo>
                  <a:pt x="630383" y="85115"/>
                  <a:pt x="627379" y="77065"/>
                  <a:pt x="627379" y="67051"/>
                </a:cubicBezTo>
                <a:cubicBezTo>
                  <a:pt x="627379" y="57260"/>
                  <a:pt x="630091" y="48547"/>
                  <a:pt x="635516" y="40912"/>
                </a:cubicBezTo>
                <a:cubicBezTo>
                  <a:pt x="642913" y="30583"/>
                  <a:pt x="653470" y="25419"/>
                  <a:pt x="667188" y="25419"/>
                </a:cubicBezTo>
                <a:cubicBezTo>
                  <a:pt x="675930" y="25419"/>
                  <a:pt x="682879" y="28124"/>
                  <a:pt x="688034" y="33534"/>
                </a:cubicBezTo>
                <a:cubicBezTo>
                  <a:pt x="693189" y="38945"/>
                  <a:pt x="695767" y="46521"/>
                  <a:pt x="695767" y="56265"/>
                </a:cubicBezTo>
                <a:cubicBezTo>
                  <a:pt x="695767" y="60934"/>
                  <a:pt x="695319" y="65132"/>
                  <a:pt x="694422" y="68859"/>
                </a:cubicBezTo>
                <a:moveTo>
                  <a:pt x="678149" y="57024"/>
                </a:moveTo>
                <a:cubicBezTo>
                  <a:pt x="678194" y="56175"/>
                  <a:pt x="678216" y="55527"/>
                  <a:pt x="678216" y="55082"/>
                </a:cubicBezTo>
                <a:cubicBezTo>
                  <a:pt x="678216" y="49812"/>
                  <a:pt x="677028" y="45859"/>
                  <a:pt x="674652" y="43224"/>
                </a:cubicBezTo>
                <a:cubicBezTo>
                  <a:pt x="672276" y="40588"/>
                  <a:pt x="669093" y="39271"/>
                  <a:pt x="665104" y="39271"/>
                </a:cubicBezTo>
                <a:cubicBezTo>
                  <a:pt x="661114" y="39271"/>
                  <a:pt x="657539" y="40767"/>
                  <a:pt x="654378" y="43760"/>
                </a:cubicBezTo>
                <a:cubicBezTo>
                  <a:pt x="651218" y="46752"/>
                  <a:pt x="649077" y="51173"/>
                  <a:pt x="647956" y="57024"/>
                </a:cubicBezTo>
                <a:lnTo>
                  <a:pt x="678149" y="57024"/>
                </a:lnTo>
                <a:close/>
                <a:moveTo>
                  <a:pt x="770931" y="68859"/>
                </a:moveTo>
                <a:lnTo>
                  <a:pt x="722515" y="68859"/>
                </a:lnTo>
                <a:cubicBezTo>
                  <a:pt x="722470" y="69621"/>
                  <a:pt x="722448" y="70203"/>
                  <a:pt x="722448" y="70607"/>
                </a:cubicBezTo>
                <a:cubicBezTo>
                  <a:pt x="722448" y="75359"/>
                  <a:pt x="723804" y="79192"/>
                  <a:pt x="726516" y="82106"/>
                </a:cubicBezTo>
                <a:cubicBezTo>
                  <a:pt x="729228" y="85020"/>
                  <a:pt x="732534" y="86477"/>
                  <a:pt x="736434" y="86477"/>
                </a:cubicBezTo>
                <a:cubicBezTo>
                  <a:pt x="742845" y="86477"/>
                  <a:pt x="747844" y="83159"/>
                  <a:pt x="751430" y="76525"/>
                </a:cubicBezTo>
                <a:lnTo>
                  <a:pt x="768712" y="79483"/>
                </a:lnTo>
                <a:cubicBezTo>
                  <a:pt x="765350" y="86432"/>
                  <a:pt x="760855" y="91643"/>
                  <a:pt x="755229" y="95118"/>
                </a:cubicBezTo>
                <a:cubicBezTo>
                  <a:pt x="749603" y="98592"/>
                  <a:pt x="743293" y="100329"/>
                  <a:pt x="736300" y="100329"/>
                </a:cubicBezTo>
                <a:cubicBezTo>
                  <a:pt x="726706" y="100329"/>
                  <a:pt x="718906" y="97286"/>
                  <a:pt x="712899" y="91201"/>
                </a:cubicBezTo>
                <a:cubicBezTo>
                  <a:pt x="706892" y="85115"/>
                  <a:pt x="703888" y="77065"/>
                  <a:pt x="703888" y="67051"/>
                </a:cubicBezTo>
                <a:cubicBezTo>
                  <a:pt x="703888" y="57260"/>
                  <a:pt x="706600" y="48547"/>
                  <a:pt x="712025" y="40912"/>
                </a:cubicBezTo>
                <a:cubicBezTo>
                  <a:pt x="719422" y="30583"/>
                  <a:pt x="729979" y="25419"/>
                  <a:pt x="743697" y="25419"/>
                </a:cubicBezTo>
                <a:cubicBezTo>
                  <a:pt x="752439" y="25419"/>
                  <a:pt x="759387" y="28124"/>
                  <a:pt x="764543" y="33534"/>
                </a:cubicBezTo>
                <a:cubicBezTo>
                  <a:pt x="769698" y="38945"/>
                  <a:pt x="772276" y="46521"/>
                  <a:pt x="772276" y="56265"/>
                </a:cubicBezTo>
                <a:cubicBezTo>
                  <a:pt x="772276" y="60934"/>
                  <a:pt x="771828" y="65132"/>
                  <a:pt x="770931" y="68859"/>
                </a:cubicBezTo>
                <a:moveTo>
                  <a:pt x="754658" y="57024"/>
                </a:moveTo>
                <a:cubicBezTo>
                  <a:pt x="754703" y="56175"/>
                  <a:pt x="754725" y="55527"/>
                  <a:pt x="754725" y="55082"/>
                </a:cubicBezTo>
                <a:cubicBezTo>
                  <a:pt x="754725" y="49812"/>
                  <a:pt x="753537" y="45859"/>
                  <a:pt x="751161" y="43224"/>
                </a:cubicBezTo>
                <a:cubicBezTo>
                  <a:pt x="748785" y="40588"/>
                  <a:pt x="745602" y="39271"/>
                  <a:pt x="741612" y="39271"/>
                </a:cubicBezTo>
                <a:cubicBezTo>
                  <a:pt x="737622" y="39271"/>
                  <a:pt x="734047" y="40767"/>
                  <a:pt x="730887" y="43760"/>
                </a:cubicBezTo>
                <a:cubicBezTo>
                  <a:pt x="727726" y="46752"/>
                  <a:pt x="725586" y="51173"/>
                  <a:pt x="724465" y="57024"/>
                </a:cubicBezTo>
                <a:lnTo>
                  <a:pt x="754658" y="57024"/>
                </a:lnTo>
                <a:close/>
                <a:moveTo>
                  <a:pt x="843878" y="98581"/>
                </a:moveTo>
                <a:lnTo>
                  <a:pt x="825587" y="98581"/>
                </a:lnTo>
                <a:lnTo>
                  <a:pt x="827201" y="90854"/>
                </a:lnTo>
                <a:cubicBezTo>
                  <a:pt x="823704" y="94239"/>
                  <a:pt x="820264" y="96664"/>
                  <a:pt x="816879" y="98131"/>
                </a:cubicBezTo>
                <a:cubicBezTo>
                  <a:pt x="813494" y="99596"/>
                  <a:pt x="809673" y="100329"/>
                  <a:pt x="805414" y="100329"/>
                </a:cubicBezTo>
                <a:cubicBezTo>
                  <a:pt x="798017" y="100329"/>
                  <a:pt x="792021" y="97803"/>
                  <a:pt x="787426" y="92751"/>
                </a:cubicBezTo>
                <a:cubicBezTo>
                  <a:pt x="782831" y="87698"/>
                  <a:pt x="780533" y="80231"/>
                  <a:pt x="780533" y="70351"/>
                </a:cubicBezTo>
                <a:cubicBezTo>
                  <a:pt x="780533" y="58899"/>
                  <a:pt x="783761" y="48548"/>
                  <a:pt x="790216" y="39296"/>
                </a:cubicBezTo>
                <a:cubicBezTo>
                  <a:pt x="796672" y="30044"/>
                  <a:pt x="805212" y="25419"/>
                  <a:pt x="815837" y="25419"/>
                </a:cubicBezTo>
                <a:cubicBezTo>
                  <a:pt x="825430" y="25419"/>
                  <a:pt x="832625" y="29229"/>
                  <a:pt x="837422" y="36850"/>
                </a:cubicBezTo>
                <a:lnTo>
                  <a:pt x="845155" y="0"/>
                </a:lnTo>
                <a:lnTo>
                  <a:pt x="864455" y="0"/>
                </a:lnTo>
                <a:lnTo>
                  <a:pt x="843878" y="98581"/>
                </a:lnTo>
                <a:moveTo>
                  <a:pt x="799294" y="69508"/>
                </a:moveTo>
                <a:cubicBezTo>
                  <a:pt x="799294" y="74626"/>
                  <a:pt x="800583" y="78621"/>
                  <a:pt x="803161" y="81494"/>
                </a:cubicBezTo>
                <a:cubicBezTo>
                  <a:pt x="805739" y="84368"/>
                  <a:pt x="808910" y="85804"/>
                  <a:pt x="812676" y="85804"/>
                </a:cubicBezTo>
                <a:cubicBezTo>
                  <a:pt x="816173" y="85804"/>
                  <a:pt x="819434" y="84604"/>
                  <a:pt x="822460" y="82202"/>
                </a:cubicBezTo>
                <a:cubicBezTo>
                  <a:pt x="825486" y="79800"/>
                  <a:pt x="827907" y="76129"/>
                  <a:pt x="829723" y="71191"/>
                </a:cubicBezTo>
                <a:cubicBezTo>
                  <a:pt x="831538" y="66253"/>
                  <a:pt x="832446" y="61516"/>
                  <a:pt x="832446" y="56982"/>
                </a:cubicBezTo>
                <a:cubicBezTo>
                  <a:pt x="832446" y="51819"/>
                  <a:pt x="831056" y="47644"/>
                  <a:pt x="828277" y="44457"/>
                </a:cubicBezTo>
                <a:cubicBezTo>
                  <a:pt x="825497" y="41269"/>
                  <a:pt x="822292" y="39674"/>
                  <a:pt x="818661" y="39674"/>
                </a:cubicBezTo>
                <a:cubicBezTo>
                  <a:pt x="813012" y="39674"/>
                  <a:pt x="808372" y="42817"/>
                  <a:pt x="804741" y="49103"/>
                </a:cubicBezTo>
                <a:cubicBezTo>
                  <a:pt x="801110" y="55388"/>
                  <a:pt x="799294" y="62189"/>
                  <a:pt x="799294" y="69508"/>
                </a:cubicBezTo>
                <a:close/>
                <a:moveTo>
                  <a:pt x="948742" y="71683"/>
                </a:moveTo>
                <a:lnTo>
                  <a:pt x="967503" y="74709"/>
                </a:lnTo>
                <a:cubicBezTo>
                  <a:pt x="964410" y="83070"/>
                  <a:pt x="959837" y="89430"/>
                  <a:pt x="953785" y="93790"/>
                </a:cubicBezTo>
                <a:cubicBezTo>
                  <a:pt x="947733" y="98149"/>
                  <a:pt x="940717" y="100329"/>
                  <a:pt x="932738" y="100329"/>
                </a:cubicBezTo>
                <a:cubicBezTo>
                  <a:pt x="923637" y="100329"/>
                  <a:pt x="916420" y="97612"/>
                  <a:pt x="911085" y="92178"/>
                </a:cubicBezTo>
                <a:cubicBezTo>
                  <a:pt x="905750" y="86744"/>
                  <a:pt x="903083" y="79266"/>
                  <a:pt x="903083" y="69745"/>
                </a:cubicBezTo>
                <a:cubicBezTo>
                  <a:pt x="903083" y="61976"/>
                  <a:pt x="904697" y="54633"/>
                  <a:pt x="907924" y="47716"/>
                </a:cubicBezTo>
                <a:cubicBezTo>
                  <a:pt x="911152" y="40800"/>
                  <a:pt x="916016" y="35355"/>
                  <a:pt x="922516" y="31380"/>
                </a:cubicBezTo>
                <a:cubicBezTo>
                  <a:pt x="929017" y="27406"/>
                  <a:pt x="936145" y="25419"/>
                  <a:pt x="943900" y="25419"/>
                </a:cubicBezTo>
                <a:cubicBezTo>
                  <a:pt x="952328" y="25419"/>
                  <a:pt x="959053" y="27631"/>
                  <a:pt x="964074" y="32055"/>
                </a:cubicBezTo>
                <a:cubicBezTo>
                  <a:pt x="969095" y="36479"/>
                  <a:pt x="971919" y="42303"/>
                  <a:pt x="972546" y="49526"/>
                </a:cubicBezTo>
                <a:lnTo>
                  <a:pt x="954189" y="51509"/>
                </a:lnTo>
                <a:cubicBezTo>
                  <a:pt x="953740" y="47451"/>
                  <a:pt x="952519" y="44464"/>
                  <a:pt x="950524" y="42549"/>
                </a:cubicBezTo>
                <a:cubicBezTo>
                  <a:pt x="948529" y="40633"/>
                  <a:pt x="945918" y="39674"/>
                  <a:pt x="942690" y="39674"/>
                </a:cubicBezTo>
                <a:cubicBezTo>
                  <a:pt x="938969" y="39674"/>
                  <a:pt x="935495" y="41066"/>
                  <a:pt x="932267" y="43850"/>
                </a:cubicBezTo>
                <a:cubicBezTo>
                  <a:pt x="929039" y="46634"/>
                  <a:pt x="926562" y="50798"/>
                  <a:pt x="924836" y="56343"/>
                </a:cubicBezTo>
                <a:cubicBezTo>
                  <a:pt x="923110" y="61888"/>
                  <a:pt x="922247" y="67084"/>
                  <a:pt x="922247" y="71933"/>
                </a:cubicBezTo>
                <a:cubicBezTo>
                  <a:pt x="922247" y="76153"/>
                  <a:pt x="923279" y="79408"/>
                  <a:pt x="925341" y="81698"/>
                </a:cubicBezTo>
                <a:cubicBezTo>
                  <a:pt x="927403" y="83987"/>
                  <a:pt x="929981" y="85132"/>
                  <a:pt x="933074" y="85132"/>
                </a:cubicBezTo>
                <a:cubicBezTo>
                  <a:pt x="936167" y="85132"/>
                  <a:pt x="939148" y="84011"/>
                  <a:pt x="942017" y="81770"/>
                </a:cubicBezTo>
                <a:cubicBezTo>
                  <a:pt x="944886" y="79528"/>
                  <a:pt x="947128" y="76166"/>
                  <a:pt x="948742" y="71683"/>
                </a:cubicBezTo>
                <a:close/>
                <a:moveTo>
                  <a:pt x="979659" y="68936"/>
                </a:moveTo>
                <a:cubicBezTo>
                  <a:pt x="979659" y="55688"/>
                  <a:pt x="983391" y="45123"/>
                  <a:pt x="990855" y="37241"/>
                </a:cubicBezTo>
                <a:cubicBezTo>
                  <a:pt x="998319" y="29359"/>
                  <a:pt x="1008126" y="25419"/>
                  <a:pt x="1020274" y="25419"/>
                </a:cubicBezTo>
                <a:cubicBezTo>
                  <a:pt x="1030809" y="25419"/>
                  <a:pt x="1039036" y="28327"/>
                  <a:pt x="1044953" y="34144"/>
                </a:cubicBezTo>
                <a:cubicBezTo>
                  <a:pt x="1050871" y="39959"/>
                  <a:pt x="1053830" y="47784"/>
                  <a:pt x="1053830" y="57620"/>
                </a:cubicBezTo>
                <a:cubicBezTo>
                  <a:pt x="1053830" y="69206"/>
                  <a:pt x="1050131" y="79221"/>
                  <a:pt x="1042734" y="87664"/>
                </a:cubicBezTo>
                <a:cubicBezTo>
                  <a:pt x="1035337" y="96107"/>
                  <a:pt x="1025430" y="100329"/>
                  <a:pt x="1013012" y="100329"/>
                </a:cubicBezTo>
                <a:cubicBezTo>
                  <a:pt x="1006288" y="100329"/>
                  <a:pt x="1000325" y="98982"/>
                  <a:pt x="995125" y="96288"/>
                </a:cubicBezTo>
                <a:cubicBezTo>
                  <a:pt x="989925" y="93593"/>
                  <a:pt x="986047" y="89775"/>
                  <a:pt x="983492" y="84836"/>
                </a:cubicBezTo>
                <a:cubicBezTo>
                  <a:pt x="980936" y="79894"/>
                  <a:pt x="979659" y="74595"/>
                  <a:pt x="979659" y="68936"/>
                </a:cubicBezTo>
                <a:moveTo>
                  <a:pt x="1034665" y="55118"/>
                </a:moveTo>
                <a:cubicBezTo>
                  <a:pt x="1034665" y="50532"/>
                  <a:pt x="1033331" y="46857"/>
                  <a:pt x="1030664" y="44092"/>
                </a:cubicBezTo>
                <a:cubicBezTo>
                  <a:pt x="1027996" y="41326"/>
                  <a:pt x="1024556" y="39943"/>
                  <a:pt x="1020342" y="39943"/>
                </a:cubicBezTo>
                <a:cubicBezTo>
                  <a:pt x="1016173" y="39943"/>
                  <a:pt x="1012474" y="41236"/>
                  <a:pt x="1009246" y="43823"/>
                </a:cubicBezTo>
                <a:cubicBezTo>
                  <a:pt x="1006019" y="46407"/>
                  <a:pt x="1003508" y="50162"/>
                  <a:pt x="1001715" y="55086"/>
                </a:cubicBezTo>
                <a:cubicBezTo>
                  <a:pt x="999922" y="60009"/>
                  <a:pt x="999025" y="64538"/>
                  <a:pt x="999025" y="68674"/>
                </a:cubicBezTo>
                <a:cubicBezTo>
                  <a:pt x="999025" y="73800"/>
                  <a:pt x="1000415" y="77869"/>
                  <a:pt x="1003194" y="80883"/>
                </a:cubicBezTo>
                <a:cubicBezTo>
                  <a:pt x="1005974" y="83895"/>
                  <a:pt x="1009470" y="85401"/>
                  <a:pt x="1013684" y="85401"/>
                </a:cubicBezTo>
                <a:cubicBezTo>
                  <a:pt x="1018974" y="85401"/>
                  <a:pt x="1023413" y="83130"/>
                  <a:pt x="1026999" y="78588"/>
                </a:cubicBezTo>
                <a:cubicBezTo>
                  <a:pt x="1032110" y="72159"/>
                  <a:pt x="1034665" y="64336"/>
                  <a:pt x="1034665" y="55118"/>
                </a:cubicBezTo>
                <a:close/>
                <a:moveTo>
                  <a:pt x="1126963" y="98581"/>
                </a:moveTo>
                <a:lnTo>
                  <a:pt x="1108672" y="98581"/>
                </a:lnTo>
                <a:lnTo>
                  <a:pt x="1110286" y="90854"/>
                </a:lnTo>
                <a:cubicBezTo>
                  <a:pt x="1106789" y="94239"/>
                  <a:pt x="1103349" y="96664"/>
                  <a:pt x="1099964" y="98131"/>
                </a:cubicBezTo>
                <a:cubicBezTo>
                  <a:pt x="1096579" y="99596"/>
                  <a:pt x="1092758" y="100329"/>
                  <a:pt x="1088499" y="100329"/>
                </a:cubicBezTo>
                <a:cubicBezTo>
                  <a:pt x="1081102" y="100329"/>
                  <a:pt x="1075106" y="97803"/>
                  <a:pt x="1070511" y="92751"/>
                </a:cubicBezTo>
                <a:cubicBezTo>
                  <a:pt x="1065916" y="87698"/>
                  <a:pt x="1063618" y="80231"/>
                  <a:pt x="1063618" y="70351"/>
                </a:cubicBezTo>
                <a:cubicBezTo>
                  <a:pt x="1063618" y="58899"/>
                  <a:pt x="1066846" y="48548"/>
                  <a:pt x="1073302" y="39296"/>
                </a:cubicBezTo>
                <a:cubicBezTo>
                  <a:pt x="1079757" y="30044"/>
                  <a:pt x="1088297" y="25419"/>
                  <a:pt x="1098922" y="25419"/>
                </a:cubicBezTo>
                <a:cubicBezTo>
                  <a:pt x="1108515" y="25419"/>
                  <a:pt x="1115711" y="29229"/>
                  <a:pt x="1120507" y="36850"/>
                </a:cubicBezTo>
                <a:lnTo>
                  <a:pt x="1128240" y="0"/>
                </a:lnTo>
                <a:lnTo>
                  <a:pt x="1147540" y="0"/>
                </a:lnTo>
                <a:lnTo>
                  <a:pt x="1126963" y="98581"/>
                </a:lnTo>
                <a:moveTo>
                  <a:pt x="1082380" y="69508"/>
                </a:moveTo>
                <a:cubicBezTo>
                  <a:pt x="1082380" y="74626"/>
                  <a:pt x="1083668" y="78621"/>
                  <a:pt x="1086246" y="81494"/>
                </a:cubicBezTo>
                <a:cubicBezTo>
                  <a:pt x="1088824" y="84368"/>
                  <a:pt x="1091996" y="85804"/>
                  <a:pt x="1095761" y="85804"/>
                </a:cubicBezTo>
                <a:cubicBezTo>
                  <a:pt x="1099258" y="85804"/>
                  <a:pt x="1102519" y="84604"/>
                  <a:pt x="1105545" y="82202"/>
                </a:cubicBezTo>
                <a:cubicBezTo>
                  <a:pt x="1108571" y="79800"/>
                  <a:pt x="1110992" y="76129"/>
                  <a:pt x="1112808" y="71191"/>
                </a:cubicBezTo>
                <a:cubicBezTo>
                  <a:pt x="1114623" y="66253"/>
                  <a:pt x="1115531" y="61516"/>
                  <a:pt x="1115531" y="56982"/>
                </a:cubicBezTo>
                <a:cubicBezTo>
                  <a:pt x="1115531" y="51819"/>
                  <a:pt x="1114141" y="47644"/>
                  <a:pt x="1111362" y="44457"/>
                </a:cubicBezTo>
                <a:cubicBezTo>
                  <a:pt x="1108583" y="41269"/>
                  <a:pt x="1105377" y="39674"/>
                  <a:pt x="1101746" y="39674"/>
                </a:cubicBezTo>
                <a:cubicBezTo>
                  <a:pt x="1096097" y="39674"/>
                  <a:pt x="1091458" y="42817"/>
                  <a:pt x="1087826" y="49103"/>
                </a:cubicBezTo>
                <a:cubicBezTo>
                  <a:pt x="1084195" y="55388"/>
                  <a:pt x="1082380" y="62189"/>
                  <a:pt x="1082380" y="69508"/>
                </a:cubicBezTo>
                <a:close/>
                <a:moveTo>
                  <a:pt x="1214687" y="68859"/>
                </a:moveTo>
                <a:lnTo>
                  <a:pt x="1166271" y="68859"/>
                </a:lnTo>
                <a:cubicBezTo>
                  <a:pt x="1166226" y="69621"/>
                  <a:pt x="1166204" y="70203"/>
                  <a:pt x="1166204" y="70607"/>
                </a:cubicBezTo>
                <a:cubicBezTo>
                  <a:pt x="1166204" y="75359"/>
                  <a:pt x="1167560" y="79192"/>
                  <a:pt x="1170272" y="82106"/>
                </a:cubicBezTo>
                <a:cubicBezTo>
                  <a:pt x="1172984" y="85020"/>
                  <a:pt x="1176291" y="86477"/>
                  <a:pt x="1180191" y="86477"/>
                </a:cubicBezTo>
                <a:cubicBezTo>
                  <a:pt x="1186601" y="86477"/>
                  <a:pt x="1191600" y="83159"/>
                  <a:pt x="1195186" y="76525"/>
                </a:cubicBezTo>
                <a:lnTo>
                  <a:pt x="1212468" y="79483"/>
                </a:lnTo>
                <a:cubicBezTo>
                  <a:pt x="1209106" y="86432"/>
                  <a:pt x="1204612" y="91643"/>
                  <a:pt x="1198986" y="95118"/>
                </a:cubicBezTo>
                <a:cubicBezTo>
                  <a:pt x="1193360" y="98592"/>
                  <a:pt x="1187050" y="100329"/>
                  <a:pt x="1180056" y="100329"/>
                </a:cubicBezTo>
                <a:cubicBezTo>
                  <a:pt x="1170463" y="100329"/>
                  <a:pt x="1162662" y="97286"/>
                  <a:pt x="1156655" y="91201"/>
                </a:cubicBezTo>
                <a:cubicBezTo>
                  <a:pt x="1150648" y="85115"/>
                  <a:pt x="1147644" y="77065"/>
                  <a:pt x="1147644" y="67051"/>
                </a:cubicBezTo>
                <a:cubicBezTo>
                  <a:pt x="1147644" y="57260"/>
                  <a:pt x="1150356" y="48547"/>
                  <a:pt x="1155781" y="40912"/>
                </a:cubicBezTo>
                <a:cubicBezTo>
                  <a:pt x="1163178" y="30583"/>
                  <a:pt x="1173735" y="25419"/>
                  <a:pt x="1187453" y="25419"/>
                </a:cubicBezTo>
                <a:cubicBezTo>
                  <a:pt x="1196195" y="25419"/>
                  <a:pt x="1203144" y="28124"/>
                  <a:pt x="1208299" y="33534"/>
                </a:cubicBezTo>
                <a:cubicBezTo>
                  <a:pt x="1213454" y="38945"/>
                  <a:pt x="1216032" y="46521"/>
                  <a:pt x="1216032" y="56265"/>
                </a:cubicBezTo>
                <a:cubicBezTo>
                  <a:pt x="1216032" y="60934"/>
                  <a:pt x="1215584" y="65132"/>
                  <a:pt x="1214687" y="68859"/>
                </a:cubicBezTo>
                <a:moveTo>
                  <a:pt x="1198414" y="57024"/>
                </a:moveTo>
                <a:cubicBezTo>
                  <a:pt x="1198459" y="56175"/>
                  <a:pt x="1198481" y="55527"/>
                  <a:pt x="1198481" y="55082"/>
                </a:cubicBezTo>
                <a:cubicBezTo>
                  <a:pt x="1198481" y="49812"/>
                  <a:pt x="1197293" y="45859"/>
                  <a:pt x="1194917" y="43224"/>
                </a:cubicBezTo>
                <a:cubicBezTo>
                  <a:pt x="1192541" y="40588"/>
                  <a:pt x="1189358" y="39271"/>
                  <a:pt x="1185369" y="39271"/>
                </a:cubicBezTo>
                <a:cubicBezTo>
                  <a:pt x="1181379" y="39271"/>
                  <a:pt x="1177804" y="40767"/>
                  <a:pt x="1174643" y="43760"/>
                </a:cubicBezTo>
                <a:cubicBezTo>
                  <a:pt x="1171483" y="46752"/>
                  <a:pt x="1169342" y="51173"/>
                  <a:pt x="1168221" y="57024"/>
                </a:cubicBezTo>
                <a:lnTo>
                  <a:pt x="1198414" y="57024"/>
                </a:lnTo>
                <a:close/>
                <a:moveTo>
                  <a:pt x="1219177" y="78561"/>
                </a:moveTo>
                <a:lnTo>
                  <a:pt x="1237871" y="75583"/>
                </a:lnTo>
                <a:cubicBezTo>
                  <a:pt x="1239530" y="79552"/>
                  <a:pt x="1241592" y="82360"/>
                  <a:pt x="1244057" y="84008"/>
                </a:cubicBezTo>
                <a:cubicBezTo>
                  <a:pt x="1246523" y="85654"/>
                  <a:pt x="1249885" y="86477"/>
                  <a:pt x="1254144" y="86477"/>
                </a:cubicBezTo>
                <a:cubicBezTo>
                  <a:pt x="1258537" y="86477"/>
                  <a:pt x="1262057" y="85493"/>
                  <a:pt x="1264702" y="83526"/>
                </a:cubicBezTo>
                <a:cubicBezTo>
                  <a:pt x="1266540" y="82184"/>
                  <a:pt x="1267459" y="80552"/>
                  <a:pt x="1267459" y="78630"/>
                </a:cubicBezTo>
                <a:cubicBezTo>
                  <a:pt x="1267459" y="77333"/>
                  <a:pt x="1266988" y="76167"/>
                  <a:pt x="1266046" y="75133"/>
                </a:cubicBezTo>
                <a:cubicBezTo>
                  <a:pt x="1265060" y="74146"/>
                  <a:pt x="1262393" y="72933"/>
                  <a:pt x="1258044" y="71496"/>
                </a:cubicBezTo>
                <a:cubicBezTo>
                  <a:pt x="1246389" y="67633"/>
                  <a:pt x="1239171" y="64580"/>
                  <a:pt x="1236392" y="62336"/>
                </a:cubicBezTo>
                <a:cubicBezTo>
                  <a:pt x="1232043" y="58832"/>
                  <a:pt x="1229869" y="54251"/>
                  <a:pt x="1229869" y="48593"/>
                </a:cubicBezTo>
                <a:cubicBezTo>
                  <a:pt x="1229869" y="42934"/>
                  <a:pt x="1231976" y="38061"/>
                  <a:pt x="1236190" y="33973"/>
                </a:cubicBezTo>
                <a:cubicBezTo>
                  <a:pt x="1242063" y="28270"/>
                  <a:pt x="1250782" y="25419"/>
                  <a:pt x="1262348" y="25419"/>
                </a:cubicBezTo>
                <a:cubicBezTo>
                  <a:pt x="1271538" y="25419"/>
                  <a:pt x="1278487" y="27100"/>
                  <a:pt x="1283194" y="30462"/>
                </a:cubicBezTo>
                <a:cubicBezTo>
                  <a:pt x="1287901" y="33824"/>
                  <a:pt x="1290882" y="38374"/>
                  <a:pt x="1292137" y="44113"/>
                </a:cubicBezTo>
                <a:lnTo>
                  <a:pt x="1274318" y="47206"/>
                </a:lnTo>
                <a:cubicBezTo>
                  <a:pt x="1273376" y="44606"/>
                  <a:pt x="1271852" y="42656"/>
                  <a:pt x="1269745" y="41356"/>
                </a:cubicBezTo>
                <a:cubicBezTo>
                  <a:pt x="1266876" y="39607"/>
                  <a:pt x="1263424" y="38733"/>
                  <a:pt x="1259389" y="38733"/>
                </a:cubicBezTo>
                <a:cubicBezTo>
                  <a:pt x="1255355" y="38733"/>
                  <a:pt x="1252452" y="39408"/>
                  <a:pt x="1250681" y="40759"/>
                </a:cubicBezTo>
                <a:cubicBezTo>
                  <a:pt x="1248910" y="42109"/>
                  <a:pt x="1248025" y="43663"/>
                  <a:pt x="1248025" y="45420"/>
                </a:cubicBezTo>
                <a:cubicBezTo>
                  <a:pt x="1248025" y="47220"/>
                  <a:pt x="1248921" y="48704"/>
                  <a:pt x="1250715" y="49872"/>
                </a:cubicBezTo>
                <a:cubicBezTo>
                  <a:pt x="1251835" y="50591"/>
                  <a:pt x="1255444" y="51848"/>
                  <a:pt x="1261541" y="53644"/>
                </a:cubicBezTo>
                <a:cubicBezTo>
                  <a:pt x="1270955" y="56385"/>
                  <a:pt x="1277254" y="59079"/>
                  <a:pt x="1280437" y="61729"/>
                </a:cubicBezTo>
                <a:cubicBezTo>
                  <a:pt x="1284920" y="65456"/>
                  <a:pt x="1287161" y="69948"/>
                  <a:pt x="1287161" y="75203"/>
                </a:cubicBezTo>
                <a:cubicBezTo>
                  <a:pt x="1287161" y="81983"/>
                  <a:pt x="1284315" y="87866"/>
                  <a:pt x="1278621" y="92852"/>
                </a:cubicBezTo>
                <a:cubicBezTo>
                  <a:pt x="1272928" y="97837"/>
                  <a:pt x="1264903" y="100329"/>
                  <a:pt x="1254548" y="100329"/>
                </a:cubicBezTo>
                <a:cubicBezTo>
                  <a:pt x="1244237" y="100329"/>
                  <a:pt x="1236268" y="98425"/>
                  <a:pt x="1230642" y="94618"/>
                </a:cubicBezTo>
                <a:cubicBezTo>
                  <a:pt x="1225016" y="90808"/>
                  <a:pt x="1221194" y="85456"/>
                  <a:pt x="1219177" y="78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providehistor">
            <a:extLst xmlns:a="http://schemas.openxmlformats.org/drawingml/2006/main">
              <a:ext uri="{FF2B5EF4-FFF2-40B4-BE49-F238E27FC236}">
                <a16:creationId xmlns:a16="http://schemas.microsoft.com/office/drawing/2014/main" id="{5D58D6D2-367B-4D44-B763-EE63486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179" y="6365717"/>
            <a:ext cx="930592" cy="125882"/>
          </a:xfrm>
          <a:custGeom xmlns:a="http://schemas.openxmlformats.org/drawingml/2006/main">
            <a:pathLst>
              <a:path w="930592" h="125882">
                <a:moveTo>
                  <a:pt x="20577" y="27167"/>
                </a:moveTo>
                <a:lnTo>
                  <a:pt x="38867" y="27167"/>
                </a:lnTo>
                <a:lnTo>
                  <a:pt x="37321" y="34513"/>
                </a:lnTo>
                <a:cubicBezTo>
                  <a:pt x="41221" y="31256"/>
                  <a:pt x="44875" y="28926"/>
                  <a:pt x="48282" y="27524"/>
                </a:cubicBezTo>
                <a:cubicBezTo>
                  <a:pt x="51689" y="26120"/>
                  <a:pt x="55342" y="25419"/>
                  <a:pt x="59243" y="25419"/>
                </a:cubicBezTo>
                <a:cubicBezTo>
                  <a:pt x="66729" y="25419"/>
                  <a:pt x="72748" y="28001"/>
                  <a:pt x="77298" y="33166"/>
                </a:cubicBezTo>
                <a:cubicBezTo>
                  <a:pt x="81848" y="38330"/>
                  <a:pt x="84123" y="46032"/>
                  <a:pt x="84123" y="56271"/>
                </a:cubicBezTo>
                <a:cubicBezTo>
                  <a:pt x="84123" y="69161"/>
                  <a:pt x="80201" y="80052"/>
                  <a:pt x="72355" y="88944"/>
                </a:cubicBezTo>
                <a:cubicBezTo>
                  <a:pt x="65631" y="96534"/>
                  <a:pt x="57674" y="100329"/>
                  <a:pt x="48483" y="100329"/>
                </a:cubicBezTo>
                <a:cubicBezTo>
                  <a:pt x="39024" y="100329"/>
                  <a:pt x="31874" y="96514"/>
                  <a:pt x="27032" y="88885"/>
                </a:cubicBezTo>
                <a:lnTo>
                  <a:pt x="19299" y="125882"/>
                </a:lnTo>
                <a:lnTo>
                  <a:pt x="0" y="125882"/>
                </a:lnTo>
                <a:lnTo>
                  <a:pt x="20577" y="27167"/>
                </a:lnTo>
                <a:moveTo>
                  <a:pt x="32210" y="68102"/>
                </a:moveTo>
                <a:cubicBezTo>
                  <a:pt x="32210" y="73709"/>
                  <a:pt x="33566" y="78061"/>
                  <a:pt x="36279" y="81158"/>
                </a:cubicBezTo>
                <a:cubicBezTo>
                  <a:pt x="38991" y="84256"/>
                  <a:pt x="42185" y="85804"/>
                  <a:pt x="45861" y="85804"/>
                </a:cubicBezTo>
                <a:cubicBezTo>
                  <a:pt x="49044" y="85804"/>
                  <a:pt x="52115" y="84646"/>
                  <a:pt x="55073" y="82331"/>
                </a:cubicBezTo>
                <a:cubicBezTo>
                  <a:pt x="58032" y="80015"/>
                  <a:pt x="60487" y="76171"/>
                  <a:pt x="62437" y="70798"/>
                </a:cubicBezTo>
                <a:cubicBezTo>
                  <a:pt x="64387" y="65426"/>
                  <a:pt x="65362" y="60447"/>
                  <a:pt x="65362" y="55861"/>
                </a:cubicBezTo>
                <a:cubicBezTo>
                  <a:pt x="65362" y="50511"/>
                  <a:pt x="64084" y="46409"/>
                  <a:pt x="61529" y="43554"/>
                </a:cubicBezTo>
                <a:cubicBezTo>
                  <a:pt x="58974" y="40698"/>
                  <a:pt x="55723" y="39271"/>
                  <a:pt x="51778" y="39271"/>
                </a:cubicBezTo>
                <a:cubicBezTo>
                  <a:pt x="48102" y="39271"/>
                  <a:pt x="44751" y="40581"/>
                  <a:pt x="41725" y="43203"/>
                </a:cubicBezTo>
                <a:cubicBezTo>
                  <a:pt x="38699" y="45824"/>
                  <a:pt x="36357" y="49677"/>
                  <a:pt x="34698" y="54762"/>
                </a:cubicBezTo>
                <a:cubicBezTo>
                  <a:pt x="33040" y="59848"/>
                  <a:pt x="32210" y="64294"/>
                  <a:pt x="32210" y="68102"/>
                </a:cubicBezTo>
                <a:close/>
                <a:moveTo>
                  <a:pt x="104267" y="27167"/>
                </a:moveTo>
                <a:lnTo>
                  <a:pt x="122288" y="27167"/>
                </a:lnTo>
                <a:lnTo>
                  <a:pt x="119397" y="40990"/>
                </a:lnTo>
                <a:cubicBezTo>
                  <a:pt x="126121" y="30609"/>
                  <a:pt x="133406" y="25419"/>
                  <a:pt x="141251" y="25419"/>
                </a:cubicBezTo>
                <a:cubicBezTo>
                  <a:pt x="144031" y="25419"/>
                  <a:pt x="147012" y="26113"/>
                  <a:pt x="150195" y="27503"/>
                </a:cubicBezTo>
                <a:lnTo>
                  <a:pt x="142798" y="43306"/>
                </a:lnTo>
                <a:cubicBezTo>
                  <a:pt x="141050" y="42678"/>
                  <a:pt x="139189" y="42364"/>
                  <a:pt x="137217" y="42364"/>
                </a:cubicBezTo>
                <a:cubicBezTo>
                  <a:pt x="133899" y="42364"/>
                  <a:pt x="130526" y="43622"/>
                  <a:pt x="127096" y="46138"/>
                </a:cubicBezTo>
                <a:cubicBezTo>
                  <a:pt x="123667" y="48653"/>
                  <a:pt x="120988" y="52010"/>
                  <a:pt x="119061" y="56210"/>
                </a:cubicBezTo>
                <a:cubicBezTo>
                  <a:pt x="117133" y="60409"/>
                  <a:pt x="115228" y="67068"/>
                  <a:pt x="113345" y="76186"/>
                </a:cubicBezTo>
                <a:lnTo>
                  <a:pt x="108638" y="98581"/>
                </a:lnTo>
                <a:lnTo>
                  <a:pt x="89338" y="98581"/>
                </a:lnTo>
                <a:lnTo>
                  <a:pt x="104267" y="27167"/>
                </a:lnTo>
                <a:close/>
                <a:moveTo>
                  <a:pt x="146796" y="68936"/>
                </a:moveTo>
                <a:cubicBezTo>
                  <a:pt x="146796" y="55688"/>
                  <a:pt x="150528" y="45123"/>
                  <a:pt x="157992" y="37241"/>
                </a:cubicBezTo>
                <a:cubicBezTo>
                  <a:pt x="165456" y="29359"/>
                  <a:pt x="175262" y="25419"/>
                  <a:pt x="187411" y="25419"/>
                </a:cubicBezTo>
                <a:cubicBezTo>
                  <a:pt x="197946" y="25419"/>
                  <a:pt x="206173" y="28327"/>
                  <a:pt x="212090" y="34144"/>
                </a:cubicBezTo>
                <a:cubicBezTo>
                  <a:pt x="218008" y="39959"/>
                  <a:pt x="220966" y="47784"/>
                  <a:pt x="220966" y="57620"/>
                </a:cubicBezTo>
                <a:cubicBezTo>
                  <a:pt x="220966" y="69206"/>
                  <a:pt x="217268" y="79221"/>
                  <a:pt x="209871" y="87664"/>
                </a:cubicBezTo>
                <a:cubicBezTo>
                  <a:pt x="202474" y="96107"/>
                  <a:pt x="192567" y="100329"/>
                  <a:pt x="180149" y="100329"/>
                </a:cubicBezTo>
                <a:cubicBezTo>
                  <a:pt x="173424" y="100329"/>
                  <a:pt x="167462" y="98982"/>
                  <a:pt x="162262" y="96288"/>
                </a:cubicBezTo>
                <a:cubicBezTo>
                  <a:pt x="157062" y="93593"/>
                  <a:pt x="153184" y="89775"/>
                  <a:pt x="150628" y="84836"/>
                </a:cubicBezTo>
                <a:cubicBezTo>
                  <a:pt x="148073" y="79894"/>
                  <a:pt x="146796" y="74595"/>
                  <a:pt x="146796" y="68936"/>
                </a:cubicBezTo>
                <a:moveTo>
                  <a:pt x="201802" y="55118"/>
                </a:moveTo>
                <a:cubicBezTo>
                  <a:pt x="201802" y="50532"/>
                  <a:pt x="200468" y="46857"/>
                  <a:pt x="197801" y="44092"/>
                </a:cubicBezTo>
                <a:cubicBezTo>
                  <a:pt x="195133" y="41326"/>
                  <a:pt x="191693" y="39943"/>
                  <a:pt x="187479" y="39943"/>
                </a:cubicBezTo>
                <a:cubicBezTo>
                  <a:pt x="183309" y="39943"/>
                  <a:pt x="179611" y="41236"/>
                  <a:pt x="176383" y="43823"/>
                </a:cubicBezTo>
                <a:cubicBezTo>
                  <a:pt x="173155" y="46407"/>
                  <a:pt x="170645" y="50162"/>
                  <a:pt x="168852" y="55086"/>
                </a:cubicBezTo>
                <a:cubicBezTo>
                  <a:pt x="167059" y="60009"/>
                  <a:pt x="166162" y="64538"/>
                  <a:pt x="166162" y="68674"/>
                </a:cubicBezTo>
                <a:cubicBezTo>
                  <a:pt x="166162" y="73800"/>
                  <a:pt x="167552" y="77869"/>
                  <a:pt x="170331" y="80883"/>
                </a:cubicBezTo>
                <a:cubicBezTo>
                  <a:pt x="173111" y="83895"/>
                  <a:pt x="176607" y="85401"/>
                  <a:pt x="180821" y="85401"/>
                </a:cubicBezTo>
                <a:cubicBezTo>
                  <a:pt x="186111" y="85401"/>
                  <a:pt x="190549" y="83130"/>
                  <a:pt x="194136" y="78588"/>
                </a:cubicBezTo>
                <a:cubicBezTo>
                  <a:pt x="199246" y="72159"/>
                  <a:pt x="201802" y="64336"/>
                  <a:pt x="201802" y="55118"/>
                </a:cubicBezTo>
                <a:close/>
                <a:moveTo>
                  <a:pt x="263839" y="98581"/>
                </a:moveTo>
                <a:lnTo>
                  <a:pt x="247229" y="98581"/>
                </a:lnTo>
                <a:lnTo>
                  <a:pt x="232906" y="27167"/>
                </a:lnTo>
                <a:lnTo>
                  <a:pt x="251869" y="27167"/>
                </a:lnTo>
                <a:lnTo>
                  <a:pt x="256913" y="58303"/>
                </a:lnTo>
                <a:cubicBezTo>
                  <a:pt x="258302" y="66727"/>
                  <a:pt x="259132" y="72308"/>
                  <a:pt x="259401" y="75045"/>
                </a:cubicBezTo>
                <a:cubicBezTo>
                  <a:pt x="259759" y="74361"/>
                  <a:pt x="261317" y="71494"/>
                  <a:pt x="264074" y="66442"/>
                </a:cubicBezTo>
                <a:cubicBezTo>
                  <a:pt x="266831" y="61390"/>
                  <a:pt x="268523" y="58341"/>
                  <a:pt x="269151" y="57295"/>
                </a:cubicBezTo>
                <a:lnTo>
                  <a:pt x="286904" y="27167"/>
                </a:lnTo>
                <a:lnTo>
                  <a:pt x="307750" y="27167"/>
                </a:lnTo>
                <a:lnTo>
                  <a:pt x="263839" y="98581"/>
                </a:lnTo>
                <a:close/>
                <a:moveTo>
                  <a:pt x="325218" y="0"/>
                </a:moveTo>
                <a:lnTo>
                  <a:pt x="344517" y="0"/>
                </a:lnTo>
                <a:lnTo>
                  <a:pt x="340886" y="17484"/>
                </a:lnTo>
                <a:lnTo>
                  <a:pt x="321587" y="17484"/>
                </a:lnTo>
                <a:lnTo>
                  <a:pt x="325218" y="0"/>
                </a:lnTo>
                <a:moveTo>
                  <a:pt x="319570" y="27167"/>
                </a:moveTo>
                <a:lnTo>
                  <a:pt x="338869" y="27167"/>
                </a:lnTo>
                <a:lnTo>
                  <a:pt x="323941" y="98581"/>
                </a:lnTo>
                <a:lnTo>
                  <a:pt x="304641" y="98581"/>
                </a:lnTo>
                <a:lnTo>
                  <a:pt x="319570" y="27167"/>
                </a:lnTo>
                <a:close/>
                <a:moveTo>
                  <a:pt x="408863" y="98581"/>
                </a:moveTo>
                <a:lnTo>
                  <a:pt x="390573" y="98581"/>
                </a:lnTo>
                <a:lnTo>
                  <a:pt x="392187" y="90854"/>
                </a:lnTo>
                <a:cubicBezTo>
                  <a:pt x="388690" y="94239"/>
                  <a:pt x="385249" y="96664"/>
                  <a:pt x="381864" y="98131"/>
                </a:cubicBezTo>
                <a:cubicBezTo>
                  <a:pt x="378480" y="99596"/>
                  <a:pt x="374658" y="100329"/>
                  <a:pt x="370399" y="100329"/>
                </a:cubicBezTo>
                <a:cubicBezTo>
                  <a:pt x="363002" y="100329"/>
                  <a:pt x="357006" y="97803"/>
                  <a:pt x="352411" y="92751"/>
                </a:cubicBezTo>
                <a:cubicBezTo>
                  <a:pt x="347816" y="87698"/>
                  <a:pt x="345519" y="80231"/>
                  <a:pt x="345519" y="70351"/>
                </a:cubicBezTo>
                <a:cubicBezTo>
                  <a:pt x="345519" y="58899"/>
                  <a:pt x="348746" y="48548"/>
                  <a:pt x="355202" y="39296"/>
                </a:cubicBezTo>
                <a:cubicBezTo>
                  <a:pt x="361657" y="30044"/>
                  <a:pt x="370197" y="25419"/>
                  <a:pt x="380822" y="25419"/>
                </a:cubicBezTo>
                <a:cubicBezTo>
                  <a:pt x="390416" y="25419"/>
                  <a:pt x="397611" y="29229"/>
                  <a:pt x="402408" y="36850"/>
                </a:cubicBezTo>
                <a:lnTo>
                  <a:pt x="410141" y="0"/>
                </a:lnTo>
                <a:lnTo>
                  <a:pt x="429440" y="0"/>
                </a:lnTo>
                <a:lnTo>
                  <a:pt x="408863" y="98581"/>
                </a:lnTo>
                <a:moveTo>
                  <a:pt x="364280" y="69508"/>
                </a:moveTo>
                <a:cubicBezTo>
                  <a:pt x="364280" y="74626"/>
                  <a:pt x="365569" y="78621"/>
                  <a:pt x="368147" y="81494"/>
                </a:cubicBezTo>
                <a:cubicBezTo>
                  <a:pt x="370724" y="84368"/>
                  <a:pt x="373896" y="85804"/>
                  <a:pt x="377662" y="85804"/>
                </a:cubicBezTo>
                <a:cubicBezTo>
                  <a:pt x="381158" y="85804"/>
                  <a:pt x="384420" y="84604"/>
                  <a:pt x="387446" y="82202"/>
                </a:cubicBezTo>
                <a:cubicBezTo>
                  <a:pt x="390472" y="79800"/>
                  <a:pt x="392893" y="76129"/>
                  <a:pt x="394708" y="71191"/>
                </a:cubicBezTo>
                <a:cubicBezTo>
                  <a:pt x="396524" y="66253"/>
                  <a:pt x="397432" y="61516"/>
                  <a:pt x="397432" y="56982"/>
                </a:cubicBezTo>
                <a:cubicBezTo>
                  <a:pt x="397432" y="51819"/>
                  <a:pt x="396042" y="47644"/>
                  <a:pt x="393262" y="44457"/>
                </a:cubicBezTo>
                <a:cubicBezTo>
                  <a:pt x="390483" y="41269"/>
                  <a:pt x="387278" y="39674"/>
                  <a:pt x="383646" y="39674"/>
                </a:cubicBezTo>
                <a:cubicBezTo>
                  <a:pt x="377998" y="39674"/>
                  <a:pt x="373358" y="42817"/>
                  <a:pt x="369727" y="49103"/>
                </a:cubicBezTo>
                <a:cubicBezTo>
                  <a:pt x="366096" y="55388"/>
                  <a:pt x="364280" y="62189"/>
                  <a:pt x="364280" y="69508"/>
                </a:cubicBezTo>
                <a:close/>
                <a:moveTo>
                  <a:pt x="496588" y="68859"/>
                </a:moveTo>
                <a:lnTo>
                  <a:pt x="448171" y="68859"/>
                </a:lnTo>
                <a:cubicBezTo>
                  <a:pt x="448127" y="69621"/>
                  <a:pt x="448104" y="70203"/>
                  <a:pt x="448104" y="70607"/>
                </a:cubicBezTo>
                <a:cubicBezTo>
                  <a:pt x="448104" y="75359"/>
                  <a:pt x="449460" y="79192"/>
                  <a:pt x="452173" y="82106"/>
                </a:cubicBezTo>
                <a:cubicBezTo>
                  <a:pt x="454885" y="85020"/>
                  <a:pt x="458191" y="86477"/>
                  <a:pt x="462091" y="86477"/>
                </a:cubicBezTo>
                <a:cubicBezTo>
                  <a:pt x="468502" y="86477"/>
                  <a:pt x="473500" y="83159"/>
                  <a:pt x="477087" y="76525"/>
                </a:cubicBezTo>
                <a:lnTo>
                  <a:pt x="494369" y="79483"/>
                </a:lnTo>
                <a:cubicBezTo>
                  <a:pt x="491006" y="86432"/>
                  <a:pt x="486512" y="91643"/>
                  <a:pt x="480886" y="95118"/>
                </a:cubicBezTo>
                <a:cubicBezTo>
                  <a:pt x="475260" y="98592"/>
                  <a:pt x="468950" y="100329"/>
                  <a:pt x="461957" y="100329"/>
                </a:cubicBezTo>
                <a:cubicBezTo>
                  <a:pt x="452363" y="100329"/>
                  <a:pt x="444563" y="97286"/>
                  <a:pt x="438555" y="91201"/>
                </a:cubicBezTo>
                <a:cubicBezTo>
                  <a:pt x="432548" y="85115"/>
                  <a:pt x="429545" y="77065"/>
                  <a:pt x="429545" y="67051"/>
                </a:cubicBezTo>
                <a:cubicBezTo>
                  <a:pt x="429545" y="57260"/>
                  <a:pt x="432257" y="48547"/>
                  <a:pt x="437681" y="40912"/>
                </a:cubicBezTo>
                <a:cubicBezTo>
                  <a:pt x="445078" y="30583"/>
                  <a:pt x="455636" y="25419"/>
                  <a:pt x="469354" y="25419"/>
                </a:cubicBezTo>
                <a:cubicBezTo>
                  <a:pt x="478095" y="25419"/>
                  <a:pt x="485044" y="28124"/>
                  <a:pt x="490199" y="33534"/>
                </a:cubicBezTo>
                <a:cubicBezTo>
                  <a:pt x="495355" y="38945"/>
                  <a:pt x="497933" y="46521"/>
                  <a:pt x="497933" y="56265"/>
                </a:cubicBezTo>
                <a:cubicBezTo>
                  <a:pt x="497933" y="60934"/>
                  <a:pt x="497484" y="65132"/>
                  <a:pt x="496588" y="68859"/>
                </a:cubicBezTo>
                <a:moveTo>
                  <a:pt x="480314" y="57024"/>
                </a:moveTo>
                <a:cubicBezTo>
                  <a:pt x="480359" y="56175"/>
                  <a:pt x="480382" y="55527"/>
                  <a:pt x="480382" y="55082"/>
                </a:cubicBezTo>
                <a:cubicBezTo>
                  <a:pt x="480382" y="49812"/>
                  <a:pt x="479194" y="45859"/>
                  <a:pt x="476818" y="43224"/>
                </a:cubicBezTo>
                <a:cubicBezTo>
                  <a:pt x="474442" y="40588"/>
                  <a:pt x="471259" y="39271"/>
                  <a:pt x="467269" y="39271"/>
                </a:cubicBezTo>
                <a:cubicBezTo>
                  <a:pt x="463279" y="39271"/>
                  <a:pt x="459704" y="40767"/>
                  <a:pt x="456543" y="43760"/>
                </a:cubicBezTo>
                <a:cubicBezTo>
                  <a:pt x="453383" y="46752"/>
                  <a:pt x="451242" y="51173"/>
                  <a:pt x="450122" y="57024"/>
                </a:cubicBezTo>
                <a:lnTo>
                  <a:pt x="480314" y="57024"/>
                </a:lnTo>
                <a:close/>
                <a:moveTo>
                  <a:pt x="561389" y="98581"/>
                </a:moveTo>
                <a:lnTo>
                  <a:pt x="542090" y="98581"/>
                </a:lnTo>
                <a:lnTo>
                  <a:pt x="562734" y="0"/>
                </a:lnTo>
                <a:lnTo>
                  <a:pt x="582033" y="0"/>
                </a:lnTo>
                <a:lnTo>
                  <a:pt x="574636" y="35110"/>
                </a:lnTo>
                <a:cubicBezTo>
                  <a:pt x="578985" y="31676"/>
                  <a:pt x="583042" y="29203"/>
                  <a:pt x="586808" y="27690"/>
                </a:cubicBezTo>
                <a:cubicBezTo>
                  <a:pt x="590573" y="26176"/>
                  <a:pt x="594608" y="25419"/>
                  <a:pt x="598912" y="25419"/>
                </a:cubicBezTo>
                <a:cubicBezTo>
                  <a:pt x="604695" y="25419"/>
                  <a:pt x="609267" y="27084"/>
                  <a:pt x="612630" y="30416"/>
                </a:cubicBezTo>
                <a:cubicBezTo>
                  <a:pt x="615992" y="33747"/>
                  <a:pt x="617673" y="38114"/>
                  <a:pt x="617673" y="43518"/>
                </a:cubicBezTo>
                <a:cubicBezTo>
                  <a:pt x="617673" y="46379"/>
                  <a:pt x="617045" y="50813"/>
                  <a:pt x="615790" y="56822"/>
                </a:cubicBezTo>
                <a:lnTo>
                  <a:pt x="607048" y="98581"/>
                </a:lnTo>
                <a:lnTo>
                  <a:pt x="587749" y="98581"/>
                </a:lnTo>
                <a:lnTo>
                  <a:pt x="596693" y="55996"/>
                </a:lnTo>
                <a:cubicBezTo>
                  <a:pt x="597634" y="51394"/>
                  <a:pt x="598105" y="48443"/>
                  <a:pt x="598105" y="47143"/>
                </a:cubicBezTo>
                <a:cubicBezTo>
                  <a:pt x="598105" y="44765"/>
                  <a:pt x="597365" y="42859"/>
                  <a:pt x="595886" y="41425"/>
                </a:cubicBezTo>
                <a:cubicBezTo>
                  <a:pt x="594406" y="39989"/>
                  <a:pt x="592389" y="39271"/>
                  <a:pt x="589834" y="39271"/>
                </a:cubicBezTo>
                <a:cubicBezTo>
                  <a:pt x="586606" y="39271"/>
                  <a:pt x="583513" y="40392"/>
                  <a:pt x="580554" y="42633"/>
                </a:cubicBezTo>
                <a:cubicBezTo>
                  <a:pt x="576699" y="45592"/>
                  <a:pt x="573762" y="49223"/>
                  <a:pt x="571745" y="53527"/>
                </a:cubicBezTo>
                <a:cubicBezTo>
                  <a:pt x="570624" y="55904"/>
                  <a:pt x="569145" y="61486"/>
                  <a:pt x="567307" y="70273"/>
                </a:cubicBezTo>
                <a:lnTo>
                  <a:pt x="561389" y="98581"/>
                </a:lnTo>
                <a:close/>
                <a:moveTo>
                  <a:pt x="646558" y="0"/>
                </a:moveTo>
                <a:lnTo>
                  <a:pt x="665858" y="0"/>
                </a:lnTo>
                <a:lnTo>
                  <a:pt x="662226" y="17484"/>
                </a:lnTo>
                <a:lnTo>
                  <a:pt x="642927" y="17484"/>
                </a:lnTo>
                <a:lnTo>
                  <a:pt x="646558" y="0"/>
                </a:lnTo>
                <a:moveTo>
                  <a:pt x="640910" y="27167"/>
                </a:moveTo>
                <a:lnTo>
                  <a:pt x="660209" y="27167"/>
                </a:lnTo>
                <a:lnTo>
                  <a:pt x="645281" y="98581"/>
                </a:lnTo>
                <a:lnTo>
                  <a:pt x="625982" y="98581"/>
                </a:lnTo>
                <a:lnTo>
                  <a:pt x="640910" y="27167"/>
                </a:lnTo>
                <a:close/>
                <a:moveTo>
                  <a:pt x="661748" y="78561"/>
                </a:moveTo>
                <a:lnTo>
                  <a:pt x="680442" y="75583"/>
                </a:lnTo>
                <a:cubicBezTo>
                  <a:pt x="682101" y="79552"/>
                  <a:pt x="684163" y="82360"/>
                  <a:pt x="686629" y="84008"/>
                </a:cubicBezTo>
                <a:cubicBezTo>
                  <a:pt x="689094" y="85654"/>
                  <a:pt x="692457" y="86477"/>
                  <a:pt x="696715" y="86477"/>
                </a:cubicBezTo>
                <a:cubicBezTo>
                  <a:pt x="701109" y="86477"/>
                  <a:pt x="704628" y="85493"/>
                  <a:pt x="707273" y="83526"/>
                </a:cubicBezTo>
                <a:cubicBezTo>
                  <a:pt x="709111" y="82184"/>
                  <a:pt x="710030" y="80552"/>
                  <a:pt x="710030" y="78630"/>
                </a:cubicBezTo>
                <a:cubicBezTo>
                  <a:pt x="710030" y="77333"/>
                  <a:pt x="709559" y="76167"/>
                  <a:pt x="708618" y="75133"/>
                </a:cubicBezTo>
                <a:cubicBezTo>
                  <a:pt x="707632" y="74146"/>
                  <a:pt x="704964" y="72933"/>
                  <a:pt x="700616" y="71496"/>
                </a:cubicBezTo>
                <a:cubicBezTo>
                  <a:pt x="688960" y="67633"/>
                  <a:pt x="681742" y="64580"/>
                  <a:pt x="678963" y="62336"/>
                </a:cubicBezTo>
                <a:cubicBezTo>
                  <a:pt x="674614" y="58832"/>
                  <a:pt x="672440" y="54251"/>
                  <a:pt x="672440" y="48593"/>
                </a:cubicBezTo>
                <a:cubicBezTo>
                  <a:pt x="672440" y="42934"/>
                  <a:pt x="674547" y="38061"/>
                  <a:pt x="678761" y="33973"/>
                </a:cubicBezTo>
                <a:cubicBezTo>
                  <a:pt x="684634" y="28270"/>
                  <a:pt x="693353" y="25419"/>
                  <a:pt x="704919" y="25419"/>
                </a:cubicBezTo>
                <a:cubicBezTo>
                  <a:pt x="714109" y="25419"/>
                  <a:pt x="721058" y="27100"/>
                  <a:pt x="725765" y="30462"/>
                </a:cubicBezTo>
                <a:cubicBezTo>
                  <a:pt x="730472" y="33824"/>
                  <a:pt x="733454" y="38374"/>
                  <a:pt x="734709" y="44113"/>
                </a:cubicBezTo>
                <a:lnTo>
                  <a:pt x="716889" y="47206"/>
                </a:lnTo>
                <a:cubicBezTo>
                  <a:pt x="715947" y="44606"/>
                  <a:pt x="714423" y="42656"/>
                  <a:pt x="712316" y="41356"/>
                </a:cubicBezTo>
                <a:cubicBezTo>
                  <a:pt x="709447" y="39607"/>
                  <a:pt x="705995" y="38733"/>
                  <a:pt x="701961" y="38733"/>
                </a:cubicBezTo>
                <a:cubicBezTo>
                  <a:pt x="697926" y="38733"/>
                  <a:pt x="695023" y="39408"/>
                  <a:pt x="693252" y="40759"/>
                </a:cubicBezTo>
                <a:cubicBezTo>
                  <a:pt x="691482" y="42109"/>
                  <a:pt x="690596" y="43663"/>
                  <a:pt x="690596" y="45420"/>
                </a:cubicBezTo>
                <a:cubicBezTo>
                  <a:pt x="690596" y="47220"/>
                  <a:pt x="691493" y="48704"/>
                  <a:pt x="693286" y="49872"/>
                </a:cubicBezTo>
                <a:cubicBezTo>
                  <a:pt x="694407" y="50591"/>
                  <a:pt x="698016" y="51848"/>
                  <a:pt x="704112" y="53644"/>
                </a:cubicBezTo>
                <a:cubicBezTo>
                  <a:pt x="713527" y="56385"/>
                  <a:pt x="719825" y="59079"/>
                  <a:pt x="723008" y="61729"/>
                </a:cubicBezTo>
                <a:cubicBezTo>
                  <a:pt x="727491" y="65456"/>
                  <a:pt x="729733" y="69948"/>
                  <a:pt x="729733" y="75203"/>
                </a:cubicBezTo>
                <a:cubicBezTo>
                  <a:pt x="729733" y="81983"/>
                  <a:pt x="726886" y="87866"/>
                  <a:pt x="721193" y="92852"/>
                </a:cubicBezTo>
                <a:cubicBezTo>
                  <a:pt x="715499" y="97837"/>
                  <a:pt x="707475" y="100329"/>
                  <a:pt x="697119" y="100329"/>
                </a:cubicBezTo>
                <a:cubicBezTo>
                  <a:pt x="686808" y="100329"/>
                  <a:pt x="678840" y="98425"/>
                  <a:pt x="673213" y="94618"/>
                </a:cubicBezTo>
                <a:cubicBezTo>
                  <a:pt x="667587" y="90808"/>
                  <a:pt x="663766" y="85456"/>
                  <a:pt x="661748" y="78561"/>
                </a:cubicBezTo>
                <a:close/>
                <a:moveTo>
                  <a:pt x="745587" y="41557"/>
                </a:moveTo>
                <a:lnTo>
                  <a:pt x="748546" y="27167"/>
                </a:lnTo>
                <a:lnTo>
                  <a:pt x="758040" y="27167"/>
                </a:lnTo>
                <a:lnTo>
                  <a:pt x="760386" y="15735"/>
                </a:lnTo>
                <a:lnTo>
                  <a:pt x="782438" y="2421"/>
                </a:lnTo>
                <a:lnTo>
                  <a:pt x="777340" y="27167"/>
                </a:lnTo>
                <a:lnTo>
                  <a:pt x="789028" y="27167"/>
                </a:lnTo>
                <a:lnTo>
                  <a:pt x="786069" y="41557"/>
                </a:lnTo>
                <a:lnTo>
                  <a:pt x="774375" y="41557"/>
                </a:lnTo>
                <a:lnTo>
                  <a:pt x="767980" y="71490"/>
                </a:lnTo>
                <a:cubicBezTo>
                  <a:pt x="766859" y="76907"/>
                  <a:pt x="766299" y="79996"/>
                  <a:pt x="766299" y="80757"/>
                </a:cubicBezTo>
                <a:cubicBezTo>
                  <a:pt x="766299" y="82238"/>
                  <a:pt x="766770" y="83393"/>
                  <a:pt x="767711" y="84224"/>
                </a:cubicBezTo>
                <a:cubicBezTo>
                  <a:pt x="768652" y="85053"/>
                  <a:pt x="770356" y="85468"/>
                  <a:pt x="772822" y="85468"/>
                </a:cubicBezTo>
                <a:cubicBezTo>
                  <a:pt x="773673" y="85468"/>
                  <a:pt x="775803" y="85311"/>
                  <a:pt x="779210" y="84997"/>
                </a:cubicBezTo>
                <a:lnTo>
                  <a:pt x="776184" y="99320"/>
                </a:lnTo>
                <a:cubicBezTo>
                  <a:pt x="772866" y="99993"/>
                  <a:pt x="769459" y="100329"/>
                  <a:pt x="765963" y="100329"/>
                </a:cubicBezTo>
                <a:cubicBezTo>
                  <a:pt x="759148" y="100329"/>
                  <a:pt x="754195" y="99012"/>
                  <a:pt x="751102" y="96379"/>
                </a:cubicBezTo>
                <a:cubicBezTo>
                  <a:pt x="748008" y="93743"/>
                  <a:pt x="746462" y="90084"/>
                  <a:pt x="746462" y="85401"/>
                </a:cubicBezTo>
                <a:cubicBezTo>
                  <a:pt x="746462" y="83204"/>
                  <a:pt x="747291" y="78138"/>
                  <a:pt x="748950" y="70201"/>
                </a:cubicBezTo>
                <a:lnTo>
                  <a:pt x="755180" y="41557"/>
                </a:lnTo>
                <a:lnTo>
                  <a:pt x="745587" y="41557"/>
                </a:lnTo>
                <a:close/>
                <a:moveTo>
                  <a:pt x="789476" y="68936"/>
                </a:moveTo>
                <a:cubicBezTo>
                  <a:pt x="789476" y="55688"/>
                  <a:pt x="793208" y="45123"/>
                  <a:pt x="800672" y="37241"/>
                </a:cubicBezTo>
                <a:cubicBezTo>
                  <a:pt x="808136" y="29359"/>
                  <a:pt x="817943" y="25419"/>
                  <a:pt x="830091" y="25419"/>
                </a:cubicBezTo>
                <a:cubicBezTo>
                  <a:pt x="840626" y="25419"/>
                  <a:pt x="848853" y="28327"/>
                  <a:pt x="854770" y="34144"/>
                </a:cubicBezTo>
                <a:cubicBezTo>
                  <a:pt x="860688" y="39959"/>
                  <a:pt x="863647" y="47784"/>
                  <a:pt x="863647" y="57620"/>
                </a:cubicBezTo>
                <a:cubicBezTo>
                  <a:pt x="863647" y="69206"/>
                  <a:pt x="859948" y="79221"/>
                  <a:pt x="852551" y="87664"/>
                </a:cubicBezTo>
                <a:cubicBezTo>
                  <a:pt x="845154" y="96107"/>
                  <a:pt x="835247" y="100329"/>
                  <a:pt x="822829" y="100329"/>
                </a:cubicBezTo>
                <a:cubicBezTo>
                  <a:pt x="816104" y="100329"/>
                  <a:pt x="810142" y="98982"/>
                  <a:pt x="804942" y="96288"/>
                </a:cubicBezTo>
                <a:cubicBezTo>
                  <a:pt x="799742" y="93593"/>
                  <a:pt x="795864" y="89775"/>
                  <a:pt x="793309" y="84836"/>
                </a:cubicBezTo>
                <a:cubicBezTo>
                  <a:pt x="790753" y="79894"/>
                  <a:pt x="789476" y="74595"/>
                  <a:pt x="789476" y="68936"/>
                </a:cubicBezTo>
                <a:moveTo>
                  <a:pt x="844482" y="55118"/>
                </a:moveTo>
                <a:cubicBezTo>
                  <a:pt x="844482" y="50532"/>
                  <a:pt x="843148" y="46857"/>
                  <a:pt x="840481" y="44092"/>
                </a:cubicBezTo>
                <a:cubicBezTo>
                  <a:pt x="837813" y="41326"/>
                  <a:pt x="834373" y="39943"/>
                  <a:pt x="830159" y="39943"/>
                </a:cubicBezTo>
                <a:cubicBezTo>
                  <a:pt x="825989" y="39943"/>
                  <a:pt x="822291" y="41236"/>
                  <a:pt x="819063" y="43823"/>
                </a:cubicBezTo>
                <a:cubicBezTo>
                  <a:pt x="815836" y="46407"/>
                  <a:pt x="813325" y="50162"/>
                  <a:pt x="811532" y="55086"/>
                </a:cubicBezTo>
                <a:cubicBezTo>
                  <a:pt x="809739" y="60009"/>
                  <a:pt x="808842" y="64538"/>
                  <a:pt x="808842" y="68674"/>
                </a:cubicBezTo>
                <a:cubicBezTo>
                  <a:pt x="808842" y="73800"/>
                  <a:pt x="810232" y="77869"/>
                  <a:pt x="813011" y="80883"/>
                </a:cubicBezTo>
                <a:cubicBezTo>
                  <a:pt x="815791" y="83895"/>
                  <a:pt x="819287" y="85401"/>
                  <a:pt x="823501" y="85401"/>
                </a:cubicBezTo>
                <a:cubicBezTo>
                  <a:pt x="828791" y="85401"/>
                  <a:pt x="833229" y="83130"/>
                  <a:pt x="836816" y="78588"/>
                </a:cubicBezTo>
                <a:cubicBezTo>
                  <a:pt x="841926" y="72159"/>
                  <a:pt x="844482" y="64336"/>
                  <a:pt x="844482" y="55118"/>
                </a:cubicBezTo>
                <a:close/>
                <a:moveTo>
                  <a:pt x="884664" y="27167"/>
                </a:moveTo>
                <a:lnTo>
                  <a:pt x="902686" y="27167"/>
                </a:lnTo>
                <a:lnTo>
                  <a:pt x="899794" y="40990"/>
                </a:lnTo>
                <a:cubicBezTo>
                  <a:pt x="906519" y="30609"/>
                  <a:pt x="913804" y="25419"/>
                  <a:pt x="921649" y="25419"/>
                </a:cubicBezTo>
                <a:cubicBezTo>
                  <a:pt x="924428" y="25419"/>
                  <a:pt x="927409" y="26113"/>
                  <a:pt x="930592" y="27503"/>
                </a:cubicBezTo>
                <a:lnTo>
                  <a:pt x="923195" y="43306"/>
                </a:lnTo>
                <a:cubicBezTo>
                  <a:pt x="921447" y="42678"/>
                  <a:pt x="919587" y="42364"/>
                  <a:pt x="917614" y="42364"/>
                </a:cubicBezTo>
                <a:cubicBezTo>
                  <a:pt x="914297" y="42364"/>
                  <a:pt x="910923" y="43622"/>
                  <a:pt x="907494" y="46138"/>
                </a:cubicBezTo>
                <a:cubicBezTo>
                  <a:pt x="904064" y="48653"/>
                  <a:pt x="901386" y="52010"/>
                  <a:pt x="899458" y="56210"/>
                </a:cubicBezTo>
                <a:cubicBezTo>
                  <a:pt x="897530" y="60409"/>
                  <a:pt x="895625" y="67068"/>
                  <a:pt x="893742" y="76186"/>
                </a:cubicBezTo>
                <a:lnTo>
                  <a:pt x="889035" y="98581"/>
                </a:lnTo>
                <a:lnTo>
                  <a:pt x="869736" y="98581"/>
                </a:lnTo>
                <a:lnTo>
                  <a:pt x="884664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ical">
            <a:extLst xmlns:a="http://schemas.openxmlformats.org/drawingml/2006/main">
              <a:ext uri="{FF2B5EF4-FFF2-40B4-BE49-F238E27FC236}">
                <a16:creationId xmlns:a16="http://schemas.microsoft.com/office/drawing/2014/main" id="{9C0220C0-2B3A-4A59-A6C0-7AC1BB8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548" y="6365717"/>
            <a:ext cx="231016" cy="100329"/>
          </a:xfrm>
          <a:custGeom xmlns:a="http://schemas.openxmlformats.org/drawingml/2006/main">
            <a:pathLst>
              <a:path w="231016" h="100329">
                <a:moveTo>
                  <a:pt x="20577" y="0"/>
                </a:moveTo>
                <a:lnTo>
                  <a:pt x="39876" y="0"/>
                </a:lnTo>
                <a:lnTo>
                  <a:pt x="36245" y="17484"/>
                </a:lnTo>
                <a:lnTo>
                  <a:pt x="16946" y="17484"/>
                </a:lnTo>
                <a:lnTo>
                  <a:pt x="20577" y="0"/>
                </a:lnTo>
                <a:moveTo>
                  <a:pt x="14928" y="27167"/>
                </a:moveTo>
                <a:lnTo>
                  <a:pt x="34228" y="27167"/>
                </a:ln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86671" y="71683"/>
                </a:moveTo>
                <a:lnTo>
                  <a:pt x="105432" y="74709"/>
                </a:lnTo>
                <a:cubicBezTo>
                  <a:pt x="102339" y="83070"/>
                  <a:pt x="97766" y="89430"/>
                  <a:pt x="91714" y="93790"/>
                </a:cubicBezTo>
                <a:cubicBezTo>
                  <a:pt x="85662" y="98149"/>
                  <a:pt x="78646" y="100329"/>
                  <a:pt x="70666" y="100329"/>
                </a:cubicBezTo>
                <a:cubicBezTo>
                  <a:pt x="61566" y="100329"/>
                  <a:pt x="54348" y="97612"/>
                  <a:pt x="49014" y="92178"/>
                </a:cubicBezTo>
                <a:cubicBezTo>
                  <a:pt x="43679" y="86744"/>
                  <a:pt x="41012" y="79266"/>
                  <a:pt x="41012" y="69745"/>
                </a:cubicBezTo>
                <a:cubicBezTo>
                  <a:pt x="41012" y="61976"/>
                  <a:pt x="42625" y="54633"/>
                  <a:pt x="45853" y="47716"/>
                </a:cubicBezTo>
                <a:cubicBezTo>
                  <a:pt x="49081" y="40800"/>
                  <a:pt x="53945" y="35355"/>
                  <a:pt x="60445" y="31380"/>
                </a:cubicBezTo>
                <a:cubicBezTo>
                  <a:pt x="66946" y="27406"/>
                  <a:pt x="74074" y="25419"/>
                  <a:pt x="81829" y="25419"/>
                </a:cubicBezTo>
                <a:cubicBezTo>
                  <a:pt x="90257" y="25419"/>
                  <a:pt x="96982" y="27631"/>
                  <a:pt x="102003" y="32055"/>
                </a:cubicBezTo>
                <a:cubicBezTo>
                  <a:pt x="107023" y="36479"/>
                  <a:pt x="109848" y="42303"/>
                  <a:pt x="110475" y="49526"/>
                </a:cubicBezTo>
                <a:lnTo>
                  <a:pt x="92118" y="51509"/>
                </a:lnTo>
                <a:cubicBezTo>
                  <a:pt x="91669" y="47451"/>
                  <a:pt x="90448" y="44464"/>
                  <a:pt x="88453" y="42549"/>
                </a:cubicBezTo>
                <a:cubicBezTo>
                  <a:pt x="86458" y="40633"/>
                  <a:pt x="83846" y="39674"/>
                  <a:pt x="80619" y="39674"/>
                </a:cubicBezTo>
                <a:cubicBezTo>
                  <a:pt x="76898" y="39674"/>
                  <a:pt x="73423" y="41066"/>
                  <a:pt x="70196" y="43850"/>
                </a:cubicBezTo>
                <a:cubicBezTo>
                  <a:pt x="66968" y="46634"/>
                  <a:pt x="64491" y="50798"/>
                  <a:pt x="62765" y="56343"/>
                </a:cubicBezTo>
                <a:cubicBezTo>
                  <a:pt x="61039" y="61888"/>
                  <a:pt x="60176" y="67084"/>
                  <a:pt x="60176" y="71933"/>
                </a:cubicBezTo>
                <a:cubicBezTo>
                  <a:pt x="60176" y="76153"/>
                  <a:pt x="61207" y="79408"/>
                  <a:pt x="63270" y="81698"/>
                </a:cubicBezTo>
                <a:cubicBezTo>
                  <a:pt x="65332" y="83987"/>
                  <a:pt x="67909" y="85132"/>
                  <a:pt x="71003" y="85132"/>
                </a:cubicBezTo>
                <a:cubicBezTo>
                  <a:pt x="74096" y="85132"/>
                  <a:pt x="77077" y="84011"/>
                  <a:pt x="79946" y="81770"/>
                </a:cubicBezTo>
                <a:cubicBezTo>
                  <a:pt x="82815" y="79528"/>
                  <a:pt x="85057" y="76166"/>
                  <a:pt x="86671" y="71683"/>
                </a:cubicBezTo>
                <a:close/>
                <a:moveTo>
                  <a:pt x="141998" y="47340"/>
                </a:moveTo>
                <a:lnTo>
                  <a:pt x="123170" y="45739"/>
                </a:lnTo>
                <a:cubicBezTo>
                  <a:pt x="125322" y="39369"/>
                  <a:pt x="129076" y="34390"/>
                  <a:pt x="134433" y="30802"/>
                </a:cubicBezTo>
                <a:cubicBezTo>
                  <a:pt x="139791" y="27213"/>
                  <a:pt x="146885" y="25419"/>
                  <a:pt x="155716" y="25419"/>
                </a:cubicBezTo>
                <a:cubicBezTo>
                  <a:pt x="164907" y="25419"/>
                  <a:pt x="171698" y="27270"/>
                  <a:pt x="176092" y="30973"/>
                </a:cubicBezTo>
                <a:cubicBezTo>
                  <a:pt x="180485" y="34674"/>
                  <a:pt x="182682" y="39194"/>
                  <a:pt x="182682" y="44533"/>
                </a:cubicBezTo>
                <a:cubicBezTo>
                  <a:pt x="182682" y="46687"/>
                  <a:pt x="182491" y="48977"/>
                  <a:pt x="182110" y="51400"/>
                </a:cubicBezTo>
                <a:cubicBezTo>
                  <a:pt x="181729" y="53822"/>
                  <a:pt x="180395" y="60194"/>
                  <a:pt x="178109" y="70515"/>
                </a:cubicBezTo>
                <a:cubicBezTo>
                  <a:pt x="176226" y="79039"/>
                  <a:pt x="175285" y="85007"/>
                  <a:pt x="175285" y="88418"/>
                </a:cubicBezTo>
                <a:cubicBezTo>
                  <a:pt x="175285" y="91470"/>
                  <a:pt x="175823" y="94857"/>
                  <a:pt x="176898" y="98581"/>
                </a:cubicBezTo>
                <a:lnTo>
                  <a:pt x="158137" y="98581"/>
                </a:lnTo>
                <a:cubicBezTo>
                  <a:pt x="157375" y="95981"/>
                  <a:pt x="156904" y="93291"/>
                  <a:pt x="156725" y="90511"/>
                </a:cubicBezTo>
                <a:cubicBezTo>
                  <a:pt x="153901" y="93649"/>
                  <a:pt x="150651" y="96070"/>
                  <a:pt x="146975" y="97774"/>
                </a:cubicBezTo>
                <a:cubicBezTo>
                  <a:pt x="143299" y="99477"/>
                  <a:pt x="139600" y="100329"/>
                  <a:pt x="135879" y="100329"/>
                </a:cubicBezTo>
                <a:cubicBezTo>
                  <a:pt x="129962" y="100329"/>
                  <a:pt x="125075" y="98387"/>
                  <a:pt x="121220" y="94504"/>
                </a:cubicBezTo>
                <a:cubicBezTo>
                  <a:pt x="117364" y="90621"/>
                  <a:pt x="115437" y="85626"/>
                  <a:pt x="115437" y="79521"/>
                </a:cubicBezTo>
                <a:cubicBezTo>
                  <a:pt x="115437" y="72697"/>
                  <a:pt x="117555" y="67243"/>
                  <a:pt x="121791" y="63158"/>
                </a:cubicBezTo>
                <a:cubicBezTo>
                  <a:pt x="126028" y="59072"/>
                  <a:pt x="133593" y="56603"/>
                  <a:pt x="144487" y="55750"/>
                </a:cubicBezTo>
                <a:cubicBezTo>
                  <a:pt x="153677" y="54987"/>
                  <a:pt x="159818" y="54066"/>
                  <a:pt x="162912" y="52989"/>
                </a:cubicBezTo>
                <a:cubicBezTo>
                  <a:pt x="163719" y="50299"/>
                  <a:pt x="164122" y="48147"/>
                  <a:pt x="164122" y="46533"/>
                </a:cubicBezTo>
                <a:cubicBezTo>
                  <a:pt x="164122" y="44471"/>
                  <a:pt x="163293" y="42745"/>
                  <a:pt x="161634" y="41356"/>
                </a:cubicBezTo>
                <a:cubicBezTo>
                  <a:pt x="159975" y="39966"/>
                  <a:pt x="157510" y="39271"/>
                  <a:pt x="154237" y="39271"/>
                </a:cubicBezTo>
                <a:cubicBezTo>
                  <a:pt x="150785" y="39271"/>
                  <a:pt x="148062" y="39971"/>
                  <a:pt x="146067" y="41372"/>
                </a:cubicBezTo>
                <a:cubicBezTo>
                  <a:pt x="144072" y="42772"/>
                  <a:pt x="142716" y="44761"/>
                  <a:pt x="141998" y="47340"/>
                </a:cubicBezTo>
                <a:moveTo>
                  <a:pt x="160356" y="65227"/>
                </a:moveTo>
                <a:cubicBezTo>
                  <a:pt x="159191" y="65543"/>
                  <a:pt x="157644" y="65835"/>
                  <a:pt x="155716" y="66104"/>
                </a:cubicBezTo>
                <a:cubicBezTo>
                  <a:pt x="146033" y="67273"/>
                  <a:pt x="139712" y="68983"/>
                  <a:pt x="136753" y="71231"/>
                </a:cubicBezTo>
                <a:cubicBezTo>
                  <a:pt x="134646" y="72851"/>
                  <a:pt x="133593" y="75033"/>
                  <a:pt x="133593" y="77777"/>
                </a:cubicBezTo>
                <a:cubicBezTo>
                  <a:pt x="133593" y="80025"/>
                  <a:pt x="134400" y="81926"/>
                  <a:pt x="136014" y="83478"/>
                </a:cubicBezTo>
                <a:cubicBezTo>
                  <a:pt x="137628" y="85029"/>
                  <a:pt x="139757" y="85804"/>
                  <a:pt x="142402" y="85804"/>
                </a:cubicBezTo>
                <a:cubicBezTo>
                  <a:pt x="145316" y="85804"/>
                  <a:pt x="148062" y="85096"/>
                  <a:pt x="150639" y="83680"/>
                </a:cubicBezTo>
                <a:cubicBezTo>
                  <a:pt x="153217" y="82262"/>
                  <a:pt x="155145" y="80440"/>
                  <a:pt x="156422" y="78214"/>
                </a:cubicBezTo>
                <a:cubicBezTo>
                  <a:pt x="157700" y="75988"/>
                  <a:pt x="158832" y="72514"/>
                  <a:pt x="159818" y="67791"/>
                </a:cubicBezTo>
                <a:lnTo>
                  <a:pt x="160356" y="65227"/>
                </a:lnTo>
                <a:close/>
                <a:moveTo>
                  <a:pt x="191139" y="98581"/>
                </a:moveTo>
                <a:lnTo>
                  <a:pt x="211784" y="0"/>
                </a:lnTo>
                <a:lnTo>
                  <a:pt x="231016" y="0"/>
                </a:lnTo>
                <a:lnTo>
                  <a:pt x="210439" y="98581"/>
                </a:lnTo>
                <a:lnTo>
                  <a:pt x="191139" y="98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buginf">
            <a:extLst xmlns:a="http://schemas.openxmlformats.org/drawingml/2006/main">
              <a:ext uri="{FF2B5EF4-FFF2-40B4-BE49-F238E27FC236}">
                <a16:creationId xmlns:a16="http://schemas.microsoft.com/office/drawing/2014/main" id="{C610796A-D169-448D-A28B-9D2CE860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5" y="6529230"/>
            <a:ext cx="473000" cy="129379"/>
          </a:xfrm>
          <a:custGeom xmlns:a="http://schemas.openxmlformats.org/drawingml/2006/main">
            <a:pathLst>
              <a:path w="473000" h="129379">
                <a:moveTo>
                  <a:pt x="0" y="100329"/>
                </a:moveTo>
                <a:lnTo>
                  <a:pt x="20577" y="1748"/>
                </a:lnTo>
                <a:lnTo>
                  <a:pt x="39943" y="1748"/>
                </a:lnTo>
                <a:lnTo>
                  <a:pt x="33017" y="34667"/>
                </a:lnTo>
                <a:cubicBezTo>
                  <a:pt x="36559" y="31964"/>
                  <a:pt x="39865" y="30039"/>
                  <a:pt x="42936" y="28890"/>
                </a:cubicBezTo>
                <a:cubicBezTo>
                  <a:pt x="46007" y="27741"/>
                  <a:pt x="49358" y="27167"/>
                  <a:pt x="52989" y="27167"/>
                </a:cubicBezTo>
                <a:cubicBezTo>
                  <a:pt x="60520" y="27167"/>
                  <a:pt x="66550" y="29693"/>
                  <a:pt x="71078" y="34747"/>
                </a:cubicBezTo>
                <a:cubicBezTo>
                  <a:pt x="75605" y="39798"/>
                  <a:pt x="77869" y="47152"/>
                  <a:pt x="77869" y="56807"/>
                </a:cubicBezTo>
                <a:cubicBezTo>
                  <a:pt x="77869" y="63320"/>
                  <a:pt x="76805" y="69642"/>
                  <a:pt x="74675" y="75772"/>
                </a:cubicBezTo>
                <a:cubicBezTo>
                  <a:pt x="72546" y="81901"/>
                  <a:pt x="69699" y="86886"/>
                  <a:pt x="66135" y="90726"/>
                </a:cubicBezTo>
                <a:cubicBezTo>
                  <a:pt x="62571" y="94566"/>
                  <a:pt x="58828" y="97418"/>
                  <a:pt x="54905" y="99283"/>
                </a:cubicBezTo>
                <a:cubicBezTo>
                  <a:pt x="50983" y="101146"/>
                  <a:pt x="46870" y="102078"/>
                  <a:pt x="42566" y="102078"/>
                </a:cubicBezTo>
                <a:cubicBezTo>
                  <a:pt x="32345" y="102078"/>
                  <a:pt x="24836" y="97623"/>
                  <a:pt x="20039" y="88713"/>
                </a:cubicBezTo>
                <a:lnTo>
                  <a:pt x="17551" y="100329"/>
                </a:lnTo>
                <a:lnTo>
                  <a:pt x="0" y="100329"/>
                </a:lnTo>
                <a:moveTo>
                  <a:pt x="26024" y="71300"/>
                </a:moveTo>
                <a:cubicBezTo>
                  <a:pt x="26024" y="76111"/>
                  <a:pt x="27380" y="80023"/>
                  <a:pt x="30092" y="83035"/>
                </a:cubicBezTo>
                <a:cubicBezTo>
                  <a:pt x="32804" y="86047"/>
                  <a:pt x="35998" y="87553"/>
                  <a:pt x="39674" y="87553"/>
                </a:cubicBezTo>
                <a:cubicBezTo>
                  <a:pt x="42902" y="87553"/>
                  <a:pt x="45984" y="86384"/>
                  <a:pt x="48921" y="84045"/>
                </a:cubicBezTo>
                <a:cubicBezTo>
                  <a:pt x="51857" y="81707"/>
                  <a:pt x="54300" y="77976"/>
                  <a:pt x="56250" y="72851"/>
                </a:cubicBezTo>
                <a:cubicBezTo>
                  <a:pt x="58200" y="67725"/>
                  <a:pt x="59175" y="62554"/>
                  <a:pt x="59175" y="57339"/>
                </a:cubicBezTo>
                <a:cubicBezTo>
                  <a:pt x="59175" y="52259"/>
                  <a:pt x="57864" y="48269"/>
                  <a:pt x="55242" y="45369"/>
                </a:cubicBezTo>
                <a:cubicBezTo>
                  <a:pt x="52619" y="42469"/>
                  <a:pt x="49447" y="41019"/>
                  <a:pt x="45726" y="41019"/>
                </a:cubicBezTo>
                <a:cubicBezTo>
                  <a:pt x="40885" y="41019"/>
                  <a:pt x="36716" y="43267"/>
                  <a:pt x="33219" y="47763"/>
                </a:cubicBezTo>
                <a:cubicBezTo>
                  <a:pt x="28422" y="53923"/>
                  <a:pt x="26024" y="61768"/>
                  <a:pt x="26024" y="71300"/>
                </a:cubicBezTo>
                <a:close/>
                <a:moveTo>
                  <a:pt x="99492" y="28915"/>
                </a:moveTo>
                <a:lnTo>
                  <a:pt x="118792" y="28915"/>
                </a:lnTo>
                <a:lnTo>
                  <a:pt x="109982" y="71212"/>
                </a:lnTo>
                <a:cubicBezTo>
                  <a:pt x="108907" y="76278"/>
                  <a:pt x="108369" y="79438"/>
                  <a:pt x="108369" y="80694"/>
                </a:cubicBezTo>
                <a:cubicBezTo>
                  <a:pt x="108369" y="82756"/>
                  <a:pt x="109131" y="84527"/>
                  <a:pt x="110655" y="86006"/>
                </a:cubicBezTo>
                <a:cubicBezTo>
                  <a:pt x="112179" y="87485"/>
                  <a:pt x="114129" y="88225"/>
                  <a:pt x="116505" y="88225"/>
                </a:cubicBezTo>
                <a:cubicBezTo>
                  <a:pt x="118209" y="88225"/>
                  <a:pt x="119890" y="87901"/>
                  <a:pt x="121549" y="87252"/>
                </a:cubicBezTo>
                <a:cubicBezTo>
                  <a:pt x="123207" y="86602"/>
                  <a:pt x="124911" y="85617"/>
                  <a:pt x="126659" y="84295"/>
                </a:cubicBezTo>
                <a:cubicBezTo>
                  <a:pt x="128408" y="82973"/>
                  <a:pt x="129977" y="81461"/>
                  <a:pt x="131366" y="79759"/>
                </a:cubicBezTo>
                <a:cubicBezTo>
                  <a:pt x="132756" y="78056"/>
                  <a:pt x="134056" y="75817"/>
                  <a:pt x="135267" y="73040"/>
                </a:cubicBezTo>
                <a:cubicBezTo>
                  <a:pt x="136118" y="70980"/>
                  <a:pt x="137037" y="67618"/>
                  <a:pt x="138024" y="62956"/>
                </a:cubicBezTo>
                <a:lnTo>
                  <a:pt x="145151" y="28915"/>
                </a:lnTo>
                <a:lnTo>
                  <a:pt x="164451" y="28915"/>
                </a:lnTo>
                <a:lnTo>
                  <a:pt x="149522" y="100329"/>
                </a:lnTo>
                <a:lnTo>
                  <a:pt x="131501" y="100329"/>
                </a:lnTo>
                <a:lnTo>
                  <a:pt x="133518" y="90696"/>
                </a:lnTo>
                <a:cubicBezTo>
                  <a:pt x="125628" y="98284"/>
                  <a:pt x="117043" y="102078"/>
                  <a:pt x="107763" y="102078"/>
                </a:cubicBezTo>
                <a:cubicBezTo>
                  <a:pt x="101891" y="102078"/>
                  <a:pt x="97273" y="100391"/>
                  <a:pt x="93911" y="97017"/>
                </a:cubicBezTo>
                <a:cubicBezTo>
                  <a:pt x="90549" y="93642"/>
                  <a:pt x="88868" y="89120"/>
                  <a:pt x="88868" y="83451"/>
                </a:cubicBezTo>
                <a:cubicBezTo>
                  <a:pt x="88868" y="80985"/>
                  <a:pt x="89630" y="76076"/>
                  <a:pt x="91154" y="68724"/>
                </a:cubicBezTo>
                <a:lnTo>
                  <a:pt x="99492" y="28915"/>
                </a:lnTo>
                <a:close/>
                <a:moveTo>
                  <a:pt x="167850" y="104095"/>
                </a:moveTo>
                <a:lnTo>
                  <a:pt x="188225" y="107054"/>
                </a:lnTo>
                <a:cubicBezTo>
                  <a:pt x="188225" y="109116"/>
                  <a:pt x="188562" y="110674"/>
                  <a:pt x="189234" y="111727"/>
                </a:cubicBezTo>
                <a:cubicBezTo>
                  <a:pt x="189907" y="112781"/>
                  <a:pt x="190994" y="113677"/>
                  <a:pt x="192496" y="114417"/>
                </a:cubicBezTo>
                <a:cubicBezTo>
                  <a:pt x="193997" y="115157"/>
                  <a:pt x="196048" y="115526"/>
                  <a:pt x="198648" y="115526"/>
                </a:cubicBezTo>
                <a:cubicBezTo>
                  <a:pt x="202728" y="115526"/>
                  <a:pt x="206001" y="114719"/>
                  <a:pt x="208466" y="113104"/>
                </a:cubicBezTo>
                <a:cubicBezTo>
                  <a:pt x="210304" y="111847"/>
                  <a:pt x="211806" y="109827"/>
                  <a:pt x="212972" y="107043"/>
                </a:cubicBezTo>
                <a:cubicBezTo>
                  <a:pt x="213689" y="105293"/>
                  <a:pt x="214608" y="101479"/>
                  <a:pt x="215729" y="95599"/>
                </a:cubicBezTo>
                <a:lnTo>
                  <a:pt x="216401" y="92260"/>
                </a:lnTo>
                <a:cubicBezTo>
                  <a:pt x="209721" y="97819"/>
                  <a:pt x="202818" y="100598"/>
                  <a:pt x="195690" y="100598"/>
                </a:cubicBezTo>
                <a:cubicBezTo>
                  <a:pt x="188696" y="100598"/>
                  <a:pt x="182958" y="98130"/>
                  <a:pt x="178475" y="93195"/>
                </a:cubicBezTo>
                <a:cubicBezTo>
                  <a:pt x="173992" y="88259"/>
                  <a:pt x="171751" y="81035"/>
                  <a:pt x="171751" y="71521"/>
                </a:cubicBezTo>
                <a:cubicBezTo>
                  <a:pt x="171751" y="63131"/>
                  <a:pt x="173275" y="55436"/>
                  <a:pt x="176323" y="48437"/>
                </a:cubicBezTo>
                <a:cubicBezTo>
                  <a:pt x="179372" y="41437"/>
                  <a:pt x="183653" y="36142"/>
                  <a:pt x="189167" y="32553"/>
                </a:cubicBezTo>
                <a:cubicBezTo>
                  <a:pt x="194681" y="28962"/>
                  <a:pt x="200307" y="27167"/>
                  <a:pt x="206045" y="27167"/>
                </a:cubicBezTo>
                <a:cubicBezTo>
                  <a:pt x="210797" y="27167"/>
                  <a:pt x="215146" y="28426"/>
                  <a:pt x="219091" y="30945"/>
                </a:cubicBezTo>
                <a:cubicBezTo>
                  <a:pt x="223036" y="33464"/>
                  <a:pt x="226107" y="36995"/>
                  <a:pt x="228303" y="41538"/>
                </a:cubicBezTo>
                <a:lnTo>
                  <a:pt x="230993" y="28915"/>
                </a:lnTo>
                <a:lnTo>
                  <a:pt x="249082" y="28915"/>
                </a:lnTo>
                <a:lnTo>
                  <a:pt x="236709" y="88366"/>
                </a:lnTo>
                <a:cubicBezTo>
                  <a:pt x="234692" y="97944"/>
                  <a:pt x="232988" y="104779"/>
                  <a:pt x="231598" y="108871"/>
                </a:cubicBezTo>
                <a:cubicBezTo>
                  <a:pt x="230209" y="112965"/>
                  <a:pt x="228617" y="116226"/>
                  <a:pt x="226824" y="118653"/>
                </a:cubicBezTo>
                <a:cubicBezTo>
                  <a:pt x="225031" y="121081"/>
                  <a:pt x="222767" y="123116"/>
                  <a:pt x="220032" y="124758"/>
                </a:cubicBezTo>
                <a:cubicBezTo>
                  <a:pt x="217298" y="126400"/>
                  <a:pt x="214070" y="127580"/>
                  <a:pt x="210349" y="128299"/>
                </a:cubicBezTo>
                <a:cubicBezTo>
                  <a:pt x="206628" y="129019"/>
                  <a:pt x="202593" y="129379"/>
                  <a:pt x="198245" y="129379"/>
                </a:cubicBezTo>
                <a:cubicBezTo>
                  <a:pt x="188158" y="129379"/>
                  <a:pt x="180537" y="127648"/>
                  <a:pt x="175382" y="124186"/>
                </a:cubicBezTo>
                <a:cubicBezTo>
                  <a:pt x="170226" y="120726"/>
                  <a:pt x="167649" y="114973"/>
                  <a:pt x="167649" y="106928"/>
                </a:cubicBezTo>
                <a:cubicBezTo>
                  <a:pt x="167649" y="106073"/>
                  <a:pt x="167716" y="105129"/>
                  <a:pt x="167850" y="104095"/>
                </a:cubicBezTo>
                <a:moveTo>
                  <a:pt x="190579" y="69556"/>
                </a:moveTo>
                <a:cubicBezTo>
                  <a:pt x="190579" y="74972"/>
                  <a:pt x="191801" y="79102"/>
                  <a:pt x="194244" y="81944"/>
                </a:cubicBezTo>
                <a:cubicBezTo>
                  <a:pt x="196687" y="84786"/>
                  <a:pt x="199747" y="86208"/>
                  <a:pt x="203423" y="86208"/>
                </a:cubicBezTo>
                <a:cubicBezTo>
                  <a:pt x="206785" y="86208"/>
                  <a:pt x="210046" y="84932"/>
                  <a:pt x="213207" y="82381"/>
                </a:cubicBezTo>
                <a:cubicBezTo>
                  <a:pt x="216367" y="79829"/>
                  <a:pt x="218788" y="76202"/>
                  <a:pt x="220469" y="71502"/>
                </a:cubicBezTo>
                <a:cubicBezTo>
                  <a:pt x="222150" y="66802"/>
                  <a:pt x="222991" y="62259"/>
                  <a:pt x="222991" y="57872"/>
                </a:cubicBezTo>
                <a:cubicBezTo>
                  <a:pt x="222991" y="52814"/>
                  <a:pt x="221624" y="48741"/>
                  <a:pt x="218889" y="45653"/>
                </a:cubicBezTo>
                <a:cubicBezTo>
                  <a:pt x="216154" y="42564"/>
                  <a:pt x="212994" y="41019"/>
                  <a:pt x="209408" y="41019"/>
                </a:cubicBezTo>
                <a:cubicBezTo>
                  <a:pt x="205956" y="41019"/>
                  <a:pt x="202784" y="42384"/>
                  <a:pt x="199892" y="45115"/>
                </a:cubicBezTo>
                <a:cubicBezTo>
                  <a:pt x="197001" y="47845"/>
                  <a:pt x="194614" y="52053"/>
                  <a:pt x="192731" y="57738"/>
                </a:cubicBezTo>
                <a:cubicBezTo>
                  <a:pt x="191296" y="62126"/>
                  <a:pt x="190579" y="66065"/>
                  <a:pt x="190579" y="69556"/>
                </a:cubicBezTo>
                <a:close/>
                <a:moveTo>
                  <a:pt x="311851" y="1748"/>
                </a:moveTo>
                <a:lnTo>
                  <a:pt x="331150" y="1748"/>
                </a:lnTo>
                <a:lnTo>
                  <a:pt x="327519" y="19232"/>
                </a:lnTo>
                <a:lnTo>
                  <a:pt x="308220" y="19232"/>
                </a:lnTo>
                <a:lnTo>
                  <a:pt x="311851" y="1748"/>
                </a:lnTo>
                <a:moveTo>
                  <a:pt x="306203" y="28915"/>
                </a:moveTo>
                <a:lnTo>
                  <a:pt x="325502" y="28915"/>
                </a:lnTo>
                <a:lnTo>
                  <a:pt x="310574" y="100329"/>
                </a:lnTo>
                <a:lnTo>
                  <a:pt x="291274" y="100329"/>
                </a:lnTo>
                <a:lnTo>
                  <a:pt x="306203" y="28915"/>
                </a:lnTo>
                <a:close/>
                <a:moveTo>
                  <a:pt x="344727" y="28915"/>
                </a:moveTo>
                <a:lnTo>
                  <a:pt x="363017" y="28915"/>
                </a:lnTo>
                <a:lnTo>
                  <a:pt x="361134" y="38210"/>
                </a:lnTo>
                <a:cubicBezTo>
                  <a:pt x="365707" y="34235"/>
                  <a:pt x="369977" y="31401"/>
                  <a:pt x="373945" y="29707"/>
                </a:cubicBezTo>
                <a:cubicBezTo>
                  <a:pt x="377912" y="28014"/>
                  <a:pt x="382092" y="27167"/>
                  <a:pt x="386486" y="27167"/>
                </a:cubicBezTo>
                <a:cubicBezTo>
                  <a:pt x="392358" y="27167"/>
                  <a:pt x="396987" y="28854"/>
                  <a:pt x="400372" y="32227"/>
                </a:cubicBezTo>
                <a:cubicBezTo>
                  <a:pt x="403756" y="35600"/>
                  <a:pt x="405449" y="40076"/>
                  <a:pt x="405449" y="45655"/>
                </a:cubicBezTo>
                <a:cubicBezTo>
                  <a:pt x="405449" y="48163"/>
                  <a:pt x="404709" y="52916"/>
                  <a:pt x="403230" y="59915"/>
                </a:cubicBezTo>
                <a:lnTo>
                  <a:pt x="394824" y="100329"/>
                </a:lnTo>
                <a:lnTo>
                  <a:pt x="375525" y="100329"/>
                </a:lnTo>
                <a:lnTo>
                  <a:pt x="383998" y="59776"/>
                </a:lnTo>
                <a:cubicBezTo>
                  <a:pt x="385253" y="53717"/>
                  <a:pt x="385880" y="50106"/>
                  <a:pt x="385880" y="48942"/>
                </a:cubicBezTo>
                <a:cubicBezTo>
                  <a:pt x="385880" y="46480"/>
                  <a:pt x="385152" y="44545"/>
                  <a:pt x="383695" y="43135"/>
                </a:cubicBezTo>
                <a:cubicBezTo>
                  <a:pt x="382238" y="41725"/>
                  <a:pt x="380209" y="41019"/>
                  <a:pt x="377609" y="41019"/>
                </a:cubicBezTo>
                <a:cubicBezTo>
                  <a:pt x="374785" y="41019"/>
                  <a:pt x="371647" y="42207"/>
                  <a:pt x="368195" y="44583"/>
                </a:cubicBezTo>
                <a:cubicBezTo>
                  <a:pt x="364743" y="46959"/>
                  <a:pt x="362031" y="50097"/>
                  <a:pt x="360058" y="53998"/>
                </a:cubicBezTo>
                <a:cubicBezTo>
                  <a:pt x="358624" y="56778"/>
                  <a:pt x="357010" y="62450"/>
                  <a:pt x="355217" y="71013"/>
                </a:cubicBezTo>
                <a:lnTo>
                  <a:pt x="349098" y="100329"/>
                </a:lnTo>
                <a:lnTo>
                  <a:pt x="329798" y="100329"/>
                </a:lnTo>
                <a:lnTo>
                  <a:pt x="344727" y="28915"/>
                </a:lnTo>
                <a:close/>
                <a:moveTo>
                  <a:pt x="463451" y="28915"/>
                </a:moveTo>
                <a:lnTo>
                  <a:pt x="460492" y="43037"/>
                </a:lnTo>
                <a:lnTo>
                  <a:pt x="446842" y="43037"/>
                </a:lnTo>
                <a:lnTo>
                  <a:pt x="434872" y="100329"/>
                </a:lnTo>
                <a:lnTo>
                  <a:pt x="415573" y="100329"/>
                </a:lnTo>
                <a:lnTo>
                  <a:pt x="427542" y="43037"/>
                </a:lnTo>
                <a:lnTo>
                  <a:pt x="416783" y="43037"/>
                </a:lnTo>
                <a:lnTo>
                  <a:pt x="419742" y="28915"/>
                </a:lnTo>
                <a:lnTo>
                  <a:pt x="430501" y="28915"/>
                </a:lnTo>
                <a:lnTo>
                  <a:pt x="432048" y="21569"/>
                </a:lnTo>
                <a:cubicBezTo>
                  <a:pt x="433303" y="15548"/>
                  <a:pt x="434491" y="11481"/>
                  <a:pt x="435612" y="9368"/>
                </a:cubicBezTo>
                <a:cubicBezTo>
                  <a:pt x="437136" y="6493"/>
                  <a:pt x="439411" y="4213"/>
                  <a:pt x="442437" y="2528"/>
                </a:cubicBezTo>
                <a:cubicBezTo>
                  <a:pt x="445463" y="843"/>
                  <a:pt x="449419" y="0"/>
                  <a:pt x="454306" y="0"/>
                </a:cubicBezTo>
                <a:cubicBezTo>
                  <a:pt x="460223" y="0"/>
                  <a:pt x="466455" y="1066"/>
                  <a:pt x="473000" y="3198"/>
                </a:cubicBezTo>
                <a:lnTo>
                  <a:pt x="469234" y="16878"/>
                </a:lnTo>
                <a:cubicBezTo>
                  <a:pt x="464617" y="15309"/>
                  <a:pt x="460873" y="14525"/>
                  <a:pt x="458004" y="14525"/>
                </a:cubicBezTo>
                <a:cubicBezTo>
                  <a:pt x="455807" y="14525"/>
                  <a:pt x="454171" y="15235"/>
                  <a:pt x="453095" y="16656"/>
                </a:cubicBezTo>
                <a:cubicBezTo>
                  <a:pt x="452378" y="17572"/>
                  <a:pt x="451638" y="19977"/>
                  <a:pt x="450876" y="23870"/>
                </a:cubicBezTo>
                <a:lnTo>
                  <a:pt x="449800" y="28915"/>
                </a:lnTo>
                <a:lnTo>
                  <a:pt x="463451" y="28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or">
            <a:extLst xmlns:a="http://schemas.openxmlformats.org/drawingml/2006/main">
              <a:ext uri="{FF2B5EF4-FFF2-40B4-BE49-F238E27FC236}">
                <a16:creationId xmlns:a16="http://schemas.microsoft.com/office/drawing/2014/main" id="{38F71082-FF8D-46FD-A5F7-4888B382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315" y="6556397"/>
            <a:ext cx="141117" cy="74911"/>
          </a:xfrm>
          <a:custGeom xmlns:a="http://schemas.openxmlformats.org/drawingml/2006/main">
            <a:pathLst>
              <a:path w="141117" h="74911">
                <a:moveTo>
                  <a:pt x="0" y="43518"/>
                </a:moveTo>
                <a:cubicBezTo>
                  <a:pt x="0" y="30269"/>
                  <a:pt x="3732" y="19704"/>
                  <a:pt x="11196" y="11822"/>
                </a:cubicBezTo>
                <a:cubicBezTo>
                  <a:pt x="18660" y="3941"/>
                  <a:pt x="28467" y="0"/>
                  <a:pt x="40616" y="0"/>
                </a:cubicBezTo>
                <a:cubicBezTo>
                  <a:pt x="51151" y="0"/>
                  <a:pt x="59377" y="2908"/>
                  <a:pt x="65295" y="8725"/>
                </a:cubicBezTo>
                <a:cubicBezTo>
                  <a:pt x="71212" y="14540"/>
                  <a:pt x="74171" y="22366"/>
                  <a:pt x="74171" y="32202"/>
                </a:cubicBezTo>
                <a:cubicBezTo>
                  <a:pt x="74171" y="43788"/>
                  <a:pt x="70472" y="53802"/>
                  <a:pt x="63076" y="62246"/>
                </a:cubicBezTo>
                <a:cubicBezTo>
                  <a:pt x="55679" y="70689"/>
                  <a:pt x="45771" y="74911"/>
                  <a:pt x="33353" y="74911"/>
                </a:cubicBezTo>
                <a:cubicBezTo>
                  <a:pt x="26629" y="74911"/>
                  <a:pt x="20667" y="73564"/>
                  <a:pt x="15466" y="70870"/>
                </a:cubicBezTo>
                <a:cubicBezTo>
                  <a:pt x="10266" y="68174"/>
                  <a:pt x="6388" y="64357"/>
                  <a:pt x="3833" y="59417"/>
                </a:cubicBezTo>
                <a:cubicBezTo>
                  <a:pt x="1278" y="54476"/>
                  <a:pt x="0" y="49176"/>
                  <a:pt x="0" y="43518"/>
                </a:cubicBezTo>
                <a:moveTo>
                  <a:pt x="55006" y="29699"/>
                </a:moveTo>
                <a:cubicBezTo>
                  <a:pt x="55006" y="25114"/>
                  <a:pt x="53673" y="21438"/>
                  <a:pt x="51005" y="18673"/>
                </a:cubicBezTo>
                <a:cubicBezTo>
                  <a:pt x="48338" y="15908"/>
                  <a:pt x="44897" y="14525"/>
                  <a:pt x="40683" y="14525"/>
                </a:cubicBezTo>
                <a:cubicBezTo>
                  <a:pt x="36514" y="14525"/>
                  <a:pt x="32815" y="15818"/>
                  <a:pt x="29588" y="18404"/>
                </a:cubicBezTo>
                <a:cubicBezTo>
                  <a:pt x="26360" y="20989"/>
                  <a:pt x="23849" y="24743"/>
                  <a:pt x="22056" y="29668"/>
                </a:cubicBezTo>
                <a:cubicBezTo>
                  <a:pt x="20263" y="34590"/>
                  <a:pt x="19366" y="39120"/>
                  <a:pt x="19366" y="43255"/>
                </a:cubicBezTo>
                <a:cubicBezTo>
                  <a:pt x="19366" y="48381"/>
                  <a:pt x="20756" y="52451"/>
                  <a:pt x="23536" y="55464"/>
                </a:cubicBezTo>
                <a:cubicBezTo>
                  <a:pt x="26315" y="58476"/>
                  <a:pt x="29812" y="59982"/>
                  <a:pt x="34026" y="59982"/>
                </a:cubicBezTo>
                <a:cubicBezTo>
                  <a:pt x="39316" y="59982"/>
                  <a:pt x="43754" y="57711"/>
                  <a:pt x="47340" y="53170"/>
                </a:cubicBezTo>
                <a:cubicBezTo>
                  <a:pt x="52451" y="46741"/>
                  <a:pt x="55006" y="38917"/>
                  <a:pt x="55006" y="29699"/>
                </a:cubicBezTo>
                <a:close/>
                <a:moveTo>
                  <a:pt x="95189" y="1748"/>
                </a:moveTo>
                <a:lnTo>
                  <a:pt x="113211" y="1748"/>
                </a:lnTo>
                <a:lnTo>
                  <a:pt x="110319" y="15571"/>
                </a:lnTo>
                <a:cubicBezTo>
                  <a:pt x="117043" y="5190"/>
                  <a:pt x="124328" y="0"/>
                  <a:pt x="132174" y="0"/>
                </a:cubicBezTo>
                <a:cubicBezTo>
                  <a:pt x="134953" y="0"/>
                  <a:pt x="137934" y="695"/>
                  <a:pt x="141117" y="2085"/>
                </a:cubicBezTo>
                <a:lnTo>
                  <a:pt x="133720" y="17887"/>
                </a:lnTo>
                <a:cubicBezTo>
                  <a:pt x="131972" y="17259"/>
                  <a:pt x="130111" y="16946"/>
                  <a:pt x="128139" y="16946"/>
                </a:cubicBezTo>
                <a:cubicBezTo>
                  <a:pt x="124821" y="16946"/>
                  <a:pt x="121448" y="18204"/>
                  <a:pt x="118019" y="20720"/>
                </a:cubicBezTo>
                <a:cubicBezTo>
                  <a:pt x="114589" y="23234"/>
                  <a:pt x="111910" y="26592"/>
                  <a:pt x="109983" y="30792"/>
                </a:cubicBezTo>
                <a:cubicBezTo>
                  <a:pt x="108055" y="34990"/>
                  <a:pt x="106150" y="41649"/>
                  <a:pt x="104267" y="50768"/>
                </a:cubicBezTo>
                <a:lnTo>
                  <a:pt x="99560" y="73162"/>
                </a:lnTo>
                <a:lnTo>
                  <a:pt x="80261" y="73162"/>
                </a:lnTo>
                <a:lnTo>
                  <a:pt x="95189" y="1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mation">
            <a:extLst xmlns:a="http://schemas.openxmlformats.org/drawingml/2006/main">
              <a:ext uri="{FF2B5EF4-FFF2-40B4-BE49-F238E27FC236}">
                <a16:creationId xmlns:a16="http://schemas.microsoft.com/office/drawing/2014/main" id="{6209AB6B-CCB5-444D-AC6A-FF9D4128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603" y="6530978"/>
            <a:ext cx="443770" cy="100329"/>
          </a:xfrm>
          <a:custGeom xmlns:a="http://schemas.openxmlformats.org/drawingml/2006/main">
            <a:pathLst>
              <a:path w="443770" h="100329">
                <a:moveTo>
                  <a:pt x="14928" y="27167"/>
                </a:moveTo>
                <a:lnTo>
                  <a:pt x="33084" y="27167"/>
                </a:lnTo>
                <a:lnTo>
                  <a:pt x="31269" y="35839"/>
                </a:lnTo>
                <a:cubicBezTo>
                  <a:pt x="38352" y="28892"/>
                  <a:pt x="45794" y="25419"/>
                  <a:pt x="53594" y="25419"/>
                </a:cubicBezTo>
                <a:cubicBezTo>
                  <a:pt x="58974" y="25419"/>
                  <a:pt x="63120" y="26546"/>
                  <a:pt x="66034" y="28800"/>
                </a:cubicBezTo>
                <a:cubicBezTo>
                  <a:pt x="68948" y="31052"/>
                  <a:pt x="70809" y="34162"/>
                  <a:pt x="71616" y="38128"/>
                </a:cubicBezTo>
                <a:cubicBezTo>
                  <a:pt x="74081" y="34522"/>
                  <a:pt x="77623" y="31502"/>
                  <a:pt x="82240" y="29069"/>
                </a:cubicBezTo>
                <a:cubicBezTo>
                  <a:pt x="86858" y="26635"/>
                  <a:pt x="91655" y="25419"/>
                  <a:pt x="96631" y="25419"/>
                </a:cubicBezTo>
                <a:cubicBezTo>
                  <a:pt x="102324" y="25419"/>
                  <a:pt x="106762" y="26950"/>
                  <a:pt x="109945" y="30014"/>
                </a:cubicBezTo>
                <a:cubicBezTo>
                  <a:pt x="113128" y="33078"/>
                  <a:pt x="114720" y="37134"/>
                  <a:pt x="114720" y="42181"/>
                </a:cubicBezTo>
                <a:cubicBezTo>
                  <a:pt x="114720" y="44630"/>
                  <a:pt x="114092" y="48879"/>
                  <a:pt x="112837" y="54926"/>
                </a:cubicBezTo>
                <a:lnTo>
                  <a:pt x="103691" y="98581"/>
                </a:lnTo>
                <a:lnTo>
                  <a:pt x="84392" y="98581"/>
                </a:lnTo>
                <a:lnTo>
                  <a:pt x="93537" y="54922"/>
                </a:lnTo>
                <a:cubicBezTo>
                  <a:pt x="94658" y="49453"/>
                  <a:pt x="95219" y="46360"/>
                  <a:pt x="95219" y="45644"/>
                </a:cubicBezTo>
                <a:cubicBezTo>
                  <a:pt x="95219" y="43676"/>
                  <a:pt x="94625" y="42122"/>
                  <a:pt x="93437" y="40981"/>
                </a:cubicBezTo>
                <a:cubicBezTo>
                  <a:pt x="92249" y="39841"/>
                  <a:pt x="90467" y="39271"/>
                  <a:pt x="88091" y="39271"/>
                </a:cubicBezTo>
                <a:cubicBezTo>
                  <a:pt x="83294" y="39271"/>
                  <a:pt x="79013" y="41803"/>
                  <a:pt x="75247" y="46867"/>
                </a:cubicBezTo>
                <a:cubicBezTo>
                  <a:pt x="72512" y="50499"/>
                  <a:pt x="70181" y="56930"/>
                  <a:pt x="68253" y="66163"/>
                </a:cubicBezTo>
                <a:lnTo>
                  <a:pt x="61462" y="98581"/>
                </a:lnTo>
                <a:lnTo>
                  <a:pt x="42162" y="98581"/>
                </a:lnTo>
                <a:lnTo>
                  <a:pt x="51173" y="55410"/>
                </a:lnTo>
                <a:cubicBezTo>
                  <a:pt x="52204" y="50434"/>
                  <a:pt x="52720" y="47206"/>
                  <a:pt x="52720" y="45726"/>
                </a:cubicBezTo>
                <a:cubicBezTo>
                  <a:pt x="52720" y="43844"/>
                  <a:pt x="52081" y="42297"/>
                  <a:pt x="50803" y="41087"/>
                </a:cubicBezTo>
                <a:cubicBezTo>
                  <a:pt x="49526" y="39876"/>
                  <a:pt x="47766" y="39271"/>
                  <a:pt x="45525" y="39271"/>
                </a:cubicBezTo>
                <a:cubicBezTo>
                  <a:pt x="43418" y="39271"/>
                  <a:pt x="41243" y="39899"/>
                  <a:pt x="39002" y="41154"/>
                </a:cubicBezTo>
                <a:cubicBezTo>
                  <a:pt x="36760" y="42409"/>
                  <a:pt x="34799" y="44136"/>
                  <a:pt x="33118" y="46334"/>
                </a:cubicBezTo>
                <a:cubicBezTo>
                  <a:pt x="31437" y="48530"/>
                  <a:pt x="29991" y="51355"/>
                  <a:pt x="28781" y="54807"/>
                </a:cubicBezTo>
                <a:cubicBezTo>
                  <a:pt x="28243" y="56420"/>
                  <a:pt x="27369" y="60075"/>
                  <a:pt x="26158" y="65770"/>
                </a:cubicBez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150254" y="47340"/>
                </a:moveTo>
                <a:lnTo>
                  <a:pt x="131426" y="45739"/>
                </a:lnTo>
                <a:cubicBezTo>
                  <a:pt x="133578" y="39369"/>
                  <a:pt x="137332" y="34390"/>
                  <a:pt x="142689" y="30802"/>
                </a:cubicBezTo>
                <a:cubicBezTo>
                  <a:pt x="148046" y="27213"/>
                  <a:pt x="155141" y="25419"/>
                  <a:pt x="163972" y="25419"/>
                </a:cubicBezTo>
                <a:cubicBezTo>
                  <a:pt x="173162" y="25419"/>
                  <a:pt x="179954" y="27270"/>
                  <a:pt x="184347" y="30973"/>
                </a:cubicBezTo>
                <a:cubicBezTo>
                  <a:pt x="188741" y="34674"/>
                  <a:pt x="190937" y="39194"/>
                  <a:pt x="190937" y="44533"/>
                </a:cubicBezTo>
                <a:cubicBezTo>
                  <a:pt x="190937" y="46687"/>
                  <a:pt x="190747" y="48977"/>
                  <a:pt x="190366" y="51400"/>
                </a:cubicBezTo>
                <a:cubicBezTo>
                  <a:pt x="189985" y="53822"/>
                  <a:pt x="188651" y="60194"/>
                  <a:pt x="186365" y="70515"/>
                </a:cubicBezTo>
                <a:cubicBezTo>
                  <a:pt x="184482" y="79039"/>
                  <a:pt x="183540" y="85007"/>
                  <a:pt x="183540" y="88418"/>
                </a:cubicBezTo>
                <a:cubicBezTo>
                  <a:pt x="183540" y="91470"/>
                  <a:pt x="184078" y="94857"/>
                  <a:pt x="185154" y="98581"/>
                </a:cubicBezTo>
                <a:lnTo>
                  <a:pt x="166393" y="98581"/>
                </a:lnTo>
                <a:cubicBezTo>
                  <a:pt x="165631" y="95981"/>
                  <a:pt x="165160" y="93291"/>
                  <a:pt x="164981" y="90511"/>
                </a:cubicBezTo>
                <a:cubicBezTo>
                  <a:pt x="162157" y="93649"/>
                  <a:pt x="158906" y="96070"/>
                  <a:pt x="155230" y="97774"/>
                </a:cubicBezTo>
                <a:cubicBezTo>
                  <a:pt x="151554" y="99477"/>
                  <a:pt x="147856" y="100329"/>
                  <a:pt x="144135" y="100329"/>
                </a:cubicBezTo>
                <a:cubicBezTo>
                  <a:pt x="138218" y="100329"/>
                  <a:pt x="133331" y="98387"/>
                  <a:pt x="129476" y="94504"/>
                </a:cubicBezTo>
                <a:cubicBezTo>
                  <a:pt x="125620" y="90621"/>
                  <a:pt x="123693" y="85626"/>
                  <a:pt x="123693" y="79521"/>
                </a:cubicBezTo>
                <a:cubicBezTo>
                  <a:pt x="123693" y="72697"/>
                  <a:pt x="125811" y="67243"/>
                  <a:pt x="130047" y="63158"/>
                </a:cubicBezTo>
                <a:cubicBezTo>
                  <a:pt x="134284" y="59072"/>
                  <a:pt x="141849" y="56603"/>
                  <a:pt x="152742" y="55750"/>
                </a:cubicBezTo>
                <a:cubicBezTo>
                  <a:pt x="161933" y="54987"/>
                  <a:pt x="168074" y="54066"/>
                  <a:pt x="171167" y="52989"/>
                </a:cubicBezTo>
                <a:cubicBezTo>
                  <a:pt x="171974" y="50299"/>
                  <a:pt x="172378" y="48147"/>
                  <a:pt x="172378" y="46533"/>
                </a:cubicBezTo>
                <a:cubicBezTo>
                  <a:pt x="172378" y="44471"/>
                  <a:pt x="171549" y="42745"/>
                  <a:pt x="169890" y="41356"/>
                </a:cubicBezTo>
                <a:cubicBezTo>
                  <a:pt x="168231" y="39966"/>
                  <a:pt x="165765" y="39271"/>
                  <a:pt x="162493" y="39271"/>
                </a:cubicBezTo>
                <a:cubicBezTo>
                  <a:pt x="159041" y="39271"/>
                  <a:pt x="156318" y="39971"/>
                  <a:pt x="154323" y="41372"/>
                </a:cubicBezTo>
                <a:cubicBezTo>
                  <a:pt x="152328" y="42772"/>
                  <a:pt x="150972" y="44761"/>
                  <a:pt x="150254" y="47340"/>
                </a:cubicBezTo>
                <a:moveTo>
                  <a:pt x="168612" y="65227"/>
                </a:moveTo>
                <a:cubicBezTo>
                  <a:pt x="167447" y="65543"/>
                  <a:pt x="165900" y="65835"/>
                  <a:pt x="163972" y="66104"/>
                </a:cubicBezTo>
                <a:cubicBezTo>
                  <a:pt x="154289" y="67273"/>
                  <a:pt x="147968" y="68983"/>
                  <a:pt x="145009" y="71231"/>
                </a:cubicBezTo>
                <a:cubicBezTo>
                  <a:pt x="142902" y="72851"/>
                  <a:pt x="141849" y="75033"/>
                  <a:pt x="141849" y="77777"/>
                </a:cubicBezTo>
                <a:cubicBezTo>
                  <a:pt x="141849" y="80025"/>
                  <a:pt x="142656" y="81926"/>
                  <a:pt x="144270" y="83478"/>
                </a:cubicBezTo>
                <a:cubicBezTo>
                  <a:pt x="145883" y="85029"/>
                  <a:pt x="148013" y="85804"/>
                  <a:pt x="150658" y="85804"/>
                </a:cubicBezTo>
                <a:cubicBezTo>
                  <a:pt x="153572" y="85804"/>
                  <a:pt x="156318" y="85096"/>
                  <a:pt x="158895" y="83680"/>
                </a:cubicBezTo>
                <a:cubicBezTo>
                  <a:pt x="161473" y="82262"/>
                  <a:pt x="163401" y="80440"/>
                  <a:pt x="164678" y="78214"/>
                </a:cubicBezTo>
                <a:cubicBezTo>
                  <a:pt x="165956" y="75988"/>
                  <a:pt x="167088" y="72514"/>
                  <a:pt x="168074" y="67791"/>
                </a:cubicBezTo>
                <a:lnTo>
                  <a:pt x="168612" y="65227"/>
                </a:lnTo>
                <a:close/>
                <a:moveTo>
                  <a:pt x="204372" y="41557"/>
                </a:moveTo>
                <a:lnTo>
                  <a:pt x="207330" y="27167"/>
                </a:lnTo>
                <a:lnTo>
                  <a:pt x="216825" y="27167"/>
                </a:lnTo>
                <a:lnTo>
                  <a:pt x="219170" y="15735"/>
                </a:lnTo>
                <a:lnTo>
                  <a:pt x="241222" y="2421"/>
                </a:lnTo>
                <a:lnTo>
                  <a:pt x="236124" y="27167"/>
                </a:lnTo>
                <a:lnTo>
                  <a:pt x="247812" y="27167"/>
                </a:lnTo>
                <a:lnTo>
                  <a:pt x="244853" y="41557"/>
                </a:lnTo>
                <a:lnTo>
                  <a:pt x="233159" y="41557"/>
                </a:lnTo>
                <a:lnTo>
                  <a:pt x="226764" y="71490"/>
                </a:lnTo>
                <a:cubicBezTo>
                  <a:pt x="225643" y="76907"/>
                  <a:pt x="225083" y="79996"/>
                  <a:pt x="225083" y="80757"/>
                </a:cubicBezTo>
                <a:cubicBezTo>
                  <a:pt x="225083" y="82238"/>
                  <a:pt x="225554" y="83393"/>
                  <a:pt x="226495" y="84224"/>
                </a:cubicBezTo>
                <a:cubicBezTo>
                  <a:pt x="227437" y="85053"/>
                  <a:pt x="229140" y="85468"/>
                  <a:pt x="231606" y="85468"/>
                </a:cubicBezTo>
                <a:cubicBezTo>
                  <a:pt x="232458" y="85468"/>
                  <a:pt x="234587" y="85311"/>
                  <a:pt x="237994" y="84997"/>
                </a:cubicBezTo>
                <a:lnTo>
                  <a:pt x="234968" y="99320"/>
                </a:lnTo>
                <a:cubicBezTo>
                  <a:pt x="231651" y="99993"/>
                  <a:pt x="228244" y="100329"/>
                  <a:pt x="224747" y="100329"/>
                </a:cubicBezTo>
                <a:cubicBezTo>
                  <a:pt x="217933" y="100329"/>
                  <a:pt x="212979" y="99012"/>
                  <a:pt x="209886" y="96379"/>
                </a:cubicBezTo>
                <a:cubicBezTo>
                  <a:pt x="206792" y="93743"/>
                  <a:pt x="205246" y="90084"/>
                  <a:pt x="205246" y="85401"/>
                </a:cubicBezTo>
                <a:cubicBezTo>
                  <a:pt x="205246" y="83204"/>
                  <a:pt x="206075" y="78138"/>
                  <a:pt x="207734" y="70201"/>
                </a:cubicBezTo>
                <a:lnTo>
                  <a:pt x="213965" y="41557"/>
                </a:lnTo>
                <a:lnTo>
                  <a:pt x="204372" y="41557"/>
                </a:lnTo>
                <a:close/>
                <a:moveTo>
                  <a:pt x="266012" y="0"/>
                </a:moveTo>
                <a:lnTo>
                  <a:pt x="285312" y="0"/>
                </a:lnTo>
                <a:lnTo>
                  <a:pt x="281680" y="17484"/>
                </a:lnTo>
                <a:lnTo>
                  <a:pt x="262381" y="17484"/>
                </a:lnTo>
                <a:lnTo>
                  <a:pt x="266012" y="0"/>
                </a:lnTo>
                <a:moveTo>
                  <a:pt x="260364" y="27167"/>
                </a:moveTo>
                <a:lnTo>
                  <a:pt x="279663" y="27167"/>
                </a:lnTo>
                <a:lnTo>
                  <a:pt x="264735" y="98581"/>
                </a:lnTo>
                <a:lnTo>
                  <a:pt x="245436" y="98581"/>
                </a:lnTo>
                <a:lnTo>
                  <a:pt x="260364" y="27167"/>
                </a:lnTo>
                <a:close/>
                <a:moveTo>
                  <a:pt x="286515" y="68936"/>
                </a:moveTo>
                <a:cubicBezTo>
                  <a:pt x="286515" y="55688"/>
                  <a:pt x="290247" y="45123"/>
                  <a:pt x="297711" y="37241"/>
                </a:cubicBezTo>
                <a:cubicBezTo>
                  <a:pt x="305175" y="29359"/>
                  <a:pt x="314982" y="25419"/>
                  <a:pt x="327131" y="25419"/>
                </a:cubicBezTo>
                <a:cubicBezTo>
                  <a:pt x="337666" y="25419"/>
                  <a:pt x="345892" y="28327"/>
                  <a:pt x="351810" y="34144"/>
                </a:cubicBezTo>
                <a:cubicBezTo>
                  <a:pt x="357727" y="39959"/>
                  <a:pt x="360686" y="47784"/>
                  <a:pt x="360686" y="57620"/>
                </a:cubicBezTo>
                <a:cubicBezTo>
                  <a:pt x="360686" y="69206"/>
                  <a:pt x="356987" y="79221"/>
                  <a:pt x="349590" y="87664"/>
                </a:cubicBezTo>
                <a:cubicBezTo>
                  <a:pt x="342194" y="96107"/>
                  <a:pt x="332286" y="100329"/>
                  <a:pt x="319868" y="100329"/>
                </a:cubicBezTo>
                <a:cubicBezTo>
                  <a:pt x="313144" y="100329"/>
                  <a:pt x="307181" y="98982"/>
                  <a:pt x="301981" y="96288"/>
                </a:cubicBezTo>
                <a:cubicBezTo>
                  <a:pt x="296781" y="93593"/>
                  <a:pt x="292903" y="89775"/>
                  <a:pt x="290348" y="84836"/>
                </a:cubicBezTo>
                <a:cubicBezTo>
                  <a:pt x="287793" y="79894"/>
                  <a:pt x="286515" y="74595"/>
                  <a:pt x="286515" y="68936"/>
                </a:cubicBezTo>
                <a:moveTo>
                  <a:pt x="341521" y="55118"/>
                </a:moveTo>
                <a:cubicBezTo>
                  <a:pt x="341521" y="50532"/>
                  <a:pt x="340187" y="46857"/>
                  <a:pt x="337520" y="44092"/>
                </a:cubicBezTo>
                <a:cubicBezTo>
                  <a:pt x="334853" y="41326"/>
                  <a:pt x="331412" y="39943"/>
                  <a:pt x="327198" y="39943"/>
                </a:cubicBezTo>
                <a:cubicBezTo>
                  <a:pt x="323029" y="39943"/>
                  <a:pt x="319330" y="41236"/>
                  <a:pt x="316103" y="43823"/>
                </a:cubicBezTo>
                <a:cubicBezTo>
                  <a:pt x="312875" y="46407"/>
                  <a:pt x="310364" y="50162"/>
                  <a:pt x="308571" y="55086"/>
                </a:cubicBezTo>
                <a:cubicBezTo>
                  <a:pt x="306778" y="60009"/>
                  <a:pt x="305881" y="64538"/>
                  <a:pt x="305881" y="68674"/>
                </a:cubicBezTo>
                <a:cubicBezTo>
                  <a:pt x="305881" y="73800"/>
                  <a:pt x="307271" y="77869"/>
                  <a:pt x="310051" y="80883"/>
                </a:cubicBezTo>
                <a:cubicBezTo>
                  <a:pt x="312830" y="83895"/>
                  <a:pt x="316327" y="85401"/>
                  <a:pt x="320541" y="85401"/>
                </a:cubicBezTo>
                <a:cubicBezTo>
                  <a:pt x="325831" y="85401"/>
                  <a:pt x="330269" y="83130"/>
                  <a:pt x="333855" y="78588"/>
                </a:cubicBezTo>
                <a:cubicBezTo>
                  <a:pt x="338966" y="72159"/>
                  <a:pt x="341521" y="64336"/>
                  <a:pt x="341521" y="55118"/>
                </a:cubicBezTo>
                <a:close/>
                <a:moveTo>
                  <a:pt x="383048" y="27167"/>
                </a:moveTo>
                <a:lnTo>
                  <a:pt x="401339" y="27167"/>
                </a:lnTo>
                <a:lnTo>
                  <a:pt x="399456" y="36461"/>
                </a:lnTo>
                <a:cubicBezTo>
                  <a:pt x="404029" y="32487"/>
                  <a:pt x="408299" y="29653"/>
                  <a:pt x="412266" y="27959"/>
                </a:cubicBezTo>
                <a:cubicBezTo>
                  <a:pt x="416234" y="26265"/>
                  <a:pt x="420414" y="25419"/>
                  <a:pt x="424807" y="25419"/>
                </a:cubicBezTo>
                <a:cubicBezTo>
                  <a:pt x="430680" y="25419"/>
                  <a:pt x="435309" y="27105"/>
                  <a:pt x="438693" y="30479"/>
                </a:cubicBezTo>
                <a:cubicBezTo>
                  <a:pt x="442078" y="33852"/>
                  <a:pt x="443770" y="38328"/>
                  <a:pt x="443770" y="43907"/>
                </a:cubicBezTo>
                <a:cubicBezTo>
                  <a:pt x="443770" y="46414"/>
                  <a:pt x="443031" y="51168"/>
                  <a:pt x="441551" y="58167"/>
                </a:cubicBezTo>
                <a:lnTo>
                  <a:pt x="433146" y="98581"/>
                </a:lnTo>
                <a:lnTo>
                  <a:pt x="413847" y="98581"/>
                </a:lnTo>
                <a:lnTo>
                  <a:pt x="422319" y="58028"/>
                </a:lnTo>
                <a:cubicBezTo>
                  <a:pt x="423575" y="51969"/>
                  <a:pt x="424202" y="48357"/>
                  <a:pt x="424202" y="47193"/>
                </a:cubicBezTo>
                <a:cubicBezTo>
                  <a:pt x="424202" y="44732"/>
                  <a:pt x="423474" y="42796"/>
                  <a:pt x="422017" y="41387"/>
                </a:cubicBezTo>
                <a:cubicBezTo>
                  <a:pt x="420560" y="39976"/>
                  <a:pt x="418531" y="39271"/>
                  <a:pt x="415931" y="39271"/>
                </a:cubicBezTo>
                <a:cubicBezTo>
                  <a:pt x="413107" y="39271"/>
                  <a:pt x="409969" y="40459"/>
                  <a:pt x="406517" y="42835"/>
                </a:cubicBezTo>
                <a:cubicBezTo>
                  <a:pt x="403065" y="45211"/>
                  <a:pt x="400353" y="48349"/>
                  <a:pt x="398380" y="52249"/>
                </a:cubicBezTo>
                <a:cubicBezTo>
                  <a:pt x="396946" y="55030"/>
                  <a:pt x="395332" y="60702"/>
                  <a:pt x="393539" y="69264"/>
                </a:cubicBezTo>
                <a:lnTo>
                  <a:pt x="387419" y="98581"/>
                </a:lnTo>
                <a:lnTo>
                  <a:pt x="368120" y="98581"/>
                </a:lnTo>
                <a:lnTo>
                  <a:pt x="383048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384F1-C580-4398-A34B-6A604C1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24" y="3934831"/>
            <a:ext cx="1128133" cy="174503"/>
          </a:xfrm>
          <a:custGeom xmlns:a="http://schemas.openxmlformats.org/drawingml/2006/main">
            <a:pathLst>
              <a:path w="1128133" h="174503">
                <a:moveTo>
                  <a:pt x="689" y="29441"/>
                </a:moveTo>
                <a:cubicBezTo>
                  <a:pt x="0" y="12976"/>
                  <a:pt x="12991" y="0"/>
                  <a:pt x="28232" y="61"/>
                </a:cubicBezTo>
                <a:lnTo>
                  <a:pt x="1098754" y="61"/>
                </a:lnTo>
                <a:cubicBezTo>
                  <a:pt x="1114760" y="0"/>
                  <a:pt x="1127751" y="12976"/>
                  <a:pt x="1128133" y="29441"/>
                </a:cubicBezTo>
                <a:lnTo>
                  <a:pt x="1128133" y="145123"/>
                </a:lnTo>
                <a:cubicBezTo>
                  <a:pt x="1127751" y="161022"/>
                  <a:pt x="1114760" y="174013"/>
                  <a:pt x="1098754" y="174503"/>
                </a:cubicBezTo>
                <a:lnTo>
                  <a:pt x="28232" y="174503"/>
                </a:lnTo>
                <a:cubicBezTo>
                  <a:pt x="12991" y="174013"/>
                  <a:pt x="0" y="161022"/>
                  <a:pt x="689" y="145123"/>
                </a:cubicBezTo>
                <a:lnTo>
                  <a:pt x="689" y="29441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C6A3A-F433-4BAB-894E-3258A276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073" y="3927180"/>
            <a:ext cx="1143053" cy="189315"/>
          </a:xfrm>
          <a:custGeom xmlns:a="http://schemas.openxmlformats.org/drawingml/2006/main">
            <a:pathLst>
              <a:path w="1143053" h="189315">
                <a:moveTo>
                  <a:pt x="2877" y="166929"/>
                </a:moveTo>
                <a:lnTo>
                  <a:pt x="4422" y="170142"/>
                </a:lnTo>
                <a:lnTo>
                  <a:pt x="6258" y="173156"/>
                </a:lnTo>
                <a:lnTo>
                  <a:pt x="8370" y="175987"/>
                </a:lnTo>
                <a:lnTo>
                  <a:pt x="10727" y="178589"/>
                </a:lnTo>
                <a:lnTo>
                  <a:pt x="13328" y="180945"/>
                </a:lnTo>
                <a:lnTo>
                  <a:pt x="16159" y="183057"/>
                </a:lnTo>
                <a:lnTo>
                  <a:pt x="19173" y="184893"/>
                </a:lnTo>
                <a:lnTo>
                  <a:pt x="22387" y="186439"/>
                </a:lnTo>
                <a:lnTo>
                  <a:pt x="25753" y="187678"/>
                </a:lnTo>
                <a:lnTo>
                  <a:pt x="29273" y="188581"/>
                </a:lnTo>
                <a:lnTo>
                  <a:pt x="32914" y="189132"/>
                </a:lnTo>
                <a:lnTo>
                  <a:pt x="36464" y="189315"/>
                </a:lnTo>
                <a:lnTo>
                  <a:pt x="1106588" y="189315"/>
                </a:lnTo>
                <a:lnTo>
                  <a:pt x="1110138" y="189132"/>
                </a:lnTo>
                <a:lnTo>
                  <a:pt x="1113780" y="188581"/>
                </a:lnTo>
                <a:lnTo>
                  <a:pt x="1117300" y="187678"/>
                </a:lnTo>
                <a:lnTo>
                  <a:pt x="1120666" y="186439"/>
                </a:lnTo>
                <a:lnTo>
                  <a:pt x="1123880" y="184893"/>
                </a:lnTo>
                <a:lnTo>
                  <a:pt x="1126909" y="183057"/>
                </a:lnTo>
                <a:lnTo>
                  <a:pt x="1129725" y="180945"/>
                </a:lnTo>
                <a:lnTo>
                  <a:pt x="1132326" y="178589"/>
                </a:lnTo>
                <a:lnTo>
                  <a:pt x="1134683" y="175987"/>
                </a:lnTo>
                <a:lnTo>
                  <a:pt x="1136794" y="173156"/>
                </a:lnTo>
                <a:lnTo>
                  <a:pt x="1138631" y="170142"/>
                </a:lnTo>
                <a:lnTo>
                  <a:pt x="1140176" y="166929"/>
                </a:lnTo>
                <a:lnTo>
                  <a:pt x="1141416" y="163562"/>
                </a:lnTo>
                <a:lnTo>
                  <a:pt x="1142318" y="160043"/>
                </a:lnTo>
                <a:lnTo>
                  <a:pt x="1142869" y="156401"/>
                </a:lnTo>
                <a:lnTo>
                  <a:pt x="1143053" y="152851"/>
                </a:lnTo>
                <a:lnTo>
                  <a:pt x="1143053" y="36449"/>
                </a:lnTo>
                <a:lnTo>
                  <a:pt x="1142869" y="32914"/>
                </a:lnTo>
                <a:lnTo>
                  <a:pt x="1142318" y="29273"/>
                </a:lnTo>
                <a:lnTo>
                  <a:pt x="1141416" y="25753"/>
                </a:lnTo>
                <a:lnTo>
                  <a:pt x="1140176" y="22371"/>
                </a:lnTo>
                <a:lnTo>
                  <a:pt x="1138631" y="19173"/>
                </a:lnTo>
                <a:lnTo>
                  <a:pt x="1136794" y="16144"/>
                </a:lnTo>
                <a:lnTo>
                  <a:pt x="1134683" y="13328"/>
                </a:lnTo>
                <a:lnTo>
                  <a:pt x="1132326" y="10727"/>
                </a:lnTo>
                <a:lnTo>
                  <a:pt x="1129725" y="8355"/>
                </a:lnTo>
                <a:lnTo>
                  <a:pt x="1126909" y="6243"/>
                </a:lnTo>
                <a:lnTo>
                  <a:pt x="1123880" y="4407"/>
                </a:lnTo>
                <a:lnTo>
                  <a:pt x="1120666" y="2861"/>
                </a:lnTo>
                <a:lnTo>
                  <a:pt x="1117300" y="1637"/>
                </a:lnTo>
                <a:lnTo>
                  <a:pt x="1113780" y="734"/>
                </a:lnTo>
                <a:lnTo>
                  <a:pt x="1110138" y="168"/>
                </a:lnTo>
                <a:lnTo>
                  <a:pt x="1106588" y="0"/>
                </a:lnTo>
                <a:lnTo>
                  <a:pt x="36464" y="0"/>
                </a:lnTo>
                <a:lnTo>
                  <a:pt x="32914" y="168"/>
                </a:lnTo>
                <a:lnTo>
                  <a:pt x="29273" y="734"/>
                </a:lnTo>
                <a:lnTo>
                  <a:pt x="25753" y="1637"/>
                </a:lnTo>
                <a:lnTo>
                  <a:pt x="22387" y="2861"/>
                </a:lnTo>
                <a:lnTo>
                  <a:pt x="19173" y="4407"/>
                </a:lnTo>
                <a:lnTo>
                  <a:pt x="16159" y="6243"/>
                </a:lnTo>
                <a:lnTo>
                  <a:pt x="13328" y="8355"/>
                </a:lnTo>
                <a:lnTo>
                  <a:pt x="10727" y="10727"/>
                </a:lnTo>
                <a:lnTo>
                  <a:pt x="8370" y="13328"/>
                </a:lnTo>
                <a:lnTo>
                  <a:pt x="6258" y="16144"/>
                </a:lnTo>
                <a:lnTo>
                  <a:pt x="4422" y="19173"/>
                </a:lnTo>
                <a:lnTo>
                  <a:pt x="2877" y="22371"/>
                </a:lnTo>
                <a:lnTo>
                  <a:pt x="1637" y="25753"/>
                </a:lnTo>
                <a:lnTo>
                  <a:pt x="734" y="29273"/>
                </a:lnTo>
                <a:lnTo>
                  <a:pt x="184" y="32914"/>
                </a:lnTo>
                <a:lnTo>
                  <a:pt x="0" y="36449"/>
                </a:lnTo>
                <a:lnTo>
                  <a:pt x="0" y="152851"/>
                </a:lnTo>
                <a:lnTo>
                  <a:pt x="184" y="156401"/>
                </a:lnTo>
                <a:lnTo>
                  <a:pt x="734" y="160043"/>
                </a:lnTo>
                <a:lnTo>
                  <a:pt x="1637" y="163562"/>
                </a:lnTo>
                <a:lnTo>
                  <a:pt x="2877" y="166929"/>
                </a:lnTo>
                <a:close/>
                <a:moveTo>
                  <a:pt x="15747" y="32343"/>
                </a:moveTo>
                <a:lnTo>
                  <a:pt x="16289" y="30254"/>
                </a:lnTo>
                <a:lnTo>
                  <a:pt x="17040" y="28213"/>
                </a:lnTo>
                <a:lnTo>
                  <a:pt x="17856" y="26519"/>
                </a:lnTo>
                <a:lnTo>
                  <a:pt x="18949" y="24725"/>
                </a:lnTo>
                <a:lnTo>
                  <a:pt x="20148" y="23119"/>
                </a:lnTo>
                <a:lnTo>
                  <a:pt x="21569" y="21547"/>
                </a:lnTo>
                <a:lnTo>
                  <a:pt x="23037" y="20209"/>
                </a:lnTo>
                <a:lnTo>
                  <a:pt x="24716" y="18955"/>
                </a:lnTo>
                <a:lnTo>
                  <a:pt x="26526" y="17860"/>
                </a:lnTo>
                <a:lnTo>
                  <a:pt x="28363" y="16975"/>
                </a:lnTo>
                <a:lnTo>
                  <a:pt x="30301" y="16262"/>
                </a:lnTo>
                <a:lnTo>
                  <a:pt x="32337" y="15736"/>
                </a:lnTo>
                <a:lnTo>
                  <a:pt x="34462" y="15420"/>
                </a:lnTo>
                <a:lnTo>
                  <a:pt x="36749" y="15302"/>
                </a:lnTo>
                <a:lnTo>
                  <a:pt x="1106304" y="15302"/>
                </a:lnTo>
                <a:lnTo>
                  <a:pt x="1108591" y="15420"/>
                </a:lnTo>
                <a:lnTo>
                  <a:pt x="1110716" y="15736"/>
                </a:lnTo>
                <a:lnTo>
                  <a:pt x="1112759" y="16264"/>
                </a:lnTo>
                <a:lnTo>
                  <a:pt x="1114648" y="16955"/>
                </a:lnTo>
                <a:lnTo>
                  <a:pt x="1116527" y="17860"/>
                </a:lnTo>
                <a:lnTo>
                  <a:pt x="1118337" y="18955"/>
                </a:lnTo>
                <a:lnTo>
                  <a:pt x="1120016" y="20209"/>
                </a:lnTo>
                <a:lnTo>
                  <a:pt x="1121484" y="21547"/>
                </a:lnTo>
                <a:lnTo>
                  <a:pt x="1122905" y="23119"/>
                </a:lnTo>
                <a:lnTo>
                  <a:pt x="1124104" y="24725"/>
                </a:lnTo>
                <a:lnTo>
                  <a:pt x="1125197" y="26519"/>
                </a:lnTo>
                <a:lnTo>
                  <a:pt x="1126070" y="28330"/>
                </a:lnTo>
                <a:lnTo>
                  <a:pt x="1126804" y="30358"/>
                </a:lnTo>
                <a:lnTo>
                  <a:pt x="1127303" y="32323"/>
                </a:lnTo>
                <a:lnTo>
                  <a:pt x="1127635" y="34486"/>
                </a:lnTo>
                <a:lnTo>
                  <a:pt x="1127751" y="36734"/>
                </a:lnTo>
                <a:lnTo>
                  <a:pt x="1127751" y="152566"/>
                </a:lnTo>
                <a:lnTo>
                  <a:pt x="1127634" y="154834"/>
                </a:lnTo>
                <a:lnTo>
                  <a:pt x="1127304" y="156974"/>
                </a:lnTo>
                <a:lnTo>
                  <a:pt x="1126804" y="158942"/>
                </a:lnTo>
                <a:lnTo>
                  <a:pt x="1126070" y="160970"/>
                </a:lnTo>
                <a:lnTo>
                  <a:pt x="1125193" y="162789"/>
                </a:lnTo>
                <a:lnTo>
                  <a:pt x="1124098" y="164599"/>
                </a:lnTo>
                <a:lnTo>
                  <a:pt x="1122912" y="166186"/>
                </a:lnTo>
                <a:lnTo>
                  <a:pt x="1121426" y="167819"/>
                </a:lnTo>
                <a:lnTo>
                  <a:pt x="1119934" y="169168"/>
                </a:lnTo>
                <a:lnTo>
                  <a:pt x="1118337" y="170360"/>
                </a:lnTo>
                <a:lnTo>
                  <a:pt x="1116544" y="171444"/>
                </a:lnTo>
                <a:lnTo>
                  <a:pt x="1114664" y="172339"/>
                </a:lnTo>
                <a:lnTo>
                  <a:pt x="1112759" y="173036"/>
                </a:lnTo>
                <a:lnTo>
                  <a:pt x="1110697" y="173569"/>
                </a:lnTo>
                <a:lnTo>
                  <a:pt x="1108591" y="173893"/>
                </a:lnTo>
                <a:lnTo>
                  <a:pt x="1106007" y="174013"/>
                </a:lnTo>
                <a:lnTo>
                  <a:pt x="37046" y="174013"/>
                </a:lnTo>
                <a:lnTo>
                  <a:pt x="34462" y="173893"/>
                </a:lnTo>
                <a:lnTo>
                  <a:pt x="32356" y="173569"/>
                </a:lnTo>
                <a:lnTo>
                  <a:pt x="30301" y="173038"/>
                </a:lnTo>
                <a:lnTo>
                  <a:pt x="28344" y="172318"/>
                </a:lnTo>
                <a:lnTo>
                  <a:pt x="26509" y="171444"/>
                </a:lnTo>
                <a:lnTo>
                  <a:pt x="24716" y="170360"/>
                </a:lnTo>
                <a:lnTo>
                  <a:pt x="23119" y="169168"/>
                </a:lnTo>
                <a:lnTo>
                  <a:pt x="21626" y="167819"/>
                </a:lnTo>
                <a:lnTo>
                  <a:pt x="20140" y="166186"/>
                </a:lnTo>
                <a:lnTo>
                  <a:pt x="18955" y="164599"/>
                </a:lnTo>
                <a:lnTo>
                  <a:pt x="17860" y="162789"/>
                </a:lnTo>
                <a:lnTo>
                  <a:pt x="17040" y="161087"/>
                </a:lnTo>
                <a:lnTo>
                  <a:pt x="16289" y="159046"/>
                </a:lnTo>
                <a:lnTo>
                  <a:pt x="15746" y="156954"/>
                </a:lnTo>
                <a:lnTo>
                  <a:pt x="15419" y="154834"/>
                </a:lnTo>
                <a:lnTo>
                  <a:pt x="15302" y="152566"/>
                </a:lnTo>
                <a:lnTo>
                  <a:pt x="15302" y="36734"/>
                </a:lnTo>
                <a:lnTo>
                  <a:pt x="15418" y="34486"/>
                </a:lnTo>
                <a:lnTo>
                  <a:pt x="15747" y="32343"/>
                </a:lnTo>
                <a:close/>
              </a:path>
            </a:pathLst>
          </a:custGeom>
          <a:solidFill xmlns:a="http://schemas.openxmlformats.org/drawingml/2006/main">
            <a:srgbClr val="5E7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bug">
            <a:extLst xmlns:a="http://schemas.openxmlformats.org/drawingml/2006/main">
              <a:ext uri="{FF2B5EF4-FFF2-40B4-BE49-F238E27FC236}">
                <a16:creationId xmlns:a16="http://schemas.microsoft.com/office/drawing/2014/main" id="{161CD7EE-D246-4A38-9BFF-DD4E97EE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24" y="3981630"/>
            <a:ext cx="208883" cy="111993"/>
          </a:xfrm>
          <a:custGeom xmlns:a="http://schemas.openxmlformats.org/drawingml/2006/main">
            <a:pathLst>
              <a:path w="208883" h="111993">
                <a:moveTo>
                  <a:pt x="46685" y="56179"/>
                </a:moveTo>
                <a:cubicBezTo>
                  <a:pt x="46685" y="58807"/>
                  <a:pt x="46398" y="61353"/>
                  <a:pt x="45822" y="63818"/>
                </a:cubicBezTo>
                <a:cubicBezTo>
                  <a:pt x="45247" y="66281"/>
                  <a:pt x="44344" y="68458"/>
                  <a:pt x="43112" y="70347"/>
                </a:cubicBezTo>
                <a:cubicBezTo>
                  <a:pt x="41880" y="72236"/>
                  <a:pt x="40340" y="73734"/>
                  <a:pt x="38492" y="74843"/>
                </a:cubicBezTo>
                <a:cubicBezTo>
                  <a:pt x="36645" y="75952"/>
                  <a:pt x="34408" y="76507"/>
                  <a:pt x="31780" y="76507"/>
                </a:cubicBezTo>
                <a:cubicBezTo>
                  <a:pt x="29234" y="76507"/>
                  <a:pt x="27017" y="75952"/>
                  <a:pt x="25128" y="74843"/>
                </a:cubicBezTo>
                <a:cubicBezTo>
                  <a:pt x="23240" y="73734"/>
                  <a:pt x="21680" y="72236"/>
                  <a:pt x="20448" y="70347"/>
                </a:cubicBezTo>
                <a:cubicBezTo>
                  <a:pt x="19216" y="68458"/>
                  <a:pt x="18313" y="66281"/>
                  <a:pt x="17738" y="63818"/>
                </a:cubicBezTo>
                <a:cubicBezTo>
                  <a:pt x="17162" y="61353"/>
                  <a:pt x="16875" y="58807"/>
                  <a:pt x="16875" y="56179"/>
                </a:cubicBezTo>
                <a:cubicBezTo>
                  <a:pt x="16875" y="53469"/>
                  <a:pt x="17162" y="50882"/>
                  <a:pt x="17738" y="48418"/>
                </a:cubicBezTo>
                <a:cubicBezTo>
                  <a:pt x="18313" y="45953"/>
                  <a:pt x="19216" y="43777"/>
                  <a:pt x="20448" y="41888"/>
                </a:cubicBezTo>
                <a:cubicBezTo>
                  <a:pt x="21680" y="39999"/>
                  <a:pt x="23240" y="38500"/>
                  <a:pt x="25128" y="37391"/>
                </a:cubicBezTo>
                <a:cubicBezTo>
                  <a:pt x="27017" y="36282"/>
                  <a:pt x="29234" y="35727"/>
                  <a:pt x="31780" y="35727"/>
                </a:cubicBezTo>
                <a:cubicBezTo>
                  <a:pt x="34408" y="35727"/>
                  <a:pt x="36645" y="36282"/>
                  <a:pt x="38492" y="37391"/>
                </a:cubicBezTo>
                <a:cubicBezTo>
                  <a:pt x="40340" y="38500"/>
                  <a:pt x="41880" y="39999"/>
                  <a:pt x="43112" y="41888"/>
                </a:cubicBezTo>
                <a:cubicBezTo>
                  <a:pt x="44344" y="43777"/>
                  <a:pt x="45247" y="45953"/>
                  <a:pt x="45822" y="48418"/>
                </a:cubicBezTo>
                <a:cubicBezTo>
                  <a:pt x="46398" y="50882"/>
                  <a:pt x="46685" y="53469"/>
                  <a:pt x="46685" y="56179"/>
                </a:cubicBezTo>
                <a:moveTo>
                  <a:pt x="0" y="0"/>
                </a:moveTo>
                <a:lnTo>
                  <a:pt x="0" y="87976"/>
                </a:lnTo>
                <a:lnTo>
                  <a:pt x="16629" y="87976"/>
                </a:lnTo>
                <a:lnTo>
                  <a:pt x="16629" y="79847"/>
                </a:lnTo>
                <a:lnTo>
                  <a:pt x="16875" y="79847"/>
                </a:lnTo>
                <a:cubicBezTo>
                  <a:pt x="18763" y="83393"/>
                  <a:pt x="21555" y="85908"/>
                  <a:pt x="25250" y="87393"/>
                </a:cubicBezTo>
                <a:cubicBezTo>
                  <a:pt x="28947" y="88877"/>
                  <a:pt x="33135" y="89619"/>
                  <a:pt x="37815" y="89619"/>
                </a:cubicBezTo>
                <a:cubicBezTo>
                  <a:pt x="41018" y="89619"/>
                  <a:pt x="44180" y="88961"/>
                  <a:pt x="47300" y="87645"/>
                </a:cubicBezTo>
                <a:cubicBezTo>
                  <a:pt x="50421" y="86328"/>
                  <a:pt x="53234" y="84312"/>
                  <a:pt x="55739" y="81598"/>
                </a:cubicBezTo>
                <a:cubicBezTo>
                  <a:pt x="58244" y="78884"/>
                  <a:pt x="60276" y="75409"/>
                  <a:pt x="61836" y="71172"/>
                </a:cubicBezTo>
                <a:cubicBezTo>
                  <a:pt x="63396" y="66936"/>
                  <a:pt x="64177" y="61897"/>
                  <a:pt x="64177" y="56057"/>
                </a:cubicBezTo>
                <a:cubicBezTo>
                  <a:pt x="64177" y="50216"/>
                  <a:pt x="63396" y="45178"/>
                  <a:pt x="61836" y="40941"/>
                </a:cubicBezTo>
                <a:cubicBezTo>
                  <a:pt x="60276" y="36705"/>
                  <a:pt x="58244" y="33229"/>
                  <a:pt x="55739" y="30515"/>
                </a:cubicBezTo>
                <a:cubicBezTo>
                  <a:pt x="53234" y="27801"/>
                  <a:pt x="50421" y="25786"/>
                  <a:pt x="47300" y="24470"/>
                </a:cubicBezTo>
                <a:cubicBezTo>
                  <a:pt x="44180" y="23153"/>
                  <a:pt x="41018" y="22495"/>
                  <a:pt x="37815" y="22495"/>
                </a:cubicBezTo>
                <a:cubicBezTo>
                  <a:pt x="33874" y="22495"/>
                  <a:pt x="30076" y="23257"/>
                  <a:pt x="26421" y="24782"/>
                </a:cubicBezTo>
                <a:cubicBezTo>
                  <a:pt x="22767" y="26307"/>
                  <a:pt x="19873" y="28719"/>
                  <a:pt x="17738" y="32017"/>
                </a:cubicBezTo>
                <a:lnTo>
                  <a:pt x="17491" y="32017"/>
                </a:lnTo>
                <a:lnTo>
                  <a:pt x="17491" y="0"/>
                </a:lnTo>
                <a:lnTo>
                  <a:pt x="0" y="0"/>
                </a:lnTo>
                <a:close/>
                <a:moveTo>
                  <a:pt x="134722" y="87867"/>
                </a:moveTo>
                <a:lnTo>
                  <a:pt x="134722" y="24299"/>
                </a:lnTo>
                <a:lnTo>
                  <a:pt x="117230" y="24299"/>
                </a:lnTo>
                <a:lnTo>
                  <a:pt x="117230" y="57600"/>
                </a:lnTo>
                <a:cubicBezTo>
                  <a:pt x="117230" y="64071"/>
                  <a:pt x="116163" y="68719"/>
                  <a:pt x="114028" y="71546"/>
                </a:cubicBezTo>
                <a:cubicBezTo>
                  <a:pt x="111892" y="74372"/>
                  <a:pt x="108443" y="75785"/>
                  <a:pt x="103681" y="75785"/>
                </a:cubicBezTo>
                <a:cubicBezTo>
                  <a:pt x="99492" y="75785"/>
                  <a:pt x="96576" y="74495"/>
                  <a:pt x="94933" y="71915"/>
                </a:cubicBezTo>
                <a:cubicBezTo>
                  <a:pt x="93291" y="69333"/>
                  <a:pt x="92471" y="65421"/>
                  <a:pt x="92471" y="60179"/>
                </a:cubicBezTo>
                <a:lnTo>
                  <a:pt x="92471" y="24299"/>
                </a:lnTo>
                <a:lnTo>
                  <a:pt x="74979" y="24299"/>
                </a:lnTo>
                <a:lnTo>
                  <a:pt x="74979" y="63419"/>
                </a:lnTo>
                <a:cubicBezTo>
                  <a:pt x="74979" y="67355"/>
                  <a:pt x="75328" y="70943"/>
                  <a:pt x="76026" y="74183"/>
                </a:cubicBezTo>
                <a:cubicBezTo>
                  <a:pt x="76724" y="77423"/>
                  <a:pt x="77935" y="80170"/>
                  <a:pt x="79659" y="82425"/>
                </a:cubicBezTo>
                <a:cubicBezTo>
                  <a:pt x="81385" y="84681"/>
                  <a:pt x="83746" y="86424"/>
                  <a:pt x="86744" y="87654"/>
                </a:cubicBezTo>
                <a:cubicBezTo>
                  <a:pt x="89741" y="88884"/>
                  <a:pt x="93580" y="89498"/>
                  <a:pt x="98262" y="89498"/>
                </a:cubicBezTo>
                <a:cubicBezTo>
                  <a:pt x="101957" y="89498"/>
                  <a:pt x="105570" y="88675"/>
                  <a:pt x="109101" y="87028"/>
                </a:cubicBezTo>
                <a:cubicBezTo>
                  <a:pt x="112632" y="85381"/>
                  <a:pt x="115506" y="82704"/>
                  <a:pt x="117723" y="78997"/>
                </a:cubicBezTo>
                <a:lnTo>
                  <a:pt x="118093" y="78997"/>
                </a:lnTo>
                <a:lnTo>
                  <a:pt x="118093" y="87867"/>
                </a:lnTo>
                <a:lnTo>
                  <a:pt x="134722" y="87867"/>
                </a:lnTo>
                <a:close/>
                <a:moveTo>
                  <a:pt x="177349" y="72898"/>
                </a:moveTo>
                <a:cubicBezTo>
                  <a:pt x="174639" y="72898"/>
                  <a:pt x="172380" y="72323"/>
                  <a:pt x="170574" y="71174"/>
                </a:cubicBezTo>
                <a:cubicBezTo>
                  <a:pt x="168767" y="70025"/>
                  <a:pt x="167309" y="68548"/>
                  <a:pt x="166200" y="66744"/>
                </a:cubicBezTo>
                <a:cubicBezTo>
                  <a:pt x="165092" y="64938"/>
                  <a:pt x="164312" y="62908"/>
                  <a:pt x="163860" y="60652"/>
                </a:cubicBezTo>
                <a:cubicBezTo>
                  <a:pt x="163409" y="58396"/>
                  <a:pt x="163183" y="56118"/>
                  <a:pt x="163183" y="53820"/>
                </a:cubicBezTo>
                <a:cubicBezTo>
                  <a:pt x="163183" y="51440"/>
                  <a:pt x="163450" y="49164"/>
                  <a:pt x="163984" y="46990"/>
                </a:cubicBezTo>
                <a:cubicBezTo>
                  <a:pt x="164518" y="44814"/>
                  <a:pt x="165380" y="42886"/>
                  <a:pt x="166570" y="41204"/>
                </a:cubicBezTo>
                <a:cubicBezTo>
                  <a:pt x="167762" y="39523"/>
                  <a:pt x="169240" y="38189"/>
                  <a:pt x="171006" y="37204"/>
                </a:cubicBezTo>
                <a:cubicBezTo>
                  <a:pt x="172771" y="36220"/>
                  <a:pt x="174886" y="35727"/>
                  <a:pt x="177349" y="35727"/>
                </a:cubicBezTo>
                <a:cubicBezTo>
                  <a:pt x="180224" y="35727"/>
                  <a:pt x="182605" y="36261"/>
                  <a:pt x="184494" y="37329"/>
                </a:cubicBezTo>
                <a:cubicBezTo>
                  <a:pt x="186382" y="38395"/>
                  <a:pt x="187901" y="39831"/>
                  <a:pt x="189052" y="41637"/>
                </a:cubicBezTo>
                <a:cubicBezTo>
                  <a:pt x="190202" y="43441"/>
                  <a:pt x="191023" y="45512"/>
                  <a:pt x="191516" y="47850"/>
                </a:cubicBezTo>
                <a:cubicBezTo>
                  <a:pt x="192008" y="50189"/>
                  <a:pt x="192255" y="52671"/>
                  <a:pt x="192255" y="55297"/>
                </a:cubicBezTo>
                <a:cubicBezTo>
                  <a:pt x="192255" y="57594"/>
                  <a:pt x="191946" y="59789"/>
                  <a:pt x="191330" y="61882"/>
                </a:cubicBezTo>
                <a:cubicBezTo>
                  <a:pt x="190715" y="63974"/>
                  <a:pt x="189791" y="65841"/>
                  <a:pt x="188559" y="67483"/>
                </a:cubicBezTo>
                <a:cubicBezTo>
                  <a:pt x="187328" y="69123"/>
                  <a:pt x="185767" y="70436"/>
                  <a:pt x="183877" y="71420"/>
                </a:cubicBezTo>
                <a:cubicBezTo>
                  <a:pt x="181989" y="72405"/>
                  <a:pt x="179813" y="72898"/>
                  <a:pt x="177349" y="72898"/>
                </a:cubicBezTo>
                <a:moveTo>
                  <a:pt x="208883" y="83897"/>
                </a:moveTo>
                <a:lnTo>
                  <a:pt x="208883" y="24260"/>
                </a:lnTo>
                <a:lnTo>
                  <a:pt x="192255" y="24260"/>
                </a:lnTo>
                <a:lnTo>
                  <a:pt x="192255" y="32759"/>
                </a:lnTo>
                <a:lnTo>
                  <a:pt x="192008" y="32759"/>
                </a:lnTo>
                <a:cubicBezTo>
                  <a:pt x="189873" y="29049"/>
                  <a:pt x="187225" y="26411"/>
                  <a:pt x="184063" y="24844"/>
                </a:cubicBezTo>
                <a:cubicBezTo>
                  <a:pt x="180902" y="23278"/>
                  <a:pt x="177227" y="22495"/>
                  <a:pt x="173038" y="22495"/>
                </a:cubicBezTo>
                <a:cubicBezTo>
                  <a:pt x="168603" y="22495"/>
                  <a:pt x="164682" y="23358"/>
                  <a:pt x="161273" y="25085"/>
                </a:cubicBezTo>
                <a:cubicBezTo>
                  <a:pt x="157866" y="26812"/>
                  <a:pt x="155013" y="29134"/>
                  <a:pt x="152714" y="32053"/>
                </a:cubicBezTo>
                <a:cubicBezTo>
                  <a:pt x="150414" y="34971"/>
                  <a:pt x="148669" y="38342"/>
                  <a:pt x="147477" y="42165"/>
                </a:cubicBezTo>
                <a:cubicBezTo>
                  <a:pt x="146287" y="45988"/>
                  <a:pt x="145692" y="49955"/>
                  <a:pt x="145692" y="54066"/>
                </a:cubicBezTo>
                <a:cubicBezTo>
                  <a:pt x="145692" y="58423"/>
                  <a:pt x="146205" y="62554"/>
                  <a:pt x="147231" y="66460"/>
                </a:cubicBezTo>
                <a:cubicBezTo>
                  <a:pt x="148257" y="70365"/>
                  <a:pt x="149879" y="73777"/>
                  <a:pt x="152095" y="76696"/>
                </a:cubicBezTo>
                <a:cubicBezTo>
                  <a:pt x="154313" y="79615"/>
                  <a:pt x="157147" y="81917"/>
                  <a:pt x="160597" y="83602"/>
                </a:cubicBezTo>
                <a:cubicBezTo>
                  <a:pt x="164046" y="85287"/>
                  <a:pt x="168153" y="86130"/>
                  <a:pt x="172916" y="86130"/>
                </a:cubicBezTo>
                <a:cubicBezTo>
                  <a:pt x="176775" y="86130"/>
                  <a:pt x="180450" y="85326"/>
                  <a:pt x="183939" y="83719"/>
                </a:cubicBezTo>
                <a:cubicBezTo>
                  <a:pt x="187430" y="82111"/>
                  <a:pt x="190120" y="79617"/>
                  <a:pt x="192008" y="76236"/>
                </a:cubicBezTo>
                <a:lnTo>
                  <a:pt x="192255" y="76236"/>
                </a:lnTo>
                <a:lnTo>
                  <a:pt x="192255" y="84636"/>
                </a:lnTo>
                <a:cubicBezTo>
                  <a:pt x="192337" y="89166"/>
                  <a:pt x="191249" y="92913"/>
                  <a:pt x="188990" y="95878"/>
                </a:cubicBezTo>
                <a:cubicBezTo>
                  <a:pt x="186732" y="98842"/>
                  <a:pt x="183139" y="100325"/>
                  <a:pt x="178212" y="100325"/>
                </a:cubicBezTo>
                <a:cubicBezTo>
                  <a:pt x="175092" y="100325"/>
                  <a:pt x="172341" y="99686"/>
                  <a:pt x="169959" y="98407"/>
                </a:cubicBezTo>
                <a:cubicBezTo>
                  <a:pt x="167577" y="97129"/>
                  <a:pt x="165975" y="94841"/>
                  <a:pt x="165155" y="91543"/>
                </a:cubicBezTo>
                <a:lnTo>
                  <a:pt x="147785" y="91543"/>
                </a:lnTo>
                <a:cubicBezTo>
                  <a:pt x="148032" y="95157"/>
                  <a:pt x="149039" y="98257"/>
                  <a:pt x="150804" y="100843"/>
                </a:cubicBezTo>
                <a:cubicBezTo>
                  <a:pt x="152570" y="103431"/>
                  <a:pt x="154787" y="105546"/>
                  <a:pt x="157456" y="107189"/>
                </a:cubicBezTo>
                <a:cubicBezTo>
                  <a:pt x="160125" y="108832"/>
                  <a:pt x="163081" y="110043"/>
                  <a:pt x="166324" y="110822"/>
                </a:cubicBezTo>
                <a:cubicBezTo>
                  <a:pt x="169568" y="111603"/>
                  <a:pt x="172751" y="111993"/>
                  <a:pt x="175872" y="111993"/>
                </a:cubicBezTo>
                <a:cubicBezTo>
                  <a:pt x="183180" y="111993"/>
                  <a:pt x="189010" y="111007"/>
                  <a:pt x="193362" y="109035"/>
                </a:cubicBezTo>
                <a:cubicBezTo>
                  <a:pt x="197715" y="107064"/>
                  <a:pt x="201041" y="104661"/>
                  <a:pt x="203340" y="101826"/>
                </a:cubicBezTo>
                <a:cubicBezTo>
                  <a:pt x="205640" y="98992"/>
                  <a:pt x="207138" y="95932"/>
                  <a:pt x="207836" y="92647"/>
                </a:cubicBezTo>
                <a:cubicBezTo>
                  <a:pt x="208534" y="89361"/>
                  <a:pt x="208883" y="86445"/>
                  <a:pt x="208883" y="83897"/>
                </a:cubicBez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E4E53-17EC-4011-AC36-AAD67E3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24" y="4188001"/>
            <a:ext cx="1128133" cy="174733"/>
          </a:xfrm>
          <a:custGeom xmlns:a="http://schemas.openxmlformats.org/drawingml/2006/main">
            <a:pathLst>
              <a:path w="1128133" h="174733">
                <a:moveTo>
                  <a:pt x="689" y="29670"/>
                </a:moveTo>
                <a:cubicBezTo>
                  <a:pt x="0" y="12991"/>
                  <a:pt x="12991" y="0"/>
                  <a:pt x="28232" y="291"/>
                </a:cubicBezTo>
                <a:lnTo>
                  <a:pt x="1098754" y="291"/>
                </a:lnTo>
                <a:cubicBezTo>
                  <a:pt x="1114760" y="0"/>
                  <a:pt x="1127751" y="12991"/>
                  <a:pt x="1128133" y="29670"/>
                </a:cubicBezTo>
                <a:lnTo>
                  <a:pt x="1128133" y="145353"/>
                </a:lnTo>
                <a:cubicBezTo>
                  <a:pt x="1127751" y="161037"/>
                  <a:pt x="1114760" y="174013"/>
                  <a:pt x="1098754" y="174733"/>
                </a:cubicBezTo>
                <a:lnTo>
                  <a:pt x="28232" y="174733"/>
                </a:lnTo>
                <a:cubicBezTo>
                  <a:pt x="12991" y="174013"/>
                  <a:pt x="0" y="161037"/>
                  <a:pt x="689" y="145353"/>
                </a:cubicBezTo>
                <a:lnTo>
                  <a:pt x="689" y="29670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33FD5-9231-414A-A467-93FF53E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073" y="4180350"/>
            <a:ext cx="1143053" cy="189315"/>
          </a:xfrm>
          <a:custGeom xmlns:a="http://schemas.openxmlformats.org/drawingml/2006/main">
            <a:pathLst>
              <a:path w="1143053" h="189315">
                <a:moveTo>
                  <a:pt x="2877" y="166944"/>
                </a:moveTo>
                <a:lnTo>
                  <a:pt x="4422" y="170142"/>
                </a:lnTo>
                <a:lnTo>
                  <a:pt x="6258" y="173172"/>
                </a:lnTo>
                <a:lnTo>
                  <a:pt x="8370" y="175987"/>
                </a:lnTo>
                <a:lnTo>
                  <a:pt x="10727" y="178589"/>
                </a:lnTo>
                <a:lnTo>
                  <a:pt x="13328" y="180960"/>
                </a:lnTo>
                <a:lnTo>
                  <a:pt x="16159" y="183057"/>
                </a:lnTo>
                <a:lnTo>
                  <a:pt x="19173" y="184908"/>
                </a:lnTo>
                <a:lnTo>
                  <a:pt x="22387" y="186454"/>
                </a:lnTo>
                <a:lnTo>
                  <a:pt x="25753" y="187678"/>
                </a:lnTo>
                <a:lnTo>
                  <a:pt x="29273" y="188581"/>
                </a:lnTo>
                <a:lnTo>
                  <a:pt x="32914" y="189147"/>
                </a:lnTo>
                <a:lnTo>
                  <a:pt x="36464" y="189315"/>
                </a:lnTo>
                <a:lnTo>
                  <a:pt x="1106588" y="189315"/>
                </a:lnTo>
                <a:lnTo>
                  <a:pt x="1110138" y="189147"/>
                </a:lnTo>
                <a:lnTo>
                  <a:pt x="1113780" y="188581"/>
                </a:lnTo>
                <a:lnTo>
                  <a:pt x="1117300" y="187678"/>
                </a:lnTo>
                <a:lnTo>
                  <a:pt x="1120666" y="186454"/>
                </a:lnTo>
                <a:lnTo>
                  <a:pt x="1123880" y="184908"/>
                </a:lnTo>
                <a:lnTo>
                  <a:pt x="1126909" y="183057"/>
                </a:lnTo>
                <a:lnTo>
                  <a:pt x="1129725" y="180960"/>
                </a:lnTo>
                <a:lnTo>
                  <a:pt x="1132326" y="178589"/>
                </a:lnTo>
                <a:lnTo>
                  <a:pt x="1134683" y="175987"/>
                </a:lnTo>
                <a:lnTo>
                  <a:pt x="1136794" y="173172"/>
                </a:lnTo>
                <a:lnTo>
                  <a:pt x="1138631" y="170142"/>
                </a:lnTo>
                <a:lnTo>
                  <a:pt x="1140176" y="166944"/>
                </a:lnTo>
                <a:lnTo>
                  <a:pt x="1141416" y="163562"/>
                </a:lnTo>
                <a:lnTo>
                  <a:pt x="1142318" y="160043"/>
                </a:lnTo>
                <a:lnTo>
                  <a:pt x="1142869" y="156401"/>
                </a:lnTo>
                <a:lnTo>
                  <a:pt x="1143053" y="152866"/>
                </a:lnTo>
                <a:lnTo>
                  <a:pt x="1143053" y="36464"/>
                </a:lnTo>
                <a:lnTo>
                  <a:pt x="1142869" y="32914"/>
                </a:lnTo>
                <a:lnTo>
                  <a:pt x="1142318" y="29273"/>
                </a:lnTo>
                <a:lnTo>
                  <a:pt x="1141416" y="25753"/>
                </a:lnTo>
                <a:lnTo>
                  <a:pt x="1140176" y="22387"/>
                </a:lnTo>
                <a:lnTo>
                  <a:pt x="1138631" y="19173"/>
                </a:lnTo>
                <a:lnTo>
                  <a:pt x="1136794" y="16159"/>
                </a:lnTo>
                <a:lnTo>
                  <a:pt x="1134683" y="13328"/>
                </a:lnTo>
                <a:lnTo>
                  <a:pt x="1132326" y="10727"/>
                </a:lnTo>
                <a:lnTo>
                  <a:pt x="1129725" y="8370"/>
                </a:lnTo>
                <a:lnTo>
                  <a:pt x="1126909" y="6258"/>
                </a:lnTo>
                <a:lnTo>
                  <a:pt x="1123880" y="4422"/>
                </a:lnTo>
                <a:lnTo>
                  <a:pt x="1120666" y="2877"/>
                </a:lnTo>
                <a:lnTo>
                  <a:pt x="1117300" y="1637"/>
                </a:lnTo>
                <a:lnTo>
                  <a:pt x="1113780" y="734"/>
                </a:lnTo>
                <a:lnTo>
                  <a:pt x="1110138" y="184"/>
                </a:lnTo>
                <a:lnTo>
                  <a:pt x="1106588" y="0"/>
                </a:lnTo>
                <a:lnTo>
                  <a:pt x="36464" y="0"/>
                </a:lnTo>
                <a:lnTo>
                  <a:pt x="32914" y="184"/>
                </a:lnTo>
                <a:lnTo>
                  <a:pt x="29273" y="734"/>
                </a:lnTo>
                <a:lnTo>
                  <a:pt x="25753" y="1637"/>
                </a:lnTo>
                <a:lnTo>
                  <a:pt x="22387" y="2877"/>
                </a:lnTo>
                <a:lnTo>
                  <a:pt x="19173" y="4422"/>
                </a:lnTo>
                <a:lnTo>
                  <a:pt x="16159" y="6258"/>
                </a:lnTo>
                <a:lnTo>
                  <a:pt x="13328" y="8370"/>
                </a:lnTo>
                <a:lnTo>
                  <a:pt x="10727" y="10727"/>
                </a:lnTo>
                <a:lnTo>
                  <a:pt x="8370" y="13328"/>
                </a:lnTo>
                <a:lnTo>
                  <a:pt x="6258" y="16159"/>
                </a:lnTo>
                <a:lnTo>
                  <a:pt x="4422" y="19173"/>
                </a:lnTo>
                <a:lnTo>
                  <a:pt x="2877" y="22387"/>
                </a:lnTo>
                <a:lnTo>
                  <a:pt x="1637" y="25753"/>
                </a:lnTo>
                <a:lnTo>
                  <a:pt x="734" y="29273"/>
                </a:lnTo>
                <a:lnTo>
                  <a:pt x="184" y="32914"/>
                </a:lnTo>
                <a:lnTo>
                  <a:pt x="0" y="36464"/>
                </a:lnTo>
                <a:lnTo>
                  <a:pt x="0" y="152866"/>
                </a:lnTo>
                <a:lnTo>
                  <a:pt x="184" y="156401"/>
                </a:lnTo>
                <a:lnTo>
                  <a:pt x="734" y="160043"/>
                </a:lnTo>
                <a:lnTo>
                  <a:pt x="1637" y="163562"/>
                </a:lnTo>
                <a:lnTo>
                  <a:pt x="2877" y="166944"/>
                </a:lnTo>
                <a:close/>
                <a:moveTo>
                  <a:pt x="15747" y="32356"/>
                </a:moveTo>
                <a:lnTo>
                  <a:pt x="16277" y="30301"/>
                </a:lnTo>
                <a:lnTo>
                  <a:pt x="17040" y="28229"/>
                </a:lnTo>
                <a:lnTo>
                  <a:pt x="17860" y="26526"/>
                </a:lnTo>
                <a:lnTo>
                  <a:pt x="18955" y="24716"/>
                </a:lnTo>
                <a:lnTo>
                  <a:pt x="20140" y="23129"/>
                </a:lnTo>
                <a:lnTo>
                  <a:pt x="21626" y="21497"/>
                </a:lnTo>
                <a:lnTo>
                  <a:pt x="23119" y="20148"/>
                </a:lnTo>
                <a:lnTo>
                  <a:pt x="24716" y="18955"/>
                </a:lnTo>
                <a:lnTo>
                  <a:pt x="26526" y="17860"/>
                </a:lnTo>
                <a:lnTo>
                  <a:pt x="28229" y="17040"/>
                </a:lnTo>
                <a:lnTo>
                  <a:pt x="30301" y="16277"/>
                </a:lnTo>
                <a:lnTo>
                  <a:pt x="32356" y="15747"/>
                </a:lnTo>
                <a:lnTo>
                  <a:pt x="34482" y="15419"/>
                </a:lnTo>
                <a:lnTo>
                  <a:pt x="36749" y="15302"/>
                </a:lnTo>
                <a:lnTo>
                  <a:pt x="1106304" y="15302"/>
                </a:lnTo>
                <a:lnTo>
                  <a:pt x="1108571" y="15419"/>
                </a:lnTo>
                <a:lnTo>
                  <a:pt x="1110697" y="15747"/>
                </a:lnTo>
                <a:lnTo>
                  <a:pt x="1112759" y="16279"/>
                </a:lnTo>
                <a:lnTo>
                  <a:pt x="1114780" y="17018"/>
                </a:lnTo>
                <a:lnTo>
                  <a:pt x="1116527" y="17860"/>
                </a:lnTo>
                <a:lnTo>
                  <a:pt x="1118337" y="18955"/>
                </a:lnTo>
                <a:lnTo>
                  <a:pt x="1119934" y="20148"/>
                </a:lnTo>
                <a:lnTo>
                  <a:pt x="1121426" y="21497"/>
                </a:lnTo>
                <a:lnTo>
                  <a:pt x="1122912" y="23129"/>
                </a:lnTo>
                <a:lnTo>
                  <a:pt x="1124098" y="24716"/>
                </a:lnTo>
                <a:lnTo>
                  <a:pt x="1125193" y="26526"/>
                </a:lnTo>
                <a:lnTo>
                  <a:pt x="1126070" y="28346"/>
                </a:lnTo>
                <a:lnTo>
                  <a:pt x="1126815" y="30404"/>
                </a:lnTo>
                <a:lnTo>
                  <a:pt x="1127303" y="32336"/>
                </a:lnTo>
                <a:lnTo>
                  <a:pt x="1127634" y="34482"/>
                </a:lnTo>
                <a:lnTo>
                  <a:pt x="1127751" y="36749"/>
                </a:lnTo>
                <a:lnTo>
                  <a:pt x="1127751" y="152581"/>
                </a:lnTo>
                <a:lnTo>
                  <a:pt x="1127635" y="154826"/>
                </a:lnTo>
                <a:lnTo>
                  <a:pt x="1127303" y="156979"/>
                </a:lnTo>
                <a:lnTo>
                  <a:pt x="1126802" y="158962"/>
                </a:lnTo>
                <a:lnTo>
                  <a:pt x="1126072" y="160977"/>
                </a:lnTo>
                <a:lnTo>
                  <a:pt x="1125166" y="162847"/>
                </a:lnTo>
                <a:lnTo>
                  <a:pt x="1124104" y="164590"/>
                </a:lnTo>
                <a:lnTo>
                  <a:pt x="1122905" y="166196"/>
                </a:lnTo>
                <a:lnTo>
                  <a:pt x="1121484" y="167768"/>
                </a:lnTo>
                <a:lnTo>
                  <a:pt x="1120016" y="169106"/>
                </a:lnTo>
                <a:lnTo>
                  <a:pt x="1118337" y="170360"/>
                </a:lnTo>
                <a:lnTo>
                  <a:pt x="1116527" y="171455"/>
                </a:lnTo>
                <a:lnTo>
                  <a:pt x="1114648" y="172360"/>
                </a:lnTo>
                <a:lnTo>
                  <a:pt x="1112759" y="173051"/>
                </a:lnTo>
                <a:lnTo>
                  <a:pt x="1110716" y="173579"/>
                </a:lnTo>
                <a:lnTo>
                  <a:pt x="1108591" y="173895"/>
                </a:lnTo>
                <a:lnTo>
                  <a:pt x="1106304" y="174013"/>
                </a:lnTo>
                <a:lnTo>
                  <a:pt x="36749" y="174013"/>
                </a:lnTo>
                <a:lnTo>
                  <a:pt x="34462" y="173895"/>
                </a:lnTo>
                <a:lnTo>
                  <a:pt x="32337" y="173579"/>
                </a:lnTo>
                <a:lnTo>
                  <a:pt x="30301" y="173053"/>
                </a:lnTo>
                <a:lnTo>
                  <a:pt x="28363" y="172340"/>
                </a:lnTo>
                <a:lnTo>
                  <a:pt x="26526" y="171455"/>
                </a:lnTo>
                <a:lnTo>
                  <a:pt x="24716" y="170360"/>
                </a:lnTo>
                <a:lnTo>
                  <a:pt x="23037" y="169106"/>
                </a:lnTo>
                <a:lnTo>
                  <a:pt x="21569" y="167768"/>
                </a:lnTo>
                <a:lnTo>
                  <a:pt x="20148" y="166196"/>
                </a:lnTo>
                <a:lnTo>
                  <a:pt x="18949" y="164590"/>
                </a:lnTo>
                <a:lnTo>
                  <a:pt x="17887" y="162847"/>
                </a:lnTo>
                <a:lnTo>
                  <a:pt x="17035" y="161090"/>
                </a:lnTo>
                <a:lnTo>
                  <a:pt x="16291" y="159065"/>
                </a:lnTo>
                <a:lnTo>
                  <a:pt x="15747" y="156959"/>
                </a:lnTo>
                <a:lnTo>
                  <a:pt x="15418" y="154826"/>
                </a:lnTo>
                <a:lnTo>
                  <a:pt x="15302" y="152581"/>
                </a:lnTo>
                <a:lnTo>
                  <a:pt x="15302" y="36749"/>
                </a:lnTo>
                <a:lnTo>
                  <a:pt x="15419" y="34482"/>
                </a:lnTo>
                <a:lnTo>
                  <a:pt x="15747" y="32356"/>
                </a:lnTo>
                <a:close/>
              </a:path>
            </a:pathLst>
          </a:custGeom>
          <a:solidFill xmlns:a="http://schemas.openxmlformats.org/drawingml/2006/main">
            <a:srgbClr val="5E7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NansandInfs">
            <a:extLst xmlns:a="http://schemas.openxmlformats.org/drawingml/2006/main">
              <a:ext uri="{FF2B5EF4-FFF2-40B4-BE49-F238E27FC236}">
                <a16:creationId xmlns:a16="http://schemas.microsoft.com/office/drawing/2014/main" id="{8B101D67-A76A-4A11-9103-2CDA300E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265" y="4234800"/>
            <a:ext cx="788567" cy="89619"/>
          </a:xfrm>
          <a:custGeom xmlns:a="http://schemas.openxmlformats.org/drawingml/2006/main">
            <a:pathLst>
              <a:path w="788567" h="89619">
                <a:moveTo>
                  <a:pt x="0" y="0"/>
                </a:moveTo>
                <a:lnTo>
                  <a:pt x="0" y="87934"/>
                </a:lnTo>
                <a:lnTo>
                  <a:pt x="18108" y="87934"/>
                </a:lnTo>
                <a:lnTo>
                  <a:pt x="18108" y="29066"/>
                </a:lnTo>
                <a:lnTo>
                  <a:pt x="18354" y="29066"/>
                </a:lnTo>
                <a:lnTo>
                  <a:pt x="54938" y="87934"/>
                </a:lnTo>
                <a:lnTo>
                  <a:pt x="74277" y="87934"/>
                </a:lnTo>
                <a:lnTo>
                  <a:pt x="74277" y="0"/>
                </a:lnTo>
                <a:lnTo>
                  <a:pt x="56169" y="0"/>
                </a:lnTo>
                <a:lnTo>
                  <a:pt x="56169" y="58993"/>
                </a:lnTo>
                <a:lnTo>
                  <a:pt x="55923" y="58993"/>
                </a:lnTo>
                <a:lnTo>
                  <a:pt x="19215" y="0"/>
                </a:lnTo>
                <a:lnTo>
                  <a:pt x="0" y="0"/>
                </a:lnTo>
                <a:close/>
                <a:moveTo>
                  <a:pt x="88460" y="43836"/>
                </a:moveTo>
                <a:cubicBezTo>
                  <a:pt x="88705" y="39729"/>
                  <a:pt x="89732" y="36322"/>
                  <a:pt x="91539" y="33613"/>
                </a:cubicBezTo>
                <a:cubicBezTo>
                  <a:pt x="93346" y="30902"/>
                  <a:pt x="95645" y="28726"/>
                  <a:pt x="98437" y="27083"/>
                </a:cubicBezTo>
                <a:cubicBezTo>
                  <a:pt x="101229" y="25440"/>
                  <a:pt x="104369" y="24270"/>
                  <a:pt x="107859" y="23572"/>
                </a:cubicBezTo>
                <a:cubicBezTo>
                  <a:pt x="111350" y="22874"/>
                  <a:pt x="114861" y="22525"/>
                  <a:pt x="118392" y="22525"/>
                </a:cubicBezTo>
                <a:cubicBezTo>
                  <a:pt x="121595" y="22525"/>
                  <a:pt x="124839" y="22751"/>
                  <a:pt x="128123" y="23203"/>
                </a:cubicBezTo>
                <a:cubicBezTo>
                  <a:pt x="131408" y="23655"/>
                  <a:pt x="134406" y="24537"/>
                  <a:pt x="137115" y="25852"/>
                </a:cubicBezTo>
                <a:cubicBezTo>
                  <a:pt x="139825" y="27165"/>
                  <a:pt x="142042" y="28992"/>
                  <a:pt x="143767" y="31333"/>
                </a:cubicBezTo>
                <a:cubicBezTo>
                  <a:pt x="145492" y="33673"/>
                  <a:pt x="146355" y="36773"/>
                  <a:pt x="146355" y="40633"/>
                </a:cubicBezTo>
                <a:lnTo>
                  <a:pt x="146355" y="73768"/>
                </a:lnTo>
                <a:cubicBezTo>
                  <a:pt x="146355" y="76643"/>
                  <a:pt x="146519" y="79394"/>
                  <a:pt x="146847" y="82021"/>
                </a:cubicBezTo>
                <a:cubicBezTo>
                  <a:pt x="147176" y="84649"/>
                  <a:pt x="147750" y="86620"/>
                  <a:pt x="148571" y="87934"/>
                </a:cubicBezTo>
                <a:lnTo>
                  <a:pt x="130833" y="87934"/>
                </a:lnTo>
                <a:cubicBezTo>
                  <a:pt x="130505" y="86950"/>
                  <a:pt x="130238" y="85944"/>
                  <a:pt x="130033" y="84918"/>
                </a:cubicBezTo>
                <a:cubicBezTo>
                  <a:pt x="129827" y="83890"/>
                  <a:pt x="129684" y="82843"/>
                  <a:pt x="129602" y="81775"/>
                </a:cubicBezTo>
                <a:cubicBezTo>
                  <a:pt x="126810" y="84650"/>
                  <a:pt x="123525" y="86662"/>
                  <a:pt x="119747" y="87812"/>
                </a:cubicBezTo>
                <a:cubicBezTo>
                  <a:pt x="115969" y="88961"/>
                  <a:pt x="112109" y="89536"/>
                  <a:pt x="108167" y="89536"/>
                </a:cubicBezTo>
                <a:cubicBezTo>
                  <a:pt x="105130" y="89536"/>
                  <a:pt x="102297" y="89166"/>
                  <a:pt x="99668" y="88427"/>
                </a:cubicBezTo>
                <a:cubicBezTo>
                  <a:pt x="97040" y="87688"/>
                  <a:pt x="94741" y="86538"/>
                  <a:pt x="92770" y="84978"/>
                </a:cubicBezTo>
                <a:cubicBezTo>
                  <a:pt x="90800" y="83418"/>
                  <a:pt x="89261" y="81447"/>
                  <a:pt x="88152" y="79067"/>
                </a:cubicBezTo>
                <a:cubicBezTo>
                  <a:pt x="87043" y="76685"/>
                  <a:pt x="86488" y="73851"/>
                  <a:pt x="86488" y="70565"/>
                </a:cubicBezTo>
                <a:cubicBezTo>
                  <a:pt x="86488" y="66953"/>
                  <a:pt x="87125" y="63976"/>
                  <a:pt x="88398" y="61635"/>
                </a:cubicBezTo>
                <a:cubicBezTo>
                  <a:pt x="89671" y="59295"/>
                  <a:pt x="91313" y="57426"/>
                  <a:pt x="93324" y="56030"/>
                </a:cubicBezTo>
                <a:cubicBezTo>
                  <a:pt x="95337" y="54634"/>
                  <a:pt x="97636" y="53588"/>
                  <a:pt x="100222" y="52890"/>
                </a:cubicBezTo>
                <a:cubicBezTo>
                  <a:pt x="102810" y="52192"/>
                  <a:pt x="105418" y="51638"/>
                  <a:pt x="108045" y="51228"/>
                </a:cubicBezTo>
                <a:cubicBezTo>
                  <a:pt x="110673" y="50817"/>
                  <a:pt x="113259" y="50488"/>
                  <a:pt x="115804" y="50241"/>
                </a:cubicBezTo>
                <a:cubicBezTo>
                  <a:pt x="118350" y="49994"/>
                  <a:pt x="120609" y="49625"/>
                  <a:pt x="122580" y="49132"/>
                </a:cubicBezTo>
                <a:cubicBezTo>
                  <a:pt x="124551" y="48640"/>
                  <a:pt x="126111" y="47922"/>
                  <a:pt x="127260" y="46978"/>
                </a:cubicBezTo>
                <a:cubicBezTo>
                  <a:pt x="128410" y="46034"/>
                  <a:pt x="128945" y="44658"/>
                  <a:pt x="128863" y="42851"/>
                </a:cubicBezTo>
                <a:cubicBezTo>
                  <a:pt x="128863" y="40961"/>
                  <a:pt x="128555" y="39462"/>
                  <a:pt x="127939" y="38355"/>
                </a:cubicBezTo>
                <a:cubicBezTo>
                  <a:pt x="127322" y="37246"/>
                  <a:pt x="126501" y="36384"/>
                  <a:pt x="125475" y="35768"/>
                </a:cubicBezTo>
                <a:cubicBezTo>
                  <a:pt x="124448" y="35152"/>
                  <a:pt x="123257" y="34741"/>
                  <a:pt x="121901" y="34535"/>
                </a:cubicBezTo>
                <a:cubicBezTo>
                  <a:pt x="120547" y="34330"/>
                  <a:pt x="119090" y="34227"/>
                  <a:pt x="117530" y="34227"/>
                </a:cubicBezTo>
                <a:cubicBezTo>
                  <a:pt x="114081" y="34227"/>
                  <a:pt x="111371" y="34967"/>
                  <a:pt x="109400" y="36445"/>
                </a:cubicBezTo>
                <a:cubicBezTo>
                  <a:pt x="107429" y="37924"/>
                  <a:pt x="106280" y="40387"/>
                  <a:pt x="105951" y="43836"/>
                </a:cubicBezTo>
                <a:lnTo>
                  <a:pt x="88460" y="43836"/>
                </a:lnTo>
                <a:moveTo>
                  <a:pt x="128863" y="56769"/>
                </a:moveTo>
                <a:cubicBezTo>
                  <a:pt x="128124" y="57427"/>
                  <a:pt x="127200" y="57941"/>
                  <a:pt x="126091" y="58310"/>
                </a:cubicBezTo>
                <a:cubicBezTo>
                  <a:pt x="124982" y="58680"/>
                  <a:pt x="123791" y="58988"/>
                  <a:pt x="122518" y="59235"/>
                </a:cubicBezTo>
                <a:cubicBezTo>
                  <a:pt x="121246" y="59481"/>
                  <a:pt x="119912" y="59686"/>
                  <a:pt x="118514" y="59850"/>
                </a:cubicBezTo>
                <a:cubicBezTo>
                  <a:pt x="117119" y="60014"/>
                  <a:pt x="115723" y="60219"/>
                  <a:pt x="114327" y="60464"/>
                </a:cubicBezTo>
                <a:cubicBezTo>
                  <a:pt x="113014" y="60711"/>
                  <a:pt x="111720" y="61040"/>
                  <a:pt x="110447" y="61451"/>
                </a:cubicBezTo>
                <a:cubicBezTo>
                  <a:pt x="109174" y="61861"/>
                  <a:pt x="108065" y="62415"/>
                  <a:pt x="107120" y="63115"/>
                </a:cubicBezTo>
                <a:cubicBezTo>
                  <a:pt x="106177" y="63812"/>
                  <a:pt x="105418" y="64695"/>
                  <a:pt x="104842" y="65763"/>
                </a:cubicBezTo>
                <a:cubicBezTo>
                  <a:pt x="104267" y="66829"/>
                  <a:pt x="103980" y="68184"/>
                  <a:pt x="103980" y="69827"/>
                </a:cubicBezTo>
                <a:cubicBezTo>
                  <a:pt x="103980" y="71387"/>
                  <a:pt x="104267" y="72700"/>
                  <a:pt x="104842" y="73768"/>
                </a:cubicBezTo>
                <a:cubicBezTo>
                  <a:pt x="105418" y="74836"/>
                  <a:pt x="106198" y="75678"/>
                  <a:pt x="107182" y="76294"/>
                </a:cubicBezTo>
                <a:cubicBezTo>
                  <a:pt x="108169" y="76909"/>
                  <a:pt x="109318" y="77340"/>
                  <a:pt x="110631" y="77587"/>
                </a:cubicBezTo>
                <a:cubicBezTo>
                  <a:pt x="111946" y="77834"/>
                  <a:pt x="113301" y="77958"/>
                  <a:pt x="114697" y="77958"/>
                </a:cubicBezTo>
                <a:cubicBezTo>
                  <a:pt x="118145" y="77958"/>
                  <a:pt x="120814" y="77383"/>
                  <a:pt x="122702" y="76234"/>
                </a:cubicBezTo>
                <a:cubicBezTo>
                  <a:pt x="124592" y="75084"/>
                  <a:pt x="125988" y="73708"/>
                  <a:pt x="126892" y="72106"/>
                </a:cubicBezTo>
                <a:cubicBezTo>
                  <a:pt x="127795" y="70505"/>
                  <a:pt x="128350" y="68883"/>
                  <a:pt x="128555" y="67240"/>
                </a:cubicBezTo>
                <a:cubicBezTo>
                  <a:pt x="128761" y="65597"/>
                  <a:pt x="128863" y="64284"/>
                  <a:pt x="128863" y="63299"/>
                </a:cubicBezTo>
                <a:lnTo>
                  <a:pt x="128863" y="56769"/>
                </a:lnTo>
                <a:close/>
                <a:moveTo>
                  <a:pt x="159587" y="24249"/>
                </a:moveTo>
                <a:lnTo>
                  <a:pt x="159587" y="87934"/>
                </a:lnTo>
                <a:lnTo>
                  <a:pt x="177079" y="87934"/>
                </a:lnTo>
                <a:lnTo>
                  <a:pt x="177079" y="54557"/>
                </a:lnTo>
                <a:cubicBezTo>
                  <a:pt x="177079" y="48070"/>
                  <a:pt x="178146" y="43410"/>
                  <a:pt x="180282" y="40578"/>
                </a:cubicBezTo>
                <a:cubicBezTo>
                  <a:pt x="182417" y="37745"/>
                  <a:pt x="185866" y="36329"/>
                  <a:pt x="190629" y="36329"/>
                </a:cubicBezTo>
                <a:cubicBezTo>
                  <a:pt x="194818" y="36329"/>
                  <a:pt x="197733" y="37622"/>
                  <a:pt x="199374" y="40208"/>
                </a:cubicBezTo>
                <a:cubicBezTo>
                  <a:pt x="201017" y="42794"/>
                  <a:pt x="201839" y="46715"/>
                  <a:pt x="201839" y="51970"/>
                </a:cubicBezTo>
                <a:lnTo>
                  <a:pt x="201839" y="87934"/>
                </a:lnTo>
                <a:lnTo>
                  <a:pt x="219330" y="87934"/>
                </a:lnTo>
                <a:lnTo>
                  <a:pt x="219330" y="48745"/>
                </a:lnTo>
                <a:cubicBezTo>
                  <a:pt x="219330" y="44802"/>
                  <a:pt x="218981" y="41207"/>
                  <a:pt x="218283" y="37962"/>
                </a:cubicBezTo>
                <a:cubicBezTo>
                  <a:pt x="217585" y="34717"/>
                  <a:pt x="216373" y="31964"/>
                  <a:pt x="214648" y="29705"/>
                </a:cubicBezTo>
                <a:cubicBezTo>
                  <a:pt x="212924" y="27446"/>
                  <a:pt x="210563" y="25679"/>
                  <a:pt x="207566" y="24406"/>
                </a:cubicBezTo>
                <a:cubicBezTo>
                  <a:pt x="204568" y="23132"/>
                  <a:pt x="200729" y="22495"/>
                  <a:pt x="196048" y="22495"/>
                </a:cubicBezTo>
                <a:cubicBezTo>
                  <a:pt x="192352" y="22495"/>
                  <a:pt x="188739" y="23339"/>
                  <a:pt x="185208" y="25027"/>
                </a:cubicBezTo>
                <a:cubicBezTo>
                  <a:pt x="181677" y="26715"/>
                  <a:pt x="178803" y="29411"/>
                  <a:pt x="176586" y="33116"/>
                </a:cubicBezTo>
                <a:lnTo>
                  <a:pt x="176216" y="33116"/>
                </a:lnTo>
                <a:lnTo>
                  <a:pt x="176216" y="24249"/>
                </a:lnTo>
                <a:lnTo>
                  <a:pt x="159587" y="24249"/>
                </a:lnTo>
                <a:close/>
                <a:moveTo>
                  <a:pt x="245821" y="67244"/>
                </a:moveTo>
                <a:lnTo>
                  <a:pt x="229193" y="67244"/>
                </a:lnTo>
                <a:cubicBezTo>
                  <a:pt x="229357" y="71507"/>
                  <a:pt x="230322" y="75052"/>
                  <a:pt x="232087" y="77881"/>
                </a:cubicBezTo>
                <a:cubicBezTo>
                  <a:pt x="233853" y="80707"/>
                  <a:pt x="236111" y="82982"/>
                  <a:pt x="238861" y="84703"/>
                </a:cubicBezTo>
                <a:cubicBezTo>
                  <a:pt x="241613" y="86425"/>
                  <a:pt x="244754" y="87654"/>
                  <a:pt x="248285" y="88391"/>
                </a:cubicBezTo>
                <a:cubicBezTo>
                  <a:pt x="251817" y="89129"/>
                  <a:pt x="255430" y="89498"/>
                  <a:pt x="259125" y="89498"/>
                </a:cubicBezTo>
                <a:cubicBezTo>
                  <a:pt x="262738" y="89498"/>
                  <a:pt x="266289" y="89149"/>
                  <a:pt x="269778" y="88449"/>
                </a:cubicBezTo>
                <a:cubicBezTo>
                  <a:pt x="273269" y="87751"/>
                  <a:pt x="276370" y="86540"/>
                  <a:pt x="279079" y="84814"/>
                </a:cubicBezTo>
                <a:cubicBezTo>
                  <a:pt x="281789" y="83089"/>
                  <a:pt x="283986" y="80809"/>
                  <a:pt x="285668" y="77975"/>
                </a:cubicBezTo>
                <a:cubicBezTo>
                  <a:pt x="287353" y="75140"/>
                  <a:pt x="288195" y="71628"/>
                  <a:pt x="288195" y="67438"/>
                </a:cubicBezTo>
                <a:cubicBezTo>
                  <a:pt x="288195" y="64480"/>
                  <a:pt x="287619" y="61996"/>
                  <a:pt x="286469" y="59983"/>
                </a:cubicBezTo>
                <a:cubicBezTo>
                  <a:pt x="285320" y="57969"/>
                  <a:pt x="283801" y="56285"/>
                  <a:pt x="281911" y="54929"/>
                </a:cubicBezTo>
                <a:cubicBezTo>
                  <a:pt x="280023" y="53573"/>
                  <a:pt x="277868" y="52485"/>
                  <a:pt x="275445" y="51664"/>
                </a:cubicBezTo>
                <a:cubicBezTo>
                  <a:pt x="273023" y="50842"/>
                  <a:pt x="270539" y="50144"/>
                  <a:pt x="267993" y="49568"/>
                </a:cubicBezTo>
                <a:cubicBezTo>
                  <a:pt x="265529" y="48993"/>
                  <a:pt x="263107" y="48459"/>
                  <a:pt x="260725" y="47967"/>
                </a:cubicBezTo>
                <a:cubicBezTo>
                  <a:pt x="258344" y="47473"/>
                  <a:pt x="256229" y="46919"/>
                  <a:pt x="254381" y="46304"/>
                </a:cubicBezTo>
                <a:cubicBezTo>
                  <a:pt x="252534" y="45687"/>
                  <a:pt x="251035" y="44886"/>
                  <a:pt x="249885" y="43900"/>
                </a:cubicBezTo>
                <a:cubicBezTo>
                  <a:pt x="248736" y="42913"/>
                  <a:pt x="248161" y="41640"/>
                  <a:pt x="248161" y="40078"/>
                </a:cubicBezTo>
                <a:cubicBezTo>
                  <a:pt x="248161" y="38764"/>
                  <a:pt x="248490" y="37716"/>
                  <a:pt x="249146" y="36936"/>
                </a:cubicBezTo>
                <a:cubicBezTo>
                  <a:pt x="249804" y="36155"/>
                  <a:pt x="250605" y="35560"/>
                  <a:pt x="251548" y="35150"/>
                </a:cubicBezTo>
                <a:cubicBezTo>
                  <a:pt x="252493" y="34739"/>
                  <a:pt x="253540" y="34472"/>
                  <a:pt x="254689" y="34349"/>
                </a:cubicBezTo>
                <a:cubicBezTo>
                  <a:pt x="255839" y="34225"/>
                  <a:pt x="256907" y="34163"/>
                  <a:pt x="257892" y="34163"/>
                </a:cubicBezTo>
                <a:cubicBezTo>
                  <a:pt x="261012" y="34163"/>
                  <a:pt x="263722" y="34762"/>
                  <a:pt x="266021" y="35958"/>
                </a:cubicBezTo>
                <a:cubicBezTo>
                  <a:pt x="268321" y="37154"/>
                  <a:pt x="269594" y="39442"/>
                  <a:pt x="269840" y="42824"/>
                </a:cubicBezTo>
                <a:lnTo>
                  <a:pt x="286471" y="42824"/>
                </a:lnTo>
                <a:cubicBezTo>
                  <a:pt x="286143" y="38882"/>
                  <a:pt x="285137" y="35617"/>
                  <a:pt x="283452" y="33030"/>
                </a:cubicBezTo>
                <a:cubicBezTo>
                  <a:pt x="281770" y="30442"/>
                  <a:pt x="279655" y="28369"/>
                  <a:pt x="277109" y="26809"/>
                </a:cubicBezTo>
                <a:cubicBezTo>
                  <a:pt x="274564" y="25247"/>
                  <a:pt x="271669" y="24138"/>
                  <a:pt x="268425" y="23482"/>
                </a:cubicBezTo>
                <a:cubicBezTo>
                  <a:pt x="265181" y="22824"/>
                  <a:pt x="261835" y="22495"/>
                  <a:pt x="258386" y="22495"/>
                </a:cubicBezTo>
                <a:cubicBezTo>
                  <a:pt x="254937" y="22495"/>
                  <a:pt x="251569" y="22803"/>
                  <a:pt x="248284" y="23420"/>
                </a:cubicBezTo>
                <a:cubicBezTo>
                  <a:pt x="244999" y="24035"/>
                  <a:pt x="242043" y="25102"/>
                  <a:pt x="239416" y="26622"/>
                </a:cubicBezTo>
                <a:cubicBezTo>
                  <a:pt x="236788" y="28142"/>
                  <a:pt x="234673" y="30217"/>
                  <a:pt x="233072" y="32846"/>
                </a:cubicBezTo>
                <a:cubicBezTo>
                  <a:pt x="231471" y="35475"/>
                  <a:pt x="230670" y="38843"/>
                  <a:pt x="230670" y="42952"/>
                </a:cubicBezTo>
                <a:cubicBezTo>
                  <a:pt x="230670" y="45745"/>
                  <a:pt x="231244" y="48107"/>
                  <a:pt x="232394" y="50038"/>
                </a:cubicBezTo>
                <a:cubicBezTo>
                  <a:pt x="233544" y="51968"/>
                  <a:pt x="235063" y="53570"/>
                  <a:pt x="236952" y="54844"/>
                </a:cubicBezTo>
                <a:cubicBezTo>
                  <a:pt x="238841" y="56117"/>
                  <a:pt x="240997" y="57144"/>
                  <a:pt x="243419" y="57925"/>
                </a:cubicBezTo>
                <a:cubicBezTo>
                  <a:pt x="245841" y="58706"/>
                  <a:pt x="248326" y="59384"/>
                  <a:pt x="250872" y="59959"/>
                </a:cubicBezTo>
                <a:cubicBezTo>
                  <a:pt x="257112" y="61273"/>
                  <a:pt x="261977" y="62588"/>
                  <a:pt x="265467" y="63902"/>
                </a:cubicBezTo>
                <a:cubicBezTo>
                  <a:pt x="268958" y="65217"/>
                  <a:pt x="270703" y="67188"/>
                  <a:pt x="270703" y="69817"/>
                </a:cubicBezTo>
                <a:cubicBezTo>
                  <a:pt x="270703" y="71377"/>
                  <a:pt x="270334" y="72671"/>
                  <a:pt x="269594" y="73698"/>
                </a:cubicBezTo>
                <a:cubicBezTo>
                  <a:pt x="268855" y="74726"/>
                  <a:pt x="267931" y="75548"/>
                  <a:pt x="266822" y="76164"/>
                </a:cubicBezTo>
                <a:cubicBezTo>
                  <a:pt x="265714" y="76780"/>
                  <a:pt x="264482" y="77231"/>
                  <a:pt x="263127" y="77520"/>
                </a:cubicBezTo>
                <a:cubicBezTo>
                  <a:pt x="261772" y="77807"/>
                  <a:pt x="260479" y="77950"/>
                  <a:pt x="259247" y="77950"/>
                </a:cubicBezTo>
                <a:cubicBezTo>
                  <a:pt x="257523" y="77950"/>
                  <a:pt x="255860" y="77745"/>
                  <a:pt x="254259" y="77335"/>
                </a:cubicBezTo>
                <a:cubicBezTo>
                  <a:pt x="252657" y="76924"/>
                  <a:pt x="251241" y="76289"/>
                  <a:pt x="250009" y="75428"/>
                </a:cubicBezTo>
                <a:cubicBezTo>
                  <a:pt x="248777" y="74566"/>
                  <a:pt x="247771" y="73458"/>
                  <a:pt x="246990" y="72105"/>
                </a:cubicBezTo>
                <a:cubicBezTo>
                  <a:pt x="246211" y="70751"/>
                  <a:pt x="245821" y="69131"/>
                  <a:pt x="245821" y="67244"/>
                </a:cubicBezTo>
                <a:close/>
                <a:moveTo>
                  <a:pt x="330995" y="43836"/>
                </a:moveTo>
                <a:cubicBezTo>
                  <a:pt x="331241" y="39729"/>
                  <a:pt x="332267" y="36322"/>
                  <a:pt x="334074" y="33613"/>
                </a:cubicBezTo>
                <a:cubicBezTo>
                  <a:pt x="335881" y="30902"/>
                  <a:pt x="338180" y="28726"/>
                  <a:pt x="340972" y="27083"/>
                </a:cubicBezTo>
                <a:cubicBezTo>
                  <a:pt x="343764" y="25440"/>
                  <a:pt x="346905" y="24270"/>
                  <a:pt x="350395" y="23572"/>
                </a:cubicBezTo>
                <a:cubicBezTo>
                  <a:pt x="353886" y="22874"/>
                  <a:pt x="357397" y="22525"/>
                  <a:pt x="360928" y="22525"/>
                </a:cubicBezTo>
                <a:cubicBezTo>
                  <a:pt x="364131" y="22525"/>
                  <a:pt x="367374" y="22751"/>
                  <a:pt x="370658" y="23203"/>
                </a:cubicBezTo>
                <a:cubicBezTo>
                  <a:pt x="373944" y="23655"/>
                  <a:pt x="376941" y="24537"/>
                  <a:pt x="379650" y="25852"/>
                </a:cubicBezTo>
                <a:cubicBezTo>
                  <a:pt x="382361" y="27165"/>
                  <a:pt x="384578" y="28992"/>
                  <a:pt x="386302" y="31333"/>
                </a:cubicBezTo>
                <a:cubicBezTo>
                  <a:pt x="388028" y="33673"/>
                  <a:pt x="388890" y="36773"/>
                  <a:pt x="388890" y="40633"/>
                </a:cubicBezTo>
                <a:lnTo>
                  <a:pt x="388890" y="73768"/>
                </a:lnTo>
                <a:cubicBezTo>
                  <a:pt x="388890" y="76643"/>
                  <a:pt x="389055" y="79394"/>
                  <a:pt x="389383" y="82021"/>
                </a:cubicBezTo>
                <a:cubicBezTo>
                  <a:pt x="389711" y="84649"/>
                  <a:pt x="390286" y="86620"/>
                  <a:pt x="391106" y="87934"/>
                </a:cubicBezTo>
                <a:lnTo>
                  <a:pt x="373369" y="87934"/>
                </a:lnTo>
                <a:cubicBezTo>
                  <a:pt x="373040" y="86950"/>
                  <a:pt x="372774" y="85944"/>
                  <a:pt x="372568" y="84918"/>
                </a:cubicBezTo>
                <a:cubicBezTo>
                  <a:pt x="372363" y="83890"/>
                  <a:pt x="372219" y="82843"/>
                  <a:pt x="372138" y="81775"/>
                </a:cubicBezTo>
                <a:cubicBezTo>
                  <a:pt x="369346" y="84650"/>
                  <a:pt x="366061" y="86662"/>
                  <a:pt x="362283" y="87812"/>
                </a:cubicBezTo>
                <a:cubicBezTo>
                  <a:pt x="358505" y="88961"/>
                  <a:pt x="354645" y="89536"/>
                  <a:pt x="350703" y="89536"/>
                </a:cubicBezTo>
                <a:cubicBezTo>
                  <a:pt x="347665" y="89536"/>
                  <a:pt x="344832" y="89166"/>
                  <a:pt x="342203" y="88427"/>
                </a:cubicBezTo>
                <a:cubicBezTo>
                  <a:pt x="339576" y="87688"/>
                  <a:pt x="337276" y="86538"/>
                  <a:pt x="335305" y="84978"/>
                </a:cubicBezTo>
                <a:cubicBezTo>
                  <a:pt x="333335" y="83418"/>
                  <a:pt x="331796" y="81447"/>
                  <a:pt x="330687" y="79067"/>
                </a:cubicBezTo>
                <a:cubicBezTo>
                  <a:pt x="329578" y="76685"/>
                  <a:pt x="329024" y="73851"/>
                  <a:pt x="329024" y="70565"/>
                </a:cubicBezTo>
                <a:cubicBezTo>
                  <a:pt x="329024" y="66953"/>
                  <a:pt x="329660" y="63976"/>
                  <a:pt x="330933" y="61635"/>
                </a:cubicBezTo>
                <a:cubicBezTo>
                  <a:pt x="332206" y="59295"/>
                  <a:pt x="333849" y="57426"/>
                  <a:pt x="335860" y="56030"/>
                </a:cubicBezTo>
                <a:cubicBezTo>
                  <a:pt x="337872" y="54634"/>
                  <a:pt x="340172" y="53588"/>
                  <a:pt x="342758" y="52890"/>
                </a:cubicBezTo>
                <a:cubicBezTo>
                  <a:pt x="345345" y="52192"/>
                  <a:pt x="347953" y="51638"/>
                  <a:pt x="350581" y="51228"/>
                </a:cubicBezTo>
                <a:cubicBezTo>
                  <a:pt x="353208" y="50817"/>
                  <a:pt x="355795" y="50488"/>
                  <a:pt x="358340" y="50241"/>
                </a:cubicBezTo>
                <a:cubicBezTo>
                  <a:pt x="360886" y="49994"/>
                  <a:pt x="363144" y="49625"/>
                  <a:pt x="365115" y="49132"/>
                </a:cubicBezTo>
                <a:cubicBezTo>
                  <a:pt x="367087" y="48640"/>
                  <a:pt x="368647" y="47922"/>
                  <a:pt x="369796" y="46978"/>
                </a:cubicBezTo>
                <a:cubicBezTo>
                  <a:pt x="370946" y="46034"/>
                  <a:pt x="371480" y="44658"/>
                  <a:pt x="371399" y="42851"/>
                </a:cubicBezTo>
                <a:cubicBezTo>
                  <a:pt x="371399" y="40961"/>
                  <a:pt x="371091" y="39462"/>
                  <a:pt x="370474" y="38355"/>
                </a:cubicBezTo>
                <a:cubicBezTo>
                  <a:pt x="369858" y="37246"/>
                  <a:pt x="369036" y="36384"/>
                  <a:pt x="368010" y="35768"/>
                </a:cubicBezTo>
                <a:cubicBezTo>
                  <a:pt x="366984" y="35152"/>
                  <a:pt x="365793" y="34741"/>
                  <a:pt x="364437" y="34535"/>
                </a:cubicBezTo>
                <a:cubicBezTo>
                  <a:pt x="363082" y="34330"/>
                  <a:pt x="361625" y="34227"/>
                  <a:pt x="360065" y="34227"/>
                </a:cubicBezTo>
                <a:cubicBezTo>
                  <a:pt x="356617" y="34227"/>
                  <a:pt x="353907" y="34967"/>
                  <a:pt x="351936" y="36445"/>
                </a:cubicBezTo>
                <a:cubicBezTo>
                  <a:pt x="349965" y="37924"/>
                  <a:pt x="348815" y="40387"/>
                  <a:pt x="348487" y="43836"/>
                </a:cubicBezTo>
                <a:lnTo>
                  <a:pt x="330995" y="43836"/>
                </a:lnTo>
                <a:moveTo>
                  <a:pt x="371399" y="56769"/>
                </a:moveTo>
                <a:cubicBezTo>
                  <a:pt x="370660" y="57427"/>
                  <a:pt x="369736" y="57941"/>
                  <a:pt x="368627" y="58310"/>
                </a:cubicBezTo>
                <a:cubicBezTo>
                  <a:pt x="367518" y="58680"/>
                  <a:pt x="366327" y="58988"/>
                  <a:pt x="365053" y="59235"/>
                </a:cubicBezTo>
                <a:cubicBezTo>
                  <a:pt x="363782" y="59481"/>
                  <a:pt x="362447" y="59686"/>
                  <a:pt x="361050" y="59850"/>
                </a:cubicBezTo>
                <a:cubicBezTo>
                  <a:pt x="359654" y="60014"/>
                  <a:pt x="358258" y="60219"/>
                  <a:pt x="356862" y="60464"/>
                </a:cubicBezTo>
                <a:cubicBezTo>
                  <a:pt x="355549" y="60711"/>
                  <a:pt x="354256" y="61040"/>
                  <a:pt x="352983" y="61451"/>
                </a:cubicBezTo>
                <a:cubicBezTo>
                  <a:pt x="351710" y="61861"/>
                  <a:pt x="350601" y="62415"/>
                  <a:pt x="349656" y="63115"/>
                </a:cubicBezTo>
                <a:cubicBezTo>
                  <a:pt x="348712" y="63812"/>
                  <a:pt x="347953" y="64695"/>
                  <a:pt x="347378" y="65763"/>
                </a:cubicBezTo>
                <a:cubicBezTo>
                  <a:pt x="346803" y="66829"/>
                  <a:pt x="346515" y="68184"/>
                  <a:pt x="346515" y="69827"/>
                </a:cubicBezTo>
                <a:cubicBezTo>
                  <a:pt x="346515" y="71387"/>
                  <a:pt x="346803" y="72700"/>
                  <a:pt x="347378" y="73768"/>
                </a:cubicBezTo>
                <a:cubicBezTo>
                  <a:pt x="347953" y="74836"/>
                  <a:pt x="348733" y="75678"/>
                  <a:pt x="349718" y="76294"/>
                </a:cubicBezTo>
                <a:cubicBezTo>
                  <a:pt x="350704" y="76909"/>
                  <a:pt x="351854" y="77340"/>
                  <a:pt x="353167" y="77587"/>
                </a:cubicBezTo>
                <a:cubicBezTo>
                  <a:pt x="354481" y="77834"/>
                  <a:pt x="355837" y="77958"/>
                  <a:pt x="357233" y="77958"/>
                </a:cubicBezTo>
                <a:cubicBezTo>
                  <a:pt x="360681" y="77958"/>
                  <a:pt x="363349" y="77383"/>
                  <a:pt x="365238" y="76234"/>
                </a:cubicBezTo>
                <a:cubicBezTo>
                  <a:pt x="367127" y="75084"/>
                  <a:pt x="368524" y="73708"/>
                  <a:pt x="369427" y="72106"/>
                </a:cubicBezTo>
                <a:cubicBezTo>
                  <a:pt x="370331" y="70505"/>
                  <a:pt x="370885" y="68883"/>
                  <a:pt x="371091" y="67240"/>
                </a:cubicBezTo>
                <a:cubicBezTo>
                  <a:pt x="371296" y="65597"/>
                  <a:pt x="371399" y="64284"/>
                  <a:pt x="371399" y="63299"/>
                </a:cubicBezTo>
                <a:lnTo>
                  <a:pt x="371399" y="56769"/>
                </a:lnTo>
                <a:close/>
                <a:moveTo>
                  <a:pt x="402123" y="24249"/>
                </a:moveTo>
                <a:lnTo>
                  <a:pt x="402123" y="87934"/>
                </a:lnTo>
                <a:lnTo>
                  <a:pt x="419614" y="87934"/>
                </a:lnTo>
                <a:lnTo>
                  <a:pt x="419614" y="54557"/>
                </a:lnTo>
                <a:cubicBezTo>
                  <a:pt x="419614" y="48070"/>
                  <a:pt x="420682" y="43410"/>
                  <a:pt x="422817" y="40578"/>
                </a:cubicBezTo>
                <a:cubicBezTo>
                  <a:pt x="424952" y="37745"/>
                  <a:pt x="428401" y="36329"/>
                  <a:pt x="433164" y="36329"/>
                </a:cubicBezTo>
                <a:cubicBezTo>
                  <a:pt x="437353" y="36329"/>
                  <a:pt x="440268" y="37622"/>
                  <a:pt x="441910" y="40208"/>
                </a:cubicBezTo>
                <a:cubicBezTo>
                  <a:pt x="443553" y="42794"/>
                  <a:pt x="444374" y="46715"/>
                  <a:pt x="444374" y="51970"/>
                </a:cubicBezTo>
                <a:lnTo>
                  <a:pt x="444374" y="87934"/>
                </a:lnTo>
                <a:lnTo>
                  <a:pt x="461865" y="87934"/>
                </a:lnTo>
                <a:lnTo>
                  <a:pt x="461865" y="48745"/>
                </a:lnTo>
                <a:cubicBezTo>
                  <a:pt x="461865" y="44802"/>
                  <a:pt x="461516" y="41207"/>
                  <a:pt x="460819" y="37962"/>
                </a:cubicBezTo>
                <a:cubicBezTo>
                  <a:pt x="460121" y="34717"/>
                  <a:pt x="458909" y="31964"/>
                  <a:pt x="457183" y="29705"/>
                </a:cubicBezTo>
                <a:cubicBezTo>
                  <a:pt x="455459" y="27446"/>
                  <a:pt x="453098" y="25679"/>
                  <a:pt x="450101" y="24406"/>
                </a:cubicBezTo>
                <a:cubicBezTo>
                  <a:pt x="447104" y="23132"/>
                  <a:pt x="443264" y="22495"/>
                  <a:pt x="438583" y="22495"/>
                </a:cubicBezTo>
                <a:cubicBezTo>
                  <a:pt x="434888" y="22495"/>
                  <a:pt x="431275" y="23339"/>
                  <a:pt x="427743" y="25027"/>
                </a:cubicBezTo>
                <a:cubicBezTo>
                  <a:pt x="424212" y="26715"/>
                  <a:pt x="421338" y="29411"/>
                  <a:pt x="419122" y="33116"/>
                </a:cubicBezTo>
                <a:lnTo>
                  <a:pt x="418752" y="33116"/>
                </a:lnTo>
                <a:lnTo>
                  <a:pt x="418752" y="24249"/>
                </a:lnTo>
                <a:lnTo>
                  <a:pt x="402123" y="24249"/>
                </a:lnTo>
                <a:close/>
                <a:moveTo>
                  <a:pt x="520015" y="55933"/>
                </a:moveTo>
                <a:cubicBezTo>
                  <a:pt x="520015" y="58560"/>
                  <a:pt x="519769" y="61107"/>
                  <a:pt x="519276" y="63571"/>
                </a:cubicBezTo>
                <a:cubicBezTo>
                  <a:pt x="518784" y="66035"/>
                  <a:pt x="517962" y="68232"/>
                  <a:pt x="516812" y="70163"/>
                </a:cubicBezTo>
                <a:cubicBezTo>
                  <a:pt x="515662" y="72093"/>
                  <a:pt x="514122" y="73633"/>
                  <a:pt x="512192" y="74783"/>
                </a:cubicBezTo>
                <a:cubicBezTo>
                  <a:pt x="510262" y="75932"/>
                  <a:pt x="507860" y="76507"/>
                  <a:pt x="504986" y="76507"/>
                </a:cubicBezTo>
                <a:cubicBezTo>
                  <a:pt x="502277" y="76507"/>
                  <a:pt x="499957" y="75911"/>
                  <a:pt x="498026" y="74721"/>
                </a:cubicBezTo>
                <a:cubicBezTo>
                  <a:pt x="496096" y="73529"/>
                  <a:pt x="494494" y="71969"/>
                  <a:pt x="493221" y="70039"/>
                </a:cubicBezTo>
                <a:cubicBezTo>
                  <a:pt x="491950" y="68108"/>
                  <a:pt x="491026" y="65911"/>
                  <a:pt x="490451" y="63447"/>
                </a:cubicBezTo>
                <a:cubicBezTo>
                  <a:pt x="489876" y="60984"/>
                  <a:pt x="489588" y="58520"/>
                  <a:pt x="489588" y="56055"/>
                </a:cubicBezTo>
                <a:cubicBezTo>
                  <a:pt x="489588" y="53427"/>
                  <a:pt x="489855" y="50902"/>
                  <a:pt x="490389" y="48478"/>
                </a:cubicBezTo>
                <a:cubicBezTo>
                  <a:pt x="490923" y="46055"/>
                  <a:pt x="491785" y="43899"/>
                  <a:pt x="492975" y="42011"/>
                </a:cubicBezTo>
                <a:cubicBezTo>
                  <a:pt x="494167" y="40121"/>
                  <a:pt x="495748" y="38602"/>
                  <a:pt x="497717" y="37453"/>
                </a:cubicBezTo>
                <a:cubicBezTo>
                  <a:pt x="499688" y="36302"/>
                  <a:pt x="502111" y="35727"/>
                  <a:pt x="504986" y="35727"/>
                </a:cubicBezTo>
                <a:cubicBezTo>
                  <a:pt x="507860" y="35727"/>
                  <a:pt x="510242" y="36302"/>
                  <a:pt x="512130" y="37453"/>
                </a:cubicBezTo>
                <a:cubicBezTo>
                  <a:pt x="514020" y="38602"/>
                  <a:pt x="515560" y="40100"/>
                  <a:pt x="516750" y="41949"/>
                </a:cubicBezTo>
                <a:cubicBezTo>
                  <a:pt x="517942" y="43797"/>
                  <a:pt x="518784" y="45933"/>
                  <a:pt x="519276" y="48356"/>
                </a:cubicBezTo>
                <a:cubicBezTo>
                  <a:pt x="519769" y="50778"/>
                  <a:pt x="520015" y="53304"/>
                  <a:pt x="520015" y="55933"/>
                </a:cubicBezTo>
                <a:moveTo>
                  <a:pt x="520261" y="79880"/>
                </a:moveTo>
                <a:lnTo>
                  <a:pt x="520261" y="88015"/>
                </a:lnTo>
                <a:lnTo>
                  <a:pt x="536890" y="88015"/>
                </a:lnTo>
                <a:lnTo>
                  <a:pt x="536890" y="0"/>
                </a:lnTo>
                <a:lnTo>
                  <a:pt x="519398" y="0"/>
                </a:lnTo>
                <a:lnTo>
                  <a:pt x="519398" y="32017"/>
                </a:lnTo>
                <a:lnTo>
                  <a:pt x="519152" y="32017"/>
                </a:lnTo>
                <a:cubicBezTo>
                  <a:pt x="517181" y="28884"/>
                  <a:pt x="514491" y="26514"/>
                  <a:pt x="511083" y="24906"/>
                </a:cubicBezTo>
                <a:cubicBezTo>
                  <a:pt x="507676" y="23299"/>
                  <a:pt x="504084" y="22495"/>
                  <a:pt x="500306" y="22495"/>
                </a:cubicBezTo>
                <a:cubicBezTo>
                  <a:pt x="495624" y="22495"/>
                  <a:pt x="491518" y="23420"/>
                  <a:pt x="487987" y="25271"/>
                </a:cubicBezTo>
                <a:cubicBezTo>
                  <a:pt x="484456" y="27122"/>
                  <a:pt x="481520" y="29569"/>
                  <a:pt x="479179" y="32613"/>
                </a:cubicBezTo>
                <a:cubicBezTo>
                  <a:pt x="476840" y="35656"/>
                  <a:pt x="475074" y="39173"/>
                  <a:pt x="473882" y="43163"/>
                </a:cubicBezTo>
                <a:cubicBezTo>
                  <a:pt x="472692" y="47152"/>
                  <a:pt x="472097" y="51286"/>
                  <a:pt x="472097" y="55562"/>
                </a:cubicBezTo>
                <a:cubicBezTo>
                  <a:pt x="472097" y="60004"/>
                  <a:pt x="472692" y="64282"/>
                  <a:pt x="473882" y="68396"/>
                </a:cubicBezTo>
                <a:cubicBezTo>
                  <a:pt x="475074" y="72509"/>
                  <a:pt x="476840" y="76149"/>
                  <a:pt x="479179" y="79317"/>
                </a:cubicBezTo>
                <a:cubicBezTo>
                  <a:pt x="481520" y="82483"/>
                  <a:pt x="484496" y="84992"/>
                  <a:pt x="488109" y="86842"/>
                </a:cubicBezTo>
                <a:cubicBezTo>
                  <a:pt x="491723" y="88693"/>
                  <a:pt x="495912" y="89619"/>
                  <a:pt x="500676" y="89619"/>
                </a:cubicBezTo>
                <a:cubicBezTo>
                  <a:pt x="504864" y="89619"/>
                  <a:pt x="508620" y="88859"/>
                  <a:pt x="511946" y="87339"/>
                </a:cubicBezTo>
                <a:cubicBezTo>
                  <a:pt x="515273" y="85817"/>
                  <a:pt x="517962" y="83331"/>
                  <a:pt x="520015" y="79880"/>
                </a:cubicBezTo>
                <a:lnTo>
                  <a:pt x="520261" y="79880"/>
                </a:lnTo>
                <a:close/>
                <a:moveTo>
                  <a:pt x="585298" y="0"/>
                </a:moveTo>
                <a:lnTo>
                  <a:pt x="585298" y="87934"/>
                </a:lnTo>
                <a:lnTo>
                  <a:pt x="604637" y="87934"/>
                </a:lnTo>
                <a:lnTo>
                  <a:pt x="604637" y="0"/>
                </a:lnTo>
                <a:lnTo>
                  <a:pt x="585298" y="0"/>
                </a:lnTo>
                <a:close/>
                <a:moveTo>
                  <a:pt x="619410" y="24249"/>
                </a:moveTo>
                <a:lnTo>
                  <a:pt x="619410" y="87934"/>
                </a:lnTo>
                <a:lnTo>
                  <a:pt x="636901" y="87934"/>
                </a:lnTo>
                <a:lnTo>
                  <a:pt x="636901" y="54557"/>
                </a:lnTo>
                <a:cubicBezTo>
                  <a:pt x="636901" y="48070"/>
                  <a:pt x="637969" y="43410"/>
                  <a:pt x="640104" y="40578"/>
                </a:cubicBezTo>
                <a:cubicBezTo>
                  <a:pt x="642239" y="37745"/>
                  <a:pt x="645689" y="36329"/>
                  <a:pt x="650451" y="36329"/>
                </a:cubicBezTo>
                <a:cubicBezTo>
                  <a:pt x="654640" y="36329"/>
                  <a:pt x="657556" y="37622"/>
                  <a:pt x="659197" y="40208"/>
                </a:cubicBezTo>
                <a:cubicBezTo>
                  <a:pt x="660840" y="42794"/>
                  <a:pt x="661661" y="46715"/>
                  <a:pt x="661661" y="51970"/>
                </a:cubicBezTo>
                <a:lnTo>
                  <a:pt x="661661" y="87934"/>
                </a:lnTo>
                <a:lnTo>
                  <a:pt x="679153" y="87934"/>
                </a:lnTo>
                <a:lnTo>
                  <a:pt x="679153" y="48745"/>
                </a:lnTo>
                <a:cubicBezTo>
                  <a:pt x="679153" y="44802"/>
                  <a:pt x="678804" y="41207"/>
                  <a:pt x="678106" y="37962"/>
                </a:cubicBezTo>
                <a:cubicBezTo>
                  <a:pt x="677408" y="34717"/>
                  <a:pt x="676196" y="31964"/>
                  <a:pt x="674471" y="29705"/>
                </a:cubicBezTo>
                <a:cubicBezTo>
                  <a:pt x="672746" y="27446"/>
                  <a:pt x="670386" y="25679"/>
                  <a:pt x="667388" y="24406"/>
                </a:cubicBezTo>
                <a:cubicBezTo>
                  <a:pt x="664391" y="23132"/>
                  <a:pt x="660552" y="22495"/>
                  <a:pt x="655870" y="22495"/>
                </a:cubicBezTo>
                <a:cubicBezTo>
                  <a:pt x="652175" y="22495"/>
                  <a:pt x="648562" y="23339"/>
                  <a:pt x="645031" y="25027"/>
                </a:cubicBezTo>
                <a:cubicBezTo>
                  <a:pt x="641500" y="26715"/>
                  <a:pt x="638626" y="29411"/>
                  <a:pt x="636409" y="33116"/>
                </a:cubicBezTo>
                <a:lnTo>
                  <a:pt x="636039" y="33116"/>
                </a:lnTo>
                <a:lnTo>
                  <a:pt x="636039" y="24249"/>
                </a:lnTo>
                <a:lnTo>
                  <a:pt x="619410" y="24249"/>
                </a:lnTo>
                <a:close/>
                <a:moveTo>
                  <a:pt x="695914" y="35968"/>
                </a:moveTo>
                <a:lnTo>
                  <a:pt x="695914" y="87934"/>
                </a:lnTo>
                <a:lnTo>
                  <a:pt x="713405" y="87934"/>
                </a:lnTo>
                <a:lnTo>
                  <a:pt x="713405" y="35968"/>
                </a:lnTo>
                <a:lnTo>
                  <a:pt x="725476" y="35968"/>
                </a:lnTo>
                <a:lnTo>
                  <a:pt x="725476" y="24299"/>
                </a:lnTo>
                <a:lnTo>
                  <a:pt x="713405" y="24299"/>
                </a:lnTo>
                <a:lnTo>
                  <a:pt x="713405" y="20487"/>
                </a:lnTo>
                <a:cubicBezTo>
                  <a:pt x="713405" y="17864"/>
                  <a:pt x="713918" y="15998"/>
                  <a:pt x="714944" y="14892"/>
                </a:cubicBezTo>
                <a:cubicBezTo>
                  <a:pt x="715971" y="13785"/>
                  <a:pt x="717675" y="13232"/>
                  <a:pt x="720057" y="13232"/>
                </a:cubicBezTo>
                <a:cubicBezTo>
                  <a:pt x="722273" y="13232"/>
                  <a:pt x="724408" y="13353"/>
                  <a:pt x="726461" y="13593"/>
                </a:cubicBezTo>
                <a:lnTo>
                  <a:pt x="726461" y="481"/>
                </a:lnTo>
                <a:cubicBezTo>
                  <a:pt x="724983" y="401"/>
                  <a:pt x="723464" y="301"/>
                  <a:pt x="721903" y="180"/>
                </a:cubicBezTo>
                <a:cubicBezTo>
                  <a:pt x="720343" y="60"/>
                  <a:pt x="718782" y="0"/>
                  <a:pt x="717222" y="0"/>
                </a:cubicBezTo>
                <a:cubicBezTo>
                  <a:pt x="710079" y="0"/>
                  <a:pt x="704741" y="1809"/>
                  <a:pt x="701210" y="5428"/>
                </a:cubicBezTo>
                <a:cubicBezTo>
                  <a:pt x="697679" y="9046"/>
                  <a:pt x="695914" y="13692"/>
                  <a:pt x="695914" y="19365"/>
                </a:cubicBezTo>
                <a:lnTo>
                  <a:pt x="695914" y="24299"/>
                </a:lnTo>
                <a:lnTo>
                  <a:pt x="685442" y="24299"/>
                </a:lnTo>
                <a:lnTo>
                  <a:pt x="685442" y="35968"/>
                </a:lnTo>
                <a:lnTo>
                  <a:pt x="695914" y="35968"/>
                </a:lnTo>
                <a:close/>
                <a:moveTo>
                  <a:pt x="746194" y="67244"/>
                </a:moveTo>
                <a:lnTo>
                  <a:pt x="729565" y="67244"/>
                </a:lnTo>
                <a:cubicBezTo>
                  <a:pt x="729729" y="71507"/>
                  <a:pt x="730694" y="75052"/>
                  <a:pt x="732460" y="77881"/>
                </a:cubicBezTo>
                <a:cubicBezTo>
                  <a:pt x="734225" y="80707"/>
                  <a:pt x="736483" y="82982"/>
                  <a:pt x="739234" y="84703"/>
                </a:cubicBezTo>
                <a:cubicBezTo>
                  <a:pt x="741985" y="86425"/>
                  <a:pt x="745127" y="87654"/>
                  <a:pt x="748658" y="88391"/>
                </a:cubicBezTo>
                <a:cubicBezTo>
                  <a:pt x="752189" y="89129"/>
                  <a:pt x="755802" y="89498"/>
                  <a:pt x="759498" y="89498"/>
                </a:cubicBezTo>
                <a:cubicBezTo>
                  <a:pt x="763110" y="89498"/>
                  <a:pt x="766661" y="89149"/>
                  <a:pt x="770151" y="88449"/>
                </a:cubicBezTo>
                <a:cubicBezTo>
                  <a:pt x="773642" y="87751"/>
                  <a:pt x="776742" y="86540"/>
                  <a:pt x="779451" y="84814"/>
                </a:cubicBezTo>
                <a:cubicBezTo>
                  <a:pt x="782162" y="83089"/>
                  <a:pt x="784358" y="80809"/>
                  <a:pt x="786041" y="77975"/>
                </a:cubicBezTo>
                <a:cubicBezTo>
                  <a:pt x="787725" y="75140"/>
                  <a:pt x="788567" y="71628"/>
                  <a:pt x="788567" y="67438"/>
                </a:cubicBezTo>
                <a:cubicBezTo>
                  <a:pt x="788567" y="64480"/>
                  <a:pt x="787992" y="61996"/>
                  <a:pt x="786842" y="59983"/>
                </a:cubicBezTo>
                <a:cubicBezTo>
                  <a:pt x="785693" y="57969"/>
                  <a:pt x="784173" y="56285"/>
                  <a:pt x="782284" y="54929"/>
                </a:cubicBezTo>
                <a:cubicBezTo>
                  <a:pt x="780395" y="53573"/>
                  <a:pt x="778240" y="52485"/>
                  <a:pt x="775818" y="51664"/>
                </a:cubicBezTo>
                <a:cubicBezTo>
                  <a:pt x="773396" y="50842"/>
                  <a:pt x="770912" y="50144"/>
                  <a:pt x="768365" y="49568"/>
                </a:cubicBezTo>
                <a:cubicBezTo>
                  <a:pt x="765902" y="48993"/>
                  <a:pt x="763479" y="48459"/>
                  <a:pt x="761097" y="47967"/>
                </a:cubicBezTo>
                <a:cubicBezTo>
                  <a:pt x="758716" y="47473"/>
                  <a:pt x="756602" y="46919"/>
                  <a:pt x="754753" y="46304"/>
                </a:cubicBezTo>
                <a:cubicBezTo>
                  <a:pt x="752906" y="45687"/>
                  <a:pt x="751408" y="44886"/>
                  <a:pt x="750257" y="43900"/>
                </a:cubicBezTo>
                <a:cubicBezTo>
                  <a:pt x="749108" y="42913"/>
                  <a:pt x="748534" y="41640"/>
                  <a:pt x="748534" y="40078"/>
                </a:cubicBezTo>
                <a:cubicBezTo>
                  <a:pt x="748534" y="38764"/>
                  <a:pt x="748862" y="37716"/>
                  <a:pt x="749519" y="36936"/>
                </a:cubicBezTo>
                <a:cubicBezTo>
                  <a:pt x="750177" y="36155"/>
                  <a:pt x="750977" y="35560"/>
                  <a:pt x="751921" y="35150"/>
                </a:cubicBezTo>
                <a:cubicBezTo>
                  <a:pt x="752866" y="34739"/>
                  <a:pt x="753913" y="34472"/>
                  <a:pt x="755062" y="34349"/>
                </a:cubicBezTo>
                <a:cubicBezTo>
                  <a:pt x="756212" y="34225"/>
                  <a:pt x="757280" y="34163"/>
                  <a:pt x="758265" y="34163"/>
                </a:cubicBezTo>
                <a:cubicBezTo>
                  <a:pt x="761385" y="34163"/>
                  <a:pt x="764094" y="34762"/>
                  <a:pt x="766394" y="35958"/>
                </a:cubicBezTo>
                <a:cubicBezTo>
                  <a:pt x="768693" y="37154"/>
                  <a:pt x="769966" y="39442"/>
                  <a:pt x="770213" y="42824"/>
                </a:cubicBezTo>
                <a:lnTo>
                  <a:pt x="786844" y="42824"/>
                </a:lnTo>
                <a:cubicBezTo>
                  <a:pt x="786515" y="38882"/>
                  <a:pt x="785509" y="35617"/>
                  <a:pt x="783825" y="33030"/>
                </a:cubicBezTo>
                <a:cubicBezTo>
                  <a:pt x="782142" y="30442"/>
                  <a:pt x="780028" y="28369"/>
                  <a:pt x="777481" y="26809"/>
                </a:cubicBezTo>
                <a:cubicBezTo>
                  <a:pt x="774936" y="25247"/>
                  <a:pt x="772042" y="24138"/>
                  <a:pt x="768798" y="23482"/>
                </a:cubicBezTo>
                <a:cubicBezTo>
                  <a:pt x="765554" y="22824"/>
                  <a:pt x="762207" y="22495"/>
                  <a:pt x="758759" y="22495"/>
                </a:cubicBezTo>
                <a:cubicBezTo>
                  <a:pt x="755309" y="22495"/>
                  <a:pt x="751942" y="22803"/>
                  <a:pt x="748656" y="23420"/>
                </a:cubicBezTo>
                <a:cubicBezTo>
                  <a:pt x="745372" y="24035"/>
                  <a:pt x="742416" y="25102"/>
                  <a:pt x="739788" y="26622"/>
                </a:cubicBezTo>
                <a:cubicBezTo>
                  <a:pt x="737161" y="28142"/>
                  <a:pt x="735046" y="30217"/>
                  <a:pt x="733445" y="32846"/>
                </a:cubicBezTo>
                <a:cubicBezTo>
                  <a:pt x="731843" y="35475"/>
                  <a:pt x="731043" y="38843"/>
                  <a:pt x="731043" y="42952"/>
                </a:cubicBezTo>
                <a:cubicBezTo>
                  <a:pt x="731043" y="45745"/>
                  <a:pt x="731617" y="48107"/>
                  <a:pt x="732766" y="50038"/>
                </a:cubicBezTo>
                <a:cubicBezTo>
                  <a:pt x="733916" y="51968"/>
                  <a:pt x="735436" y="53570"/>
                  <a:pt x="737324" y="54844"/>
                </a:cubicBezTo>
                <a:cubicBezTo>
                  <a:pt x="739214" y="56117"/>
                  <a:pt x="741370" y="57144"/>
                  <a:pt x="743792" y="57925"/>
                </a:cubicBezTo>
                <a:cubicBezTo>
                  <a:pt x="746214" y="58706"/>
                  <a:pt x="748698" y="59384"/>
                  <a:pt x="751244" y="59959"/>
                </a:cubicBezTo>
                <a:cubicBezTo>
                  <a:pt x="757484" y="61273"/>
                  <a:pt x="762349" y="62588"/>
                  <a:pt x="765839" y="63902"/>
                </a:cubicBezTo>
                <a:cubicBezTo>
                  <a:pt x="769330" y="65217"/>
                  <a:pt x="771076" y="67188"/>
                  <a:pt x="771076" y="69817"/>
                </a:cubicBezTo>
                <a:cubicBezTo>
                  <a:pt x="771076" y="71377"/>
                  <a:pt x="770706" y="72671"/>
                  <a:pt x="769967" y="73698"/>
                </a:cubicBezTo>
                <a:cubicBezTo>
                  <a:pt x="769228" y="74726"/>
                  <a:pt x="768303" y="75548"/>
                  <a:pt x="767194" y="76164"/>
                </a:cubicBezTo>
                <a:cubicBezTo>
                  <a:pt x="766087" y="76780"/>
                  <a:pt x="764855" y="77231"/>
                  <a:pt x="763499" y="77520"/>
                </a:cubicBezTo>
                <a:cubicBezTo>
                  <a:pt x="762145" y="77807"/>
                  <a:pt x="760851" y="77950"/>
                  <a:pt x="759620" y="77950"/>
                </a:cubicBezTo>
                <a:cubicBezTo>
                  <a:pt x="757895" y="77950"/>
                  <a:pt x="756233" y="77745"/>
                  <a:pt x="754631" y="77335"/>
                </a:cubicBezTo>
                <a:cubicBezTo>
                  <a:pt x="753030" y="76924"/>
                  <a:pt x="751613" y="76289"/>
                  <a:pt x="750382" y="75428"/>
                </a:cubicBezTo>
                <a:cubicBezTo>
                  <a:pt x="749150" y="74566"/>
                  <a:pt x="748144" y="73458"/>
                  <a:pt x="747363" y="72105"/>
                </a:cubicBezTo>
                <a:cubicBezTo>
                  <a:pt x="746584" y="70751"/>
                  <a:pt x="746194" y="69131"/>
                  <a:pt x="746194" y="67244"/>
                </a:cubicBez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7F9A3-DAA3-4EDA-8CDD-6B1EE8F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24" y="4441187"/>
            <a:ext cx="1128133" cy="174013"/>
          </a:xfrm>
          <a:custGeom xmlns:a="http://schemas.openxmlformats.org/drawingml/2006/main">
            <a:pathLst>
              <a:path w="1128133" h="174013">
                <a:moveTo>
                  <a:pt x="689" y="29885"/>
                </a:moveTo>
                <a:cubicBezTo>
                  <a:pt x="0" y="12976"/>
                  <a:pt x="12991" y="0"/>
                  <a:pt x="28232" y="505"/>
                </a:cubicBezTo>
                <a:lnTo>
                  <a:pt x="1098754" y="505"/>
                </a:lnTo>
                <a:cubicBezTo>
                  <a:pt x="1114760" y="0"/>
                  <a:pt x="1127751" y="12976"/>
                  <a:pt x="1128133" y="29885"/>
                </a:cubicBezTo>
                <a:lnTo>
                  <a:pt x="1128133" y="145567"/>
                </a:lnTo>
                <a:cubicBezTo>
                  <a:pt x="1127751" y="161022"/>
                  <a:pt x="1114760" y="174013"/>
                  <a:pt x="1098754" y="173111"/>
                </a:cubicBezTo>
                <a:lnTo>
                  <a:pt x="28232" y="173111"/>
                </a:lnTo>
                <a:cubicBezTo>
                  <a:pt x="12991" y="174013"/>
                  <a:pt x="0" y="161022"/>
                  <a:pt x="689" y="145567"/>
                </a:cubicBezTo>
                <a:lnTo>
                  <a:pt x="689" y="29885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C365B-829F-4EA2-8D36-4A953641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073" y="4433536"/>
            <a:ext cx="1143053" cy="189315"/>
          </a:xfrm>
          <a:custGeom xmlns:a="http://schemas.openxmlformats.org/drawingml/2006/main">
            <a:pathLst>
              <a:path w="1143053" h="189315">
                <a:moveTo>
                  <a:pt x="2877" y="166929"/>
                </a:moveTo>
                <a:lnTo>
                  <a:pt x="4422" y="170142"/>
                </a:lnTo>
                <a:lnTo>
                  <a:pt x="6258" y="173156"/>
                </a:lnTo>
                <a:lnTo>
                  <a:pt x="8370" y="175987"/>
                </a:lnTo>
                <a:lnTo>
                  <a:pt x="10727" y="178589"/>
                </a:lnTo>
                <a:lnTo>
                  <a:pt x="13328" y="180945"/>
                </a:lnTo>
                <a:lnTo>
                  <a:pt x="16159" y="183057"/>
                </a:lnTo>
                <a:lnTo>
                  <a:pt x="19173" y="184893"/>
                </a:lnTo>
                <a:lnTo>
                  <a:pt x="22387" y="186439"/>
                </a:lnTo>
                <a:lnTo>
                  <a:pt x="25753" y="187678"/>
                </a:lnTo>
                <a:lnTo>
                  <a:pt x="29273" y="188581"/>
                </a:lnTo>
                <a:lnTo>
                  <a:pt x="32914" y="189132"/>
                </a:lnTo>
                <a:lnTo>
                  <a:pt x="36464" y="189315"/>
                </a:lnTo>
                <a:lnTo>
                  <a:pt x="1106588" y="189315"/>
                </a:lnTo>
                <a:lnTo>
                  <a:pt x="1110138" y="189132"/>
                </a:lnTo>
                <a:lnTo>
                  <a:pt x="1113780" y="188581"/>
                </a:lnTo>
                <a:lnTo>
                  <a:pt x="1117300" y="187678"/>
                </a:lnTo>
                <a:lnTo>
                  <a:pt x="1120666" y="186439"/>
                </a:lnTo>
                <a:lnTo>
                  <a:pt x="1123880" y="184893"/>
                </a:lnTo>
                <a:lnTo>
                  <a:pt x="1126909" y="183057"/>
                </a:lnTo>
                <a:lnTo>
                  <a:pt x="1129725" y="180945"/>
                </a:lnTo>
                <a:lnTo>
                  <a:pt x="1132326" y="178589"/>
                </a:lnTo>
                <a:lnTo>
                  <a:pt x="1134683" y="175987"/>
                </a:lnTo>
                <a:lnTo>
                  <a:pt x="1136794" y="173156"/>
                </a:lnTo>
                <a:lnTo>
                  <a:pt x="1138631" y="170142"/>
                </a:lnTo>
                <a:lnTo>
                  <a:pt x="1140176" y="166929"/>
                </a:lnTo>
                <a:lnTo>
                  <a:pt x="1141416" y="163562"/>
                </a:lnTo>
                <a:lnTo>
                  <a:pt x="1142318" y="160043"/>
                </a:lnTo>
                <a:lnTo>
                  <a:pt x="1142869" y="156401"/>
                </a:lnTo>
                <a:lnTo>
                  <a:pt x="1143053" y="152851"/>
                </a:lnTo>
                <a:lnTo>
                  <a:pt x="1143053" y="36449"/>
                </a:lnTo>
                <a:lnTo>
                  <a:pt x="1142869" y="32914"/>
                </a:lnTo>
                <a:lnTo>
                  <a:pt x="1142318" y="29273"/>
                </a:lnTo>
                <a:lnTo>
                  <a:pt x="1141416" y="25753"/>
                </a:lnTo>
                <a:lnTo>
                  <a:pt x="1140176" y="22371"/>
                </a:lnTo>
                <a:lnTo>
                  <a:pt x="1138631" y="19173"/>
                </a:lnTo>
                <a:lnTo>
                  <a:pt x="1136794" y="16144"/>
                </a:lnTo>
                <a:lnTo>
                  <a:pt x="1134683" y="13328"/>
                </a:lnTo>
                <a:lnTo>
                  <a:pt x="1132326" y="10727"/>
                </a:lnTo>
                <a:lnTo>
                  <a:pt x="1129725" y="8355"/>
                </a:lnTo>
                <a:lnTo>
                  <a:pt x="1126909" y="6243"/>
                </a:lnTo>
                <a:lnTo>
                  <a:pt x="1123880" y="4407"/>
                </a:lnTo>
                <a:lnTo>
                  <a:pt x="1120666" y="2861"/>
                </a:lnTo>
                <a:lnTo>
                  <a:pt x="1117300" y="1637"/>
                </a:lnTo>
                <a:lnTo>
                  <a:pt x="1113780" y="734"/>
                </a:lnTo>
                <a:lnTo>
                  <a:pt x="1110138" y="168"/>
                </a:lnTo>
                <a:lnTo>
                  <a:pt x="1106588" y="0"/>
                </a:lnTo>
                <a:lnTo>
                  <a:pt x="36464" y="0"/>
                </a:lnTo>
                <a:lnTo>
                  <a:pt x="32914" y="168"/>
                </a:lnTo>
                <a:lnTo>
                  <a:pt x="29273" y="734"/>
                </a:lnTo>
                <a:lnTo>
                  <a:pt x="25753" y="1637"/>
                </a:lnTo>
                <a:lnTo>
                  <a:pt x="22387" y="2861"/>
                </a:lnTo>
                <a:lnTo>
                  <a:pt x="19173" y="4407"/>
                </a:lnTo>
                <a:lnTo>
                  <a:pt x="16159" y="6243"/>
                </a:lnTo>
                <a:lnTo>
                  <a:pt x="13328" y="8355"/>
                </a:lnTo>
                <a:lnTo>
                  <a:pt x="10727" y="10727"/>
                </a:lnTo>
                <a:lnTo>
                  <a:pt x="8370" y="13328"/>
                </a:lnTo>
                <a:lnTo>
                  <a:pt x="6258" y="16144"/>
                </a:lnTo>
                <a:lnTo>
                  <a:pt x="4422" y="19173"/>
                </a:lnTo>
                <a:lnTo>
                  <a:pt x="2877" y="22371"/>
                </a:lnTo>
                <a:lnTo>
                  <a:pt x="1637" y="25753"/>
                </a:lnTo>
                <a:lnTo>
                  <a:pt x="734" y="29273"/>
                </a:lnTo>
                <a:lnTo>
                  <a:pt x="184" y="32914"/>
                </a:lnTo>
                <a:lnTo>
                  <a:pt x="0" y="36449"/>
                </a:lnTo>
                <a:lnTo>
                  <a:pt x="0" y="152851"/>
                </a:lnTo>
                <a:lnTo>
                  <a:pt x="184" y="156401"/>
                </a:lnTo>
                <a:lnTo>
                  <a:pt x="734" y="160043"/>
                </a:lnTo>
                <a:lnTo>
                  <a:pt x="1637" y="163562"/>
                </a:lnTo>
                <a:lnTo>
                  <a:pt x="2877" y="166929"/>
                </a:lnTo>
                <a:close/>
                <a:moveTo>
                  <a:pt x="15742" y="32376"/>
                </a:moveTo>
                <a:lnTo>
                  <a:pt x="16291" y="30250"/>
                </a:lnTo>
                <a:lnTo>
                  <a:pt x="17035" y="28225"/>
                </a:lnTo>
                <a:lnTo>
                  <a:pt x="17887" y="26469"/>
                </a:lnTo>
                <a:lnTo>
                  <a:pt x="18949" y="24725"/>
                </a:lnTo>
                <a:lnTo>
                  <a:pt x="20148" y="23119"/>
                </a:lnTo>
                <a:lnTo>
                  <a:pt x="21569" y="21547"/>
                </a:lnTo>
                <a:lnTo>
                  <a:pt x="23037" y="20209"/>
                </a:lnTo>
                <a:lnTo>
                  <a:pt x="24716" y="18955"/>
                </a:lnTo>
                <a:lnTo>
                  <a:pt x="26526" y="17860"/>
                </a:lnTo>
                <a:lnTo>
                  <a:pt x="28363" y="16975"/>
                </a:lnTo>
                <a:lnTo>
                  <a:pt x="30301" y="16262"/>
                </a:lnTo>
                <a:lnTo>
                  <a:pt x="32337" y="15736"/>
                </a:lnTo>
                <a:lnTo>
                  <a:pt x="34462" y="15420"/>
                </a:lnTo>
                <a:lnTo>
                  <a:pt x="36749" y="15302"/>
                </a:lnTo>
                <a:lnTo>
                  <a:pt x="1106304" y="15302"/>
                </a:lnTo>
                <a:lnTo>
                  <a:pt x="1108591" y="15420"/>
                </a:lnTo>
                <a:lnTo>
                  <a:pt x="1110716" y="15736"/>
                </a:lnTo>
                <a:lnTo>
                  <a:pt x="1112759" y="16264"/>
                </a:lnTo>
                <a:lnTo>
                  <a:pt x="1114648" y="16955"/>
                </a:lnTo>
                <a:lnTo>
                  <a:pt x="1116527" y="17860"/>
                </a:lnTo>
                <a:lnTo>
                  <a:pt x="1118337" y="18955"/>
                </a:lnTo>
                <a:lnTo>
                  <a:pt x="1120016" y="20209"/>
                </a:lnTo>
                <a:lnTo>
                  <a:pt x="1121484" y="21547"/>
                </a:lnTo>
                <a:lnTo>
                  <a:pt x="1122905" y="23119"/>
                </a:lnTo>
                <a:lnTo>
                  <a:pt x="1124104" y="24725"/>
                </a:lnTo>
                <a:lnTo>
                  <a:pt x="1125166" y="26469"/>
                </a:lnTo>
                <a:lnTo>
                  <a:pt x="1126072" y="28338"/>
                </a:lnTo>
                <a:lnTo>
                  <a:pt x="1126802" y="30353"/>
                </a:lnTo>
                <a:lnTo>
                  <a:pt x="1127308" y="32357"/>
                </a:lnTo>
                <a:lnTo>
                  <a:pt x="1127635" y="34486"/>
                </a:lnTo>
                <a:lnTo>
                  <a:pt x="1127751" y="36734"/>
                </a:lnTo>
                <a:lnTo>
                  <a:pt x="1127751" y="152566"/>
                </a:lnTo>
                <a:lnTo>
                  <a:pt x="1127634" y="154834"/>
                </a:lnTo>
                <a:lnTo>
                  <a:pt x="1127303" y="156979"/>
                </a:lnTo>
                <a:lnTo>
                  <a:pt x="1126815" y="158912"/>
                </a:lnTo>
                <a:lnTo>
                  <a:pt x="1126070" y="160970"/>
                </a:lnTo>
                <a:lnTo>
                  <a:pt x="1125193" y="162789"/>
                </a:lnTo>
                <a:lnTo>
                  <a:pt x="1124098" y="164599"/>
                </a:lnTo>
                <a:lnTo>
                  <a:pt x="1122912" y="166186"/>
                </a:lnTo>
                <a:lnTo>
                  <a:pt x="1121426" y="167819"/>
                </a:lnTo>
                <a:lnTo>
                  <a:pt x="1119934" y="169168"/>
                </a:lnTo>
                <a:lnTo>
                  <a:pt x="1118337" y="170360"/>
                </a:lnTo>
                <a:lnTo>
                  <a:pt x="1116544" y="171444"/>
                </a:lnTo>
                <a:lnTo>
                  <a:pt x="1114664" y="172339"/>
                </a:lnTo>
                <a:lnTo>
                  <a:pt x="1112759" y="173036"/>
                </a:lnTo>
                <a:lnTo>
                  <a:pt x="1110697" y="173569"/>
                </a:lnTo>
                <a:lnTo>
                  <a:pt x="1108571" y="173896"/>
                </a:lnTo>
                <a:lnTo>
                  <a:pt x="1106304" y="174013"/>
                </a:lnTo>
                <a:lnTo>
                  <a:pt x="36749" y="174013"/>
                </a:lnTo>
                <a:lnTo>
                  <a:pt x="34482" y="173896"/>
                </a:lnTo>
                <a:lnTo>
                  <a:pt x="32356" y="173569"/>
                </a:lnTo>
                <a:lnTo>
                  <a:pt x="30301" y="173038"/>
                </a:lnTo>
                <a:lnTo>
                  <a:pt x="28344" y="172318"/>
                </a:lnTo>
                <a:lnTo>
                  <a:pt x="26509" y="171444"/>
                </a:lnTo>
                <a:lnTo>
                  <a:pt x="24716" y="170360"/>
                </a:lnTo>
                <a:lnTo>
                  <a:pt x="23119" y="169168"/>
                </a:lnTo>
                <a:lnTo>
                  <a:pt x="21626" y="167819"/>
                </a:lnTo>
                <a:lnTo>
                  <a:pt x="20140" y="166186"/>
                </a:lnTo>
                <a:lnTo>
                  <a:pt x="18955" y="164599"/>
                </a:lnTo>
                <a:lnTo>
                  <a:pt x="17860" y="162789"/>
                </a:lnTo>
                <a:lnTo>
                  <a:pt x="17040" y="161087"/>
                </a:lnTo>
                <a:lnTo>
                  <a:pt x="16277" y="159014"/>
                </a:lnTo>
                <a:lnTo>
                  <a:pt x="15747" y="156959"/>
                </a:lnTo>
                <a:lnTo>
                  <a:pt x="15419" y="154834"/>
                </a:lnTo>
                <a:lnTo>
                  <a:pt x="15302" y="152566"/>
                </a:lnTo>
                <a:lnTo>
                  <a:pt x="15302" y="36734"/>
                </a:lnTo>
                <a:lnTo>
                  <a:pt x="15418" y="34486"/>
                </a:lnTo>
                <a:lnTo>
                  <a:pt x="15742" y="32376"/>
                </a:lnTo>
                <a:close/>
              </a:path>
            </a:pathLst>
          </a:custGeom>
          <a:solidFill xmlns:a="http://schemas.openxmlformats.org/drawingml/2006/main">
            <a:srgbClr val="5E7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edgecases">
            <a:extLst xmlns:a="http://schemas.openxmlformats.org/drawingml/2006/main">
              <a:ext uri="{FF2B5EF4-FFF2-40B4-BE49-F238E27FC236}">
                <a16:creationId xmlns:a16="http://schemas.microsoft.com/office/drawing/2014/main" id="{CB3F1565-4C5E-4D63-895F-513B474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902" y="4487985"/>
            <a:ext cx="660367" cy="111993"/>
          </a:xfrm>
          <a:custGeom xmlns:a="http://schemas.openxmlformats.org/drawingml/2006/main">
            <a:pathLst>
              <a:path w="660367" h="111993">
                <a:moveTo>
                  <a:pt x="45945" y="49320"/>
                </a:moveTo>
                <a:lnTo>
                  <a:pt x="17491" y="49320"/>
                </a:lnTo>
                <a:cubicBezTo>
                  <a:pt x="17573" y="48085"/>
                  <a:pt x="17839" y="46684"/>
                  <a:pt x="18290" y="45119"/>
                </a:cubicBezTo>
                <a:cubicBezTo>
                  <a:pt x="18743" y="43553"/>
                  <a:pt x="19523" y="42070"/>
                  <a:pt x="20632" y="40670"/>
                </a:cubicBezTo>
                <a:cubicBezTo>
                  <a:pt x="21741" y="39270"/>
                  <a:pt x="23219" y="38095"/>
                  <a:pt x="25066" y="37148"/>
                </a:cubicBezTo>
                <a:cubicBezTo>
                  <a:pt x="26914" y="36201"/>
                  <a:pt x="29234" y="35727"/>
                  <a:pt x="32026" y="35727"/>
                </a:cubicBezTo>
                <a:cubicBezTo>
                  <a:pt x="36297" y="35727"/>
                  <a:pt x="39479" y="36881"/>
                  <a:pt x="41573" y="39187"/>
                </a:cubicBezTo>
                <a:cubicBezTo>
                  <a:pt x="43666" y="41494"/>
                  <a:pt x="45124" y="44872"/>
                  <a:pt x="45945" y="49320"/>
                </a:cubicBezTo>
                <a:moveTo>
                  <a:pt x="17491" y="60387"/>
                </a:moveTo>
                <a:lnTo>
                  <a:pt x="63438" y="60387"/>
                </a:lnTo>
                <a:cubicBezTo>
                  <a:pt x="63766" y="55450"/>
                  <a:pt x="63355" y="50719"/>
                  <a:pt x="62205" y="46193"/>
                </a:cubicBezTo>
                <a:cubicBezTo>
                  <a:pt x="61056" y="41667"/>
                  <a:pt x="59187" y="37635"/>
                  <a:pt x="56600" y="34098"/>
                </a:cubicBezTo>
                <a:cubicBezTo>
                  <a:pt x="54014" y="30559"/>
                  <a:pt x="50708" y="27741"/>
                  <a:pt x="46683" y="25643"/>
                </a:cubicBezTo>
                <a:cubicBezTo>
                  <a:pt x="42660" y="23544"/>
                  <a:pt x="37938" y="22495"/>
                  <a:pt x="32519" y="22495"/>
                </a:cubicBezTo>
                <a:cubicBezTo>
                  <a:pt x="27673" y="22495"/>
                  <a:pt x="23259" y="23359"/>
                  <a:pt x="19277" y="25087"/>
                </a:cubicBezTo>
                <a:cubicBezTo>
                  <a:pt x="15295" y="26814"/>
                  <a:pt x="11866" y="29178"/>
                  <a:pt x="8992" y="32180"/>
                </a:cubicBezTo>
                <a:cubicBezTo>
                  <a:pt x="6117" y="35183"/>
                  <a:pt x="3900" y="38741"/>
                  <a:pt x="2340" y="42855"/>
                </a:cubicBezTo>
                <a:cubicBezTo>
                  <a:pt x="780" y="46967"/>
                  <a:pt x="0" y="51409"/>
                  <a:pt x="0" y="56181"/>
                </a:cubicBezTo>
                <a:cubicBezTo>
                  <a:pt x="0" y="61115"/>
                  <a:pt x="759" y="65639"/>
                  <a:pt x="2278" y="69753"/>
                </a:cubicBezTo>
                <a:cubicBezTo>
                  <a:pt x="3798" y="73866"/>
                  <a:pt x="5954" y="77403"/>
                  <a:pt x="8746" y="80365"/>
                </a:cubicBezTo>
                <a:cubicBezTo>
                  <a:pt x="11538" y="83326"/>
                  <a:pt x="14945" y="85609"/>
                  <a:pt x="18969" y="87213"/>
                </a:cubicBezTo>
                <a:cubicBezTo>
                  <a:pt x="22992" y="88817"/>
                  <a:pt x="27509" y="89619"/>
                  <a:pt x="32519" y="89619"/>
                </a:cubicBezTo>
                <a:cubicBezTo>
                  <a:pt x="39745" y="89619"/>
                  <a:pt x="45904" y="87978"/>
                  <a:pt x="50995" y="84696"/>
                </a:cubicBezTo>
                <a:cubicBezTo>
                  <a:pt x="56087" y="81414"/>
                  <a:pt x="59865" y="75958"/>
                  <a:pt x="62329" y="68327"/>
                </a:cubicBezTo>
                <a:lnTo>
                  <a:pt x="46931" y="68327"/>
                </a:lnTo>
                <a:cubicBezTo>
                  <a:pt x="46356" y="70280"/>
                  <a:pt x="44795" y="72132"/>
                  <a:pt x="42249" y="73883"/>
                </a:cubicBezTo>
                <a:cubicBezTo>
                  <a:pt x="39704" y="75632"/>
                  <a:pt x="36666" y="76507"/>
                  <a:pt x="33135" y="76507"/>
                </a:cubicBezTo>
                <a:cubicBezTo>
                  <a:pt x="28208" y="76507"/>
                  <a:pt x="24430" y="75235"/>
                  <a:pt x="21801" y="72693"/>
                </a:cubicBezTo>
                <a:cubicBezTo>
                  <a:pt x="19174" y="70149"/>
                  <a:pt x="17737" y="66047"/>
                  <a:pt x="17491" y="60387"/>
                </a:cubicBezTo>
                <a:close/>
                <a:moveTo>
                  <a:pt x="118675" y="55933"/>
                </a:moveTo>
                <a:cubicBezTo>
                  <a:pt x="118675" y="58560"/>
                  <a:pt x="118429" y="61107"/>
                  <a:pt x="117937" y="63571"/>
                </a:cubicBezTo>
                <a:cubicBezTo>
                  <a:pt x="117444" y="66035"/>
                  <a:pt x="116623" y="68232"/>
                  <a:pt x="115472" y="70163"/>
                </a:cubicBezTo>
                <a:cubicBezTo>
                  <a:pt x="114322" y="72093"/>
                  <a:pt x="112782" y="73633"/>
                  <a:pt x="110852" y="74783"/>
                </a:cubicBezTo>
                <a:cubicBezTo>
                  <a:pt x="108923" y="75932"/>
                  <a:pt x="106521" y="76507"/>
                  <a:pt x="103646" y="76507"/>
                </a:cubicBezTo>
                <a:cubicBezTo>
                  <a:pt x="100937" y="76507"/>
                  <a:pt x="98617" y="75911"/>
                  <a:pt x="96686" y="74721"/>
                </a:cubicBezTo>
                <a:cubicBezTo>
                  <a:pt x="94756" y="73529"/>
                  <a:pt x="93155" y="71969"/>
                  <a:pt x="91882" y="70039"/>
                </a:cubicBezTo>
                <a:cubicBezTo>
                  <a:pt x="90610" y="68108"/>
                  <a:pt x="89686" y="65911"/>
                  <a:pt x="89111" y="63447"/>
                </a:cubicBezTo>
                <a:cubicBezTo>
                  <a:pt x="88536" y="60984"/>
                  <a:pt x="88249" y="58520"/>
                  <a:pt x="88249" y="56055"/>
                </a:cubicBezTo>
                <a:cubicBezTo>
                  <a:pt x="88249" y="53427"/>
                  <a:pt x="88516" y="50902"/>
                  <a:pt x="89049" y="48478"/>
                </a:cubicBezTo>
                <a:cubicBezTo>
                  <a:pt x="89583" y="46055"/>
                  <a:pt x="90445" y="43899"/>
                  <a:pt x="91636" y="42011"/>
                </a:cubicBezTo>
                <a:cubicBezTo>
                  <a:pt x="92827" y="40121"/>
                  <a:pt x="94408" y="38602"/>
                  <a:pt x="96378" y="37453"/>
                </a:cubicBezTo>
                <a:cubicBezTo>
                  <a:pt x="98349" y="36302"/>
                  <a:pt x="100772" y="35727"/>
                  <a:pt x="103646" y="35727"/>
                </a:cubicBezTo>
                <a:cubicBezTo>
                  <a:pt x="106521" y="35727"/>
                  <a:pt x="108902" y="36302"/>
                  <a:pt x="110790" y="37453"/>
                </a:cubicBezTo>
                <a:cubicBezTo>
                  <a:pt x="112680" y="38602"/>
                  <a:pt x="114220" y="40100"/>
                  <a:pt x="115410" y="41949"/>
                </a:cubicBezTo>
                <a:cubicBezTo>
                  <a:pt x="116602" y="43797"/>
                  <a:pt x="117444" y="45933"/>
                  <a:pt x="117937" y="48356"/>
                </a:cubicBezTo>
                <a:cubicBezTo>
                  <a:pt x="118429" y="50778"/>
                  <a:pt x="118675" y="53304"/>
                  <a:pt x="118675" y="55933"/>
                </a:cubicBezTo>
                <a:moveTo>
                  <a:pt x="118922" y="79880"/>
                </a:moveTo>
                <a:lnTo>
                  <a:pt x="118922" y="88015"/>
                </a:lnTo>
                <a:lnTo>
                  <a:pt x="135550" y="88015"/>
                </a:lnTo>
                <a:lnTo>
                  <a:pt x="135550" y="0"/>
                </a:lnTo>
                <a:lnTo>
                  <a:pt x="118059" y="0"/>
                </a:lnTo>
                <a:lnTo>
                  <a:pt x="118059" y="32017"/>
                </a:lnTo>
                <a:lnTo>
                  <a:pt x="117813" y="32017"/>
                </a:lnTo>
                <a:cubicBezTo>
                  <a:pt x="115842" y="28884"/>
                  <a:pt x="113152" y="26514"/>
                  <a:pt x="109744" y="24906"/>
                </a:cubicBezTo>
                <a:cubicBezTo>
                  <a:pt x="106336" y="23299"/>
                  <a:pt x="102744" y="22495"/>
                  <a:pt x="98966" y="22495"/>
                </a:cubicBezTo>
                <a:cubicBezTo>
                  <a:pt x="94285" y="22495"/>
                  <a:pt x="90178" y="23420"/>
                  <a:pt x="86647" y="25271"/>
                </a:cubicBezTo>
                <a:cubicBezTo>
                  <a:pt x="83116" y="27122"/>
                  <a:pt x="80180" y="29569"/>
                  <a:pt x="77839" y="32613"/>
                </a:cubicBezTo>
                <a:cubicBezTo>
                  <a:pt x="75500" y="35656"/>
                  <a:pt x="73734" y="39173"/>
                  <a:pt x="72543" y="43163"/>
                </a:cubicBezTo>
                <a:cubicBezTo>
                  <a:pt x="71352" y="47152"/>
                  <a:pt x="70757" y="51286"/>
                  <a:pt x="70757" y="55562"/>
                </a:cubicBezTo>
                <a:cubicBezTo>
                  <a:pt x="70757" y="60004"/>
                  <a:pt x="71352" y="64282"/>
                  <a:pt x="72543" y="68396"/>
                </a:cubicBezTo>
                <a:cubicBezTo>
                  <a:pt x="73734" y="72509"/>
                  <a:pt x="75500" y="76149"/>
                  <a:pt x="77839" y="79317"/>
                </a:cubicBezTo>
                <a:cubicBezTo>
                  <a:pt x="80180" y="82483"/>
                  <a:pt x="83157" y="84992"/>
                  <a:pt x="86769" y="86842"/>
                </a:cubicBezTo>
                <a:cubicBezTo>
                  <a:pt x="90383" y="88693"/>
                  <a:pt x="94572" y="89619"/>
                  <a:pt x="99336" y="89619"/>
                </a:cubicBezTo>
                <a:cubicBezTo>
                  <a:pt x="103524" y="89619"/>
                  <a:pt x="107281" y="88859"/>
                  <a:pt x="110606" y="87339"/>
                </a:cubicBezTo>
                <a:cubicBezTo>
                  <a:pt x="113933" y="85817"/>
                  <a:pt x="116623" y="83331"/>
                  <a:pt x="118675" y="79880"/>
                </a:cubicBezTo>
                <a:lnTo>
                  <a:pt x="118922" y="79880"/>
                </a:lnTo>
                <a:close/>
                <a:moveTo>
                  <a:pt x="178133" y="72898"/>
                </a:moveTo>
                <a:cubicBezTo>
                  <a:pt x="175423" y="72898"/>
                  <a:pt x="173164" y="72323"/>
                  <a:pt x="171357" y="71174"/>
                </a:cubicBezTo>
                <a:cubicBezTo>
                  <a:pt x="169550" y="70025"/>
                  <a:pt x="168092" y="68548"/>
                  <a:pt x="166983" y="66744"/>
                </a:cubicBezTo>
                <a:cubicBezTo>
                  <a:pt x="165876" y="64938"/>
                  <a:pt x="165096" y="62908"/>
                  <a:pt x="164643" y="60652"/>
                </a:cubicBezTo>
                <a:cubicBezTo>
                  <a:pt x="164192" y="58396"/>
                  <a:pt x="163967" y="56118"/>
                  <a:pt x="163967" y="53820"/>
                </a:cubicBezTo>
                <a:cubicBezTo>
                  <a:pt x="163967" y="51440"/>
                  <a:pt x="164234" y="49164"/>
                  <a:pt x="164767" y="46990"/>
                </a:cubicBezTo>
                <a:cubicBezTo>
                  <a:pt x="165301" y="44814"/>
                  <a:pt x="166163" y="42886"/>
                  <a:pt x="167354" y="41204"/>
                </a:cubicBezTo>
                <a:cubicBezTo>
                  <a:pt x="168545" y="39523"/>
                  <a:pt x="170024" y="38189"/>
                  <a:pt x="171789" y="37204"/>
                </a:cubicBezTo>
                <a:cubicBezTo>
                  <a:pt x="173555" y="36220"/>
                  <a:pt x="175670" y="35727"/>
                  <a:pt x="178133" y="35727"/>
                </a:cubicBezTo>
                <a:cubicBezTo>
                  <a:pt x="181008" y="35727"/>
                  <a:pt x="183389" y="36261"/>
                  <a:pt x="185277" y="37329"/>
                </a:cubicBezTo>
                <a:cubicBezTo>
                  <a:pt x="187166" y="38395"/>
                  <a:pt x="188685" y="39831"/>
                  <a:pt x="189835" y="41637"/>
                </a:cubicBezTo>
                <a:cubicBezTo>
                  <a:pt x="190986" y="43441"/>
                  <a:pt x="191807" y="45512"/>
                  <a:pt x="192299" y="47850"/>
                </a:cubicBezTo>
                <a:cubicBezTo>
                  <a:pt x="192792" y="50189"/>
                  <a:pt x="193038" y="52671"/>
                  <a:pt x="193038" y="55297"/>
                </a:cubicBezTo>
                <a:cubicBezTo>
                  <a:pt x="193038" y="57594"/>
                  <a:pt x="192730" y="59789"/>
                  <a:pt x="192113" y="61882"/>
                </a:cubicBezTo>
                <a:cubicBezTo>
                  <a:pt x="191498" y="63974"/>
                  <a:pt x="190575" y="65841"/>
                  <a:pt x="189343" y="67483"/>
                </a:cubicBezTo>
                <a:cubicBezTo>
                  <a:pt x="188111" y="69123"/>
                  <a:pt x="186550" y="70436"/>
                  <a:pt x="184661" y="71420"/>
                </a:cubicBezTo>
                <a:cubicBezTo>
                  <a:pt x="182773" y="72405"/>
                  <a:pt x="180597" y="72898"/>
                  <a:pt x="178133" y="72898"/>
                </a:cubicBezTo>
                <a:moveTo>
                  <a:pt x="209667" y="83897"/>
                </a:moveTo>
                <a:lnTo>
                  <a:pt x="209667" y="24260"/>
                </a:lnTo>
                <a:lnTo>
                  <a:pt x="193038" y="24260"/>
                </a:lnTo>
                <a:lnTo>
                  <a:pt x="193038" y="32759"/>
                </a:lnTo>
                <a:lnTo>
                  <a:pt x="192792" y="32759"/>
                </a:lnTo>
                <a:cubicBezTo>
                  <a:pt x="190657" y="29049"/>
                  <a:pt x="188008" y="26411"/>
                  <a:pt x="184847" y="24844"/>
                </a:cubicBezTo>
                <a:cubicBezTo>
                  <a:pt x="181685" y="23278"/>
                  <a:pt x="178010" y="22495"/>
                  <a:pt x="173821" y="22495"/>
                </a:cubicBezTo>
                <a:cubicBezTo>
                  <a:pt x="169387" y="22495"/>
                  <a:pt x="165465" y="23358"/>
                  <a:pt x="162057" y="25085"/>
                </a:cubicBezTo>
                <a:cubicBezTo>
                  <a:pt x="158650" y="26812"/>
                  <a:pt x="155797" y="29134"/>
                  <a:pt x="153497" y="32053"/>
                </a:cubicBezTo>
                <a:cubicBezTo>
                  <a:pt x="151198" y="34971"/>
                  <a:pt x="149453" y="38342"/>
                  <a:pt x="148261" y="42165"/>
                </a:cubicBezTo>
                <a:cubicBezTo>
                  <a:pt x="147070" y="45988"/>
                  <a:pt x="146475" y="49955"/>
                  <a:pt x="146475" y="54066"/>
                </a:cubicBezTo>
                <a:cubicBezTo>
                  <a:pt x="146475" y="58423"/>
                  <a:pt x="146988" y="62554"/>
                  <a:pt x="148015" y="66460"/>
                </a:cubicBezTo>
                <a:cubicBezTo>
                  <a:pt x="149041" y="70365"/>
                  <a:pt x="150662" y="73777"/>
                  <a:pt x="152879" y="76696"/>
                </a:cubicBezTo>
                <a:cubicBezTo>
                  <a:pt x="155097" y="79615"/>
                  <a:pt x="157931" y="81917"/>
                  <a:pt x="161380" y="83602"/>
                </a:cubicBezTo>
                <a:cubicBezTo>
                  <a:pt x="164830" y="85287"/>
                  <a:pt x="168936" y="86130"/>
                  <a:pt x="173699" y="86130"/>
                </a:cubicBezTo>
                <a:cubicBezTo>
                  <a:pt x="177559" y="86130"/>
                  <a:pt x="181233" y="85326"/>
                  <a:pt x="184723" y="83719"/>
                </a:cubicBezTo>
                <a:cubicBezTo>
                  <a:pt x="188214" y="82111"/>
                  <a:pt x="190904" y="79617"/>
                  <a:pt x="192792" y="76236"/>
                </a:cubicBezTo>
                <a:lnTo>
                  <a:pt x="193038" y="76236"/>
                </a:lnTo>
                <a:lnTo>
                  <a:pt x="193038" y="84636"/>
                </a:lnTo>
                <a:cubicBezTo>
                  <a:pt x="193121" y="89166"/>
                  <a:pt x="192033" y="92913"/>
                  <a:pt x="189773" y="95878"/>
                </a:cubicBezTo>
                <a:cubicBezTo>
                  <a:pt x="187515" y="98842"/>
                  <a:pt x="183923" y="100325"/>
                  <a:pt x="178996" y="100325"/>
                </a:cubicBezTo>
                <a:cubicBezTo>
                  <a:pt x="175876" y="100325"/>
                  <a:pt x="173125" y="99686"/>
                  <a:pt x="170743" y="98407"/>
                </a:cubicBezTo>
                <a:cubicBezTo>
                  <a:pt x="168360" y="97129"/>
                  <a:pt x="166759" y="94841"/>
                  <a:pt x="165938" y="91543"/>
                </a:cubicBezTo>
                <a:lnTo>
                  <a:pt x="148569" y="91543"/>
                </a:lnTo>
                <a:cubicBezTo>
                  <a:pt x="148816" y="95157"/>
                  <a:pt x="149822" y="98257"/>
                  <a:pt x="151588" y="100843"/>
                </a:cubicBezTo>
                <a:cubicBezTo>
                  <a:pt x="153353" y="103431"/>
                  <a:pt x="155571" y="105546"/>
                  <a:pt x="158240" y="107189"/>
                </a:cubicBezTo>
                <a:cubicBezTo>
                  <a:pt x="160909" y="108832"/>
                  <a:pt x="163865" y="110043"/>
                  <a:pt x="167107" y="110822"/>
                </a:cubicBezTo>
                <a:cubicBezTo>
                  <a:pt x="170352" y="111603"/>
                  <a:pt x="173534" y="111993"/>
                  <a:pt x="176656" y="111993"/>
                </a:cubicBezTo>
                <a:cubicBezTo>
                  <a:pt x="183964" y="111993"/>
                  <a:pt x="189793" y="111007"/>
                  <a:pt x="194145" y="109035"/>
                </a:cubicBezTo>
                <a:cubicBezTo>
                  <a:pt x="198498" y="107064"/>
                  <a:pt x="201825" y="104661"/>
                  <a:pt x="204124" y="101826"/>
                </a:cubicBezTo>
                <a:cubicBezTo>
                  <a:pt x="206423" y="98992"/>
                  <a:pt x="207922" y="95932"/>
                  <a:pt x="208620" y="92647"/>
                </a:cubicBezTo>
                <a:cubicBezTo>
                  <a:pt x="209318" y="89361"/>
                  <a:pt x="209667" y="86445"/>
                  <a:pt x="209667" y="83897"/>
                </a:cubicBezTo>
                <a:close/>
                <a:moveTo>
                  <a:pt x="266292" y="49320"/>
                </a:moveTo>
                <a:lnTo>
                  <a:pt x="237839" y="49320"/>
                </a:lnTo>
                <a:cubicBezTo>
                  <a:pt x="237920" y="48085"/>
                  <a:pt x="238187" y="46684"/>
                  <a:pt x="238638" y="45119"/>
                </a:cubicBezTo>
                <a:cubicBezTo>
                  <a:pt x="239090" y="43553"/>
                  <a:pt x="239871" y="42070"/>
                  <a:pt x="240980" y="40670"/>
                </a:cubicBezTo>
                <a:cubicBezTo>
                  <a:pt x="242089" y="39270"/>
                  <a:pt x="243567" y="38095"/>
                  <a:pt x="245414" y="37148"/>
                </a:cubicBezTo>
                <a:cubicBezTo>
                  <a:pt x="247262" y="36201"/>
                  <a:pt x="249582" y="35727"/>
                  <a:pt x="252374" y="35727"/>
                </a:cubicBezTo>
                <a:cubicBezTo>
                  <a:pt x="256644" y="35727"/>
                  <a:pt x="259826" y="36881"/>
                  <a:pt x="261920" y="39187"/>
                </a:cubicBezTo>
                <a:cubicBezTo>
                  <a:pt x="264014" y="41494"/>
                  <a:pt x="265471" y="44872"/>
                  <a:pt x="266292" y="49320"/>
                </a:cubicBezTo>
                <a:moveTo>
                  <a:pt x="237839" y="60387"/>
                </a:moveTo>
                <a:lnTo>
                  <a:pt x="283785" y="60387"/>
                </a:lnTo>
                <a:cubicBezTo>
                  <a:pt x="284114" y="55450"/>
                  <a:pt x="283703" y="50719"/>
                  <a:pt x="282552" y="46193"/>
                </a:cubicBezTo>
                <a:cubicBezTo>
                  <a:pt x="281403" y="41667"/>
                  <a:pt x="279535" y="37635"/>
                  <a:pt x="276947" y="34098"/>
                </a:cubicBezTo>
                <a:cubicBezTo>
                  <a:pt x="274361" y="30559"/>
                  <a:pt x="271056" y="27741"/>
                  <a:pt x="267031" y="25643"/>
                </a:cubicBezTo>
                <a:cubicBezTo>
                  <a:pt x="263007" y="23544"/>
                  <a:pt x="258286" y="22495"/>
                  <a:pt x="252866" y="22495"/>
                </a:cubicBezTo>
                <a:cubicBezTo>
                  <a:pt x="248021" y="22495"/>
                  <a:pt x="243607" y="23359"/>
                  <a:pt x="239624" y="25087"/>
                </a:cubicBezTo>
                <a:cubicBezTo>
                  <a:pt x="235642" y="26814"/>
                  <a:pt x="232214" y="29178"/>
                  <a:pt x="229339" y="32180"/>
                </a:cubicBezTo>
                <a:cubicBezTo>
                  <a:pt x="226465" y="35183"/>
                  <a:pt x="224248" y="38741"/>
                  <a:pt x="222688" y="42855"/>
                </a:cubicBezTo>
                <a:cubicBezTo>
                  <a:pt x="221128" y="46967"/>
                  <a:pt x="220347" y="51409"/>
                  <a:pt x="220347" y="56181"/>
                </a:cubicBezTo>
                <a:cubicBezTo>
                  <a:pt x="220347" y="61115"/>
                  <a:pt x="221107" y="65639"/>
                  <a:pt x="222626" y="69753"/>
                </a:cubicBezTo>
                <a:cubicBezTo>
                  <a:pt x="224145" y="73866"/>
                  <a:pt x="226301" y="77403"/>
                  <a:pt x="229093" y="80365"/>
                </a:cubicBezTo>
                <a:cubicBezTo>
                  <a:pt x="231885" y="83326"/>
                  <a:pt x="235293" y="85609"/>
                  <a:pt x="239316" y="87213"/>
                </a:cubicBezTo>
                <a:cubicBezTo>
                  <a:pt x="243340" y="88817"/>
                  <a:pt x="247856" y="89619"/>
                  <a:pt x="252866" y="89619"/>
                </a:cubicBezTo>
                <a:cubicBezTo>
                  <a:pt x="260093" y="89619"/>
                  <a:pt x="266251" y="87978"/>
                  <a:pt x="271342" y="84696"/>
                </a:cubicBezTo>
                <a:cubicBezTo>
                  <a:pt x="276435" y="81414"/>
                  <a:pt x="280213" y="75958"/>
                  <a:pt x="282676" y="68327"/>
                </a:cubicBezTo>
                <a:lnTo>
                  <a:pt x="267279" y="68327"/>
                </a:lnTo>
                <a:cubicBezTo>
                  <a:pt x="266704" y="70280"/>
                  <a:pt x="265143" y="72132"/>
                  <a:pt x="262597" y="73883"/>
                </a:cubicBezTo>
                <a:cubicBezTo>
                  <a:pt x="260052" y="75632"/>
                  <a:pt x="257014" y="76507"/>
                  <a:pt x="253483" y="76507"/>
                </a:cubicBezTo>
                <a:cubicBezTo>
                  <a:pt x="248556" y="76507"/>
                  <a:pt x="244778" y="75235"/>
                  <a:pt x="242149" y="72693"/>
                </a:cubicBezTo>
                <a:cubicBezTo>
                  <a:pt x="239521" y="70149"/>
                  <a:pt x="238084" y="66047"/>
                  <a:pt x="237839" y="60387"/>
                </a:cubicBezTo>
                <a:close/>
                <a:moveTo>
                  <a:pt x="370839" y="46674"/>
                </a:moveTo>
                <a:lnTo>
                  <a:pt x="387961" y="46674"/>
                </a:lnTo>
                <a:cubicBezTo>
                  <a:pt x="387715" y="42561"/>
                  <a:pt x="386729" y="39004"/>
                  <a:pt x="385004" y="36003"/>
                </a:cubicBezTo>
                <a:cubicBezTo>
                  <a:pt x="383280" y="33001"/>
                  <a:pt x="381042" y="30492"/>
                  <a:pt x="378290" y="28478"/>
                </a:cubicBezTo>
                <a:cubicBezTo>
                  <a:pt x="375540" y="26463"/>
                  <a:pt x="372420" y="24962"/>
                  <a:pt x="368930" y="23976"/>
                </a:cubicBezTo>
                <a:cubicBezTo>
                  <a:pt x="365440" y="22989"/>
                  <a:pt x="361806" y="22495"/>
                  <a:pt x="358028" y="22495"/>
                </a:cubicBezTo>
                <a:cubicBezTo>
                  <a:pt x="352854" y="22495"/>
                  <a:pt x="348255" y="23359"/>
                  <a:pt x="344230" y="25087"/>
                </a:cubicBezTo>
                <a:cubicBezTo>
                  <a:pt x="340207" y="26814"/>
                  <a:pt x="336799" y="29219"/>
                  <a:pt x="334007" y="32304"/>
                </a:cubicBezTo>
                <a:cubicBezTo>
                  <a:pt x="331215" y="35389"/>
                  <a:pt x="329101" y="39050"/>
                  <a:pt x="327664" y="43287"/>
                </a:cubicBezTo>
                <a:cubicBezTo>
                  <a:pt x="326226" y="47522"/>
                  <a:pt x="325508" y="52108"/>
                  <a:pt x="325508" y="57043"/>
                </a:cubicBezTo>
                <a:cubicBezTo>
                  <a:pt x="325508" y="61815"/>
                  <a:pt x="326288" y="66196"/>
                  <a:pt x="327848" y="70186"/>
                </a:cubicBezTo>
                <a:cubicBezTo>
                  <a:pt x="329408" y="74174"/>
                  <a:pt x="331584" y="77608"/>
                  <a:pt x="334375" y="80488"/>
                </a:cubicBezTo>
                <a:cubicBezTo>
                  <a:pt x="337169" y="83367"/>
                  <a:pt x="340556" y="85609"/>
                  <a:pt x="344538" y="87213"/>
                </a:cubicBezTo>
                <a:cubicBezTo>
                  <a:pt x="348522" y="88817"/>
                  <a:pt x="352895" y="89619"/>
                  <a:pt x="357658" y="89619"/>
                </a:cubicBezTo>
                <a:cubicBezTo>
                  <a:pt x="366116" y="89619"/>
                  <a:pt x="373055" y="87392"/>
                  <a:pt x="378474" y="82940"/>
                </a:cubicBezTo>
                <a:cubicBezTo>
                  <a:pt x="383895" y="78487"/>
                  <a:pt x="387181" y="72031"/>
                  <a:pt x="388331" y="63573"/>
                </a:cubicBezTo>
                <a:lnTo>
                  <a:pt x="371454" y="63573"/>
                </a:lnTo>
                <a:cubicBezTo>
                  <a:pt x="370880" y="67515"/>
                  <a:pt x="369464" y="70657"/>
                  <a:pt x="367204" y="72997"/>
                </a:cubicBezTo>
                <a:cubicBezTo>
                  <a:pt x="364946" y="75337"/>
                  <a:pt x="361723" y="76507"/>
                  <a:pt x="357536" y="76507"/>
                </a:cubicBezTo>
                <a:cubicBezTo>
                  <a:pt x="354825" y="76507"/>
                  <a:pt x="352525" y="75891"/>
                  <a:pt x="350636" y="74659"/>
                </a:cubicBezTo>
                <a:cubicBezTo>
                  <a:pt x="348747" y="73427"/>
                  <a:pt x="347249" y="71846"/>
                  <a:pt x="346140" y="69917"/>
                </a:cubicBezTo>
                <a:cubicBezTo>
                  <a:pt x="345032" y="67986"/>
                  <a:pt x="344231" y="65829"/>
                  <a:pt x="343738" y="63447"/>
                </a:cubicBezTo>
                <a:cubicBezTo>
                  <a:pt x="343245" y="61065"/>
                  <a:pt x="342999" y="58724"/>
                  <a:pt x="342999" y="56425"/>
                </a:cubicBezTo>
                <a:cubicBezTo>
                  <a:pt x="342999" y="54043"/>
                  <a:pt x="343245" y="51641"/>
                  <a:pt x="343738" y="49219"/>
                </a:cubicBezTo>
                <a:cubicBezTo>
                  <a:pt x="344231" y="46795"/>
                  <a:pt x="345073" y="44577"/>
                  <a:pt x="346264" y="42565"/>
                </a:cubicBezTo>
                <a:cubicBezTo>
                  <a:pt x="347454" y="40553"/>
                  <a:pt x="348994" y="38910"/>
                  <a:pt x="350882" y="37637"/>
                </a:cubicBezTo>
                <a:cubicBezTo>
                  <a:pt x="352772" y="36364"/>
                  <a:pt x="355112" y="35727"/>
                  <a:pt x="357904" y="35727"/>
                </a:cubicBezTo>
                <a:cubicBezTo>
                  <a:pt x="365377" y="35727"/>
                  <a:pt x="369689" y="39376"/>
                  <a:pt x="370839" y="46674"/>
                </a:cubicBezTo>
                <a:close/>
                <a:moveTo>
                  <a:pt x="397129" y="43836"/>
                </a:moveTo>
                <a:cubicBezTo>
                  <a:pt x="397375" y="39729"/>
                  <a:pt x="398401" y="36322"/>
                  <a:pt x="400208" y="33613"/>
                </a:cubicBezTo>
                <a:cubicBezTo>
                  <a:pt x="402015" y="30902"/>
                  <a:pt x="404314" y="28726"/>
                  <a:pt x="407106" y="27083"/>
                </a:cubicBezTo>
                <a:cubicBezTo>
                  <a:pt x="409898" y="25440"/>
                  <a:pt x="413039" y="24270"/>
                  <a:pt x="416529" y="23572"/>
                </a:cubicBezTo>
                <a:cubicBezTo>
                  <a:pt x="420020" y="22874"/>
                  <a:pt x="423531" y="22525"/>
                  <a:pt x="427062" y="22525"/>
                </a:cubicBezTo>
                <a:cubicBezTo>
                  <a:pt x="430265" y="22525"/>
                  <a:pt x="433508" y="22751"/>
                  <a:pt x="436792" y="23203"/>
                </a:cubicBezTo>
                <a:cubicBezTo>
                  <a:pt x="440078" y="23655"/>
                  <a:pt x="443075" y="24537"/>
                  <a:pt x="445784" y="25852"/>
                </a:cubicBezTo>
                <a:cubicBezTo>
                  <a:pt x="448495" y="27165"/>
                  <a:pt x="450712" y="28992"/>
                  <a:pt x="452436" y="31333"/>
                </a:cubicBezTo>
                <a:cubicBezTo>
                  <a:pt x="454162" y="33673"/>
                  <a:pt x="455024" y="36773"/>
                  <a:pt x="455024" y="40633"/>
                </a:cubicBezTo>
                <a:lnTo>
                  <a:pt x="455024" y="73768"/>
                </a:lnTo>
                <a:cubicBezTo>
                  <a:pt x="455024" y="76643"/>
                  <a:pt x="455189" y="79394"/>
                  <a:pt x="455517" y="82021"/>
                </a:cubicBezTo>
                <a:cubicBezTo>
                  <a:pt x="455845" y="84649"/>
                  <a:pt x="456420" y="86620"/>
                  <a:pt x="457240" y="87934"/>
                </a:cubicBezTo>
                <a:lnTo>
                  <a:pt x="439503" y="87934"/>
                </a:lnTo>
                <a:cubicBezTo>
                  <a:pt x="439174" y="86950"/>
                  <a:pt x="438908" y="85944"/>
                  <a:pt x="438702" y="84918"/>
                </a:cubicBezTo>
                <a:cubicBezTo>
                  <a:pt x="438497" y="83890"/>
                  <a:pt x="438353" y="82843"/>
                  <a:pt x="438272" y="81775"/>
                </a:cubicBezTo>
                <a:cubicBezTo>
                  <a:pt x="435480" y="84650"/>
                  <a:pt x="432195" y="86662"/>
                  <a:pt x="428417" y="87812"/>
                </a:cubicBezTo>
                <a:cubicBezTo>
                  <a:pt x="424639" y="88961"/>
                  <a:pt x="420779" y="89536"/>
                  <a:pt x="416837" y="89536"/>
                </a:cubicBezTo>
                <a:cubicBezTo>
                  <a:pt x="413799" y="89536"/>
                  <a:pt x="410966" y="89166"/>
                  <a:pt x="408337" y="88427"/>
                </a:cubicBezTo>
                <a:cubicBezTo>
                  <a:pt x="405710" y="87688"/>
                  <a:pt x="403410" y="86538"/>
                  <a:pt x="401439" y="84978"/>
                </a:cubicBezTo>
                <a:cubicBezTo>
                  <a:pt x="399470" y="83418"/>
                  <a:pt x="397930" y="81447"/>
                  <a:pt x="396821" y="79067"/>
                </a:cubicBezTo>
                <a:cubicBezTo>
                  <a:pt x="395712" y="76685"/>
                  <a:pt x="395158" y="73851"/>
                  <a:pt x="395158" y="70565"/>
                </a:cubicBezTo>
                <a:cubicBezTo>
                  <a:pt x="395158" y="66953"/>
                  <a:pt x="395794" y="63976"/>
                  <a:pt x="397067" y="61635"/>
                </a:cubicBezTo>
                <a:cubicBezTo>
                  <a:pt x="398341" y="59295"/>
                  <a:pt x="399983" y="57426"/>
                  <a:pt x="401994" y="56030"/>
                </a:cubicBezTo>
                <a:cubicBezTo>
                  <a:pt x="404006" y="54634"/>
                  <a:pt x="406306" y="53588"/>
                  <a:pt x="408892" y="52890"/>
                </a:cubicBezTo>
                <a:cubicBezTo>
                  <a:pt x="411479" y="52192"/>
                  <a:pt x="414087" y="51638"/>
                  <a:pt x="416715" y="51228"/>
                </a:cubicBezTo>
                <a:cubicBezTo>
                  <a:pt x="419342" y="50817"/>
                  <a:pt x="421929" y="50488"/>
                  <a:pt x="424474" y="50241"/>
                </a:cubicBezTo>
                <a:cubicBezTo>
                  <a:pt x="427020" y="49994"/>
                  <a:pt x="429278" y="49625"/>
                  <a:pt x="431250" y="49132"/>
                </a:cubicBezTo>
                <a:cubicBezTo>
                  <a:pt x="433221" y="48640"/>
                  <a:pt x="434781" y="47922"/>
                  <a:pt x="435930" y="46978"/>
                </a:cubicBezTo>
                <a:cubicBezTo>
                  <a:pt x="437080" y="46034"/>
                  <a:pt x="437614" y="44658"/>
                  <a:pt x="437533" y="42851"/>
                </a:cubicBezTo>
                <a:cubicBezTo>
                  <a:pt x="437533" y="40961"/>
                  <a:pt x="437225" y="39462"/>
                  <a:pt x="436608" y="38355"/>
                </a:cubicBezTo>
                <a:cubicBezTo>
                  <a:pt x="435992" y="37246"/>
                  <a:pt x="435170" y="36384"/>
                  <a:pt x="434144" y="35768"/>
                </a:cubicBezTo>
                <a:cubicBezTo>
                  <a:pt x="433118" y="35152"/>
                  <a:pt x="431927" y="34741"/>
                  <a:pt x="430571" y="34535"/>
                </a:cubicBezTo>
                <a:cubicBezTo>
                  <a:pt x="429216" y="34330"/>
                  <a:pt x="427759" y="34227"/>
                  <a:pt x="426199" y="34227"/>
                </a:cubicBezTo>
                <a:cubicBezTo>
                  <a:pt x="422751" y="34227"/>
                  <a:pt x="420041" y="34967"/>
                  <a:pt x="418070" y="36445"/>
                </a:cubicBezTo>
                <a:cubicBezTo>
                  <a:pt x="416099" y="37924"/>
                  <a:pt x="414949" y="40387"/>
                  <a:pt x="414621" y="43836"/>
                </a:cubicBezTo>
                <a:lnTo>
                  <a:pt x="397129" y="43836"/>
                </a:lnTo>
                <a:moveTo>
                  <a:pt x="437533" y="56769"/>
                </a:moveTo>
                <a:cubicBezTo>
                  <a:pt x="436794" y="57427"/>
                  <a:pt x="435870" y="57941"/>
                  <a:pt x="434761" y="58310"/>
                </a:cubicBezTo>
                <a:cubicBezTo>
                  <a:pt x="433652" y="58680"/>
                  <a:pt x="432461" y="58988"/>
                  <a:pt x="431187" y="59235"/>
                </a:cubicBezTo>
                <a:cubicBezTo>
                  <a:pt x="429916" y="59481"/>
                  <a:pt x="428581" y="59686"/>
                  <a:pt x="427184" y="59850"/>
                </a:cubicBezTo>
                <a:cubicBezTo>
                  <a:pt x="425788" y="60014"/>
                  <a:pt x="424392" y="60219"/>
                  <a:pt x="422996" y="60464"/>
                </a:cubicBezTo>
                <a:cubicBezTo>
                  <a:pt x="421683" y="60711"/>
                  <a:pt x="420390" y="61040"/>
                  <a:pt x="419117" y="61451"/>
                </a:cubicBezTo>
                <a:cubicBezTo>
                  <a:pt x="417844" y="61861"/>
                  <a:pt x="416735" y="62415"/>
                  <a:pt x="415790" y="63115"/>
                </a:cubicBezTo>
                <a:cubicBezTo>
                  <a:pt x="414846" y="63812"/>
                  <a:pt x="414087" y="64695"/>
                  <a:pt x="413512" y="65763"/>
                </a:cubicBezTo>
                <a:cubicBezTo>
                  <a:pt x="412937" y="66829"/>
                  <a:pt x="412649" y="68184"/>
                  <a:pt x="412649" y="69827"/>
                </a:cubicBezTo>
                <a:cubicBezTo>
                  <a:pt x="412649" y="71387"/>
                  <a:pt x="412937" y="72700"/>
                  <a:pt x="413512" y="73768"/>
                </a:cubicBezTo>
                <a:cubicBezTo>
                  <a:pt x="414087" y="74836"/>
                  <a:pt x="414867" y="75678"/>
                  <a:pt x="415852" y="76294"/>
                </a:cubicBezTo>
                <a:cubicBezTo>
                  <a:pt x="416838" y="76909"/>
                  <a:pt x="417988" y="77340"/>
                  <a:pt x="419301" y="77587"/>
                </a:cubicBezTo>
                <a:cubicBezTo>
                  <a:pt x="420615" y="77834"/>
                  <a:pt x="421971" y="77958"/>
                  <a:pt x="423367" y="77958"/>
                </a:cubicBezTo>
                <a:cubicBezTo>
                  <a:pt x="426815" y="77958"/>
                  <a:pt x="429483" y="77383"/>
                  <a:pt x="431372" y="76234"/>
                </a:cubicBezTo>
                <a:cubicBezTo>
                  <a:pt x="433261" y="75084"/>
                  <a:pt x="434658" y="73708"/>
                  <a:pt x="435561" y="72106"/>
                </a:cubicBezTo>
                <a:cubicBezTo>
                  <a:pt x="436465" y="70505"/>
                  <a:pt x="437019" y="68883"/>
                  <a:pt x="437225" y="67240"/>
                </a:cubicBezTo>
                <a:cubicBezTo>
                  <a:pt x="437430" y="65597"/>
                  <a:pt x="437533" y="64284"/>
                  <a:pt x="437533" y="63299"/>
                </a:cubicBezTo>
                <a:lnTo>
                  <a:pt x="437533" y="56769"/>
                </a:lnTo>
                <a:close/>
                <a:moveTo>
                  <a:pt x="481807" y="67244"/>
                </a:moveTo>
                <a:lnTo>
                  <a:pt x="465178" y="67244"/>
                </a:lnTo>
                <a:cubicBezTo>
                  <a:pt x="465342" y="71507"/>
                  <a:pt x="466307" y="75052"/>
                  <a:pt x="468073" y="77881"/>
                </a:cubicBezTo>
                <a:cubicBezTo>
                  <a:pt x="469838" y="80707"/>
                  <a:pt x="472096" y="82982"/>
                  <a:pt x="474847" y="84703"/>
                </a:cubicBezTo>
                <a:cubicBezTo>
                  <a:pt x="477598" y="86425"/>
                  <a:pt x="480740" y="87654"/>
                  <a:pt x="484271" y="88391"/>
                </a:cubicBezTo>
                <a:cubicBezTo>
                  <a:pt x="487802" y="89129"/>
                  <a:pt x="491415" y="89498"/>
                  <a:pt x="495111" y="89498"/>
                </a:cubicBezTo>
                <a:cubicBezTo>
                  <a:pt x="498723" y="89498"/>
                  <a:pt x="502274" y="89149"/>
                  <a:pt x="505764" y="88449"/>
                </a:cubicBezTo>
                <a:cubicBezTo>
                  <a:pt x="509255" y="87751"/>
                  <a:pt x="512355" y="86540"/>
                  <a:pt x="515064" y="84814"/>
                </a:cubicBezTo>
                <a:cubicBezTo>
                  <a:pt x="517775" y="83089"/>
                  <a:pt x="519971" y="80809"/>
                  <a:pt x="521654" y="77975"/>
                </a:cubicBezTo>
                <a:cubicBezTo>
                  <a:pt x="523338" y="75140"/>
                  <a:pt x="524180" y="71628"/>
                  <a:pt x="524180" y="67438"/>
                </a:cubicBezTo>
                <a:cubicBezTo>
                  <a:pt x="524180" y="64480"/>
                  <a:pt x="523605" y="61996"/>
                  <a:pt x="522455" y="59983"/>
                </a:cubicBezTo>
                <a:cubicBezTo>
                  <a:pt x="521306" y="57969"/>
                  <a:pt x="519786" y="56285"/>
                  <a:pt x="517897" y="54929"/>
                </a:cubicBezTo>
                <a:cubicBezTo>
                  <a:pt x="516008" y="53573"/>
                  <a:pt x="513853" y="52485"/>
                  <a:pt x="511431" y="51664"/>
                </a:cubicBezTo>
                <a:cubicBezTo>
                  <a:pt x="509009" y="50842"/>
                  <a:pt x="506525" y="50144"/>
                  <a:pt x="503978" y="49568"/>
                </a:cubicBezTo>
                <a:cubicBezTo>
                  <a:pt x="501515" y="48993"/>
                  <a:pt x="499092" y="48459"/>
                  <a:pt x="496710" y="47967"/>
                </a:cubicBezTo>
                <a:cubicBezTo>
                  <a:pt x="494329" y="47473"/>
                  <a:pt x="492215" y="46919"/>
                  <a:pt x="490366" y="46304"/>
                </a:cubicBezTo>
                <a:cubicBezTo>
                  <a:pt x="488519" y="45687"/>
                  <a:pt x="487021" y="44886"/>
                  <a:pt x="485870" y="43900"/>
                </a:cubicBezTo>
                <a:cubicBezTo>
                  <a:pt x="484721" y="42913"/>
                  <a:pt x="484147" y="41640"/>
                  <a:pt x="484147" y="40078"/>
                </a:cubicBezTo>
                <a:cubicBezTo>
                  <a:pt x="484147" y="38764"/>
                  <a:pt x="484475" y="37716"/>
                  <a:pt x="485132" y="36936"/>
                </a:cubicBezTo>
                <a:cubicBezTo>
                  <a:pt x="485790" y="36155"/>
                  <a:pt x="486590" y="35560"/>
                  <a:pt x="487534" y="35150"/>
                </a:cubicBezTo>
                <a:cubicBezTo>
                  <a:pt x="488479" y="34739"/>
                  <a:pt x="489526" y="34472"/>
                  <a:pt x="490675" y="34349"/>
                </a:cubicBezTo>
                <a:cubicBezTo>
                  <a:pt x="491825" y="34225"/>
                  <a:pt x="492893" y="34163"/>
                  <a:pt x="493878" y="34163"/>
                </a:cubicBezTo>
                <a:cubicBezTo>
                  <a:pt x="496998" y="34163"/>
                  <a:pt x="499707" y="34762"/>
                  <a:pt x="502007" y="35958"/>
                </a:cubicBezTo>
                <a:cubicBezTo>
                  <a:pt x="504306" y="37154"/>
                  <a:pt x="505579" y="39442"/>
                  <a:pt x="505826" y="42824"/>
                </a:cubicBezTo>
                <a:lnTo>
                  <a:pt x="522457" y="42824"/>
                </a:lnTo>
                <a:cubicBezTo>
                  <a:pt x="522128" y="38882"/>
                  <a:pt x="521122" y="35617"/>
                  <a:pt x="519438" y="33030"/>
                </a:cubicBezTo>
                <a:cubicBezTo>
                  <a:pt x="517755" y="30442"/>
                  <a:pt x="515641" y="28369"/>
                  <a:pt x="513094" y="26809"/>
                </a:cubicBezTo>
                <a:cubicBezTo>
                  <a:pt x="510549" y="25247"/>
                  <a:pt x="507655" y="24138"/>
                  <a:pt x="504411" y="23482"/>
                </a:cubicBezTo>
                <a:cubicBezTo>
                  <a:pt x="501167" y="22824"/>
                  <a:pt x="497820" y="22495"/>
                  <a:pt x="494372" y="22495"/>
                </a:cubicBezTo>
                <a:cubicBezTo>
                  <a:pt x="490922" y="22495"/>
                  <a:pt x="487555" y="22803"/>
                  <a:pt x="484269" y="23420"/>
                </a:cubicBezTo>
                <a:cubicBezTo>
                  <a:pt x="480985" y="24035"/>
                  <a:pt x="478029" y="25102"/>
                  <a:pt x="475401" y="26622"/>
                </a:cubicBezTo>
                <a:cubicBezTo>
                  <a:pt x="472774" y="28142"/>
                  <a:pt x="470659" y="30217"/>
                  <a:pt x="469058" y="32846"/>
                </a:cubicBezTo>
                <a:cubicBezTo>
                  <a:pt x="467456" y="35475"/>
                  <a:pt x="466655" y="38843"/>
                  <a:pt x="466655" y="42952"/>
                </a:cubicBezTo>
                <a:cubicBezTo>
                  <a:pt x="466655" y="45745"/>
                  <a:pt x="467230" y="48107"/>
                  <a:pt x="468379" y="50038"/>
                </a:cubicBezTo>
                <a:cubicBezTo>
                  <a:pt x="469529" y="51968"/>
                  <a:pt x="471049" y="53570"/>
                  <a:pt x="472937" y="54844"/>
                </a:cubicBezTo>
                <a:cubicBezTo>
                  <a:pt x="474827" y="56117"/>
                  <a:pt x="476983" y="57144"/>
                  <a:pt x="479405" y="57925"/>
                </a:cubicBezTo>
                <a:cubicBezTo>
                  <a:pt x="481827" y="58706"/>
                  <a:pt x="484311" y="59384"/>
                  <a:pt x="486857" y="59959"/>
                </a:cubicBezTo>
                <a:cubicBezTo>
                  <a:pt x="493097" y="61273"/>
                  <a:pt x="497962" y="62588"/>
                  <a:pt x="501452" y="63902"/>
                </a:cubicBezTo>
                <a:cubicBezTo>
                  <a:pt x="504943" y="65217"/>
                  <a:pt x="506689" y="67188"/>
                  <a:pt x="506689" y="69817"/>
                </a:cubicBezTo>
                <a:cubicBezTo>
                  <a:pt x="506689" y="71377"/>
                  <a:pt x="506319" y="72671"/>
                  <a:pt x="505580" y="73698"/>
                </a:cubicBezTo>
                <a:cubicBezTo>
                  <a:pt x="504840" y="74726"/>
                  <a:pt x="503916" y="75548"/>
                  <a:pt x="502807" y="76164"/>
                </a:cubicBezTo>
                <a:cubicBezTo>
                  <a:pt x="501700" y="76780"/>
                  <a:pt x="500468" y="77231"/>
                  <a:pt x="499112" y="77520"/>
                </a:cubicBezTo>
                <a:cubicBezTo>
                  <a:pt x="497758" y="77807"/>
                  <a:pt x="496464" y="77950"/>
                  <a:pt x="495233" y="77950"/>
                </a:cubicBezTo>
                <a:cubicBezTo>
                  <a:pt x="493508" y="77950"/>
                  <a:pt x="491846" y="77745"/>
                  <a:pt x="490244" y="77335"/>
                </a:cubicBezTo>
                <a:cubicBezTo>
                  <a:pt x="488643" y="76924"/>
                  <a:pt x="487226" y="76289"/>
                  <a:pt x="485995" y="75428"/>
                </a:cubicBezTo>
                <a:cubicBezTo>
                  <a:pt x="484763" y="74566"/>
                  <a:pt x="483757" y="73458"/>
                  <a:pt x="482976" y="72105"/>
                </a:cubicBezTo>
                <a:cubicBezTo>
                  <a:pt x="482197" y="70751"/>
                  <a:pt x="481807" y="69131"/>
                  <a:pt x="481807" y="67244"/>
                </a:cubicBezTo>
                <a:close/>
                <a:moveTo>
                  <a:pt x="576921" y="49320"/>
                </a:moveTo>
                <a:lnTo>
                  <a:pt x="548468" y="49320"/>
                </a:lnTo>
                <a:cubicBezTo>
                  <a:pt x="548550" y="48085"/>
                  <a:pt x="548816" y="46684"/>
                  <a:pt x="549267" y="45119"/>
                </a:cubicBezTo>
                <a:cubicBezTo>
                  <a:pt x="549719" y="43553"/>
                  <a:pt x="550500" y="42070"/>
                  <a:pt x="551609" y="40670"/>
                </a:cubicBezTo>
                <a:cubicBezTo>
                  <a:pt x="552718" y="39270"/>
                  <a:pt x="554196" y="38095"/>
                  <a:pt x="556043" y="37148"/>
                </a:cubicBezTo>
                <a:cubicBezTo>
                  <a:pt x="557891" y="36201"/>
                  <a:pt x="560211" y="35727"/>
                  <a:pt x="563003" y="35727"/>
                </a:cubicBezTo>
                <a:cubicBezTo>
                  <a:pt x="567273" y="35727"/>
                  <a:pt x="570455" y="36881"/>
                  <a:pt x="572549" y="39187"/>
                </a:cubicBezTo>
                <a:cubicBezTo>
                  <a:pt x="574643" y="41494"/>
                  <a:pt x="576100" y="44872"/>
                  <a:pt x="576921" y="49320"/>
                </a:cubicBezTo>
                <a:moveTo>
                  <a:pt x="548468" y="60387"/>
                </a:moveTo>
                <a:lnTo>
                  <a:pt x="594414" y="60387"/>
                </a:lnTo>
                <a:cubicBezTo>
                  <a:pt x="594743" y="55450"/>
                  <a:pt x="594332" y="50719"/>
                  <a:pt x="593181" y="46193"/>
                </a:cubicBezTo>
                <a:cubicBezTo>
                  <a:pt x="592032" y="41667"/>
                  <a:pt x="590164" y="37635"/>
                  <a:pt x="587577" y="34098"/>
                </a:cubicBezTo>
                <a:cubicBezTo>
                  <a:pt x="584990" y="30559"/>
                  <a:pt x="581685" y="27741"/>
                  <a:pt x="577660" y="25643"/>
                </a:cubicBezTo>
                <a:cubicBezTo>
                  <a:pt x="573636" y="23544"/>
                  <a:pt x="568915" y="22495"/>
                  <a:pt x="563495" y="22495"/>
                </a:cubicBezTo>
                <a:cubicBezTo>
                  <a:pt x="558650" y="22495"/>
                  <a:pt x="554236" y="23359"/>
                  <a:pt x="550254" y="25087"/>
                </a:cubicBezTo>
                <a:cubicBezTo>
                  <a:pt x="546271" y="26814"/>
                  <a:pt x="542843" y="29178"/>
                  <a:pt x="539969" y="32180"/>
                </a:cubicBezTo>
                <a:cubicBezTo>
                  <a:pt x="537094" y="35183"/>
                  <a:pt x="534877" y="38741"/>
                  <a:pt x="533317" y="42855"/>
                </a:cubicBezTo>
                <a:cubicBezTo>
                  <a:pt x="531757" y="46967"/>
                  <a:pt x="530977" y="51409"/>
                  <a:pt x="530977" y="56181"/>
                </a:cubicBezTo>
                <a:cubicBezTo>
                  <a:pt x="530977" y="61115"/>
                  <a:pt x="531736" y="65639"/>
                  <a:pt x="533255" y="69753"/>
                </a:cubicBezTo>
                <a:cubicBezTo>
                  <a:pt x="534775" y="73866"/>
                  <a:pt x="536931" y="77403"/>
                  <a:pt x="539722" y="80365"/>
                </a:cubicBezTo>
                <a:cubicBezTo>
                  <a:pt x="542514" y="83326"/>
                  <a:pt x="545922" y="85609"/>
                  <a:pt x="549945" y="87213"/>
                </a:cubicBezTo>
                <a:cubicBezTo>
                  <a:pt x="553969" y="88817"/>
                  <a:pt x="558486" y="89619"/>
                  <a:pt x="563495" y="89619"/>
                </a:cubicBezTo>
                <a:cubicBezTo>
                  <a:pt x="570722" y="89619"/>
                  <a:pt x="576880" y="87978"/>
                  <a:pt x="581972" y="84696"/>
                </a:cubicBezTo>
                <a:cubicBezTo>
                  <a:pt x="587064" y="81414"/>
                  <a:pt x="590842" y="75958"/>
                  <a:pt x="593306" y="68327"/>
                </a:cubicBezTo>
                <a:lnTo>
                  <a:pt x="577908" y="68327"/>
                </a:lnTo>
                <a:cubicBezTo>
                  <a:pt x="577333" y="70280"/>
                  <a:pt x="575772" y="72132"/>
                  <a:pt x="573226" y="73883"/>
                </a:cubicBezTo>
                <a:cubicBezTo>
                  <a:pt x="570681" y="75632"/>
                  <a:pt x="567643" y="76507"/>
                  <a:pt x="564112" y="76507"/>
                </a:cubicBezTo>
                <a:cubicBezTo>
                  <a:pt x="559185" y="76507"/>
                  <a:pt x="555407" y="75235"/>
                  <a:pt x="552778" y="72693"/>
                </a:cubicBezTo>
                <a:cubicBezTo>
                  <a:pt x="550150" y="70149"/>
                  <a:pt x="548714" y="66047"/>
                  <a:pt x="548468" y="60387"/>
                </a:cubicBezTo>
                <a:close/>
                <a:moveTo>
                  <a:pt x="617994" y="67244"/>
                </a:moveTo>
                <a:lnTo>
                  <a:pt x="601365" y="67244"/>
                </a:lnTo>
                <a:cubicBezTo>
                  <a:pt x="601530" y="71507"/>
                  <a:pt x="602494" y="75052"/>
                  <a:pt x="604260" y="77881"/>
                </a:cubicBezTo>
                <a:cubicBezTo>
                  <a:pt x="606026" y="80707"/>
                  <a:pt x="608284" y="82982"/>
                  <a:pt x="611034" y="84703"/>
                </a:cubicBezTo>
                <a:cubicBezTo>
                  <a:pt x="613786" y="86425"/>
                  <a:pt x="616927" y="87654"/>
                  <a:pt x="620458" y="88391"/>
                </a:cubicBezTo>
                <a:cubicBezTo>
                  <a:pt x="623989" y="89129"/>
                  <a:pt x="627603" y="89498"/>
                  <a:pt x="631298" y="89498"/>
                </a:cubicBezTo>
                <a:cubicBezTo>
                  <a:pt x="634910" y="89498"/>
                  <a:pt x="638462" y="89149"/>
                  <a:pt x="641951" y="88449"/>
                </a:cubicBezTo>
                <a:cubicBezTo>
                  <a:pt x="645442" y="87751"/>
                  <a:pt x="648542" y="86540"/>
                  <a:pt x="651251" y="84814"/>
                </a:cubicBezTo>
                <a:cubicBezTo>
                  <a:pt x="653962" y="83089"/>
                  <a:pt x="656158" y="80809"/>
                  <a:pt x="657841" y="77975"/>
                </a:cubicBezTo>
                <a:cubicBezTo>
                  <a:pt x="659525" y="75140"/>
                  <a:pt x="660367" y="71628"/>
                  <a:pt x="660367" y="67438"/>
                </a:cubicBezTo>
                <a:cubicBezTo>
                  <a:pt x="660367" y="64480"/>
                  <a:pt x="659792" y="61996"/>
                  <a:pt x="658642" y="59983"/>
                </a:cubicBezTo>
                <a:cubicBezTo>
                  <a:pt x="657493" y="57969"/>
                  <a:pt x="655974" y="56285"/>
                  <a:pt x="654084" y="54929"/>
                </a:cubicBezTo>
                <a:cubicBezTo>
                  <a:pt x="652196" y="53573"/>
                  <a:pt x="650040" y="52485"/>
                  <a:pt x="647618" y="51664"/>
                </a:cubicBezTo>
                <a:cubicBezTo>
                  <a:pt x="645196" y="50842"/>
                  <a:pt x="642712" y="50144"/>
                  <a:pt x="640166" y="49568"/>
                </a:cubicBezTo>
                <a:cubicBezTo>
                  <a:pt x="637702" y="48993"/>
                  <a:pt x="635279" y="48459"/>
                  <a:pt x="632897" y="47967"/>
                </a:cubicBezTo>
                <a:cubicBezTo>
                  <a:pt x="630517" y="47473"/>
                  <a:pt x="628402" y="46919"/>
                  <a:pt x="626554" y="46304"/>
                </a:cubicBezTo>
                <a:cubicBezTo>
                  <a:pt x="624707" y="45687"/>
                  <a:pt x="623208" y="44886"/>
                  <a:pt x="622058" y="43900"/>
                </a:cubicBezTo>
                <a:cubicBezTo>
                  <a:pt x="620909" y="42913"/>
                  <a:pt x="620334" y="41640"/>
                  <a:pt x="620334" y="40078"/>
                </a:cubicBezTo>
                <a:cubicBezTo>
                  <a:pt x="620334" y="38764"/>
                  <a:pt x="620663" y="37716"/>
                  <a:pt x="621319" y="36936"/>
                </a:cubicBezTo>
                <a:cubicBezTo>
                  <a:pt x="621977" y="36155"/>
                  <a:pt x="622778" y="35560"/>
                  <a:pt x="623721" y="35150"/>
                </a:cubicBezTo>
                <a:cubicBezTo>
                  <a:pt x="624666" y="34739"/>
                  <a:pt x="625713" y="34472"/>
                  <a:pt x="626862" y="34349"/>
                </a:cubicBezTo>
                <a:cubicBezTo>
                  <a:pt x="628012" y="34225"/>
                  <a:pt x="629080" y="34163"/>
                  <a:pt x="630065" y="34163"/>
                </a:cubicBezTo>
                <a:cubicBezTo>
                  <a:pt x="633185" y="34163"/>
                  <a:pt x="635895" y="34762"/>
                  <a:pt x="638194" y="35958"/>
                </a:cubicBezTo>
                <a:cubicBezTo>
                  <a:pt x="640493" y="37154"/>
                  <a:pt x="641766" y="39442"/>
                  <a:pt x="642013" y="42824"/>
                </a:cubicBezTo>
                <a:lnTo>
                  <a:pt x="658644" y="42824"/>
                </a:lnTo>
                <a:cubicBezTo>
                  <a:pt x="658316" y="38882"/>
                  <a:pt x="657309" y="35617"/>
                  <a:pt x="655625" y="33030"/>
                </a:cubicBezTo>
                <a:cubicBezTo>
                  <a:pt x="653942" y="30442"/>
                  <a:pt x="651828" y="28369"/>
                  <a:pt x="649282" y="26809"/>
                </a:cubicBezTo>
                <a:cubicBezTo>
                  <a:pt x="646737" y="25247"/>
                  <a:pt x="643842" y="24138"/>
                  <a:pt x="640598" y="23482"/>
                </a:cubicBezTo>
                <a:cubicBezTo>
                  <a:pt x="637354" y="22824"/>
                  <a:pt x="634008" y="22495"/>
                  <a:pt x="630559" y="22495"/>
                </a:cubicBezTo>
                <a:cubicBezTo>
                  <a:pt x="627109" y="22495"/>
                  <a:pt x="623742" y="22803"/>
                  <a:pt x="620456" y="23420"/>
                </a:cubicBezTo>
                <a:cubicBezTo>
                  <a:pt x="617172" y="24035"/>
                  <a:pt x="614216" y="25102"/>
                  <a:pt x="611589" y="26622"/>
                </a:cubicBezTo>
                <a:cubicBezTo>
                  <a:pt x="608961" y="28142"/>
                  <a:pt x="606846" y="30217"/>
                  <a:pt x="605245" y="32846"/>
                </a:cubicBezTo>
                <a:cubicBezTo>
                  <a:pt x="603644" y="35475"/>
                  <a:pt x="602843" y="38843"/>
                  <a:pt x="602843" y="42952"/>
                </a:cubicBezTo>
                <a:cubicBezTo>
                  <a:pt x="602843" y="45745"/>
                  <a:pt x="603417" y="48107"/>
                  <a:pt x="604566" y="50038"/>
                </a:cubicBezTo>
                <a:cubicBezTo>
                  <a:pt x="605717" y="51968"/>
                  <a:pt x="607236" y="53570"/>
                  <a:pt x="609124" y="54844"/>
                </a:cubicBezTo>
                <a:cubicBezTo>
                  <a:pt x="611014" y="56117"/>
                  <a:pt x="613170" y="57144"/>
                  <a:pt x="615592" y="57925"/>
                </a:cubicBezTo>
                <a:cubicBezTo>
                  <a:pt x="618014" y="58706"/>
                  <a:pt x="620498" y="59384"/>
                  <a:pt x="623045" y="59959"/>
                </a:cubicBezTo>
                <a:cubicBezTo>
                  <a:pt x="629285" y="61273"/>
                  <a:pt x="634150" y="62588"/>
                  <a:pt x="637640" y="63902"/>
                </a:cubicBezTo>
                <a:cubicBezTo>
                  <a:pt x="641131" y="65217"/>
                  <a:pt x="642876" y="67188"/>
                  <a:pt x="642876" y="69817"/>
                </a:cubicBezTo>
                <a:cubicBezTo>
                  <a:pt x="642876" y="71377"/>
                  <a:pt x="642506" y="72671"/>
                  <a:pt x="641767" y="73698"/>
                </a:cubicBezTo>
                <a:cubicBezTo>
                  <a:pt x="641028" y="74726"/>
                  <a:pt x="640104" y="75548"/>
                  <a:pt x="638995" y="76164"/>
                </a:cubicBezTo>
                <a:cubicBezTo>
                  <a:pt x="637887" y="76780"/>
                  <a:pt x="636655" y="77231"/>
                  <a:pt x="635299" y="77520"/>
                </a:cubicBezTo>
                <a:cubicBezTo>
                  <a:pt x="633945" y="77807"/>
                  <a:pt x="632652" y="77950"/>
                  <a:pt x="631420" y="77950"/>
                </a:cubicBezTo>
                <a:cubicBezTo>
                  <a:pt x="629696" y="77950"/>
                  <a:pt x="628033" y="77745"/>
                  <a:pt x="626432" y="77335"/>
                </a:cubicBezTo>
                <a:cubicBezTo>
                  <a:pt x="624830" y="76924"/>
                  <a:pt x="623414" y="76289"/>
                  <a:pt x="622182" y="75428"/>
                </a:cubicBezTo>
                <a:cubicBezTo>
                  <a:pt x="620950" y="74566"/>
                  <a:pt x="619944" y="73458"/>
                  <a:pt x="619163" y="72105"/>
                </a:cubicBezTo>
                <a:cubicBezTo>
                  <a:pt x="618384" y="70751"/>
                  <a:pt x="617994" y="69131"/>
                  <a:pt x="617994" y="67244"/>
                </a:cubicBez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4AF9D-2B2C-41E1-97A7-B6FE3F87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24" y="4694357"/>
            <a:ext cx="1128133" cy="174013"/>
          </a:xfrm>
          <a:custGeom xmlns:a="http://schemas.openxmlformats.org/drawingml/2006/main">
            <a:pathLst>
              <a:path w="1128133" h="174013">
                <a:moveTo>
                  <a:pt x="689" y="28278"/>
                </a:moveTo>
                <a:cubicBezTo>
                  <a:pt x="0" y="12991"/>
                  <a:pt x="12991" y="0"/>
                  <a:pt x="28232" y="734"/>
                </a:cubicBezTo>
                <a:lnTo>
                  <a:pt x="1098754" y="734"/>
                </a:lnTo>
                <a:cubicBezTo>
                  <a:pt x="1114760" y="0"/>
                  <a:pt x="1127751" y="12991"/>
                  <a:pt x="1128133" y="28278"/>
                </a:cubicBezTo>
                <a:lnTo>
                  <a:pt x="1128133" y="145797"/>
                </a:lnTo>
                <a:cubicBezTo>
                  <a:pt x="1127751" y="161037"/>
                  <a:pt x="1114760" y="174013"/>
                  <a:pt x="1098754" y="173340"/>
                </a:cubicBezTo>
                <a:lnTo>
                  <a:pt x="28232" y="173340"/>
                </a:lnTo>
                <a:cubicBezTo>
                  <a:pt x="12991" y="174013"/>
                  <a:pt x="0" y="161037"/>
                  <a:pt x="689" y="145797"/>
                </a:cubicBezTo>
                <a:lnTo>
                  <a:pt x="689" y="28278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4C2E5-6042-428A-AC1F-43301046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073" y="4686706"/>
            <a:ext cx="1143053" cy="189315"/>
          </a:xfrm>
          <a:custGeom xmlns:a="http://schemas.openxmlformats.org/drawingml/2006/main">
            <a:pathLst>
              <a:path w="1143053" h="189315">
                <a:moveTo>
                  <a:pt x="2877" y="166944"/>
                </a:moveTo>
                <a:lnTo>
                  <a:pt x="4422" y="170142"/>
                </a:lnTo>
                <a:lnTo>
                  <a:pt x="6258" y="173172"/>
                </a:lnTo>
                <a:lnTo>
                  <a:pt x="8370" y="175987"/>
                </a:lnTo>
                <a:lnTo>
                  <a:pt x="10727" y="178589"/>
                </a:lnTo>
                <a:lnTo>
                  <a:pt x="13328" y="180960"/>
                </a:lnTo>
                <a:lnTo>
                  <a:pt x="16159" y="183072"/>
                </a:lnTo>
                <a:lnTo>
                  <a:pt x="19173" y="184908"/>
                </a:lnTo>
                <a:lnTo>
                  <a:pt x="22387" y="186454"/>
                </a:lnTo>
                <a:lnTo>
                  <a:pt x="25753" y="187678"/>
                </a:lnTo>
                <a:lnTo>
                  <a:pt x="29273" y="188581"/>
                </a:lnTo>
                <a:lnTo>
                  <a:pt x="32914" y="189147"/>
                </a:lnTo>
                <a:lnTo>
                  <a:pt x="36464" y="189315"/>
                </a:lnTo>
                <a:lnTo>
                  <a:pt x="1106588" y="189315"/>
                </a:lnTo>
                <a:lnTo>
                  <a:pt x="1110138" y="189147"/>
                </a:lnTo>
                <a:lnTo>
                  <a:pt x="1113780" y="188581"/>
                </a:lnTo>
                <a:lnTo>
                  <a:pt x="1117300" y="187678"/>
                </a:lnTo>
                <a:lnTo>
                  <a:pt x="1120666" y="186454"/>
                </a:lnTo>
                <a:lnTo>
                  <a:pt x="1123880" y="184908"/>
                </a:lnTo>
                <a:lnTo>
                  <a:pt x="1126909" y="183072"/>
                </a:lnTo>
                <a:lnTo>
                  <a:pt x="1129725" y="180960"/>
                </a:lnTo>
                <a:lnTo>
                  <a:pt x="1132326" y="178589"/>
                </a:lnTo>
                <a:lnTo>
                  <a:pt x="1134683" y="175987"/>
                </a:lnTo>
                <a:lnTo>
                  <a:pt x="1136794" y="173172"/>
                </a:lnTo>
                <a:lnTo>
                  <a:pt x="1138631" y="170142"/>
                </a:lnTo>
                <a:lnTo>
                  <a:pt x="1140176" y="166944"/>
                </a:lnTo>
                <a:lnTo>
                  <a:pt x="1141416" y="163562"/>
                </a:lnTo>
                <a:lnTo>
                  <a:pt x="1142318" y="160043"/>
                </a:lnTo>
                <a:lnTo>
                  <a:pt x="1142869" y="156401"/>
                </a:lnTo>
                <a:lnTo>
                  <a:pt x="1143053" y="152866"/>
                </a:lnTo>
                <a:lnTo>
                  <a:pt x="1143053" y="36464"/>
                </a:lnTo>
                <a:lnTo>
                  <a:pt x="1142869" y="32914"/>
                </a:lnTo>
                <a:lnTo>
                  <a:pt x="1142318" y="29273"/>
                </a:lnTo>
                <a:lnTo>
                  <a:pt x="1141416" y="25753"/>
                </a:lnTo>
                <a:lnTo>
                  <a:pt x="1140176" y="22387"/>
                </a:lnTo>
                <a:lnTo>
                  <a:pt x="1138631" y="19173"/>
                </a:lnTo>
                <a:lnTo>
                  <a:pt x="1136794" y="16159"/>
                </a:lnTo>
                <a:lnTo>
                  <a:pt x="1134683" y="13328"/>
                </a:lnTo>
                <a:lnTo>
                  <a:pt x="1132326" y="10727"/>
                </a:lnTo>
                <a:lnTo>
                  <a:pt x="1129725" y="8370"/>
                </a:lnTo>
                <a:lnTo>
                  <a:pt x="1126909" y="6258"/>
                </a:lnTo>
                <a:lnTo>
                  <a:pt x="1123880" y="4422"/>
                </a:lnTo>
                <a:lnTo>
                  <a:pt x="1120666" y="2877"/>
                </a:lnTo>
                <a:lnTo>
                  <a:pt x="1117300" y="1637"/>
                </a:lnTo>
                <a:lnTo>
                  <a:pt x="1113780" y="734"/>
                </a:lnTo>
                <a:lnTo>
                  <a:pt x="1110138" y="184"/>
                </a:lnTo>
                <a:lnTo>
                  <a:pt x="1106588" y="0"/>
                </a:lnTo>
                <a:lnTo>
                  <a:pt x="36464" y="0"/>
                </a:lnTo>
                <a:lnTo>
                  <a:pt x="32914" y="184"/>
                </a:lnTo>
                <a:lnTo>
                  <a:pt x="29273" y="734"/>
                </a:lnTo>
                <a:lnTo>
                  <a:pt x="25753" y="1637"/>
                </a:lnTo>
                <a:lnTo>
                  <a:pt x="22387" y="2877"/>
                </a:lnTo>
                <a:lnTo>
                  <a:pt x="19173" y="4422"/>
                </a:lnTo>
                <a:lnTo>
                  <a:pt x="16159" y="6258"/>
                </a:lnTo>
                <a:lnTo>
                  <a:pt x="13328" y="8370"/>
                </a:lnTo>
                <a:lnTo>
                  <a:pt x="10727" y="10727"/>
                </a:lnTo>
                <a:lnTo>
                  <a:pt x="8370" y="13328"/>
                </a:lnTo>
                <a:lnTo>
                  <a:pt x="6258" y="16159"/>
                </a:lnTo>
                <a:lnTo>
                  <a:pt x="4422" y="19173"/>
                </a:lnTo>
                <a:lnTo>
                  <a:pt x="2877" y="22387"/>
                </a:lnTo>
                <a:lnTo>
                  <a:pt x="1637" y="25753"/>
                </a:lnTo>
                <a:lnTo>
                  <a:pt x="734" y="29273"/>
                </a:lnTo>
                <a:lnTo>
                  <a:pt x="184" y="32914"/>
                </a:lnTo>
                <a:lnTo>
                  <a:pt x="0" y="36464"/>
                </a:lnTo>
                <a:lnTo>
                  <a:pt x="0" y="152866"/>
                </a:lnTo>
                <a:lnTo>
                  <a:pt x="184" y="156401"/>
                </a:lnTo>
                <a:lnTo>
                  <a:pt x="734" y="160043"/>
                </a:lnTo>
                <a:lnTo>
                  <a:pt x="1637" y="163562"/>
                </a:lnTo>
                <a:lnTo>
                  <a:pt x="2877" y="166944"/>
                </a:lnTo>
                <a:close/>
                <a:moveTo>
                  <a:pt x="15747" y="32356"/>
                </a:moveTo>
                <a:lnTo>
                  <a:pt x="16277" y="30301"/>
                </a:lnTo>
                <a:lnTo>
                  <a:pt x="17040" y="28229"/>
                </a:lnTo>
                <a:lnTo>
                  <a:pt x="17860" y="26526"/>
                </a:lnTo>
                <a:lnTo>
                  <a:pt x="18955" y="24716"/>
                </a:lnTo>
                <a:lnTo>
                  <a:pt x="20140" y="23129"/>
                </a:lnTo>
                <a:lnTo>
                  <a:pt x="21626" y="21497"/>
                </a:lnTo>
                <a:lnTo>
                  <a:pt x="23119" y="20148"/>
                </a:lnTo>
                <a:lnTo>
                  <a:pt x="24716" y="18955"/>
                </a:lnTo>
                <a:lnTo>
                  <a:pt x="26509" y="17871"/>
                </a:lnTo>
                <a:lnTo>
                  <a:pt x="28344" y="16997"/>
                </a:lnTo>
                <a:lnTo>
                  <a:pt x="30301" y="16277"/>
                </a:lnTo>
                <a:lnTo>
                  <a:pt x="32356" y="15747"/>
                </a:lnTo>
                <a:lnTo>
                  <a:pt x="34462" y="15422"/>
                </a:lnTo>
                <a:lnTo>
                  <a:pt x="37046" y="15302"/>
                </a:lnTo>
                <a:lnTo>
                  <a:pt x="1106007" y="15302"/>
                </a:lnTo>
                <a:lnTo>
                  <a:pt x="1108591" y="15422"/>
                </a:lnTo>
                <a:lnTo>
                  <a:pt x="1110697" y="15747"/>
                </a:lnTo>
                <a:lnTo>
                  <a:pt x="1112759" y="16279"/>
                </a:lnTo>
                <a:lnTo>
                  <a:pt x="1114664" y="16976"/>
                </a:lnTo>
                <a:lnTo>
                  <a:pt x="1116544" y="17871"/>
                </a:lnTo>
                <a:lnTo>
                  <a:pt x="1118337" y="18955"/>
                </a:lnTo>
                <a:lnTo>
                  <a:pt x="1119934" y="20148"/>
                </a:lnTo>
                <a:lnTo>
                  <a:pt x="1121426" y="21497"/>
                </a:lnTo>
                <a:lnTo>
                  <a:pt x="1122912" y="23129"/>
                </a:lnTo>
                <a:lnTo>
                  <a:pt x="1124098" y="24716"/>
                </a:lnTo>
                <a:lnTo>
                  <a:pt x="1125193" y="26526"/>
                </a:lnTo>
                <a:lnTo>
                  <a:pt x="1126070" y="28346"/>
                </a:lnTo>
                <a:lnTo>
                  <a:pt x="1126815" y="30404"/>
                </a:lnTo>
                <a:lnTo>
                  <a:pt x="1127303" y="32336"/>
                </a:lnTo>
                <a:lnTo>
                  <a:pt x="1127634" y="34482"/>
                </a:lnTo>
                <a:lnTo>
                  <a:pt x="1127751" y="36749"/>
                </a:lnTo>
                <a:lnTo>
                  <a:pt x="1127751" y="152581"/>
                </a:lnTo>
                <a:lnTo>
                  <a:pt x="1127635" y="154829"/>
                </a:lnTo>
                <a:lnTo>
                  <a:pt x="1127308" y="156958"/>
                </a:lnTo>
                <a:lnTo>
                  <a:pt x="1126802" y="158962"/>
                </a:lnTo>
                <a:lnTo>
                  <a:pt x="1126072" y="160977"/>
                </a:lnTo>
                <a:lnTo>
                  <a:pt x="1125166" y="162847"/>
                </a:lnTo>
                <a:lnTo>
                  <a:pt x="1124104" y="164590"/>
                </a:lnTo>
                <a:lnTo>
                  <a:pt x="1122905" y="166196"/>
                </a:lnTo>
                <a:lnTo>
                  <a:pt x="1121484" y="167768"/>
                </a:lnTo>
                <a:lnTo>
                  <a:pt x="1120016" y="169106"/>
                </a:lnTo>
                <a:lnTo>
                  <a:pt x="1118337" y="170360"/>
                </a:lnTo>
                <a:lnTo>
                  <a:pt x="1116527" y="171455"/>
                </a:lnTo>
                <a:lnTo>
                  <a:pt x="1114648" y="172360"/>
                </a:lnTo>
                <a:lnTo>
                  <a:pt x="1112759" y="173051"/>
                </a:lnTo>
                <a:lnTo>
                  <a:pt x="1110716" y="173579"/>
                </a:lnTo>
                <a:lnTo>
                  <a:pt x="1108591" y="173895"/>
                </a:lnTo>
                <a:lnTo>
                  <a:pt x="1106304" y="174013"/>
                </a:lnTo>
                <a:lnTo>
                  <a:pt x="36749" y="174013"/>
                </a:lnTo>
                <a:lnTo>
                  <a:pt x="34462" y="173895"/>
                </a:lnTo>
                <a:lnTo>
                  <a:pt x="32337" y="173579"/>
                </a:lnTo>
                <a:lnTo>
                  <a:pt x="30301" y="173053"/>
                </a:lnTo>
                <a:lnTo>
                  <a:pt x="28363" y="172340"/>
                </a:lnTo>
                <a:lnTo>
                  <a:pt x="26526" y="171455"/>
                </a:lnTo>
                <a:lnTo>
                  <a:pt x="24716" y="170360"/>
                </a:lnTo>
                <a:lnTo>
                  <a:pt x="23037" y="169106"/>
                </a:lnTo>
                <a:lnTo>
                  <a:pt x="21569" y="167768"/>
                </a:lnTo>
                <a:lnTo>
                  <a:pt x="20148" y="166196"/>
                </a:lnTo>
                <a:lnTo>
                  <a:pt x="18949" y="164590"/>
                </a:lnTo>
                <a:lnTo>
                  <a:pt x="17887" y="162847"/>
                </a:lnTo>
                <a:lnTo>
                  <a:pt x="17035" y="161090"/>
                </a:lnTo>
                <a:lnTo>
                  <a:pt x="16291" y="159065"/>
                </a:lnTo>
                <a:lnTo>
                  <a:pt x="15742" y="156940"/>
                </a:lnTo>
                <a:lnTo>
                  <a:pt x="15418" y="154829"/>
                </a:lnTo>
                <a:lnTo>
                  <a:pt x="15302" y="152581"/>
                </a:lnTo>
                <a:lnTo>
                  <a:pt x="15302" y="36749"/>
                </a:lnTo>
                <a:lnTo>
                  <a:pt x="15419" y="34482"/>
                </a:lnTo>
                <a:lnTo>
                  <a:pt x="15747" y="32356"/>
                </a:lnTo>
                <a:close/>
              </a:path>
            </a:pathLst>
          </a:custGeom>
          <a:solidFill xmlns:a="http://schemas.openxmlformats.org/drawingml/2006/main">
            <a:srgbClr val="5E7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crash">
            <a:extLst xmlns:a="http://schemas.openxmlformats.org/drawingml/2006/main">
              <a:ext uri="{FF2B5EF4-FFF2-40B4-BE49-F238E27FC236}">
                <a16:creationId xmlns:a16="http://schemas.microsoft.com/office/drawing/2014/main" id="{AB7583DD-27FD-468D-833F-A0DDD93A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25" y="4741156"/>
            <a:ext cx="315727" cy="89619"/>
          </a:xfrm>
          <a:custGeom xmlns:a="http://schemas.openxmlformats.org/drawingml/2006/main">
            <a:pathLst>
              <a:path w="315727" h="89619">
                <a:moveTo>
                  <a:pt x="45332" y="46674"/>
                </a:moveTo>
                <a:lnTo>
                  <a:pt x="62453" y="46674"/>
                </a:lnTo>
                <a:cubicBezTo>
                  <a:pt x="62207" y="42561"/>
                  <a:pt x="61222" y="39004"/>
                  <a:pt x="59496" y="36003"/>
                </a:cubicBezTo>
                <a:cubicBezTo>
                  <a:pt x="57772" y="33001"/>
                  <a:pt x="55534" y="30492"/>
                  <a:pt x="52782" y="28478"/>
                </a:cubicBezTo>
                <a:cubicBezTo>
                  <a:pt x="50032" y="26463"/>
                  <a:pt x="46912" y="24962"/>
                  <a:pt x="43422" y="23976"/>
                </a:cubicBezTo>
                <a:cubicBezTo>
                  <a:pt x="39932" y="22989"/>
                  <a:pt x="36299" y="22495"/>
                  <a:pt x="32521" y="22495"/>
                </a:cubicBezTo>
                <a:cubicBezTo>
                  <a:pt x="27347" y="22495"/>
                  <a:pt x="22747" y="23359"/>
                  <a:pt x="18723" y="25087"/>
                </a:cubicBezTo>
                <a:cubicBezTo>
                  <a:pt x="14699" y="26814"/>
                  <a:pt x="11291" y="29219"/>
                  <a:pt x="8499" y="32304"/>
                </a:cubicBezTo>
                <a:cubicBezTo>
                  <a:pt x="5708" y="35389"/>
                  <a:pt x="3593" y="39050"/>
                  <a:pt x="2156" y="43287"/>
                </a:cubicBezTo>
                <a:cubicBezTo>
                  <a:pt x="719" y="47522"/>
                  <a:pt x="0" y="52108"/>
                  <a:pt x="0" y="57043"/>
                </a:cubicBezTo>
                <a:cubicBezTo>
                  <a:pt x="0" y="61815"/>
                  <a:pt x="780" y="66196"/>
                  <a:pt x="2340" y="70186"/>
                </a:cubicBezTo>
                <a:cubicBezTo>
                  <a:pt x="3900" y="74174"/>
                  <a:pt x="6076" y="77608"/>
                  <a:pt x="8868" y="80488"/>
                </a:cubicBezTo>
                <a:cubicBezTo>
                  <a:pt x="11661" y="83367"/>
                  <a:pt x="15049" y="85609"/>
                  <a:pt x="19031" y="87213"/>
                </a:cubicBezTo>
                <a:cubicBezTo>
                  <a:pt x="23014" y="88817"/>
                  <a:pt x="27387" y="89619"/>
                  <a:pt x="32150" y="89619"/>
                </a:cubicBezTo>
                <a:cubicBezTo>
                  <a:pt x="40608" y="89619"/>
                  <a:pt x="47547" y="87392"/>
                  <a:pt x="52967" y="82940"/>
                </a:cubicBezTo>
                <a:cubicBezTo>
                  <a:pt x="58387" y="78487"/>
                  <a:pt x="61673" y="72031"/>
                  <a:pt x="62823" y="63573"/>
                </a:cubicBezTo>
                <a:lnTo>
                  <a:pt x="45946" y="63573"/>
                </a:lnTo>
                <a:cubicBezTo>
                  <a:pt x="45373" y="67515"/>
                  <a:pt x="43956" y="70657"/>
                  <a:pt x="41697" y="72997"/>
                </a:cubicBezTo>
                <a:cubicBezTo>
                  <a:pt x="39439" y="75337"/>
                  <a:pt x="36216" y="76507"/>
                  <a:pt x="32028" y="76507"/>
                </a:cubicBezTo>
                <a:cubicBezTo>
                  <a:pt x="29318" y="76507"/>
                  <a:pt x="27018" y="75891"/>
                  <a:pt x="25128" y="74659"/>
                </a:cubicBezTo>
                <a:cubicBezTo>
                  <a:pt x="23240" y="73427"/>
                  <a:pt x="21741" y="71846"/>
                  <a:pt x="20632" y="69917"/>
                </a:cubicBezTo>
                <a:cubicBezTo>
                  <a:pt x="19524" y="67986"/>
                  <a:pt x="18724" y="65829"/>
                  <a:pt x="18230" y="63447"/>
                </a:cubicBezTo>
                <a:cubicBezTo>
                  <a:pt x="17738" y="61065"/>
                  <a:pt x="17491" y="58724"/>
                  <a:pt x="17491" y="56425"/>
                </a:cubicBezTo>
                <a:cubicBezTo>
                  <a:pt x="17491" y="54043"/>
                  <a:pt x="17738" y="51641"/>
                  <a:pt x="18230" y="49219"/>
                </a:cubicBezTo>
                <a:cubicBezTo>
                  <a:pt x="18724" y="46795"/>
                  <a:pt x="19566" y="44577"/>
                  <a:pt x="20756" y="42565"/>
                </a:cubicBezTo>
                <a:cubicBezTo>
                  <a:pt x="21947" y="40553"/>
                  <a:pt x="23486" y="38910"/>
                  <a:pt x="25374" y="37637"/>
                </a:cubicBezTo>
                <a:cubicBezTo>
                  <a:pt x="27264" y="36364"/>
                  <a:pt x="29605" y="35727"/>
                  <a:pt x="32397" y="35727"/>
                </a:cubicBezTo>
                <a:cubicBezTo>
                  <a:pt x="39870" y="35727"/>
                  <a:pt x="44181" y="39376"/>
                  <a:pt x="45332" y="46674"/>
                </a:cubicBezTo>
                <a:close/>
                <a:moveTo>
                  <a:pt x="72361" y="24203"/>
                </a:moveTo>
                <a:lnTo>
                  <a:pt x="72361" y="87934"/>
                </a:lnTo>
                <a:lnTo>
                  <a:pt x="89852" y="87934"/>
                </a:lnTo>
                <a:lnTo>
                  <a:pt x="89852" y="59203"/>
                </a:lnTo>
                <a:cubicBezTo>
                  <a:pt x="89852" y="56326"/>
                  <a:pt x="90140" y="53655"/>
                  <a:pt x="90715" y="51189"/>
                </a:cubicBezTo>
                <a:cubicBezTo>
                  <a:pt x="91290" y="48723"/>
                  <a:pt x="92255" y="46565"/>
                  <a:pt x="93609" y="44715"/>
                </a:cubicBezTo>
                <a:cubicBezTo>
                  <a:pt x="94964" y="42866"/>
                  <a:pt x="96750" y="41407"/>
                  <a:pt x="98966" y="40338"/>
                </a:cubicBezTo>
                <a:cubicBezTo>
                  <a:pt x="101184" y="39269"/>
                  <a:pt x="103895" y="38734"/>
                  <a:pt x="107097" y="38734"/>
                </a:cubicBezTo>
                <a:cubicBezTo>
                  <a:pt x="108165" y="38734"/>
                  <a:pt x="109273" y="38796"/>
                  <a:pt x="110422" y="38921"/>
                </a:cubicBezTo>
                <a:cubicBezTo>
                  <a:pt x="111573" y="39043"/>
                  <a:pt x="112558" y="39187"/>
                  <a:pt x="113379" y="39351"/>
                </a:cubicBezTo>
                <a:lnTo>
                  <a:pt x="113379" y="23109"/>
                </a:lnTo>
                <a:cubicBezTo>
                  <a:pt x="111983" y="22700"/>
                  <a:pt x="110711" y="22495"/>
                  <a:pt x="109561" y="22495"/>
                </a:cubicBezTo>
                <a:cubicBezTo>
                  <a:pt x="107344" y="22495"/>
                  <a:pt x="105208" y="22823"/>
                  <a:pt x="103156" y="23480"/>
                </a:cubicBezTo>
                <a:cubicBezTo>
                  <a:pt x="101103" y="24135"/>
                  <a:pt x="99174" y="25057"/>
                  <a:pt x="97367" y="26247"/>
                </a:cubicBezTo>
                <a:cubicBezTo>
                  <a:pt x="95560" y="27436"/>
                  <a:pt x="93958" y="28871"/>
                  <a:pt x="92563" y="30553"/>
                </a:cubicBezTo>
                <a:cubicBezTo>
                  <a:pt x="91167" y="32234"/>
                  <a:pt x="90058" y="34059"/>
                  <a:pt x="89236" y="36028"/>
                </a:cubicBezTo>
                <a:lnTo>
                  <a:pt x="88989" y="36028"/>
                </a:lnTo>
                <a:lnTo>
                  <a:pt x="88989" y="24203"/>
                </a:lnTo>
                <a:lnTo>
                  <a:pt x="72361" y="24203"/>
                </a:lnTo>
                <a:close/>
                <a:moveTo>
                  <a:pt x="119058" y="43836"/>
                </a:moveTo>
                <a:cubicBezTo>
                  <a:pt x="119304" y="39729"/>
                  <a:pt x="120330" y="36322"/>
                  <a:pt x="122137" y="33613"/>
                </a:cubicBezTo>
                <a:cubicBezTo>
                  <a:pt x="123944" y="30902"/>
                  <a:pt x="126243" y="28726"/>
                  <a:pt x="129035" y="27083"/>
                </a:cubicBezTo>
                <a:cubicBezTo>
                  <a:pt x="131827" y="25440"/>
                  <a:pt x="134967" y="24270"/>
                  <a:pt x="138457" y="23572"/>
                </a:cubicBezTo>
                <a:cubicBezTo>
                  <a:pt x="141948" y="22874"/>
                  <a:pt x="145459" y="22525"/>
                  <a:pt x="148990" y="22525"/>
                </a:cubicBezTo>
                <a:cubicBezTo>
                  <a:pt x="152193" y="22525"/>
                  <a:pt x="155437" y="22751"/>
                  <a:pt x="158721" y="23203"/>
                </a:cubicBezTo>
                <a:cubicBezTo>
                  <a:pt x="162006" y="23655"/>
                  <a:pt x="165004" y="24537"/>
                  <a:pt x="167713" y="25852"/>
                </a:cubicBezTo>
                <a:cubicBezTo>
                  <a:pt x="170423" y="27165"/>
                  <a:pt x="172641" y="28992"/>
                  <a:pt x="174365" y="31333"/>
                </a:cubicBezTo>
                <a:cubicBezTo>
                  <a:pt x="176090" y="33673"/>
                  <a:pt x="176953" y="36773"/>
                  <a:pt x="176953" y="40633"/>
                </a:cubicBezTo>
                <a:lnTo>
                  <a:pt x="176953" y="73768"/>
                </a:lnTo>
                <a:cubicBezTo>
                  <a:pt x="176953" y="76643"/>
                  <a:pt x="177117" y="79394"/>
                  <a:pt x="177445" y="82021"/>
                </a:cubicBezTo>
                <a:cubicBezTo>
                  <a:pt x="177774" y="84649"/>
                  <a:pt x="178348" y="86620"/>
                  <a:pt x="179169" y="87934"/>
                </a:cubicBezTo>
                <a:lnTo>
                  <a:pt x="161431" y="87934"/>
                </a:lnTo>
                <a:cubicBezTo>
                  <a:pt x="161103" y="86950"/>
                  <a:pt x="160836" y="85944"/>
                  <a:pt x="160631" y="84918"/>
                </a:cubicBezTo>
                <a:cubicBezTo>
                  <a:pt x="160425" y="83890"/>
                  <a:pt x="160282" y="82843"/>
                  <a:pt x="160200" y="81775"/>
                </a:cubicBezTo>
                <a:cubicBezTo>
                  <a:pt x="157408" y="84650"/>
                  <a:pt x="154124" y="86662"/>
                  <a:pt x="150346" y="87812"/>
                </a:cubicBezTo>
                <a:cubicBezTo>
                  <a:pt x="146568" y="88961"/>
                  <a:pt x="142708" y="89536"/>
                  <a:pt x="138765" y="89536"/>
                </a:cubicBezTo>
                <a:cubicBezTo>
                  <a:pt x="135728" y="89536"/>
                  <a:pt x="132895" y="89166"/>
                  <a:pt x="130266" y="88427"/>
                </a:cubicBezTo>
                <a:cubicBezTo>
                  <a:pt x="127638" y="87688"/>
                  <a:pt x="125339" y="86538"/>
                  <a:pt x="123368" y="84978"/>
                </a:cubicBezTo>
                <a:cubicBezTo>
                  <a:pt x="121398" y="83418"/>
                  <a:pt x="119859" y="81447"/>
                  <a:pt x="118750" y="79067"/>
                </a:cubicBezTo>
                <a:cubicBezTo>
                  <a:pt x="117641" y="76685"/>
                  <a:pt x="117086" y="73851"/>
                  <a:pt x="117086" y="70565"/>
                </a:cubicBezTo>
                <a:cubicBezTo>
                  <a:pt x="117086" y="66953"/>
                  <a:pt x="117723" y="63976"/>
                  <a:pt x="118996" y="61635"/>
                </a:cubicBezTo>
                <a:cubicBezTo>
                  <a:pt x="120269" y="59295"/>
                  <a:pt x="121911" y="57426"/>
                  <a:pt x="123922" y="56030"/>
                </a:cubicBezTo>
                <a:cubicBezTo>
                  <a:pt x="125935" y="54634"/>
                  <a:pt x="128234" y="53588"/>
                  <a:pt x="130820" y="52890"/>
                </a:cubicBezTo>
                <a:cubicBezTo>
                  <a:pt x="133408" y="52192"/>
                  <a:pt x="136016" y="51638"/>
                  <a:pt x="138643" y="51228"/>
                </a:cubicBezTo>
                <a:cubicBezTo>
                  <a:pt x="141271" y="50817"/>
                  <a:pt x="143857" y="50488"/>
                  <a:pt x="146402" y="50241"/>
                </a:cubicBezTo>
                <a:cubicBezTo>
                  <a:pt x="148948" y="49994"/>
                  <a:pt x="151207" y="49625"/>
                  <a:pt x="153178" y="49132"/>
                </a:cubicBezTo>
                <a:cubicBezTo>
                  <a:pt x="155149" y="48640"/>
                  <a:pt x="156709" y="47922"/>
                  <a:pt x="157858" y="46978"/>
                </a:cubicBezTo>
                <a:cubicBezTo>
                  <a:pt x="159009" y="46034"/>
                  <a:pt x="159543" y="44658"/>
                  <a:pt x="159462" y="42851"/>
                </a:cubicBezTo>
                <a:cubicBezTo>
                  <a:pt x="159462" y="40961"/>
                  <a:pt x="159153" y="39462"/>
                  <a:pt x="158537" y="38355"/>
                </a:cubicBezTo>
                <a:cubicBezTo>
                  <a:pt x="157920" y="37246"/>
                  <a:pt x="157099" y="36384"/>
                  <a:pt x="156073" y="35768"/>
                </a:cubicBezTo>
                <a:cubicBezTo>
                  <a:pt x="155046" y="35152"/>
                  <a:pt x="153855" y="34741"/>
                  <a:pt x="152500" y="34535"/>
                </a:cubicBezTo>
                <a:cubicBezTo>
                  <a:pt x="151145" y="34330"/>
                  <a:pt x="149688" y="34227"/>
                  <a:pt x="148128" y="34227"/>
                </a:cubicBezTo>
                <a:cubicBezTo>
                  <a:pt x="144679" y="34227"/>
                  <a:pt x="141969" y="34967"/>
                  <a:pt x="139998" y="36445"/>
                </a:cubicBezTo>
                <a:cubicBezTo>
                  <a:pt x="138027" y="37924"/>
                  <a:pt x="136878" y="40387"/>
                  <a:pt x="136549" y="43836"/>
                </a:cubicBezTo>
                <a:lnTo>
                  <a:pt x="119058" y="43836"/>
                </a:lnTo>
                <a:moveTo>
                  <a:pt x="159462" y="56769"/>
                </a:moveTo>
                <a:cubicBezTo>
                  <a:pt x="158722" y="57427"/>
                  <a:pt x="157798" y="57941"/>
                  <a:pt x="156689" y="58310"/>
                </a:cubicBezTo>
                <a:cubicBezTo>
                  <a:pt x="155580" y="58680"/>
                  <a:pt x="154389" y="58988"/>
                  <a:pt x="153116" y="59235"/>
                </a:cubicBezTo>
                <a:cubicBezTo>
                  <a:pt x="151844" y="59481"/>
                  <a:pt x="150510" y="59686"/>
                  <a:pt x="149113" y="59850"/>
                </a:cubicBezTo>
                <a:cubicBezTo>
                  <a:pt x="147717" y="60014"/>
                  <a:pt x="146321" y="60219"/>
                  <a:pt x="144925" y="60464"/>
                </a:cubicBezTo>
                <a:cubicBezTo>
                  <a:pt x="143612" y="60711"/>
                  <a:pt x="142318" y="61040"/>
                  <a:pt x="141045" y="61451"/>
                </a:cubicBezTo>
                <a:cubicBezTo>
                  <a:pt x="139772" y="61861"/>
                  <a:pt x="138663" y="62415"/>
                  <a:pt x="137718" y="63115"/>
                </a:cubicBezTo>
                <a:cubicBezTo>
                  <a:pt x="136775" y="63812"/>
                  <a:pt x="136016" y="64695"/>
                  <a:pt x="135440" y="65763"/>
                </a:cubicBezTo>
                <a:cubicBezTo>
                  <a:pt x="134865" y="66829"/>
                  <a:pt x="134578" y="68184"/>
                  <a:pt x="134578" y="69827"/>
                </a:cubicBezTo>
                <a:cubicBezTo>
                  <a:pt x="134578" y="71387"/>
                  <a:pt x="134865" y="72700"/>
                  <a:pt x="135440" y="73768"/>
                </a:cubicBezTo>
                <a:cubicBezTo>
                  <a:pt x="136016" y="74836"/>
                  <a:pt x="136796" y="75678"/>
                  <a:pt x="137781" y="76294"/>
                </a:cubicBezTo>
                <a:cubicBezTo>
                  <a:pt x="138767" y="76909"/>
                  <a:pt x="139916" y="77340"/>
                  <a:pt x="141230" y="77587"/>
                </a:cubicBezTo>
                <a:cubicBezTo>
                  <a:pt x="142544" y="77834"/>
                  <a:pt x="143899" y="77958"/>
                  <a:pt x="145295" y="77958"/>
                </a:cubicBezTo>
                <a:cubicBezTo>
                  <a:pt x="148744" y="77958"/>
                  <a:pt x="151412" y="77383"/>
                  <a:pt x="153300" y="76234"/>
                </a:cubicBezTo>
                <a:cubicBezTo>
                  <a:pt x="155190" y="75084"/>
                  <a:pt x="156586" y="73708"/>
                  <a:pt x="157490" y="72106"/>
                </a:cubicBezTo>
                <a:cubicBezTo>
                  <a:pt x="158393" y="70505"/>
                  <a:pt x="158948" y="68883"/>
                  <a:pt x="159153" y="67240"/>
                </a:cubicBezTo>
                <a:cubicBezTo>
                  <a:pt x="159359" y="65597"/>
                  <a:pt x="159462" y="64284"/>
                  <a:pt x="159462" y="63299"/>
                </a:cubicBezTo>
                <a:lnTo>
                  <a:pt x="159462" y="56769"/>
                </a:lnTo>
                <a:close/>
                <a:moveTo>
                  <a:pt x="203735" y="67244"/>
                </a:moveTo>
                <a:lnTo>
                  <a:pt x="187107" y="67244"/>
                </a:lnTo>
                <a:cubicBezTo>
                  <a:pt x="187271" y="71507"/>
                  <a:pt x="188236" y="75052"/>
                  <a:pt x="190001" y="77881"/>
                </a:cubicBezTo>
                <a:cubicBezTo>
                  <a:pt x="191767" y="80707"/>
                  <a:pt x="194025" y="82982"/>
                  <a:pt x="196775" y="84703"/>
                </a:cubicBezTo>
                <a:cubicBezTo>
                  <a:pt x="199527" y="86425"/>
                  <a:pt x="202668" y="87654"/>
                  <a:pt x="206200" y="88391"/>
                </a:cubicBezTo>
                <a:cubicBezTo>
                  <a:pt x="209731" y="89129"/>
                  <a:pt x="213344" y="89498"/>
                  <a:pt x="217039" y="89498"/>
                </a:cubicBezTo>
                <a:cubicBezTo>
                  <a:pt x="220652" y="89498"/>
                  <a:pt x="224203" y="89149"/>
                  <a:pt x="227693" y="88449"/>
                </a:cubicBezTo>
                <a:cubicBezTo>
                  <a:pt x="231184" y="87751"/>
                  <a:pt x="234284" y="86540"/>
                  <a:pt x="236993" y="84814"/>
                </a:cubicBezTo>
                <a:cubicBezTo>
                  <a:pt x="239703" y="83089"/>
                  <a:pt x="241900" y="80809"/>
                  <a:pt x="243583" y="77975"/>
                </a:cubicBezTo>
                <a:cubicBezTo>
                  <a:pt x="245267" y="75140"/>
                  <a:pt x="246109" y="71628"/>
                  <a:pt x="246109" y="67438"/>
                </a:cubicBezTo>
                <a:cubicBezTo>
                  <a:pt x="246109" y="64480"/>
                  <a:pt x="245534" y="61996"/>
                  <a:pt x="244383" y="59983"/>
                </a:cubicBezTo>
                <a:cubicBezTo>
                  <a:pt x="243234" y="57969"/>
                  <a:pt x="241715" y="56285"/>
                  <a:pt x="239825" y="54929"/>
                </a:cubicBezTo>
                <a:cubicBezTo>
                  <a:pt x="237937" y="53573"/>
                  <a:pt x="235782" y="52485"/>
                  <a:pt x="233360" y="51664"/>
                </a:cubicBezTo>
                <a:cubicBezTo>
                  <a:pt x="230937" y="50842"/>
                  <a:pt x="228453" y="50144"/>
                  <a:pt x="225907" y="49568"/>
                </a:cubicBezTo>
                <a:cubicBezTo>
                  <a:pt x="223443" y="48993"/>
                  <a:pt x="221021" y="48459"/>
                  <a:pt x="218639" y="47967"/>
                </a:cubicBezTo>
                <a:cubicBezTo>
                  <a:pt x="216258" y="47473"/>
                  <a:pt x="214143" y="46919"/>
                  <a:pt x="212295" y="46304"/>
                </a:cubicBezTo>
                <a:cubicBezTo>
                  <a:pt x="210448" y="45687"/>
                  <a:pt x="208949" y="44886"/>
                  <a:pt x="207799" y="43900"/>
                </a:cubicBezTo>
                <a:cubicBezTo>
                  <a:pt x="206650" y="42913"/>
                  <a:pt x="206075" y="41640"/>
                  <a:pt x="206075" y="40078"/>
                </a:cubicBezTo>
                <a:cubicBezTo>
                  <a:pt x="206075" y="38764"/>
                  <a:pt x="206404" y="37716"/>
                  <a:pt x="207060" y="36936"/>
                </a:cubicBezTo>
                <a:cubicBezTo>
                  <a:pt x="207718" y="36155"/>
                  <a:pt x="208519" y="35560"/>
                  <a:pt x="209463" y="35150"/>
                </a:cubicBezTo>
                <a:cubicBezTo>
                  <a:pt x="210407" y="34739"/>
                  <a:pt x="211454" y="34472"/>
                  <a:pt x="212603" y="34349"/>
                </a:cubicBezTo>
                <a:cubicBezTo>
                  <a:pt x="213754" y="34225"/>
                  <a:pt x="214821" y="34163"/>
                  <a:pt x="215806" y="34163"/>
                </a:cubicBezTo>
                <a:cubicBezTo>
                  <a:pt x="218926" y="34163"/>
                  <a:pt x="221636" y="34762"/>
                  <a:pt x="223935" y="35958"/>
                </a:cubicBezTo>
                <a:cubicBezTo>
                  <a:pt x="226235" y="37154"/>
                  <a:pt x="227508" y="39442"/>
                  <a:pt x="227755" y="42824"/>
                </a:cubicBezTo>
                <a:lnTo>
                  <a:pt x="244385" y="42824"/>
                </a:lnTo>
                <a:cubicBezTo>
                  <a:pt x="244057" y="38882"/>
                  <a:pt x="243051" y="35617"/>
                  <a:pt x="241367" y="33030"/>
                </a:cubicBezTo>
                <a:cubicBezTo>
                  <a:pt x="239684" y="30442"/>
                  <a:pt x="237569" y="28369"/>
                  <a:pt x="235023" y="26809"/>
                </a:cubicBezTo>
                <a:cubicBezTo>
                  <a:pt x="232478" y="25247"/>
                  <a:pt x="229583" y="24138"/>
                  <a:pt x="226339" y="23482"/>
                </a:cubicBezTo>
                <a:cubicBezTo>
                  <a:pt x="223095" y="22824"/>
                  <a:pt x="219749" y="22495"/>
                  <a:pt x="216300" y="22495"/>
                </a:cubicBezTo>
                <a:cubicBezTo>
                  <a:pt x="212851" y="22495"/>
                  <a:pt x="209483" y="22803"/>
                  <a:pt x="206198" y="23420"/>
                </a:cubicBezTo>
                <a:cubicBezTo>
                  <a:pt x="202913" y="24035"/>
                  <a:pt x="199957" y="25102"/>
                  <a:pt x="197330" y="26622"/>
                </a:cubicBezTo>
                <a:cubicBezTo>
                  <a:pt x="194702" y="28142"/>
                  <a:pt x="192588" y="30217"/>
                  <a:pt x="190986" y="32846"/>
                </a:cubicBezTo>
                <a:cubicBezTo>
                  <a:pt x="189385" y="35475"/>
                  <a:pt x="188584" y="38843"/>
                  <a:pt x="188584" y="42952"/>
                </a:cubicBezTo>
                <a:cubicBezTo>
                  <a:pt x="188584" y="45745"/>
                  <a:pt x="189159" y="48107"/>
                  <a:pt x="190308" y="50038"/>
                </a:cubicBezTo>
                <a:cubicBezTo>
                  <a:pt x="191458" y="51968"/>
                  <a:pt x="192977" y="53570"/>
                  <a:pt x="194866" y="54844"/>
                </a:cubicBezTo>
                <a:cubicBezTo>
                  <a:pt x="196755" y="56117"/>
                  <a:pt x="198911" y="57144"/>
                  <a:pt x="201333" y="57925"/>
                </a:cubicBezTo>
                <a:cubicBezTo>
                  <a:pt x="203755" y="58706"/>
                  <a:pt x="206240" y="59384"/>
                  <a:pt x="208786" y="59959"/>
                </a:cubicBezTo>
                <a:cubicBezTo>
                  <a:pt x="215026" y="61273"/>
                  <a:pt x="219891" y="62588"/>
                  <a:pt x="223381" y="63902"/>
                </a:cubicBezTo>
                <a:cubicBezTo>
                  <a:pt x="226872" y="65217"/>
                  <a:pt x="228617" y="67188"/>
                  <a:pt x="228617" y="69817"/>
                </a:cubicBezTo>
                <a:cubicBezTo>
                  <a:pt x="228617" y="71377"/>
                  <a:pt x="228248" y="72671"/>
                  <a:pt x="227508" y="73698"/>
                </a:cubicBezTo>
                <a:cubicBezTo>
                  <a:pt x="226769" y="74726"/>
                  <a:pt x="225845" y="75548"/>
                  <a:pt x="224736" y="76164"/>
                </a:cubicBezTo>
                <a:cubicBezTo>
                  <a:pt x="223628" y="76780"/>
                  <a:pt x="222397" y="77231"/>
                  <a:pt x="221041" y="77520"/>
                </a:cubicBezTo>
                <a:cubicBezTo>
                  <a:pt x="219686" y="77807"/>
                  <a:pt x="218393" y="77950"/>
                  <a:pt x="217161" y="77950"/>
                </a:cubicBezTo>
                <a:cubicBezTo>
                  <a:pt x="215437" y="77950"/>
                  <a:pt x="213774" y="77745"/>
                  <a:pt x="212173" y="77335"/>
                </a:cubicBezTo>
                <a:cubicBezTo>
                  <a:pt x="210571" y="76924"/>
                  <a:pt x="209155" y="76289"/>
                  <a:pt x="207923" y="75428"/>
                </a:cubicBezTo>
                <a:cubicBezTo>
                  <a:pt x="206691" y="74566"/>
                  <a:pt x="205685" y="73458"/>
                  <a:pt x="204905" y="72105"/>
                </a:cubicBezTo>
                <a:cubicBezTo>
                  <a:pt x="204125" y="70751"/>
                  <a:pt x="203735" y="69131"/>
                  <a:pt x="203735" y="67244"/>
                </a:cubicBezTo>
                <a:close/>
                <a:moveTo>
                  <a:pt x="255984" y="0"/>
                </a:moveTo>
                <a:lnTo>
                  <a:pt x="255984" y="87934"/>
                </a:lnTo>
                <a:lnTo>
                  <a:pt x="273475" y="87934"/>
                </a:lnTo>
                <a:lnTo>
                  <a:pt x="273475" y="54557"/>
                </a:lnTo>
                <a:cubicBezTo>
                  <a:pt x="273475" y="48070"/>
                  <a:pt x="274543" y="43410"/>
                  <a:pt x="276678" y="40578"/>
                </a:cubicBezTo>
                <a:cubicBezTo>
                  <a:pt x="278813" y="37745"/>
                  <a:pt x="282262" y="36329"/>
                  <a:pt x="287025" y="36329"/>
                </a:cubicBezTo>
                <a:cubicBezTo>
                  <a:pt x="291214" y="36329"/>
                  <a:pt x="294129" y="37622"/>
                  <a:pt x="295771" y="40208"/>
                </a:cubicBezTo>
                <a:cubicBezTo>
                  <a:pt x="297414" y="42794"/>
                  <a:pt x="298235" y="46715"/>
                  <a:pt x="298235" y="51970"/>
                </a:cubicBezTo>
                <a:lnTo>
                  <a:pt x="298235" y="87934"/>
                </a:lnTo>
                <a:lnTo>
                  <a:pt x="315727" y="87934"/>
                </a:lnTo>
                <a:lnTo>
                  <a:pt x="315727" y="48745"/>
                </a:lnTo>
                <a:cubicBezTo>
                  <a:pt x="315727" y="44802"/>
                  <a:pt x="315378" y="41207"/>
                  <a:pt x="314680" y="37962"/>
                </a:cubicBezTo>
                <a:cubicBezTo>
                  <a:pt x="313982" y="34717"/>
                  <a:pt x="312770" y="31964"/>
                  <a:pt x="311044" y="29705"/>
                </a:cubicBezTo>
                <a:cubicBezTo>
                  <a:pt x="309320" y="27446"/>
                  <a:pt x="306960" y="25679"/>
                  <a:pt x="303962" y="24406"/>
                </a:cubicBezTo>
                <a:cubicBezTo>
                  <a:pt x="300965" y="23132"/>
                  <a:pt x="297126" y="22495"/>
                  <a:pt x="292446" y="22495"/>
                </a:cubicBezTo>
                <a:cubicBezTo>
                  <a:pt x="289161" y="22495"/>
                  <a:pt x="285793" y="23339"/>
                  <a:pt x="282343" y="25027"/>
                </a:cubicBezTo>
                <a:cubicBezTo>
                  <a:pt x="278895" y="26715"/>
                  <a:pt x="276062" y="29411"/>
                  <a:pt x="273846" y="33116"/>
                </a:cubicBezTo>
                <a:lnTo>
                  <a:pt x="273475" y="33116"/>
                </a:lnTo>
                <a:lnTo>
                  <a:pt x="273475" y="0"/>
                </a:lnTo>
                <a:lnTo>
                  <a:pt x="255984" y="0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26E95-D5B3-402C-AB8D-DFAE85C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24" y="4946655"/>
            <a:ext cx="1128133" cy="174901"/>
          </a:xfrm>
          <a:custGeom xmlns:a="http://schemas.openxmlformats.org/drawingml/2006/main">
            <a:pathLst>
              <a:path w="1128133" h="174901">
                <a:moveTo>
                  <a:pt x="689" y="29380"/>
                </a:moveTo>
                <a:cubicBezTo>
                  <a:pt x="0" y="13864"/>
                  <a:pt x="12991" y="888"/>
                  <a:pt x="28232" y="0"/>
                </a:cubicBezTo>
                <a:lnTo>
                  <a:pt x="1098754" y="0"/>
                </a:lnTo>
                <a:cubicBezTo>
                  <a:pt x="1114760" y="888"/>
                  <a:pt x="1127751" y="13864"/>
                  <a:pt x="1128133" y="29380"/>
                </a:cubicBezTo>
                <a:lnTo>
                  <a:pt x="1128133" y="145062"/>
                </a:lnTo>
                <a:cubicBezTo>
                  <a:pt x="1127751" y="161910"/>
                  <a:pt x="1114760" y="174901"/>
                  <a:pt x="1098754" y="174442"/>
                </a:cubicBezTo>
                <a:lnTo>
                  <a:pt x="28232" y="174442"/>
                </a:lnTo>
                <a:cubicBezTo>
                  <a:pt x="12991" y="174901"/>
                  <a:pt x="0" y="161910"/>
                  <a:pt x="689" y="145062"/>
                </a:cubicBezTo>
                <a:lnTo>
                  <a:pt x="689" y="29380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E09C3-5667-4208-86B1-6300523D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073" y="4939891"/>
            <a:ext cx="1143053" cy="189315"/>
          </a:xfrm>
          <a:custGeom xmlns:a="http://schemas.openxmlformats.org/drawingml/2006/main">
            <a:pathLst>
              <a:path w="1143053" h="189315">
                <a:moveTo>
                  <a:pt x="2877" y="166929"/>
                </a:moveTo>
                <a:lnTo>
                  <a:pt x="4422" y="170142"/>
                </a:lnTo>
                <a:lnTo>
                  <a:pt x="6258" y="173156"/>
                </a:lnTo>
                <a:lnTo>
                  <a:pt x="8370" y="175987"/>
                </a:lnTo>
                <a:lnTo>
                  <a:pt x="10727" y="178589"/>
                </a:lnTo>
                <a:lnTo>
                  <a:pt x="13328" y="180945"/>
                </a:lnTo>
                <a:lnTo>
                  <a:pt x="16159" y="183057"/>
                </a:lnTo>
                <a:lnTo>
                  <a:pt x="19173" y="184893"/>
                </a:lnTo>
                <a:lnTo>
                  <a:pt x="22387" y="186439"/>
                </a:lnTo>
                <a:lnTo>
                  <a:pt x="25753" y="187678"/>
                </a:lnTo>
                <a:lnTo>
                  <a:pt x="29273" y="188581"/>
                </a:lnTo>
                <a:lnTo>
                  <a:pt x="32914" y="189132"/>
                </a:lnTo>
                <a:lnTo>
                  <a:pt x="36464" y="189315"/>
                </a:lnTo>
                <a:lnTo>
                  <a:pt x="1106588" y="189315"/>
                </a:lnTo>
                <a:lnTo>
                  <a:pt x="1110138" y="189132"/>
                </a:lnTo>
                <a:lnTo>
                  <a:pt x="1113780" y="188581"/>
                </a:lnTo>
                <a:lnTo>
                  <a:pt x="1117300" y="187678"/>
                </a:lnTo>
                <a:lnTo>
                  <a:pt x="1120666" y="186439"/>
                </a:lnTo>
                <a:lnTo>
                  <a:pt x="1123880" y="184893"/>
                </a:lnTo>
                <a:lnTo>
                  <a:pt x="1126909" y="183057"/>
                </a:lnTo>
                <a:lnTo>
                  <a:pt x="1129725" y="180945"/>
                </a:lnTo>
                <a:lnTo>
                  <a:pt x="1132326" y="178589"/>
                </a:lnTo>
                <a:lnTo>
                  <a:pt x="1134683" y="175987"/>
                </a:lnTo>
                <a:lnTo>
                  <a:pt x="1136794" y="173156"/>
                </a:lnTo>
                <a:lnTo>
                  <a:pt x="1138631" y="170142"/>
                </a:lnTo>
                <a:lnTo>
                  <a:pt x="1140176" y="166929"/>
                </a:lnTo>
                <a:lnTo>
                  <a:pt x="1141416" y="163562"/>
                </a:lnTo>
                <a:lnTo>
                  <a:pt x="1142318" y="160043"/>
                </a:lnTo>
                <a:lnTo>
                  <a:pt x="1142869" y="156401"/>
                </a:lnTo>
                <a:lnTo>
                  <a:pt x="1143053" y="152851"/>
                </a:lnTo>
                <a:lnTo>
                  <a:pt x="1143053" y="36464"/>
                </a:lnTo>
                <a:lnTo>
                  <a:pt x="1142869" y="32914"/>
                </a:lnTo>
                <a:lnTo>
                  <a:pt x="1142318" y="29273"/>
                </a:lnTo>
                <a:lnTo>
                  <a:pt x="1141416" y="25753"/>
                </a:lnTo>
                <a:lnTo>
                  <a:pt x="1140176" y="22371"/>
                </a:lnTo>
                <a:lnTo>
                  <a:pt x="1138631" y="19173"/>
                </a:lnTo>
                <a:lnTo>
                  <a:pt x="1136794" y="16144"/>
                </a:lnTo>
                <a:lnTo>
                  <a:pt x="1134683" y="13328"/>
                </a:lnTo>
                <a:lnTo>
                  <a:pt x="1132326" y="10727"/>
                </a:lnTo>
                <a:lnTo>
                  <a:pt x="1129725" y="8355"/>
                </a:lnTo>
                <a:lnTo>
                  <a:pt x="1126909" y="6258"/>
                </a:lnTo>
                <a:lnTo>
                  <a:pt x="1123880" y="4422"/>
                </a:lnTo>
                <a:lnTo>
                  <a:pt x="1120666" y="2877"/>
                </a:lnTo>
                <a:lnTo>
                  <a:pt x="1117300" y="1637"/>
                </a:lnTo>
                <a:lnTo>
                  <a:pt x="1113780" y="734"/>
                </a:lnTo>
                <a:lnTo>
                  <a:pt x="1110138" y="168"/>
                </a:lnTo>
                <a:lnTo>
                  <a:pt x="1106588" y="0"/>
                </a:lnTo>
                <a:lnTo>
                  <a:pt x="36464" y="0"/>
                </a:lnTo>
                <a:lnTo>
                  <a:pt x="32914" y="168"/>
                </a:lnTo>
                <a:lnTo>
                  <a:pt x="29273" y="734"/>
                </a:lnTo>
                <a:lnTo>
                  <a:pt x="25753" y="1637"/>
                </a:lnTo>
                <a:lnTo>
                  <a:pt x="22387" y="2877"/>
                </a:lnTo>
                <a:lnTo>
                  <a:pt x="19173" y="4422"/>
                </a:lnTo>
                <a:lnTo>
                  <a:pt x="16159" y="6258"/>
                </a:lnTo>
                <a:lnTo>
                  <a:pt x="13328" y="8355"/>
                </a:lnTo>
                <a:lnTo>
                  <a:pt x="10727" y="10727"/>
                </a:lnTo>
                <a:lnTo>
                  <a:pt x="8370" y="13328"/>
                </a:lnTo>
                <a:lnTo>
                  <a:pt x="6258" y="16144"/>
                </a:lnTo>
                <a:lnTo>
                  <a:pt x="4422" y="19173"/>
                </a:lnTo>
                <a:lnTo>
                  <a:pt x="2877" y="22371"/>
                </a:lnTo>
                <a:lnTo>
                  <a:pt x="1637" y="25753"/>
                </a:lnTo>
                <a:lnTo>
                  <a:pt x="734" y="29273"/>
                </a:lnTo>
                <a:lnTo>
                  <a:pt x="184" y="32914"/>
                </a:lnTo>
                <a:lnTo>
                  <a:pt x="0" y="36464"/>
                </a:lnTo>
                <a:lnTo>
                  <a:pt x="0" y="152851"/>
                </a:lnTo>
                <a:lnTo>
                  <a:pt x="184" y="156401"/>
                </a:lnTo>
                <a:lnTo>
                  <a:pt x="734" y="160043"/>
                </a:lnTo>
                <a:lnTo>
                  <a:pt x="1637" y="163562"/>
                </a:lnTo>
                <a:lnTo>
                  <a:pt x="2877" y="166929"/>
                </a:lnTo>
                <a:close/>
                <a:moveTo>
                  <a:pt x="15747" y="32356"/>
                </a:moveTo>
                <a:lnTo>
                  <a:pt x="16291" y="30250"/>
                </a:lnTo>
                <a:lnTo>
                  <a:pt x="17035" y="28225"/>
                </a:lnTo>
                <a:lnTo>
                  <a:pt x="17887" y="26469"/>
                </a:lnTo>
                <a:lnTo>
                  <a:pt x="18949" y="24725"/>
                </a:lnTo>
                <a:lnTo>
                  <a:pt x="20148" y="23119"/>
                </a:lnTo>
                <a:lnTo>
                  <a:pt x="21558" y="21558"/>
                </a:lnTo>
                <a:lnTo>
                  <a:pt x="23119" y="20148"/>
                </a:lnTo>
                <a:lnTo>
                  <a:pt x="24716" y="18955"/>
                </a:lnTo>
                <a:lnTo>
                  <a:pt x="26526" y="17860"/>
                </a:lnTo>
                <a:lnTo>
                  <a:pt x="28363" y="16975"/>
                </a:lnTo>
                <a:lnTo>
                  <a:pt x="30301" y="16262"/>
                </a:lnTo>
                <a:lnTo>
                  <a:pt x="32337" y="15736"/>
                </a:lnTo>
                <a:lnTo>
                  <a:pt x="34462" y="15420"/>
                </a:lnTo>
                <a:lnTo>
                  <a:pt x="36749" y="15302"/>
                </a:lnTo>
                <a:lnTo>
                  <a:pt x="1106304" y="15302"/>
                </a:lnTo>
                <a:lnTo>
                  <a:pt x="1108591" y="15420"/>
                </a:lnTo>
                <a:lnTo>
                  <a:pt x="1110716" y="15736"/>
                </a:lnTo>
                <a:lnTo>
                  <a:pt x="1112759" y="16264"/>
                </a:lnTo>
                <a:lnTo>
                  <a:pt x="1114648" y="16955"/>
                </a:lnTo>
                <a:lnTo>
                  <a:pt x="1116527" y="17860"/>
                </a:lnTo>
                <a:lnTo>
                  <a:pt x="1118337" y="18955"/>
                </a:lnTo>
                <a:lnTo>
                  <a:pt x="1119934" y="20148"/>
                </a:lnTo>
                <a:lnTo>
                  <a:pt x="1121495" y="21558"/>
                </a:lnTo>
                <a:lnTo>
                  <a:pt x="1122905" y="23119"/>
                </a:lnTo>
                <a:lnTo>
                  <a:pt x="1124104" y="24725"/>
                </a:lnTo>
                <a:lnTo>
                  <a:pt x="1125166" y="26469"/>
                </a:lnTo>
                <a:lnTo>
                  <a:pt x="1126072" y="28338"/>
                </a:lnTo>
                <a:lnTo>
                  <a:pt x="1126802" y="30353"/>
                </a:lnTo>
                <a:lnTo>
                  <a:pt x="1127303" y="32336"/>
                </a:lnTo>
                <a:lnTo>
                  <a:pt x="1127634" y="34483"/>
                </a:lnTo>
                <a:lnTo>
                  <a:pt x="1127751" y="36735"/>
                </a:lnTo>
                <a:lnTo>
                  <a:pt x="1127751" y="152566"/>
                </a:lnTo>
                <a:lnTo>
                  <a:pt x="1127634" y="154834"/>
                </a:lnTo>
                <a:lnTo>
                  <a:pt x="1127303" y="156979"/>
                </a:lnTo>
                <a:lnTo>
                  <a:pt x="1126815" y="158912"/>
                </a:lnTo>
                <a:lnTo>
                  <a:pt x="1126070" y="160970"/>
                </a:lnTo>
                <a:lnTo>
                  <a:pt x="1125193" y="162789"/>
                </a:lnTo>
                <a:lnTo>
                  <a:pt x="1124098" y="164599"/>
                </a:lnTo>
                <a:lnTo>
                  <a:pt x="1122905" y="166196"/>
                </a:lnTo>
                <a:lnTo>
                  <a:pt x="1121495" y="167757"/>
                </a:lnTo>
                <a:lnTo>
                  <a:pt x="1119934" y="169168"/>
                </a:lnTo>
                <a:lnTo>
                  <a:pt x="1118337" y="170360"/>
                </a:lnTo>
                <a:lnTo>
                  <a:pt x="1116527" y="171455"/>
                </a:lnTo>
                <a:lnTo>
                  <a:pt x="1114780" y="172297"/>
                </a:lnTo>
                <a:lnTo>
                  <a:pt x="1112641" y="173079"/>
                </a:lnTo>
                <a:lnTo>
                  <a:pt x="1110717" y="173566"/>
                </a:lnTo>
                <a:lnTo>
                  <a:pt x="1108571" y="173896"/>
                </a:lnTo>
                <a:lnTo>
                  <a:pt x="1106304" y="174013"/>
                </a:lnTo>
                <a:lnTo>
                  <a:pt x="36749" y="174013"/>
                </a:lnTo>
                <a:lnTo>
                  <a:pt x="34482" y="173896"/>
                </a:lnTo>
                <a:lnTo>
                  <a:pt x="32336" y="173566"/>
                </a:lnTo>
                <a:lnTo>
                  <a:pt x="30417" y="173080"/>
                </a:lnTo>
                <a:lnTo>
                  <a:pt x="28229" y="172276"/>
                </a:lnTo>
                <a:lnTo>
                  <a:pt x="26526" y="171455"/>
                </a:lnTo>
                <a:lnTo>
                  <a:pt x="24716" y="170360"/>
                </a:lnTo>
                <a:lnTo>
                  <a:pt x="23119" y="169168"/>
                </a:lnTo>
                <a:lnTo>
                  <a:pt x="21558" y="167757"/>
                </a:lnTo>
                <a:lnTo>
                  <a:pt x="20148" y="166196"/>
                </a:lnTo>
                <a:lnTo>
                  <a:pt x="18955" y="164599"/>
                </a:lnTo>
                <a:lnTo>
                  <a:pt x="17860" y="162789"/>
                </a:lnTo>
                <a:lnTo>
                  <a:pt x="17040" y="161087"/>
                </a:lnTo>
                <a:lnTo>
                  <a:pt x="16277" y="159014"/>
                </a:lnTo>
                <a:lnTo>
                  <a:pt x="15747" y="156959"/>
                </a:lnTo>
                <a:lnTo>
                  <a:pt x="15419" y="154834"/>
                </a:lnTo>
                <a:lnTo>
                  <a:pt x="15302" y="152566"/>
                </a:lnTo>
                <a:lnTo>
                  <a:pt x="15302" y="36735"/>
                </a:lnTo>
                <a:lnTo>
                  <a:pt x="15419" y="34483"/>
                </a:lnTo>
                <a:lnTo>
                  <a:pt x="15747" y="32356"/>
                </a:lnTo>
                <a:close/>
              </a:path>
            </a:pathLst>
          </a:custGeom>
          <a:solidFill xmlns:a="http://schemas.openxmlformats.org/drawingml/2006/main">
            <a:srgbClr val="5E7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errorchecking">
            <a:extLst xmlns:a="http://schemas.openxmlformats.org/drawingml/2006/main">
              <a:ext uri="{FF2B5EF4-FFF2-40B4-BE49-F238E27FC236}">
                <a16:creationId xmlns:a16="http://schemas.microsoft.com/office/drawing/2014/main" id="{A6B89B99-7348-4DAC-8933-CDD00129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560" y="4994341"/>
            <a:ext cx="843932" cy="111993"/>
          </a:xfrm>
          <a:custGeom xmlns:a="http://schemas.openxmlformats.org/drawingml/2006/main">
            <a:pathLst>
              <a:path w="843932" h="111993">
                <a:moveTo>
                  <a:pt x="45945" y="49320"/>
                </a:moveTo>
                <a:lnTo>
                  <a:pt x="17491" y="49320"/>
                </a:lnTo>
                <a:cubicBezTo>
                  <a:pt x="17573" y="48085"/>
                  <a:pt x="17839" y="46684"/>
                  <a:pt x="18290" y="45119"/>
                </a:cubicBezTo>
                <a:cubicBezTo>
                  <a:pt x="18743" y="43553"/>
                  <a:pt x="19523" y="42070"/>
                  <a:pt x="20632" y="40670"/>
                </a:cubicBezTo>
                <a:cubicBezTo>
                  <a:pt x="21741" y="39270"/>
                  <a:pt x="23219" y="38095"/>
                  <a:pt x="25066" y="37148"/>
                </a:cubicBezTo>
                <a:cubicBezTo>
                  <a:pt x="26914" y="36201"/>
                  <a:pt x="29234" y="35727"/>
                  <a:pt x="32026" y="35727"/>
                </a:cubicBezTo>
                <a:cubicBezTo>
                  <a:pt x="36297" y="35727"/>
                  <a:pt x="39479" y="36881"/>
                  <a:pt x="41573" y="39187"/>
                </a:cubicBezTo>
                <a:cubicBezTo>
                  <a:pt x="43666" y="41494"/>
                  <a:pt x="45124" y="44872"/>
                  <a:pt x="45945" y="49320"/>
                </a:cubicBezTo>
                <a:moveTo>
                  <a:pt x="17491" y="60387"/>
                </a:moveTo>
                <a:lnTo>
                  <a:pt x="63438" y="60387"/>
                </a:lnTo>
                <a:cubicBezTo>
                  <a:pt x="63766" y="55450"/>
                  <a:pt x="63355" y="50719"/>
                  <a:pt x="62205" y="46193"/>
                </a:cubicBezTo>
                <a:cubicBezTo>
                  <a:pt x="61056" y="41667"/>
                  <a:pt x="59187" y="37635"/>
                  <a:pt x="56600" y="34098"/>
                </a:cubicBezTo>
                <a:cubicBezTo>
                  <a:pt x="54014" y="30559"/>
                  <a:pt x="50708" y="27741"/>
                  <a:pt x="46683" y="25643"/>
                </a:cubicBezTo>
                <a:cubicBezTo>
                  <a:pt x="42660" y="23544"/>
                  <a:pt x="37938" y="22495"/>
                  <a:pt x="32519" y="22495"/>
                </a:cubicBezTo>
                <a:cubicBezTo>
                  <a:pt x="27673" y="22495"/>
                  <a:pt x="23259" y="23359"/>
                  <a:pt x="19277" y="25087"/>
                </a:cubicBezTo>
                <a:cubicBezTo>
                  <a:pt x="15295" y="26814"/>
                  <a:pt x="11866" y="29178"/>
                  <a:pt x="8992" y="32180"/>
                </a:cubicBezTo>
                <a:cubicBezTo>
                  <a:pt x="6117" y="35183"/>
                  <a:pt x="3900" y="38741"/>
                  <a:pt x="2340" y="42855"/>
                </a:cubicBezTo>
                <a:cubicBezTo>
                  <a:pt x="780" y="46967"/>
                  <a:pt x="0" y="51409"/>
                  <a:pt x="0" y="56181"/>
                </a:cubicBezTo>
                <a:cubicBezTo>
                  <a:pt x="0" y="61115"/>
                  <a:pt x="759" y="65639"/>
                  <a:pt x="2278" y="69753"/>
                </a:cubicBezTo>
                <a:cubicBezTo>
                  <a:pt x="3798" y="73866"/>
                  <a:pt x="5954" y="77403"/>
                  <a:pt x="8746" y="80365"/>
                </a:cubicBezTo>
                <a:cubicBezTo>
                  <a:pt x="11538" y="83326"/>
                  <a:pt x="14945" y="85609"/>
                  <a:pt x="18969" y="87213"/>
                </a:cubicBezTo>
                <a:cubicBezTo>
                  <a:pt x="22992" y="88817"/>
                  <a:pt x="27509" y="89619"/>
                  <a:pt x="32519" y="89619"/>
                </a:cubicBezTo>
                <a:cubicBezTo>
                  <a:pt x="39745" y="89619"/>
                  <a:pt x="45904" y="87978"/>
                  <a:pt x="50995" y="84696"/>
                </a:cubicBezTo>
                <a:cubicBezTo>
                  <a:pt x="56087" y="81414"/>
                  <a:pt x="59865" y="75958"/>
                  <a:pt x="62329" y="68327"/>
                </a:cubicBezTo>
                <a:lnTo>
                  <a:pt x="46931" y="68327"/>
                </a:lnTo>
                <a:cubicBezTo>
                  <a:pt x="46356" y="70280"/>
                  <a:pt x="44795" y="72132"/>
                  <a:pt x="42249" y="73883"/>
                </a:cubicBezTo>
                <a:cubicBezTo>
                  <a:pt x="39704" y="75632"/>
                  <a:pt x="36666" y="76507"/>
                  <a:pt x="33135" y="76507"/>
                </a:cubicBezTo>
                <a:cubicBezTo>
                  <a:pt x="28208" y="76507"/>
                  <a:pt x="24430" y="75235"/>
                  <a:pt x="21801" y="72693"/>
                </a:cubicBezTo>
                <a:cubicBezTo>
                  <a:pt x="19174" y="70149"/>
                  <a:pt x="17737" y="66047"/>
                  <a:pt x="17491" y="60387"/>
                </a:cubicBezTo>
                <a:close/>
                <a:moveTo>
                  <a:pt x="73468" y="24203"/>
                </a:moveTo>
                <a:lnTo>
                  <a:pt x="73468" y="87934"/>
                </a:lnTo>
                <a:lnTo>
                  <a:pt x="90959" y="87934"/>
                </a:lnTo>
                <a:lnTo>
                  <a:pt x="90959" y="59203"/>
                </a:lnTo>
                <a:cubicBezTo>
                  <a:pt x="90959" y="56326"/>
                  <a:pt x="91247" y="53655"/>
                  <a:pt x="91822" y="51189"/>
                </a:cubicBezTo>
                <a:cubicBezTo>
                  <a:pt x="92397" y="48723"/>
                  <a:pt x="93362" y="46565"/>
                  <a:pt x="94716" y="44715"/>
                </a:cubicBezTo>
                <a:cubicBezTo>
                  <a:pt x="96071" y="42866"/>
                  <a:pt x="97857" y="41407"/>
                  <a:pt x="100073" y="40338"/>
                </a:cubicBezTo>
                <a:cubicBezTo>
                  <a:pt x="102291" y="39269"/>
                  <a:pt x="105002" y="38734"/>
                  <a:pt x="108204" y="38734"/>
                </a:cubicBezTo>
                <a:cubicBezTo>
                  <a:pt x="109272" y="38734"/>
                  <a:pt x="110380" y="38796"/>
                  <a:pt x="111529" y="38921"/>
                </a:cubicBezTo>
                <a:cubicBezTo>
                  <a:pt x="112680" y="39043"/>
                  <a:pt x="113665" y="39187"/>
                  <a:pt x="114486" y="39351"/>
                </a:cubicBezTo>
                <a:lnTo>
                  <a:pt x="114486" y="23109"/>
                </a:lnTo>
                <a:cubicBezTo>
                  <a:pt x="113090" y="22700"/>
                  <a:pt x="111818" y="22495"/>
                  <a:pt x="110669" y="22495"/>
                </a:cubicBezTo>
                <a:cubicBezTo>
                  <a:pt x="108451" y="22495"/>
                  <a:pt x="106315" y="22823"/>
                  <a:pt x="104263" y="23480"/>
                </a:cubicBezTo>
                <a:cubicBezTo>
                  <a:pt x="102210" y="24135"/>
                  <a:pt x="100281" y="25057"/>
                  <a:pt x="98474" y="26247"/>
                </a:cubicBezTo>
                <a:cubicBezTo>
                  <a:pt x="96667" y="27436"/>
                  <a:pt x="95065" y="28871"/>
                  <a:pt x="93670" y="30553"/>
                </a:cubicBezTo>
                <a:cubicBezTo>
                  <a:pt x="92274" y="32234"/>
                  <a:pt x="91165" y="34059"/>
                  <a:pt x="90343" y="36028"/>
                </a:cubicBezTo>
                <a:lnTo>
                  <a:pt x="90096" y="36028"/>
                </a:lnTo>
                <a:lnTo>
                  <a:pt x="90096" y="24203"/>
                </a:lnTo>
                <a:lnTo>
                  <a:pt x="73468" y="24203"/>
                </a:lnTo>
                <a:close/>
                <a:moveTo>
                  <a:pt x="120904" y="24203"/>
                </a:moveTo>
                <a:lnTo>
                  <a:pt x="120904" y="87934"/>
                </a:lnTo>
                <a:lnTo>
                  <a:pt x="138395" y="87934"/>
                </a:lnTo>
                <a:lnTo>
                  <a:pt x="138395" y="59203"/>
                </a:lnTo>
                <a:cubicBezTo>
                  <a:pt x="138395" y="56326"/>
                  <a:pt x="138683" y="53655"/>
                  <a:pt x="139258" y="51189"/>
                </a:cubicBezTo>
                <a:cubicBezTo>
                  <a:pt x="139833" y="48723"/>
                  <a:pt x="140798" y="46565"/>
                  <a:pt x="142153" y="44715"/>
                </a:cubicBezTo>
                <a:cubicBezTo>
                  <a:pt x="143507" y="42866"/>
                  <a:pt x="145293" y="41407"/>
                  <a:pt x="147510" y="40338"/>
                </a:cubicBezTo>
                <a:cubicBezTo>
                  <a:pt x="149727" y="39269"/>
                  <a:pt x="152438" y="38734"/>
                  <a:pt x="155641" y="38734"/>
                </a:cubicBezTo>
                <a:cubicBezTo>
                  <a:pt x="156708" y="38734"/>
                  <a:pt x="157817" y="38796"/>
                  <a:pt x="158966" y="38921"/>
                </a:cubicBezTo>
                <a:cubicBezTo>
                  <a:pt x="160116" y="39043"/>
                  <a:pt x="161101" y="39187"/>
                  <a:pt x="161922" y="39351"/>
                </a:cubicBezTo>
                <a:lnTo>
                  <a:pt x="161922" y="23109"/>
                </a:lnTo>
                <a:cubicBezTo>
                  <a:pt x="160526" y="22700"/>
                  <a:pt x="159254" y="22495"/>
                  <a:pt x="158105" y="22495"/>
                </a:cubicBezTo>
                <a:cubicBezTo>
                  <a:pt x="155887" y="22495"/>
                  <a:pt x="153752" y="22823"/>
                  <a:pt x="151699" y="23480"/>
                </a:cubicBezTo>
                <a:cubicBezTo>
                  <a:pt x="149647" y="24135"/>
                  <a:pt x="147717" y="25057"/>
                  <a:pt x="145910" y="26247"/>
                </a:cubicBezTo>
                <a:cubicBezTo>
                  <a:pt x="144103" y="27436"/>
                  <a:pt x="142502" y="28871"/>
                  <a:pt x="141106" y="30553"/>
                </a:cubicBezTo>
                <a:cubicBezTo>
                  <a:pt x="139710" y="32234"/>
                  <a:pt x="138601" y="34059"/>
                  <a:pt x="137779" y="36028"/>
                </a:cubicBezTo>
                <a:lnTo>
                  <a:pt x="137533" y="36028"/>
                </a:lnTo>
                <a:lnTo>
                  <a:pt x="137533" y="24203"/>
                </a:lnTo>
                <a:lnTo>
                  <a:pt x="120904" y="24203"/>
                </a:lnTo>
                <a:close/>
                <a:moveTo>
                  <a:pt x="183860" y="56179"/>
                </a:moveTo>
                <a:cubicBezTo>
                  <a:pt x="183860" y="53633"/>
                  <a:pt x="184106" y="51128"/>
                  <a:pt x="184598" y="48664"/>
                </a:cubicBezTo>
                <a:cubicBezTo>
                  <a:pt x="185091" y="46200"/>
                  <a:pt x="185932" y="44023"/>
                  <a:pt x="187123" y="42135"/>
                </a:cubicBezTo>
                <a:cubicBezTo>
                  <a:pt x="188314" y="40245"/>
                  <a:pt x="189896" y="38705"/>
                  <a:pt x="191867" y="37515"/>
                </a:cubicBezTo>
                <a:cubicBezTo>
                  <a:pt x="193838" y="36323"/>
                  <a:pt x="196301" y="35727"/>
                  <a:pt x="199257" y="35727"/>
                </a:cubicBezTo>
                <a:cubicBezTo>
                  <a:pt x="202214" y="35727"/>
                  <a:pt x="204699" y="36323"/>
                  <a:pt x="206710" y="37515"/>
                </a:cubicBezTo>
                <a:cubicBezTo>
                  <a:pt x="208722" y="38705"/>
                  <a:pt x="210324" y="40245"/>
                  <a:pt x="211514" y="42135"/>
                </a:cubicBezTo>
                <a:cubicBezTo>
                  <a:pt x="212706" y="44023"/>
                  <a:pt x="213548" y="46200"/>
                  <a:pt x="214040" y="48664"/>
                </a:cubicBezTo>
                <a:cubicBezTo>
                  <a:pt x="214533" y="51128"/>
                  <a:pt x="214779" y="53633"/>
                  <a:pt x="214779" y="56179"/>
                </a:cubicBezTo>
                <a:cubicBezTo>
                  <a:pt x="214779" y="58725"/>
                  <a:pt x="214533" y="61210"/>
                  <a:pt x="214040" y="63633"/>
                </a:cubicBezTo>
                <a:cubicBezTo>
                  <a:pt x="213548" y="66055"/>
                  <a:pt x="212706" y="68232"/>
                  <a:pt x="211514" y="70163"/>
                </a:cubicBezTo>
                <a:cubicBezTo>
                  <a:pt x="210324" y="72093"/>
                  <a:pt x="208722" y="73633"/>
                  <a:pt x="206710" y="74783"/>
                </a:cubicBezTo>
                <a:cubicBezTo>
                  <a:pt x="204699" y="75932"/>
                  <a:pt x="202214" y="76507"/>
                  <a:pt x="199257" y="76507"/>
                </a:cubicBezTo>
                <a:cubicBezTo>
                  <a:pt x="196301" y="76507"/>
                  <a:pt x="193838" y="75932"/>
                  <a:pt x="191867" y="74783"/>
                </a:cubicBezTo>
                <a:cubicBezTo>
                  <a:pt x="189896" y="73633"/>
                  <a:pt x="188314" y="72093"/>
                  <a:pt x="187123" y="70163"/>
                </a:cubicBezTo>
                <a:cubicBezTo>
                  <a:pt x="185932" y="68232"/>
                  <a:pt x="185091" y="66055"/>
                  <a:pt x="184598" y="63633"/>
                </a:cubicBezTo>
                <a:cubicBezTo>
                  <a:pt x="184106" y="61210"/>
                  <a:pt x="183860" y="58725"/>
                  <a:pt x="183860" y="56179"/>
                </a:cubicBezTo>
                <a:moveTo>
                  <a:pt x="166368" y="56181"/>
                </a:moveTo>
                <a:cubicBezTo>
                  <a:pt x="166368" y="61281"/>
                  <a:pt x="167148" y="65887"/>
                  <a:pt x="168708" y="69999"/>
                </a:cubicBezTo>
                <a:cubicBezTo>
                  <a:pt x="170268" y="74112"/>
                  <a:pt x="172486" y="77629"/>
                  <a:pt x="175360" y="80550"/>
                </a:cubicBezTo>
                <a:cubicBezTo>
                  <a:pt x="178235" y="83469"/>
                  <a:pt x="181684" y="85711"/>
                  <a:pt x="185707" y="87275"/>
                </a:cubicBezTo>
                <a:cubicBezTo>
                  <a:pt x="189732" y="88837"/>
                  <a:pt x="194249" y="89619"/>
                  <a:pt x="199257" y="89619"/>
                </a:cubicBezTo>
                <a:cubicBezTo>
                  <a:pt x="204267" y="89619"/>
                  <a:pt x="208804" y="88837"/>
                  <a:pt x="212869" y="87275"/>
                </a:cubicBezTo>
                <a:cubicBezTo>
                  <a:pt x="216934" y="85711"/>
                  <a:pt x="220404" y="83469"/>
                  <a:pt x="223278" y="80550"/>
                </a:cubicBezTo>
                <a:cubicBezTo>
                  <a:pt x="226153" y="77629"/>
                  <a:pt x="228370" y="74112"/>
                  <a:pt x="229930" y="69999"/>
                </a:cubicBezTo>
                <a:cubicBezTo>
                  <a:pt x="231490" y="65887"/>
                  <a:pt x="232270" y="61281"/>
                  <a:pt x="232270" y="56181"/>
                </a:cubicBezTo>
                <a:cubicBezTo>
                  <a:pt x="232270" y="51081"/>
                  <a:pt x="231490" y="46454"/>
                  <a:pt x="229930" y="42300"/>
                </a:cubicBezTo>
                <a:cubicBezTo>
                  <a:pt x="228370" y="38145"/>
                  <a:pt x="226153" y="34608"/>
                  <a:pt x="223278" y="31688"/>
                </a:cubicBezTo>
                <a:cubicBezTo>
                  <a:pt x="220404" y="28767"/>
                  <a:pt x="216934" y="26505"/>
                  <a:pt x="212869" y="24901"/>
                </a:cubicBezTo>
                <a:cubicBezTo>
                  <a:pt x="208804" y="23297"/>
                  <a:pt x="204267" y="22495"/>
                  <a:pt x="199257" y="22495"/>
                </a:cubicBezTo>
                <a:cubicBezTo>
                  <a:pt x="194249" y="22495"/>
                  <a:pt x="189732" y="23297"/>
                  <a:pt x="185707" y="24901"/>
                </a:cubicBezTo>
                <a:cubicBezTo>
                  <a:pt x="181684" y="26505"/>
                  <a:pt x="178235" y="28767"/>
                  <a:pt x="175360" y="31688"/>
                </a:cubicBezTo>
                <a:cubicBezTo>
                  <a:pt x="172486" y="34608"/>
                  <a:pt x="170268" y="38145"/>
                  <a:pt x="168708" y="42300"/>
                </a:cubicBezTo>
                <a:cubicBezTo>
                  <a:pt x="167148" y="46454"/>
                  <a:pt x="166368" y="51081"/>
                  <a:pt x="166368" y="56181"/>
                </a:cubicBezTo>
                <a:close/>
                <a:moveTo>
                  <a:pt x="243319" y="24203"/>
                </a:moveTo>
                <a:lnTo>
                  <a:pt x="243319" y="87934"/>
                </a:lnTo>
                <a:lnTo>
                  <a:pt x="260811" y="87934"/>
                </a:lnTo>
                <a:lnTo>
                  <a:pt x="260811" y="59203"/>
                </a:lnTo>
                <a:cubicBezTo>
                  <a:pt x="260811" y="56326"/>
                  <a:pt x="261098" y="53655"/>
                  <a:pt x="261673" y="51189"/>
                </a:cubicBezTo>
                <a:cubicBezTo>
                  <a:pt x="262249" y="48723"/>
                  <a:pt x="263213" y="46565"/>
                  <a:pt x="264568" y="44715"/>
                </a:cubicBezTo>
                <a:cubicBezTo>
                  <a:pt x="265923" y="42866"/>
                  <a:pt x="267708" y="41407"/>
                  <a:pt x="269925" y="40338"/>
                </a:cubicBezTo>
                <a:cubicBezTo>
                  <a:pt x="272143" y="39269"/>
                  <a:pt x="274853" y="38734"/>
                  <a:pt x="278056" y="38734"/>
                </a:cubicBezTo>
                <a:cubicBezTo>
                  <a:pt x="279124" y="38734"/>
                  <a:pt x="280232" y="38796"/>
                  <a:pt x="281381" y="38921"/>
                </a:cubicBezTo>
                <a:cubicBezTo>
                  <a:pt x="282531" y="39043"/>
                  <a:pt x="283517" y="39187"/>
                  <a:pt x="284337" y="39351"/>
                </a:cubicBezTo>
                <a:lnTo>
                  <a:pt x="284337" y="23109"/>
                </a:lnTo>
                <a:cubicBezTo>
                  <a:pt x="282942" y="22700"/>
                  <a:pt x="281669" y="22495"/>
                  <a:pt x="280520" y="22495"/>
                </a:cubicBezTo>
                <a:cubicBezTo>
                  <a:pt x="278302" y="22495"/>
                  <a:pt x="276167" y="22823"/>
                  <a:pt x="274114" y="23480"/>
                </a:cubicBezTo>
                <a:cubicBezTo>
                  <a:pt x="272062" y="24135"/>
                  <a:pt x="270132" y="25057"/>
                  <a:pt x="268325" y="26247"/>
                </a:cubicBezTo>
                <a:cubicBezTo>
                  <a:pt x="266518" y="27436"/>
                  <a:pt x="264917" y="28871"/>
                  <a:pt x="263521" y="30553"/>
                </a:cubicBezTo>
                <a:cubicBezTo>
                  <a:pt x="262125" y="32234"/>
                  <a:pt x="261016" y="34059"/>
                  <a:pt x="260194" y="36028"/>
                </a:cubicBezTo>
                <a:lnTo>
                  <a:pt x="259948" y="36028"/>
                </a:lnTo>
                <a:lnTo>
                  <a:pt x="259948" y="24203"/>
                </a:lnTo>
                <a:lnTo>
                  <a:pt x="243319" y="24203"/>
                </a:lnTo>
                <a:close/>
                <a:moveTo>
                  <a:pt x="367780" y="46674"/>
                </a:moveTo>
                <a:lnTo>
                  <a:pt x="384901" y="46674"/>
                </a:lnTo>
                <a:cubicBezTo>
                  <a:pt x="384655" y="42561"/>
                  <a:pt x="383670" y="39004"/>
                  <a:pt x="381944" y="36003"/>
                </a:cubicBezTo>
                <a:cubicBezTo>
                  <a:pt x="380220" y="33001"/>
                  <a:pt x="377982" y="30492"/>
                  <a:pt x="375230" y="28478"/>
                </a:cubicBezTo>
                <a:cubicBezTo>
                  <a:pt x="372480" y="26463"/>
                  <a:pt x="369360" y="24962"/>
                  <a:pt x="365870" y="23976"/>
                </a:cubicBezTo>
                <a:cubicBezTo>
                  <a:pt x="362380" y="22989"/>
                  <a:pt x="358746" y="22495"/>
                  <a:pt x="354968" y="22495"/>
                </a:cubicBezTo>
                <a:cubicBezTo>
                  <a:pt x="349794" y="22495"/>
                  <a:pt x="345195" y="23359"/>
                  <a:pt x="341170" y="25087"/>
                </a:cubicBezTo>
                <a:cubicBezTo>
                  <a:pt x="337147" y="26814"/>
                  <a:pt x="333739" y="29219"/>
                  <a:pt x="330947" y="32304"/>
                </a:cubicBezTo>
                <a:cubicBezTo>
                  <a:pt x="328155" y="35389"/>
                  <a:pt x="326041" y="39050"/>
                  <a:pt x="324604" y="43287"/>
                </a:cubicBezTo>
                <a:cubicBezTo>
                  <a:pt x="323166" y="47522"/>
                  <a:pt x="322448" y="52108"/>
                  <a:pt x="322448" y="57043"/>
                </a:cubicBezTo>
                <a:cubicBezTo>
                  <a:pt x="322448" y="61815"/>
                  <a:pt x="323228" y="66196"/>
                  <a:pt x="324788" y="70186"/>
                </a:cubicBezTo>
                <a:cubicBezTo>
                  <a:pt x="326348" y="74174"/>
                  <a:pt x="328524" y="77608"/>
                  <a:pt x="331316" y="80488"/>
                </a:cubicBezTo>
                <a:cubicBezTo>
                  <a:pt x="334109" y="83367"/>
                  <a:pt x="337496" y="85609"/>
                  <a:pt x="341479" y="87213"/>
                </a:cubicBezTo>
                <a:cubicBezTo>
                  <a:pt x="345462" y="88817"/>
                  <a:pt x="349835" y="89619"/>
                  <a:pt x="354598" y="89619"/>
                </a:cubicBezTo>
                <a:cubicBezTo>
                  <a:pt x="363056" y="89619"/>
                  <a:pt x="369995" y="87392"/>
                  <a:pt x="375414" y="82940"/>
                </a:cubicBezTo>
                <a:cubicBezTo>
                  <a:pt x="380835" y="78487"/>
                  <a:pt x="384121" y="72031"/>
                  <a:pt x="385271" y="63573"/>
                </a:cubicBezTo>
                <a:lnTo>
                  <a:pt x="368394" y="63573"/>
                </a:lnTo>
                <a:cubicBezTo>
                  <a:pt x="367820" y="67515"/>
                  <a:pt x="366404" y="70657"/>
                  <a:pt x="364144" y="72997"/>
                </a:cubicBezTo>
                <a:cubicBezTo>
                  <a:pt x="361886" y="75337"/>
                  <a:pt x="358664" y="76507"/>
                  <a:pt x="354476" y="76507"/>
                </a:cubicBezTo>
                <a:cubicBezTo>
                  <a:pt x="351766" y="76507"/>
                  <a:pt x="349466" y="75891"/>
                  <a:pt x="347576" y="74659"/>
                </a:cubicBezTo>
                <a:cubicBezTo>
                  <a:pt x="345688" y="73427"/>
                  <a:pt x="344189" y="71846"/>
                  <a:pt x="343080" y="69917"/>
                </a:cubicBezTo>
                <a:cubicBezTo>
                  <a:pt x="341972" y="67986"/>
                  <a:pt x="341172" y="65829"/>
                  <a:pt x="340678" y="63447"/>
                </a:cubicBezTo>
                <a:cubicBezTo>
                  <a:pt x="340185" y="61065"/>
                  <a:pt x="339939" y="58724"/>
                  <a:pt x="339939" y="56425"/>
                </a:cubicBezTo>
                <a:cubicBezTo>
                  <a:pt x="339939" y="54043"/>
                  <a:pt x="340185" y="51641"/>
                  <a:pt x="340678" y="49219"/>
                </a:cubicBezTo>
                <a:cubicBezTo>
                  <a:pt x="341172" y="46795"/>
                  <a:pt x="342014" y="44577"/>
                  <a:pt x="343204" y="42565"/>
                </a:cubicBezTo>
                <a:cubicBezTo>
                  <a:pt x="344394" y="40553"/>
                  <a:pt x="345934" y="38910"/>
                  <a:pt x="347822" y="37637"/>
                </a:cubicBezTo>
                <a:cubicBezTo>
                  <a:pt x="349712" y="36364"/>
                  <a:pt x="352052" y="35727"/>
                  <a:pt x="354844" y="35727"/>
                </a:cubicBezTo>
                <a:cubicBezTo>
                  <a:pt x="362318" y="35727"/>
                  <a:pt x="366629" y="39376"/>
                  <a:pt x="367780" y="46674"/>
                </a:cubicBezTo>
                <a:close/>
                <a:moveTo>
                  <a:pt x="394808" y="0"/>
                </a:moveTo>
                <a:lnTo>
                  <a:pt x="394808" y="87934"/>
                </a:lnTo>
                <a:lnTo>
                  <a:pt x="412300" y="87934"/>
                </a:lnTo>
                <a:lnTo>
                  <a:pt x="412300" y="54557"/>
                </a:lnTo>
                <a:cubicBezTo>
                  <a:pt x="412300" y="48070"/>
                  <a:pt x="413367" y="43410"/>
                  <a:pt x="415503" y="40578"/>
                </a:cubicBezTo>
                <a:cubicBezTo>
                  <a:pt x="417638" y="37745"/>
                  <a:pt x="421087" y="36329"/>
                  <a:pt x="425850" y="36329"/>
                </a:cubicBezTo>
                <a:cubicBezTo>
                  <a:pt x="430039" y="36329"/>
                  <a:pt x="432954" y="37622"/>
                  <a:pt x="434595" y="40208"/>
                </a:cubicBezTo>
                <a:cubicBezTo>
                  <a:pt x="436238" y="42794"/>
                  <a:pt x="437059" y="46715"/>
                  <a:pt x="437059" y="51970"/>
                </a:cubicBezTo>
                <a:lnTo>
                  <a:pt x="437059" y="87934"/>
                </a:lnTo>
                <a:lnTo>
                  <a:pt x="454551" y="87934"/>
                </a:lnTo>
                <a:lnTo>
                  <a:pt x="454551" y="48745"/>
                </a:lnTo>
                <a:cubicBezTo>
                  <a:pt x="454551" y="44802"/>
                  <a:pt x="454202" y="41207"/>
                  <a:pt x="453504" y="37962"/>
                </a:cubicBezTo>
                <a:cubicBezTo>
                  <a:pt x="452806" y="34717"/>
                  <a:pt x="451594" y="31964"/>
                  <a:pt x="449869" y="29705"/>
                </a:cubicBezTo>
                <a:cubicBezTo>
                  <a:pt x="448145" y="27446"/>
                  <a:pt x="445784" y="25679"/>
                  <a:pt x="442787" y="24406"/>
                </a:cubicBezTo>
                <a:cubicBezTo>
                  <a:pt x="439789" y="23132"/>
                  <a:pt x="435950" y="22495"/>
                  <a:pt x="431270" y="22495"/>
                </a:cubicBezTo>
                <a:cubicBezTo>
                  <a:pt x="427985" y="22495"/>
                  <a:pt x="424617" y="23339"/>
                  <a:pt x="421168" y="25027"/>
                </a:cubicBezTo>
                <a:cubicBezTo>
                  <a:pt x="417719" y="26715"/>
                  <a:pt x="414887" y="29411"/>
                  <a:pt x="412670" y="33116"/>
                </a:cubicBezTo>
                <a:lnTo>
                  <a:pt x="412300" y="33116"/>
                </a:lnTo>
                <a:lnTo>
                  <a:pt x="412300" y="0"/>
                </a:lnTo>
                <a:lnTo>
                  <a:pt x="394808" y="0"/>
                </a:lnTo>
                <a:close/>
                <a:moveTo>
                  <a:pt x="510358" y="49320"/>
                </a:moveTo>
                <a:lnTo>
                  <a:pt x="481905" y="49320"/>
                </a:lnTo>
                <a:cubicBezTo>
                  <a:pt x="481986" y="48085"/>
                  <a:pt x="482253" y="46684"/>
                  <a:pt x="482704" y="45119"/>
                </a:cubicBezTo>
                <a:cubicBezTo>
                  <a:pt x="483156" y="43553"/>
                  <a:pt x="483937" y="42070"/>
                  <a:pt x="485046" y="40670"/>
                </a:cubicBezTo>
                <a:cubicBezTo>
                  <a:pt x="486155" y="39270"/>
                  <a:pt x="487633" y="38095"/>
                  <a:pt x="489480" y="37148"/>
                </a:cubicBezTo>
                <a:cubicBezTo>
                  <a:pt x="491328" y="36201"/>
                  <a:pt x="493648" y="35727"/>
                  <a:pt x="496440" y="35727"/>
                </a:cubicBezTo>
                <a:cubicBezTo>
                  <a:pt x="500710" y="35727"/>
                  <a:pt x="503892" y="36881"/>
                  <a:pt x="505986" y="39187"/>
                </a:cubicBezTo>
                <a:cubicBezTo>
                  <a:pt x="508080" y="41494"/>
                  <a:pt x="509537" y="44872"/>
                  <a:pt x="510358" y="49320"/>
                </a:cubicBezTo>
                <a:moveTo>
                  <a:pt x="481905" y="60387"/>
                </a:moveTo>
                <a:lnTo>
                  <a:pt x="527851" y="60387"/>
                </a:lnTo>
                <a:cubicBezTo>
                  <a:pt x="528180" y="55450"/>
                  <a:pt x="527769" y="50719"/>
                  <a:pt x="526618" y="46193"/>
                </a:cubicBezTo>
                <a:cubicBezTo>
                  <a:pt x="525469" y="41667"/>
                  <a:pt x="523601" y="37635"/>
                  <a:pt x="521013" y="34098"/>
                </a:cubicBezTo>
                <a:cubicBezTo>
                  <a:pt x="518427" y="30559"/>
                  <a:pt x="515122" y="27741"/>
                  <a:pt x="511097" y="25643"/>
                </a:cubicBezTo>
                <a:cubicBezTo>
                  <a:pt x="507073" y="23544"/>
                  <a:pt x="502352" y="22495"/>
                  <a:pt x="496932" y="22495"/>
                </a:cubicBezTo>
                <a:cubicBezTo>
                  <a:pt x="492087" y="22495"/>
                  <a:pt x="487673" y="23359"/>
                  <a:pt x="483690" y="25087"/>
                </a:cubicBezTo>
                <a:cubicBezTo>
                  <a:pt x="479708" y="26814"/>
                  <a:pt x="476280" y="29178"/>
                  <a:pt x="473405" y="32180"/>
                </a:cubicBezTo>
                <a:cubicBezTo>
                  <a:pt x="470531" y="35183"/>
                  <a:pt x="468314" y="38741"/>
                  <a:pt x="466754" y="42855"/>
                </a:cubicBezTo>
                <a:cubicBezTo>
                  <a:pt x="465194" y="46967"/>
                  <a:pt x="464413" y="51409"/>
                  <a:pt x="464413" y="56181"/>
                </a:cubicBezTo>
                <a:cubicBezTo>
                  <a:pt x="464413" y="61115"/>
                  <a:pt x="465173" y="65639"/>
                  <a:pt x="466692" y="69753"/>
                </a:cubicBezTo>
                <a:cubicBezTo>
                  <a:pt x="468211" y="73866"/>
                  <a:pt x="470367" y="77403"/>
                  <a:pt x="473159" y="80365"/>
                </a:cubicBezTo>
                <a:cubicBezTo>
                  <a:pt x="475951" y="83326"/>
                  <a:pt x="479359" y="85609"/>
                  <a:pt x="483382" y="87213"/>
                </a:cubicBezTo>
                <a:cubicBezTo>
                  <a:pt x="487406" y="88817"/>
                  <a:pt x="491922" y="89619"/>
                  <a:pt x="496932" y="89619"/>
                </a:cubicBezTo>
                <a:cubicBezTo>
                  <a:pt x="504159" y="89619"/>
                  <a:pt x="510317" y="87978"/>
                  <a:pt x="515408" y="84696"/>
                </a:cubicBezTo>
                <a:cubicBezTo>
                  <a:pt x="520501" y="81414"/>
                  <a:pt x="524279" y="75958"/>
                  <a:pt x="526742" y="68327"/>
                </a:cubicBezTo>
                <a:lnTo>
                  <a:pt x="511345" y="68327"/>
                </a:lnTo>
                <a:cubicBezTo>
                  <a:pt x="510770" y="70280"/>
                  <a:pt x="509209" y="72132"/>
                  <a:pt x="506663" y="73883"/>
                </a:cubicBezTo>
                <a:cubicBezTo>
                  <a:pt x="504118" y="75632"/>
                  <a:pt x="501080" y="76507"/>
                  <a:pt x="497549" y="76507"/>
                </a:cubicBezTo>
                <a:cubicBezTo>
                  <a:pt x="492622" y="76507"/>
                  <a:pt x="488844" y="75235"/>
                  <a:pt x="486215" y="72693"/>
                </a:cubicBezTo>
                <a:cubicBezTo>
                  <a:pt x="483587" y="70149"/>
                  <a:pt x="482150" y="66047"/>
                  <a:pt x="481905" y="60387"/>
                </a:cubicBezTo>
                <a:close/>
                <a:moveTo>
                  <a:pt x="581241" y="46674"/>
                </a:moveTo>
                <a:lnTo>
                  <a:pt x="598363" y="46674"/>
                </a:lnTo>
                <a:cubicBezTo>
                  <a:pt x="598117" y="42561"/>
                  <a:pt x="597131" y="39004"/>
                  <a:pt x="595406" y="36003"/>
                </a:cubicBezTo>
                <a:cubicBezTo>
                  <a:pt x="593682" y="33001"/>
                  <a:pt x="591444" y="30492"/>
                  <a:pt x="588692" y="28478"/>
                </a:cubicBezTo>
                <a:cubicBezTo>
                  <a:pt x="585942" y="26463"/>
                  <a:pt x="582822" y="24962"/>
                  <a:pt x="579332" y="23976"/>
                </a:cubicBezTo>
                <a:cubicBezTo>
                  <a:pt x="575842" y="22989"/>
                  <a:pt x="572208" y="22495"/>
                  <a:pt x="568430" y="22495"/>
                </a:cubicBezTo>
                <a:cubicBezTo>
                  <a:pt x="563256" y="22495"/>
                  <a:pt x="558657" y="23359"/>
                  <a:pt x="554632" y="25087"/>
                </a:cubicBezTo>
                <a:cubicBezTo>
                  <a:pt x="550609" y="26814"/>
                  <a:pt x="547201" y="29219"/>
                  <a:pt x="544409" y="32304"/>
                </a:cubicBezTo>
                <a:cubicBezTo>
                  <a:pt x="541617" y="35389"/>
                  <a:pt x="539503" y="39050"/>
                  <a:pt x="538066" y="43287"/>
                </a:cubicBezTo>
                <a:cubicBezTo>
                  <a:pt x="536628" y="47522"/>
                  <a:pt x="535910" y="52108"/>
                  <a:pt x="535910" y="57043"/>
                </a:cubicBezTo>
                <a:cubicBezTo>
                  <a:pt x="535910" y="61815"/>
                  <a:pt x="536690" y="66196"/>
                  <a:pt x="538250" y="70186"/>
                </a:cubicBezTo>
                <a:cubicBezTo>
                  <a:pt x="539810" y="74174"/>
                  <a:pt x="541986" y="77608"/>
                  <a:pt x="544778" y="80488"/>
                </a:cubicBezTo>
                <a:cubicBezTo>
                  <a:pt x="547571" y="83367"/>
                  <a:pt x="550958" y="85609"/>
                  <a:pt x="554940" y="87213"/>
                </a:cubicBezTo>
                <a:cubicBezTo>
                  <a:pt x="558924" y="88817"/>
                  <a:pt x="563297" y="89619"/>
                  <a:pt x="568060" y="89619"/>
                </a:cubicBezTo>
                <a:cubicBezTo>
                  <a:pt x="576518" y="89619"/>
                  <a:pt x="583457" y="87392"/>
                  <a:pt x="588876" y="82940"/>
                </a:cubicBezTo>
                <a:cubicBezTo>
                  <a:pt x="594297" y="78487"/>
                  <a:pt x="597583" y="72031"/>
                  <a:pt x="598733" y="63573"/>
                </a:cubicBezTo>
                <a:lnTo>
                  <a:pt x="581856" y="63573"/>
                </a:lnTo>
                <a:cubicBezTo>
                  <a:pt x="581282" y="67515"/>
                  <a:pt x="579866" y="70657"/>
                  <a:pt x="577606" y="72997"/>
                </a:cubicBezTo>
                <a:cubicBezTo>
                  <a:pt x="575348" y="75337"/>
                  <a:pt x="572125" y="76507"/>
                  <a:pt x="567938" y="76507"/>
                </a:cubicBezTo>
                <a:cubicBezTo>
                  <a:pt x="565227" y="76507"/>
                  <a:pt x="562927" y="75891"/>
                  <a:pt x="561038" y="74659"/>
                </a:cubicBezTo>
                <a:cubicBezTo>
                  <a:pt x="559149" y="73427"/>
                  <a:pt x="557651" y="71846"/>
                  <a:pt x="556542" y="69917"/>
                </a:cubicBezTo>
                <a:cubicBezTo>
                  <a:pt x="555434" y="67986"/>
                  <a:pt x="554633" y="65829"/>
                  <a:pt x="554140" y="63447"/>
                </a:cubicBezTo>
                <a:cubicBezTo>
                  <a:pt x="553647" y="61065"/>
                  <a:pt x="553401" y="58724"/>
                  <a:pt x="553401" y="56425"/>
                </a:cubicBezTo>
                <a:cubicBezTo>
                  <a:pt x="553401" y="54043"/>
                  <a:pt x="553647" y="51641"/>
                  <a:pt x="554140" y="49219"/>
                </a:cubicBezTo>
                <a:cubicBezTo>
                  <a:pt x="554633" y="46795"/>
                  <a:pt x="555475" y="44577"/>
                  <a:pt x="556666" y="42565"/>
                </a:cubicBezTo>
                <a:cubicBezTo>
                  <a:pt x="557856" y="40553"/>
                  <a:pt x="559396" y="38910"/>
                  <a:pt x="561284" y="37637"/>
                </a:cubicBezTo>
                <a:cubicBezTo>
                  <a:pt x="563174" y="36364"/>
                  <a:pt x="565514" y="35727"/>
                  <a:pt x="568306" y="35727"/>
                </a:cubicBezTo>
                <a:cubicBezTo>
                  <a:pt x="575779" y="35727"/>
                  <a:pt x="580091" y="39376"/>
                  <a:pt x="581241" y="46674"/>
                </a:cubicBezTo>
                <a:close/>
                <a:moveTo>
                  <a:pt x="609872" y="0"/>
                </a:moveTo>
                <a:lnTo>
                  <a:pt x="609872" y="87934"/>
                </a:lnTo>
                <a:lnTo>
                  <a:pt x="627363" y="87934"/>
                </a:lnTo>
                <a:lnTo>
                  <a:pt x="627363" y="66009"/>
                </a:lnTo>
                <a:lnTo>
                  <a:pt x="634139" y="59479"/>
                </a:lnTo>
                <a:lnTo>
                  <a:pt x="651630" y="87934"/>
                </a:lnTo>
                <a:lnTo>
                  <a:pt x="672817" y="87934"/>
                </a:lnTo>
                <a:lnTo>
                  <a:pt x="646085" y="47662"/>
                </a:lnTo>
                <a:lnTo>
                  <a:pt x="670107" y="24262"/>
                </a:lnTo>
                <a:lnTo>
                  <a:pt x="649412" y="24262"/>
                </a:lnTo>
                <a:lnTo>
                  <a:pt x="627363" y="47170"/>
                </a:lnTo>
                <a:lnTo>
                  <a:pt x="627363" y="0"/>
                </a:lnTo>
                <a:lnTo>
                  <a:pt x="609872" y="0"/>
                </a:lnTo>
                <a:close/>
                <a:moveTo>
                  <a:pt x="696643" y="14435"/>
                </a:moveTo>
                <a:lnTo>
                  <a:pt x="696643" y="0"/>
                </a:lnTo>
                <a:lnTo>
                  <a:pt x="679151" y="0"/>
                </a:lnTo>
                <a:lnTo>
                  <a:pt x="679151" y="14435"/>
                </a:lnTo>
                <a:lnTo>
                  <a:pt x="696643" y="14435"/>
                </a:lnTo>
                <a:moveTo>
                  <a:pt x="679151" y="24250"/>
                </a:moveTo>
                <a:lnTo>
                  <a:pt x="679151" y="87934"/>
                </a:lnTo>
                <a:lnTo>
                  <a:pt x="696643" y="87934"/>
                </a:lnTo>
                <a:lnTo>
                  <a:pt x="696643" y="24250"/>
                </a:lnTo>
                <a:lnTo>
                  <a:pt x="679151" y="24250"/>
                </a:lnTo>
                <a:close/>
                <a:moveTo>
                  <a:pt x="710028" y="24249"/>
                </a:moveTo>
                <a:lnTo>
                  <a:pt x="710028" y="87934"/>
                </a:lnTo>
                <a:lnTo>
                  <a:pt x="727519" y="87934"/>
                </a:lnTo>
                <a:lnTo>
                  <a:pt x="727519" y="54557"/>
                </a:lnTo>
                <a:cubicBezTo>
                  <a:pt x="727519" y="48070"/>
                  <a:pt x="728587" y="43410"/>
                  <a:pt x="730722" y="40578"/>
                </a:cubicBezTo>
                <a:cubicBezTo>
                  <a:pt x="732857" y="37745"/>
                  <a:pt x="736306" y="36329"/>
                  <a:pt x="741069" y="36329"/>
                </a:cubicBezTo>
                <a:cubicBezTo>
                  <a:pt x="745258" y="36329"/>
                  <a:pt x="748173" y="37622"/>
                  <a:pt x="749815" y="40208"/>
                </a:cubicBezTo>
                <a:cubicBezTo>
                  <a:pt x="751458" y="42794"/>
                  <a:pt x="752279" y="46715"/>
                  <a:pt x="752279" y="51970"/>
                </a:cubicBezTo>
                <a:lnTo>
                  <a:pt x="752279" y="87934"/>
                </a:lnTo>
                <a:lnTo>
                  <a:pt x="769771" y="87934"/>
                </a:lnTo>
                <a:lnTo>
                  <a:pt x="769771" y="48745"/>
                </a:lnTo>
                <a:cubicBezTo>
                  <a:pt x="769771" y="44802"/>
                  <a:pt x="769422" y="41207"/>
                  <a:pt x="768724" y="37962"/>
                </a:cubicBezTo>
                <a:cubicBezTo>
                  <a:pt x="768026" y="34717"/>
                  <a:pt x="766814" y="31964"/>
                  <a:pt x="765088" y="29705"/>
                </a:cubicBezTo>
                <a:cubicBezTo>
                  <a:pt x="763364" y="27446"/>
                  <a:pt x="761004" y="25679"/>
                  <a:pt x="758006" y="24406"/>
                </a:cubicBezTo>
                <a:cubicBezTo>
                  <a:pt x="755009" y="23132"/>
                  <a:pt x="751170" y="22495"/>
                  <a:pt x="746488" y="22495"/>
                </a:cubicBezTo>
                <a:cubicBezTo>
                  <a:pt x="742793" y="22495"/>
                  <a:pt x="739180" y="23339"/>
                  <a:pt x="735649" y="25027"/>
                </a:cubicBezTo>
                <a:cubicBezTo>
                  <a:pt x="732117" y="26715"/>
                  <a:pt x="729244" y="29411"/>
                  <a:pt x="727027" y="33116"/>
                </a:cubicBezTo>
                <a:lnTo>
                  <a:pt x="726657" y="33116"/>
                </a:lnTo>
                <a:lnTo>
                  <a:pt x="726657" y="24249"/>
                </a:lnTo>
                <a:lnTo>
                  <a:pt x="710028" y="24249"/>
                </a:lnTo>
                <a:close/>
                <a:moveTo>
                  <a:pt x="812398" y="72898"/>
                </a:moveTo>
                <a:cubicBezTo>
                  <a:pt x="809688" y="72898"/>
                  <a:pt x="807429" y="72323"/>
                  <a:pt x="805622" y="71174"/>
                </a:cubicBezTo>
                <a:cubicBezTo>
                  <a:pt x="803816" y="70025"/>
                  <a:pt x="802358" y="68548"/>
                  <a:pt x="801249" y="66744"/>
                </a:cubicBezTo>
                <a:cubicBezTo>
                  <a:pt x="800141" y="64938"/>
                  <a:pt x="799361" y="62908"/>
                  <a:pt x="798909" y="60652"/>
                </a:cubicBezTo>
                <a:cubicBezTo>
                  <a:pt x="798457" y="58396"/>
                  <a:pt x="798232" y="56118"/>
                  <a:pt x="798232" y="53820"/>
                </a:cubicBezTo>
                <a:cubicBezTo>
                  <a:pt x="798232" y="51440"/>
                  <a:pt x="798499" y="49164"/>
                  <a:pt x="799033" y="46990"/>
                </a:cubicBezTo>
                <a:cubicBezTo>
                  <a:pt x="799566" y="44814"/>
                  <a:pt x="800429" y="42886"/>
                  <a:pt x="801619" y="41204"/>
                </a:cubicBezTo>
                <a:cubicBezTo>
                  <a:pt x="802811" y="39523"/>
                  <a:pt x="804289" y="38189"/>
                  <a:pt x="806055" y="37204"/>
                </a:cubicBezTo>
                <a:cubicBezTo>
                  <a:pt x="807820" y="36220"/>
                  <a:pt x="809935" y="35727"/>
                  <a:pt x="812398" y="35727"/>
                </a:cubicBezTo>
                <a:cubicBezTo>
                  <a:pt x="815273" y="35727"/>
                  <a:pt x="817654" y="36261"/>
                  <a:pt x="819543" y="37329"/>
                </a:cubicBezTo>
                <a:cubicBezTo>
                  <a:pt x="821431" y="38395"/>
                  <a:pt x="822950" y="39831"/>
                  <a:pt x="824101" y="41637"/>
                </a:cubicBezTo>
                <a:cubicBezTo>
                  <a:pt x="825251" y="43441"/>
                  <a:pt x="826072" y="45512"/>
                  <a:pt x="826565" y="47850"/>
                </a:cubicBezTo>
                <a:cubicBezTo>
                  <a:pt x="827057" y="50189"/>
                  <a:pt x="827303" y="52671"/>
                  <a:pt x="827303" y="55297"/>
                </a:cubicBezTo>
                <a:cubicBezTo>
                  <a:pt x="827303" y="57594"/>
                  <a:pt x="826995" y="59789"/>
                  <a:pt x="826379" y="61882"/>
                </a:cubicBezTo>
                <a:cubicBezTo>
                  <a:pt x="825763" y="63974"/>
                  <a:pt x="824840" y="65841"/>
                  <a:pt x="823608" y="67483"/>
                </a:cubicBezTo>
                <a:cubicBezTo>
                  <a:pt x="822376" y="69123"/>
                  <a:pt x="820816" y="70436"/>
                  <a:pt x="818926" y="71420"/>
                </a:cubicBezTo>
                <a:cubicBezTo>
                  <a:pt x="817038" y="72405"/>
                  <a:pt x="814862" y="72898"/>
                  <a:pt x="812398" y="72898"/>
                </a:cubicBezTo>
                <a:moveTo>
                  <a:pt x="843932" y="83897"/>
                </a:moveTo>
                <a:lnTo>
                  <a:pt x="843932" y="24260"/>
                </a:lnTo>
                <a:lnTo>
                  <a:pt x="827303" y="24260"/>
                </a:lnTo>
                <a:lnTo>
                  <a:pt x="827303" y="32759"/>
                </a:lnTo>
                <a:lnTo>
                  <a:pt x="827057" y="32759"/>
                </a:lnTo>
                <a:cubicBezTo>
                  <a:pt x="824922" y="29049"/>
                  <a:pt x="822274" y="26411"/>
                  <a:pt x="819112" y="24844"/>
                </a:cubicBezTo>
                <a:cubicBezTo>
                  <a:pt x="815951" y="23278"/>
                  <a:pt x="812276" y="22495"/>
                  <a:pt x="808087" y="22495"/>
                </a:cubicBezTo>
                <a:cubicBezTo>
                  <a:pt x="803652" y="22495"/>
                  <a:pt x="799731" y="23358"/>
                  <a:pt x="796322" y="25085"/>
                </a:cubicBezTo>
                <a:cubicBezTo>
                  <a:pt x="792915" y="26812"/>
                  <a:pt x="790062" y="29134"/>
                  <a:pt x="787763" y="32053"/>
                </a:cubicBezTo>
                <a:cubicBezTo>
                  <a:pt x="785463" y="34971"/>
                  <a:pt x="783718" y="38342"/>
                  <a:pt x="782526" y="42165"/>
                </a:cubicBezTo>
                <a:cubicBezTo>
                  <a:pt x="781336" y="45988"/>
                  <a:pt x="780741" y="49955"/>
                  <a:pt x="780741" y="54066"/>
                </a:cubicBezTo>
                <a:cubicBezTo>
                  <a:pt x="780741" y="58423"/>
                  <a:pt x="781254" y="62554"/>
                  <a:pt x="782280" y="66460"/>
                </a:cubicBezTo>
                <a:cubicBezTo>
                  <a:pt x="783306" y="70365"/>
                  <a:pt x="784928" y="73777"/>
                  <a:pt x="787144" y="76696"/>
                </a:cubicBezTo>
                <a:cubicBezTo>
                  <a:pt x="789362" y="79615"/>
                  <a:pt x="792196" y="81917"/>
                  <a:pt x="795646" y="83602"/>
                </a:cubicBezTo>
                <a:cubicBezTo>
                  <a:pt x="799095" y="85287"/>
                  <a:pt x="803202" y="86130"/>
                  <a:pt x="807964" y="86130"/>
                </a:cubicBezTo>
                <a:cubicBezTo>
                  <a:pt x="811824" y="86130"/>
                  <a:pt x="815498" y="85326"/>
                  <a:pt x="818988" y="83719"/>
                </a:cubicBezTo>
                <a:cubicBezTo>
                  <a:pt x="822479" y="82111"/>
                  <a:pt x="825169" y="79617"/>
                  <a:pt x="827057" y="76236"/>
                </a:cubicBezTo>
                <a:lnTo>
                  <a:pt x="827303" y="76236"/>
                </a:lnTo>
                <a:lnTo>
                  <a:pt x="827303" y="84636"/>
                </a:lnTo>
                <a:cubicBezTo>
                  <a:pt x="827386" y="89166"/>
                  <a:pt x="826298" y="92913"/>
                  <a:pt x="824039" y="95878"/>
                </a:cubicBezTo>
                <a:cubicBezTo>
                  <a:pt x="821781" y="98842"/>
                  <a:pt x="818188" y="100325"/>
                  <a:pt x="813261" y="100325"/>
                </a:cubicBezTo>
                <a:cubicBezTo>
                  <a:pt x="810141" y="100325"/>
                  <a:pt x="807390" y="99686"/>
                  <a:pt x="805008" y="98407"/>
                </a:cubicBezTo>
                <a:cubicBezTo>
                  <a:pt x="802626" y="97129"/>
                  <a:pt x="801024" y="94841"/>
                  <a:pt x="800204" y="91543"/>
                </a:cubicBezTo>
                <a:lnTo>
                  <a:pt x="782834" y="91543"/>
                </a:lnTo>
                <a:cubicBezTo>
                  <a:pt x="783081" y="95157"/>
                  <a:pt x="784087" y="98257"/>
                  <a:pt x="785853" y="100843"/>
                </a:cubicBezTo>
                <a:cubicBezTo>
                  <a:pt x="787619" y="103431"/>
                  <a:pt x="789836" y="105546"/>
                  <a:pt x="792505" y="107189"/>
                </a:cubicBezTo>
                <a:cubicBezTo>
                  <a:pt x="795174" y="108832"/>
                  <a:pt x="798130" y="110043"/>
                  <a:pt x="801373" y="110822"/>
                </a:cubicBezTo>
                <a:cubicBezTo>
                  <a:pt x="804617" y="111603"/>
                  <a:pt x="807800" y="111993"/>
                  <a:pt x="810921" y="111993"/>
                </a:cubicBezTo>
                <a:cubicBezTo>
                  <a:pt x="818229" y="111993"/>
                  <a:pt x="824059" y="111007"/>
                  <a:pt x="828411" y="109035"/>
                </a:cubicBezTo>
                <a:cubicBezTo>
                  <a:pt x="832764" y="107064"/>
                  <a:pt x="836090" y="104661"/>
                  <a:pt x="838389" y="101826"/>
                </a:cubicBezTo>
                <a:cubicBezTo>
                  <a:pt x="840689" y="98992"/>
                  <a:pt x="842187" y="95932"/>
                  <a:pt x="842885" y="92647"/>
                </a:cubicBezTo>
                <a:cubicBezTo>
                  <a:pt x="843583" y="89361"/>
                  <a:pt x="843932" y="86445"/>
                  <a:pt x="843932" y="83897"/>
                </a:cubicBez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Bug-relatedIssueLabels">
            <a:extLst xmlns:a="http://schemas.openxmlformats.org/drawingml/2006/main">
              <a:ext uri="{FF2B5EF4-FFF2-40B4-BE49-F238E27FC236}">
                <a16:creationId xmlns:a16="http://schemas.microsoft.com/office/drawing/2014/main" id="{78B94C1B-04F3-49A1-9A13-C7290DBA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688" y="5243257"/>
            <a:ext cx="1443489" cy="111993"/>
          </a:xfrm>
          <a:custGeom xmlns:a="http://schemas.openxmlformats.org/drawingml/2006/main">
            <a:pathLst>
              <a:path w="1443489" h="111993">
                <a:moveTo>
                  <a:pt x="19339" y="35607"/>
                </a:moveTo>
                <a:lnTo>
                  <a:pt x="19339" y="15037"/>
                </a:lnTo>
                <a:lnTo>
                  <a:pt x="37447" y="15037"/>
                </a:lnTo>
                <a:cubicBezTo>
                  <a:pt x="39171" y="15037"/>
                  <a:pt x="40834" y="15181"/>
                  <a:pt x="42435" y="15469"/>
                </a:cubicBezTo>
                <a:cubicBezTo>
                  <a:pt x="44037" y="15756"/>
                  <a:pt x="45453" y="16269"/>
                  <a:pt x="46685" y="17008"/>
                </a:cubicBezTo>
                <a:cubicBezTo>
                  <a:pt x="47917" y="17746"/>
                  <a:pt x="48902" y="18773"/>
                  <a:pt x="49642" y="20087"/>
                </a:cubicBezTo>
                <a:cubicBezTo>
                  <a:pt x="50381" y="21400"/>
                  <a:pt x="50751" y="23084"/>
                  <a:pt x="50751" y="25138"/>
                </a:cubicBezTo>
                <a:cubicBezTo>
                  <a:pt x="50751" y="28833"/>
                  <a:pt x="49642" y="31502"/>
                  <a:pt x="47424" y="33145"/>
                </a:cubicBezTo>
                <a:cubicBezTo>
                  <a:pt x="45207" y="34786"/>
                  <a:pt x="42374" y="35607"/>
                  <a:pt x="38924" y="35607"/>
                </a:cubicBezTo>
                <a:lnTo>
                  <a:pt x="19339" y="35607"/>
                </a:lnTo>
                <a:moveTo>
                  <a:pt x="0" y="0"/>
                </a:moveTo>
                <a:lnTo>
                  <a:pt x="0" y="87934"/>
                </a:lnTo>
                <a:lnTo>
                  <a:pt x="42621" y="87934"/>
                </a:lnTo>
                <a:cubicBezTo>
                  <a:pt x="46562" y="87934"/>
                  <a:pt x="50401" y="87442"/>
                  <a:pt x="54138" y="86457"/>
                </a:cubicBezTo>
                <a:cubicBezTo>
                  <a:pt x="57874" y="85472"/>
                  <a:pt x="61200" y="83955"/>
                  <a:pt x="64114" y="81905"/>
                </a:cubicBezTo>
                <a:cubicBezTo>
                  <a:pt x="67030" y="79853"/>
                  <a:pt x="69350" y="77208"/>
                  <a:pt x="71075" y="73967"/>
                </a:cubicBezTo>
                <a:cubicBezTo>
                  <a:pt x="72800" y="70726"/>
                  <a:pt x="73663" y="66889"/>
                  <a:pt x="73663" y="62459"/>
                </a:cubicBezTo>
                <a:cubicBezTo>
                  <a:pt x="73663" y="56961"/>
                  <a:pt x="72328" y="52264"/>
                  <a:pt x="69659" y="48367"/>
                </a:cubicBezTo>
                <a:cubicBezTo>
                  <a:pt x="66990" y="44469"/>
                  <a:pt x="62945" y="41741"/>
                  <a:pt x="57525" y="40182"/>
                </a:cubicBezTo>
                <a:cubicBezTo>
                  <a:pt x="61467" y="38292"/>
                  <a:pt x="64443" y="35868"/>
                  <a:pt x="66455" y="32910"/>
                </a:cubicBezTo>
                <a:cubicBezTo>
                  <a:pt x="68467" y="29951"/>
                  <a:pt x="69473" y="26253"/>
                  <a:pt x="69473" y="21816"/>
                </a:cubicBezTo>
                <a:cubicBezTo>
                  <a:pt x="69473" y="17708"/>
                  <a:pt x="68795" y="14257"/>
                  <a:pt x="67439" y="11464"/>
                </a:cubicBezTo>
                <a:cubicBezTo>
                  <a:pt x="66085" y="8669"/>
                  <a:pt x="64176" y="6430"/>
                  <a:pt x="61712" y="4746"/>
                </a:cubicBezTo>
                <a:cubicBezTo>
                  <a:pt x="59249" y="3061"/>
                  <a:pt x="56292" y="1848"/>
                  <a:pt x="52843" y="1109"/>
                </a:cubicBezTo>
                <a:cubicBezTo>
                  <a:pt x="49394" y="370"/>
                  <a:pt x="45576" y="0"/>
                  <a:pt x="41388" y="0"/>
                </a:cubicBezTo>
                <a:lnTo>
                  <a:pt x="0" y="0"/>
                </a:lnTo>
                <a:moveTo>
                  <a:pt x="19339" y="72898"/>
                </a:moveTo>
                <a:lnTo>
                  <a:pt x="19339" y="48839"/>
                </a:lnTo>
                <a:lnTo>
                  <a:pt x="40404" y="48839"/>
                </a:lnTo>
                <a:cubicBezTo>
                  <a:pt x="44591" y="48839"/>
                  <a:pt x="47958" y="49801"/>
                  <a:pt x="50503" y="51724"/>
                </a:cubicBezTo>
                <a:cubicBezTo>
                  <a:pt x="53049" y="53646"/>
                  <a:pt x="54322" y="56858"/>
                  <a:pt x="54322" y="61359"/>
                </a:cubicBezTo>
                <a:cubicBezTo>
                  <a:pt x="54322" y="63651"/>
                  <a:pt x="53932" y="65534"/>
                  <a:pt x="53151" y="67007"/>
                </a:cubicBezTo>
                <a:cubicBezTo>
                  <a:pt x="52371" y="68479"/>
                  <a:pt x="51325" y="69645"/>
                  <a:pt x="50010" y="70505"/>
                </a:cubicBezTo>
                <a:cubicBezTo>
                  <a:pt x="48697" y="71363"/>
                  <a:pt x="47178" y="71977"/>
                  <a:pt x="45452" y="72345"/>
                </a:cubicBezTo>
                <a:cubicBezTo>
                  <a:pt x="43728" y="72714"/>
                  <a:pt x="41922" y="72898"/>
                  <a:pt x="40033" y="72898"/>
                </a:cubicBezTo>
                <a:lnTo>
                  <a:pt x="19339" y="72898"/>
                </a:lnTo>
                <a:close/>
                <a:moveTo>
                  <a:pt x="144350" y="87867"/>
                </a:moveTo>
                <a:lnTo>
                  <a:pt x="144350" y="24299"/>
                </a:lnTo>
                <a:lnTo>
                  <a:pt x="126859" y="24299"/>
                </a:lnTo>
                <a:lnTo>
                  <a:pt x="126859" y="57600"/>
                </a:lnTo>
                <a:cubicBezTo>
                  <a:pt x="126859" y="64071"/>
                  <a:pt x="125791" y="68719"/>
                  <a:pt x="123656" y="71546"/>
                </a:cubicBezTo>
                <a:cubicBezTo>
                  <a:pt x="121521" y="74372"/>
                  <a:pt x="118072" y="75785"/>
                  <a:pt x="113309" y="75785"/>
                </a:cubicBezTo>
                <a:cubicBezTo>
                  <a:pt x="109120" y="75785"/>
                  <a:pt x="106204" y="74495"/>
                  <a:pt x="104561" y="71915"/>
                </a:cubicBezTo>
                <a:cubicBezTo>
                  <a:pt x="102920" y="69333"/>
                  <a:pt x="102099" y="65421"/>
                  <a:pt x="102099" y="60179"/>
                </a:cubicBezTo>
                <a:lnTo>
                  <a:pt x="102099" y="24299"/>
                </a:lnTo>
                <a:lnTo>
                  <a:pt x="84608" y="24299"/>
                </a:lnTo>
                <a:lnTo>
                  <a:pt x="84608" y="63419"/>
                </a:lnTo>
                <a:cubicBezTo>
                  <a:pt x="84608" y="67355"/>
                  <a:pt x="84957" y="70943"/>
                  <a:pt x="85655" y="74183"/>
                </a:cubicBezTo>
                <a:cubicBezTo>
                  <a:pt x="86353" y="77423"/>
                  <a:pt x="87564" y="80170"/>
                  <a:pt x="89288" y="82425"/>
                </a:cubicBezTo>
                <a:cubicBezTo>
                  <a:pt x="91013" y="84681"/>
                  <a:pt x="93375" y="86424"/>
                  <a:pt x="96372" y="87654"/>
                </a:cubicBezTo>
                <a:cubicBezTo>
                  <a:pt x="99369" y="88884"/>
                  <a:pt x="103209" y="89498"/>
                  <a:pt x="107890" y="89498"/>
                </a:cubicBezTo>
                <a:cubicBezTo>
                  <a:pt x="111585" y="89498"/>
                  <a:pt x="115199" y="88675"/>
                  <a:pt x="118730" y="87028"/>
                </a:cubicBezTo>
                <a:cubicBezTo>
                  <a:pt x="122261" y="85381"/>
                  <a:pt x="125135" y="82704"/>
                  <a:pt x="127351" y="78997"/>
                </a:cubicBezTo>
                <a:lnTo>
                  <a:pt x="127722" y="78997"/>
                </a:lnTo>
                <a:lnTo>
                  <a:pt x="127722" y="87867"/>
                </a:lnTo>
                <a:lnTo>
                  <a:pt x="144350" y="87867"/>
                </a:lnTo>
                <a:close/>
                <a:moveTo>
                  <a:pt x="186978" y="72898"/>
                </a:moveTo>
                <a:cubicBezTo>
                  <a:pt x="184268" y="72898"/>
                  <a:pt x="182009" y="72323"/>
                  <a:pt x="180202" y="71174"/>
                </a:cubicBezTo>
                <a:cubicBezTo>
                  <a:pt x="178395" y="70025"/>
                  <a:pt x="176937" y="68548"/>
                  <a:pt x="175828" y="66744"/>
                </a:cubicBezTo>
                <a:cubicBezTo>
                  <a:pt x="174721" y="64938"/>
                  <a:pt x="173941" y="62908"/>
                  <a:pt x="173488" y="60652"/>
                </a:cubicBezTo>
                <a:cubicBezTo>
                  <a:pt x="173037" y="58396"/>
                  <a:pt x="172812" y="56118"/>
                  <a:pt x="172812" y="53820"/>
                </a:cubicBezTo>
                <a:cubicBezTo>
                  <a:pt x="172812" y="51440"/>
                  <a:pt x="173079" y="49164"/>
                  <a:pt x="173612" y="46990"/>
                </a:cubicBezTo>
                <a:cubicBezTo>
                  <a:pt x="174146" y="44814"/>
                  <a:pt x="175008" y="42886"/>
                  <a:pt x="176199" y="41204"/>
                </a:cubicBezTo>
                <a:cubicBezTo>
                  <a:pt x="177390" y="39523"/>
                  <a:pt x="178869" y="38189"/>
                  <a:pt x="180634" y="37204"/>
                </a:cubicBezTo>
                <a:cubicBezTo>
                  <a:pt x="182400" y="36220"/>
                  <a:pt x="184515" y="35727"/>
                  <a:pt x="186978" y="35727"/>
                </a:cubicBezTo>
                <a:cubicBezTo>
                  <a:pt x="189853" y="35727"/>
                  <a:pt x="192234" y="36261"/>
                  <a:pt x="194122" y="37329"/>
                </a:cubicBezTo>
                <a:cubicBezTo>
                  <a:pt x="196011" y="38395"/>
                  <a:pt x="197530" y="39831"/>
                  <a:pt x="198680" y="41637"/>
                </a:cubicBezTo>
                <a:cubicBezTo>
                  <a:pt x="199831" y="43441"/>
                  <a:pt x="200652" y="45512"/>
                  <a:pt x="201144" y="47850"/>
                </a:cubicBezTo>
                <a:cubicBezTo>
                  <a:pt x="201637" y="50189"/>
                  <a:pt x="201883" y="52671"/>
                  <a:pt x="201883" y="55297"/>
                </a:cubicBezTo>
                <a:cubicBezTo>
                  <a:pt x="201883" y="57594"/>
                  <a:pt x="201575" y="59789"/>
                  <a:pt x="200958" y="61882"/>
                </a:cubicBezTo>
                <a:cubicBezTo>
                  <a:pt x="200343" y="63974"/>
                  <a:pt x="199420" y="65841"/>
                  <a:pt x="198188" y="67483"/>
                </a:cubicBezTo>
                <a:cubicBezTo>
                  <a:pt x="196956" y="69123"/>
                  <a:pt x="195395" y="70436"/>
                  <a:pt x="193506" y="71420"/>
                </a:cubicBezTo>
                <a:cubicBezTo>
                  <a:pt x="191618" y="72405"/>
                  <a:pt x="189442" y="72898"/>
                  <a:pt x="186978" y="72898"/>
                </a:cubicBezTo>
                <a:moveTo>
                  <a:pt x="218512" y="83897"/>
                </a:moveTo>
                <a:lnTo>
                  <a:pt x="218512" y="24260"/>
                </a:lnTo>
                <a:lnTo>
                  <a:pt x="201883" y="24260"/>
                </a:lnTo>
                <a:lnTo>
                  <a:pt x="201883" y="32759"/>
                </a:lnTo>
                <a:lnTo>
                  <a:pt x="201637" y="32759"/>
                </a:lnTo>
                <a:cubicBezTo>
                  <a:pt x="199502" y="29049"/>
                  <a:pt x="196853" y="26411"/>
                  <a:pt x="193692" y="24844"/>
                </a:cubicBezTo>
                <a:cubicBezTo>
                  <a:pt x="190530" y="23278"/>
                  <a:pt x="186855" y="22495"/>
                  <a:pt x="182666" y="22495"/>
                </a:cubicBezTo>
                <a:cubicBezTo>
                  <a:pt x="178232" y="22495"/>
                  <a:pt x="174310" y="23358"/>
                  <a:pt x="170902" y="25085"/>
                </a:cubicBezTo>
                <a:cubicBezTo>
                  <a:pt x="167495" y="26812"/>
                  <a:pt x="164642" y="29134"/>
                  <a:pt x="162342" y="32053"/>
                </a:cubicBezTo>
                <a:cubicBezTo>
                  <a:pt x="160043" y="34971"/>
                  <a:pt x="158297" y="38342"/>
                  <a:pt x="157106" y="42165"/>
                </a:cubicBezTo>
                <a:cubicBezTo>
                  <a:pt x="155915" y="45988"/>
                  <a:pt x="155320" y="49955"/>
                  <a:pt x="155320" y="54066"/>
                </a:cubicBezTo>
                <a:cubicBezTo>
                  <a:pt x="155320" y="58423"/>
                  <a:pt x="155833" y="62554"/>
                  <a:pt x="156860" y="66460"/>
                </a:cubicBezTo>
                <a:cubicBezTo>
                  <a:pt x="157886" y="70365"/>
                  <a:pt x="159507" y="73777"/>
                  <a:pt x="161724" y="76696"/>
                </a:cubicBezTo>
                <a:cubicBezTo>
                  <a:pt x="163942" y="79615"/>
                  <a:pt x="166776" y="81917"/>
                  <a:pt x="170225" y="83602"/>
                </a:cubicBezTo>
                <a:cubicBezTo>
                  <a:pt x="173675" y="85287"/>
                  <a:pt x="177781" y="86130"/>
                  <a:pt x="182544" y="86130"/>
                </a:cubicBezTo>
                <a:cubicBezTo>
                  <a:pt x="186404" y="86130"/>
                  <a:pt x="190078" y="85326"/>
                  <a:pt x="193568" y="83719"/>
                </a:cubicBezTo>
                <a:cubicBezTo>
                  <a:pt x="197059" y="82111"/>
                  <a:pt x="199749" y="79617"/>
                  <a:pt x="201637" y="76236"/>
                </a:cubicBezTo>
                <a:lnTo>
                  <a:pt x="201883" y="76236"/>
                </a:lnTo>
                <a:lnTo>
                  <a:pt x="201883" y="84636"/>
                </a:lnTo>
                <a:cubicBezTo>
                  <a:pt x="201966" y="89166"/>
                  <a:pt x="200878" y="92913"/>
                  <a:pt x="198618" y="95878"/>
                </a:cubicBezTo>
                <a:cubicBezTo>
                  <a:pt x="196360" y="98842"/>
                  <a:pt x="192768" y="100325"/>
                  <a:pt x="187841" y="100325"/>
                </a:cubicBezTo>
                <a:cubicBezTo>
                  <a:pt x="184721" y="100325"/>
                  <a:pt x="181970" y="99686"/>
                  <a:pt x="179588" y="98407"/>
                </a:cubicBezTo>
                <a:cubicBezTo>
                  <a:pt x="177205" y="97129"/>
                  <a:pt x="175604" y="94841"/>
                  <a:pt x="174783" y="91543"/>
                </a:cubicBezTo>
                <a:lnTo>
                  <a:pt x="157414" y="91543"/>
                </a:lnTo>
                <a:cubicBezTo>
                  <a:pt x="157661" y="95157"/>
                  <a:pt x="158667" y="98257"/>
                  <a:pt x="160433" y="100843"/>
                </a:cubicBezTo>
                <a:cubicBezTo>
                  <a:pt x="162198" y="103431"/>
                  <a:pt x="164416" y="105546"/>
                  <a:pt x="167085" y="107189"/>
                </a:cubicBezTo>
                <a:cubicBezTo>
                  <a:pt x="169754" y="108832"/>
                  <a:pt x="172710" y="110043"/>
                  <a:pt x="175952" y="110822"/>
                </a:cubicBezTo>
                <a:cubicBezTo>
                  <a:pt x="179197" y="111603"/>
                  <a:pt x="182379" y="111993"/>
                  <a:pt x="185501" y="111993"/>
                </a:cubicBezTo>
                <a:cubicBezTo>
                  <a:pt x="192809" y="111993"/>
                  <a:pt x="198638" y="111007"/>
                  <a:pt x="202990" y="109035"/>
                </a:cubicBezTo>
                <a:cubicBezTo>
                  <a:pt x="207343" y="107064"/>
                  <a:pt x="210670" y="104661"/>
                  <a:pt x="212969" y="101826"/>
                </a:cubicBezTo>
                <a:cubicBezTo>
                  <a:pt x="215268" y="98992"/>
                  <a:pt x="216767" y="95932"/>
                  <a:pt x="217465" y="92647"/>
                </a:cubicBezTo>
                <a:cubicBezTo>
                  <a:pt x="218163" y="89361"/>
                  <a:pt x="218512" y="86445"/>
                  <a:pt x="218512" y="83897"/>
                </a:cubicBezTo>
                <a:close/>
                <a:moveTo>
                  <a:pt x="232147" y="46794"/>
                </a:moveTo>
                <a:lnTo>
                  <a:pt x="232147" y="61831"/>
                </a:lnTo>
                <a:lnTo>
                  <a:pt x="269226" y="61831"/>
                </a:lnTo>
                <a:lnTo>
                  <a:pt x="269226" y="46794"/>
                </a:lnTo>
                <a:lnTo>
                  <a:pt x="232147" y="46794"/>
                </a:lnTo>
                <a:close/>
                <a:moveTo>
                  <a:pt x="282003" y="24203"/>
                </a:moveTo>
                <a:lnTo>
                  <a:pt x="282003" y="87934"/>
                </a:lnTo>
                <a:lnTo>
                  <a:pt x="299494" y="87934"/>
                </a:lnTo>
                <a:lnTo>
                  <a:pt x="299494" y="59203"/>
                </a:lnTo>
                <a:cubicBezTo>
                  <a:pt x="299494" y="56326"/>
                  <a:pt x="299782" y="53655"/>
                  <a:pt x="300357" y="51189"/>
                </a:cubicBezTo>
                <a:cubicBezTo>
                  <a:pt x="300932" y="48723"/>
                  <a:pt x="301897" y="46565"/>
                  <a:pt x="303251" y="44715"/>
                </a:cubicBezTo>
                <a:cubicBezTo>
                  <a:pt x="304606" y="42866"/>
                  <a:pt x="306392" y="41407"/>
                  <a:pt x="308608" y="40338"/>
                </a:cubicBezTo>
                <a:cubicBezTo>
                  <a:pt x="310826" y="39269"/>
                  <a:pt x="313536" y="38734"/>
                  <a:pt x="316739" y="38734"/>
                </a:cubicBezTo>
                <a:cubicBezTo>
                  <a:pt x="317807" y="38734"/>
                  <a:pt x="318915" y="38796"/>
                  <a:pt x="320064" y="38921"/>
                </a:cubicBezTo>
                <a:cubicBezTo>
                  <a:pt x="321215" y="39043"/>
                  <a:pt x="322200" y="39187"/>
                  <a:pt x="323021" y="39351"/>
                </a:cubicBezTo>
                <a:lnTo>
                  <a:pt x="323021" y="23109"/>
                </a:lnTo>
                <a:cubicBezTo>
                  <a:pt x="321625" y="22700"/>
                  <a:pt x="320352" y="22495"/>
                  <a:pt x="319203" y="22495"/>
                </a:cubicBezTo>
                <a:cubicBezTo>
                  <a:pt x="316986" y="22495"/>
                  <a:pt x="314850" y="22823"/>
                  <a:pt x="312798" y="23480"/>
                </a:cubicBezTo>
                <a:cubicBezTo>
                  <a:pt x="310745" y="24135"/>
                  <a:pt x="308816" y="25057"/>
                  <a:pt x="307009" y="26247"/>
                </a:cubicBezTo>
                <a:cubicBezTo>
                  <a:pt x="305202" y="27436"/>
                  <a:pt x="303600" y="28871"/>
                  <a:pt x="302204" y="30553"/>
                </a:cubicBezTo>
                <a:cubicBezTo>
                  <a:pt x="300809" y="32234"/>
                  <a:pt x="299700" y="34059"/>
                  <a:pt x="298878" y="36028"/>
                </a:cubicBezTo>
                <a:lnTo>
                  <a:pt x="298631" y="36028"/>
                </a:lnTo>
                <a:lnTo>
                  <a:pt x="298631" y="24203"/>
                </a:lnTo>
                <a:lnTo>
                  <a:pt x="282003" y="24203"/>
                </a:lnTo>
                <a:close/>
                <a:moveTo>
                  <a:pt x="372304" y="49320"/>
                </a:moveTo>
                <a:lnTo>
                  <a:pt x="343851" y="49320"/>
                </a:lnTo>
                <a:cubicBezTo>
                  <a:pt x="343933" y="48085"/>
                  <a:pt x="344199" y="46684"/>
                  <a:pt x="344650" y="45119"/>
                </a:cubicBezTo>
                <a:cubicBezTo>
                  <a:pt x="345102" y="43553"/>
                  <a:pt x="345883" y="42070"/>
                  <a:pt x="346992" y="40670"/>
                </a:cubicBezTo>
                <a:cubicBezTo>
                  <a:pt x="348101" y="39270"/>
                  <a:pt x="349579" y="38095"/>
                  <a:pt x="351426" y="37148"/>
                </a:cubicBezTo>
                <a:cubicBezTo>
                  <a:pt x="353274" y="36201"/>
                  <a:pt x="355594" y="35727"/>
                  <a:pt x="358386" y="35727"/>
                </a:cubicBezTo>
                <a:cubicBezTo>
                  <a:pt x="362657" y="35727"/>
                  <a:pt x="365839" y="36881"/>
                  <a:pt x="367933" y="39187"/>
                </a:cubicBezTo>
                <a:cubicBezTo>
                  <a:pt x="370026" y="41494"/>
                  <a:pt x="371484" y="44872"/>
                  <a:pt x="372304" y="49320"/>
                </a:cubicBezTo>
                <a:moveTo>
                  <a:pt x="343851" y="60387"/>
                </a:moveTo>
                <a:lnTo>
                  <a:pt x="389798" y="60387"/>
                </a:lnTo>
                <a:cubicBezTo>
                  <a:pt x="390126" y="55450"/>
                  <a:pt x="389715" y="50719"/>
                  <a:pt x="388565" y="46193"/>
                </a:cubicBezTo>
                <a:cubicBezTo>
                  <a:pt x="387416" y="41667"/>
                  <a:pt x="385547" y="37635"/>
                  <a:pt x="382960" y="34098"/>
                </a:cubicBezTo>
                <a:cubicBezTo>
                  <a:pt x="380373" y="30559"/>
                  <a:pt x="377068" y="27741"/>
                  <a:pt x="373043" y="25643"/>
                </a:cubicBezTo>
                <a:cubicBezTo>
                  <a:pt x="369020" y="23544"/>
                  <a:pt x="364298" y="22495"/>
                  <a:pt x="358879" y="22495"/>
                </a:cubicBezTo>
                <a:cubicBezTo>
                  <a:pt x="354033" y="22495"/>
                  <a:pt x="349619" y="23359"/>
                  <a:pt x="345637" y="25087"/>
                </a:cubicBezTo>
                <a:cubicBezTo>
                  <a:pt x="341655" y="26814"/>
                  <a:pt x="338226" y="29178"/>
                  <a:pt x="335352" y="32180"/>
                </a:cubicBezTo>
                <a:cubicBezTo>
                  <a:pt x="332477" y="35183"/>
                  <a:pt x="330260" y="38741"/>
                  <a:pt x="328700" y="42855"/>
                </a:cubicBezTo>
                <a:cubicBezTo>
                  <a:pt x="327140" y="46967"/>
                  <a:pt x="326360" y="51409"/>
                  <a:pt x="326360" y="56181"/>
                </a:cubicBezTo>
                <a:cubicBezTo>
                  <a:pt x="326360" y="61115"/>
                  <a:pt x="327119" y="65639"/>
                  <a:pt x="328638" y="69753"/>
                </a:cubicBezTo>
                <a:cubicBezTo>
                  <a:pt x="330158" y="73866"/>
                  <a:pt x="332314" y="77403"/>
                  <a:pt x="335106" y="80365"/>
                </a:cubicBezTo>
                <a:cubicBezTo>
                  <a:pt x="337897" y="83326"/>
                  <a:pt x="341305" y="85609"/>
                  <a:pt x="345329" y="87213"/>
                </a:cubicBezTo>
                <a:cubicBezTo>
                  <a:pt x="349352" y="88817"/>
                  <a:pt x="353869" y="89619"/>
                  <a:pt x="358879" y="89619"/>
                </a:cubicBezTo>
                <a:cubicBezTo>
                  <a:pt x="366105" y="89619"/>
                  <a:pt x="372264" y="87978"/>
                  <a:pt x="377355" y="84696"/>
                </a:cubicBezTo>
                <a:cubicBezTo>
                  <a:pt x="382447" y="81414"/>
                  <a:pt x="386225" y="75958"/>
                  <a:pt x="388689" y="68327"/>
                </a:cubicBezTo>
                <a:lnTo>
                  <a:pt x="373291" y="68327"/>
                </a:lnTo>
                <a:cubicBezTo>
                  <a:pt x="372716" y="70280"/>
                  <a:pt x="371155" y="72132"/>
                  <a:pt x="368609" y="73883"/>
                </a:cubicBezTo>
                <a:cubicBezTo>
                  <a:pt x="366064" y="75632"/>
                  <a:pt x="363026" y="76507"/>
                  <a:pt x="359495" y="76507"/>
                </a:cubicBezTo>
                <a:cubicBezTo>
                  <a:pt x="354568" y="76507"/>
                  <a:pt x="350790" y="75235"/>
                  <a:pt x="348161" y="72693"/>
                </a:cubicBezTo>
                <a:cubicBezTo>
                  <a:pt x="345534" y="70149"/>
                  <a:pt x="344097" y="66047"/>
                  <a:pt x="343851" y="60387"/>
                </a:cubicBezTo>
                <a:close/>
                <a:moveTo>
                  <a:pt x="400320" y="0"/>
                </a:moveTo>
                <a:lnTo>
                  <a:pt x="400320" y="87934"/>
                </a:lnTo>
                <a:lnTo>
                  <a:pt x="417811" y="87934"/>
                </a:lnTo>
                <a:lnTo>
                  <a:pt x="417811" y="0"/>
                </a:lnTo>
                <a:lnTo>
                  <a:pt x="400320" y="0"/>
                </a:lnTo>
                <a:close/>
                <a:moveTo>
                  <a:pt x="430458" y="43836"/>
                </a:moveTo>
                <a:cubicBezTo>
                  <a:pt x="430703" y="39729"/>
                  <a:pt x="431730" y="36322"/>
                  <a:pt x="433537" y="33613"/>
                </a:cubicBezTo>
                <a:cubicBezTo>
                  <a:pt x="435343" y="30902"/>
                  <a:pt x="437643" y="28726"/>
                  <a:pt x="440435" y="27083"/>
                </a:cubicBezTo>
                <a:cubicBezTo>
                  <a:pt x="443226" y="25440"/>
                  <a:pt x="446367" y="24270"/>
                  <a:pt x="449857" y="23572"/>
                </a:cubicBezTo>
                <a:cubicBezTo>
                  <a:pt x="453348" y="22874"/>
                  <a:pt x="456859" y="22525"/>
                  <a:pt x="460390" y="22525"/>
                </a:cubicBezTo>
                <a:cubicBezTo>
                  <a:pt x="463593" y="22525"/>
                  <a:pt x="466837" y="22751"/>
                  <a:pt x="470121" y="23203"/>
                </a:cubicBezTo>
                <a:cubicBezTo>
                  <a:pt x="473406" y="23655"/>
                  <a:pt x="476404" y="24537"/>
                  <a:pt x="479113" y="25852"/>
                </a:cubicBezTo>
                <a:cubicBezTo>
                  <a:pt x="481823" y="27165"/>
                  <a:pt x="484040" y="28992"/>
                  <a:pt x="485765" y="31333"/>
                </a:cubicBezTo>
                <a:cubicBezTo>
                  <a:pt x="487490" y="33673"/>
                  <a:pt x="488353" y="36773"/>
                  <a:pt x="488353" y="40633"/>
                </a:cubicBezTo>
                <a:lnTo>
                  <a:pt x="488353" y="73768"/>
                </a:lnTo>
                <a:cubicBezTo>
                  <a:pt x="488353" y="76643"/>
                  <a:pt x="488517" y="79394"/>
                  <a:pt x="488845" y="82021"/>
                </a:cubicBezTo>
                <a:cubicBezTo>
                  <a:pt x="489174" y="84649"/>
                  <a:pt x="489748" y="86620"/>
                  <a:pt x="490569" y="87934"/>
                </a:cubicBezTo>
                <a:lnTo>
                  <a:pt x="472831" y="87934"/>
                </a:lnTo>
                <a:cubicBezTo>
                  <a:pt x="472503" y="86950"/>
                  <a:pt x="472236" y="85944"/>
                  <a:pt x="472030" y="84918"/>
                </a:cubicBezTo>
                <a:cubicBezTo>
                  <a:pt x="471825" y="83890"/>
                  <a:pt x="471681" y="82843"/>
                  <a:pt x="471600" y="81775"/>
                </a:cubicBezTo>
                <a:cubicBezTo>
                  <a:pt x="468808" y="84650"/>
                  <a:pt x="465523" y="86662"/>
                  <a:pt x="461745" y="87812"/>
                </a:cubicBezTo>
                <a:cubicBezTo>
                  <a:pt x="457967" y="88961"/>
                  <a:pt x="454107" y="89536"/>
                  <a:pt x="450165" y="89536"/>
                </a:cubicBezTo>
                <a:cubicBezTo>
                  <a:pt x="447128" y="89536"/>
                  <a:pt x="444295" y="89166"/>
                  <a:pt x="441666" y="88427"/>
                </a:cubicBezTo>
                <a:cubicBezTo>
                  <a:pt x="439038" y="87688"/>
                  <a:pt x="436739" y="86538"/>
                  <a:pt x="434768" y="84978"/>
                </a:cubicBezTo>
                <a:cubicBezTo>
                  <a:pt x="432798" y="83418"/>
                  <a:pt x="431259" y="81447"/>
                  <a:pt x="430150" y="79067"/>
                </a:cubicBezTo>
                <a:cubicBezTo>
                  <a:pt x="429041" y="76685"/>
                  <a:pt x="428486" y="73851"/>
                  <a:pt x="428486" y="70565"/>
                </a:cubicBezTo>
                <a:cubicBezTo>
                  <a:pt x="428486" y="66953"/>
                  <a:pt x="429123" y="63976"/>
                  <a:pt x="430396" y="61635"/>
                </a:cubicBezTo>
                <a:cubicBezTo>
                  <a:pt x="431669" y="59295"/>
                  <a:pt x="433311" y="57426"/>
                  <a:pt x="435322" y="56030"/>
                </a:cubicBezTo>
                <a:cubicBezTo>
                  <a:pt x="437335" y="54634"/>
                  <a:pt x="439634" y="53588"/>
                  <a:pt x="442220" y="52890"/>
                </a:cubicBezTo>
                <a:cubicBezTo>
                  <a:pt x="444808" y="52192"/>
                  <a:pt x="447415" y="51638"/>
                  <a:pt x="450043" y="51228"/>
                </a:cubicBezTo>
                <a:cubicBezTo>
                  <a:pt x="452671" y="50817"/>
                  <a:pt x="455257" y="50488"/>
                  <a:pt x="457802" y="50241"/>
                </a:cubicBezTo>
                <a:cubicBezTo>
                  <a:pt x="460348" y="49994"/>
                  <a:pt x="462607" y="49625"/>
                  <a:pt x="464578" y="49132"/>
                </a:cubicBezTo>
                <a:cubicBezTo>
                  <a:pt x="466549" y="48640"/>
                  <a:pt x="468109" y="47922"/>
                  <a:pt x="469258" y="46978"/>
                </a:cubicBezTo>
                <a:cubicBezTo>
                  <a:pt x="470408" y="46034"/>
                  <a:pt x="470943" y="44658"/>
                  <a:pt x="470861" y="42851"/>
                </a:cubicBezTo>
                <a:cubicBezTo>
                  <a:pt x="470861" y="40961"/>
                  <a:pt x="470553" y="39462"/>
                  <a:pt x="469937" y="38355"/>
                </a:cubicBezTo>
                <a:cubicBezTo>
                  <a:pt x="469320" y="37246"/>
                  <a:pt x="468499" y="36384"/>
                  <a:pt x="467472" y="35768"/>
                </a:cubicBezTo>
                <a:cubicBezTo>
                  <a:pt x="466446" y="35152"/>
                  <a:pt x="465255" y="34741"/>
                  <a:pt x="463899" y="34535"/>
                </a:cubicBezTo>
                <a:cubicBezTo>
                  <a:pt x="462545" y="34330"/>
                  <a:pt x="461088" y="34227"/>
                  <a:pt x="459527" y="34227"/>
                </a:cubicBezTo>
                <a:cubicBezTo>
                  <a:pt x="456079" y="34227"/>
                  <a:pt x="453369" y="34967"/>
                  <a:pt x="451398" y="36445"/>
                </a:cubicBezTo>
                <a:cubicBezTo>
                  <a:pt x="449427" y="37924"/>
                  <a:pt x="448278" y="40387"/>
                  <a:pt x="447949" y="43836"/>
                </a:cubicBezTo>
                <a:lnTo>
                  <a:pt x="430458" y="43836"/>
                </a:lnTo>
                <a:moveTo>
                  <a:pt x="470861" y="56769"/>
                </a:moveTo>
                <a:cubicBezTo>
                  <a:pt x="470122" y="57427"/>
                  <a:pt x="469198" y="57941"/>
                  <a:pt x="468089" y="58310"/>
                </a:cubicBezTo>
                <a:cubicBezTo>
                  <a:pt x="466980" y="58680"/>
                  <a:pt x="465789" y="58988"/>
                  <a:pt x="464516" y="59235"/>
                </a:cubicBezTo>
                <a:cubicBezTo>
                  <a:pt x="463244" y="59481"/>
                  <a:pt x="461910" y="59686"/>
                  <a:pt x="460512" y="59850"/>
                </a:cubicBezTo>
                <a:cubicBezTo>
                  <a:pt x="459116" y="60014"/>
                  <a:pt x="457721" y="60219"/>
                  <a:pt x="456325" y="60464"/>
                </a:cubicBezTo>
                <a:cubicBezTo>
                  <a:pt x="455011" y="60711"/>
                  <a:pt x="453718" y="61040"/>
                  <a:pt x="452445" y="61451"/>
                </a:cubicBezTo>
                <a:cubicBezTo>
                  <a:pt x="451172" y="61861"/>
                  <a:pt x="450063" y="62415"/>
                  <a:pt x="449118" y="63115"/>
                </a:cubicBezTo>
                <a:cubicBezTo>
                  <a:pt x="448175" y="63812"/>
                  <a:pt x="447415" y="64695"/>
                  <a:pt x="446840" y="65763"/>
                </a:cubicBezTo>
                <a:cubicBezTo>
                  <a:pt x="446265" y="66829"/>
                  <a:pt x="445978" y="68184"/>
                  <a:pt x="445978" y="69827"/>
                </a:cubicBezTo>
                <a:cubicBezTo>
                  <a:pt x="445978" y="71387"/>
                  <a:pt x="446265" y="72700"/>
                  <a:pt x="446840" y="73768"/>
                </a:cubicBezTo>
                <a:cubicBezTo>
                  <a:pt x="447415" y="74836"/>
                  <a:pt x="448195" y="75678"/>
                  <a:pt x="449180" y="76294"/>
                </a:cubicBezTo>
                <a:cubicBezTo>
                  <a:pt x="450167" y="76909"/>
                  <a:pt x="451316" y="77340"/>
                  <a:pt x="452629" y="77587"/>
                </a:cubicBezTo>
                <a:cubicBezTo>
                  <a:pt x="453944" y="77834"/>
                  <a:pt x="455299" y="77958"/>
                  <a:pt x="456695" y="77958"/>
                </a:cubicBezTo>
                <a:cubicBezTo>
                  <a:pt x="460143" y="77958"/>
                  <a:pt x="462812" y="77383"/>
                  <a:pt x="464700" y="76234"/>
                </a:cubicBezTo>
                <a:cubicBezTo>
                  <a:pt x="466590" y="75084"/>
                  <a:pt x="467986" y="73708"/>
                  <a:pt x="468890" y="72106"/>
                </a:cubicBezTo>
                <a:cubicBezTo>
                  <a:pt x="469793" y="70505"/>
                  <a:pt x="470348" y="68883"/>
                  <a:pt x="470553" y="67240"/>
                </a:cubicBezTo>
                <a:cubicBezTo>
                  <a:pt x="470759" y="65597"/>
                  <a:pt x="470861" y="64284"/>
                  <a:pt x="470861" y="63299"/>
                </a:cubicBezTo>
                <a:lnTo>
                  <a:pt x="470861" y="56769"/>
                </a:lnTo>
                <a:close/>
                <a:moveTo>
                  <a:pt x="523757" y="24299"/>
                </a:moveTo>
                <a:lnTo>
                  <a:pt x="523757" y="5173"/>
                </a:lnTo>
                <a:lnTo>
                  <a:pt x="506265" y="5173"/>
                </a:lnTo>
                <a:lnTo>
                  <a:pt x="506265" y="24299"/>
                </a:lnTo>
                <a:lnTo>
                  <a:pt x="495672" y="24299"/>
                </a:lnTo>
                <a:lnTo>
                  <a:pt x="495672" y="35968"/>
                </a:lnTo>
                <a:lnTo>
                  <a:pt x="506265" y="35968"/>
                </a:lnTo>
                <a:lnTo>
                  <a:pt x="506265" y="73516"/>
                </a:lnTo>
                <a:cubicBezTo>
                  <a:pt x="506265" y="76718"/>
                  <a:pt x="506799" y="79303"/>
                  <a:pt x="507867" y="81273"/>
                </a:cubicBezTo>
                <a:cubicBezTo>
                  <a:pt x="508934" y="83243"/>
                  <a:pt x="510392" y="84762"/>
                  <a:pt x="512239" y="85829"/>
                </a:cubicBezTo>
                <a:cubicBezTo>
                  <a:pt x="514087" y="86896"/>
                  <a:pt x="516222" y="87613"/>
                  <a:pt x="518644" y="87981"/>
                </a:cubicBezTo>
                <a:cubicBezTo>
                  <a:pt x="521068" y="88351"/>
                  <a:pt x="523635" y="88536"/>
                  <a:pt x="526345" y="88536"/>
                </a:cubicBezTo>
                <a:cubicBezTo>
                  <a:pt x="528069" y="88536"/>
                  <a:pt x="529835" y="88496"/>
                  <a:pt x="531642" y="88416"/>
                </a:cubicBezTo>
                <a:cubicBezTo>
                  <a:pt x="533449" y="88335"/>
                  <a:pt x="535091" y="88175"/>
                  <a:pt x="536568" y="87934"/>
                </a:cubicBezTo>
                <a:lnTo>
                  <a:pt x="536568" y="74330"/>
                </a:lnTo>
                <a:cubicBezTo>
                  <a:pt x="535747" y="74494"/>
                  <a:pt x="534885" y="74618"/>
                  <a:pt x="533982" y="74700"/>
                </a:cubicBezTo>
                <a:cubicBezTo>
                  <a:pt x="533078" y="74782"/>
                  <a:pt x="532134" y="74822"/>
                  <a:pt x="531149" y="74822"/>
                </a:cubicBezTo>
                <a:cubicBezTo>
                  <a:pt x="528192" y="74822"/>
                  <a:pt x="526220" y="74331"/>
                  <a:pt x="525234" y="73347"/>
                </a:cubicBezTo>
                <a:cubicBezTo>
                  <a:pt x="524249" y="72363"/>
                  <a:pt x="523757" y="70396"/>
                  <a:pt x="523757" y="67445"/>
                </a:cubicBezTo>
                <a:lnTo>
                  <a:pt x="523757" y="35968"/>
                </a:lnTo>
                <a:lnTo>
                  <a:pt x="536568" y="35968"/>
                </a:lnTo>
                <a:lnTo>
                  <a:pt x="536568" y="24299"/>
                </a:lnTo>
                <a:lnTo>
                  <a:pt x="523757" y="24299"/>
                </a:lnTo>
                <a:close/>
                <a:moveTo>
                  <a:pt x="587297" y="49320"/>
                </a:moveTo>
                <a:lnTo>
                  <a:pt x="558844" y="49320"/>
                </a:lnTo>
                <a:cubicBezTo>
                  <a:pt x="558925" y="48085"/>
                  <a:pt x="559191" y="46684"/>
                  <a:pt x="559642" y="45119"/>
                </a:cubicBezTo>
                <a:cubicBezTo>
                  <a:pt x="560095" y="43553"/>
                  <a:pt x="560875" y="42070"/>
                  <a:pt x="561984" y="40670"/>
                </a:cubicBezTo>
                <a:cubicBezTo>
                  <a:pt x="563093" y="39270"/>
                  <a:pt x="564571" y="38095"/>
                  <a:pt x="566418" y="37148"/>
                </a:cubicBezTo>
                <a:cubicBezTo>
                  <a:pt x="568267" y="36201"/>
                  <a:pt x="570587" y="35727"/>
                  <a:pt x="573378" y="35727"/>
                </a:cubicBezTo>
                <a:cubicBezTo>
                  <a:pt x="577649" y="35727"/>
                  <a:pt x="580831" y="36881"/>
                  <a:pt x="582925" y="39187"/>
                </a:cubicBezTo>
                <a:cubicBezTo>
                  <a:pt x="585019" y="41494"/>
                  <a:pt x="586476" y="44872"/>
                  <a:pt x="587297" y="49320"/>
                </a:cubicBezTo>
                <a:moveTo>
                  <a:pt x="558844" y="60387"/>
                </a:moveTo>
                <a:lnTo>
                  <a:pt x="604790" y="60387"/>
                </a:lnTo>
                <a:cubicBezTo>
                  <a:pt x="605118" y="55450"/>
                  <a:pt x="604707" y="50719"/>
                  <a:pt x="603557" y="46193"/>
                </a:cubicBezTo>
                <a:cubicBezTo>
                  <a:pt x="602408" y="41667"/>
                  <a:pt x="600540" y="37635"/>
                  <a:pt x="597952" y="34098"/>
                </a:cubicBezTo>
                <a:cubicBezTo>
                  <a:pt x="595366" y="30559"/>
                  <a:pt x="592060" y="27741"/>
                  <a:pt x="588035" y="25643"/>
                </a:cubicBezTo>
                <a:cubicBezTo>
                  <a:pt x="584012" y="23544"/>
                  <a:pt x="579290" y="22495"/>
                  <a:pt x="573871" y="22495"/>
                </a:cubicBezTo>
                <a:cubicBezTo>
                  <a:pt x="569025" y="22495"/>
                  <a:pt x="564611" y="23359"/>
                  <a:pt x="560629" y="25087"/>
                </a:cubicBezTo>
                <a:cubicBezTo>
                  <a:pt x="556647" y="26814"/>
                  <a:pt x="553219" y="29178"/>
                  <a:pt x="550344" y="32180"/>
                </a:cubicBezTo>
                <a:cubicBezTo>
                  <a:pt x="547470" y="35183"/>
                  <a:pt x="545252" y="38741"/>
                  <a:pt x="543692" y="42855"/>
                </a:cubicBezTo>
                <a:cubicBezTo>
                  <a:pt x="542132" y="46967"/>
                  <a:pt x="541352" y="51409"/>
                  <a:pt x="541352" y="56181"/>
                </a:cubicBezTo>
                <a:cubicBezTo>
                  <a:pt x="541352" y="61115"/>
                  <a:pt x="542112" y="65639"/>
                  <a:pt x="543630" y="69753"/>
                </a:cubicBezTo>
                <a:cubicBezTo>
                  <a:pt x="545150" y="73866"/>
                  <a:pt x="547306" y="77403"/>
                  <a:pt x="550098" y="80365"/>
                </a:cubicBezTo>
                <a:cubicBezTo>
                  <a:pt x="552890" y="83326"/>
                  <a:pt x="556297" y="85609"/>
                  <a:pt x="560321" y="87213"/>
                </a:cubicBezTo>
                <a:cubicBezTo>
                  <a:pt x="564344" y="88817"/>
                  <a:pt x="568861" y="89619"/>
                  <a:pt x="573871" y="89619"/>
                </a:cubicBezTo>
                <a:cubicBezTo>
                  <a:pt x="581097" y="89619"/>
                  <a:pt x="587256" y="87978"/>
                  <a:pt x="592347" y="84696"/>
                </a:cubicBezTo>
                <a:cubicBezTo>
                  <a:pt x="597440" y="81414"/>
                  <a:pt x="601218" y="75958"/>
                  <a:pt x="603681" y="68327"/>
                </a:cubicBezTo>
                <a:lnTo>
                  <a:pt x="588283" y="68327"/>
                </a:lnTo>
                <a:cubicBezTo>
                  <a:pt x="587708" y="70280"/>
                  <a:pt x="586148" y="72132"/>
                  <a:pt x="583601" y="73883"/>
                </a:cubicBezTo>
                <a:cubicBezTo>
                  <a:pt x="581056" y="75632"/>
                  <a:pt x="578018" y="76507"/>
                  <a:pt x="574487" y="76507"/>
                </a:cubicBezTo>
                <a:cubicBezTo>
                  <a:pt x="569560" y="76507"/>
                  <a:pt x="565782" y="75235"/>
                  <a:pt x="563153" y="72693"/>
                </a:cubicBezTo>
                <a:cubicBezTo>
                  <a:pt x="560526" y="70149"/>
                  <a:pt x="559089" y="66047"/>
                  <a:pt x="558844" y="60387"/>
                </a:cubicBezTo>
                <a:close/>
                <a:moveTo>
                  <a:pt x="660027" y="55933"/>
                </a:moveTo>
                <a:cubicBezTo>
                  <a:pt x="660027" y="58560"/>
                  <a:pt x="659781" y="61107"/>
                  <a:pt x="659289" y="63571"/>
                </a:cubicBezTo>
                <a:cubicBezTo>
                  <a:pt x="658796" y="66035"/>
                  <a:pt x="657975" y="68232"/>
                  <a:pt x="656825" y="70163"/>
                </a:cubicBezTo>
                <a:cubicBezTo>
                  <a:pt x="655674" y="72093"/>
                  <a:pt x="654134" y="73633"/>
                  <a:pt x="652205" y="74783"/>
                </a:cubicBezTo>
                <a:cubicBezTo>
                  <a:pt x="650275" y="75932"/>
                  <a:pt x="647873" y="76507"/>
                  <a:pt x="644998" y="76507"/>
                </a:cubicBezTo>
                <a:cubicBezTo>
                  <a:pt x="642289" y="76507"/>
                  <a:pt x="639969" y="75911"/>
                  <a:pt x="638038" y="74721"/>
                </a:cubicBezTo>
                <a:cubicBezTo>
                  <a:pt x="636109" y="73529"/>
                  <a:pt x="634507" y="71969"/>
                  <a:pt x="633234" y="70039"/>
                </a:cubicBezTo>
                <a:cubicBezTo>
                  <a:pt x="631962" y="68108"/>
                  <a:pt x="631039" y="65911"/>
                  <a:pt x="630464" y="63447"/>
                </a:cubicBezTo>
                <a:cubicBezTo>
                  <a:pt x="629888" y="60984"/>
                  <a:pt x="629601" y="58520"/>
                  <a:pt x="629601" y="56055"/>
                </a:cubicBezTo>
                <a:cubicBezTo>
                  <a:pt x="629601" y="53427"/>
                  <a:pt x="629868" y="50902"/>
                  <a:pt x="630401" y="48478"/>
                </a:cubicBezTo>
                <a:cubicBezTo>
                  <a:pt x="630935" y="46055"/>
                  <a:pt x="631797" y="43899"/>
                  <a:pt x="632988" y="42011"/>
                </a:cubicBezTo>
                <a:cubicBezTo>
                  <a:pt x="634179" y="40121"/>
                  <a:pt x="635760" y="38602"/>
                  <a:pt x="637730" y="37453"/>
                </a:cubicBezTo>
                <a:cubicBezTo>
                  <a:pt x="639701" y="36302"/>
                  <a:pt x="642124" y="35727"/>
                  <a:pt x="644998" y="35727"/>
                </a:cubicBezTo>
                <a:cubicBezTo>
                  <a:pt x="647873" y="35727"/>
                  <a:pt x="650254" y="36302"/>
                  <a:pt x="652143" y="37453"/>
                </a:cubicBezTo>
                <a:cubicBezTo>
                  <a:pt x="654032" y="38602"/>
                  <a:pt x="655572" y="40100"/>
                  <a:pt x="656763" y="41949"/>
                </a:cubicBezTo>
                <a:cubicBezTo>
                  <a:pt x="657954" y="43797"/>
                  <a:pt x="658796" y="45933"/>
                  <a:pt x="659289" y="48356"/>
                </a:cubicBezTo>
                <a:cubicBezTo>
                  <a:pt x="659781" y="50778"/>
                  <a:pt x="660027" y="53304"/>
                  <a:pt x="660027" y="55933"/>
                </a:cubicBezTo>
                <a:moveTo>
                  <a:pt x="660274" y="79880"/>
                </a:moveTo>
                <a:lnTo>
                  <a:pt x="660274" y="88015"/>
                </a:lnTo>
                <a:lnTo>
                  <a:pt x="676902" y="88015"/>
                </a:lnTo>
                <a:lnTo>
                  <a:pt x="676902" y="0"/>
                </a:lnTo>
                <a:lnTo>
                  <a:pt x="659411" y="0"/>
                </a:lnTo>
                <a:lnTo>
                  <a:pt x="659411" y="32017"/>
                </a:lnTo>
                <a:lnTo>
                  <a:pt x="659165" y="32017"/>
                </a:lnTo>
                <a:cubicBezTo>
                  <a:pt x="657194" y="28884"/>
                  <a:pt x="654504" y="26514"/>
                  <a:pt x="651096" y="24906"/>
                </a:cubicBezTo>
                <a:cubicBezTo>
                  <a:pt x="647689" y="23299"/>
                  <a:pt x="644096" y="22495"/>
                  <a:pt x="640318" y="22495"/>
                </a:cubicBezTo>
                <a:cubicBezTo>
                  <a:pt x="635637" y="22495"/>
                  <a:pt x="631530" y="23420"/>
                  <a:pt x="627999" y="25271"/>
                </a:cubicBezTo>
                <a:cubicBezTo>
                  <a:pt x="624468" y="27122"/>
                  <a:pt x="621532" y="29569"/>
                  <a:pt x="619192" y="32613"/>
                </a:cubicBezTo>
                <a:cubicBezTo>
                  <a:pt x="616852" y="35656"/>
                  <a:pt x="615087" y="39173"/>
                  <a:pt x="613895" y="43163"/>
                </a:cubicBezTo>
                <a:cubicBezTo>
                  <a:pt x="612705" y="47152"/>
                  <a:pt x="612109" y="51286"/>
                  <a:pt x="612109" y="55562"/>
                </a:cubicBezTo>
                <a:cubicBezTo>
                  <a:pt x="612109" y="60004"/>
                  <a:pt x="612705" y="64282"/>
                  <a:pt x="613895" y="68396"/>
                </a:cubicBezTo>
                <a:cubicBezTo>
                  <a:pt x="615087" y="72509"/>
                  <a:pt x="616852" y="76149"/>
                  <a:pt x="619192" y="79317"/>
                </a:cubicBezTo>
                <a:cubicBezTo>
                  <a:pt x="621532" y="82483"/>
                  <a:pt x="624509" y="84992"/>
                  <a:pt x="628122" y="86842"/>
                </a:cubicBezTo>
                <a:cubicBezTo>
                  <a:pt x="631735" y="88693"/>
                  <a:pt x="635924" y="89619"/>
                  <a:pt x="640688" y="89619"/>
                </a:cubicBezTo>
                <a:cubicBezTo>
                  <a:pt x="644876" y="89619"/>
                  <a:pt x="648633" y="88859"/>
                  <a:pt x="651958" y="87339"/>
                </a:cubicBezTo>
                <a:cubicBezTo>
                  <a:pt x="655285" y="85817"/>
                  <a:pt x="657975" y="83331"/>
                  <a:pt x="660027" y="79880"/>
                </a:cubicBezTo>
                <a:lnTo>
                  <a:pt x="660274" y="79880"/>
                </a:lnTo>
                <a:close/>
                <a:moveTo>
                  <a:pt x="725310" y="0"/>
                </a:moveTo>
                <a:lnTo>
                  <a:pt x="725310" y="87934"/>
                </a:lnTo>
                <a:lnTo>
                  <a:pt x="744649" y="87934"/>
                </a:lnTo>
                <a:lnTo>
                  <a:pt x="744649" y="0"/>
                </a:lnTo>
                <a:lnTo>
                  <a:pt x="725310" y="0"/>
                </a:lnTo>
                <a:close/>
                <a:moveTo>
                  <a:pt x="772973" y="67244"/>
                </a:moveTo>
                <a:lnTo>
                  <a:pt x="756344" y="67244"/>
                </a:lnTo>
                <a:cubicBezTo>
                  <a:pt x="756508" y="71507"/>
                  <a:pt x="757473" y="75052"/>
                  <a:pt x="759238" y="77881"/>
                </a:cubicBezTo>
                <a:cubicBezTo>
                  <a:pt x="761004" y="80707"/>
                  <a:pt x="763262" y="82982"/>
                  <a:pt x="766012" y="84703"/>
                </a:cubicBezTo>
                <a:cubicBezTo>
                  <a:pt x="768764" y="86425"/>
                  <a:pt x="771906" y="87654"/>
                  <a:pt x="775437" y="88391"/>
                </a:cubicBezTo>
                <a:cubicBezTo>
                  <a:pt x="778968" y="89129"/>
                  <a:pt x="782581" y="89498"/>
                  <a:pt x="786276" y="89498"/>
                </a:cubicBezTo>
                <a:cubicBezTo>
                  <a:pt x="789889" y="89498"/>
                  <a:pt x="793440" y="89149"/>
                  <a:pt x="796930" y="88449"/>
                </a:cubicBezTo>
                <a:cubicBezTo>
                  <a:pt x="800421" y="87751"/>
                  <a:pt x="803521" y="86540"/>
                  <a:pt x="806230" y="84814"/>
                </a:cubicBezTo>
                <a:cubicBezTo>
                  <a:pt x="808940" y="83089"/>
                  <a:pt x="811137" y="80809"/>
                  <a:pt x="812820" y="77975"/>
                </a:cubicBezTo>
                <a:cubicBezTo>
                  <a:pt x="814504" y="75140"/>
                  <a:pt x="815346" y="71628"/>
                  <a:pt x="815346" y="67438"/>
                </a:cubicBezTo>
                <a:cubicBezTo>
                  <a:pt x="815346" y="64480"/>
                  <a:pt x="814771" y="61996"/>
                  <a:pt x="813620" y="59983"/>
                </a:cubicBezTo>
                <a:cubicBezTo>
                  <a:pt x="812471" y="57969"/>
                  <a:pt x="810952" y="56285"/>
                  <a:pt x="809062" y="54929"/>
                </a:cubicBezTo>
                <a:cubicBezTo>
                  <a:pt x="807174" y="53573"/>
                  <a:pt x="805019" y="52485"/>
                  <a:pt x="802597" y="51664"/>
                </a:cubicBezTo>
                <a:cubicBezTo>
                  <a:pt x="800175" y="50842"/>
                  <a:pt x="797690" y="50144"/>
                  <a:pt x="795144" y="49568"/>
                </a:cubicBezTo>
                <a:cubicBezTo>
                  <a:pt x="792681" y="48993"/>
                  <a:pt x="790258" y="48459"/>
                  <a:pt x="787876" y="47967"/>
                </a:cubicBezTo>
                <a:cubicBezTo>
                  <a:pt x="785495" y="47473"/>
                  <a:pt x="783380" y="46919"/>
                  <a:pt x="781532" y="46304"/>
                </a:cubicBezTo>
                <a:cubicBezTo>
                  <a:pt x="779685" y="45687"/>
                  <a:pt x="778187" y="44886"/>
                  <a:pt x="777036" y="43900"/>
                </a:cubicBezTo>
                <a:cubicBezTo>
                  <a:pt x="775887" y="42913"/>
                  <a:pt x="775313" y="41640"/>
                  <a:pt x="775313" y="40078"/>
                </a:cubicBezTo>
                <a:cubicBezTo>
                  <a:pt x="775313" y="38764"/>
                  <a:pt x="775641" y="37716"/>
                  <a:pt x="776298" y="36936"/>
                </a:cubicBezTo>
                <a:cubicBezTo>
                  <a:pt x="776955" y="36155"/>
                  <a:pt x="777756" y="35560"/>
                  <a:pt x="778700" y="35150"/>
                </a:cubicBezTo>
                <a:cubicBezTo>
                  <a:pt x="779644" y="34739"/>
                  <a:pt x="780691" y="34472"/>
                  <a:pt x="781840" y="34349"/>
                </a:cubicBezTo>
                <a:cubicBezTo>
                  <a:pt x="782991" y="34225"/>
                  <a:pt x="784058" y="34163"/>
                  <a:pt x="785043" y="34163"/>
                </a:cubicBezTo>
                <a:cubicBezTo>
                  <a:pt x="788163" y="34163"/>
                  <a:pt x="790873" y="34762"/>
                  <a:pt x="793172" y="35958"/>
                </a:cubicBezTo>
                <a:cubicBezTo>
                  <a:pt x="795472" y="37154"/>
                  <a:pt x="796745" y="39442"/>
                  <a:pt x="796992" y="42824"/>
                </a:cubicBezTo>
                <a:lnTo>
                  <a:pt x="813622" y="42824"/>
                </a:lnTo>
                <a:cubicBezTo>
                  <a:pt x="813294" y="38882"/>
                  <a:pt x="812288" y="35617"/>
                  <a:pt x="810604" y="33030"/>
                </a:cubicBezTo>
                <a:cubicBezTo>
                  <a:pt x="808921" y="30442"/>
                  <a:pt x="806806" y="28369"/>
                  <a:pt x="804260" y="26809"/>
                </a:cubicBezTo>
                <a:cubicBezTo>
                  <a:pt x="801715" y="25247"/>
                  <a:pt x="798821" y="24138"/>
                  <a:pt x="795576" y="23482"/>
                </a:cubicBezTo>
                <a:cubicBezTo>
                  <a:pt x="792332" y="22824"/>
                  <a:pt x="788986" y="22495"/>
                  <a:pt x="785538" y="22495"/>
                </a:cubicBezTo>
                <a:cubicBezTo>
                  <a:pt x="782088" y="22495"/>
                  <a:pt x="778720" y="22803"/>
                  <a:pt x="775435" y="23420"/>
                </a:cubicBezTo>
                <a:cubicBezTo>
                  <a:pt x="772151" y="24035"/>
                  <a:pt x="769195" y="25102"/>
                  <a:pt x="766567" y="26622"/>
                </a:cubicBezTo>
                <a:cubicBezTo>
                  <a:pt x="763939" y="28142"/>
                  <a:pt x="761825" y="30217"/>
                  <a:pt x="760223" y="32846"/>
                </a:cubicBezTo>
                <a:cubicBezTo>
                  <a:pt x="758622" y="35475"/>
                  <a:pt x="757821" y="38843"/>
                  <a:pt x="757821" y="42952"/>
                </a:cubicBezTo>
                <a:cubicBezTo>
                  <a:pt x="757821" y="45745"/>
                  <a:pt x="758396" y="48107"/>
                  <a:pt x="759545" y="50038"/>
                </a:cubicBezTo>
                <a:cubicBezTo>
                  <a:pt x="760695" y="51968"/>
                  <a:pt x="762214" y="53570"/>
                  <a:pt x="764103" y="54844"/>
                </a:cubicBezTo>
                <a:cubicBezTo>
                  <a:pt x="765992" y="56117"/>
                  <a:pt x="768148" y="57144"/>
                  <a:pt x="770570" y="57925"/>
                </a:cubicBezTo>
                <a:cubicBezTo>
                  <a:pt x="772993" y="58706"/>
                  <a:pt x="775477" y="59384"/>
                  <a:pt x="778023" y="59959"/>
                </a:cubicBezTo>
                <a:cubicBezTo>
                  <a:pt x="784263" y="61273"/>
                  <a:pt x="789128" y="62588"/>
                  <a:pt x="792618" y="63902"/>
                </a:cubicBezTo>
                <a:cubicBezTo>
                  <a:pt x="796109" y="65217"/>
                  <a:pt x="797855" y="67188"/>
                  <a:pt x="797855" y="69817"/>
                </a:cubicBezTo>
                <a:cubicBezTo>
                  <a:pt x="797855" y="71377"/>
                  <a:pt x="797485" y="72671"/>
                  <a:pt x="796746" y="73698"/>
                </a:cubicBezTo>
                <a:cubicBezTo>
                  <a:pt x="796006" y="74726"/>
                  <a:pt x="795082" y="75548"/>
                  <a:pt x="793973" y="76164"/>
                </a:cubicBezTo>
                <a:cubicBezTo>
                  <a:pt x="792865" y="76780"/>
                  <a:pt x="791634" y="77231"/>
                  <a:pt x="790278" y="77520"/>
                </a:cubicBezTo>
                <a:cubicBezTo>
                  <a:pt x="788923" y="77807"/>
                  <a:pt x="787630" y="77950"/>
                  <a:pt x="786398" y="77950"/>
                </a:cubicBezTo>
                <a:cubicBezTo>
                  <a:pt x="784674" y="77950"/>
                  <a:pt x="783011" y="77745"/>
                  <a:pt x="781410" y="77335"/>
                </a:cubicBezTo>
                <a:cubicBezTo>
                  <a:pt x="779809" y="76924"/>
                  <a:pt x="778392" y="76289"/>
                  <a:pt x="777160" y="75428"/>
                </a:cubicBezTo>
                <a:cubicBezTo>
                  <a:pt x="775929" y="74566"/>
                  <a:pt x="774922" y="73458"/>
                  <a:pt x="774142" y="72105"/>
                </a:cubicBezTo>
                <a:cubicBezTo>
                  <a:pt x="773362" y="70751"/>
                  <a:pt x="772973" y="69131"/>
                  <a:pt x="772973" y="67244"/>
                </a:cubicBezTo>
                <a:close/>
                <a:moveTo>
                  <a:pt x="838771" y="67244"/>
                </a:moveTo>
                <a:lnTo>
                  <a:pt x="822142" y="67244"/>
                </a:lnTo>
                <a:cubicBezTo>
                  <a:pt x="822306" y="71507"/>
                  <a:pt x="823271" y="75052"/>
                  <a:pt x="825036" y="77881"/>
                </a:cubicBezTo>
                <a:cubicBezTo>
                  <a:pt x="826802" y="80707"/>
                  <a:pt x="829060" y="82982"/>
                  <a:pt x="831810" y="84703"/>
                </a:cubicBezTo>
                <a:cubicBezTo>
                  <a:pt x="834562" y="86425"/>
                  <a:pt x="837704" y="87654"/>
                  <a:pt x="841235" y="88391"/>
                </a:cubicBezTo>
                <a:cubicBezTo>
                  <a:pt x="844766" y="89129"/>
                  <a:pt x="848379" y="89498"/>
                  <a:pt x="852074" y="89498"/>
                </a:cubicBezTo>
                <a:cubicBezTo>
                  <a:pt x="855687" y="89498"/>
                  <a:pt x="859238" y="89149"/>
                  <a:pt x="862728" y="88449"/>
                </a:cubicBezTo>
                <a:cubicBezTo>
                  <a:pt x="866219" y="87751"/>
                  <a:pt x="869319" y="86540"/>
                  <a:pt x="872028" y="84814"/>
                </a:cubicBezTo>
                <a:cubicBezTo>
                  <a:pt x="874738" y="83089"/>
                  <a:pt x="876935" y="80809"/>
                  <a:pt x="878618" y="77975"/>
                </a:cubicBezTo>
                <a:cubicBezTo>
                  <a:pt x="880302" y="75140"/>
                  <a:pt x="881144" y="71628"/>
                  <a:pt x="881144" y="67438"/>
                </a:cubicBezTo>
                <a:cubicBezTo>
                  <a:pt x="881144" y="64480"/>
                  <a:pt x="880569" y="61996"/>
                  <a:pt x="879418" y="59983"/>
                </a:cubicBezTo>
                <a:cubicBezTo>
                  <a:pt x="878269" y="57969"/>
                  <a:pt x="876750" y="56285"/>
                  <a:pt x="874860" y="54929"/>
                </a:cubicBezTo>
                <a:cubicBezTo>
                  <a:pt x="872972" y="53573"/>
                  <a:pt x="870817" y="52485"/>
                  <a:pt x="868395" y="51664"/>
                </a:cubicBezTo>
                <a:cubicBezTo>
                  <a:pt x="865972" y="50842"/>
                  <a:pt x="863488" y="50144"/>
                  <a:pt x="860942" y="49568"/>
                </a:cubicBezTo>
                <a:cubicBezTo>
                  <a:pt x="858479" y="48993"/>
                  <a:pt x="856056" y="48459"/>
                  <a:pt x="853674" y="47967"/>
                </a:cubicBezTo>
                <a:cubicBezTo>
                  <a:pt x="851293" y="47473"/>
                  <a:pt x="849178" y="46919"/>
                  <a:pt x="847330" y="46304"/>
                </a:cubicBezTo>
                <a:cubicBezTo>
                  <a:pt x="845483" y="45687"/>
                  <a:pt x="843984" y="44886"/>
                  <a:pt x="842834" y="43900"/>
                </a:cubicBezTo>
                <a:cubicBezTo>
                  <a:pt x="841685" y="42913"/>
                  <a:pt x="841111" y="41640"/>
                  <a:pt x="841111" y="40078"/>
                </a:cubicBezTo>
                <a:cubicBezTo>
                  <a:pt x="841111" y="38764"/>
                  <a:pt x="841439" y="37716"/>
                  <a:pt x="842095" y="36936"/>
                </a:cubicBezTo>
                <a:cubicBezTo>
                  <a:pt x="842753" y="36155"/>
                  <a:pt x="843554" y="35560"/>
                  <a:pt x="844498" y="35150"/>
                </a:cubicBezTo>
                <a:cubicBezTo>
                  <a:pt x="845442" y="34739"/>
                  <a:pt x="846489" y="34472"/>
                  <a:pt x="847638" y="34349"/>
                </a:cubicBezTo>
                <a:cubicBezTo>
                  <a:pt x="848789" y="34225"/>
                  <a:pt x="849856" y="34163"/>
                  <a:pt x="850841" y="34163"/>
                </a:cubicBezTo>
                <a:cubicBezTo>
                  <a:pt x="853961" y="34163"/>
                  <a:pt x="856671" y="34762"/>
                  <a:pt x="858970" y="35958"/>
                </a:cubicBezTo>
                <a:cubicBezTo>
                  <a:pt x="861270" y="37154"/>
                  <a:pt x="862543" y="39442"/>
                  <a:pt x="862790" y="42824"/>
                </a:cubicBezTo>
                <a:lnTo>
                  <a:pt x="879420" y="42824"/>
                </a:lnTo>
                <a:cubicBezTo>
                  <a:pt x="879092" y="38882"/>
                  <a:pt x="878086" y="35617"/>
                  <a:pt x="876402" y="33030"/>
                </a:cubicBezTo>
                <a:cubicBezTo>
                  <a:pt x="874719" y="30442"/>
                  <a:pt x="872604" y="28369"/>
                  <a:pt x="870058" y="26809"/>
                </a:cubicBezTo>
                <a:cubicBezTo>
                  <a:pt x="867513" y="25247"/>
                  <a:pt x="864619" y="24138"/>
                  <a:pt x="861374" y="23482"/>
                </a:cubicBezTo>
                <a:cubicBezTo>
                  <a:pt x="858130" y="22824"/>
                  <a:pt x="854784" y="22495"/>
                  <a:pt x="851336" y="22495"/>
                </a:cubicBezTo>
                <a:cubicBezTo>
                  <a:pt x="847886" y="22495"/>
                  <a:pt x="844518" y="22803"/>
                  <a:pt x="841233" y="23420"/>
                </a:cubicBezTo>
                <a:cubicBezTo>
                  <a:pt x="837949" y="24035"/>
                  <a:pt x="834993" y="25102"/>
                  <a:pt x="832365" y="26622"/>
                </a:cubicBezTo>
                <a:cubicBezTo>
                  <a:pt x="829737" y="28142"/>
                  <a:pt x="827623" y="30217"/>
                  <a:pt x="826021" y="32846"/>
                </a:cubicBezTo>
                <a:cubicBezTo>
                  <a:pt x="824420" y="35475"/>
                  <a:pt x="823619" y="38843"/>
                  <a:pt x="823619" y="42952"/>
                </a:cubicBezTo>
                <a:cubicBezTo>
                  <a:pt x="823619" y="45745"/>
                  <a:pt x="824194" y="48107"/>
                  <a:pt x="825343" y="50038"/>
                </a:cubicBezTo>
                <a:cubicBezTo>
                  <a:pt x="826493" y="51968"/>
                  <a:pt x="828012" y="53570"/>
                  <a:pt x="829901" y="54844"/>
                </a:cubicBezTo>
                <a:cubicBezTo>
                  <a:pt x="831790" y="56117"/>
                  <a:pt x="833946" y="57144"/>
                  <a:pt x="836368" y="57925"/>
                </a:cubicBezTo>
                <a:cubicBezTo>
                  <a:pt x="838791" y="58706"/>
                  <a:pt x="841275" y="59384"/>
                  <a:pt x="843821" y="59959"/>
                </a:cubicBezTo>
                <a:cubicBezTo>
                  <a:pt x="850061" y="61273"/>
                  <a:pt x="854926" y="62588"/>
                  <a:pt x="858416" y="63902"/>
                </a:cubicBezTo>
                <a:cubicBezTo>
                  <a:pt x="861907" y="65217"/>
                  <a:pt x="863652" y="67188"/>
                  <a:pt x="863652" y="69817"/>
                </a:cubicBezTo>
                <a:cubicBezTo>
                  <a:pt x="863652" y="71377"/>
                  <a:pt x="863283" y="72671"/>
                  <a:pt x="862543" y="73698"/>
                </a:cubicBezTo>
                <a:cubicBezTo>
                  <a:pt x="861804" y="74726"/>
                  <a:pt x="860880" y="75548"/>
                  <a:pt x="859771" y="76164"/>
                </a:cubicBezTo>
                <a:cubicBezTo>
                  <a:pt x="858663" y="76780"/>
                  <a:pt x="857432" y="77231"/>
                  <a:pt x="856076" y="77520"/>
                </a:cubicBezTo>
                <a:cubicBezTo>
                  <a:pt x="854721" y="77807"/>
                  <a:pt x="853428" y="77950"/>
                  <a:pt x="852196" y="77950"/>
                </a:cubicBezTo>
                <a:cubicBezTo>
                  <a:pt x="850472" y="77950"/>
                  <a:pt x="848809" y="77745"/>
                  <a:pt x="847208" y="77335"/>
                </a:cubicBezTo>
                <a:cubicBezTo>
                  <a:pt x="845607" y="76924"/>
                  <a:pt x="844190" y="76289"/>
                  <a:pt x="842958" y="75428"/>
                </a:cubicBezTo>
                <a:cubicBezTo>
                  <a:pt x="841726" y="74566"/>
                  <a:pt x="840720" y="73458"/>
                  <a:pt x="839940" y="72105"/>
                </a:cubicBezTo>
                <a:cubicBezTo>
                  <a:pt x="839160" y="70751"/>
                  <a:pt x="838771" y="69131"/>
                  <a:pt x="838771" y="67244"/>
                </a:cubicBezTo>
                <a:close/>
                <a:moveTo>
                  <a:pt x="950762" y="87867"/>
                </a:moveTo>
                <a:lnTo>
                  <a:pt x="950762" y="24299"/>
                </a:lnTo>
                <a:lnTo>
                  <a:pt x="933270" y="24299"/>
                </a:lnTo>
                <a:lnTo>
                  <a:pt x="933270" y="57600"/>
                </a:lnTo>
                <a:cubicBezTo>
                  <a:pt x="933270" y="64071"/>
                  <a:pt x="932203" y="68719"/>
                  <a:pt x="930067" y="71546"/>
                </a:cubicBezTo>
                <a:cubicBezTo>
                  <a:pt x="927932" y="74372"/>
                  <a:pt x="924483" y="75785"/>
                  <a:pt x="919720" y="75785"/>
                </a:cubicBezTo>
                <a:cubicBezTo>
                  <a:pt x="915531" y="75785"/>
                  <a:pt x="912616" y="74495"/>
                  <a:pt x="910973" y="71915"/>
                </a:cubicBezTo>
                <a:cubicBezTo>
                  <a:pt x="909331" y="69333"/>
                  <a:pt x="908511" y="65421"/>
                  <a:pt x="908511" y="60179"/>
                </a:cubicBezTo>
                <a:lnTo>
                  <a:pt x="908511" y="24299"/>
                </a:lnTo>
                <a:lnTo>
                  <a:pt x="891019" y="24299"/>
                </a:lnTo>
                <a:lnTo>
                  <a:pt x="891019" y="63419"/>
                </a:lnTo>
                <a:cubicBezTo>
                  <a:pt x="891019" y="67355"/>
                  <a:pt x="891368" y="70943"/>
                  <a:pt x="892066" y="74183"/>
                </a:cubicBezTo>
                <a:cubicBezTo>
                  <a:pt x="892764" y="77423"/>
                  <a:pt x="893975" y="80170"/>
                  <a:pt x="895699" y="82425"/>
                </a:cubicBezTo>
                <a:cubicBezTo>
                  <a:pt x="897425" y="84681"/>
                  <a:pt x="899786" y="86424"/>
                  <a:pt x="902783" y="87654"/>
                </a:cubicBezTo>
                <a:cubicBezTo>
                  <a:pt x="905781" y="88884"/>
                  <a:pt x="909620" y="89498"/>
                  <a:pt x="914302" y="89498"/>
                </a:cubicBezTo>
                <a:cubicBezTo>
                  <a:pt x="917997" y="89498"/>
                  <a:pt x="921610" y="88675"/>
                  <a:pt x="925141" y="87028"/>
                </a:cubicBezTo>
                <a:cubicBezTo>
                  <a:pt x="928672" y="85381"/>
                  <a:pt x="931546" y="82704"/>
                  <a:pt x="933763" y="78997"/>
                </a:cubicBezTo>
                <a:lnTo>
                  <a:pt x="934133" y="78997"/>
                </a:lnTo>
                <a:lnTo>
                  <a:pt x="934133" y="87867"/>
                </a:lnTo>
                <a:lnTo>
                  <a:pt x="950762" y="87867"/>
                </a:lnTo>
                <a:close/>
                <a:moveTo>
                  <a:pt x="1006569" y="49320"/>
                </a:moveTo>
                <a:lnTo>
                  <a:pt x="978116" y="49320"/>
                </a:lnTo>
                <a:cubicBezTo>
                  <a:pt x="978197" y="48085"/>
                  <a:pt x="978464" y="46684"/>
                  <a:pt x="978915" y="45119"/>
                </a:cubicBezTo>
                <a:cubicBezTo>
                  <a:pt x="979367" y="43553"/>
                  <a:pt x="980148" y="42070"/>
                  <a:pt x="981257" y="40670"/>
                </a:cubicBezTo>
                <a:cubicBezTo>
                  <a:pt x="982366" y="39270"/>
                  <a:pt x="983844" y="38095"/>
                  <a:pt x="985691" y="37148"/>
                </a:cubicBezTo>
                <a:cubicBezTo>
                  <a:pt x="987539" y="36201"/>
                  <a:pt x="989859" y="35727"/>
                  <a:pt x="992651" y="35727"/>
                </a:cubicBezTo>
                <a:cubicBezTo>
                  <a:pt x="996921" y="35727"/>
                  <a:pt x="1000103" y="36881"/>
                  <a:pt x="1002197" y="39187"/>
                </a:cubicBezTo>
                <a:cubicBezTo>
                  <a:pt x="1004291" y="41494"/>
                  <a:pt x="1005748" y="44872"/>
                  <a:pt x="1006569" y="49320"/>
                </a:cubicBezTo>
                <a:moveTo>
                  <a:pt x="978116" y="60387"/>
                </a:moveTo>
                <a:lnTo>
                  <a:pt x="1024062" y="60387"/>
                </a:lnTo>
                <a:cubicBezTo>
                  <a:pt x="1024391" y="55450"/>
                  <a:pt x="1023980" y="50719"/>
                  <a:pt x="1022829" y="46193"/>
                </a:cubicBezTo>
                <a:cubicBezTo>
                  <a:pt x="1021680" y="41667"/>
                  <a:pt x="1019812" y="37635"/>
                  <a:pt x="1017224" y="34098"/>
                </a:cubicBezTo>
                <a:cubicBezTo>
                  <a:pt x="1014638" y="30559"/>
                  <a:pt x="1011333" y="27741"/>
                  <a:pt x="1007308" y="25643"/>
                </a:cubicBezTo>
                <a:cubicBezTo>
                  <a:pt x="1003284" y="23544"/>
                  <a:pt x="998563" y="22495"/>
                  <a:pt x="993143" y="22495"/>
                </a:cubicBezTo>
                <a:cubicBezTo>
                  <a:pt x="988298" y="22495"/>
                  <a:pt x="983884" y="23359"/>
                  <a:pt x="979902" y="25087"/>
                </a:cubicBezTo>
                <a:cubicBezTo>
                  <a:pt x="975919" y="26814"/>
                  <a:pt x="972491" y="29178"/>
                  <a:pt x="969617" y="32180"/>
                </a:cubicBezTo>
                <a:cubicBezTo>
                  <a:pt x="966742" y="35183"/>
                  <a:pt x="964525" y="38741"/>
                  <a:pt x="962965" y="42855"/>
                </a:cubicBezTo>
                <a:cubicBezTo>
                  <a:pt x="961405" y="46967"/>
                  <a:pt x="960625" y="51409"/>
                  <a:pt x="960625" y="56181"/>
                </a:cubicBezTo>
                <a:cubicBezTo>
                  <a:pt x="960625" y="61115"/>
                  <a:pt x="961384" y="65639"/>
                  <a:pt x="962903" y="69753"/>
                </a:cubicBezTo>
                <a:cubicBezTo>
                  <a:pt x="964423" y="73866"/>
                  <a:pt x="966578" y="77403"/>
                  <a:pt x="969370" y="80365"/>
                </a:cubicBezTo>
                <a:cubicBezTo>
                  <a:pt x="972162" y="83326"/>
                  <a:pt x="975570" y="85609"/>
                  <a:pt x="979593" y="87213"/>
                </a:cubicBezTo>
                <a:cubicBezTo>
                  <a:pt x="983617" y="88817"/>
                  <a:pt x="988134" y="89619"/>
                  <a:pt x="993143" y="89619"/>
                </a:cubicBezTo>
                <a:cubicBezTo>
                  <a:pt x="1000370" y="89619"/>
                  <a:pt x="1006528" y="87978"/>
                  <a:pt x="1011620" y="84696"/>
                </a:cubicBezTo>
                <a:cubicBezTo>
                  <a:pt x="1016712" y="81414"/>
                  <a:pt x="1020490" y="75958"/>
                  <a:pt x="1022953" y="68327"/>
                </a:cubicBezTo>
                <a:lnTo>
                  <a:pt x="1007556" y="68327"/>
                </a:lnTo>
                <a:cubicBezTo>
                  <a:pt x="1006981" y="70280"/>
                  <a:pt x="1005420" y="72132"/>
                  <a:pt x="1002874" y="73883"/>
                </a:cubicBezTo>
                <a:cubicBezTo>
                  <a:pt x="1000329" y="75632"/>
                  <a:pt x="997291" y="76507"/>
                  <a:pt x="993760" y="76507"/>
                </a:cubicBezTo>
                <a:cubicBezTo>
                  <a:pt x="988833" y="76507"/>
                  <a:pt x="985055" y="75235"/>
                  <a:pt x="982426" y="72693"/>
                </a:cubicBezTo>
                <a:cubicBezTo>
                  <a:pt x="979798" y="70149"/>
                  <a:pt x="978362" y="66047"/>
                  <a:pt x="978116" y="60387"/>
                </a:cubicBezTo>
                <a:close/>
                <a:moveTo>
                  <a:pt x="1069604" y="0"/>
                </a:moveTo>
                <a:lnTo>
                  <a:pt x="1069604" y="87934"/>
                </a:lnTo>
                <a:lnTo>
                  <a:pt x="1131811" y="87934"/>
                </a:lnTo>
                <a:lnTo>
                  <a:pt x="1131811" y="71695"/>
                </a:lnTo>
                <a:lnTo>
                  <a:pt x="1088943" y="71695"/>
                </a:lnTo>
                <a:lnTo>
                  <a:pt x="1088943" y="0"/>
                </a:lnTo>
                <a:lnTo>
                  <a:pt x="1069604" y="0"/>
                </a:lnTo>
                <a:close/>
                <a:moveTo>
                  <a:pt x="1139702" y="43836"/>
                </a:moveTo>
                <a:cubicBezTo>
                  <a:pt x="1139947" y="39729"/>
                  <a:pt x="1140974" y="36322"/>
                  <a:pt x="1142781" y="33613"/>
                </a:cubicBezTo>
                <a:cubicBezTo>
                  <a:pt x="1144588" y="30902"/>
                  <a:pt x="1146887" y="28726"/>
                  <a:pt x="1149679" y="27083"/>
                </a:cubicBezTo>
                <a:cubicBezTo>
                  <a:pt x="1152471" y="25440"/>
                  <a:pt x="1155611" y="24270"/>
                  <a:pt x="1159101" y="23572"/>
                </a:cubicBezTo>
                <a:cubicBezTo>
                  <a:pt x="1162592" y="22874"/>
                  <a:pt x="1166103" y="22525"/>
                  <a:pt x="1169634" y="22525"/>
                </a:cubicBezTo>
                <a:cubicBezTo>
                  <a:pt x="1172837" y="22525"/>
                  <a:pt x="1176081" y="22751"/>
                  <a:pt x="1179365" y="23203"/>
                </a:cubicBezTo>
                <a:cubicBezTo>
                  <a:pt x="1182650" y="23655"/>
                  <a:pt x="1185648" y="24537"/>
                  <a:pt x="1188357" y="25852"/>
                </a:cubicBezTo>
                <a:cubicBezTo>
                  <a:pt x="1191067" y="27165"/>
                  <a:pt x="1193284" y="28992"/>
                  <a:pt x="1195009" y="31333"/>
                </a:cubicBezTo>
                <a:cubicBezTo>
                  <a:pt x="1196734" y="33673"/>
                  <a:pt x="1197597" y="36773"/>
                  <a:pt x="1197597" y="40633"/>
                </a:cubicBezTo>
                <a:lnTo>
                  <a:pt x="1197597" y="73768"/>
                </a:lnTo>
                <a:cubicBezTo>
                  <a:pt x="1197597" y="76643"/>
                  <a:pt x="1197761" y="79394"/>
                  <a:pt x="1198089" y="82021"/>
                </a:cubicBezTo>
                <a:cubicBezTo>
                  <a:pt x="1198418" y="84649"/>
                  <a:pt x="1198992" y="86620"/>
                  <a:pt x="1199813" y="87934"/>
                </a:cubicBezTo>
                <a:lnTo>
                  <a:pt x="1182075" y="87934"/>
                </a:lnTo>
                <a:cubicBezTo>
                  <a:pt x="1181747" y="86950"/>
                  <a:pt x="1181480" y="85944"/>
                  <a:pt x="1181275" y="84918"/>
                </a:cubicBezTo>
                <a:cubicBezTo>
                  <a:pt x="1181069" y="83890"/>
                  <a:pt x="1180926" y="82843"/>
                  <a:pt x="1180844" y="81775"/>
                </a:cubicBezTo>
                <a:cubicBezTo>
                  <a:pt x="1178052" y="84650"/>
                  <a:pt x="1174767" y="86662"/>
                  <a:pt x="1170989" y="87812"/>
                </a:cubicBezTo>
                <a:cubicBezTo>
                  <a:pt x="1167211" y="88961"/>
                  <a:pt x="1163351" y="89536"/>
                  <a:pt x="1159409" y="89536"/>
                </a:cubicBezTo>
                <a:cubicBezTo>
                  <a:pt x="1156372" y="89536"/>
                  <a:pt x="1153539" y="89166"/>
                  <a:pt x="1150910" y="88427"/>
                </a:cubicBezTo>
                <a:cubicBezTo>
                  <a:pt x="1148282" y="87688"/>
                  <a:pt x="1145983" y="86538"/>
                  <a:pt x="1144012" y="84978"/>
                </a:cubicBezTo>
                <a:cubicBezTo>
                  <a:pt x="1142042" y="83418"/>
                  <a:pt x="1140503" y="81447"/>
                  <a:pt x="1139394" y="79067"/>
                </a:cubicBezTo>
                <a:cubicBezTo>
                  <a:pt x="1138285" y="76685"/>
                  <a:pt x="1137730" y="73851"/>
                  <a:pt x="1137730" y="70565"/>
                </a:cubicBezTo>
                <a:cubicBezTo>
                  <a:pt x="1137730" y="66953"/>
                  <a:pt x="1138367" y="63976"/>
                  <a:pt x="1139640" y="61635"/>
                </a:cubicBezTo>
                <a:cubicBezTo>
                  <a:pt x="1140913" y="59295"/>
                  <a:pt x="1142555" y="57426"/>
                  <a:pt x="1144566" y="56030"/>
                </a:cubicBezTo>
                <a:cubicBezTo>
                  <a:pt x="1146579" y="54634"/>
                  <a:pt x="1148878" y="53588"/>
                  <a:pt x="1151464" y="52890"/>
                </a:cubicBezTo>
                <a:cubicBezTo>
                  <a:pt x="1154052" y="52192"/>
                  <a:pt x="1156659" y="51638"/>
                  <a:pt x="1159287" y="51228"/>
                </a:cubicBezTo>
                <a:cubicBezTo>
                  <a:pt x="1161915" y="50817"/>
                  <a:pt x="1164501" y="50488"/>
                  <a:pt x="1167046" y="50241"/>
                </a:cubicBezTo>
                <a:cubicBezTo>
                  <a:pt x="1169592" y="49994"/>
                  <a:pt x="1171851" y="49625"/>
                  <a:pt x="1173822" y="49132"/>
                </a:cubicBezTo>
                <a:cubicBezTo>
                  <a:pt x="1175793" y="48640"/>
                  <a:pt x="1177353" y="47922"/>
                  <a:pt x="1178502" y="46978"/>
                </a:cubicBezTo>
                <a:cubicBezTo>
                  <a:pt x="1179652" y="46034"/>
                  <a:pt x="1180187" y="44658"/>
                  <a:pt x="1180105" y="42851"/>
                </a:cubicBezTo>
                <a:cubicBezTo>
                  <a:pt x="1180105" y="40961"/>
                  <a:pt x="1179797" y="39462"/>
                  <a:pt x="1179181" y="38355"/>
                </a:cubicBezTo>
                <a:cubicBezTo>
                  <a:pt x="1178564" y="37246"/>
                  <a:pt x="1177743" y="36384"/>
                  <a:pt x="1176717" y="35768"/>
                </a:cubicBezTo>
                <a:cubicBezTo>
                  <a:pt x="1175690" y="35152"/>
                  <a:pt x="1174499" y="34741"/>
                  <a:pt x="1173143" y="34535"/>
                </a:cubicBezTo>
                <a:cubicBezTo>
                  <a:pt x="1171789" y="34330"/>
                  <a:pt x="1170332" y="34227"/>
                  <a:pt x="1168772" y="34227"/>
                </a:cubicBezTo>
                <a:cubicBezTo>
                  <a:pt x="1165323" y="34227"/>
                  <a:pt x="1162613" y="34967"/>
                  <a:pt x="1160642" y="36445"/>
                </a:cubicBezTo>
                <a:cubicBezTo>
                  <a:pt x="1158671" y="37924"/>
                  <a:pt x="1157522" y="40387"/>
                  <a:pt x="1157193" y="43836"/>
                </a:cubicBezTo>
                <a:lnTo>
                  <a:pt x="1139702" y="43836"/>
                </a:lnTo>
                <a:moveTo>
                  <a:pt x="1180105" y="56769"/>
                </a:moveTo>
                <a:cubicBezTo>
                  <a:pt x="1179366" y="57427"/>
                  <a:pt x="1178442" y="57941"/>
                  <a:pt x="1177333" y="58310"/>
                </a:cubicBezTo>
                <a:cubicBezTo>
                  <a:pt x="1176224" y="58680"/>
                  <a:pt x="1175033" y="58988"/>
                  <a:pt x="1173760" y="59235"/>
                </a:cubicBezTo>
                <a:cubicBezTo>
                  <a:pt x="1172488" y="59481"/>
                  <a:pt x="1171154" y="59686"/>
                  <a:pt x="1169756" y="59850"/>
                </a:cubicBezTo>
                <a:cubicBezTo>
                  <a:pt x="1168361" y="60014"/>
                  <a:pt x="1166965" y="60219"/>
                  <a:pt x="1165569" y="60464"/>
                </a:cubicBezTo>
                <a:cubicBezTo>
                  <a:pt x="1164256" y="60711"/>
                  <a:pt x="1162962" y="61040"/>
                  <a:pt x="1161689" y="61451"/>
                </a:cubicBezTo>
                <a:cubicBezTo>
                  <a:pt x="1160416" y="61861"/>
                  <a:pt x="1159307" y="62415"/>
                  <a:pt x="1158362" y="63115"/>
                </a:cubicBezTo>
                <a:cubicBezTo>
                  <a:pt x="1157419" y="63812"/>
                  <a:pt x="1156659" y="64695"/>
                  <a:pt x="1156084" y="65763"/>
                </a:cubicBezTo>
                <a:cubicBezTo>
                  <a:pt x="1155509" y="66829"/>
                  <a:pt x="1155222" y="68184"/>
                  <a:pt x="1155222" y="69827"/>
                </a:cubicBezTo>
                <a:cubicBezTo>
                  <a:pt x="1155222" y="71387"/>
                  <a:pt x="1155509" y="72700"/>
                  <a:pt x="1156084" y="73768"/>
                </a:cubicBezTo>
                <a:cubicBezTo>
                  <a:pt x="1156659" y="74836"/>
                  <a:pt x="1157440" y="75678"/>
                  <a:pt x="1158424" y="76294"/>
                </a:cubicBezTo>
                <a:cubicBezTo>
                  <a:pt x="1159411" y="76909"/>
                  <a:pt x="1160560" y="77340"/>
                  <a:pt x="1161873" y="77587"/>
                </a:cubicBezTo>
                <a:cubicBezTo>
                  <a:pt x="1163188" y="77834"/>
                  <a:pt x="1164543" y="77958"/>
                  <a:pt x="1165939" y="77958"/>
                </a:cubicBezTo>
                <a:cubicBezTo>
                  <a:pt x="1169387" y="77958"/>
                  <a:pt x="1172056" y="77383"/>
                  <a:pt x="1173944" y="76234"/>
                </a:cubicBezTo>
                <a:cubicBezTo>
                  <a:pt x="1175834" y="75084"/>
                  <a:pt x="1177230" y="73708"/>
                  <a:pt x="1178134" y="72106"/>
                </a:cubicBezTo>
                <a:cubicBezTo>
                  <a:pt x="1179037" y="70505"/>
                  <a:pt x="1179592" y="68883"/>
                  <a:pt x="1179797" y="67240"/>
                </a:cubicBezTo>
                <a:cubicBezTo>
                  <a:pt x="1180003" y="65597"/>
                  <a:pt x="1180105" y="64284"/>
                  <a:pt x="1180105" y="63299"/>
                </a:cubicBezTo>
                <a:lnTo>
                  <a:pt x="1180105" y="56769"/>
                </a:lnTo>
                <a:close/>
                <a:moveTo>
                  <a:pt x="1257514" y="56179"/>
                </a:moveTo>
                <a:cubicBezTo>
                  <a:pt x="1257514" y="58807"/>
                  <a:pt x="1257227" y="61353"/>
                  <a:pt x="1256652" y="63818"/>
                </a:cubicBezTo>
                <a:cubicBezTo>
                  <a:pt x="1256077" y="66281"/>
                  <a:pt x="1255173" y="68458"/>
                  <a:pt x="1253941" y="70347"/>
                </a:cubicBezTo>
                <a:cubicBezTo>
                  <a:pt x="1252710" y="72236"/>
                  <a:pt x="1251170" y="73734"/>
                  <a:pt x="1249321" y="74843"/>
                </a:cubicBezTo>
                <a:cubicBezTo>
                  <a:pt x="1247474" y="75952"/>
                  <a:pt x="1245237" y="76507"/>
                  <a:pt x="1242609" y="76507"/>
                </a:cubicBezTo>
                <a:cubicBezTo>
                  <a:pt x="1240063" y="76507"/>
                  <a:pt x="1237846" y="75952"/>
                  <a:pt x="1235958" y="74843"/>
                </a:cubicBezTo>
                <a:cubicBezTo>
                  <a:pt x="1234069" y="73734"/>
                  <a:pt x="1232509" y="72236"/>
                  <a:pt x="1231277" y="70347"/>
                </a:cubicBezTo>
                <a:cubicBezTo>
                  <a:pt x="1230046" y="68458"/>
                  <a:pt x="1229142" y="66281"/>
                  <a:pt x="1228567" y="63818"/>
                </a:cubicBezTo>
                <a:cubicBezTo>
                  <a:pt x="1227992" y="61353"/>
                  <a:pt x="1227704" y="58807"/>
                  <a:pt x="1227704" y="56179"/>
                </a:cubicBezTo>
                <a:cubicBezTo>
                  <a:pt x="1227704" y="53469"/>
                  <a:pt x="1227992" y="50882"/>
                  <a:pt x="1228567" y="48418"/>
                </a:cubicBezTo>
                <a:cubicBezTo>
                  <a:pt x="1229142" y="45953"/>
                  <a:pt x="1230046" y="43777"/>
                  <a:pt x="1231277" y="41888"/>
                </a:cubicBezTo>
                <a:cubicBezTo>
                  <a:pt x="1232509" y="39999"/>
                  <a:pt x="1234069" y="38500"/>
                  <a:pt x="1235958" y="37391"/>
                </a:cubicBezTo>
                <a:cubicBezTo>
                  <a:pt x="1237846" y="36282"/>
                  <a:pt x="1240063" y="35727"/>
                  <a:pt x="1242609" y="35727"/>
                </a:cubicBezTo>
                <a:cubicBezTo>
                  <a:pt x="1245237" y="35727"/>
                  <a:pt x="1247474" y="36282"/>
                  <a:pt x="1249321" y="37391"/>
                </a:cubicBezTo>
                <a:cubicBezTo>
                  <a:pt x="1251170" y="38500"/>
                  <a:pt x="1252710" y="39999"/>
                  <a:pt x="1253941" y="41888"/>
                </a:cubicBezTo>
                <a:cubicBezTo>
                  <a:pt x="1255173" y="43777"/>
                  <a:pt x="1256077" y="45953"/>
                  <a:pt x="1256652" y="48418"/>
                </a:cubicBezTo>
                <a:cubicBezTo>
                  <a:pt x="1257227" y="50882"/>
                  <a:pt x="1257514" y="53469"/>
                  <a:pt x="1257514" y="56179"/>
                </a:cubicBezTo>
                <a:moveTo>
                  <a:pt x="1210829" y="0"/>
                </a:moveTo>
                <a:lnTo>
                  <a:pt x="1210829" y="87976"/>
                </a:lnTo>
                <a:lnTo>
                  <a:pt x="1227458" y="87976"/>
                </a:lnTo>
                <a:lnTo>
                  <a:pt x="1227458" y="79847"/>
                </a:lnTo>
                <a:lnTo>
                  <a:pt x="1227704" y="79847"/>
                </a:lnTo>
                <a:cubicBezTo>
                  <a:pt x="1229593" y="83393"/>
                  <a:pt x="1232384" y="85908"/>
                  <a:pt x="1236080" y="87393"/>
                </a:cubicBezTo>
                <a:cubicBezTo>
                  <a:pt x="1239776" y="88877"/>
                  <a:pt x="1243965" y="89619"/>
                  <a:pt x="1248645" y="89619"/>
                </a:cubicBezTo>
                <a:cubicBezTo>
                  <a:pt x="1251848" y="89619"/>
                  <a:pt x="1255009" y="88961"/>
                  <a:pt x="1258129" y="87645"/>
                </a:cubicBezTo>
                <a:cubicBezTo>
                  <a:pt x="1261250" y="86328"/>
                  <a:pt x="1264064" y="84312"/>
                  <a:pt x="1266568" y="81598"/>
                </a:cubicBezTo>
                <a:cubicBezTo>
                  <a:pt x="1269073" y="78884"/>
                  <a:pt x="1271106" y="75409"/>
                  <a:pt x="1272666" y="71172"/>
                </a:cubicBezTo>
                <a:cubicBezTo>
                  <a:pt x="1274226" y="66936"/>
                  <a:pt x="1275006" y="61897"/>
                  <a:pt x="1275006" y="56057"/>
                </a:cubicBezTo>
                <a:cubicBezTo>
                  <a:pt x="1275006" y="50216"/>
                  <a:pt x="1274226" y="45178"/>
                  <a:pt x="1272666" y="40941"/>
                </a:cubicBezTo>
                <a:cubicBezTo>
                  <a:pt x="1271106" y="36705"/>
                  <a:pt x="1269073" y="33229"/>
                  <a:pt x="1266568" y="30515"/>
                </a:cubicBezTo>
                <a:cubicBezTo>
                  <a:pt x="1264064" y="27801"/>
                  <a:pt x="1261250" y="25786"/>
                  <a:pt x="1258129" y="24470"/>
                </a:cubicBezTo>
                <a:cubicBezTo>
                  <a:pt x="1255009" y="23153"/>
                  <a:pt x="1251848" y="22495"/>
                  <a:pt x="1248645" y="22495"/>
                </a:cubicBezTo>
                <a:cubicBezTo>
                  <a:pt x="1244704" y="22495"/>
                  <a:pt x="1240906" y="23257"/>
                  <a:pt x="1237251" y="24782"/>
                </a:cubicBezTo>
                <a:cubicBezTo>
                  <a:pt x="1233597" y="26307"/>
                  <a:pt x="1230702" y="28719"/>
                  <a:pt x="1228567" y="32017"/>
                </a:cubicBezTo>
                <a:lnTo>
                  <a:pt x="1228321" y="32017"/>
                </a:lnTo>
                <a:lnTo>
                  <a:pt x="1228321" y="0"/>
                </a:lnTo>
                <a:lnTo>
                  <a:pt x="1210829" y="0"/>
                </a:lnTo>
                <a:close/>
                <a:moveTo>
                  <a:pt x="1328675" y="49320"/>
                </a:moveTo>
                <a:lnTo>
                  <a:pt x="1300221" y="49320"/>
                </a:lnTo>
                <a:cubicBezTo>
                  <a:pt x="1300303" y="48085"/>
                  <a:pt x="1300569" y="46684"/>
                  <a:pt x="1301020" y="45119"/>
                </a:cubicBezTo>
                <a:cubicBezTo>
                  <a:pt x="1301473" y="43553"/>
                  <a:pt x="1302253" y="42070"/>
                  <a:pt x="1303362" y="40670"/>
                </a:cubicBezTo>
                <a:cubicBezTo>
                  <a:pt x="1304471" y="39270"/>
                  <a:pt x="1305949" y="38095"/>
                  <a:pt x="1307796" y="37148"/>
                </a:cubicBezTo>
                <a:cubicBezTo>
                  <a:pt x="1309644" y="36201"/>
                  <a:pt x="1311964" y="35727"/>
                  <a:pt x="1314756" y="35727"/>
                </a:cubicBezTo>
                <a:cubicBezTo>
                  <a:pt x="1319027" y="35727"/>
                  <a:pt x="1322209" y="36881"/>
                  <a:pt x="1324303" y="39187"/>
                </a:cubicBezTo>
                <a:cubicBezTo>
                  <a:pt x="1326396" y="41494"/>
                  <a:pt x="1327854" y="44872"/>
                  <a:pt x="1328675" y="49320"/>
                </a:cubicBezTo>
                <a:moveTo>
                  <a:pt x="1300221" y="60387"/>
                </a:moveTo>
                <a:lnTo>
                  <a:pt x="1346168" y="60387"/>
                </a:lnTo>
                <a:cubicBezTo>
                  <a:pt x="1346496" y="55450"/>
                  <a:pt x="1346085" y="50719"/>
                  <a:pt x="1344935" y="46193"/>
                </a:cubicBezTo>
                <a:cubicBezTo>
                  <a:pt x="1343786" y="41667"/>
                  <a:pt x="1341917" y="37635"/>
                  <a:pt x="1339330" y="34098"/>
                </a:cubicBezTo>
                <a:cubicBezTo>
                  <a:pt x="1336744" y="30559"/>
                  <a:pt x="1333438" y="27741"/>
                  <a:pt x="1329413" y="25643"/>
                </a:cubicBezTo>
                <a:cubicBezTo>
                  <a:pt x="1325390" y="23544"/>
                  <a:pt x="1320668" y="22495"/>
                  <a:pt x="1315249" y="22495"/>
                </a:cubicBezTo>
                <a:cubicBezTo>
                  <a:pt x="1310403" y="22495"/>
                  <a:pt x="1305989" y="23359"/>
                  <a:pt x="1302007" y="25087"/>
                </a:cubicBezTo>
                <a:cubicBezTo>
                  <a:pt x="1298025" y="26814"/>
                  <a:pt x="1294596" y="29178"/>
                  <a:pt x="1291722" y="32180"/>
                </a:cubicBezTo>
                <a:cubicBezTo>
                  <a:pt x="1288847" y="35183"/>
                  <a:pt x="1286630" y="38741"/>
                  <a:pt x="1285070" y="42855"/>
                </a:cubicBezTo>
                <a:cubicBezTo>
                  <a:pt x="1283510" y="46967"/>
                  <a:pt x="1282730" y="51409"/>
                  <a:pt x="1282730" y="56181"/>
                </a:cubicBezTo>
                <a:cubicBezTo>
                  <a:pt x="1282730" y="61115"/>
                  <a:pt x="1283489" y="65639"/>
                  <a:pt x="1285008" y="69753"/>
                </a:cubicBezTo>
                <a:cubicBezTo>
                  <a:pt x="1286528" y="73866"/>
                  <a:pt x="1288684" y="77403"/>
                  <a:pt x="1291476" y="80365"/>
                </a:cubicBezTo>
                <a:cubicBezTo>
                  <a:pt x="1294267" y="83326"/>
                  <a:pt x="1297675" y="85609"/>
                  <a:pt x="1301699" y="87213"/>
                </a:cubicBezTo>
                <a:cubicBezTo>
                  <a:pt x="1305722" y="88817"/>
                  <a:pt x="1310239" y="89619"/>
                  <a:pt x="1315249" y="89619"/>
                </a:cubicBezTo>
                <a:cubicBezTo>
                  <a:pt x="1322475" y="89619"/>
                  <a:pt x="1328634" y="87978"/>
                  <a:pt x="1333725" y="84696"/>
                </a:cubicBezTo>
                <a:cubicBezTo>
                  <a:pt x="1338817" y="81414"/>
                  <a:pt x="1342595" y="75958"/>
                  <a:pt x="1345059" y="68327"/>
                </a:cubicBezTo>
                <a:lnTo>
                  <a:pt x="1329661" y="68327"/>
                </a:lnTo>
                <a:cubicBezTo>
                  <a:pt x="1329086" y="70280"/>
                  <a:pt x="1327525" y="72132"/>
                  <a:pt x="1324979" y="73883"/>
                </a:cubicBezTo>
                <a:cubicBezTo>
                  <a:pt x="1322434" y="75632"/>
                  <a:pt x="1319396" y="76507"/>
                  <a:pt x="1315865" y="76507"/>
                </a:cubicBezTo>
                <a:cubicBezTo>
                  <a:pt x="1310938" y="76507"/>
                  <a:pt x="1307160" y="75235"/>
                  <a:pt x="1304531" y="72693"/>
                </a:cubicBezTo>
                <a:cubicBezTo>
                  <a:pt x="1301904" y="70149"/>
                  <a:pt x="1300467" y="66047"/>
                  <a:pt x="1300221" y="60387"/>
                </a:cubicBezTo>
                <a:close/>
                <a:moveTo>
                  <a:pt x="1356690" y="0"/>
                </a:moveTo>
                <a:lnTo>
                  <a:pt x="1356690" y="87934"/>
                </a:lnTo>
                <a:lnTo>
                  <a:pt x="1374181" y="87934"/>
                </a:lnTo>
                <a:lnTo>
                  <a:pt x="1374181" y="0"/>
                </a:lnTo>
                <a:lnTo>
                  <a:pt x="1356690" y="0"/>
                </a:lnTo>
                <a:close/>
                <a:moveTo>
                  <a:pt x="1401116" y="67244"/>
                </a:moveTo>
                <a:lnTo>
                  <a:pt x="1384487" y="67244"/>
                </a:lnTo>
                <a:cubicBezTo>
                  <a:pt x="1384651" y="71507"/>
                  <a:pt x="1385616" y="75052"/>
                  <a:pt x="1387382" y="77881"/>
                </a:cubicBezTo>
                <a:cubicBezTo>
                  <a:pt x="1389147" y="80707"/>
                  <a:pt x="1391405" y="82982"/>
                  <a:pt x="1394156" y="84703"/>
                </a:cubicBezTo>
                <a:cubicBezTo>
                  <a:pt x="1396908" y="86425"/>
                  <a:pt x="1400049" y="87654"/>
                  <a:pt x="1403580" y="88391"/>
                </a:cubicBezTo>
                <a:cubicBezTo>
                  <a:pt x="1407111" y="89129"/>
                  <a:pt x="1410724" y="89498"/>
                  <a:pt x="1414420" y="89498"/>
                </a:cubicBezTo>
                <a:cubicBezTo>
                  <a:pt x="1418032" y="89498"/>
                  <a:pt x="1421583" y="89149"/>
                  <a:pt x="1425073" y="88449"/>
                </a:cubicBezTo>
                <a:cubicBezTo>
                  <a:pt x="1428564" y="87751"/>
                  <a:pt x="1431664" y="86540"/>
                  <a:pt x="1434373" y="84814"/>
                </a:cubicBezTo>
                <a:cubicBezTo>
                  <a:pt x="1437084" y="83089"/>
                  <a:pt x="1439280" y="80809"/>
                  <a:pt x="1440963" y="77975"/>
                </a:cubicBezTo>
                <a:cubicBezTo>
                  <a:pt x="1442647" y="75140"/>
                  <a:pt x="1443489" y="71628"/>
                  <a:pt x="1443489" y="67438"/>
                </a:cubicBezTo>
                <a:cubicBezTo>
                  <a:pt x="1443489" y="64480"/>
                  <a:pt x="1442914" y="61996"/>
                  <a:pt x="1441764" y="59983"/>
                </a:cubicBezTo>
                <a:cubicBezTo>
                  <a:pt x="1440615" y="57969"/>
                  <a:pt x="1439095" y="56285"/>
                  <a:pt x="1437206" y="54929"/>
                </a:cubicBezTo>
                <a:cubicBezTo>
                  <a:pt x="1435317" y="53573"/>
                  <a:pt x="1433162" y="52485"/>
                  <a:pt x="1430740" y="51664"/>
                </a:cubicBezTo>
                <a:cubicBezTo>
                  <a:pt x="1428318" y="50842"/>
                  <a:pt x="1425834" y="50144"/>
                  <a:pt x="1423288" y="49568"/>
                </a:cubicBezTo>
                <a:cubicBezTo>
                  <a:pt x="1420824" y="48993"/>
                  <a:pt x="1418401" y="48459"/>
                  <a:pt x="1416019" y="47967"/>
                </a:cubicBezTo>
                <a:cubicBezTo>
                  <a:pt x="1413638" y="47473"/>
                  <a:pt x="1411524" y="46919"/>
                  <a:pt x="1409676" y="46304"/>
                </a:cubicBezTo>
                <a:cubicBezTo>
                  <a:pt x="1407829" y="45687"/>
                  <a:pt x="1406330" y="44886"/>
                  <a:pt x="1405180" y="43900"/>
                </a:cubicBezTo>
                <a:cubicBezTo>
                  <a:pt x="1404031" y="42913"/>
                  <a:pt x="1403456" y="41640"/>
                  <a:pt x="1403456" y="40078"/>
                </a:cubicBezTo>
                <a:cubicBezTo>
                  <a:pt x="1403456" y="38764"/>
                  <a:pt x="1403784" y="37716"/>
                  <a:pt x="1404441" y="36936"/>
                </a:cubicBezTo>
                <a:cubicBezTo>
                  <a:pt x="1405099" y="36155"/>
                  <a:pt x="1405899" y="35560"/>
                  <a:pt x="1406843" y="35150"/>
                </a:cubicBezTo>
                <a:cubicBezTo>
                  <a:pt x="1407788" y="34739"/>
                  <a:pt x="1408835" y="34472"/>
                  <a:pt x="1409984" y="34349"/>
                </a:cubicBezTo>
                <a:cubicBezTo>
                  <a:pt x="1411134" y="34225"/>
                  <a:pt x="1412202" y="34163"/>
                  <a:pt x="1413187" y="34163"/>
                </a:cubicBezTo>
                <a:cubicBezTo>
                  <a:pt x="1416307" y="34163"/>
                  <a:pt x="1419016" y="34762"/>
                  <a:pt x="1421316" y="35958"/>
                </a:cubicBezTo>
                <a:cubicBezTo>
                  <a:pt x="1423615" y="37154"/>
                  <a:pt x="1424888" y="39442"/>
                  <a:pt x="1425135" y="42824"/>
                </a:cubicBezTo>
                <a:lnTo>
                  <a:pt x="1441766" y="42824"/>
                </a:lnTo>
                <a:cubicBezTo>
                  <a:pt x="1441437" y="38882"/>
                  <a:pt x="1440431" y="35617"/>
                  <a:pt x="1438747" y="33030"/>
                </a:cubicBezTo>
                <a:cubicBezTo>
                  <a:pt x="1437064" y="30442"/>
                  <a:pt x="1434950" y="28369"/>
                  <a:pt x="1432403" y="26809"/>
                </a:cubicBezTo>
                <a:cubicBezTo>
                  <a:pt x="1429859" y="25247"/>
                  <a:pt x="1426964" y="24138"/>
                  <a:pt x="1423720" y="23482"/>
                </a:cubicBezTo>
                <a:cubicBezTo>
                  <a:pt x="1420476" y="22824"/>
                  <a:pt x="1417129" y="22495"/>
                  <a:pt x="1413681" y="22495"/>
                </a:cubicBezTo>
                <a:cubicBezTo>
                  <a:pt x="1410231" y="22495"/>
                  <a:pt x="1406864" y="22803"/>
                  <a:pt x="1403578" y="23420"/>
                </a:cubicBezTo>
                <a:cubicBezTo>
                  <a:pt x="1400294" y="24035"/>
                  <a:pt x="1397338" y="25102"/>
                  <a:pt x="1394710" y="26622"/>
                </a:cubicBezTo>
                <a:cubicBezTo>
                  <a:pt x="1392083" y="28142"/>
                  <a:pt x="1389968" y="30217"/>
                  <a:pt x="1388367" y="32846"/>
                </a:cubicBezTo>
                <a:cubicBezTo>
                  <a:pt x="1386765" y="35475"/>
                  <a:pt x="1385965" y="38843"/>
                  <a:pt x="1385965" y="42952"/>
                </a:cubicBezTo>
                <a:cubicBezTo>
                  <a:pt x="1385965" y="45745"/>
                  <a:pt x="1386539" y="48107"/>
                  <a:pt x="1387688" y="50038"/>
                </a:cubicBezTo>
                <a:cubicBezTo>
                  <a:pt x="1388839" y="51968"/>
                  <a:pt x="1390358" y="53570"/>
                  <a:pt x="1392246" y="54844"/>
                </a:cubicBezTo>
                <a:cubicBezTo>
                  <a:pt x="1394136" y="56117"/>
                  <a:pt x="1396292" y="57144"/>
                  <a:pt x="1398714" y="57925"/>
                </a:cubicBezTo>
                <a:cubicBezTo>
                  <a:pt x="1401136" y="58706"/>
                  <a:pt x="1403620" y="59384"/>
                  <a:pt x="1406166" y="59959"/>
                </a:cubicBezTo>
                <a:cubicBezTo>
                  <a:pt x="1412407" y="61273"/>
                  <a:pt x="1417272" y="62588"/>
                  <a:pt x="1420761" y="63902"/>
                </a:cubicBezTo>
                <a:cubicBezTo>
                  <a:pt x="1424252" y="65217"/>
                  <a:pt x="1425998" y="67188"/>
                  <a:pt x="1425998" y="69817"/>
                </a:cubicBezTo>
                <a:cubicBezTo>
                  <a:pt x="1425998" y="71377"/>
                  <a:pt x="1425628" y="72671"/>
                  <a:pt x="1424889" y="73698"/>
                </a:cubicBezTo>
                <a:cubicBezTo>
                  <a:pt x="1424150" y="74726"/>
                  <a:pt x="1423225" y="75548"/>
                  <a:pt x="1422117" y="76164"/>
                </a:cubicBezTo>
                <a:cubicBezTo>
                  <a:pt x="1421009" y="76780"/>
                  <a:pt x="1419777" y="77231"/>
                  <a:pt x="1418421" y="77520"/>
                </a:cubicBezTo>
                <a:cubicBezTo>
                  <a:pt x="1417067" y="77807"/>
                  <a:pt x="1415774" y="77950"/>
                  <a:pt x="1414542" y="77950"/>
                </a:cubicBezTo>
                <a:cubicBezTo>
                  <a:pt x="1412818" y="77950"/>
                  <a:pt x="1411155" y="77745"/>
                  <a:pt x="1409553" y="77335"/>
                </a:cubicBezTo>
                <a:cubicBezTo>
                  <a:pt x="1407952" y="76924"/>
                  <a:pt x="1406535" y="76289"/>
                  <a:pt x="1405304" y="75428"/>
                </a:cubicBezTo>
                <a:cubicBezTo>
                  <a:pt x="1404072" y="74566"/>
                  <a:pt x="1403066" y="73458"/>
                  <a:pt x="1402285" y="72105"/>
                </a:cubicBezTo>
                <a:cubicBezTo>
                  <a:pt x="1401506" y="70751"/>
                  <a:pt x="1401116" y="69131"/>
                  <a:pt x="1401116" y="672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97a43efb346dc"/>
          <a:stretch xmlns:a="http://schemas.openxmlformats.org/drawingml/2006/main"/>
        </p:blipFill>
        <p:spPr>
          <a:xfrm xmlns:a="http://schemas.openxmlformats.org/drawingml/2006/main">
            <a:off x="7403551" y="4454638"/>
            <a:ext cx="2461221" cy="1328357"/>
          </a:xfrm>
          <a:prstGeom xmlns:a="http://schemas.openxmlformats.org/drawingml/2006/main" prst="rect">
            <a:avLst/>
          </a:prstGeom>
        </p:spPr>
      </p:pic>
      <p:sp>
        <p:nvSpPr>
          <p:cNvPr id="159" name="Text {">
            <a:extLst xmlns:a="http://schemas.openxmlformats.org/drawingml/2006/main">
              <a:ext uri="{FF2B5EF4-FFF2-40B4-BE49-F238E27FC236}">
                <a16:creationId xmlns:a16="http://schemas.microsoft.com/office/drawing/2014/main" id="{63DBA298-AC8C-4015-91AC-4F8DCEC2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957" y="4582585"/>
            <a:ext cx="39394" cy="105375"/>
          </a:xfrm>
          <a:custGeom xmlns:a="http://schemas.openxmlformats.org/drawingml/2006/main">
            <a:pathLst>
              <a:path w="39394" h="105375">
                <a:moveTo>
                  <a:pt x="39394" y="12974"/>
                </a:moveTo>
                <a:lnTo>
                  <a:pt x="39394" y="0"/>
                </a:lnTo>
                <a:lnTo>
                  <a:pt x="24724" y="0"/>
                </a:lnTo>
                <a:cubicBezTo>
                  <a:pt x="23413" y="0"/>
                  <a:pt x="21930" y="327"/>
                  <a:pt x="20274" y="982"/>
                </a:cubicBezTo>
                <a:cubicBezTo>
                  <a:pt x="18619" y="1636"/>
                  <a:pt x="17078" y="2600"/>
                  <a:pt x="15652" y="3871"/>
                </a:cubicBezTo>
                <a:cubicBezTo>
                  <a:pt x="14228" y="5142"/>
                  <a:pt x="13015" y="6759"/>
                  <a:pt x="12014" y="8724"/>
                </a:cubicBezTo>
                <a:cubicBezTo>
                  <a:pt x="11012" y="10688"/>
                  <a:pt x="10512" y="12979"/>
                  <a:pt x="10512" y="15598"/>
                </a:cubicBezTo>
                <a:lnTo>
                  <a:pt x="10512" y="37321"/>
                </a:lnTo>
                <a:cubicBezTo>
                  <a:pt x="10512" y="39246"/>
                  <a:pt x="10127" y="40883"/>
                  <a:pt x="9357" y="42231"/>
                </a:cubicBezTo>
                <a:cubicBezTo>
                  <a:pt x="8587" y="43579"/>
                  <a:pt x="7663" y="44657"/>
                  <a:pt x="6584" y="45467"/>
                </a:cubicBezTo>
                <a:cubicBezTo>
                  <a:pt x="5507" y="46276"/>
                  <a:pt x="4351" y="46853"/>
                  <a:pt x="3118" y="47200"/>
                </a:cubicBezTo>
                <a:cubicBezTo>
                  <a:pt x="1887" y="47547"/>
                  <a:pt x="847" y="47720"/>
                  <a:pt x="0" y="47720"/>
                </a:cubicBezTo>
                <a:lnTo>
                  <a:pt x="0" y="57772"/>
                </a:lnTo>
                <a:cubicBezTo>
                  <a:pt x="847" y="57772"/>
                  <a:pt x="1887" y="57945"/>
                  <a:pt x="3118" y="58292"/>
                </a:cubicBezTo>
                <a:cubicBezTo>
                  <a:pt x="4351" y="58638"/>
                  <a:pt x="5507" y="59178"/>
                  <a:pt x="6584" y="59910"/>
                </a:cubicBezTo>
                <a:cubicBezTo>
                  <a:pt x="7663" y="60641"/>
                  <a:pt x="8587" y="61623"/>
                  <a:pt x="9357" y="62856"/>
                </a:cubicBezTo>
                <a:cubicBezTo>
                  <a:pt x="10127" y="64089"/>
                  <a:pt x="10512" y="65591"/>
                  <a:pt x="10512" y="67362"/>
                </a:cubicBezTo>
                <a:lnTo>
                  <a:pt x="10512" y="89778"/>
                </a:lnTo>
                <a:cubicBezTo>
                  <a:pt x="10512" y="92396"/>
                  <a:pt x="11012" y="94687"/>
                  <a:pt x="12014" y="96651"/>
                </a:cubicBezTo>
                <a:cubicBezTo>
                  <a:pt x="13015" y="98616"/>
                  <a:pt x="14228" y="100234"/>
                  <a:pt x="15652" y="101504"/>
                </a:cubicBezTo>
                <a:cubicBezTo>
                  <a:pt x="17078" y="102776"/>
                  <a:pt x="18619" y="103739"/>
                  <a:pt x="20274" y="104394"/>
                </a:cubicBezTo>
                <a:cubicBezTo>
                  <a:pt x="21930" y="105048"/>
                  <a:pt x="23413" y="105375"/>
                  <a:pt x="24724" y="105375"/>
                </a:cubicBezTo>
                <a:lnTo>
                  <a:pt x="39394" y="105375"/>
                </a:lnTo>
                <a:lnTo>
                  <a:pt x="39394" y="92401"/>
                </a:lnTo>
                <a:lnTo>
                  <a:pt x="33157" y="92401"/>
                </a:lnTo>
                <a:cubicBezTo>
                  <a:pt x="31770" y="92401"/>
                  <a:pt x="30673" y="92131"/>
                  <a:pt x="29864" y="91592"/>
                </a:cubicBezTo>
                <a:cubicBezTo>
                  <a:pt x="29056" y="91054"/>
                  <a:pt x="28420" y="90380"/>
                  <a:pt x="27957" y="89572"/>
                </a:cubicBezTo>
                <a:cubicBezTo>
                  <a:pt x="27495" y="88764"/>
                  <a:pt x="27206" y="87860"/>
                  <a:pt x="27091" y="86859"/>
                </a:cubicBezTo>
                <a:cubicBezTo>
                  <a:pt x="26976" y="85859"/>
                  <a:pt x="26919" y="84935"/>
                  <a:pt x="26919" y="84089"/>
                </a:cubicBezTo>
                <a:lnTo>
                  <a:pt x="26919" y="65618"/>
                </a:lnTo>
                <a:cubicBezTo>
                  <a:pt x="26919" y="63155"/>
                  <a:pt x="26475" y="61135"/>
                  <a:pt x="25589" y="59558"/>
                </a:cubicBezTo>
                <a:cubicBezTo>
                  <a:pt x="24704" y="57979"/>
                  <a:pt x="23665" y="56709"/>
                  <a:pt x="22471" y="55748"/>
                </a:cubicBezTo>
                <a:cubicBezTo>
                  <a:pt x="21277" y="54786"/>
                  <a:pt x="20025" y="54093"/>
                  <a:pt x="18716" y="53670"/>
                </a:cubicBezTo>
                <a:cubicBezTo>
                  <a:pt x="17407" y="53245"/>
                  <a:pt x="16329" y="52995"/>
                  <a:pt x="15481" y="52919"/>
                </a:cubicBezTo>
                <a:lnTo>
                  <a:pt x="15481" y="52573"/>
                </a:lnTo>
                <a:cubicBezTo>
                  <a:pt x="16329" y="52496"/>
                  <a:pt x="17407" y="52265"/>
                  <a:pt x="18716" y="51880"/>
                </a:cubicBezTo>
                <a:cubicBezTo>
                  <a:pt x="20025" y="51495"/>
                  <a:pt x="21277" y="50821"/>
                  <a:pt x="22471" y="49860"/>
                </a:cubicBezTo>
                <a:cubicBezTo>
                  <a:pt x="23665" y="48898"/>
                  <a:pt x="24704" y="47551"/>
                  <a:pt x="25589" y="45820"/>
                </a:cubicBezTo>
                <a:cubicBezTo>
                  <a:pt x="26475" y="44087"/>
                  <a:pt x="26919" y="41798"/>
                  <a:pt x="26919" y="38950"/>
                </a:cubicBezTo>
                <a:lnTo>
                  <a:pt x="26919" y="21403"/>
                </a:lnTo>
                <a:cubicBezTo>
                  <a:pt x="26919" y="20479"/>
                  <a:pt x="26976" y="19517"/>
                  <a:pt x="27091" y="18517"/>
                </a:cubicBezTo>
                <a:cubicBezTo>
                  <a:pt x="27206" y="17516"/>
                  <a:pt x="27495" y="16611"/>
                  <a:pt x="27957" y="15804"/>
                </a:cubicBezTo>
                <a:cubicBezTo>
                  <a:pt x="28420" y="14995"/>
                  <a:pt x="29056" y="14322"/>
                  <a:pt x="29864" y="13784"/>
                </a:cubicBezTo>
                <a:cubicBezTo>
                  <a:pt x="30673" y="13244"/>
                  <a:pt x="31770" y="12974"/>
                  <a:pt x="33157" y="12974"/>
                </a:cubicBezTo>
                <a:lnTo>
                  <a:pt x="39394" y="12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&quot;INSTRUCTION&quot;">
            <a:extLst xmlns:a="http://schemas.openxmlformats.org/drawingml/2006/main">
              <a:ext uri="{FF2B5EF4-FFF2-40B4-BE49-F238E27FC236}">
                <a16:creationId xmlns:a16="http://schemas.microsoft.com/office/drawing/2014/main" id="{D5DED9FE-D846-465C-A92D-5E646F6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957" y="4582585"/>
            <a:ext cx="880811" cy="86309"/>
          </a:xfrm>
          <a:custGeom xmlns:a="http://schemas.openxmlformats.org/drawingml/2006/main">
            <a:pathLst>
              <a:path w="880811" h="86309">
                <a:moveTo>
                  <a:pt x="0" y="2031"/>
                </a:moveTo>
                <a:lnTo>
                  <a:pt x="0" y="39149"/>
                </a:lnTo>
                <a:lnTo>
                  <a:pt x="12361" y="39149"/>
                </a:lnTo>
                <a:lnTo>
                  <a:pt x="12361" y="2031"/>
                </a:lnTo>
                <a:lnTo>
                  <a:pt x="0" y="2031"/>
                </a:lnTo>
                <a:moveTo>
                  <a:pt x="21487" y="2031"/>
                </a:moveTo>
                <a:lnTo>
                  <a:pt x="21487" y="39149"/>
                </a:lnTo>
                <a:lnTo>
                  <a:pt x="33850" y="39149"/>
                </a:lnTo>
                <a:lnTo>
                  <a:pt x="33850" y="2031"/>
                </a:lnTo>
                <a:lnTo>
                  <a:pt x="21487" y="2031"/>
                </a:lnTo>
                <a:close/>
                <a:moveTo>
                  <a:pt x="50942" y="2031"/>
                </a:moveTo>
                <a:lnTo>
                  <a:pt x="50942" y="84503"/>
                </a:lnTo>
                <a:lnTo>
                  <a:pt x="69080" y="84503"/>
                </a:lnTo>
                <a:lnTo>
                  <a:pt x="69080" y="2031"/>
                </a:lnTo>
                <a:lnTo>
                  <a:pt x="50942" y="2031"/>
                </a:lnTo>
                <a:close/>
                <a:moveTo>
                  <a:pt x="84606" y="2031"/>
                </a:moveTo>
                <a:lnTo>
                  <a:pt x="84606" y="84503"/>
                </a:lnTo>
                <a:lnTo>
                  <a:pt x="101590" y="84503"/>
                </a:lnTo>
                <a:lnTo>
                  <a:pt x="101590" y="29291"/>
                </a:lnTo>
                <a:lnTo>
                  <a:pt x="101821" y="29291"/>
                </a:lnTo>
                <a:lnTo>
                  <a:pt x="136132" y="84503"/>
                </a:lnTo>
                <a:lnTo>
                  <a:pt x="154270" y="84503"/>
                </a:lnTo>
                <a:lnTo>
                  <a:pt x="154270" y="2031"/>
                </a:lnTo>
                <a:lnTo>
                  <a:pt x="137287" y="2031"/>
                </a:lnTo>
                <a:lnTo>
                  <a:pt x="137287" y="57359"/>
                </a:lnTo>
                <a:lnTo>
                  <a:pt x="137056" y="57359"/>
                </a:lnTo>
                <a:lnTo>
                  <a:pt x="102628" y="2031"/>
                </a:lnTo>
                <a:lnTo>
                  <a:pt x="84606" y="2031"/>
                </a:lnTo>
                <a:close/>
                <a:moveTo>
                  <a:pt x="181892" y="57068"/>
                </a:moveTo>
                <a:lnTo>
                  <a:pt x="164333" y="57068"/>
                </a:lnTo>
                <a:cubicBezTo>
                  <a:pt x="164255" y="62151"/>
                  <a:pt x="165179" y="66542"/>
                  <a:pt x="167104" y="70240"/>
                </a:cubicBezTo>
                <a:cubicBezTo>
                  <a:pt x="169030" y="73939"/>
                  <a:pt x="171630" y="76983"/>
                  <a:pt x="174903" y="79372"/>
                </a:cubicBezTo>
                <a:cubicBezTo>
                  <a:pt x="178177" y="81761"/>
                  <a:pt x="181951" y="83515"/>
                  <a:pt x="186225" y="84632"/>
                </a:cubicBezTo>
                <a:cubicBezTo>
                  <a:pt x="190500" y="85750"/>
                  <a:pt x="194909" y="86309"/>
                  <a:pt x="199454" y="86309"/>
                </a:cubicBezTo>
                <a:cubicBezTo>
                  <a:pt x="205076" y="86309"/>
                  <a:pt x="210024" y="85654"/>
                  <a:pt x="214299" y="84345"/>
                </a:cubicBezTo>
                <a:cubicBezTo>
                  <a:pt x="218573" y="83036"/>
                  <a:pt x="222154" y="81206"/>
                  <a:pt x="225043" y="78857"/>
                </a:cubicBezTo>
                <a:cubicBezTo>
                  <a:pt x="227932" y="76508"/>
                  <a:pt x="230108" y="73716"/>
                  <a:pt x="231571" y="70482"/>
                </a:cubicBezTo>
                <a:cubicBezTo>
                  <a:pt x="233034" y="67246"/>
                  <a:pt x="233766" y="63742"/>
                  <a:pt x="233766" y="59968"/>
                </a:cubicBezTo>
                <a:cubicBezTo>
                  <a:pt x="233766" y="55347"/>
                  <a:pt x="232784" y="51554"/>
                  <a:pt x="230820" y="48589"/>
                </a:cubicBezTo>
                <a:cubicBezTo>
                  <a:pt x="228856" y="45623"/>
                  <a:pt x="226526" y="43254"/>
                  <a:pt x="223830" y="41483"/>
                </a:cubicBezTo>
                <a:cubicBezTo>
                  <a:pt x="221134" y="39712"/>
                  <a:pt x="218419" y="38422"/>
                  <a:pt x="215684" y="37614"/>
                </a:cubicBezTo>
                <a:cubicBezTo>
                  <a:pt x="212951" y="36804"/>
                  <a:pt x="210814" y="36245"/>
                  <a:pt x="209273" y="35937"/>
                </a:cubicBezTo>
                <a:cubicBezTo>
                  <a:pt x="204112" y="34628"/>
                  <a:pt x="199934" y="33550"/>
                  <a:pt x="196737" y="32702"/>
                </a:cubicBezTo>
                <a:cubicBezTo>
                  <a:pt x="193542" y="31855"/>
                  <a:pt x="191039" y="31008"/>
                  <a:pt x="189229" y="30162"/>
                </a:cubicBezTo>
                <a:cubicBezTo>
                  <a:pt x="187419" y="29315"/>
                  <a:pt x="186206" y="28391"/>
                  <a:pt x="185589" y="27389"/>
                </a:cubicBezTo>
                <a:cubicBezTo>
                  <a:pt x="184973" y="26388"/>
                  <a:pt x="184665" y="25078"/>
                  <a:pt x="184665" y="23460"/>
                </a:cubicBezTo>
                <a:cubicBezTo>
                  <a:pt x="184665" y="21689"/>
                  <a:pt x="185050" y="20226"/>
                  <a:pt x="185820" y="19070"/>
                </a:cubicBezTo>
                <a:cubicBezTo>
                  <a:pt x="186591" y="17915"/>
                  <a:pt x="187573" y="16953"/>
                  <a:pt x="188766" y="16183"/>
                </a:cubicBezTo>
                <a:cubicBezTo>
                  <a:pt x="189960" y="15412"/>
                  <a:pt x="191288" y="14872"/>
                  <a:pt x="192751" y="14565"/>
                </a:cubicBezTo>
                <a:cubicBezTo>
                  <a:pt x="194216" y="14257"/>
                  <a:pt x="195680" y="14103"/>
                  <a:pt x="197143" y="14103"/>
                </a:cubicBezTo>
                <a:cubicBezTo>
                  <a:pt x="199377" y="14103"/>
                  <a:pt x="201437" y="14295"/>
                  <a:pt x="203323" y="14681"/>
                </a:cubicBezTo>
                <a:cubicBezTo>
                  <a:pt x="205211" y="15065"/>
                  <a:pt x="206886" y="15720"/>
                  <a:pt x="208349" y="16645"/>
                </a:cubicBezTo>
                <a:cubicBezTo>
                  <a:pt x="209813" y="17568"/>
                  <a:pt x="210988" y="18839"/>
                  <a:pt x="211873" y="20456"/>
                </a:cubicBezTo>
                <a:cubicBezTo>
                  <a:pt x="212759" y="22073"/>
                  <a:pt x="213279" y="24114"/>
                  <a:pt x="213433" y="26578"/>
                </a:cubicBezTo>
                <a:lnTo>
                  <a:pt x="230993" y="26578"/>
                </a:lnTo>
                <a:cubicBezTo>
                  <a:pt x="230993" y="21803"/>
                  <a:pt x="230088" y="17741"/>
                  <a:pt x="228278" y="14390"/>
                </a:cubicBezTo>
                <a:cubicBezTo>
                  <a:pt x="226468" y="11038"/>
                  <a:pt x="224022" y="8284"/>
                  <a:pt x="220941" y="6126"/>
                </a:cubicBezTo>
                <a:cubicBezTo>
                  <a:pt x="217861" y="3968"/>
                  <a:pt x="214337" y="2408"/>
                  <a:pt x="210371" y="1446"/>
                </a:cubicBezTo>
                <a:cubicBezTo>
                  <a:pt x="206405" y="482"/>
                  <a:pt x="202265" y="0"/>
                  <a:pt x="197952" y="0"/>
                </a:cubicBezTo>
                <a:cubicBezTo>
                  <a:pt x="194255" y="0"/>
                  <a:pt x="190557" y="501"/>
                  <a:pt x="186860" y="1502"/>
                </a:cubicBezTo>
                <a:cubicBezTo>
                  <a:pt x="183164" y="2503"/>
                  <a:pt x="179852" y="4044"/>
                  <a:pt x="176925" y="6124"/>
                </a:cubicBezTo>
                <a:cubicBezTo>
                  <a:pt x="173998" y="8203"/>
                  <a:pt x="171630" y="10802"/>
                  <a:pt x="169820" y="13921"/>
                </a:cubicBezTo>
                <a:cubicBezTo>
                  <a:pt x="168011" y="17040"/>
                  <a:pt x="167106" y="20717"/>
                  <a:pt x="167106" y="24953"/>
                </a:cubicBezTo>
                <a:cubicBezTo>
                  <a:pt x="167106" y="28727"/>
                  <a:pt x="167818" y="31942"/>
                  <a:pt x="169242" y="34599"/>
                </a:cubicBezTo>
                <a:cubicBezTo>
                  <a:pt x="170668" y="37256"/>
                  <a:pt x="172536" y="39471"/>
                  <a:pt x="174846" y="41243"/>
                </a:cubicBezTo>
                <a:cubicBezTo>
                  <a:pt x="177157" y="43014"/>
                  <a:pt x="179775" y="44458"/>
                  <a:pt x="182702" y="45575"/>
                </a:cubicBezTo>
                <a:cubicBezTo>
                  <a:pt x="185629" y="46691"/>
                  <a:pt x="188633" y="47635"/>
                  <a:pt x="191713" y="48406"/>
                </a:cubicBezTo>
                <a:cubicBezTo>
                  <a:pt x="194717" y="49252"/>
                  <a:pt x="197682" y="50022"/>
                  <a:pt x="200608" y="50715"/>
                </a:cubicBezTo>
                <a:cubicBezTo>
                  <a:pt x="203536" y="51409"/>
                  <a:pt x="206155" y="52218"/>
                  <a:pt x="208465" y="53143"/>
                </a:cubicBezTo>
                <a:cubicBezTo>
                  <a:pt x="210776" y="54066"/>
                  <a:pt x="212643" y="55222"/>
                  <a:pt x="214068" y="56608"/>
                </a:cubicBezTo>
                <a:cubicBezTo>
                  <a:pt x="215493" y="57994"/>
                  <a:pt x="216206" y="59804"/>
                  <a:pt x="216206" y="62038"/>
                </a:cubicBezTo>
                <a:cubicBezTo>
                  <a:pt x="216206" y="64117"/>
                  <a:pt x="215667" y="65830"/>
                  <a:pt x="214588" y="67178"/>
                </a:cubicBezTo>
                <a:cubicBezTo>
                  <a:pt x="213510" y="68526"/>
                  <a:pt x="212162" y="69585"/>
                  <a:pt x="210544" y="70355"/>
                </a:cubicBezTo>
                <a:cubicBezTo>
                  <a:pt x="208927" y="71125"/>
                  <a:pt x="207194" y="71645"/>
                  <a:pt x="205345" y="71915"/>
                </a:cubicBezTo>
                <a:cubicBezTo>
                  <a:pt x="203497" y="72184"/>
                  <a:pt x="201764" y="72319"/>
                  <a:pt x="200147" y="72319"/>
                </a:cubicBezTo>
                <a:cubicBezTo>
                  <a:pt x="197759" y="72319"/>
                  <a:pt x="195447" y="72030"/>
                  <a:pt x="193213" y="71453"/>
                </a:cubicBezTo>
                <a:cubicBezTo>
                  <a:pt x="190980" y="70875"/>
                  <a:pt x="189036" y="69989"/>
                  <a:pt x="187380" y="68795"/>
                </a:cubicBezTo>
                <a:cubicBezTo>
                  <a:pt x="185724" y="67601"/>
                  <a:pt x="184396" y="66041"/>
                  <a:pt x="183394" y="64116"/>
                </a:cubicBezTo>
                <a:cubicBezTo>
                  <a:pt x="182393" y="62190"/>
                  <a:pt x="181892" y="59841"/>
                  <a:pt x="181892" y="57068"/>
                </a:cubicBezTo>
                <a:close/>
                <a:moveTo>
                  <a:pt x="262000" y="17262"/>
                </a:moveTo>
                <a:lnTo>
                  <a:pt x="262000" y="84503"/>
                </a:lnTo>
                <a:lnTo>
                  <a:pt x="280138" y="84503"/>
                </a:lnTo>
                <a:lnTo>
                  <a:pt x="280138" y="17262"/>
                </a:lnTo>
                <a:lnTo>
                  <a:pt x="304862" y="17262"/>
                </a:lnTo>
                <a:lnTo>
                  <a:pt x="304862" y="2031"/>
                </a:lnTo>
                <a:lnTo>
                  <a:pt x="237276" y="2031"/>
                </a:lnTo>
                <a:lnTo>
                  <a:pt x="237276" y="17262"/>
                </a:lnTo>
                <a:lnTo>
                  <a:pt x="262000" y="17262"/>
                </a:lnTo>
                <a:close/>
                <a:moveTo>
                  <a:pt x="332272" y="39262"/>
                </a:moveTo>
                <a:lnTo>
                  <a:pt x="332272" y="16134"/>
                </a:lnTo>
                <a:lnTo>
                  <a:pt x="352143" y="16134"/>
                </a:lnTo>
                <a:cubicBezTo>
                  <a:pt x="356302" y="16134"/>
                  <a:pt x="359421" y="17035"/>
                  <a:pt x="361500" y="18838"/>
                </a:cubicBezTo>
                <a:cubicBezTo>
                  <a:pt x="363580" y="20641"/>
                  <a:pt x="364620" y="23536"/>
                  <a:pt x="364620" y="27525"/>
                </a:cubicBezTo>
                <a:cubicBezTo>
                  <a:pt x="364620" y="31668"/>
                  <a:pt x="363580" y="34660"/>
                  <a:pt x="361500" y="36501"/>
                </a:cubicBezTo>
                <a:cubicBezTo>
                  <a:pt x="359421" y="38342"/>
                  <a:pt x="356302" y="39262"/>
                  <a:pt x="352143" y="39262"/>
                </a:cubicBezTo>
                <a:lnTo>
                  <a:pt x="332272" y="39262"/>
                </a:lnTo>
                <a:moveTo>
                  <a:pt x="314134" y="2031"/>
                </a:moveTo>
                <a:lnTo>
                  <a:pt x="314134" y="84503"/>
                </a:lnTo>
                <a:lnTo>
                  <a:pt x="332272" y="84503"/>
                </a:lnTo>
                <a:lnTo>
                  <a:pt x="332272" y="52236"/>
                </a:lnTo>
                <a:lnTo>
                  <a:pt x="350410" y="52236"/>
                </a:lnTo>
                <a:cubicBezTo>
                  <a:pt x="354955" y="52236"/>
                  <a:pt x="358228" y="53239"/>
                  <a:pt x="360231" y="55244"/>
                </a:cubicBezTo>
                <a:cubicBezTo>
                  <a:pt x="362233" y="57248"/>
                  <a:pt x="363543" y="60408"/>
                  <a:pt x="364158" y="64726"/>
                </a:cubicBezTo>
                <a:cubicBezTo>
                  <a:pt x="364620" y="68041"/>
                  <a:pt x="364967" y="71511"/>
                  <a:pt x="365198" y="75136"/>
                </a:cubicBezTo>
                <a:cubicBezTo>
                  <a:pt x="365430" y="78759"/>
                  <a:pt x="366046" y="81882"/>
                  <a:pt x="367048" y="84503"/>
                </a:cubicBezTo>
                <a:lnTo>
                  <a:pt x="385186" y="84503"/>
                </a:lnTo>
                <a:cubicBezTo>
                  <a:pt x="384338" y="83347"/>
                  <a:pt x="383702" y="81940"/>
                  <a:pt x="383278" y="80281"/>
                </a:cubicBezTo>
                <a:cubicBezTo>
                  <a:pt x="382855" y="78623"/>
                  <a:pt x="382547" y="76869"/>
                  <a:pt x="382354" y="75018"/>
                </a:cubicBezTo>
                <a:cubicBezTo>
                  <a:pt x="382162" y="73167"/>
                  <a:pt x="382027" y="71354"/>
                  <a:pt x="381949" y="69581"/>
                </a:cubicBezTo>
                <a:cubicBezTo>
                  <a:pt x="381873" y="67806"/>
                  <a:pt x="381796" y="66263"/>
                  <a:pt x="381720" y="64952"/>
                </a:cubicBezTo>
                <a:cubicBezTo>
                  <a:pt x="381565" y="62870"/>
                  <a:pt x="381276" y="60789"/>
                  <a:pt x="380852" y="58706"/>
                </a:cubicBezTo>
                <a:cubicBezTo>
                  <a:pt x="380429" y="56624"/>
                  <a:pt x="379755" y="54715"/>
                  <a:pt x="378830" y="52980"/>
                </a:cubicBezTo>
                <a:cubicBezTo>
                  <a:pt x="377907" y="51245"/>
                  <a:pt x="376713" y="49740"/>
                  <a:pt x="375248" y="48468"/>
                </a:cubicBezTo>
                <a:cubicBezTo>
                  <a:pt x="373785" y="47195"/>
                  <a:pt x="371937" y="46250"/>
                  <a:pt x="369704" y="45633"/>
                </a:cubicBezTo>
                <a:lnTo>
                  <a:pt x="369704" y="45402"/>
                </a:lnTo>
                <a:cubicBezTo>
                  <a:pt x="374325" y="43557"/>
                  <a:pt x="377656" y="40866"/>
                  <a:pt x="379696" y="37328"/>
                </a:cubicBezTo>
                <a:cubicBezTo>
                  <a:pt x="381737" y="33791"/>
                  <a:pt x="382758" y="29599"/>
                  <a:pt x="382758" y="24754"/>
                </a:cubicBezTo>
                <a:cubicBezTo>
                  <a:pt x="382758" y="21602"/>
                  <a:pt x="382199" y="18661"/>
                  <a:pt x="381082" y="15931"/>
                </a:cubicBezTo>
                <a:cubicBezTo>
                  <a:pt x="379965" y="13201"/>
                  <a:pt x="378348" y="10797"/>
                  <a:pt x="376230" y="8721"/>
                </a:cubicBezTo>
                <a:cubicBezTo>
                  <a:pt x="374113" y="6644"/>
                  <a:pt x="371571" y="5010"/>
                  <a:pt x="368606" y="3818"/>
                </a:cubicBezTo>
                <a:cubicBezTo>
                  <a:pt x="365641" y="2627"/>
                  <a:pt x="362310" y="2031"/>
                  <a:pt x="358612" y="2031"/>
                </a:cubicBezTo>
                <a:lnTo>
                  <a:pt x="314134" y="2031"/>
                </a:lnTo>
                <a:close/>
                <a:moveTo>
                  <a:pt x="466776" y="53291"/>
                </a:moveTo>
                <a:lnTo>
                  <a:pt x="466776" y="2031"/>
                </a:lnTo>
                <a:lnTo>
                  <a:pt x="448638" y="2031"/>
                </a:lnTo>
                <a:lnTo>
                  <a:pt x="448638" y="53294"/>
                </a:lnTo>
                <a:cubicBezTo>
                  <a:pt x="448638" y="59452"/>
                  <a:pt x="447406" y="63975"/>
                  <a:pt x="444942" y="66861"/>
                </a:cubicBezTo>
                <a:cubicBezTo>
                  <a:pt x="442477" y="69747"/>
                  <a:pt x="438010" y="71191"/>
                  <a:pt x="431541" y="71191"/>
                </a:cubicBezTo>
                <a:cubicBezTo>
                  <a:pt x="427843" y="71191"/>
                  <a:pt x="424897" y="70671"/>
                  <a:pt x="422702" y="69632"/>
                </a:cubicBezTo>
                <a:cubicBezTo>
                  <a:pt x="420507" y="68593"/>
                  <a:pt x="418792" y="67246"/>
                  <a:pt x="417560" y="65592"/>
                </a:cubicBezTo>
                <a:cubicBezTo>
                  <a:pt x="416328" y="63936"/>
                  <a:pt x="415519" y="62031"/>
                  <a:pt x="415134" y="59877"/>
                </a:cubicBezTo>
                <a:cubicBezTo>
                  <a:pt x="414750" y="57721"/>
                  <a:pt x="414558" y="55527"/>
                  <a:pt x="414558" y="53294"/>
                </a:cubicBezTo>
                <a:lnTo>
                  <a:pt x="414558" y="2031"/>
                </a:lnTo>
                <a:lnTo>
                  <a:pt x="396418" y="2031"/>
                </a:lnTo>
                <a:lnTo>
                  <a:pt x="396418" y="53291"/>
                </a:lnTo>
                <a:cubicBezTo>
                  <a:pt x="396418" y="64527"/>
                  <a:pt x="399479" y="72839"/>
                  <a:pt x="405602" y="78228"/>
                </a:cubicBezTo>
                <a:cubicBezTo>
                  <a:pt x="411725" y="83615"/>
                  <a:pt x="420371" y="86309"/>
                  <a:pt x="431539" y="86309"/>
                </a:cubicBezTo>
                <a:cubicBezTo>
                  <a:pt x="442553" y="86309"/>
                  <a:pt x="451179" y="83596"/>
                  <a:pt x="457417" y="78170"/>
                </a:cubicBezTo>
                <a:cubicBezTo>
                  <a:pt x="463657" y="72744"/>
                  <a:pt x="466776" y="64451"/>
                  <a:pt x="466776" y="53291"/>
                </a:cubicBezTo>
                <a:close/>
                <a:moveTo>
                  <a:pt x="536682" y="29785"/>
                </a:moveTo>
                <a:lnTo>
                  <a:pt x="554244" y="29785"/>
                </a:lnTo>
                <a:cubicBezTo>
                  <a:pt x="553704" y="25010"/>
                  <a:pt x="552394" y="20775"/>
                  <a:pt x="550314" y="17080"/>
                </a:cubicBezTo>
                <a:cubicBezTo>
                  <a:pt x="548235" y="13384"/>
                  <a:pt x="545597" y="10286"/>
                  <a:pt x="542401" y="7786"/>
                </a:cubicBezTo>
                <a:cubicBezTo>
                  <a:pt x="539204" y="5286"/>
                  <a:pt x="535584" y="3382"/>
                  <a:pt x="531540" y="2075"/>
                </a:cubicBezTo>
                <a:cubicBezTo>
                  <a:pt x="527497" y="767"/>
                  <a:pt x="523204" y="113"/>
                  <a:pt x="518661" y="113"/>
                </a:cubicBezTo>
                <a:cubicBezTo>
                  <a:pt x="512345" y="113"/>
                  <a:pt x="506665" y="1228"/>
                  <a:pt x="501619" y="3459"/>
                </a:cubicBezTo>
                <a:cubicBezTo>
                  <a:pt x="496575" y="5689"/>
                  <a:pt x="492320" y="8767"/>
                  <a:pt x="488853" y="12691"/>
                </a:cubicBezTo>
                <a:cubicBezTo>
                  <a:pt x="485387" y="16614"/>
                  <a:pt x="482730" y="21210"/>
                  <a:pt x="480881" y="26480"/>
                </a:cubicBezTo>
                <a:cubicBezTo>
                  <a:pt x="479033" y="31749"/>
                  <a:pt x="478108" y="37461"/>
                  <a:pt x="478108" y="43614"/>
                </a:cubicBezTo>
                <a:cubicBezTo>
                  <a:pt x="478108" y="49615"/>
                  <a:pt x="479033" y="55212"/>
                  <a:pt x="480881" y="60404"/>
                </a:cubicBezTo>
                <a:cubicBezTo>
                  <a:pt x="482730" y="65596"/>
                  <a:pt x="485387" y="70115"/>
                  <a:pt x="488853" y="73962"/>
                </a:cubicBezTo>
                <a:cubicBezTo>
                  <a:pt x="492320" y="77808"/>
                  <a:pt x="496575" y="80828"/>
                  <a:pt x="501619" y="83021"/>
                </a:cubicBezTo>
                <a:cubicBezTo>
                  <a:pt x="506665" y="85213"/>
                  <a:pt x="512345" y="86309"/>
                  <a:pt x="518661" y="86309"/>
                </a:cubicBezTo>
                <a:cubicBezTo>
                  <a:pt x="523743" y="86309"/>
                  <a:pt x="528403" y="85539"/>
                  <a:pt x="532638" y="84001"/>
                </a:cubicBezTo>
                <a:cubicBezTo>
                  <a:pt x="536875" y="82462"/>
                  <a:pt x="540572" y="80230"/>
                  <a:pt x="543730" y="77308"/>
                </a:cubicBezTo>
                <a:cubicBezTo>
                  <a:pt x="546888" y="74384"/>
                  <a:pt x="549429" y="70843"/>
                  <a:pt x="551354" y="66685"/>
                </a:cubicBezTo>
                <a:cubicBezTo>
                  <a:pt x="553280" y="62527"/>
                  <a:pt x="554474" y="57868"/>
                  <a:pt x="554936" y="52707"/>
                </a:cubicBezTo>
                <a:lnTo>
                  <a:pt x="537375" y="52707"/>
                </a:lnTo>
                <a:cubicBezTo>
                  <a:pt x="536683" y="58252"/>
                  <a:pt x="534777" y="62719"/>
                  <a:pt x="531656" y="66108"/>
                </a:cubicBezTo>
                <a:cubicBezTo>
                  <a:pt x="528537" y="69496"/>
                  <a:pt x="524205" y="71191"/>
                  <a:pt x="518661" y="71191"/>
                </a:cubicBezTo>
                <a:cubicBezTo>
                  <a:pt x="514578" y="71191"/>
                  <a:pt x="511112" y="70402"/>
                  <a:pt x="508262" y="68825"/>
                </a:cubicBezTo>
                <a:cubicBezTo>
                  <a:pt x="505412" y="67248"/>
                  <a:pt x="503101" y="65152"/>
                  <a:pt x="501330" y="62537"/>
                </a:cubicBezTo>
                <a:cubicBezTo>
                  <a:pt x="499559" y="59921"/>
                  <a:pt x="498269" y="56978"/>
                  <a:pt x="497461" y="53710"/>
                </a:cubicBezTo>
                <a:cubicBezTo>
                  <a:pt x="496652" y="50441"/>
                  <a:pt x="496248" y="47075"/>
                  <a:pt x="496248" y="43613"/>
                </a:cubicBezTo>
                <a:cubicBezTo>
                  <a:pt x="496248" y="39998"/>
                  <a:pt x="496652" y="36498"/>
                  <a:pt x="497461" y="33113"/>
                </a:cubicBezTo>
                <a:cubicBezTo>
                  <a:pt x="498269" y="29729"/>
                  <a:pt x="499559" y="26709"/>
                  <a:pt x="501330" y="24056"/>
                </a:cubicBezTo>
                <a:cubicBezTo>
                  <a:pt x="503101" y="21402"/>
                  <a:pt x="505412" y="19287"/>
                  <a:pt x="508262" y="17709"/>
                </a:cubicBezTo>
                <a:cubicBezTo>
                  <a:pt x="511112" y="16132"/>
                  <a:pt x="514578" y="15344"/>
                  <a:pt x="518661" y="15344"/>
                </a:cubicBezTo>
                <a:cubicBezTo>
                  <a:pt x="520894" y="15344"/>
                  <a:pt x="523030" y="15710"/>
                  <a:pt x="525070" y="16442"/>
                </a:cubicBezTo>
                <a:cubicBezTo>
                  <a:pt x="527112" y="17173"/>
                  <a:pt x="528941" y="18193"/>
                  <a:pt x="530558" y="19502"/>
                </a:cubicBezTo>
                <a:cubicBezTo>
                  <a:pt x="532176" y="20811"/>
                  <a:pt x="533524" y="22333"/>
                  <a:pt x="534602" y="24066"/>
                </a:cubicBezTo>
                <a:cubicBezTo>
                  <a:pt x="535681" y="25799"/>
                  <a:pt x="536374" y="27705"/>
                  <a:pt x="536682" y="29785"/>
                </a:cubicBezTo>
                <a:close/>
                <a:moveTo>
                  <a:pt x="584869" y="17262"/>
                </a:moveTo>
                <a:lnTo>
                  <a:pt x="584869" y="84503"/>
                </a:lnTo>
                <a:lnTo>
                  <a:pt x="603007" y="84503"/>
                </a:lnTo>
                <a:lnTo>
                  <a:pt x="603007" y="17262"/>
                </a:lnTo>
                <a:lnTo>
                  <a:pt x="627731" y="17262"/>
                </a:lnTo>
                <a:lnTo>
                  <a:pt x="627731" y="2031"/>
                </a:lnTo>
                <a:lnTo>
                  <a:pt x="560146" y="2031"/>
                </a:lnTo>
                <a:lnTo>
                  <a:pt x="560146" y="17262"/>
                </a:lnTo>
                <a:lnTo>
                  <a:pt x="584869" y="17262"/>
                </a:lnTo>
                <a:close/>
                <a:moveTo>
                  <a:pt x="637004" y="2031"/>
                </a:moveTo>
                <a:lnTo>
                  <a:pt x="637004" y="84503"/>
                </a:lnTo>
                <a:lnTo>
                  <a:pt x="655142" y="84503"/>
                </a:lnTo>
                <a:lnTo>
                  <a:pt x="655142" y="2031"/>
                </a:lnTo>
                <a:lnTo>
                  <a:pt x="637004" y="2031"/>
                </a:lnTo>
                <a:close/>
                <a:moveTo>
                  <a:pt x="685226" y="43613"/>
                </a:moveTo>
                <a:cubicBezTo>
                  <a:pt x="685226" y="39998"/>
                  <a:pt x="685630" y="36498"/>
                  <a:pt x="686439" y="33113"/>
                </a:cubicBezTo>
                <a:cubicBezTo>
                  <a:pt x="687247" y="29729"/>
                  <a:pt x="688537" y="26709"/>
                  <a:pt x="690308" y="24056"/>
                </a:cubicBezTo>
                <a:cubicBezTo>
                  <a:pt x="692080" y="21402"/>
                  <a:pt x="694391" y="19287"/>
                  <a:pt x="697240" y="17709"/>
                </a:cubicBezTo>
                <a:cubicBezTo>
                  <a:pt x="700089" y="16132"/>
                  <a:pt x="703556" y="15344"/>
                  <a:pt x="707639" y="15344"/>
                </a:cubicBezTo>
                <a:cubicBezTo>
                  <a:pt x="711720" y="15344"/>
                  <a:pt x="715185" y="16132"/>
                  <a:pt x="718034" y="17709"/>
                </a:cubicBezTo>
                <a:cubicBezTo>
                  <a:pt x="720884" y="19287"/>
                  <a:pt x="723194" y="21402"/>
                  <a:pt x="724965" y="24056"/>
                </a:cubicBezTo>
                <a:cubicBezTo>
                  <a:pt x="726738" y="26709"/>
                  <a:pt x="728028" y="29729"/>
                  <a:pt x="728837" y="33113"/>
                </a:cubicBezTo>
                <a:cubicBezTo>
                  <a:pt x="729645" y="36498"/>
                  <a:pt x="730050" y="39998"/>
                  <a:pt x="730050" y="43613"/>
                </a:cubicBezTo>
                <a:cubicBezTo>
                  <a:pt x="730050" y="47075"/>
                  <a:pt x="729645" y="50441"/>
                  <a:pt x="728837" y="53710"/>
                </a:cubicBezTo>
                <a:cubicBezTo>
                  <a:pt x="728028" y="56978"/>
                  <a:pt x="726738" y="59921"/>
                  <a:pt x="724965" y="62537"/>
                </a:cubicBezTo>
                <a:cubicBezTo>
                  <a:pt x="723194" y="65152"/>
                  <a:pt x="720884" y="67248"/>
                  <a:pt x="718034" y="68825"/>
                </a:cubicBezTo>
                <a:cubicBezTo>
                  <a:pt x="715185" y="70402"/>
                  <a:pt x="711720" y="71191"/>
                  <a:pt x="707639" y="71191"/>
                </a:cubicBezTo>
                <a:cubicBezTo>
                  <a:pt x="703556" y="71191"/>
                  <a:pt x="700089" y="70402"/>
                  <a:pt x="697240" y="68825"/>
                </a:cubicBezTo>
                <a:cubicBezTo>
                  <a:pt x="694391" y="67248"/>
                  <a:pt x="692080" y="65152"/>
                  <a:pt x="690308" y="62537"/>
                </a:cubicBezTo>
                <a:cubicBezTo>
                  <a:pt x="688537" y="59921"/>
                  <a:pt x="687247" y="56978"/>
                  <a:pt x="686439" y="53710"/>
                </a:cubicBezTo>
                <a:cubicBezTo>
                  <a:pt x="685630" y="50441"/>
                  <a:pt x="685226" y="47075"/>
                  <a:pt x="685226" y="43613"/>
                </a:cubicBezTo>
                <a:moveTo>
                  <a:pt x="667086" y="43614"/>
                </a:moveTo>
                <a:cubicBezTo>
                  <a:pt x="667086" y="49615"/>
                  <a:pt x="668010" y="55212"/>
                  <a:pt x="669859" y="60404"/>
                </a:cubicBezTo>
                <a:cubicBezTo>
                  <a:pt x="671708" y="65596"/>
                  <a:pt x="674365" y="70115"/>
                  <a:pt x="677831" y="73962"/>
                </a:cubicBezTo>
                <a:cubicBezTo>
                  <a:pt x="681296" y="77808"/>
                  <a:pt x="685551" y="80828"/>
                  <a:pt x="690595" y="83021"/>
                </a:cubicBezTo>
                <a:cubicBezTo>
                  <a:pt x="695641" y="85213"/>
                  <a:pt x="701321" y="86309"/>
                  <a:pt x="707637" y="86309"/>
                </a:cubicBezTo>
                <a:cubicBezTo>
                  <a:pt x="714030" y="86309"/>
                  <a:pt x="719730" y="85213"/>
                  <a:pt x="724736" y="83021"/>
                </a:cubicBezTo>
                <a:cubicBezTo>
                  <a:pt x="729743" y="80828"/>
                  <a:pt x="733979" y="77808"/>
                  <a:pt x="737445" y="73962"/>
                </a:cubicBezTo>
                <a:cubicBezTo>
                  <a:pt x="740910" y="70115"/>
                  <a:pt x="743568" y="65596"/>
                  <a:pt x="745416" y="60404"/>
                </a:cubicBezTo>
                <a:cubicBezTo>
                  <a:pt x="747265" y="55212"/>
                  <a:pt x="748189" y="49615"/>
                  <a:pt x="748189" y="43614"/>
                </a:cubicBezTo>
                <a:cubicBezTo>
                  <a:pt x="748189" y="37461"/>
                  <a:pt x="747265" y="31749"/>
                  <a:pt x="745416" y="26480"/>
                </a:cubicBezTo>
                <a:cubicBezTo>
                  <a:pt x="743568" y="21210"/>
                  <a:pt x="740910" y="16614"/>
                  <a:pt x="737445" y="12691"/>
                </a:cubicBezTo>
                <a:cubicBezTo>
                  <a:pt x="733979" y="8767"/>
                  <a:pt x="729743" y="5689"/>
                  <a:pt x="724736" y="3459"/>
                </a:cubicBezTo>
                <a:cubicBezTo>
                  <a:pt x="719730" y="1228"/>
                  <a:pt x="714030" y="113"/>
                  <a:pt x="707637" y="113"/>
                </a:cubicBezTo>
                <a:cubicBezTo>
                  <a:pt x="701321" y="113"/>
                  <a:pt x="695641" y="1228"/>
                  <a:pt x="690595" y="3459"/>
                </a:cubicBezTo>
                <a:cubicBezTo>
                  <a:pt x="685551" y="5689"/>
                  <a:pt x="681296" y="8767"/>
                  <a:pt x="677831" y="12691"/>
                </a:cubicBezTo>
                <a:cubicBezTo>
                  <a:pt x="674365" y="16614"/>
                  <a:pt x="671708" y="21210"/>
                  <a:pt x="669859" y="26480"/>
                </a:cubicBezTo>
                <a:cubicBezTo>
                  <a:pt x="668010" y="31749"/>
                  <a:pt x="667086" y="37461"/>
                  <a:pt x="667086" y="43614"/>
                </a:cubicBezTo>
                <a:close/>
                <a:moveTo>
                  <a:pt x="760184" y="2031"/>
                </a:moveTo>
                <a:lnTo>
                  <a:pt x="760184" y="84503"/>
                </a:lnTo>
                <a:lnTo>
                  <a:pt x="777168" y="84503"/>
                </a:lnTo>
                <a:lnTo>
                  <a:pt x="777168" y="29291"/>
                </a:lnTo>
                <a:lnTo>
                  <a:pt x="777398" y="29291"/>
                </a:lnTo>
                <a:lnTo>
                  <a:pt x="811710" y="84503"/>
                </a:lnTo>
                <a:lnTo>
                  <a:pt x="829848" y="84503"/>
                </a:lnTo>
                <a:lnTo>
                  <a:pt x="829848" y="2031"/>
                </a:lnTo>
                <a:lnTo>
                  <a:pt x="812865" y="2031"/>
                </a:lnTo>
                <a:lnTo>
                  <a:pt x="812865" y="57359"/>
                </a:lnTo>
                <a:lnTo>
                  <a:pt x="812634" y="57359"/>
                </a:lnTo>
                <a:lnTo>
                  <a:pt x="778206" y="2031"/>
                </a:lnTo>
                <a:lnTo>
                  <a:pt x="760184" y="2031"/>
                </a:lnTo>
                <a:close/>
                <a:moveTo>
                  <a:pt x="846961" y="2031"/>
                </a:moveTo>
                <a:lnTo>
                  <a:pt x="846961" y="39149"/>
                </a:lnTo>
                <a:lnTo>
                  <a:pt x="859322" y="39149"/>
                </a:lnTo>
                <a:lnTo>
                  <a:pt x="859322" y="2031"/>
                </a:lnTo>
                <a:lnTo>
                  <a:pt x="846961" y="2031"/>
                </a:lnTo>
                <a:moveTo>
                  <a:pt x="868448" y="2031"/>
                </a:moveTo>
                <a:lnTo>
                  <a:pt x="868448" y="39149"/>
                </a:lnTo>
                <a:lnTo>
                  <a:pt x="880811" y="39149"/>
                </a:lnTo>
                <a:lnTo>
                  <a:pt x="880811" y="2031"/>
                </a:lnTo>
                <a:lnTo>
                  <a:pt x="868448" y="2031"/>
                </a:lnTo>
                <a:close/>
              </a:path>
            </a:pathLst>
          </a:custGeom>
          <a:solidFill xmlns:a="http://schemas.openxmlformats.org/drawingml/2006/main">
            <a:srgbClr val="00B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:&quot;Generatecode">
            <a:extLst xmlns:a="http://schemas.openxmlformats.org/drawingml/2006/main">
              <a:ext uri="{FF2B5EF4-FFF2-40B4-BE49-F238E27FC236}">
                <a16:creationId xmlns:a16="http://schemas.microsoft.com/office/drawing/2014/main" id="{C15A09CD-2B92-42B4-B86C-49478510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35" y="4582698"/>
            <a:ext cx="915311" cy="86196"/>
          </a:xfrm>
          <a:custGeom xmlns:a="http://schemas.openxmlformats.org/drawingml/2006/main">
            <a:pathLst>
              <a:path w="915311" h="86196">
                <a:moveTo>
                  <a:pt x="18138" y="43549"/>
                </a:moveTo>
                <a:lnTo>
                  <a:pt x="18138" y="25723"/>
                </a:lnTo>
                <a:lnTo>
                  <a:pt x="0" y="25723"/>
                </a:lnTo>
                <a:lnTo>
                  <a:pt x="0" y="43549"/>
                </a:lnTo>
                <a:lnTo>
                  <a:pt x="18138" y="43549"/>
                </a:lnTo>
                <a:moveTo>
                  <a:pt x="0" y="66565"/>
                </a:moveTo>
                <a:lnTo>
                  <a:pt x="0" y="84391"/>
                </a:lnTo>
                <a:lnTo>
                  <a:pt x="18138" y="84391"/>
                </a:lnTo>
                <a:lnTo>
                  <a:pt x="18138" y="66565"/>
                </a:lnTo>
                <a:lnTo>
                  <a:pt x="0" y="66565"/>
                </a:lnTo>
                <a:close/>
                <a:moveTo>
                  <a:pt x="67041" y="1918"/>
                </a:moveTo>
                <a:lnTo>
                  <a:pt x="67041" y="39036"/>
                </a:lnTo>
                <a:lnTo>
                  <a:pt x="79402" y="39036"/>
                </a:lnTo>
                <a:lnTo>
                  <a:pt x="79402" y="1918"/>
                </a:lnTo>
                <a:lnTo>
                  <a:pt x="67041" y="1918"/>
                </a:lnTo>
                <a:moveTo>
                  <a:pt x="88529" y="1918"/>
                </a:moveTo>
                <a:lnTo>
                  <a:pt x="88529" y="39036"/>
                </a:lnTo>
                <a:lnTo>
                  <a:pt x="100891" y="39036"/>
                </a:lnTo>
                <a:lnTo>
                  <a:pt x="100891" y="1918"/>
                </a:lnTo>
                <a:lnTo>
                  <a:pt x="88529" y="1918"/>
                </a:lnTo>
                <a:close/>
                <a:moveTo>
                  <a:pt x="177598" y="75002"/>
                </a:moveTo>
                <a:lnTo>
                  <a:pt x="179447" y="84359"/>
                </a:lnTo>
                <a:lnTo>
                  <a:pt x="190999" y="84359"/>
                </a:lnTo>
                <a:lnTo>
                  <a:pt x="190999" y="39826"/>
                </a:lnTo>
                <a:lnTo>
                  <a:pt x="156340" y="39826"/>
                </a:lnTo>
                <a:lnTo>
                  <a:pt x="156340" y="53365"/>
                </a:lnTo>
                <a:lnTo>
                  <a:pt x="174594" y="53365"/>
                </a:lnTo>
                <a:cubicBezTo>
                  <a:pt x="174054" y="59116"/>
                  <a:pt x="172148" y="63506"/>
                  <a:pt x="168875" y="66535"/>
                </a:cubicBezTo>
                <a:cubicBezTo>
                  <a:pt x="165602" y="69563"/>
                  <a:pt x="160962" y="71078"/>
                  <a:pt x="154954" y="71078"/>
                </a:cubicBezTo>
                <a:cubicBezTo>
                  <a:pt x="150872" y="71078"/>
                  <a:pt x="147407" y="70289"/>
                  <a:pt x="144557" y="68712"/>
                </a:cubicBezTo>
                <a:cubicBezTo>
                  <a:pt x="141707" y="67135"/>
                  <a:pt x="139396" y="65039"/>
                  <a:pt x="137624" y="62424"/>
                </a:cubicBezTo>
                <a:cubicBezTo>
                  <a:pt x="135853" y="59808"/>
                  <a:pt x="134563" y="56866"/>
                  <a:pt x="133754" y="53597"/>
                </a:cubicBezTo>
                <a:cubicBezTo>
                  <a:pt x="132946" y="50328"/>
                  <a:pt x="132541" y="46962"/>
                  <a:pt x="132541" y="43500"/>
                </a:cubicBezTo>
                <a:cubicBezTo>
                  <a:pt x="132541" y="39885"/>
                  <a:pt x="132946" y="36385"/>
                  <a:pt x="133754" y="33000"/>
                </a:cubicBezTo>
                <a:cubicBezTo>
                  <a:pt x="134563" y="29616"/>
                  <a:pt x="135853" y="26597"/>
                  <a:pt x="137624" y="23943"/>
                </a:cubicBezTo>
                <a:cubicBezTo>
                  <a:pt x="139395" y="21289"/>
                  <a:pt x="141705" y="19174"/>
                  <a:pt x="144555" y="17597"/>
                </a:cubicBezTo>
                <a:cubicBezTo>
                  <a:pt x="147405" y="16020"/>
                  <a:pt x="150871" y="15231"/>
                  <a:pt x="154954" y="15231"/>
                </a:cubicBezTo>
                <a:cubicBezTo>
                  <a:pt x="159344" y="15231"/>
                  <a:pt x="163078" y="16386"/>
                  <a:pt x="166159" y="18697"/>
                </a:cubicBezTo>
                <a:cubicBezTo>
                  <a:pt x="169240" y="21007"/>
                  <a:pt x="171320" y="24473"/>
                  <a:pt x="172397" y="29094"/>
                </a:cubicBezTo>
                <a:lnTo>
                  <a:pt x="189728" y="29094"/>
                </a:lnTo>
                <a:cubicBezTo>
                  <a:pt x="189266" y="24397"/>
                  <a:pt x="187995" y="20239"/>
                  <a:pt x="185915" y="16620"/>
                </a:cubicBezTo>
                <a:cubicBezTo>
                  <a:pt x="183836" y="13002"/>
                  <a:pt x="181198" y="9962"/>
                  <a:pt x="178001" y="7501"/>
                </a:cubicBezTo>
                <a:cubicBezTo>
                  <a:pt x="174805" y="5039"/>
                  <a:pt x="171223" y="3173"/>
                  <a:pt x="167257" y="1904"/>
                </a:cubicBezTo>
                <a:cubicBezTo>
                  <a:pt x="163291" y="635"/>
                  <a:pt x="159190" y="0"/>
                  <a:pt x="154954" y="0"/>
                </a:cubicBezTo>
                <a:cubicBezTo>
                  <a:pt x="148638" y="0"/>
                  <a:pt x="142958" y="1115"/>
                  <a:pt x="137913" y="3346"/>
                </a:cubicBezTo>
                <a:cubicBezTo>
                  <a:pt x="132869" y="5576"/>
                  <a:pt x="128613" y="8654"/>
                  <a:pt x="125146" y="12578"/>
                </a:cubicBezTo>
                <a:cubicBezTo>
                  <a:pt x="121680" y="16501"/>
                  <a:pt x="119023" y="21097"/>
                  <a:pt x="117175" y="26367"/>
                </a:cubicBezTo>
                <a:cubicBezTo>
                  <a:pt x="115326" y="31637"/>
                  <a:pt x="114402" y="37348"/>
                  <a:pt x="114402" y="43502"/>
                </a:cubicBezTo>
                <a:cubicBezTo>
                  <a:pt x="114402" y="49502"/>
                  <a:pt x="115326" y="55099"/>
                  <a:pt x="117175" y="60291"/>
                </a:cubicBezTo>
                <a:cubicBezTo>
                  <a:pt x="119023" y="65483"/>
                  <a:pt x="121680" y="70002"/>
                  <a:pt x="125146" y="73849"/>
                </a:cubicBezTo>
                <a:cubicBezTo>
                  <a:pt x="128612" y="77695"/>
                  <a:pt x="132867" y="80715"/>
                  <a:pt x="137913" y="82908"/>
                </a:cubicBezTo>
                <a:cubicBezTo>
                  <a:pt x="142958" y="85100"/>
                  <a:pt x="148638" y="86196"/>
                  <a:pt x="154954" y="86196"/>
                </a:cubicBezTo>
                <a:cubicBezTo>
                  <a:pt x="158959" y="86196"/>
                  <a:pt x="162926" y="85369"/>
                  <a:pt x="166853" y="83715"/>
                </a:cubicBezTo>
                <a:cubicBezTo>
                  <a:pt x="170781" y="82061"/>
                  <a:pt x="174362" y="79156"/>
                  <a:pt x="177598" y="75002"/>
                </a:cubicBezTo>
                <a:close/>
                <a:moveTo>
                  <a:pt x="243676" y="48175"/>
                </a:moveTo>
                <a:lnTo>
                  <a:pt x="216990" y="48175"/>
                </a:lnTo>
                <a:cubicBezTo>
                  <a:pt x="217066" y="47016"/>
                  <a:pt x="217316" y="45703"/>
                  <a:pt x="217739" y="44235"/>
                </a:cubicBezTo>
                <a:cubicBezTo>
                  <a:pt x="218163" y="42766"/>
                  <a:pt x="218895" y="41375"/>
                  <a:pt x="219936" y="40062"/>
                </a:cubicBezTo>
                <a:cubicBezTo>
                  <a:pt x="220976" y="38748"/>
                  <a:pt x="222362" y="37647"/>
                  <a:pt x="224094" y="36759"/>
                </a:cubicBezTo>
                <a:cubicBezTo>
                  <a:pt x="225828" y="35870"/>
                  <a:pt x="228003" y="35426"/>
                  <a:pt x="230622" y="35426"/>
                </a:cubicBezTo>
                <a:cubicBezTo>
                  <a:pt x="234627" y="35426"/>
                  <a:pt x="237612" y="36508"/>
                  <a:pt x="239575" y="38671"/>
                </a:cubicBezTo>
                <a:cubicBezTo>
                  <a:pt x="241539" y="40835"/>
                  <a:pt x="242906" y="44003"/>
                  <a:pt x="243676" y="48175"/>
                </a:cubicBezTo>
                <a:moveTo>
                  <a:pt x="216990" y="58554"/>
                </a:moveTo>
                <a:lnTo>
                  <a:pt x="260082" y="58554"/>
                </a:lnTo>
                <a:cubicBezTo>
                  <a:pt x="260390" y="53924"/>
                  <a:pt x="260005" y="49486"/>
                  <a:pt x="258926" y="45242"/>
                </a:cubicBezTo>
                <a:cubicBezTo>
                  <a:pt x="257848" y="40997"/>
                  <a:pt x="256096" y="37215"/>
                  <a:pt x="253669" y="33898"/>
                </a:cubicBezTo>
                <a:cubicBezTo>
                  <a:pt x="251244" y="30579"/>
                  <a:pt x="248143" y="27936"/>
                  <a:pt x="244368" y="25968"/>
                </a:cubicBezTo>
                <a:cubicBezTo>
                  <a:pt x="240595" y="24000"/>
                  <a:pt x="236167" y="23016"/>
                  <a:pt x="231084" y="23016"/>
                </a:cubicBezTo>
                <a:cubicBezTo>
                  <a:pt x="226539" y="23016"/>
                  <a:pt x="222399" y="23826"/>
                  <a:pt x="218665" y="25447"/>
                </a:cubicBezTo>
                <a:cubicBezTo>
                  <a:pt x="214930" y="27066"/>
                  <a:pt x="211714" y="29284"/>
                  <a:pt x="209018" y="32100"/>
                </a:cubicBezTo>
                <a:cubicBezTo>
                  <a:pt x="206322" y="34915"/>
                  <a:pt x="204243" y="38252"/>
                  <a:pt x="202780" y="42111"/>
                </a:cubicBezTo>
                <a:cubicBezTo>
                  <a:pt x="201316" y="45968"/>
                  <a:pt x="200585" y="50134"/>
                  <a:pt x="200585" y="54609"/>
                </a:cubicBezTo>
                <a:cubicBezTo>
                  <a:pt x="200585" y="59237"/>
                  <a:pt x="201297" y="63480"/>
                  <a:pt x="202721" y="67339"/>
                </a:cubicBezTo>
                <a:cubicBezTo>
                  <a:pt x="204147" y="71196"/>
                  <a:pt x="206169" y="74513"/>
                  <a:pt x="208787" y="77292"/>
                </a:cubicBezTo>
                <a:cubicBezTo>
                  <a:pt x="211406" y="80069"/>
                  <a:pt x="214602" y="82209"/>
                  <a:pt x="218375" y="83714"/>
                </a:cubicBezTo>
                <a:cubicBezTo>
                  <a:pt x="222149" y="85218"/>
                  <a:pt x="226385" y="85970"/>
                  <a:pt x="231084" y="85970"/>
                </a:cubicBezTo>
                <a:cubicBezTo>
                  <a:pt x="237861" y="85970"/>
                  <a:pt x="243638" y="84431"/>
                  <a:pt x="248412" y="81353"/>
                </a:cubicBezTo>
                <a:cubicBezTo>
                  <a:pt x="253189" y="78275"/>
                  <a:pt x="256732" y="73158"/>
                  <a:pt x="259042" y="66001"/>
                </a:cubicBezTo>
                <a:lnTo>
                  <a:pt x="244601" y="66001"/>
                </a:lnTo>
                <a:cubicBezTo>
                  <a:pt x="244062" y="67833"/>
                  <a:pt x="242598" y="69570"/>
                  <a:pt x="240210" y="71212"/>
                </a:cubicBezTo>
                <a:cubicBezTo>
                  <a:pt x="237823" y="72852"/>
                  <a:pt x="234974" y="73673"/>
                  <a:pt x="231662" y="73673"/>
                </a:cubicBezTo>
                <a:cubicBezTo>
                  <a:pt x="227041" y="73673"/>
                  <a:pt x="223498" y="72480"/>
                  <a:pt x="221032" y="70096"/>
                </a:cubicBezTo>
                <a:cubicBezTo>
                  <a:pt x="218568" y="67710"/>
                  <a:pt x="217220" y="63863"/>
                  <a:pt x="216990" y="58554"/>
                </a:cubicBezTo>
                <a:close/>
                <a:moveTo>
                  <a:pt x="269270" y="24660"/>
                </a:moveTo>
                <a:lnTo>
                  <a:pt x="269270" y="84391"/>
                </a:lnTo>
                <a:lnTo>
                  <a:pt x="285675" y="84391"/>
                </a:lnTo>
                <a:lnTo>
                  <a:pt x="285675" y="53086"/>
                </a:lnTo>
                <a:cubicBezTo>
                  <a:pt x="285675" y="47002"/>
                  <a:pt x="286677" y="42632"/>
                  <a:pt x="288679" y="39976"/>
                </a:cubicBezTo>
                <a:cubicBezTo>
                  <a:pt x="290682" y="37319"/>
                  <a:pt x="293917" y="35990"/>
                  <a:pt x="298384" y="35990"/>
                </a:cubicBezTo>
                <a:cubicBezTo>
                  <a:pt x="302312" y="35990"/>
                  <a:pt x="305047" y="37203"/>
                  <a:pt x="306586" y="39629"/>
                </a:cubicBezTo>
                <a:cubicBezTo>
                  <a:pt x="308127" y="42054"/>
                  <a:pt x="308897" y="45732"/>
                  <a:pt x="308897" y="50660"/>
                </a:cubicBezTo>
                <a:lnTo>
                  <a:pt x="308897" y="84391"/>
                </a:lnTo>
                <a:lnTo>
                  <a:pt x="325302" y="84391"/>
                </a:lnTo>
                <a:lnTo>
                  <a:pt x="325302" y="47635"/>
                </a:lnTo>
                <a:cubicBezTo>
                  <a:pt x="325302" y="43937"/>
                  <a:pt x="324975" y="40566"/>
                  <a:pt x="324320" y="37522"/>
                </a:cubicBezTo>
                <a:cubicBezTo>
                  <a:pt x="323666" y="34478"/>
                  <a:pt x="322529" y="31897"/>
                  <a:pt x="320911" y="29778"/>
                </a:cubicBezTo>
                <a:cubicBezTo>
                  <a:pt x="319294" y="27659"/>
                  <a:pt x="317080" y="26002"/>
                  <a:pt x="314269" y="24808"/>
                </a:cubicBezTo>
                <a:cubicBezTo>
                  <a:pt x="311457" y="23613"/>
                  <a:pt x="307857" y="23016"/>
                  <a:pt x="303466" y="23016"/>
                </a:cubicBezTo>
                <a:cubicBezTo>
                  <a:pt x="300000" y="23016"/>
                  <a:pt x="296611" y="23807"/>
                  <a:pt x="293300" y="25390"/>
                </a:cubicBezTo>
                <a:cubicBezTo>
                  <a:pt x="289988" y="26973"/>
                  <a:pt x="287292" y="29502"/>
                  <a:pt x="285213" y="32977"/>
                </a:cubicBezTo>
                <a:lnTo>
                  <a:pt x="284866" y="32977"/>
                </a:lnTo>
                <a:lnTo>
                  <a:pt x="284866" y="24660"/>
                </a:lnTo>
                <a:lnTo>
                  <a:pt x="269270" y="24660"/>
                </a:lnTo>
                <a:close/>
                <a:moveTo>
                  <a:pt x="377568" y="48175"/>
                </a:moveTo>
                <a:lnTo>
                  <a:pt x="350882" y="48175"/>
                </a:lnTo>
                <a:cubicBezTo>
                  <a:pt x="350958" y="47016"/>
                  <a:pt x="351208" y="45703"/>
                  <a:pt x="351631" y="44235"/>
                </a:cubicBezTo>
                <a:cubicBezTo>
                  <a:pt x="352055" y="42766"/>
                  <a:pt x="352788" y="41375"/>
                  <a:pt x="353828" y="40062"/>
                </a:cubicBezTo>
                <a:cubicBezTo>
                  <a:pt x="354868" y="38748"/>
                  <a:pt x="356254" y="37647"/>
                  <a:pt x="357986" y="36759"/>
                </a:cubicBezTo>
                <a:cubicBezTo>
                  <a:pt x="359720" y="35870"/>
                  <a:pt x="361896" y="35426"/>
                  <a:pt x="364514" y="35426"/>
                </a:cubicBezTo>
                <a:cubicBezTo>
                  <a:pt x="368519" y="35426"/>
                  <a:pt x="371504" y="36508"/>
                  <a:pt x="373468" y="38671"/>
                </a:cubicBezTo>
                <a:cubicBezTo>
                  <a:pt x="375431" y="40835"/>
                  <a:pt x="376798" y="44003"/>
                  <a:pt x="377568" y="48175"/>
                </a:cubicBezTo>
                <a:moveTo>
                  <a:pt x="350882" y="58554"/>
                </a:moveTo>
                <a:lnTo>
                  <a:pt x="393975" y="58554"/>
                </a:lnTo>
                <a:cubicBezTo>
                  <a:pt x="394283" y="53924"/>
                  <a:pt x="393897" y="49486"/>
                  <a:pt x="392818" y="45242"/>
                </a:cubicBezTo>
                <a:cubicBezTo>
                  <a:pt x="391741" y="40997"/>
                  <a:pt x="389988" y="37215"/>
                  <a:pt x="387561" y="33898"/>
                </a:cubicBezTo>
                <a:cubicBezTo>
                  <a:pt x="385136" y="30579"/>
                  <a:pt x="382035" y="27936"/>
                  <a:pt x="378261" y="25968"/>
                </a:cubicBezTo>
                <a:cubicBezTo>
                  <a:pt x="374487" y="24000"/>
                  <a:pt x="370059" y="23016"/>
                  <a:pt x="364976" y="23016"/>
                </a:cubicBezTo>
                <a:cubicBezTo>
                  <a:pt x="360431" y="23016"/>
                  <a:pt x="356292" y="23826"/>
                  <a:pt x="352557" y="25447"/>
                </a:cubicBezTo>
                <a:cubicBezTo>
                  <a:pt x="348822" y="27066"/>
                  <a:pt x="345606" y="29284"/>
                  <a:pt x="342910" y="32100"/>
                </a:cubicBezTo>
                <a:cubicBezTo>
                  <a:pt x="340214" y="34915"/>
                  <a:pt x="338135" y="38252"/>
                  <a:pt x="336672" y="42111"/>
                </a:cubicBezTo>
                <a:cubicBezTo>
                  <a:pt x="335209" y="45968"/>
                  <a:pt x="334477" y="50134"/>
                  <a:pt x="334477" y="54609"/>
                </a:cubicBezTo>
                <a:cubicBezTo>
                  <a:pt x="334477" y="59237"/>
                  <a:pt x="335189" y="63480"/>
                  <a:pt x="336614" y="67339"/>
                </a:cubicBezTo>
                <a:cubicBezTo>
                  <a:pt x="338039" y="71196"/>
                  <a:pt x="340061" y="74513"/>
                  <a:pt x="342680" y="77292"/>
                </a:cubicBezTo>
                <a:cubicBezTo>
                  <a:pt x="345298" y="80069"/>
                  <a:pt x="348494" y="82209"/>
                  <a:pt x="352268" y="83714"/>
                </a:cubicBezTo>
                <a:cubicBezTo>
                  <a:pt x="356041" y="85218"/>
                  <a:pt x="360277" y="85970"/>
                  <a:pt x="364976" y="85970"/>
                </a:cubicBezTo>
                <a:cubicBezTo>
                  <a:pt x="371753" y="85970"/>
                  <a:pt x="377530" y="84431"/>
                  <a:pt x="382305" y="81353"/>
                </a:cubicBezTo>
                <a:cubicBezTo>
                  <a:pt x="387081" y="78275"/>
                  <a:pt x="390624" y="73158"/>
                  <a:pt x="392935" y="66001"/>
                </a:cubicBezTo>
                <a:lnTo>
                  <a:pt x="378493" y="66001"/>
                </a:lnTo>
                <a:cubicBezTo>
                  <a:pt x="377954" y="67833"/>
                  <a:pt x="376490" y="69570"/>
                  <a:pt x="374102" y="71212"/>
                </a:cubicBezTo>
                <a:cubicBezTo>
                  <a:pt x="371715" y="72852"/>
                  <a:pt x="368866" y="73673"/>
                  <a:pt x="365554" y="73673"/>
                </a:cubicBezTo>
                <a:cubicBezTo>
                  <a:pt x="360933" y="73673"/>
                  <a:pt x="357390" y="72480"/>
                  <a:pt x="354924" y="70096"/>
                </a:cubicBezTo>
                <a:cubicBezTo>
                  <a:pt x="352460" y="67710"/>
                  <a:pt x="351112" y="63863"/>
                  <a:pt x="350882" y="58554"/>
                </a:cubicBezTo>
                <a:close/>
                <a:moveTo>
                  <a:pt x="403162" y="24618"/>
                </a:moveTo>
                <a:lnTo>
                  <a:pt x="403162" y="84391"/>
                </a:lnTo>
                <a:lnTo>
                  <a:pt x="419567" y="84391"/>
                </a:lnTo>
                <a:lnTo>
                  <a:pt x="419567" y="57444"/>
                </a:lnTo>
                <a:cubicBezTo>
                  <a:pt x="419567" y="54746"/>
                  <a:pt x="419837" y="52240"/>
                  <a:pt x="420377" y="49927"/>
                </a:cubicBezTo>
                <a:cubicBezTo>
                  <a:pt x="420916" y="47614"/>
                  <a:pt x="421821" y="45591"/>
                  <a:pt x="423091" y="43856"/>
                </a:cubicBezTo>
                <a:cubicBezTo>
                  <a:pt x="424362" y="42121"/>
                  <a:pt x="426037" y="40753"/>
                  <a:pt x="428115" y="39750"/>
                </a:cubicBezTo>
                <a:cubicBezTo>
                  <a:pt x="430196" y="38748"/>
                  <a:pt x="432738" y="38247"/>
                  <a:pt x="435742" y="38247"/>
                </a:cubicBezTo>
                <a:cubicBezTo>
                  <a:pt x="436743" y="38247"/>
                  <a:pt x="437782" y="38305"/>
                  <a:pt x="438860" y="38421"/>
                </a:cubicBezTo>
                <a:cubicBezTo>
                  <a:pt x="439939" y="38536"/>
                  <a:pt x="440863" y="38671"/>
                  <a:pt x="441633" y="38825"/>
                </a:cubicBezTo>
                <a:lnTo>
                  <a:pt x="441633" y="23592"/>
                </a:lnTo>
                <a:cubicBezTo>
                  <a:pt x="440324" y="23208"/>
                  <a:pt x="439130" y="23016"/>
                  <a:pt x="438053" y="23016"/>
                </a:cubicBezTo>
                <a:cubicBezTo>
                  <a:pt x="435972" y="23016"/>
                  <a:pt x="433970" y="23324"/>
                  <a:pt x="432045" y="23939"/>
                </a:cubicBezTo>
                <a:cubicBezTo>
                  <a:pt x="430120" y="24554"/>
                  <a:pt x="428310" y="25419"/>
                  <a:pt x="426615" y="26534"/>
                </a:cubicBezTo>
                <a:cubicBezTo>
                  <a:pt x="424921" y="27650"/>
                  <a:pt x="423419" y="28996"/>
                  <a:pt x="422109" y="30573"/>
                </a:cubicBezTo>
                <a:cubicBezTo>
                  <a:pt x="420800" y="32150"/>
                  <a:pt x="419760" y="33862"/>
                  <a:pt x="418989" y="35708"/>
                </a:cubicBezTo>
                <a:lnTo>
                  <a:pt x="418758" y="35708"/>
                </a:lnTo>
                <a:lnTo>
                  <a:pt x="418758" y="24618"/>
                </a:lnTo>
                <a:lnTo>
                  <a:pt x="403162" y="24618"/>
                </a:lnTo>
                <a:close/>
                <a:moveTo>
                  <a:pt x="446845" y="43031"/>
                </a:moveTo>
                <a:cubicBezTo>
                  <a:pt x="447076" y="39180"/>
                  <a:pt x="448038" y="35984"/>
                  <a:pt x="449733" y="33443"/>
                </a:cubicBezTo>
                <a:cubicBezTo>
                  <a:pt x="451427" y="30901"/>
                  <a:pt x="453584" y="28859"/>
                  <a:pt x="456202" y="27319"/>
                </a:cubicBezTo>
                <a:cubicBezTo>
                  <a:pt x="458821" y="25778"/>
                  <a:pt x="461766" y="24680"/>
                  <a:pt x="465040" y="24026"/>
                </a:cubicBezTo>
                <a:cubicBezTo>
                  <a:pt x="468314" y="23371"/>
                  <a:pt x="471607" y="23044"/>
                  <a:pt x="474918" y="23044"/>
                </a:cubicBezTo>
                <a:cubicBezTo>
                  <a:pt x="477922" y="23044"/>
                  <a:pt x="480964" y="23256"/>
                  <a:pt x="484045" y="23680"/>
                </a:cubicBezTo>
                <a:cubicBezTo>
                  <a:pt x="487126" y="24103"/>
                  <a:pt x="489937" y="24931"/>
                  <a:pt x="492478" y="26164"/>
                </a:cubicBezTo>
                <a:cubicBezTo>
                  <a:pt x="495020" y="27396"/>
                  <a:pt x="497100" y="29109"/>
                  <a:pt x="498717" y="31305"/>
                </a:cubicBezTo>
                <a:cubicBezTo>
                  <a:pt x="500335" y="33500"/>
                  <a:pt x="501144" y="36407"/>
                  <a:pt x="501144" y="40027"/>
                </a:cubicBezTo>
                <a:lnTo>
                  <a:pt x="501144" y="71104"/>
                </a:lnTo>
                <a:cubicBezTo>
                  <a:pt x="501144" y="73800"/>
                  <a:pt x="501298" y="76380"/>
                  <a:pt x="501606" y="78845"/>
                </a:cubicBezTo>
                <a:cubicBezTo>
                  <a:pt x="501914" y="81309"/>
                  <a:pt x="502453" y="83158"/>
                  <a:pt x="503223" y="84391"/>
                </a:cubicBezTo>
                <a:lnTo>
                  <a:pt x="486587" y="84391"/>
                </a:lnTo>
                <a:cubicBezTo>
                  <a:pt x="486279" y="83467"/>
                  <a:pt x="486028" y="82524"/>
                  <a:pt x="485836" y="81561"/>
                </a:cubicBezTo>
                <a:cubicBezTo>
                  <a:pt x="485643" y="80598"/>
                  <a:pt x="485508" y="79615"/>
                  <a:pt x="485432" y="78614"/>
                </a:cubicBezTo>
                <a:cubicBezTo>
                  <a:pt x="482814" y="81310"/>
                  <a:pt x="479733" y="83197"/>
                  <a:pt x="476189" y="84276"/>
                </a:cubicBezTo>
                <a:cubicBezTo>
                  <a:pt x="472646" y="85354"/>
                  <a:pt x="469026" y="85893"/>
                  <a:pt x="465329" y="85893"/>
                </a:cubicBezTo>
                <a:cubicBezTo>
                  <a:pt x="462480" y="85893"/>
                  <a:pt x="459823" y="85546"/>
                  <a:pt x="457357" y="84853"/>
                </a:cubicBezTo>
                <a:cubicBezTo>
                  <a:pt x="454893" y="84159"/>
                  <a:pt x="452736" y="83081"/>
                  <a:pt x="450887" y="81618"/>
                </a:cubicBezTo>
                <a:cubicBezTo>
                  <a:pt x="449040" y="80155"/>
                  <a:pt x="447596" y="78307"/>
                  <a:pt x="446556" y="76074"/>
                </a:cubicBezTo>
                <a:cubicBezTo>
                  <a:pt x="445516" y="73839"/>
                  <a:pt x="444996" y="71182"/>
                  <a:pt x="444996" y="68100"/>
                </a:cubicBezTo>
                <a:cubicBezTo>
                  <a:pt x="444996" y="64712"/>
                  <a:pt x="445593" y="61920"/>
                  <a:pt x="446787" y="59725"/>
                </a:cubicBezTo>
                <a:cubicBezTo>
                  <a:pt x="447981" y="57530"/>
                  <a:pt x="449521" y="55777"/>
                  <a:pt x="451407" y="54468"/>
                </a:cubicBezTo>
                <a:cubicBezTo>
                  <a:pt x="453295" y="53159"/>
                  <a:pt x="455451" y="52177"/>
                  <a:pt x="457877" y="51523"/>
                </a:cubicBezTo>
                <a:cubicBezTo>
                  <a:pt x="460304" y="50868"/>
                  <a:pt x="462750" y="50348"/>
                  <a:pt x="465214" y="49964"/>
                </a:cubicBezTo>
                <a:cubicBezTo>
                  <a:pt x="467678" y="49579"/>
                  <a:pt x="470104" y="49270"/>
                  <a:pt x="472491" y="49039"/>
                </a:cubicBezTo>
                <a:cubicBezTo>
                  <a:pt x="474879" y="48807"/>
                  <a:pt x="476997" y="48460"/>
                  <a:pt x="478846" y="47999"/>
                </a:cubicBezTo>
                <a:cubicBezTo>
                  <a:pt x="480695" y="47537"/>
                  <a:pt x="482158" y="46863"/>
                  <a:pt x="483236" y="45978"/>
                </a:cubicBezTo>
                <a:cubicBezTo>
                  <a:pt x="484314" y="45092"/>
                  <a:pt x="484816" y="43802"/>
                  <a:pt x="484739" y="42107"/>
                </a:cubicBezTo>
                <a:cubicBezTo>
                  <a:pt x="484739" y="40335"/>
                  <a:pt x="484450" y="38929"/>
                  <a:pt x="483872" y="37890"/>
                </a:cubicBezTo>
                <a:cubicBezTo>
                  <a:pt x="483294" y="36850"/>
                  <a:pt x="482523" y="36042"/>
                  <a:pt x="481561" y="35465"/>
                </a:cubicBezTo>
                <a:cubicBezTo>
                  <a:pt x="480598" y="34887"/>
                  <a:pt x="479481" y="34501"/>
                  <a:pt x="478210" y="34308"/>
                </a:cubicBezTo>
                <a:cubicBezTo>
                  <a:pt x="476939" y="34116"/>
                  <a:pt x="475572" y="34019"/>
                  <a:pt x="474109" y="34019"/>
                </a:cubicBezTo>
                <a:cubicBezTo>
                  <a:pt x="470875" y="34019"/>
                  <a:pt x="468334" y="34713"/>
                  <a:pt x="466485" y="36099"/>
                </a:cubicBezTo>
                <a:cubicBezTo>
                  <a:pt x="464636" y="37486"/>
                  <a:pt x="463558" y="39797"/>
                  <a:pt x="463250" y="43031"/>
                </a:cubicBezTo>
                <a:lnTo>
                  <a:pt x="446845" y="43031"/>
                </a:lnTo>
                <a:moveTo>
                  <a:pt x="484739" y="55161"/>
                </a:moveTo>
                <a:cubicBezTo>
                  <a:pt x="484046" y="55778"/>
                  <a:pt x="483179" y="56260"/>
                  <a:pt x="482139" y="56607"/>
                </a:cubicBezTo>
                <a:cubicBezTo>
                  <a:pt x="481099" y="56953"/>
                  <a:pt x="479982" y="57242"/>
                  <a:pt x="478788" y="57474"/>
                </a:cubicBezTo>
                <a:cubicBezTo>
                  <a:pt x="477595" y="57704"/>
                  <a:pt x="476343" y="57896"/>
                  <a:pt x="475033" y="58050"/>
                </a:cubicBezTo>
                <a:cubicBezTo>
                  <a:pt x="473724" y="58204"/>
                  <a:pt x="472415" y="58396"/>
                  <a:pt x="471105" y="58627"/>
                </a:cubicBezTo>
                <a:cubicBezTo>
                  <a:pt x="469874" y="58858"/>
                  <a:pt x="468661" y="59167"/>
                  <a:pt x="467467" y="59552"/>
                </a:cubicBezTo>
                <a:cubicBezTo>
                  <a:pt x="466273" y="59937"/>
                  <a:pt x="465233" y="60457"/>
                  <a:pt x="464347" y="61112"/>
                </a:cubicBezTo>
                <a:cubicBezTo>
                  <a:pt x="463462" y="61767"/>
                  <a:pt x="462750" y="62595"/>
                  <a:pt x="462210" y="63596"/>
                </a:cubicBezTo>
                <a:cubicBezTo>
                  <a:pt x="461671" y="64596"/>
                  <a:pt x="461401" y="65867"/>
                  <a:pt x="461401" y="67407"/>
                </a:cubicBezTo>
                <a:cubicBezTo>
                  <a:pt x="461401" y="68871"/>
                  <a:pt x="461671" y="70103"/>
                  <a:pt x="462210" y="71104"/>
                </a:cubicBezTo>
                <a:cubicBezTo>
                  <a:pt x="462750" y="72105"/>
                  <a:pt x="463481" y="72895"/>
                  <a:pt x="464405" y="73473"/>
                </a:cubicBezTo>
                <a:cubicBezTo>
                  <a:pt x="465330" y="74050"/>
                  <a:pt x="466408" y="74455"/>
                  <a:pt x="467640" y="74686"/>
                </a:cubicBezTo>
                <a:cubicBezTo>
                  <a:pt x="468873" y="74918"/>
                  <a:pt x="470144" y="75033"/>
                  <a:pt x="471453" y="75033"/>
                </a:cubicBezTo>
                <a:cubicBezTo>
                  <a:pt x="474687" y="75033"/>
                  <a:pt x="477190" y="74495"/>
                  <a:pt x="478961" y="73417"/>
                </a:cubicBezTo>
                <a:cubicBezTo>
                  <a:pt x="480733" y="72338"/>
                  <a:pt x="482043" y="71048"/>
                  <a:pt x="482890" y="69546"/>
                </a:cubicBezTo>
                <a:cubicBezTo>
                  <a:pt x="483737" y="68044"/>
                  <a:pt x="484257" y="66523"/>
                  <a:pt x="484450" y="64982"/>
                </a:cubicBezTo>
                <a:cubicBezTo>
                  <a:pt x="484643" y="63441"/>
                  <a:pt x="484739" y="62209"/>
                  <a:pt x="484739" y="61285"/>
                </a:cubicBezTo>
                <a:lnTo>
                  <a:pt x="484739" y="55161"/>
                </a:lnTo>
                <a:close/>
                <a:moveTo>
                  <a:pt x="534130" y="24708"/>
                </a:moveTo>
                <a:lnTo>
                  <a:pt x="534130" y="6769"/>
                </a:lnTo>
                <a:lnTo>
                  <a:pt x="517725" y="6769"/>
                </a:lnTo>
                <a:lnTo>
                  <a:pt x="517725" y="24708"/>
                </a:lnTo>
                <a:lnTo>
                  <a:pt x="507790" y="24708"/>
                </a:lnTo>
                <a:lnTo>
                  <a:pt x="507790" y="35652"/>
                </a:lnTo>
                <a:lnTo>
                  <a:pt x="517725" y="35652"/>
                </a:lnTo>
                <a:lnTo>
                  <a:pt x="517725" y="70868"/>
                </a:lnTo>
                <a:cubicBezTo>
                  <a:pt x="517725" y="73871"/>
                  <a:pt x="518226" y="76296"/>
                  <a:pt x="519227" y="78143"/>
                </a:cubicBezTo>
                <a:cubicBezTo>
                  <a:pt x="520228" y="79991"/>
                  <a:pt x="521595" y="81415"/>
                  <a:pt x="523327" y="82416"/>
                </a:cubicBezTo>
                <a:cubicBezTo>
                  <a:pt x="525061" y="83416"/>
                  <a:pt x="527063" y="84089"/>
                  <a:pt x="529335" y="84435"/>
                </a:cubicBezTo>
                <a:cubicBezTo>
                  <a:pt x="531608" y="84781"/>
                  <a:pt x="534015" y="84955"/>
                  <a:pt x="536557" y="84955"/>
                </a:cubicBezTo>
                <a:cubicBezTo>
                  <a:pt x="538174" y="84955"/>
                  <a:pt x="539830" y="84917"/>
                  <a:pt x="541525" y="84842"/>
                </a:cubicBezTo>
                <a:cubicBezTo>
                  <a:pt x="543220" y="84767"/>
                  <a:pt x="544760" y="84616"/>
                  <a:pt x="546145" y="84391"/>
                </a:cubicBezTo>
                <a:lnTo>
                  <a:pt x="546145" y="71631"/>
                </a:lnTo>
                <a:cubicBezTo>
                  <a:pt x="545376" y="71785"/>
                  <a:pt x="544567" y="71901"/>
                  <a:pt x="543720" y="71978"/>
                </a:cubicBezTo>
                <a:cubicBezTo>
                  <a:pt x="542872" y="72055"/>
                  <a:pt x="541987" y="72093"/>
                  <a:pt x="541063" y="72093"/>
                </a:cubicBezTo>
                <a:cubicBezTo>
                  <a:pt x="538290" y="72093"/>
                  <a:pt x="536440" y="71632"/>
                  <a:pt x="535515" y="70709"/>
                </a:cubicBezTo>
                <a:cubicBezTo>
                  <a:pt x="534592" y="69787"/>
                  <a:pt x="534130" y="67942"/>
                  <a:pt x="534130" y="65174"/>
                </a:cubicBezTo>
                <a:lnTo>
                  <a:pt x="534130" y="35652"/>
                </a:lnTo>
                <a:lnTo>
                  <a:pt x="546145" y="35652"/>
                </a:lnTo>
                <a:lnTo>
                  <a:pt x="546145" y="24708"/>
                </a:lnTo>
                <a:lnTo>
                  <a:pt x="534130" y="24708"/>
                </a:lnTo>
                <a:close/>
                <a:moveTo>
                  <a:pt x="594089" y="48175"/>
                </a:moveTo>
                <a:lnTo>
                  <a:pt x="567404" y="48175"/>
                </a:lnTo>
                <a:cubicBezTo>
                  <a:pt x="567480" y="47016"/>
                  <a:pt x="567730" y="45703"/>
                  <a:pt x="568153" y="44235"/>
                </a:cubicBezTo>
                <a:cubicBezTo>
                  <a:pt x="568577" y="42766"/>
                  <a:pt x="569309" y="41375"/>
                  <a:pt x="570349" y="40062"/>
                </a:cubicBezTo>
                <a:cubicBezTo>
                  <a:pt x="571389" y="38748"/>
                  <a:pt x="572776" y="37647"/>
                  <a:pt x="574508" y="36759"/>
                </a:cubicBezTo>
                <a:cubicBezTo>
                  <a:pt x="576241" y="35870"/>
                  <a:pt x="578417" y="35426"/>
                  <a:pt x="581036" y="35426"/>
                </a:cubicBezTo>
                <a:cubicBezTo>
                  <a:pt x="585041" y="35426"/>
                  <a:pt x="588025" y="36508"/>
                  <a:pt x="589989" y="38671"/>
                </a:cubicBezTo>
                <a:cubicBezTo>
                  <a:pt x="591953" y="40835"/>
                  <a:pt x="593320" y="44003"/>
                  <a:pt x="594089" y="48175"/>
                </a:cubicBezTo>
                <a:moveTo>
                  <a:pt x="567404" y="58554"/>
                </a:moveTo>
                <a:lnTo>
                  <a:pt x="610496" y="58554"/>
                </a:lnTo>
                <a:cubicBezTo>
                  <a:pt x="610804" y="53924"/>
                  <a:pt x="610419" y="49486"/>
                  <a:pt x="609340" y="45242"/>
                </a:cubicBezTo>
                <a:cubicBezTo>
                  <a:pt x="608262" y="40997"/>
                  <a:pt x="606510" y="37215"/>
                  <a:pt x="604083" y="33898"/>
                </a:cubicBezTo>
                <a:cubicBezTo>
                  <a:pt x="601657" y="30579"/>
                  <a:pt x="598557" y="27936"/>
                  <a:pt x="594782" y="25968"/>
                </a:cubicBezTo>
                <a:cubicBezTo>
                  <a:pt x="591009" y="24000"/>
                  <a:pt x="586580" y="23016"/>
                  <a:pt x="581498" y="23016"/>
                </a:cubicBezTo>
                <a:cubicBezTo>
                  <a:pt x="576953" y="23016"/>
                  <a:pt x="572813" y="23826"/>
                  <a:pt x="569078" y="25447"/>
                </a:cubicBezTo>
                <a:cubicBezTo>
                  <a:pt x="565343" y="27066"/>
                  <a:pt x="562128" y="29284"/>
                  <a:pt x="559432" y="32100"/>
                </a:cubicBezTo>
                <a:cubicBezTo>
                  <a:pt x="556736" y="34915"/>
                  <a:pt x="554657" y="38252"/>
                  <a:pt x="553193" y="42111"/>
                </a:cubicBezTo>
                <a:cubicBezTo>
                  <a:pt x="551730" y="45968"/>
                  <a:pt x="550999" y="50134"/>
                  <a:pt x="550999" y="54609"/>
                </a:cubicBezTo>
                <a:cubicBezTo>
                  <a:pt x="550999" y="59237"/>
                  <a:pt x="551711" y="63480"/>
                  <a:pt x="553135" y="67339"/>
                </a:cubicBezTo>
                <a:cubicBezTo>
                  <a:pt x="554561" y="71196"/>
                  <a:pt x="556583" y="74513"/>
                  <a:pt x="559201" y="77292"/>
                </a:cubicBezTo>
                <a:cubicBezTo>
                  <a:pt x="561820" y="80069"/>
                  <a:pt x="565016" y="82209"/>
                  <a:pt x="568789" y="83714"/>
                </a:cubicBezTo>
                <a:cubicBezTo>
                  <a:pt x="572563" y="85218"/>
                  <a:pt x="576799" y="85970"/>
                  <a:pt x="581498" y="85970"/>
                </a:cubicBezTo>
                <a:cubicBezTo>
                  <a:pt x="588275" y="85970"/>
                  <a:pt x="594051" y="84431"/>
                  <a:pt x="598826" y="81353"/>
                </a:cubicBezTo>
                <a:cubicBezTo>
                  <a:pt x="603602" y="78275"/>
                  <a:pt x="607146" y="73158"/>
                  <a:pt x="609456" y="66001"/>
                </a:cubicBezTo>
                <a:lnTo>
                  <a:pt x="595015" y="66001"/>
                </a:lnTo>
                <a:cubicBezTo>
                  <a:pt x="594476" y="67833"/>
                  <a:pt x="593012" y="69570"/>
                  <a:pt x="590624" y="71212"/>
                </a:cubicBezTo>
                <a:cubicBezTo>
                  <a:pt x="588237" y="72852"/>
                  <a:pt x="585388" y="73673"/>
                  <a:pt x="582076" y="73673"/>
                </a:cubicBezTo>
                <a:cubicBezTo>
                  <a:pt x="577455" y="73673"/>
                  <a:pt x="573911" y="72480"/>
                  <a:pt x="571446" y="70096"/>
                </a:cubicBezTo>
                <a:cubicBezTo>
                  <a:pt x="568981" y="67710"/>
                  <a:pt x="567634" y="63863"/>
                  <a:pt x="567404" y="58554"/>
                </a:cubicBezTo>
                <a:close/>
                <a:moveTo>
                  <a:pt x="692485" y="45693"/>
                </a:moveTo>
                <a:lnTo>
                  <a:pt x="708543" y="45693"/>
                </a:lnTo>
                <a:cubicBezTo>
                  <a:pt x="708313" y="41836"/>
                  <a:pt x="707388" y="38500"/>
                  <a:pt x="705770" y="35685"/>
                </a:cubicBezTo>
                <a:cubicBezTo>
                  <a:pt x="704153" y="32869"/>
                  <a:pt x="702054" y="30517"/>
                  <a:pt x="699473" y="28627"/>
                </a:cubicBezTo>
                <a:cubicBezTo>
                  <a:pt x="696894" y="26737"/>
                  <a:pt x="693967" y="25330"/>
                  <a:pt x="690694" y="24405"/>
                </a:cubicBezTo>
                <a:cubicBezTo>
                  <a:pt x="687421" y="23479"/>
                  <a:pt x="684013" y="23016"/>
                  <a:pt x="680470" y="23016"/>
                </a:cubicBezTo>
                <a:cubicBezTo>
                  <a:pt x="675617" y="23016"/>
                  <a:pt x="671304" y="23826"/>
                  <a:pt x="667529" y="25447"/>
                </a:cubicBezTo>
                <a:cubicBezTo>
                  <a:pt x="663755" y="27066"/>
                  <a:pt x="660559" y="29322"/>
                  <a:pt x="657941" y="32216"/>
                </a:cubicBezTo>
                <a:cubicBezTo>
                  <a:pt x="655322" y="35109"/>
                  <a:pt x="653339" y="38543"/>
                  <a:pt x="651991" y="42516"/>
                </a:cubicBezTo>
                <a:cubicBezTo>
                  <a:pt x="650643" y="46488"/>
                  <a:pt x="649969" y="50789"/>
                  <a:pt x="649969" y="55418"/>
                </a:cubicBezTo>
                <a:cubicBezTo>
                  <a:pt x="649969" y="59894"/>
                  <a:pt x="650701" y="64002"/>
                  <a:pt x="652164" y="67744"/>
                </a:cubicBezTo>
                <a:cubicBezTo>
                  <a:pt x="653627" y="71485"/>
                  <a:pt x="655668" y="74706"/>
                  <a:pt x="658286" y="77406"/>
                </a:cubicBezTo>
                <a:cubicBezTo>
                  <a:pt x="660906" y="80107"/>
                  <a:pt x="664083" y="82209"/>
                  <a:pt x="667818" y="83714"/>
                </a:cubicBezTo>
                <a:cubicBezTo>
                  <a:pt x="671554" y="85218"/>
                  <a:pt x="675656" y="85970"/>
                  <a:pt x="680123" y="85970"/>
                </a:cubicBezTo>
                <a:cubicBezTo>
                  <a:pt x="688055" y="85970"/>
                  <a:pt x="694563" y="83882"/>
                  <a:pt x="699646" y="79707"/>
                </a:cubicBezTo>
                <a:cubicBezTo>
                  <a:pt x="704730" y="75530"/>
                  <a:pt x="707811" y="69475"/>
                  <a:pt x="708890" y="61542"/>
                </a:cubicBezTo>
                <a:lnTo>
                  <a:pt x="693062" y="61542"/>
                </a:lnTo>
                <a:cubicBezTo>
                  <a:pt x="692524" y="65240"/>
                  <a:pt x="691195" y="68186"/>
                  <a:pt x="689076" y="70381"/>
                </a:cubicBezTo>
                <a:cubicBezTo>
                  <a:pt x="686958" y="72576"/>
                  <a:pt x="683936" y="73673"/>
                  <a:pt x="680008" y="73673"/>
                </a:cubicBezTo>
                <a:cubicBezTo>
                  <a:pt x="677466" y="73673"/>
                  <a:pt x="675309" y="73095"/>
                  <a:pt x="673537" y="71940"/>
                </a:cubicBezTo>
                <a:cubicBezTo>
                  <a:pt x="671766" y="70784"/>
                  <a:pt x="670360" y="69302"/>
                  <a:pt x="669320" y="67492"/>
                </a:cubicBezTo>
                <a:cubicBezTo>
                  <a:pt x="668281" y="65681"/>
                  <a:pt x="667530" y="63658"/>
                  <a:pt x="667067" y="61424"/>
                </a:cubicBezTo>
                <a:cubicBezTo>
                  <a:pt x="666605" y="59190"/>
                  <a:pt x="666374" y="56995"/>
                  <a:pt x="666374" y="54838"/>
                </a:cubicBezTo>
                <a:cubicBezTo>
                  <a:pt x="666374" y="52604"/>
                  <a:pt x="666605" y="50351"/>
                  <a:pt x="667067" y="48080"/>
                </a:cubicBezTo>
                <a:cubicBezTo>
                  <a:pt x="667530" y="45807"/>
                  <a:pt x="668320" y="43727"/>
                  <a:pt x="669436" y="41839"/>
                </a:cubicBezTo>
                <a:cubicBezTo>
                  <a:pt x="670553" y="39952"/>
                  <a:pt x="671996" y="38411"/>
                  <a:pt x="673768" y="37217"/>
                </a:cubicBezTo>
                <a:cubicBezTo>
                  <a:pt x="675540" y="36023"/>
                  <a:pt x="677735" y="35426"/>
                  <a:pt x="680354" y="35426"/>
                </a:cubicBezTo>
                <a:cubicBezTo>
                  <a:pt x="687363" y="35426"/>
                  <a:pt x="691407" y="38848"/>
                  <a:pt x="692485" y="45693"/>
                </a:cubicBezTo>
                <a:close/>
                <a:moveTo>
                  <a:pt x="732172" y="54607"/>
                </a:moveTo>
                <a:cubicBezTo>
                  <a:pt x="732172" y="52219"/>
                  <a:pt x="732403" y="49870"/>
                  <a:pt x="732865" y="47560"/>
                </a:cubicBezTo>
                <a:cubicBezTo>
                  <a:pt x="733327" y="45248"/>
                  <a:pt x="734116" y="43207"/>
                  <a:pt x="735233" y="41436"/>
                </a:cubicBezTo>
                <a:cubicBezTo>
                  <a:pt x="736350" y="39663"/>
                  <a:pt x="737833" y="38219"/>
                  <a:pt x="739682" y="37102"/>
                </a:cubicBezTo>
                <a:cubicBezTo>
                  <a:pt x="741531" y="35985"/>
                  <a:pt x="743841" y="35426"/>
                  <a:pt x="746614" y="35426"/>
                </a:cubicBezTo>
                <a:cubicBezTo>
                  <a:pt x="749387" y="35426"/>
                  <a:pt x="751717" y="35985"/>
                  <a:pt x="753603" y="37102"/>
                </a:cubicBezTo>
                <a:cubicBezTo>
                  <a:pt x="755491" y="38219"/>
                  <a:pt x="756993" y="39663"/>
                  <a:pt x="758109" y="41436"/>
                </a:cubicBezTo>
                <a:cubicBezTo>
                  <a:pt x="759227" y="43207"/>
                  <a:pt x="760016" y="45248"/>
                  <a:pt x="760478" y="47560"/>
                </a:cubicBezTo>
                <a:cubicBezTo>
                  <a:pt x="760940" y="49870"/>
                  <a:pt x="761171" y="52219"/>
                  <a:pt x="761171" y="54607"/>
                </a:cubicBezTo>
                <a:cubicBezTo>
                  <a:pt x="761171" y="56996"/>
                  <a:pt x="760940" y="59326"/>
                  <a:pt x="760478" y="61599"/>
                </a:cubicBezTo>
                <a:cubicBezTo>
                  <a:pt x="760016" y="63871"/>
                  <a:pt x="759227" y="65912"/>
                  <a:pt x="758109" y="67723"/>
                </a:cubicBezTo>
                <a:cubicBezTo>
                  <a:pt x="756993" y="69533"/>
                  <a:pt x="755491" y="70977"/>
                  <a:pt x="753603" y="72056"/>
                </a:cubicBezTo>
                <a:cubicBezTo>
                  <a:pt x="751717" y="73134"/>
                  <a:pt x="749387" y="73673"/>
                  <a:pt x="746614" y="73673"/>
                </a:cubicBezTo>
                <a:cubicBezTo>
                  <a:pt x="743841" y="73673"/>
                  <a:pt x="741531" y="73134"/>
                  <a:pt x="739682" y="72056"/>
                </a:cubicBezTo>
                <a:cubicBezTo>
                  <a:pt x="737833" y="70977"/>
                  <a:pt x="736350" y="69533"/>
                  <a:pt x="735233" y="67723"/>
                </a:cubicBezTo>
                <a:cubicBezTo>
                  <a:pt x="734116" y="65912"/>
                  <a:pt x="733327" y="63871"/>
                  <a:pt x="732865" y="61599"/>
                </a:cubicBezTo>
                <a:cubicBezTo>
                  <a:pt x="732403" y="59326"/>
                  <a:pt x="732172" y="56996"/>
                  <a:pt x="732172" y="54607"/>
                </a:cubicBezTo>
                <a:moveTo>
                  <a:pt x="715767" y="54609"/>
                </a:moveTo>
                <a:cubicBezTo>
                  <a:pt x="715767" y="59392"/>
                  <a:pt x="716499" y="63713"/>
                  <a:pt x="717962" y="67570"/>
                </a:cubicBezTo>
                <a:cubicBezTo>
                  <a:pt x="719425" y="71427"/>
                  <a:pt x="721505" y="74725"/>
                  <a:pt x="724201" y="77464"/>
                </a:cubicBezTo>
                <a:cubicBezTo>
                  <a:pt x="726897" y="80203"/>
                  <a:pt x="730132" y="82305"/>
                  <a:pt x="733905" y="83772"/>
                </a:cubicBezTo>
                <a:cubicBezTo>
                  <a:pt x="737680" y="85237"/>
                  <a:pt x="741916" y="85970"/>
                  <a:pt x="746614" y="85970"/>
                </a:cubicBezTo>
                <a:cubicBezTo>
                  <a:pt x="751312" y="85970"/>
                  <a:pt x="755568" y="85237"/>
                  <a:pt x="759380" y="83772"/>
                </a:cubicBezTo>
                <a:cubicBezTo>
                  <a:pt x="763193" y="82305"/>
                  <a:pt x="766447" y="80203"/>
                  <a:pt x="769143" y="77464"/>
                </a:cubicBezTo>
                <a:cubicBezTo>
                  <a:pt x="771839" y="74725"/>
                  <a:pt x="773918" y="71427"/>
                  <a:pt x="775381" y="67570"/>
                </a:cubicBezTo>
                <a:cubicBezTo>
                  <a:pt x="776845" y="63713"/>
                  <a:pt x="777576" y="59392"/>
                  <a:pt x="777576" y="54609"/>
                </a:cubicBezTo>
                <a:cubicBezTo>
                  <a:pt x="777576" y="49826"/>
                  <a:pt x="776845" y="45487"/>
                  <a:pt x="775381" y="41591"/>
                </a:cubicBezTo>
                <a:cubicBezTo>
                  <a:pt x="773918" y="37694"/>
                  <a:pt x="771839" y="34376"/>
                  <a:pt x="769143" y="31638"/>
                </a:cubicBezTo>
                <a:cubicBezTo>
                  <a:pt x="766447" y="28898"/>
                  <a:pt x="763193" y="26776"/>
                  <a:pt x="759380" y="25272"/>
                </a:cubicBezTo>
                <a:cubicBezTo>
                  <a:pt x="755568" y="23768"/>
                  <a:pt x="751312" y="23016"/>
                  <a:pt x="746614" y="23016"/>
                </a:cubicBezTo>
                <a:cubicBezTo>
                  <a:pt x="741916" y="23016"/>
                  <a:pt x="737680" y="23768"/>
                  <a:pt x="733905" y="25272"/>
                </a:cubicBezTo>
                <a:cubicBezTo>
                  <a:pt x="730132" y="26776"/>
                  <a:pt x="726897" y="28898"/>
                  <a:pt x="724201" y="31638"/>
                </a:cubicBezTo>
                <a:cubicBezTo>
                  <a:pt x="721505" y="34376"/>
                  <a:pt x="719425" y="37694"/>
                  <a:pt x="717962" y="41591"/>
                </a:cubicBezTo>
                <a:cubicBezTo>
                  <a:pt x="716499" y="45487"/>
                  <a:pt x="715767" y="49826"/>
                  <a:pt x="715767" y="54609"/>
                </a:cubicBezTo>
                <a:close/>
                <a:moveTo>
                  <a:pt x="830405" y="54377"/>
                </a:moveTo>
                <a:cubicBezTo>
                  <a:pt x="830405" y="56841"/>
                  <a:pt x="830174" y="59229"/>
                  <a:pt x="829712" y="61541"/>
                </a:cubicBezTo>
                <a:cubicBezTo>
                  <a:pt x="829250" y="63851"/>
                  <a:pt x="828480" y="65912"/>
                  <a:pt x="827401" y="67723"/>
                </a:cubicBezTo>
                <a:cubicBezTo>
                  <a:pt x="826322" y="69533"/>
                  <a:pt x="824878" y="70977"/>
                  <a:pt x="823068" y="72056"/>
                </a:cubicBezTo>
                <a:cubicBezTo>
                  <a:pt x="821258" y="73134"/>
                  <a:pt x="819005" y="73673"/>
                  <a:pt x="816309" y="73673"/>
                </a:cubicBezTo>
                <a:cubicBezTo>
                  <a:pt x="813768" y="73673"/>
                  <a:pt x="811592" y="73114"/>
                  <a:pt x="809781" y="71998"/>
                </a:cubicBezTo>
                <a:cubicBezTo>
                  <a:pt x="807971" y="70880"/>
                  <a:pt x="806469" y="69417"/>
                  <a:pt x="805275" y="67607"/>
                </a:cubicBezTo>
                <a:cubicBezTo>
                  <a:pt x="804083" y="65796"/>
                  <a:pt x="803216" y="63735"/>
                  <a:pt x="802677" y="61424"/>
                </a:cubicBezTo>
                <a:cubicBezTo>
                  <a:pt x="802138" y="59114"/>
                  <a:pt x="801868" y="56803"/>
                  <a:pt x="801868" y="54491"/>
                </a:cubicBezTo>
                <a:cubicBezTo>
                  <a:pt x="801868" y="52027"/>
                  <a:pt x="802118" y="49658"/>
                  <a:pt x="802619" y="47385"/>
                </a:cubicBezTo>
                <a:cubicBezTo>
                  <a:pt x="803119" y="45112"/>
                  <a:pt x="803928" y="43090"/>
                  <a:pt x="805044" y="41319"/>
                </a:cubicBezTo>
                <a:cubicBezTo>
                  <a:pt x="806162" y="39547"/>
                  <a:pt x="807645" y="38122"/>
                  <a:pt x="809492" y="37044"/>
                </a:cubicBezTo>
                <a:cubicBezTo>
                  <a:pt x="811341" y="35965"/>
                  <a:pt x="813613" y="35426"/>
                  <a:pt x="816309" y="35426"/>
                </a:cubicBezTo>
                <a:cubicBezTo>
                  <a:pt x="819005" y="35426"/>
                  <a:pt x="821239" y="35965"/>
                  <a:pt x="823010" y="37044"/>
                </a:cubicBezTo>
                <a:cubicBezTo>
                  <a:pt x="824782" y="38122"/>
                  <a:pt x="826226" y="39528"/>
                  <a:pt x="827343" y="41261"/>
                </a:cubicBezTo>
                <a:cubicBezTo>
                  <a:pt x="828460" y="42994"/>
                  <a:pt x="829250" y="44998"/>
                  <a:pt x="829712" y="47271"/>
                </a:cubicBezTo>
                <a:cubicBezTo>
                  <a:pt x="830174" y="49542"/>
                  <a:pt x="830405" y="51911"/>
                  <a:pt x="830405" y="54377"/>
                </a:cubicBezTo>
                <a:moveTo>
                  <a:pt x="830636" y="76837"/>
                </a:moveTo>
                <a:lnTo>
                  <a:pt x="830636" y="84466"/>
                </a:lnTo>
                <a:lnTo>
                  <a:pt x="846231" y="84466"/>
                </a:lnTo>
                <a:lnTo>
                  <a:pt x="846231" y="1918"/>
                </a:lnTo>
                <a:lnTo>
                  <a:pt x="829826" y="1918"/>
                </a:lnTo>
                <a:lnTo>
                  <a:pt x="829826" y="31946"/>
                </a:lnTo>
                <a:lnTo>
                  <a:pt x="829596" y="31946"/>
                </a:lnTo>
                <a:cubicBezTo>
                  <a:pt x="827747" y="29008"/>
                  <a:pt x="825224" y="26785"/>
                  <a:pt x="822028" y="25277"/>
                </a:cubicBezTo>
                <a:cubicBezTo>
                  <a:pt x="818832" y="23770"/>
                  <a:pt x="815463" y="23016"/>
                  <a:pt x="811920" y="23016"/>
                </a:cubicBezTo>
                <a:cubicBezTo>
                  <a:pt x="807529" y="23016"/>
                  <a:pt x="803678" y="23884"/>
                  <a:pt x="800366" y="25619"/>
                </a:cubicBezTo>
                <a:cubicBezTo>
                  <a:pt x="797054" y="27355"/>
                  <a:pt x="794301" y="29650"/>
                  <a:pt x="792105" y="32505"/>
                </a:cubicBezTo>
                <a:cubicBezTo>
                  <a:pt x="789911" y="35360"/>
                  <a:pt x="788255" y="38658"/>
                  <a:pt x="787138" y="42400"/>
                </a:cubicBezTo>
                <a:cubicBezTo>
                  <a:pt x="786021" y="46142"/>
                  <a:pt x="785463" y="50018"/>
                  <a:pt x="785463" y="54029"/>
                </a:cubicBezTo>
                <a:cubicBezTo>
                  <a:pt x="785463" y="58195"/>
                  <a:pt x="786021" y="62208"/>
                  <a:pt x="787138" y="66066"/>
                </a:cubicBezTo>
                <a:cubicBezTo>
                  <a:pt x="788255" y="69923"/>
                  <a:pt x="789911" y="73337"/>
                  <a:pt x="792105" y="76308"/>
                </a:cubicBezTo>
                <a:cubicBezTo>
                  <a:pt x="794301" y="79278"/>
                  <a:pt x="797092" y="81631"/>
                  <a:pt x="800480" y="83366"/>
                </a:cubicBezTo>
                <a:cubicBezTo>
                  <a:pt x="803870" y="85102"/>
                  <a:pt x="807799" y="85970"/>
                  <a:pt x="812267" y="85970"/>
                </a:cubicBezTo>
                <a:cubicBezTo>
                  <a:pt x="816194" y="85970"/>
                  <a:pt x="819718" y="85257"/>
                  <a:pt x="822837" y="83832"/>
                </a:cubicBezTo>
                <a:cubicBezTo>
                  <a:pt x="825957" y="82405"/>
                  <a:pt x="828480" y="80073"/>
                  <a:pt x="830405" y="76837"/>
                </a:cubicBezTo>
                <a:lnTo>
                  <a:pt x="830636" y="76837"/>
                </a:lnTo>
                <a:close/>
                <a:moveTo>
                  <a:pt x="898596" y="48175"/>
                </a:moveTo>
                <a:lnTo>
                  <a:pt x="871910" y="48175"/>
                </a:lnTo>
                <a:cubicBezTo>
                  <a:pt x="871987" y="47016"/>
                  <a:pt x="872236" y="45703"/>
                  <a:pt x="872659" y="44235"/>
                </a:cubicBezTo>
                <a:cubicBezTo>
                  <a:pt x="873084" y="42766"/>
                  <a:pt x="873816" y="41375"/>
                  <a:pt x="874856" y="40062"/>
                </a:cubicBezTo>
                <a:cubicBezTo>
                  <a:pt x="875896" y="38748"/>
                  <a:pt x="877282" y="37647"/>
                  <a:pt x="879015" y="36759"/>
                </a:cubicBezTo>
                <a:cubicBezTo>
                  <a:pt x="880748" y="35870"/>
                  <a:pt x="882924" y="35426"/>
                  <a:pt x="885542" y="35426"/>
                </a:cubicBezTo>
                <a:cubicBezTo>
                  <a:pt x="889547" y="35426"/>
                  <a:pt x="892532" y="36508"/>
                  <a:pt x="894496" y="38671"/>
                </a:cubicBezTo>
                <a:cubicBezTo>
                  <a:pt x="896460" y="40835"/>
                  <a:pt x="897826" y="44003"/>
                  <a:pt x="898596" y="48175"/>
                </a:cubicBezTo>
                <a:moveTo>
                  <a:pt x="871910" y="58554"/>
                </a:moveTo>
                <a:lnTo>
                  <a:pt x="915003" y="58554"/>
                </a:lnTo>
                <a:cubicBezTo>
                  <a:pt x="915311" y="53924"/>
                  <a:pt x="914925" y="49486"/>
                  <a:pt x="913846" y="45242"/>
                </a:cubicBezTo>
                <a:cubicBezTo>
                  <a:pt x="912769" y="40997"/>
                  <a:pt x="911017" y="37215"/>
                  <a:pt x="908590" y="33898"/>
                </a:cubicBezTo>
                <a:cubicBezTo>
                  <a:pt x="906164" y="30579"/>
                  <a:pt x="903064" y="27936"/>
                  <a:pt x="899289" y="25968"/>
                </a:cubicBezTo>
                <a:cubicBezTo>
                  <a:pt x="895515" y="24000"/>
                  <a:pt x="891087" y="23016"/>
                  <a:pt x="886004" y="23016"/>
                </a:cubicBezTo>
                <a:cubicBezTo>
                  <a:pt x="881460" y="23016"/>
                  <a:pt x="877320" y="23826"/>
                  <a:pt x="873585" y="25447"/>
                </a:cubicBezTo>
                <a:cubicBezTo>
                  <a:pt x="869850" y="27066"/>
                  <a:pt x="866635" y="29284"/>
                  <a:pt x="863939" y="32100"/>
                </a:cubicBezTo>
                <a:cubicBezTo>
                  <a:pt x="861243" y="34915"/>
                  <a:pt x="859163" y="38252"/>
                  <a:pt x="857700" y="42111"/>
                </a:cubicBezTo>
                <a:cubicBezTo>
                  <a:pt x="856237" y="45968"/>
                  <a:pt x="855505" y="50134"/>
                  <a:pt x="855505" y="54609"/>
                </a:cubicBezTo>
                <a:cubicBezTo>
                  <a:pt x="855505" y="59237"/>
                  <a:pt x="856217" y="63480"/>
                  <a:pt x="857642" y="67339"/>
                </a:cubicBezTo>
                <a:cubicBezTo>
                  <a:pt x="859067" y="71196"/>
                  <a:pt x="861089" y="74513"/>
                  <a:pt x="863708" y="77292"/>
                </a:cubicBezTo>
                <a:cubicBezTo>
                  <a:pt x="866326" y="80069"/>
                  <a:pt x="869522" y="82209"/>
                  <a:pt x="873296" y="83714"/>
                </a:cubicBezTo>
                <a:cubicBezTo>
                  <a:pt x="877070" y="85218"/>
                  <a:pt x="881306" y="85970"/>
                  <a:pt x="886004" y="85970"/>
                </a:cubicBezTo>
                <a:cubicBezTo>
                  <a:pt x="892782" y="85970"/>
                  <a:pt x="898558" y="84431"/>
                  <a:pt x="903333" y="81353"/>
                </a:cubicBezTo>
                <a:cubicBezTo>
                  <a:pt x="908109" y="78275"/>
                  <a:pt x="911652" y="73158"/>
                  <a:pt x="913963" y="66001"/>
                </a:cubicBezTo>
                <a:lnTo>
                  <a:pt x="899522" y="66001"/>
                </a:lnTo>
                <a:cubicBezTo>
                  <a:pt x="898982" y="67833"/>
                  <a:pt x="897518" y="69570"/>
                  <a:pt x="895130" y="71212"/>
                </a:cubicBezTo>
                <a:cubicBezTo>
                  <a:pt x="892744" y="72852"/>
                  <a:pt x="889894" y="73673"/>
                  <a:pt x="886582" y="73673"/>
                </a:cubicBezTo>
                <a:cubicBezTo>
                  <a:pt x="881961" y="73673"/>
                  <a:pt x="878418" y="72480"/>
                  <a:pt x="875952" y="70096"/>
                </a:cubicBezTo>
                <a:cubicBezTo>
                  <a:pt x="873488" y="67710"/>
                  <a:pt x="872141" y="63863"/>
                  <a:pt x="871910" y="58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thatcallsthe'mlx.core.abs'API&quot;">
            <a:extLst xmlns:a="http://schemas.openxmlformats.org/drawingml/2006/main">
              <a:ext uri="{FF2B5EF4-FFF2-40B4-BE49-F238E27FC236}">
                <a16:creationId xmlns:a16="http://schemas.microsoft.com/office/drawing/2014/main" id="{9F424616-36A6-40C6-B794-F61BFBD2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573" y="4722333"/>
            <a:ext cx="1772094" cy="84052"/>
          </a:xfrm>
          <a:custGeom xmlns:a="http://schemas.openxmlformats.org/drawingml/2006/main">
            <a:pathLst>
              <a:path w="1772094" h="84052">
                <a:moveTo>
                  <a:pt x="26340" y="22790"/>
                </a:moveTo>
                <a:lnTo>
                  <a:pt x="26340" y="4851"/>
                </a:lnTo>
                <a:lnTo>
                  <a:pt x="9935" y="4851"/>
                </a:lnTo>
                <a:lnTo>
                  <a:pt x="9935" y="22790"/>
                </a:lnTo>
                <a:lnTo>
                  <a:pt x="0" y="22790"/>
                </a:lnTo>
                <a:lnTo>
                  <a:pt x="0" y="33734"/>
                </a:lnTo>
                <a:lnTo>
                  <a:pt x="9935" y="33734"/>
                </a:lnTo>
                <a:lnTo>
                  <a:pt x="9935" y="68950"/>
                </a:lnTo>
                <a:cubicBezTo>
                  <a:pt x="9935" y="71953"/>
                  <a:pt x="10436" y="74378"/>
                  <a:pt x="11437" y="76225"/>
                </a:cubicBezTo>
                <a:cubicBezTo>
                  <a:pt x="12439" y="78073"/>
                  <a:pt x="13805" y="79497"/>
                  <a:pt x="15538" y="80498"/>
                </a:cubicBezTo>
                <a:cubicBezTo>
                  <a:pt x="17271" y="81498"/>
                  <a:pt x="19274" y="82171"/>
                  <a:pt x="21545" y="82517"/>
                </a:cubicBezTo>
                <a:cubicBezTo>
                  <a:pt x="23818" y="82863"/>
                  <a:pt x="26226" y="83037"/>
                  <a:pt x="28768" y="83037"/>
                </a:cubicBezTo>
                <a:cubicBezTo>
                  <a:pt x="30385" y="83037"/>
                  <a:pt x="32041" y="82999"/>
                  <a:pt x="33735" y="82924"/>
                </a:cubicBezTo>
                <a:cubicBezTo>
                  <a:pt x="35430" y="82849"/>
                  <a:pt x="36970" y="82698"/>
                  <a:pt x="38356" y="82473"/>
                </a:cubicBezTo>
                <a:lnTo>
                  <a:pt x="38356" y="69713"/>
                </a:lnTo>
                <a:cubicBezTo>
                  <a:pt x="37586" y="69867"/>
                  <a:pt x="36778" y="69983"/>
                  <a:pt x="35930" y="70061"/>
                </a:cubicBezTo>
                <a:cubicBezTo>
                  <a:pt x="35083" y="70137"/>
                  <a:pt x="34197" y="70175"/>
                  <a:pt x="33274" y="70175"/>
                </a:cubicBezTo>
                <a:cubicBezTo>
                  <a:pt x="30500" y="70175"/>
                  <a:pt x="28651" y="69714"/>
                  <a:pt x="27726" y="68791"/>
                </a:cubicBezTo>
                <a:cubicBezTo>
                  <a:pt x="26802" y="67869"/>
                  <a:pt x="26340" y="66024"/>
                  <a:pt x="26340" y="63256"/>
                </a:cubicBezTo>
                <a:lnTo>
                  <a:pt x="26340" y="33734"/>
                </a:lnTo>
                <a:lnTo>
                  <a:pt x="38356" y="33734"/>
                </a:lnTo>
                <a:lnTo>
                  <a:pt x="38356" y="22790"/>
                </a:lnTo>
                <a:lnTo>
                  <a:pt x="26340" y="22790"/>
                </a:lnTo>
                <a:close/>
                <a:moveTo>
                  <a:pt x="46097" y="0"/>
                </a:moveTo>
                <a:lnTo>
                  <a:pt x="46097" y="82473"/>
                </a:lnTo>
                <a:lnTo>
                  <a:pt x="62502" y="82473"/>
                </a:lnTo>
                <a:lnTo>
                  <a:pt x="62502" y="51168"/>
                </a:lnTo>
                <a:cubicBezTo>
                  <a:pt x="62502" y="45084"/>
                  <a:pt x="63503" y="40714"/>
                  <a:pt x="65506" y="38058"/>
                </a:cubicBezTo>
                <a:cubicBezTo>
                  <a:pt x="67508" y="35401"/>
                  <a:pt x="70743" y="34072"/>
                  <a:pt x="75210" y="34072"/>
                </a:cubicBezTo>
                <a:cubicBezTo>
                  <a:pt x="79139" y="34072"/>
                  <a:pt x="81873" y="35285"/>
                  <a:pt x="83412" y="37711"/>
                </a:cubicBezTo>
                <a:cubicBezTo>
                  <a:pt x="84953" y="40136"/>
                  <a:pt x="85724" y="43814"/>
                  <a:pt x="85724" y="48743"/>
                </a:cubicBezTo>
                <a:lnTo>
                  <a:pt x="85724" y="82473"/>
                </a:lnTo>
                <a:lnTo>
                  <a:pt x="102129" y="82473"/>
                </a:lnTo>
                <a:lnTo>
                  <a:pt x="102129" y="45717"/>
                </a:lnTo>
                <a:cubicBezTo>
                  <a:pt x="102129" y="42019"/>
                  <a:pt x="101801" y="38648"/>
                  <a:pt x="101147" y="35604"/>
                </a:cubicBezTo>
                <a:cubicBezTo>
                  <a:pt x="100492" y="32560"/>
                  <a:pt x="99356" y="29979"/>
                  <a:pt x="97737" y="27860"/>
                </a:cubicBezTo>
                <a:cubicBezTo>
                  <a:pt x="96120" y="25741"/>
                  <a:pt x="93906" y="24084"/>
                  <a:pt x="91095" y="22890"/>
                </a:cubicBezTo>
                <a:cubicBezTo>
                  <a:pt x="88284" y="21695"/>
                  <a:pt x="84683" y="21098"/>
                  <a:pt x="80294" y="21098"/>
                </a:cubicBezTo>
                <a:cubicBezTo>
                  <a:pt x="77213" y="21098"/>
                  <a:pt x="74054" y="21889"/>
                  <a:pt x="70819" y="23472"/>
                </a:cubicBezTo>
                <a:cubicBezTo>
                  <a:pt x="67585" y="25055"/>
                  <a:pt x="64928" y="27584"/>
                  <a:pt x="62849" y="31059"/>
                </a:cubicBezTo>
                <a:lnTo>
                  <a:pt x="62502" y="31059"/>
                </a:lnTo>
                <a:lnTo>
                  <a:pt x="62502" y="0"/>
                </a:lnTo>
                <a:lnTo>
                  <a:pt x="46097" y="0"/>
                </a:lnTo>
                <a:close/>
                <a:moveTo>
                  <a:pt x="113497" y="41113"/>
                </a:moveTo>
                <a:cubicBezTo>
                  <a:pt x="113727" y="37262"/>
                  <a:pt x="114690" y="34066"/>
                  <a:pt x="116384" y="31525"/>
                </a:cubicBezTo>
                <a:cubicBezTo>
                  <a:pt x="118079" y="28983"/>
                  <a:pt x="120235" y="26941"/>
                  <a:pt x="122854" y="25401"/>
                </a:cubicBezTo>
                <a:cubicBezTo>
                  <a:pt x="125472" y="23860"/>
                  <a:pt x="128418" y="22762"/>
                  <a:pt x="131691" y="22108"/>
                </a:cubicBezTo>
                <a:cubicBezTo>
                  <a:pt x="134965" y="21453"/>
                  <a:pt x="138258" y="21126"/>
                  <a:pt x="141570" y="21126"/>
                </a:cubicBezTo>
                <a:cubicBezTo>
                  <a:pt x="144574" y="21126"/>
                  <a:pt x="147616" y="21338"/>
                  <a:pt x="150696" y="21762"/>
                </a:cubicBezTo>
                <a:cubicBezTo>
                  <a:pt x="153778" y="22185"/>
                  <a:pt x="156589" y="23013"/>
                  <a:pt x="159130" y="24246"/>
                </a:cubicBezTo>
                <a:cubicBezTo>
                  <a:pt x="161672" y="25478"/>
                  <a:pt x="163751" y="27191"/>
                  <a:pt x="165368" y="29387"/>
                </a:cubicBezTo>
                <a:cubicBezTo>
                  <a:pt x="166987" y="31582"/>
                  <a:pt x="167796" y="34489"/>
                  <a:pt x="167796" y="38109"/>
                </a:cubicBezTo>
                <a:lnTo>
                  <a:pt x="167796" y="69186"/>
                </a:lnTo>
                <a:cubicBezTo>
                  <a:pt x="167796" y="71882"/>
                  <a:pt x="167950" y="74462"/>
                  <a:pt x="168258" y="76927"/>
                </a:cubicBezTo>
                <a:cubicBezTo>
                  <a:pt x="168565" y="79391"/>
                  <a:pt x="169104" y="81240"/>
                  <a:pt x="169874" y="82473"/>
                </a:cubicBezTo>
                <a:lnTo>
                  <a:pt x="153238" y="82473"/>
                </a:lnTo>
                <a:cubicBezTo>
                  <a:pt x="152930" y="81549"/>
                  <a:pt x="152680" y="80606"/>
                  <a:pt x="152487" y="79643"/>
                </a:cubicBezTo>
                <a:cubicBezTo>
                  <a:pt x="152294" y="78680"/>
                  <a:pt x="152160" y="77697"/>
                  <a:pt x="152083" y="76696"/>
                </a:cubicBezTo>
                <a:cubicBezTo>
                  <a:pt x="149465" y="79392"/>
                  <a:pt x="146384" y="81279"/>
                  <a:pt x="142841" y="82358"/>
                </a:cubicBezTo>
                <a:cubicBezTo>
                  <a:pt x="139298" y="83436"/>
                  <a:pt x="135677" y="83975"/>
                  <a:pt x="131980" y="83975"/>
                </a:cubicBezTo>
                <a:cubicBezTo>
                  <a:pt x="129131" y="83975"/>
                  <a:pt x="126474" y="83628"/>
                  <a:pt x="124008" y="82935"/>
                </a:cubicBezTo>
                <a:cubicBezTo>
                  <a:pt x="121544" y="82241"/>
                  <a:pt x="119387" y="81163"/>
                  <a:pt x="117539" y="79700"/>
                </a:cubicBezTo>
                <a:cubicBezTo>
                  <a:pt x="115691" y="78237"/>
                  <a:pt x="114248" y="76389"/>
                  <a:pt x="113208" y="74156"/>
                </a:cubicBezTo>
                <a:cubicBezTo>
                  <a:pt x="112167" y="71921"/>
                  <a:pt x="111647" y="69264"/>
                  <a:pt x="111647" y="66182"/>
                </a:cubicBezTo>
                <a:cubicBezTo>
                  <a:pt x="111647" y="62794"/>
                  <a:pt x="112244" y="60002"/>
                  <a:pt x="113439" y="57807"/>
                </a:cubicBezTo>
                <a:cubicBezTo>
                  <a:pt x="114633" y="55612"/>
                  <a:pt x="116173" y="53859"/>
                  <a:pt x="118059" y="52550"/>
                </a:cubicBezTo>
                <a:cubicBezTo>
                  <a:pt x="119946" y="51241"/>
                  <a:pt x="122103" y="50259"/>
                  <a:pt x="124529" y="49605"/>
                </a:cubicBezTo>
                <a:cubicBezTo>
                  <a:pt x="126955" y="48950"/>
                  <a:pt x="129401" y="48430"/>
                  <a:pt x="131865" y="48046"/>
                </a:cubicBezTo>
                <a:cubicBezTo>
                  <a:pt x="134330" y="47661"/>
                  <a:pt x="136756" y="47352"/>
                  <a:pt x="139142" y="47121"/>
                </a:cubicBezTo>
                <a:cubicBezTo>
                  <a:pt x="141531" y="46889"/>
                  <a:pt x="143649" y="46542"/>
                  <a:pt x="145497" y="46081"/>
                </a:cubicBezTo>
                <a:cubicBezTo>
                  <a:pt x="147346" y="45619"/>
                  <a:pt x="148809" y="44945"/>
                  <a:pt x="149887" y="44060"/>
                </a:cubicBezTo>
                <a:cubicBezTo>
                  <a:pt x="150966" y="43174"/>
                  <a:pt x="151467" y="41884"/>
                  <a:pt x="151391" y="40189"/>
                </a:cubicBezTo>
                <a:cubicBezTo>
                  <a:pt x="151391" y="38417"/>
                  <a:pt x="151102" y="37011"/>
                  <a:pt x="150523" y="35972"/>
                </a:cubicBezTo>
                <a:cubicBezTo>
                  <a:pt x="149945" y="34932"/>
                  <a:pt x="149175" y="34124"/>
                  <a:pt x="148212" y="33547"/>
                </a:cubicBezTo>
                <a:cubicBezTo>
                  <a:pt x="147250" y="32969"/>
                  <a:pt x="146133" y="32583"/>
                  <a:pt x="144861" y="32390"/>
                </a:cubicBezTo>
                <a:cubicBezTo>
                  <a:pt x="143591" y="32198"/>
                  <a:pt x="142224" y="32101"/>
                  <a:pt x="140761" y="32101"/>
                </a:cubicBezTo>
                <a:cubicBezTo>
                  <a:pt x="137527" y="32101"/>
                  <a:pt x="134985" y="32795"/>
                  <a:pt x="133136" y="34181"/>
                </a:cubicBezTo>
                <a:cubicBezTo>
                  <a:pt x="131288" y="35568"/>
                  <a:pt x="130210" y="37879"/>
                  <a:pt x="129902" y="41113"/>
                </a:cubicBezTo>
                <a:lnTo>
                  <a:pt x="113497" y="41113"/>
                </a:lnTo>
                <a:moveTo>
                  <a:pt x="151391" y="53243"/>
                </a:moveTo>
                <a:cubicBezTo>
                  <a:pt x="150697" y="53860"/>
                  <a:pt x="149831" y="54342"/>
                  <a:pt x="148790" y="54689"/>
                </a:cubicBezTo>
                <a:cubicBezTo>
                  <a:pt x="147750" y="55035"/>
                  <a:pt x="146633" y="55324"/>
                  <a:pt x="145439" y="55556"/>
                </a:cubicBezTo>
                <a:cubicBezTo>
                  <a:pt x="144246" y="55786"/>
                  <a:pt x="142995" y="55978"/>
                  <a:pt x="141684" y="56132"/>
                </a:cubicBezTo>
                <a:cubicBezTo>
                  <a:pt x="140375" y="56286"/>
                  <a:pt x="139066" y="56478"/>
                  <a:pt x="137757" y="56709"/>
                </a:cubicBezTo>
                <a:cubicBezTo>
                  <a:pt x="136525" y="56940"/>
                  <a:pt x="135312" y="57249"/>
                  <a:pt x="134118" y="57634"/>
                </a:cubicBezTo>
                <a:cubicBezTo>
                  <a:pt x="132924" y="58019"/>
                  <a:pt x="131884" y="58539"/>
                  <a:pt x="130998" y="59194"/>
                </a:cubicBezTo>
                <a:cubicBezTo>
                  <a:pt x="130113" y="59849"/>
                  <a:pt x="129401" y="60677"/>
                  <a:pt x="128862" y="61678"/>
                </a:cubicBezTo>
                <a:cubicBezTo>
                  <a:pt x="128322" y="62678"/>
                  <a:pt x="128052" y="63949"/>
                  <a:pt x="128052" y="65489"/>
                </a:cubicBezTo>
                <a:cubicBezTo>
                  <a:pt x="128052" y="66953"/>
                  <a:pt x="128322" y="68185"/>
                  <a:pt x="128862" y="69186"/>
                </a:cubicBezTo>
                <a:cubicBezTo>
                  <a:pt x="129401" y="70187"/>
                  <a:pt x="130133" y="70977"/>
                  <a:pt x="131056" y="71555"/>
                </a:cubicBezTo>
                <a:cubicBezTo>
                  <a:pt x="131981" y="72132"/>
                  <a:pt x="133059" y="72537"/>
                  <a:pt x="134291" y="72768"/>
                </a:cubicBezTo>
                <a:cubicBezTo>
                  <a:pt x="135524" y="73000"/>
                  <a:pt x="136795" y="73116"/>
                  <a:pt x="138104" y="73116"/>
                </a:cubicBezTo>
                <a:cubicBezTo>
                  <a:pt x="141338" y="73116"/>
                  <a:pt x="143841" y="72577"/>
                  <a:pt x="145612" y="71499"/>
                </a:cubicBezTo>
                <a:cubicBezTo>
                  <a:pt x="147384" y="70420"/>
                  <a:pt x="148694" y="69130"/>
                  <a:pt x="149541" y="67628"/>
                </a:cubicBezTo>
                <a:cubicBezTo>
                  <a:pt x="150389" y="66126"/>
                  <a:pt x="150909" y="64605"/>
                  <a:pt x="151102" y="63064"/>
                </a:cubicBezTo>
                <a:cubicBezTo>
                  <a:pt x="151294" y="61523"/>
                  <a:pt x="151391" y="60291"/>
                  <a:pt x="151391" y="59367"/>
                </a:cubicBezTo>
                <a:lnTo>
                  <a:pt x="151391" y="53243"/>
                </a:lnTo>
                <a:close/>
                <a:moveTo>
                  <a:pt x="200782" y="22790"/>
                </a:moveTo>
                <a:lnTo>
                  <a:pt x="200782" y="4851"/>
                </a:lnTo>
                <a:lnTo>
                  <a:pt x="184377" y="4851"/>
                </a:lnTo>
                <a:lnTo>
                  <a:pt x="184377" y="22790"/>
                </a:lnTo>
                <a:lnTo>
                  <a:pt x="174442" y="22790"/>
                </a:lnTo>
                <a:lnTo>
                  <a:pt x="174442" y="33734"/>
                </a:lnTo>
                <a:lnTo>
                  <a:pt x="184377" y="33734"/>
                </a:lnTo>
                <a:lnTo>
                  <a:pt x="184377" y="68950"/>
                </a:lnTo>
                <a:cubicBezTo>
                  <a:pt x="184377" y="71953"/>
                  <a:pt x="184878" y="74378"/>
                  <a:pt x="185879" y="76225"/>
                </a:cubicBezTo>
                <a:cubicBezTo>
                  <a:pt x="186881" y="78073"/>
                  <a:pt x="188247" y="79497"/>
                  <a:pt x="189980" y="80498"/>
                </a:cubicBezTo>
                <a:cubicBezTo>
                  <a:pt x="191713" y="81498"/>
                  <a:pt x="193716" y="82171"/>
                  <a:pt x="195988" y="82517"/>
                </a:cubicBezTo>
                <a:cubicBezTo>
                  <a:pt x="198260" y="82863"/>
                  <a:pt x="200668" y="83037"/>
                  <a:pt x="203210" y="83037"/>
                </a:cubicBezTo>
                <a:cubicBezTo>
                  <a:pt x="204827" y="83037"/>
                  <a:pt x="206483" y="82999"/>
                  <a:pt x="208178" y="82924"/>
                </a:cubicBezTo>
                <a:cubicBezTo>
                  <a:pt x="209872" y="82849"/>
                  <a:pt x="211412" y="82698"/>
                  <a:pt x="212798" y="82473"/>
                </a:cubicBezTo>
                <a:lnTo>
                  <a:pt x="212798" y="69713"/>
                </a:lnTo>
                <a:cubicBezTo>
                  <a:pt x="212028" y="69867"/>
                  <a:pt x="211220" y="69983"/>
                  <a:pt x="210372" y="70061"/>
                </a:cubicBezTo>
                <a:cubicBezTo>
                  <a:pt x="209525" y="70137"/>
                  <a:pt x="208639" y="70175"/>
                  <a:pt x="207716" y="70175"/>
                </a:cubicBezTo>
                <a:cubicBezTo>
                  <a:pt x="204942" y="70175"/>
                  <a:pt x="203093" y="69714"/>
                  <a:pt x="202168" y="68791"/>
                </a:cubicBezTo>
                <a:cubicBezTo>
                  <a:pt x="201244" y="67869"/>
                  <a:pt x="200782" y="66024"/>
                  <a:pt x="200782" y="63256"/>
                </a:cubicBezTo>
                <a:lnTo>
                  <a:pt x="200782" y="33734"/>
                </a:lnTo>
                <a:lnTo>
                  <a:pt x="212798" y="33734"/>
                </a:lnTo>
                <a:lnTo>
                  <a:pt x="212798" y="22790"/>
                </a:lnTo>
                <a:lnTo>
                  <a:pt x="200782" y="22790"/>
                </a:lnTo>
                <a:close/>
                <a:moveTo>
                  <a:pt x="293339" y="43775"/>
                </a:moveTo>
                <a:lnTo>
                  <a:pt x="309397" y="43775"/>
                </a:lnTo>
                <a:cubicBezTo>
                  <a:pt x="309167" y="39918"/>
                  <a:pt x="308242" y="36582"/>
                  <a:pt x="306624" y="33767"/>
                </a:cubicBezTo>
                <a:cubicBezTo>
                  <a:pt x="305007" y="30951"/>
                  <a:pt x="302908" y="28599"/>
                  <a:pt x="300327" y="26709"/>
                </a:cubicBezTo>
                <a:cubicBezTo>
                  <a:pt x="297748" y="24819"/>
                  <a:pt x="294821" y="23412"/>
                  <a:pt x="291548" y="22487"/>
                </a:cubicBezTo>
                <a:cubicBezTo>
                  <a:pt x="288275" y="21561"/>
                  <a:pt x="284867" y="21098"/>
                  <a:pt x="281324" y="21098"/>
                </a:cubicBezTo>
                <a:cubicBezTo>
                  <a:pt x="276471" y="21098"/>
                  <a:pt x="272158" y="21908"/>
                  <a:pt x="268383" y="23529"/>
                </a:cubicBezTo>
                <a:cubicBezTo>
                  <a:pt x="264609" y="25148"/>
                  <a:pt x="261413" y="27405"/>
                  <a:pt x="258795" y="30298"/>
                </a:cubicBezTo>
                <a:cubicBezTo>
                  <a:pt x="256176" y="33191"/>
                  <a:pt x="254193" y="36625"/>
                  <a:pt x="252845" y="40598"/>
                </a:cubicBezTo>
                <a:cubicBezTo>
                  <a:pt x="251497" y="44570"/>
                  <a:pt x="250823" y="48871"/>
                  <a:pt x="250823" y="53500"/>
                </a:cubicBezTo>
                <a:cubicBezTo>
                  <a:pt x="250823" y="57976"/>
                  <a:pt x="251555" y="62084"/>
                  <a:pt x="253018" y="65826"/>
                </a:cubicBezTo>
                <a:cubicBezTo>
                  <a:pt x="254481" y="69567"/>
                  <a:pt x="256522" y="72788"/>
                  <a:pt x="259140" y="75488"/>
                </a:cubicBezTo>
                <a:cubicBezTo>
                  <a:pt x="261760" y="78189"/>
                  <a:pt x="264937" y="80291"/>
                  <a:pt x="268672" y="81796"/>
                </a:cubicBezTo>
                <a:cubicBezTo>
                  <a:pt x="272408" y="83300"/>
                  <a:pt x="276510" y="84052"/>
                  <a:pt x="280977" y="84052"/>
                </a:cubicBezTo>
                <a:cubicBezTo>
                  <a:pt x="288909" y="84052"/>
                  <a:pt x="295417" y="81964"/>
                  <a:pt x="300500" y="77789"/>
                </a:cubicBezTo>
                <a:cubicBezTo>
                  <a:pt x="305584" y="73612"/>
                  <a:pt x="308666" y="67557"/>
                  <a:pt x="309744" y="59625"/>
                </a:cubicBezTo>
                <a:lnTo>
                  <a:pt x="293916" y="59625"/>
                </a:lnTo>
                <a:cubicBezTo>
                  <a:pt x="293378" y="63322"/>
                  <a:pt x="292049" y="66268"/>
                  <a:pt x="289930" y="68463"/>
                </a:cubicBezTo>
                <a:cubicBezTo>
                  <a:pt x="287812" y="70658"/>
                  <a:pt x="284790" y="71755"/>
                  <a:pt x="280862" y="71755"/>
                </a:cubicBezTo>
                <a:cubicBezTo>
                  <a:pt x="278320" y="71755"/>
                  <a:pt x="276163" y="71177"/>
                  <a:pt x="274391" y="70022"/>
                </a:cubicBezTo>
                <a:cubicBezTo>
                  <a:pt x="272620" y="68866"/>
                  <a:pt x="271214" y="67384"/>
                  <a:pt x="270174" y="65574"/>
                </a:cubicBezTo>
                <a:cubicBezTo>
                  <a:pt x="269135" y="63763"/>
                  <a:pt x="268384" y="61741"/>
                  <a:pt x="267921" y="59506"/>
                </a:cubicBezTo>
                <a:cubicBezTo>
                  <a:pt x="267459" y="57272"/>
                  <a:pt x="267228" y="55077"/>
                  <a:pt x="267228" y="52920"/>
                </a:cubicBezTo>
                <a:cubicBezTo>
                  <a:pt x="267228" y="50686"/>
                  <a:pt x="267459" y="48433"/>
                  <a:pt x="267921" y="46162"/>
                </a:cubicBezTo>
                <a:cubicBezTo>
                  <a:pt x="268384" y="43889"/>
                  <a:pt x="269174" y="41809"/>
                  <a:pt x="270290" y="39921"/>
                </a:cubicBezTo>
                <a:cubicBezTo>
                  <a:pt x="271407" y="38034"/>
                  <a:pt x="272851" y="36493"/>
                  <a:pt x="274622" y="35299"/>
                </a:cubicBezTo>
                <a:cubicBezTo>
                  <a:pt x="276394" y="34105"/>
                  <a:pt x="278589" y="33508"/>
                  <a:pt x="281208" y="33508"/>
                </a:cubicBezTo>
                <a:cubicBezTo>
                  <a:pt x="288217" y="33508"/>
                  <a:pt x="292261" y="36930"/>
                  <a:pt x="293339" y="43775"/>
                </a:cubicBezTo>
                <a:close/>
                <a:moveTo>
                  <a:pt x="317778" y="41113"/>
                </a:moveTo>
                <a:cubicBezTo>
                  <a:pt x="318008" y="37262"/>
                  <a:pt x="318970" y="34066"/>
                  <a:pt x="320665" y="31525"/>
                </a:cubicBezTo>
                <a:cubicBezTo>
                  <a:pt x="322360" y="28983"/>
                  <a:pt x="324516" y="26941"/>
                  <a:pt x="327135" y="25401"/>
                </a:cubicBezTo>
                <a:cubicBezTo>
                  <a:pt x="329753" y="23860"/>
                  <a:pt x="332699" y="22762"/>
                  <a:pt x="335972" y="22108"/>
                </a:cubicBezTo>
                <a:cubicBezTo>
                  <a:pt x="339246" y="21453"/>
                  <a:pt x="342539" y="21126"/>
                  <a:pt x="345851" y="21126"/>
                </a:cubicBezTo>
                <a:cubicBezTo>
                  <a:pt x="348855" y="21126"/>
                  <a:pt x="351897" y="21338"/>
                  <a:pt x="354977" y="21762"/>
                </a:cubicBezTo>
                <a:cubicBezTo>
                  <a:pt x="358059" y="22185"/>
                  <a:pt x="360870" y="23013"/>
                  <a:pt x="363410" y="24246"/>
                </a:cubicBezTo>
                <a:cubicBezTo>
                  <a:pt x="365953" y="25478"/>
                  <a:pt x="368032" y="27191"/>
                  <a:pt x="369649" y="29387"/>
                </a:cubicBezTo>
                <a:cubicBezTo>
                  <a:pt x="371267" y="31582"/>
                  <a:pt x="372077" y="34489"/>
                  <a:pt x="372077" y="38109"/>
                </a:cubicBezTo>
                <a:lnTo>
                  <a:pt x="372077" y="69186"/>
                </a:lnTo>
                <a:cubicBezTo>
                  <a:pt x="372077" y="71882"/>
                  <a:pt x="372231" y="74462"/>
                  <a:pt x="372538" y="76927"/>
                </a:cubicBezTo>
                <a:cubicBezTo>
                  <a:pt x="372846" y="79391"/>
                  <a:pt x="373385" y="81240"/>
                  <a:pt x="374155" y="82473"/>
                </a:cubicBezTo>
                <a:lnTo>
                  <a:pt x="357519" y="82473"/>
                </a:lnTo>
                <a:cubicBezTo>
                  <a:pt x="357211" y="81549"/>
                  <a:pt x="356961" y="80606"/>
                  <a:pt x="356768" y="79643"/>
                </a:cubicBezTo>
                <a:cubicBezTo>
                  <a:pt x="356575" y="78680"/>
                  <a:pt x="356441" y="77697"/>
                  <a:pt x="356364" y="76696"/>
                </a:cubicBezTo>
                <a:cubicBezTo>
                  <a:pt x="353746" y="79392"/>
                  <a:pt x="350665" y="81279"/>
                  <a:pt x="347122" y="82358"/>
                </a:cubicBezTo>
                <a:cubicBezTo>
                  <a:pt x="343579" y="83436"/>
                  <a:pt x="339958" y="83975"/>
                  <a:pt x="336261" y="83975"/>
                </a:cubicBezTo>
                <a:cubicBezTo>
                  <a:pt x="333412" y="83975"/>
                  <a:pt x="330755" y="83628"/>
                  <a:pt x="328289" y="82935"/>
                </a:cubicBezTo>
                <a:cubicBezTo>
                  <a:pt x="325825" y="82241"/>
                  <a:pt x="323668" y="81163"/>
                  <a:pt x="321820" y="79700"/>
                </a:cubicBezTo>
                <a:cubicBezTo>
                  <a:pt x="319972" y="78237"/>
                  <a:pt x="318529" y="76389"/>
                  <a:pt x="317489" y="74156"/>
                </a:cubicBezTo>
                <a:cubicBezTo>
                  <a:pt x="316448" y="71921"/>
                  <a:pt x="315928" y="69264"/>
                  <a:pt x="315928" y="66182"/>
                </a:cubicBezTo>
                <a:cubicBezTo>
                  <a:pt x="315928" y="62794"/>
                  <a:pt x="316525" y="60002"/>
                  <a:pt x="317719" y="57807"/>
                </a:cubicBezTo>
                <a:cubicBezTo>
                  <a:pt x="318913" y="55612"/>
                  <a:pt x="320454" y="53859"/>
                  <a:pt x="322340" y="52550"/>
                </a:cubicBezTo>
                <a:cubicBezTo>
                  <a:pt x="324227" y="51241"/>
                  <a:pt x="326384" y="50259"/>
                  <a:pt x="328809" y="49605"/>
                </a:cubicBezTo>
                <a:cubicBezTo>
                  <a:pt x="331236" y="48950"/>
                  <a:pt x="333682" y="48430"/>
                  <a:pt x="336146" y="48046"/>
                </a:cubicBezTo>
                <a:cubicBezTo>
                  <a:pt x="338611" y="47661"/>
                  <a:pt x="341037" y="47352"/>
                  <a:pt x="343423" y="47121"/>
                </a:cubicBezTo>
                <a:cubicBezTo>
                  <a:pt x="345811" y="46889"/>
                  <a:pt x="347930" y="46542"/>
                  <a:pt x="349778" y="46081"/>
                </a:cubicBezTo>
                <a:cubicBezTo>
                  <a:pt x="351627" y="45619"/>
                  <a:pt x="353090" y="44945"/>
                  <a:pt x="354168" y="44060"/>
                </a:cubicBezTo>
                <a:cubicBezTo>
                  <a:pt x="355247" y="43174"/>
                  <a:pt x="355748" y="41884"/>
                  <a:pt x="355672" y="40189"/>
                </a:cubicBezTo>
                <a:cubicBezTo>
                  <a:pt x="355672" y="38417"/>
                  <a:pt x="355383" y="37011"/>
                  <a:pt x="354804" y="35972"/>
                </a:cubicBezTo>
                <a:cubicBezTo>
                  <a:pt x="354226" y="34932"/>
                  <a:pt x="353456" y="34124"/>
                  <a:pt x="352493" y="33547"/>
                </a:cubicBezTo>
                <a:cubicBezTo>
                  <a:pt x="351531" y="32969"/>
                  <a:pt x="350414" y="32583"/>
                  <a:pt x="349142" y="32390"/>
                </a:cubicBezTo>
                <a:cubicBezTo>
                  <a:pt x="347872" y="32198"/>
                  <a:pt x="346505" y="32101"/>
                  <a:pt x="345042" y="32101"/>
                </a:cubicBezTo>
                <a:cubicBezTo>
                  <a:pt x="341807" y="32101"/>
                  <a:pt x="339266" y="32795"/>
                  <a:pt x="337417" y="34181"/>
                </a:cubicBezTo>
                <a:cubicBezTo>
                  <a:pt x="335569" y="35568"/>
                  <a:pt x="334491" y="37879"/>
                  <a:pt x="334183" y="41113"/>
                </a:cubicBezTo>
                <a:lnTo>
                  <a:pt x="317778" y="41113"/>
                </a:lnTo>
                <a:moveTo>
                  <a:pt x="355672" y="53243"/>
                </a:moveTo>
                <a:cubicBezTo>
                  <a:pt x="354978" y="53860"/>
                  <a:pt x="354112" y="54342"/>
                  <a:pt x="353071" y="54689"/>
                </a:cubicBezTo>
                <a:cubicBezTo>
                  <a:pt x="352031" y="55035"/>
                  <a:pt x="350914" y="55324"/>
                  <a:pt x="349720" y="55556"/>
                </a:cubicBezTo>
                <a:cubicBezTo>
                  <a:pt x="348527" y="55786"/>
                  <a:pt x="347276" y="55978"/>
                  <a:pt x="345965" y="56132"/>
                </a:cubicBezTo>
                <a:cubicBezTo>
                  <a:pt x="344656" y="56286"/>
                  <a:pt x="343347" y="56478"/>
                  <a:pt x="342038" y="56709"/>
                </a:cubicBezTo>
                <a:cubicBezTo>
                  <a:pt x="340806" y="56940"/>
                  <a:pt x="339593" y="57249"/>
                  <a:pt x="338399" y="57634"/>
                </a:cubicBezTo>
                <a:cubicBezTo>
                  <a:pt x="337205" y="58019"/>
                  <a:pt x="336165" y="58539"/>
                  <a:pt x="335279" y="59194"/>
                </a:cubicBezTo>
                <a:cubicBezTo>
                  <a:pt x="334394" y="59849"/>
                  <a:pt x="333682" y="60677"/>
                  <a:pt x="333143" y="61678"/>
                </a:cubicBezTo>
                <a:cubicBezTo>
                  <a:pt x="332603" y="62678"/>
                  <a:pt x="332333" y="63949"/>
                  <a:pt x="332333" y="65489"/>
                </a:cubicBezTo>
                <a:cubicBezTo>
                  <a:pt x="332333" y="66953"/>
                  <a:pt x="332603" y="68185"/>
                  <a:pt x="333143" y="69186"/>
                </a:cubicBezTo>
                <a:cubicBezTo>
                  <a:pt x="333682" y="70187"/>
                  <a:pt x="334414" y="70977"/>
                  <a:pt x="335337" y="71555"/>
                </a:cubicBezTo>
                <a:cubicBezTo>
                  <a:pt x="336262" y="72132"/>
                  <a:pt x="337340" y="72537"/>
                  <a:pt x="338572" y="72768"/>
                </a:cubicBezTo>
                <a:cubicBezTo>
                  <a:pt x="339805" y="73000"/>
                  <a:pt x="341076" y="73116"/>
                  <a:pt x="342385" y="73116"/>
                </a:cubicBezTo>
                <a:cubicBezTo>
                  <a:pt x="345619" y="73116"/>
                  <a:pt x="348122" y="72577"/>
                  <a:pt x="349893" y="71499"/>
                </a:cubicBezTo>
                <a:cubicBezTo>
                  <a:pt x="351665" y="70420"/>
                  <a:pt x="352975" y="69130"/>
                  <a:pt x="353822" y="67628"/>
                </a:cubicBezTo>
                <a:cubicBezTo>
                  <a:pt x="354670" y="66126"/>
                  <a:pt x="355190" y="64605"/>
                  <a:pt x="355383" y="63064"/>
                </a:cubicBezTo>
                <a:cubicBezTo>
                  <a:pt x="355575" y="61523"/>
                  <a:pt x="355672" y="60291"/>
                  <a:pt x="355672" y="59367"/>
                </a:cubicBezTo>
                <a:lnTo>
                  <a:pt x="355672" y="53243"/>
                </a:lnTo>
                <a:close/>
                <a:moveTo>
                  <a:pt x="384730" y="0"/>
                </a:moveTo>
                <a:lnTo>
                  <a:pt x="384730" y="82473"/>
                </a:lnTo>
                <a:lnTo>
                  <a:pt x="401135" y="82473"/>
                </a:lnTo>
                <a:lnTo>
                  <a:pt x="401135" y="0"/>
                </a:lnTo>
                <a:lnTo>
                  <a:pt x="384730" y="0"/>
                </a:lnTo>
                <a:close/>
                <a:moveTo>
                  <a:pt x="414570" y="0"/>
                </a:moveTo>
                <a:lnTo>
                  <a:pt x="414570" y="82473"/>
                </a:lnTo>
                <a:lnTo>
                  <a:pt x="430975" y="82473"/>
                </a:lnTo>
                <a:lnTo>
                  <a:pt x="430975" y="0"/>
                </a:lnTo>
                <a:lnTo>
                  <a:pt x="414570" y="0"/>
                </a:lnTo>
                <a:close/>
                <a:moveTo>
                  <a:pt x="456655" y="63067"/>
                </a:moveTo>
                <a:lnTo>
                  <a:pt x="441059" y="63067"/>
                </a:lnTo>
                <a:cubicBezTo>
                  <a:pt x="441213" y="67065"/>
                  <a:pt x="442118" y="70391"/>
                  <a:pt x="443774" y="73043"/>
                </a:cubicBezTo>
                <a:cubicBezTo>
                  <a:pt x="445430" y="75695"/>
                  <a:pt x="447547" y="77828"/>
                  <a:pt x="450127" y="79442"/>
                </a:cubicBezTo>
                <a:cubicBezTo>
                  <a:pt x="452708" y="81057"/>
                  <a:pt x="455654" y="82210"/>
                  <a:pt x="458966" y="82901"/>
                </a:cubicBezTo>
                <a:cubicBezTo>
                  <a:pt x="462278" y="83593"/>
                  <a:pt x="465666" y="83939"/>
                  <a:pt x="469132" y="83939"/>
                </a:cubicBezTo>
                <a:cubicBezTo>
                  <a:pt x="472520" y="83939"/>
                  <a:pt x="475851" y="83611"/>
                  <a:pt x="479124" y="82956"/>
                </a:cubicBezTo>
                <a:cubicBezTo>
                  <a:pt x="482398" y="82301"/>
                  <a:pt x="485306" y="81165"/>
                  <a:pt x="487846" y="79546"/>
                </a:cubicBezTo>
                <a:cubicBezTo>
                  <a:pt x="490388" y="77928"/>
                  <a:pt x="492449" y="75790"/>
                  <a:pt x="494027" y="73131"/>
                </a:cubicBezTo>
                <a:cubicBezTo>
                  <a:pt x="495606" y="70473"/>
                  <a:pt x="496396" y="67179"/>
                  <a:pt x="496396" y="63249"/>
                </a:cubicBezTo>
                <a:cubicBezTo>
                  <a:pt x="496396" y="60475"/>
                  <a:pt x="495857" y="58145"/>
                  <a:pt x="494778" y="56257"/>
                </a:cubicBezTo>
                <a:cubicBezTo>
                  <a:pt x="493700" y="54369"/>
                  <a:pt x="492275" y="52789"/>
                  <a:pt x="490503" y="51517"/>
                </a:cubicBezTo>
                <a:cubicBezTo>
                  <a:pt x="488732" y="50246"/>
                  <a:pt x="486711" y="49225"/>
                  <a:pt x="484439" y="48455"/>
                </a:cubicBezTo>
                <a:cubicBezTo>
                  <a:pt x="482167" y="47684"/>
                  <a:pt x="479837" y="47029"/>
                  <a:pt x="477449" y="46490"/>
                </a:cubicBezTo>
                <a:cubicBezTo>
                  <a:pt x="475139" y="45950"/>
                  <a:pt x="472866" y="45450"/>
                  <a:pt x="470632" y="44988"/>
                </a:cubicBezTo>
                <a:cubicBezTo>
                  <a:pt x="468399" y="44525"/>
                  <a:pt x="466416" y="44005"/>
                  <a:pt x="464683" y="43428"/>
                </a:cubicBezTo>
                <a:cubicBezTo>
                  <a:pt x="462950" y="42849"/>
                  <a:pt x="461545" y="42098"/>
                  <a:pt x="460466" y="41173"/>
                </a:cubicBezTo>
                <a:cubicBezTo>
                  <a:pt x="459388" y="40248"/>
                  <a:pt x="458849" y="39053"/>
                  <a:pt x="458849" y="37589"/>
                </a:cubicBezTo>
                <a:cubicBezTo>
                  <a:pt x="458849" y="36356"/>
                  <a:pt x="459157" y="35374"/>
                  <a:pt x="459773" y="34642"/>
                </a:cubicBezTo>
                <a:cubicBezTo>
                  <a:pt x="460390" y="33909"/>
                  <a:pt x="461141" y="33351"/>
                  <a:pt x="462026" y="32967"/>
                </a:cubicBezTo>
                <a:cubicBezTo>
                  <a:pt x="462912" y="32581"/>
                  <a:pt x="463894" y="32331"/>
                  <a:pt x="464972" y="32216"/>
                </a:cubicBezTo>
                <a:cubicBezTo>
                  <a:pt x="466051" y="32100"/>
                  <a:pt x="467052" y="32041"/>
                  <a:pt x="467976" y="32041"/>
                </a:cubicBezTo>
                <a:cubicBezTo>
                  <a:pt x="470902" y="32041"/>
                  <a:pt x="473443" y="32603"/>
                  <a:pt x="475600" y="33725"/>
                </a:cubicBezTo>
                <a:cubicBezTo>
                  <a:pt x="477756" y="34846"/>
                  <a:pt x="478951" y="36993"/>
                  <a:pt x="479182" y="40165"/>
                </a:cubicBezTo>
                <a:lnTo>
                  <a:pt x="494780" y="40165"/>
                </a:lnTo>
                <a:cubicBezTo>
                  <a:pt x="494472" y="36467"/>
                  <a:pt x="493528" y="33405"/>
                  <a:pt x="491949" y="30978"/>
                </a:cubicBezTo>
                <a:cubicBezTo>
                  <a:pt x="490370" y="28552"/>
                  <a:pt x="488387" y="26607"/>
                  <a:pt x="485999" y="25143"/>
                </a:cubicBezTo>
                <a:cubicBezTo>
                  <a:pt x="483612" y="23679"/>
                  <a:pt x="480897" y="22639"/>
                  <a:pt x="477855" y="22023"/>
                </a:cubicBezTo>
                <a:cubicBezTo>
                  <a:pt x="474812" y="21406"/>
                  <a:pt x="471674" y="21098"/>
                  <a:pt x="468439" y="21098"/>
                </a:cubicBezTo>
                <a:cubicBezTo>
                  <a:pt x="465204" y="21098"/>
                  <a:pt x="462045" y="21387"/>
                  <a:pt x="458964" y="21965"/>
                </a:cubicBezTo>
                <a:cubicBezTo>
                  <a:pt x="455884" y="22542"/>
                  <a:pt x="453111" y="23543"/>
                  <a:pt x="450647" y="24969"/>
                </a:cubicBezTo>
                <a:cubicBezTo>
                  <a:pt x="448183" y="26394"/>
                  <a:pt x="446199" y="28340"/>
                  <a:pt x="444697" y="30806"/>
                </a:cubicBezTo>
                <a:cubicBezTo>
                  <a:pt x="443195" y="33271"/>
                  <a:pt x="442444" y="36431"/>
                  <a:pt x="442444" y="40284"/>
                </a:cubicBezTo>
                <a:cubicBezTo>
                  <a:pt x="442444" y="42904"/>
                  <a:pt x="442983" y="45119"/>
                  <a:pt x="444061" y="46930"/>
                </a:cubicBezTo>
                <a:cubicBezTo>
                  <a:pt x="445140" y="48740"/>
                  <a:pt x="446565" y="50243"/>
                  <a:pt x="448336" y="51438"/>
                </a:cubicBezTo>
                <a:cubicBezTo>
                  <a:pt x="450108" y="52632"/>
                  <a:pt x="452130" y="53595"/>
                  <a:pt x="454402" y="54327"/>
                </a:cubicBezTo>
                <a:cubicBezTo>
                  <a:pt x="456674" y="55059"/>
                  <a:pt x="459003" y="55695"/>
                  <a:pt x="461391" y="56235"/>
                </a:cubicBezTo>
                <a:cubicBezTo>
                  <a:pt x="467244" y="57467"/>
                  <a:pt x="471807" y="58700"/>
                  <a:pt x="475080" y="59933"/>
                </a:cubicBezTo>
                <a:cubicBezTo>
                  <a:pt x="478354" y="61166"/>
                  <a:pt x="479991" y="63015"/>
                  <a:pt x="479991" y="65481"/>
                </a:cubicBezTo>
                <a:cubicBezTo>
                  <a:pt x="479991" y="66944"/>
                  <a:pt x="479644" y="68157"/>
                  <a:pt x="478951" y="69121"/>
                </a:cubicBezTo>
                <a:cubicBezTo>
                  <a:pt x="478258" y="70085"/>
                  <a:pt x="477391" y="70856"/>
                  <a:pt x="476351" y="71434"/>
                </a:cubicBezTo>
                <a:cubicBezTo>
                  <a:pt x="475312" y="72011"/>
                  <a:pt x="474157" y="72434"/>
                  <a:pt x="472885" y="72705"/>
                </a:cubicBezTo>
                <a:cubicBezTo>
                  <a:pt x="471615" y="72974"/>
                  <a:pt x="470402" y="73108"/>
                  <a:pt x="469247" y="73108"/>
                </a:cubicBezTo>
                <a:cubicBezTo>
                  <a:pt x="467630" y="73108"/>
                  <a:pt x="466070" y="72916"/>
                  <a:pt x="464568" y="72532"/>
                </a:cubicBezTo>
                <a:cubicBezTo>
                  <a:pt x="463066" y="72147"/>
                  <a:pt x="461738" y="71550"/>
                  <a:pt x="460582" y="70743"/>
                </a:cubicBezTo>
                <a:cubicBezTo>
                  <a:pt x="459427" y="69934"/>
                  <a:pt x="458483" y="68895"/>
                  <a:pt x="457751" y="67626"/>
                </a:cubicBezTo>
                <a:cubicBezTo>
                  <a:pt x="457020" y="66357"/>
                  <a:pt x="456655" y="64837"/>
                  <a:pt x="456655" y="63067"/>
                </a:cubicBezTo>
                <a:close/>
                <a:moveTo>
                  <a:pt x="558847" y="22790"/>
                </a:moveTo>
                <a:lnTo>
                  <a:pt x="558847" y="4851"/>
                </a:lnTo>
                <a:lnTo>
                  <a:pt x="542442" y="4851"/>
                </a:lnTo>
                <a:lnTo>
                  <a:pt x="542442" y="22790"/>
                </a:lnTo>
                <a:lnTo>
                  <a:pt x="532507" y="22790"/>
                </a:lnTo>
                <a:lnTo>
                  <a:pt x="532507" y="33734"/>
                </a:lnTo>
                <a:lnTo>
                  <a:pt x="542442" y="33734"/>
                </a:lnTo>
                <a:lnTo>
                  <a:pt x="542442" y="68950"/>
                </a:lnTo>
                <a:cubicBezTo>
                  <a:pt x="542442" y="71953"/>
                  <a:pt x="542943" y="74378"/>
                  <a:pt x="543944" y="76225"/>
                </a:cubicBezTo>
                <a:cubicBezTo>
                  <a:pt x="544945" y="78073"/>
                  <a:pt x="546312" y="79497"/>
                  <a:pt x="548045" y="80498"/>
                </a:cubicBezTo>
                <a:cubicBezTo>
                  <a:pt x="549778" y="81498"/>
                  <a:pt x="551781" y="82171"/>
                  <a:pt x="554052" y="82517"/>
                </a:cubicBezTo>
                <a:cubicBezTo>
                  <a:pt x="556325" y="82863"/>
                  <a:pt x="558733" y="83037"/>
                  <a:pt x="561275" y="83037"/>
                </a:cubicBezTo>
                <a:cubicBezTo>
                  <a:pt x="562892" y="83037"/>
                  <a:pt x="564548" y="82999"/>
                  <a:pt x="566242" y="82924"/>
                </a:cubicBezTo>
                <a:cubicBezTo>
                  <a:pt x="567937" y="82849"/>
                  <a:pt x="569477" y="82698"/>
                  <a:pt x="570863" y="82473"/>
                </a:cubicBezTo>
                <a:lnTo>
                  <a:pt x="570863" y="69713"/>
                </a:lnTo>
                <a:cubicBezTo>
                  <a:pt x="570093" y="69867"/>
                  <a:pt x="569284" y="69983"/>
                  <a:pt x="568437" y="70061"/>
                </a:cubicBezTo>
                <a:cubicBezTo>
                  <a:pt x="567590" y="70137"/>
                  <a:pt x="566704" y="70175"/>
                  <a:pt x="565780" y="70175"/>
                </a:cubicBezTo>
                <a:cubicBezTo>
                  <a:pt x="563007" y="70175"/>
                  <a:pt x="561158" y="69714"/>
                  <a:pt x="560233" y="68791"/>
                </a:cubicBezTo>
                <a:cubicBezTo>
                  <a:pt x="559309" y="67869"/>
                  <a:pt x="558847" y="66024"/>
                  <a:pt x="558847" y="63256"/>
                </a:cubicBezTo>
                <a:lnTo>
                  <a:pt x="558847" y="33734"/>
                </a:lnTo>
                <a:lnTo>
                  <a:pt x="570863" y="33734"/>
                </a:lnTo>
                <a:lnTo>
                  <a:pt x="570863" y="22790"/>
                </a:lnTo>
                <a:lnTo>
                  <a:pt x="558847" y="22790"/>
                </a:lnTo>
                <a:close/>
                <a:moveTo>
                  <a:pt x="578604" y="0"/>
                </a:moveTo>
                <a:lnTo>
                  <a:pt x="578604" y="82473"/>
                </a:lnTo>
                <a:lnTo>
                  <a:pt x="595008" y="82473"/>
                </a:lnTo>
                <a:lnTo>
                  <a:pt x="595008" y="51168"/>
                </a:lnTo>
                <a:cubicBezTo>
                  <a:pt x="595008" y="45084"/>
                  <a:pt x="596010" y="40714"/>
                  <a:pt x="598012" y="38058"/>
                </a:cubicBezTo>
                <a:cubicBezTo>
                  <a:pt x="600015" y="35401"/>
                  <a:pt x="603250" y="34072"/>
                  <a:pt x="607717" y="34072"/>
                </a:cubicBezTo>
                <a:cubicBezTo>
                  <a:pt x="611646" y="34072"/>
                  <a:pt x="614380" y="35285"/>
                  <a:pt x="615919" y="37711"/>
                </a:cubicBezTo>
                <a:cubicBezTo>
                  <a:pt x="617460" y="40136"/>
                  <a:pt x="618230" y="43814"/>
                  <a:pt x="618230" y="48743"/>
                </a:cubicBezTo>
                <a:lnTo>
                  <a:pt x="618230" y="82473"/>
                </a:lnTo>
                <a:lnTo>
                  <a:pt x="634635" y="82473"/>
                </a:lnTo>
                <a:lnTo>
                  <a:pt x="634635" y="45717"/>
                </a:lnTo>
                <a:cubicBezTo>
                  <a:pt x="634635" y="42019"/>
                  <a:pt x="634308" y="38648"/>
                  <a:pt x="633653" y="35604"/>
                </a:cubicBezTo>
                <a:cubicBezTo>
                  <a:pt x="632999" y="32560"/>
                  <a:pt x="631862" y="29979"/>
                  <a:pt x="630244" y="27860"/>
                </a:cubicBezTo>
                <a:cubicBezTo>
                  <a:pt x="628627" y="25741"/>
                  <a:pt x="626413" y="24084"/>
                  <a:pt x="623602" y="22890"/>
                </a:cubicBezTo>
                <a:cubicBezTo>
                  <a:pt x="620791" y="21695"/>
                  <a:pt x="617190" y="21098"/>
                  <a:pt x="612801" y="21098"/>
                </a:cubicBezTo>
                <a:cubicBezTo>
                  <a:pt x="609719" y="21098"/>
                  <a:pt x="606561" y="21889"/>
                  <a:pt x="603326" y="23472"/>
                </a:cubicBezTo>
                <a:cubicBezTo>
                  <a:pt x="600091" y="25055"/>
                  <a:pt x="597435" y="27584"/>
                  <a:pt x="595356" y="31059"/>
                </a:cubicBezTo>
                <a:lnTo>
                  <a:pt x="595008" y="31059"/>
                </a:lnTo>
                <a:lnTo>
                  <a:pt x="595008" y="0"/>
                </a:lnTo>
                <a:lnTo>
                  <a:pt x="578604" y="0"/>
                </a:lnTo>
                <a:close/>
                <a:moveTo>
                  <a:pt x="686899" y="46257"/>
                </a:moveTo>
                <a:lnTo>
                  <a:pt x="660213" y="46257"/>
                </a:lnTo>
                <a:cubicBezTo>
                  <a:pt x="660290" y="45098"/>
                  <a:pt x="660540" y="43785"/>
                  <a:pt x="660963" y="42317"/>
                </a:cubicBezTo>
                <a:cubicBezTo>
                  <a:pt x="661387" y="40848"/>
                  <a:pt x="662119" y="39457"/>
                  <a:pt x="663159" y="38144"/>
                </a:cubicBezTo>
                <a:cubicBezTo>
                  <a:pt x="664199" y="36830"/>
                  <a:pt x="665585" y="35729"/>
                  <a:pt x="667318" y="34841"/>
                </a:cubicBezTo>
                <a:cubicBezTo>
                  <a:pt x="669051" y="33952"/>
                  <a:pt x="671227" y="33508"/>
                  <a:pt x="673846" y="33508"/>
                </a:cubicBezTo>
                <a:cubicBezTo>
                  <a:pt x="677851" y="33508"/>
                  <a:pt x="680835" y="34590"/>
                  <a:pt x="682799" y="36753"/>
                </a:cubicBezTo>
                <a:cubicBezTo>
                  <a:pt x="684763" y="38917"/>
                  <a:pt x="686130" y="42085"/>
                  <a:pt x="686899" y="46257"/>
                </a:cubicBezTo>
                <a:moveTo>
                  <a:pt x="660213" y="56637"/>
                </a:moveTo>
                <a:lnTo>
                  <a:pt x="703306" y="56637"/>
                </a:lnTo>
                <a:cubicBezTo>
                  <a:pt x="703614" y="52006"/>
                  <a:pt x="703229" y="47568"/>
                  <a:pt x="702150" y="43324"/>
                </a:cubicBezTo>
                <a:cubicBezTo>
                  <a:pt x="701072" y="39079"/>
                  <a:pt x="699320" y="35297"/>
                  <a:pt x="696893" y="31980"/>
                </a:cubicBezTo>
                <a:cubicBezTo>
                  <a:pt x="694467" y="28661"/>
                  <a:pt x="691367" y="26018"/>
                  <a:pt x="687592" y="24050"/>
                </a:cubicBezTo>
                <a:cubicBezTo>
                  <a:pt x="683818" y="22082"/>
                  <a:pt x="679390" y="21098"/>
                  <a:pt x="674307" y="21098"/>
                </a:cubicBezTo>
                <a:cubicBezTo>
                  <a:pt x="669763" y="21098"/>
                  <a:pt x="665623" y="21908"/>
                  <a:pt x="661888" y="23529"/>
                </a:cubicBezTo>
                <a:cubicBezTo>
                  <a:pt x="658153" y="25148"/>
                  <a:pt x="654938" y="27366"/>
                  <a:pt x="652242" y="30182"/>
                </a:cubicBezTo>
                <a:cubicBezTo>
                  <a:pt x="649546" y="32997"/>
                  <a:pt x="647466" y="36334"/>
                  <a:pt x="646003" y="40193"/>
                </a:cubicBezTo>
                <a:cubicBezTo>
                  <a:pt x="644540" y="44050"/>
                  <a:pt x="643808" y="48216"/>
                  <a:pt x="643808" y="52691"/>
                </a:cubicBezTo>
                <a:cubicBezTo>
                  <a:pt x="643808" y="57319"/>
                  <a:pt x="644521" y="61562"/>
                  <a:pt x="645945" y="65421"/>
                </a:cubicBezTo>
                <a:cubicBezTo>
                  <a:pt x="647371" y="69278"/>
                  <a:pt x="649393" y="72595"/>
                  <a:pt x="652011" y="75374"/>
                </a:cubicBezTo>
                <a:cubicBezTo>
                  <a:pt x="654629" y="78151"/>
                  <a:pt x="657825" y="80291"/>
                  <a:pt x="661599" y="81796"/>
                </a:cubicBezTo>
                <a:cubicBezTo>
                  <a:pt x="665373" y="83300"/>
                  <a:pt x="669609" y="84052"/>
                  <a:pt x="674307" y="84052"/>
                </a:cubicBezTo>
                <a:cubicBezTo>
                  <a:pt x="681085" y="84052"/>
                  <a:pt x="686861" y="82513"/>
                  <a:pt x="691636" y="79435"/>
                </a:cubicBezTo>
                <a:cubicBezTo>
                  <a:pt x="696412" y="76357"/>
                  <a:pt x="699956" y="71240"/>
                  <a:pt x="702266" y="64083"/>
                </a:cubicBezTo>
                <a:lnTo>
                  <a:pt x="687825" y="64083"/>
                </a:lnTo>
                <a:cubicBezTo>
                  <a:pt x="687285" y="65915"/>
                  <a:pt x="685822" y="67652"/>
                  <a:pt x="683434" y="69294"/>
                </a:cubicBezTo>
                <a:cubicBezTo>
                  <a:pt x="681047" y="70934"/>
                  <a:pt x="678197" y="71755"/>
                  <a:pt x="674886" y="71755"/>
                </a:cubicBezTo>
                <a:cubicBezTo>
                  <a:pt x="670265" y="71755"/>
                  <a:pt x="666721" y="70562"/>
                  <a:pt x="664256" y="68178"/>
                </a:cubicBezTo>
                <a:cubicBezTo>
                  <a:pt x="661791" y="65792"/>
                  <a:pt x="660444" y="61945"/>
                  <a:pt x="660213" y="56637"/>
                </a:cubicBezTo>
                <a:close/>
                <a:moveTo>
                  <a:pt x="748325" y="0"/>
                </a:moveTo>
                <a:lnTo>
                  <a:pt x="748325" y="37118"/>
                </a:lnTo>
                <a:lnTo>
                  <a:pt x="760686" y="37118"/>
                </a:lnTo>
                <a:lnTo>
                  <a:pt x="760686" y="0"/>
                </a:lnTo>
                <a:lnTo>
                  <a:pt x="748325" y="0"/>
                </a:lnTo>
                <a:close/>
                <a:moveTo>
                  <a:pt x="777224" y="22742"/>
                </a:moveTo>
                <a:lnTo>
                  <a:pt x="777224" y="82473"/>
                </a:lnTo>
                <a:lnTo>
                  <a:pt x="793629" y="82473"/>
                </a:lnTo>
                <a:lnTo>
                  <a:pt x="793629" y="47819"/>
                </a:lnTo>
                <a:cubicBezTo>
                  <a:pt x="793629" y="44892"/>
                  <a:pt x="794053" y="42524"/>
                  <a:pt x="794900" y="40715"/>
                </a:cubicBezTo>
                <a:cubicBezTo>
                  <a:pt x="795747" y="38905"/>
                  <a:pt x="796768" y="37519"/>
                  <a:pt x="797962" y="36556"/>
                </a:cubicBezTo>
                <a:cubicBezTo>
                  <a:pt x="799156" y="35593"/>
                  <a:pt x="800388" y="34939"/>
                  <a:pt x="801659" y="34592"/>
                </a:cubicBezTo>
                <a:cubicBezTo>
                  <a:pt x="802929" y="34246"/>
                  <a:pt x="803950" y="34072"/>
                  <a:pt x="804721" y="34072"/>
                </a:cubicBezTo>
                <a:cubicBezTo>
                  <a:pt x="807339" y="34072"/>
                  <a:pt x="809323" y="34515"/>
                  <a:pt x="810670" y="35401"/>
                </a:cubicBezTo>
                <a:cubicBezTo>
                  <a:pt x="812018" y="36286"/>
                  <a:pt x="812981" y="37460"/>
                  <a:pt x="813558" y="38923"/>
                </a:cubicBezTo>
                <a:cubicBezTo>
                  <a:pt x="814136" y="40387"/>
                  <a:pt x="814464" y="41985"/>
                  <a:pt x="814540" y="43718"/>
                </a:cubicBezTo>
                <a:cubicBezTo>
                  <a:pt x="814617" y="45451"/>
                  <a:pt x="814656" y="47202"/>
                  <a:pt x="814656" y="48973"/>
                </a:cubicBezTo>
                <a:lnTo>
                  <a:pt x="814656" y="82473"/>
                </a:lnTo>
                <a:lnTo>
                  <a:pt x="831061" y="82473"/>
                </a:lnTo>
                <a:lnTo>
                  <a:pt x="831061" y="49204"/>
                </a:lnTo>
                <a:cubicBezTo>
                  <a:pt x="831061" y="47356"/>
                  <a:pt x="831196" y="45527"/>
                  <a:pt x="831465" y="43718"/>
                </a:cubicBezTo>
                <a:cubicBezTo>
                  <a:pt x="831735" y="41909"/>
                  <a:pt x="832275" y="40291"/>
                  <a:pt x="833083" y="38867"/>
                </a:cubicBezTo>
                <a:cubicBezTo>
                  <a:pt x="833892" y="37442"/>
                  <a:pt x="835008" y="36286"/>
                  <a:pt x="836433" y="35401"/>
                </a:cubicBezTo>
                <a:cubicBezTo>
                  <a:pt x="837858" y="34515"/>
                  <a:pt x="839726" y="34072"/>
                  <a:pt x="842037" y="34072"/>
                </a:cubicBezTo>
                <a:cubicBezTo>
                  <a:pt x="844347" y="34072"/>
                  <a:pt x="846176" y="34458"/>
                  <a:pt x="847523" y="35229"/>
                </a:cubicBezTo>
                <a:cubicBezTo>
                  <a:pt x="848871" y="35998"/>
                  <a:pt x="849891" y="37038"/>
                  <a:pt x="850585" y="38347"/>
                </a:cubicBezTo>
                <a:cubicBezTo>
                  <a:pt x="851278" y="39655"/>
                  <a:pt x="851702" y="41195"/>
                  <a:pt x="851856" y="42967"/>
                </a:cubicBezTo>
                <a:cubicBezTo>
                  <a:pt x="852010" y="44739"/>
                  <a:pt x="852087" y="46625"/>
                  <a:pt x="852087" y="48626"/>
                </a:cubicBezTo>
                <a:lnTo>
                  <a:pt x="852087" y="82473"/>
                </a:lnTo>
                <a:lnTo>
                  <a:pt x="868493" y="82473"/>
                </a:lnTo>
                <a:lnTo>
                  <a:pt x="868493" y="42481"/>
                </a:lnTo>
                <a:cubicBezTo>
                  <a:pt x="868493" y="38629"/>
                  <a:pt x="867954" y="35334"/>
                  <a:pt x="866875" y="32598"/>
                </a:cubicBezTo>
                <a:cubicBezTo>
                  <a:pt x="865797" y="29863"/>
                  <a:pt x="864295" y="27647"/>
                  <a:pt x="862369" y="25953"/>
                </a:cubicBezTo>
                <a:cubicBezTo>
                  <a:pt x="860444" y="24257"/>
                  <a:pt x="858134" y="23024"/>
                  <a:pt x="855438" y="22254"/>
                </a:cubicBezTo>
                <a:cubicBezTo>
                  <a:pt x="852743" y="21483"/>
                  <a:pt x="849817" y="21098"/>
                  <a:pt x="846659" y="21098"/>
                </a:cubicBezTo>
                <a:cubicBezTo>
                  <a:pt x="842500" y="21098"/>
                  <a:pt x="838899" y="22102"/>
                  <a:pt x="835856" y="24110"/>
                </a:cubicBezTo>
                <a:cubicBezTo>
                  <a:pt x="832814" y="26118"/>
                  <a:pt x="830407" y="28434"/>
                  <a:pt x="828636" y="31059"/>
                </a:cubicBezTo>
                <a:cubicBezTo>
                  <a:pt x="827018" y="27353"/>
                  <a:pt x="824650" y="24766"/>
                  <a:pt x="821530" y="23299"/>
                </a:cubicBezTo>
                <a:cubicBezTo>
                  <a:pt x="818411" y="21832"/>
                  <a:pt x="814964" y="21098"/>
                  <a:pt x="811191" y="21098"/>
                </a:cubicBezTo>
                <a:cubicBezTo>
                  <a:pt x="807263" y="21098"/>
                  <a:pt x="803778" y="21947"/>
                  <a:pt x="800735" y="23647"/>
                </a:cubicBezTo>
                <a:cubicBezTo>
                  <a:pt x="797692" y="25345"/>
                  <a:pt x="795093" y="27739"/>
                  <a:pt x="792936" y="30829"/>
                </a:cubicBezTo>
                <a:lnTo>
                  <a:pt x="792705" y="30829"/>
                </a:lnTo>
                <a:lnTo>
                  <a:pt x="792705" y="22742"/>
                </a:lnTo>
                <a:lnTo>
                  <a:pt x="777224" y="22742"/>
                </a:lnTo>
                <a:close/>
                <a:moveTo>
                  <a:pt x="881277" y="0"/>
                </a:moveTo>
                <a:lnTo>
                  <a:pt x="881277" y="82473"/>
                </a:lnTo>
                <a:lnTo>
                  <a:pt x="897682" y="82473"/>
                </a:lnTo>
                <a:lnTo>
                  <a:pt x="897682" y="0"/>
                </a:lnTo>
                <a:lnTo>
                  <a:pt x="881277" y="0"/>
                </a:lnTo>
                <a:close/>
                <a:moveTo>
                  <a:pt x="925904" y="51073"/>
                </a:moveTo>
                <a:lnTo>
                  <a:pt x="904415" y="82473"/>
                </a:lnTo>
                <a:lnTo>
                  <a:pt x="922784" y="82473"/>
                </a:lnTo>
                <a:lnTo>
                  <a:pt x="935261" y="63656"/>
                </a:lnTo>
                <a:lnTo>
                  <a:pt x="947738" y="82473"/>
                </a:lnTo>
                <a:lnTo>
                  <a:pt x="966455" y="82473"/>
                </a:lnTo>
                <a:lnTo>
                  <a:pt x="944387" y="50726"/>
                </a:lnTo>
                <a:lnTo>
                  <a:pt x="964029" y="22790"/>
                </a:lnTo>
                <a:lnTo>
                  <a:pt x="945889" y="22790"/>
                </a:lnTo>
                <a:lnTo>
                  <a:pt x="935492" y="38375"/>
                </a:lnTo>
                <a:lnTo>
                  <a:pt x="924978" y="22790"/>
                </a:lnTo>
                <a:lnTo>
                  <a:pt x="906264" y="22790"/>
                </a:lnTo>
                <a:lnTo>
                  <a:pt x="925904" y="51073"/>
                </a:lnTo>
                <a:close/>
                <a:moveTo>
                  <a:pt x="973320" y="64647"/>
                </a:moveTo>
                <a:lnTo>
                  <a:pt x="973320" y="82473"/>
                </a:lnTo>
                <a:lnTo>
                  <a:pt x="991457" y="82473"/>
                </a:lnTo>
                <a:lnTo>
                  <a:pt x="991457" y="64647"/>
                </a:lnTo>
                <a:lnTo>
                  <a:pt x="973320" y="64647"/>
                </a:lnTo>
                <a:close/>
                <a:moveTo>
                  <a:pt x="1045427" y="43775"/>
                </a:moveTo>
                <a:lnTo>
                  <a:pt x="1061484" y="43775"/>
                </a:lnTo>
                <a:cubicBezTo>
                  <a:pt x="1061254" y="39918"/>
                  <a:pt x="1060330" y="36582"/>
                  <a:pt x="1058711" y="33767"/>
                </a:cubicBezTo>
                <a:cubicBezTo>
                  <a:pt x="1057094" y="30951"/>
                  <a:pt x="1054995" y="28599"/>
                  <a:pt x="1052414" y="26709"/>
                </a:cubicBezTo>
                <a:cubicBezTo>
                  <a:pt x="1049835" y="24819"/>
                  <a:pt x="1046909" y="23412"/>
                  <a:pt x="1043636" y="22487"/>
                </a:cubicBezTo>
                <a:cubicBezTo>
                  <a:pt x="1040363" y="21561"/>
                  <a:pt x="1036954" y="21098"/>
                  <a:pt x="1033411" y="21098"/>
                </a:cubicBezTo>
                <a:cubicBezTo>
                  <a:pt x="1028559" y="21098"/>
                  <a:pt x="1024245" y="21908"/>
                  <a:pt x="1020470" y="23529"/>
                </a:cubicBezTo>
                <a:cubicBezTo>
                  <a:pt x="1016696" y="25148"/>
                  <a:pt x="1013500" y="27405"/>
                  <a:pt x="1010882" y="30298"/>
                </a:cubicBezTo>
                <a:cubicBezTo>
                  <a:pt x="1008264" y="33191"/>
                  <a:pt x="1006280" y="36625"/>
                  <a:pt x="1004932" y="40598"/>
                </a:cubicBezTo>
                <a:cubicBezTo>
                  <a:pt x="1003584" y="44570"/>
                  <a:pt x="1002910" y="48871"/>
                  <a:pt x="1002910" y="53500"/>
                </a:cubicBezTo>
                <a:cubicBezTo>
                  <a:pt x="1002910" y="57976"/>
                  <a:pt x="1003642" y="62084"/>
                  <a:pt x="1005105" y="65826"/>
                </a:cubicBezTo>
                <a:cubicBezTo>
                  <a:pt x="1006568" y="69567"/>
                  <a:pt x="1008609" y="72788"/>
                  <a:pt x="1011227" y="75488"/>
                </a:cubicBezTo>
                <a:cubicBezTo>
                  <a:pt x="1013847" y="78189"/>
                  <a:pt x="1017024" y="80291"/>
                  <a:pt x="1020759" y="81796"/>
                </a:cubicBezTo>
                <a:cubicBezTo>
                  <a:pt x="1024495" y="83300"/>
                  <a:pt x="1028597" y="84052"/>
                  <a:pt x="1033064" y="84052"/>
                </a:cubicBezTo>
                <a:cubicBezTo>
                  <a:pt x="1040997" y="84052"/>
                  <a:pt x="1047504" y="81964"/>
                  <a:pt x="1052587" y="77789"/>
                </a:cubicBezTo>
                <a:cubicBezTo>
                  <a:pt x="1057671" y="73612"/>
                  <a:pt x="1060753" y="67557"/>
                  <a:pt x="1061832" y="59625"/>
                </a:cubicBezTo>
                <a:lnTo>
                  <a:pt x="1046003" y="59625"/>
                </a:lnTo>
                <a:cubicBezTo>
                  <a:pt x="1045465" y="63322"/>
                  <a:pt x="1044136" y="66268"/>
                  <a:pt x="1042017" y="68463"/>
                </a:cubicBezTo>
                <a:cubicBezTo>
                  <a:pt x="1039899" y="70658"/>
                  <a:pt x="1036877" y="71755"/>
                  <a:pt x="1032949" y="71755"/>
                </a:cubicBezTo>
                <a:cubicBezTo>
                  <a:pt x="1030407" y="71755"/>
                  <a:pt x="1028250" y="71177"/>
                  <a:pt x="1026478" y="70022"/>
                </a:cubicBezTo>
                <a:cubicBezTo>
                  <a:pt x="1024707" y="68866"/>
                  <a:pt x="1023301" y="67384"/>
                  <a:pt x="1022261" y="65574"/>
                </a:cubicBezTo>
                <a:cubicBezTo>
                  <a:pt x="1021222" y="63763"/>
                  <a:pt x="1020471" y="61741"/>
                  <a:pt x="1020008" y="59506"/>
                </a:cubicBezTo>
                <a:cubicBezTo>
                  <a:pt x="1019546" y="57272"/>
                  <a:pt x="1019315" y="55077"/>
                  <a:pt x="1019315" y="52920"/>
                </a:cubicBezTo>
                <a:cubicBezTo>
                  <a:pt x="1019315" y="50686"/>
                  <a:pt x="1019546" y="48433"/>
                  <a:pt x="1020008" y="46162"/>
                </a:cubicBezTo>
                <a:cubicBezTo>
                  <a:pt x="1020471" y="43889"/>
                  <a:pt x="1021261" y="41809"/>
                  <a:pt x="1022377" y="39921"/>
                </a:cubicBezTo>
                <a:cubicBezTo>
                  <a:pt x="1023494" y="38034"/>
                  <a:pt x="1024938" y="36493"/>
                  <a:pt x="1026709" y="35299"/>
                </a:cubicBezTo>
                <a:cubicBezTo>
                  <a:pt x="1028481" y="34105"/>
                  <a:pt x="1030676" y="33508"/>
                  <a:pt x="1033295" y="33508"/>
                </a:cubicBezTo>
                <a:cubicBezTo>
                  <a:pt x="1040304" y="33508"/>
                  <a:pt x="1044348" y="36930"/>
                  <a:pt x="1045427" y="43775"/>
                </a:cubicBezTo>
                <a:close/>
                <a:moveTo>
                  <a:pt x="1085113" y="52690"/>
                </a:moveTo>
                <a:cubicBezTo>
                  <a:pt x="1085113" y="50301"/>
                  <a:pt x="1085344" y="47952"/>
                  <a:pt x="1085806" y="45642"/>
                </a:cubicBezTo>
                <a:cubicBezTo>
                  <a:pt x="1086268" y="43330"/>
                  <a:pt x="1087057" y="41289"/>
                  <a:pt x="1088174" y="39518"/>
                </a:cubicBezTo>
                <a:cubicBezTo>
                  <a:pt x="1089291" y="37745"/>
                  <a:pt x="1090774" y="36301"/>
                  <a:pt x="1092623" y="35185"/>
                </a:cubicBezTo>
                <a:cubicBezTo>
                  <a:pt x="1094472" y="34067"/>
                  <a:pt x="1096782" y="33508"/>
                  <a:pt x="1099555" y="33508"/>
                </a:cubicBezTo>
                <a:cubicBezTo>
                  <a:pt x="1102328" y="33508"/>
                  <a:pt x="1104658" y="34067"/>
                  <a:pt x="1106544" y="35185"/>
                </a:cubicBezTo>
                <a:cubicBezTo>
                  <a:pt x="1108432" y="36301"/>
                  <a:pt x="1109934" y="37745"/>
                  <a:pt x="1111050" y="39518"/>
                </a:cubicBezTo>
                <a:cubicBezTo>
                  <a:pt x="1112168" y="41289"/>
                  <a:pt x="1112957" y="43330"/>
                  <a:pt x="1113419" y="45642"/>
                </a:cubicBezTo>
                <a:cubicBezTo>
                  <a:pt x="1113881" y="47952"/>
                  <a:pt x="1114112" y="50301"/>
                  <a:pt x="1114112" y="52690"/>
                </a:cubicBezTo>
                <a:cubicBezTo>
                  <a:pt x="1114112" y="55078"/>
                  <a:pt x="1113881" y="57408"/>
                  <a:pt x="1113419" y="59681"/>
                </a:cubicBezTo>
                <a:cubicBezTo>
                  <a:pt x="1112957" y="61953"/>
                  <a:pt x="1112168" y="63994"/>
                  <a:pt x="1111050" y="65805"/>
                </a:cubicBezTo>
                <a:cubicBezTo>
                  <a:pt x="1109934" y="67615"/>
                  <a:pt x="1108432" y="69059"/>
                  <a:pt x="1106544" y="70138"/>
                </a:cubicBezTo>
                <a:cubicBezTo>
                  <a:pt x="1104658" y="71216"/>
                  <a:pt x="1102328" y="71755"/>
                  <a:pt x="1099555" y="71755"/>
                </a:cubicBezTo>
                <a:cubicBezTo>
                  <a:pt x="1096782" y="71755"/>
                  <a:pt x="1094472" y="71216"/>
                  <a:pt x="1092623" y="70138"/>
                </a:cubicBezTo>
                <a:cubicBezTo>
                  <a:pt x="1090774" y="69059"/>
                  <a:pt x="1089291" y="67615"/>
                  <a:pt x="1088174" y="65805"/>
                </a:cubicBezTo>
                <a:cubicBezTo>
                  <a:pt x="1087057" y="63994"/>
                  <a:pt x="1086268" y="61953"/>
                  <a:pt x="1085806" y="59681"/>
                </a:cubicBezTo>
                <a:cubicBezTo>
                  <a:pt x="1085344" y="57408"/>
                  <a:pt x="1085113" y="55078"/>
                  <a:pt x="1085113" y="52690"/>
                </a:cubicBezTo>
                <a:moveTo>
                  <a:pt x="1068708" y="52691"/>
                </a:moveTo>
                <a:cubicBezTo>
                  <a:pt x="1068708" y="57474"/>
                  <a:pt x="1069440" y="61795"/>
                  <a:pt x="1070903" y="65652"/>
                </a:cubicBezTo>
                <a:cubicBezTo>
                  <a:pt x="1072366" y="69509"/>
                  <a:pt x="1074446" y="72807"/>
                  <a:pt x="1077142" y="75546"/>
                </a:cubicBezTo>
                <a:cubicBezTo>
                  <a:pt x="1079838" y="78285"/>
                  <a:pt x="1083073" y="80387"/>
                  <a:pt x="1086846" y="81854"/>
                </a:cubicBezTo>
                <a:cubicBezTo>
                  <a:pt x="1090621" y="83319"/>
                  <a:pt x="1094857" y="84052"/>
                  <a:pt x="1099555" y="84052"/>
                </a:cubicBezTo>
                <a:cubicBezTo>
                  <a:pt x="1104253" y="84052"/>
                  <a:pt x="1108509" y="83319"/>
                  <a:pt x="1112321" y="81854"/>
                </a:cubicBezTo>
                <a:cubicBezTo>
                  <a:pt x="1116133" y="80387"/>
                  <a:pt x="1119388" y="78285"/>
                  <a:pt x="1122084" y="75546"/>
                </a:cubicBezTo>
                <a:cubicBezTo>
                  <a:pt x="1124780" y="72807"/>
                  <a:pt x="1126859" y="69509"/>
                  <a:pt x="1128322" y="65652"/>
                </a:cubicBezTo>
                <a:cubicBezTo>
                  <a:pt x="1129785" y="61795"/>
                  <a:pt x="1130517" y="57474"/>
                  <a:pt x="1130517" y="52691"/>
                </a:cubicBezTo>
                <a:cubicBezTo>
                  <a:pt x="1130517" y="47908"/>
                  <a:pt x="1129785" y="43569"/>
                  <a:pt x="1128322" y="39673"/>
                </a:cubicBezTo>
                <a:cubicBezTo>
                  <a:pt x="1126859" y="35776"/>
                  <a:pt x="1124780" y="32458"/>
                  <a:pt x="1122084" y="29720"/>
                </a:cubicBezTo>
                <a:cubicBezTo>
                  <a:pt x="1119388" y="26980"/>
                  <a:pt x="1116133" y="24858"/>
                  <a:pt x="1112321" y="23354"/>
                </a:cubicBezTo>
                <a:cubicBezTo>
                  <a:pt x="1108509" y="21850"/>
                  <a:pt x="1104253" y="21098"/>
                  <a:pt x="1099555" y="21098"/>
                </a:cubicBezTo>
                <a:cubicBezTo>
                  <a:pt x="1094857" y="21098"/>
                  <a:pt x="1090621" y="21850"/>
                  <a:pt x="1086846" y="23354"/>
                </a:cubicBezTo>
                <a:cubicBezTo>
                  <a:pt x="1083073" y="24858"/>
                  <a:pt x="1079838" y="26980"/>
                  <a:pt x="1077142" y="29720"/>
                </a:cubicBezTo>
                <a:cubicBezTo>
                  <a:pt x="1074446" y="32458"/>
                  <a:pt x="1072366" y="35776"/>
                  <a:pt x="1070903" y="39673"/>
                </a:cubicBezTo>
                <a:cubicBezTo>
                  <a:pt x="1069440" y="43569"/>
                  <a:pt x="1068708" y="47908"/>
                  <a:pt x="1068708" y="52691"/>
                </a:cubicBezTo>
                <a:close/>
                <a:moveTo>
                  <a:pt x="1140946" y="22700"/>
                </a:moveTo>
                <a:lnTo>
                  <a:pt x="1140946" y="82473"/>
                </a:lnTo>
                <a:lnTo>
                  <a:pt x="1157351" y="82473"/>
                </a:lnTo>
                <a:lnTo>
                  <a:pt x="1157351" y="55526"/>
                </a:lnTo>
                <a:cubicBezTo>
                  <a:pt x="1157351" y="52828"/>
                  <a:pt x="1157621" y="50322"/>
                  <a:pt x="1158160" y="48009"/>
                </a:cubicBezTo>
                <a:cubicBezTo>
                  <a:pt x="1158700" y="45696"/>
                  <a:pt x="1159605" y="43673"/>
                  <a:pt x="1160875" y="41938"/>
                </a:cubicBezTo>
                <a:cubicBezTo>
                  <a:pt x="1162145" y="40203"/>
                  <a:pt x="1163820" y="38835"/>
                  <a:pt x="1165899" y="37832"/>
                </a:cubicBezTo>
                <a:cubicBezTo>
                  <a:pt x="1167979" y="36830"/>
                  <a:pt x="1170521" y="36329"/>
                  <a:pt x="1173525" y="36329"/>
                </a:cubicBezTo>
                <a:cubicBezTo>
                  <a:pt x="1174526" y="36329"/>
                  <a:pt x="1175566" y="36387"/>
                  <a:pt x="1176644" y="36503"/>
                </a:cubicBezTo>
                <a:cubicBezTo>
                  <a:pt x="1177722" y="36618"/>
                  <a:pt x="1178647" y="36753"/>
                  <a:pt x="1179417" y="36907"/>
                </a:cubicBezTo>
                <a:lnTo>
                  <a:pt x="1179417" y="21674"/>
                </a:lnTo>
                <a:cubicBezTo>
                  <a:pt x="1178107" y="21290"/>
                  <a:pt x="1176914" y="21098"/>
                  <a:pt x="1175836" y="21098"/>
                </a:cubicBezTo>
                <a:cubicBezTo>
                  <a:pt x="1173756" y="21098"/>
                  <a:pt x="1171753" y="21406"/>
                  <a:pt x="1169828" y="22021"/>
                </a:cubicBezTo>
                <a:cubicBezTo>
                  <a:pt x="1167903" y="22636"/>
                  <a:pt x="1166094" y="23501"/>
                  <a:pt x="1164399" y="24616"/>
                </a:cubicBezTo>
                <a:cubicBezTo>
                  <a:pt x="1162704" y="25732"/>
                  <a:pt x="1161202" y="27078"/>
                  <a:pt x="1159893" y="28655"/>
                </a:cubicBezTo>
                <a:cubicBezTo>
                  <a:pt x="1158584" y="30232"/>
                  <a:pt x="1157544" y="31944"/>
                  <a:pt x="1156773" y="33790"/>
                </a:cubicBezTo>
                <a:lnTo>
                  <a:pt x="1156542" y="33790"/>
                </a:lnTo>
                <a:lnTo>
                  <a:pt x="1156542" y="22700"/>
                </a:lnTo>
                <a:lnTo>
                  <a:pt x="1140946" y="22700"/>
                </a:lnTo>
                <a:close/>
                <a:moveTo>
                  <a:pt x="1225526" y="46257"/>
                </a:moveTo>
                <a:lnTo>
                  <a:pt x="1198840" y="46257"/>
                </a:lnTo>
                <a:cubicBezTo>
                  <a:pt x="1198916" y="45098"/>
                  <a:pt x="1199166" y="43785"/>
                  <a:pt x="1199589" y="42317"/>
                </a:cubicBezTo>
                <a:cubicBezTo>
                  <a:pt x="1200013" y="40848"/>
                  <a:pt x="1200746" y="39457"/>
                  <a:pt x="1201786" y="38144"/>
                </a:cubicBezTo>
                <a:cubicBezTo>
                  <a:pt x="1202826" y="36830"/>
                  <a:pt x="1204212" y="35729"/>
                  <a:pt x="1205944" y="34841"/>
                </a:cubicBezTo>
                <a:cubicBezTo>
                  <a:pt x="1207678" y="33952"/>
                  <a:pt x="1209854" y="33508"/>
                  <a:pt x="1212472" y="33508"/>
                </a:cubicBezTo>
                <a:cubicBezTo>
                  <a:pt x="1216477" y="33508"/>
                  <a:pt x="1219462" y="34590"/>
                  <a:pt x="1221425" y="36753"/>
                </a:cubicBezTo>
                <a:cubicBezTo>
                  <a:pt x="1223389" y="38917"/>
                  <a:pt x="1224756" y="42085"/>
                  <a:pt x="1225526" y="46257"/>
                </a:cubicBezTo>
                <a:moveTo>
                  <a:pt x="1198840" y="56637"/>
                </a:moveTo>
                <a:lnTo>
                  <a:pt x="1241933" y="56637"/>
                </a:lnTo>
                <a:cubicBezTo>
                  <a:pt x="1242240" y="52006"/>
                  <a:pt x="1241855" y="47568"/>
                  <a:pt x="1240776" y="43324"/>
                </a:cubicBezTo>
                <a:cubicBezTo>
                  <a:pt x="1239698" y="39079"/>
                  <a:pt x="1237946" y="35297"/>
                  <a:pt x="1235519" y="31980"/>
                </a:cubicBezTo>
                <a:cubicBezTo>
                  <a:pt x="1233094" y="28661"/>
                  <a:pt x="1229993" y="26018"/>
                  <a:pt x="1226219" y="24050"/>
                </a:cubicBezTo>
                <a:cubicBezTo>
                  <a:pt x="1222445" y="22082"/>
                  <a:pt x="1218017" y="21098"/>
                  <a:pt x="1212934" y="21098"/>
                </a:cubicBezTo>
                <a:cubicBezTo>
                  <a:pt x="1208389" y="21098"/>
                  <a:pt x="1204250" y="21908"/>
                  <a:pt x="1200515" y="23529"/>
                </a:cubicBezTo>
                <a:cubicBezTo>
                  <a:pt x="1196780" y="25148"/>
                  <a:pt x="1193564" y="27366"/>
                  <a:pt x="1190868" y="30182"/>
                </a:cubicBezTo>
                <a:cubicBezTo>
                  <a:pt x="1188172" y="32997"/>
                  <a:pt x="1186093" y="36334"/>
                  <a:pt x="1184630" y="40193"/>
                </a:cubicBezTo>
                <a:cubicBezTo>
                  <a:pt x="1183167" y="44050"/>
                  <a:pt x="1182435" y="48216"/>
                  <a:pt x="1182435" y="52691"/>
                </a:cubicBezTo>
                <a:cubicBezTo>
                  <a:pt x="1182435" y="57319"/>
                  <a:pt x="1183147" y="61562"/>
                  <a:pt x="1184572" y="65421"/>
                </a:cubicBezTo>
                <a:cubicBezTo>
                  <a:pt x="1185997" y="69278"/>
                  <a:pt x="1188019" y="72595"/>
                  <a:pt x="1190637" y="75374"/>
                </a:cubicBezTo>
                <a:cubicBezTo>
                  <a:pt x="1193256" y="78151"/>
                  <a:pt x="1196452" y="80291"/>
                  <a:pt x="1200226" y="81796"/>
                </a:cubicBezTo>
                <a:cubicBezTo>
                  <a:pt x="1203999" y="83300"/>
                  <a:pt x="1208235" y="84052"/>
                  <a:pt x="1212934" y="84052"/>
                </a:cubicBezTo>
                <a:cubicBezTo>
                  <a:pt x="1219711" y="84052"/>
                  <a:pt x="1225488" y="82513"/>
                  <a:pt x="1230263" y="79435"/>
                </a:cubicBezTo>
                <a:cubicBezTo>
                  <a:pt x="1235039" y="76357"/>
                  <a:pt x="1238582" y="71240"/>
                  <a:pt x="1240892" y="64083"/>
                </a:cubicBezTo>
                <a:lnTo>
                  <a:pt x="1226451" y="64083"/>
                </a:lnTo>
                <a:cubicBezTo>
                  <a:pt x="1225912" y="65915"/>
                  <a:pt x="1224448" y="67652"/>
                  <a:pt x="1222060" y="69294"/>
                </a:cubicBezTo>
                <a:cubicBezTo>
                  <a:pt x="1219673" y="70934"/>
                  <a:pt x="1216824" y="71755"/>
                  <a:pt x="1213512" y="71755"/>
                </a:cubicBezTo>
                <a:cubicBezTo>
                  <a:pt x="1208891" y="71755"/>
                  <a:pt x="1205348" y="70562"/>
                  <a:pt x="1202882" y="68178"/>
                </a:cubicBezTo>
                <a:cubicBezTo>
                  <a:pt x="1200418" y="65792"/>
                  <a:pt x="1199070" y="61945"/>
                  <a:pt x="1198840" y="56637"/>
                </a:cubicBezTo>
                <a:close/>
                <a:moveTo>
                  <a:pt x="1251813" y="64647"/>
                </a:moveTo>
                <a:lnTo>
                  <a:pt x="1251813" y="82473"/>
                </a:lnTo>
                <a:lnTo>
                  <a:pt x="1269951" y="82473"/>
                </a:lnTo>
                <a:lnTo>
                  <a:pt x="1269951" y="64647"/>
                </a:lnTo>
                <a:lnTo>
                  <a:pt x="1251813" y="64647"/>
                </a:lnTo>
                <a:close/>
                <a:moveTo>
                  <a:pt x="1282561" y="41113"/>
                </a:moveTo>
                <a:cubicBezTo>
                  <a:pt x="1282792" y="37262"/>
                  <a:pt x="1283754" y="34066"/>
                  <a:pt x="1285449" y="31525"/>
                </a:cubicBezTo>
                <a:cubicBezTo>
                  <a:pt x="1287144" y="28983"/>
                  <a:pt x="1289300" y="26941"/>
                  <a:pt x="1291919" y="25401"/>
                </a:cubicBezTo>
                <a:cubicBezTo>
                  <a:pt x="1294537" y="23860"/>
                  <a:pt x="1297483" y="22762"/>
                  <a:pt x="1300756" y="22108"/>
                </a:cubicBezTo>
                <a:cubicBezTo>
                  <a:pt x="1304030" y="21453"/>
                  <a:pt x="1307323" y="21126"/>
                  <a:pt x="1310635" y="21126"/>
                </a:cubicBezTo>
                <a:cubicBezTo>
                  <a:pt x="1313638" y="21126"/>
                  <a:pt x="1316681" y="21338"/>
                  <a:pt x="1319761" y="21762"/>
                </a:cubicBezTo>
                <a:cubicBezTo>
                  <a:pt x="1322842" y="22185"/>
                  <a:pt x="1325653" y="23013"/>
                  <a:pt x="1328194" y="24246"/>
                </a:cubicBezTo>
                <a:cubicBezTo>
                  <a:pt x="1330736" y="25478"/>
                  <a:pt x="1332816" y="27191"/>
                  <a:pt x="1334433" y="29387"/>
                </a:cubicBezTo>
                <a:cubicBezTo>
                  <a:pt x="1336051" y="31582"/>
                  <a:pt x="1336860" y="34489"/>
                  <a:pt x="1336860" y="38109"/>
                </a:cubicBezTo>
                <a:lnTo>
                  <a:pt x="1336860" y="69186"/>
                </a:lnTo>
                <a:cubicBezTo>
                  <a:pt x="1336860" y="71882"/>
                  <a:pt x="1337014" y="74462"/>
                  <a:pt x="1337322" y="76927"/>
                </a:cubicBezTo>
                <a:cubicBezTo>
                  <a:pt x="1337630" y="79391"/>
                  <a:pt x="1338169" y="81240"/>
                  <a:pt x="1338939" y="82473"/>
                </a:cubicBezTo>
                <a:lnTo>
                  <a:pt x="1322303" y="82473"/>
                </a:lnTo>
                <a:cubicBezTo>
                  <a:pt x="1321995" y="81549"/>
                  <a:pt x="1321745" y="80606"/>
                  <a:pt x="1321552" y="79643"/>
                </a:cubicBezTo>
                <a:cubicBezTo>
                  <a:pt x="1321359" y="78680"/>
                  <a:pt x="1321225" y="77697"/>
                  <a:pt x="1321148" y="76696"/>
                </a:cubicBezTo>
                <a:cubicBezTo>
                  <a:pt x="1318530" y="79392"/>
                  <a:pt x="1315449" y="81279"/>
                  <a:pt x="1311906" y="82358"/>
                </a:cubicBezTo>
                <a:cubicBezTo>
                  <a:pt x="1308362" y="83436"/>
                  <a:pt x="1304742" y="83975"/>
                  <a:pt x="1301045" y="83975"/>
                </a:cubicBezTo>
                <a:cubicBezTo>
                  <a:pt x="1298196" y="83975"/>
                  <a:pt x="1295539" y="83628"/>
                  <a:pt x="1293073" y="82935"/>
                </a:cubicBezTo>
                <a:cubicBezTo>
                  <a:pt x="1290609" y="82241"/>
                  <a:pt x="1288452" y="81163"/>
                  <a:pt x="1286604" y="79700"/>
                </a:cubicBezTo>
                <a:cubicBezTo>
                  <a:pt x="1284756" y="78237"/>
                  <a:pt x="1283312" y="76389"/>
                  <a:pt x="1282272" y="74156"/>
                </a:cubicBezTo>
                <a:cubicBezTo>
                  <a:pt x="1281232" y="71921"/>
                  <a:pt x="1280712" y="69264"/>
                  <a:pt x="1280712" y="66182"/>
                </a:cubicBezTo>
                <a:cubicBezTo>
                  <a:pt x="1280712" y="62794"/>
                  <a:pt x="1281309" y="60002"/>
                  <a:pt x="1282503" y="57807"/>
                </a:cubicBezTo>
                <a:cubicBezTo>
                  <a:pt x="1283697" y="55612"/>
                  <a:pt x="1285237" y="53859"/>
                  <a:pt x="1287124" y="52550"/>
                </a:cubicBezTo>
                <a:cubicBezTo>
                  <a:pt x="1289011" y="51241"/>
                  <a:pt x="1291168" y="50259"/>
                  <a:pt x="1293593" y="49605"/>
                </a:cubicBezTo>
                <a:cubicBezTo>
                  <a:pt x="1296020" y="48950"/>
                  <a:pt x="1298466" y="48430"/>
                  <a:pt x="1300930" y="48046"/>
                </a:cubicBezTo>
                <a:cubicBezTo>
                  <a:pt x="1303395" y="47661"/>
                  <a:pt x="1305820" y="47352"/>
                  <a:pt x="1308207" y="47121"/>
                </a:cubicBezTo>
                <a:cubicBezTo>
                  <a:pt x="1310595" y="46889"/>
                  <a:pt x="1312714" y="46542"/>
                  <a:pt x="1314562" y="46081"/>
                </a:cubicBezTo>
                <a:cubicBezTo>
                  <a:pt x="1316411" y="45619"/>
                  <a:pt x="1317874" y="44945"/>
                  <a:pt x="1318952" y="44060"/>
                </a:cubicBezTo>
                <a:cubicBezTo>
                  <a:pt x="1320031" y="43174"/>
                  <a:pt x="1320532" y="41884"/>
                  <a:pt x="1320455" y="40189"/>
                </a:cubicBezTo>
                <a:cubicBezTo>
                  <a:pt x="1320455" y="38417"/>
                  <a:pt x="1320166" y="37011"/>
                  <a:pt x="1319588" y="35972"/>
                </a:cubicBezTo>
                <a:cubicBezTo>
                  <a:pt x="1319010" y="34932"/>
                  <a:pt x="1318239" y="34124"/>
                  <a:pt x="1317277" y="33547"/>
                </a:cubicBezTo>
                <a:cubicBezTo>
                  <a:pt x="1316314" y="32969"/>
                  <a:pt x="1315197" y="32583"/>
                  <a:pt x="1313926" y="32390"/>
                </a:cubicBezTo>
                <a:cubicBezTo>
                  <a:pt x="1312655" y="32198"/>
                  <a:pt x="1311289" y="32101"/>
                  <a:pt x="1309825" y="32101"/>
                </a:cubicBezTo>
                <a:cubicBezTo>
                  <a:pt x="1306591" y="32101"/>
                  <a:pt x="1304050" y="32795"/>
                  <a:pt x="1302201" y="34181"/>
                </a:cubicBezTo>
                <a:cubicBezTo>
                  <a:pt x="1300353" y="35568"/>
                  <a:pt x="1299274" y="37879"/>
                  <a:pt x="1298966" y="41113"/>
                </a:cubicBezTo>
                <a:lnTo>
                  <a:pt x="1282561" y="41113"/>
                </a:lnTo>
                <a:moveTo>
                  <a:pt x="1320455" y="53243"/>
                </a:moveTo>
                <a:cubicBezTo>
                  <a:pt x="1319762" y="53860"/>
                  <a:pt x="1318895" y="54342"/>
                  <a:pt x="1317855" y="54689"/>
                </a:cubicBezTo>
                <a:cubicBezTo>
                  <a:pt x="1316815" y="55035"/>
                  <a:pt x="1315698" y="55324"/>
                  <a:pt x="1314504" y="55556"/>
                </a:cubicBezTo>
                <a:cubicBezTo>
                  <a:pt x="1313311" y="55786"/>
                  <a:pt x="1312060" y="55978"/>
                  <a:pt x="1310749" y="56132"/>
                </a:cubicBezTo>
                <a:cubicBezTo>
                  <a:pt x="1309440" y="56286"/>
                  <a:pt x="1308131" y="56478"/>
                  <a:pt x="1306822" y="56709"/>
                </a:cubicBezTo>
                <a:cubicBezTo>
                  <a:pt x="1305590" y="56940"/>
                  <a:pt x="1304377" y="57249"/>
                  <a:pt x="1303183" y="57634"/>
                </a:cubicBezTo>
                <a:cubicBezTo>
                  <a:pt x="1301989" y="58019"/>
                  <a:pt x="1300949" y="58539"/>
                  <a:pt x="1300063" y="59194"/>
                </a:cubicBezTo>
                <a:cubicBezTo>
                  <a:pt x="1299178" y="59849"/>
                  <a:pt x="1298466" y="60677"/>
                  <a:pt x="1297926" y="61678"/>
                </a:cubicBezTo>
                <a:cubicBezTo>
                  <a:pt x="1297387" y="62678"/>
                  <a:pt x="1297117" y="63949"/>
                  <a:pt x="1297117" y="65489"/>
                </a:cubicBezTo>
                <a:cubicBezTo>
                  <a:pt x="1297117" y="66953"/>
                  <a:pt x="1297387" y="68185"/>
                  <a:pt x="1297926" y="69186"/>
                </a:cubicBezTo>
                <a:cubicBezTo>
                  <a:pt x="1298466" y="70187"/>
                  <a:pt x="1299197" y="70977"/>
                  <a:pt x="1300121" y="71555"/>
                </a:cubicBezTo>
                <a:cubicBezTo>
                  <a:pt x="1301046" y="72132"/>
                  <a:pt x="1302124" y="72537"/>
                  <a:pt x="1303356" y="72768"/>
                </a:cubicBezTo>
                <a:cubicBezTo>
                  <a:pt x="1304589" y="73000"/>
                  <a:pt x="1305860" y="73116"/>
                  <a:pt x="1307169" y="73116"/>
                </a:cubicBezTo>
                <a:cubicBezTo>
                  <a:pt x="1310403" y="73116"/>
                  <a:pt x="1312906" y="72577"/>
                  <a:pt x="1314677" y="71499"/>
                </a:cubicBezTo>
                <a:cubicBezTo>
                  <a:pt x="1316449" y="70420"/>
                  <a:pt x="1317759" y="69130"/>
                  <a:pt x="1318606" y="67628"/>
                </a:cubicBezTo>
                <a:cubicBezTo>
                  <a:pt x="1319453" y="66126"/>
                  <a:pt x="1319974" y="64605"/>
                  <a:pt x="1320166" y="63064"/>
                </a:cubicBezTo>
                <a:cubicBezTo>
                  <a:pt x="1320359" y="61523"/>
                  <a:pt x="1320455" y="60291"/>
                  <a:pt x="1320455" y="59367"/>
                </a:cubicBezTo>
                <a:lnTo>
                  <a:pt x="1320455" y="53243"/>
                </a:lnTo>
                <a:close/>
                <a:moveTo>
                  <a:pt x="1392838" y="52690"/>
                </a:moveTo>
                <a:cubicBezTo>
                  <a:pt x="1392838" y="55154"/>
                  <a:pt x="1392568" y="57542"/>
                  <a:pt x="1392029" y="59854"/>
                </a:cubicBezTo>
                <a:cubicBezTo>
                  <a:pt x="1391489" y="62164"/>
                  <a:pt x="1390642" y="64206"/>
                  <a:pt x="1389487" y="65978"/>
                </a:cubicBezTo>
                <a:cubicBezTo>
                  <a:pt x="1388331" y="67749"/>
                  <a:pt x="1386887" y="69154"/>
                  <a:pt x="1385154" y="70195"/>
                </a:cubicBezTo>
                <a:cubicBezTo>
                  <a:pt x="1383421" y="71235"/>
                  <a:pt x="1381323" y="71755"/>
                  <a:pt x="1378858" y="71755"/>
                </a:cubicBezTo>
                <a:cubicBezTo>
                  <a:pt x="1376470" y="71755"/>
                  <a:pt x="1374391" y="71235"/>
                  <a:pt x="1372620" y="70195"/>
                </a:cubicBezTo>
                <a:cubicBezTo>
                  <a:pt x="1370849" y="69154"/>
                  <a:pt x="1369386" y="67749"/>
                  <a:pt x="1368230" y="65978"/>
                </a:cubicBezTo>
                <a:cubicBezTo>
                  <a:pt x="1367075" y="64206"/>
                  <a:pt x="1366228" y="62164"/>
                  <a:pt x="1365688" y="59854"/>
                </a:cubicBezTo>
                <a:cubicBezTo>
                  <a:pt x="1365149" y="57542"/>
                  <a:pt x="1364879" y="55154"/>
                  <a:pt x="1364879" y="52690"/>
                </a:cubicBezTo>
                <a:cubicBezTo>
                  <a:pt x="1364879" y="50147"/>
                  <a:pt x="1365149" y="47721"/>
                  <a:pt x="1365688" y="45411"/>
                </a:cubicBezTo>
                <a:cubicBezTo>
                  <a:pt x="1366228" y="43099"/>
                  <a:pt x="1367075" y="41058"/>
                  <a:pt x="1368230" y="39287"/>
                </a:cubicBezTo>
                <a:cubicBezTo>
                  <a:pt x="1369386" y="37514"/>
                  <a:pt x="1370849" y="36108"/>
                  <a:pt x="1372620" y="35068"/>
                </a:cubicBezTo>
                <a:cubicBezTo>
                  <a:pt x="1374391" y="34028"/>
                  <a:pt x="1376470" y="33508"/>
                  <a:pt x="1378858" y="33508"/>
                </a:cubicBezTo>
                <a:cubicBezTo>
                  <a:pt x="1381323" y="33508"/>
                  <a:pt x="1383421" y="34028"/>
                  <a:pt x="1385154" y="35068"/>
                </a:cubicBezTo>
                <a:cubicBezTo>
                  <a:pt x="1386887" y="36108"/>
                  <a:pt x="1388331" y="37514"/>
                  <a:pt x="1389487" y="39287"/>
                </a:cubicBezTo>
                <a:cubicBezTo>
                  <a:pt x="1390642" y="41058"/>
                  <a:pt x="1391489" y="43099"/>
                  <a:pt x="1392029" y="45411"/>
                </a:cubicBezTo>
                <a:cubicBezTo>
                  <a:pt x="1392568" y="47721"/>
                  <a:pt x="1392838" y="50147"/>
                  <a:pt x="1392838" y="52690"/>
                </a:cubicBezTo>
                <a:moveTo>
                  <a:pt x="1349052" y="0"/>
                </a:moveTo>
                <a:lnTo>
                  <a:pt x="1349052" y="82511"/>
                </a:lnTo>
                <a:lnTo>
                  <a:pt x="1364648" y="82511"/>
                </a:lnTo>
                <a:lnTo>
                  <a:pt x="1364648" y="74887"/>
                </a:lnTo>
                <a:lnTo>
                  <a:pt x="1364879" y="74887"/>
                </a:lnTo>
                <a:cubicBezTo>
                  <a:pt x="1366650" y="78213"/>
                  <a:pt x="1369269" y="80572"/>
                  <a:pt x="1372734" y="81965"/>
                </a:cubicBezTo>
                <a:cubicBezTo>
                  <a:pt x="1376201" y="83356"/>
                  <a:pt x="1380129" y="84052"/>
                  <a:pt x="1384519" y="84052"/>
                </a:cubicBezTo>
                <a:cubicBezTo>
                  <a:pt x="1387523" y="84052"/>
                  <a:pt x="1390488" y="83435"/>
                  <a:pt x="1393414" y="82201"/>
                </a:cubicBezTo>
                <a:cubicBezTo>
                  <a:pt x="1396342" y="80966"/>
                  <a:pt x="1398980" y="79076"/>
                  <a:pt x="1401329" y="76530"/>
                </a:cubicBezTo>
                <a:cubicBezTo>
                  <a:pt x="1403679" y="73985"/>
                  <a:pt x="1405585" y="70725"/>
                  <a:pt x="1407048" y="66752"/>
                </a:cubicBezTo>
                <a:cubicBezTo>
                  <a:pt x="1408511" y="62778"/>
                  <a:pt x="1409243" y="58053"/>
                  <a:pt x="1409243" y="52575"/>
                </a:cubicBezTo>
                <a:cubicBezTo>
                  <a:pt x="1409243" y="47097"/>
                  <a:pt x="1408511" y="42372"/>
                  <a:pt x="1407048" y="38398"/>
                </a:cubicBezTo>
                <a:cubicBezTo>
                  <a:pt x="1405585" y="34425"/>
                  <a:pt x="1403679" y="31165"/>
                  <a:pt x="1401329" y="28620"/>
                </a:cubicBezTo>
                <a:cubicBezTo>
                  <a:pt x="1398980" y="26074"/>
                  <a:pt x="1396342" y="24184"/>
                  <a:pt x="1393414" y="22950"/>
                </a:cubicBezTo>
                <a:cubicBezTo>
                  <a:pt x="1390488" y="21715"/>
                  <a:pt x="1387523" y="21098"/>
                  <a:pt x="1384519" y="21098"/>
                </a:cubicBezTo>
                <a:cubicBezTo>
                  <a:pt x="1380823" y="21098"/>
                  <a:pt x="1377261" y="21813"/>
                  <a:pt x="1373833" y="23243"/>
                </a:cubicBezTo>
                <a:cubicBezTo>
                  <a:pt x="1370406" y="24673"/>
                  <a:pt x="1367691" y="26935"/>
                  <a:pt x="1365688" y="30028"/>
                </a:cubicBezTo>
                <a:lnTo>
                  <a:pt x="1365457" y="30028"/>
                </a:lnTo>
                <a:lnTo>
                  <a:pt x="1365457" y="0"/>
                </a:lnTo>
                <a:lnTo>
                  <a:pt x="1349052" y="0"/>
                </a:lnTo>
                <a:close/>
                <a:moveTo>
                  <a:pt x="1432149" y="63067"/>
                </a:moveTo>
                <a:lnTo>
                  <a:pt x="1416553" y="63067"/>
                </a:lnTo>
                <a:cubicBezTo>
                  <a:pt x="1416707" y="67065"/>
                  <a:pt x="1417612" y="70391"/>
                  <a:pt x="1419268" y="73043"/>
                </a:cubicBezTo>
                <a:cubicBezTo>
                  <a:pt x="1420924" y="75695"/>
                  <a:pt x="1423042" y="77828"/>
                  <a:pt x="1425621" y="79442"/>
                </a:cubicBezTo>
                <a:cubicBezTo>
                  <a:pt x="1428202" y="81057"/>
                  <a:pt x="1431148" y="82210"/>
                  <a:pt x="1434460" y="82901"/>
                </a:cubicBezTo>
                <a:cubicBezTo>
                  <a:pt x="1437772" y="83593"/>
                  <a:pt x="1441161" y="83939"/>
                  <a:pt x="1444626" y="83939"/>
                </a:cubicBezTo>
                <a:cubicBezTo>
                  <a:pt x="1448014" y="83939"/>
                  <a:pt x="1451345" y="83611"/>
                  <a:pt x="1454618" y="82956"/>
                </a:cubicBezTo>
                <a:cubicBezTo>
                  <a:pt x="1457892" y="82301"/>
                  <a:pt x="1460800" y="81165"/>
                  <a:pt x="1463341" y="79546"/>
                </a:cubicBezTo>
                <a:cubicBezTo>
                  <a:pt x="1465883" y="77928"/>
                  <a:pt x="1467943" y="75790"/>
                  <a:pt x="1469521" y="73131"/>
                </a:cubicBezTo>
                <a:cubicBezTo>
                  <a:pt x="1471101" y="70473"/>
                  <a:pt x="1471890" y="67179"/>
                  <a:pt x="1471890" y="63249"/>
                </a:cubicBezTo>
                <a:cubicBezTo>
                  <a:pt x="1471890" y="60475"/>
                  <a:pt x="1471351" y="58145"/>
                  <a:pt x="1470272" y="56257"/>
                </a:cubicBezTo>
                <a:cubicBezTo>
                  <a:pt x="1469194" y="54369"/>
                  <a:pt x="1467769" y="52789"/>
                  <a:pt x="1465997" y="51517"/>
                </a:cubicBezTo>
                <a:cubicBezTo>
                  <a:pt x="1464226" y="50246"/>
                  <a:pt x="1462205" y="49225"/>
                  <a:pt x="1459933" y="48455"/>
                </a:cubicBezTo>
                <a:cubicBezTo>
                  <a:pt x="1457661" y="47684"/>
                  <a:pt x="1455331" y="47029"/>
                  <a:pt x="1452943" y="46490"/>
                </a:cubicBezTo>
                <a:cubicBezTo>
                  <a:pt x="1450633" y="45950"/>
                  <a:pt x="1448361" y="45450"/>
                  <a:pt x="1446126" y="44988"/>
                </a:cubicBezTo>
                <a:cubicBezTo>
                  <a:pt x="1443894" y="44525"/>
                  <a:pt x="1441910" y="44005"/>
                  <a:pt x="1440177" y="43428"/>
                </a:cubicBezTo>
                <a:cubicBezTo>
                  <a:pt x="1438445" y="42849"/>
                  <a:pt x="1437039" y="42098"/>
                  <a:pt x="1435960" y="41173"/>
                </a:cubicBezTo>
                <a:cubicBezTo>
                  <a:pt x="1434882" y="40248"/>
                  <a:pt x="1434344" y="39053"/>
                  <a:pt x="1434344" y="37589"/>
                </a:cubicBezTo>
                <a:cubicBezTo>
                  <a:pt x="1434344" y="36356"/>
                  <a:pt x="1434652" y="35374"/>
                  <a:pt x="1435267" y="34642"/>
                </a:cubicBezTo>
                <a:cubicBezTo>
                  <a:pt x="1435884" y="33909"/>
                  <a:pt x="1436635" y="33351"/>
                  <a:pt x="1437520" y="32967"/>
                </a:cubicBezTo>
                <a:cubicBezTo>
                  <a:pt x="1438406" y="32581"/>
                  <a:pt x="1439388" y="32331"/>
                  <a:pt x="1440466" y="32216"/>
                </a:cubicBezTo>
                <a:cubicBezTo>
                  <a:pt x="1441545" y="32100"/>
                  <a:pt x="1442546" y="32041"/>
                  <a:pt x="1443470" y="32041"/>
                </a:cubicBezTo>
                <a:cubicBezTo>
                  <a:pt x="1446396" y="32041"/>
                  <a:pt x="1448938" y="32603"/>
                  <a:pt x="1451094" y="33725"/>
                </a:cubicBezTo>
                <a:cubicBezTo>
                  <a:pt x="1453251" y="34846"/>
                  <a:pt x="1454445" y="36993"/>
                  <a:pt x="1454676" y="40165"/>
                </a:cubicBezTo>
                <a:lnTo>
                  <a:pt x="1470274" y="40165"/>
                </a:lnTo>
                <a:cubicBezTo>
                  <a:pt x="1469966" y="36467"/>
                  <a:pt x="1469022" y="33405"/>
                  <a:pt x="1467443" y="30978"/>
                </a:cubicBezTo>
                <a:cubicBezTo>
                  <a:pt x="1465864" y="28552"/>
                  <a:pt x="1463881" y="26607"/>
                  <a:pt x="1461493" y="25143"/>
                </a:cubicBezTo>
                <a:cubicBezTo>
                  <a:pt x="1459106" y="23679"/>
                  <a:pt x="1456391" y="22639"/>
                  <a:pt x="1453349" y="22023"/>
                </a:cubicBezTo>
                <a:cubicBezTo>
                  <a:pt x="1450306" y="21406"/>
                  <a:pt x="1447168" y="21098"/>
                  <a:pt x="1443933" y="21098"/>
                </a:cubicBezTo>
                <a:cubicBezTo>
                  <a:pt x="1440698" y="21098"/>
                  <a:pt x="1437540" y="21387"/>
                  <a:pt x="1434458" y="21965"/>
                </a:cubicBezTo>
                <a:cubicBezTo>
                  <a:pt x="1431378" y="22542"/>
                  <a:pt x="1428606" y="23543"/>
                  <a:pt x="1426141" y="24969"/>
                </a:cubicBezTo>
                <a:cubicBezTo>
                  <a:pt x="1423677" y="26394"/>
                  <a:pt x="1421694" y="28340"/>
                  <a:pt x="1420192" y="30806"/>
                </a:cubicBezTo>
                <a:cubicBezTo>
                  <a:pt x="1418690" y="33271"/>
                  <a:pt x="1417939" y="36431"/>
                  <a:pt x="1417939" y="40284"/>
                </a:cubicBezTo>
                <a:cubicBezTo>
                  <a:pt x="1417939" y="42904"/>
                  <a:pt x="1418478" y="45119"/>
                  <a:pt x="1419555" y="46930"/>
                </a:cubicBezTo>
                <a:cubicBezTo>
                  <a:pt x="1420634" y="48740"/>
                  <a:pt x="1422059" y="50243"/>
                  <a:pt x="1423830" y="51438"/>
                </a:cubicBezTo>
                <a:cubicBezTo>
                  <a:pt x="1425602" y="52632"/>
                  <a:pt x="1427624" y="53595"/>
                  <a:pt x="1429896" y="54327"/>
                </a:cubicBezTo>
                <a:cubicBezTo>
                  <a:pt x="1432168" y="55059"/>
                  <a:pt x="1434498" y="55695"/>
                  <a:pt x="1436886" y="56235"/>
                </a:cubicBezTo>
                <a:cubicBezTo>
                  <a:pt x="1442738" y="57467"/>
                  <a:pt x="1447301" y="58700"/>
                  <a:pt x="1450574" y="59933"/>
                </a:cubicBezTo>
                <a:cubicBezTo>
                  <a:pt x="1453848" y="61166"/>
                  <a:pt x="1455485" y="63015"/>
                  <a:pt x="1455485" y="65481"/>
                </a:cubicBezTo>
                <a:cubicBezTo>
                  <a:pt x="1455485" y="66944"/>
                  <a:pt x="1455139" y="68157"/>
                  <a:pt x="1454445" y="69121"/>
                </a:cubicBezTo>
                <a:cubicBezTo>
                  <a:pt x="1453752" y="70085"/>
                  <a:pt x="1452885" y="70856"/>
                  <a:pt x="1451845" y="71434"/>
                </a:cubicBezTo>
                <a:cubicBezTo>
                  <a:pt x="1450806" y="72011"/>
                  <a:pt x="1449651" y="72434"/>
                  <a:pt x="1448379" y="72705"/>
                </a:cubicBezTo>
                <a:cubicBezTo>
                  <a:pt x="1447109" y="72974"/>
                  <a:pt x="1445896" y="73108"/>
                  <a:pt x="1444741" y="73108"/>
                </a:cubicBezTo>
                <a:cubicBezTo>
                  <a:pt x="1443124" y="73108"/>
                  <a:pt x="1441564" y="72916"/>
                  <a:pt x="1440062" y="72532"/>
                </a:cubicBezTo>
                <a:cubicBezTo>
                  <a:pt x="1438560" y="72147"/>
                  <a:pt x="1437232" y="71550"/>
                  <a:pt x="1436077" y="70743"/>
                </a:cubicBezTo>
                <a:cubicBezTo>
                  <a:pt x="1434921" y="69934"/>
                  <a:pt x="1433978" y="68895"/>
                  <a:pt x="1433245" y="67626"/>
                </a:cubicBezTo>
                <a:cubicBezTo>
                  <a:pt x="1432514" y="66357"/>
                  <a:pt x="1432149" y="64837"/>
                  <a:pt x="1432149" y="63067"/>
                </a:cubicBezTo>
                <a:close/>
                <a:moveTo>
                  <a:pt x="1485112" y="0"/>
                </a:moveTo>
                <a:lnTo>
                  <a:pt x="1485112" y="37118"/>
                </a:lnTo>
                <a:lnTo>
                  <a:pt x="1497473" y="37118"/>
                </a:lnTo>
                <a:lnTo>
                  <a:pt x="1497473" y="0"/>
                </a:lnTo>
                <a:lnTo>
                  <a:pt x="1485112" y="0"/>
                </a:lnTo>
                <a:close/>
                <a:moveTo>
                  <a:pt x="1568210" y="50544"/>
                </a:moveTo>
                <a:lnTo>
                  <a:pt x="1578955" y="20329"/>
                </a:lnTo>
                <a:lnTo>
                  <a:pt x="1579185" y="20329"/>
                </a:lnTo>
                <a:lnTo>
                  <a:pt x="1589584" y="50544"/>
                </a:lnTo>
                <a:lnTo>
                  <a:pt x="1568210" y="50544"/>
                </a:lnTo>
                <a:moveTo>
                  <a:pt x="1569945" y="0"/>
                </a:moveTo>
                <a:lnTo>
                  <a:pt x="1538751" y="82473"/>
                </a:lnTo>
                <a:lnTo>
                  <a:pt x="1557004" y="82473"/>
                </a:lnTo>
                <a:lnTo>
                  <a:pt x="1563473" y="64083"/>
                </a:lnTo>
                <a:lnTo>
                  <a:pt x="1594321" y="64083"/>
                </a:lnTo>
                <a:lnTo>
                  <a:pt x="1600560" y="82473"/>
                </a:lnTo>
                <a:lnTo>
                  <a:pt x="1619391" y="82473"/>
                </a:lnTo>
                <a:lnTo>
                  <a:pt x="1588544" y="0"/>
                </a:lnTo>
                <a:lnTo>
                  <a:pt x="1569945" y="0"/>
                </a:lnTo>
                <a:close/>
                <a:moveTo>
                  <a:pt x="1644360" y="38811"/>
                </a:moveTo>
                <a:lnTo>
                  <a:pt x="1644360" y="14103"/>
                </a:lnTo>
                <a:lnTo>
                  <a:pt x="1658453" y="14103"/>
                </a:lnTo>
                <a:cubicBezTo>
                  <a:pt x="1660534" y="14103"/>
                  <a:pt x="1662536" y="14257"/>
                  <a:pt x="1664461" y="14565"/>
                </a:cubicBezTo>
                <a:cubicBezTo>
                  <a:pt x="1666386" y="14872"/>
                  <a:pt x="1668080" y="15469"/>
                  <a:pt x="1669543" y="16354"/>
                </a:cubicBezTo>
                <a:cubicBezTo>
                  <a:pt x="1671008" y="17239"/>
                  <a:pt x="1672182" y="18490"/>
                  <a:pt x="1673067" y="20107"/>
                </a:cubicBezTo>
                <a:cubicBezTo>
                  <a:pt x="1673953" y="21723"/>
                  <a:pt x="1674397" y="23839"/>
                  <a:pt x="1674397" y="26457"/>
                </a:cubicBezTo>
                <a:cubicBezTo>
                  <a:pt x="1674397" y="29074"/>
                  <a:pt x="1673953" y="31191"/>
                  <a:pt x="1673067" y="32808"/>
                </a:cubicBezTo>
                <a:cubicBezTo>
                  <a:pt x="1672182" y="34424"/>
                  <a:pt x="1671008" y="35675"/>
                  <a:pt x="1669543" y="36560"/>
                </a:cubicBezTo>
                <a:cubicBezTo>
                  <a:pt x="1668080" y="37444"/>
                  <a:pt x="1666386" y="38041"/>
                  <a:pt x="1664461" y="38349"/>
                </a:cubicBezTo>
                <a:cubicBezTo>
                  <a:pt x="1662536" y="38657"/>
                  <a:pt x="1660534" y="38811"/>
                  <a:pt x="1658453" y="38811"/>
                </a:cubicBezTo>
                <a:lnTo>
                  <a:pt x="1644360" y="38811"/>
                </a:lnTo>
                <a:moveTo>
                  <a:pt x="1626222" y="0"/>
                </a:moveTo>
                <a:lnTo>
                  <a:pt x="1626222" y="82473"/>
                </a:lnTo>
                <a:lnTo>
                  <a:pt x="1644360" y="82473"/>
                </a:lnTo>
                <a:lnTo>
                  <a:pt x="1644360" y="52913"/>
                </a:lnTo>
                <a:lnTo>
                  <a:pt x="1663423" y="52913"/>
                </a:lnTo>
                <a:cubicBezTo>
                  <a:pt x="1668582" y="52913"/>
                  <a:pt x="1672972" y="52162"/>
                  <a:pt x="1676591" y="50660"/>
                </a:cubicBezTo>
                <a:cubicBezTo>
                  <a:pt x="1680212" y="49159"/>
                  <a:pt x="1683158" y="47175"/>
                  <a:pt x="1685430" y="44711"/>
                </a:cubicBezTo>
                <a:cubicBezTo>
                  <a:pt x="1687703" y="42246"/>
                  <a:pt x="1689359" y="39416"/>
                  <a:pt x="1690398" y="36219"/>
                </a:cubicBezTo>
                <a:cubicBezTo>
                  <a:pt x="1691438" y="33023"/>
                  <a:pt x="1691958" y="29768"/>
                  <a:pt x="1691958" y="26457"/>
                </a:cubicBezTo>
                <a:cubicBezTo>
                  <a:pt x="1691958" y="23067"/>
                  <a:pt x="1691438" y="19794"/>
                  <a:pt x="1690398" y="16636"/>
                </a:cubicBezTo>
                <a:cubicBezTo>
                  <a:pt x="1689359" y="13478"/>
                  <a:pt x="1687703" y="10667"/>
                  <a:pt x="1685430" y="8202"/>
                </a:cubicBezTo>
                <a:cubicBezTo>
                  <a:pt x="1683158" y="5738"/>
                  <a:pt x="1680213" y="3755"/>
                  <a:pt x="1676593" y="2253"/>
                </a:cubicBezTo>
                <a:cubicBezTo>
                  <a:pt x="1672973" y="751"/>
                  <a:pt x="1668583" y="0"/>
                  <a:pt x="1663423" y="0"/>
                </a:cubicBezTo>
                <a:lnTo>
                  <a:pt x="1626222" y="0"/>
                </a:lnTo>
                <a:close/>
                <a:moveTo>
                  <a:pt x="1702731" y="0"/>
                </a:moveTo>
                <a:lnTo>
                  <a:pt x="1702731" y="82473"/>
                </a:lnTo>
                <a:lnTo>
                  <a:pt x="1720869" y="82473"/>
                </a:lnTo>
                <a:lnTo>
                  <a:pt x="1720869" y="0"/>
                </a:lnTo>
                <a:lnTo>
                  <a:pt x="1702731" y="0"/>
                </a:lnTo>
                <a:close/>
                <a:moveTo>
                  <a:pt x="1738244" y="0"/>
                </a:moveTo>
                <a:lnTo>
                  <a:pt x="1738244" y="37118"/>
                </a:lnTo>
                <a:lnTo>
                  <a:pt x="1750605" y="37118"/>
                </a:lnTo>
                <a:lnTo>
                  <a:pt x="1750605" y="0"/>
                </a:lnTo>
                <a:lnTo>
                  <a:pt x="1738244" y="0"/>
                </a:lnTo>
                <a:moveTo>
                  <a:pt x="1759732" y="0"/>
                </a:moveTo>
                <a:lnTo>
                  <a:pt x="1759732" y="37118"/>
                </a:lnTo>
                <a:lnTo>
                  <a:pt x="1772094" y="37118"/>
                </a:lnTo>
                <a:lnTo>
                  <a:pt x="1772094" y="0"/>
                </a:lnTo>
                <a:lnTo>
                  <a:pt x="17597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&quot;RESPONSE&quot;">
            <a:extLst xmlns:a="http://schemas.openxmlformats.org/drawingml/2006/main">
              <a:ext uri="{FF2B5EF4-FFF2-40B4-BE49-F238E27FC236}">
                <a16:creationId xmlns:a16="http://schemas.microsoft.com/office/drawing/2014/main" id="{C0AD91FE-57AD-49CA-8D60-36DCBD94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835" y="4858020"/>
            <a:ext cx="717080" cy="86309"/>
          </a:xfrm>
          <a:custGeom xmlns:a="http://schemas.openxmlformats.org/drawingml/2006/main">
            <a:pathLst>
              <a:path w="717080" h="86309">
                <a:moveTo>
                  <a:pt x="0" y="2031"/>
                </a:moveTo>
                <a:lnTo>
                  <a:pt x="0" y="39149"/>
                </a:lnTo>
                <a:lnTo>
                  <a:pt x="12361" y="39149"/>
                </a:lnTo>
                <a:lnTo>
                  <a:pt x="12361" y="2031"/>
                </a:lnTo>
                <a:lnTo>
                  <a:pt x="0" y="2031"/>
                </a:lnTo>
                <a:moveTo>
                  <a:pt x="21487" y="2031"/>
                </a:moveTo>
                <a:lnTo>
                  <a:pt x="21487" y="39149"/>
                </a:lnTo>
                <a:lnTo>
                  <a:pt x="33850" y="39149"/>
                </a:lnTo>
                <a:lnTo>
                  <a:pt x="33850" y="2031"/>
                </a:lnTo>
                <a:lnTo>
                  <a:pt x="21487" y="2031"/>
                </a:lnTo>
                <a:close/>
                <a:moveTo>
                  <a:pt x="69081" y="39262"/>
                </a:moveTo>
                <a:lnTo>
                  <a:pt x="69081" y="16134"/>
                </a:lnTo>
                <a:lnTo>
                  <a:pt x="88952" y="16134"/>
                </a:lnTo>
                <a:cubicBezTo>
                  <a:pt x="93111" y="16134"/>
                  <a:pt x="96230" y="17035"/>
                  <a:pt x="98309" y="18838"/>
                </a:cubicBezTo>
                <a:cubicBezTo>
                  <a:pt x="100389" y="20641"/>
                  <a:pt x="101429" y="23536"/>
                  <a:pt x="101429" y="27525"/>
                </a:cubicBezTo>
                <a:cubicBezTo>
                  <a:pt x="101429" y="31668"/>
                  <a:pt x="100389" y="34660"/>
                  <a:pt x="98309" y="36501"/>
                </a:cubicBezTo>
                <a:cubicBezTo>
                  <a:pt x="96230" y="38342"/>
                  <a:pt x="93111" y="39262"/>
                  <a:pt x="88952" y="39262"/>
                </a:cubicBezTo>
                <a:lnTo>
                  <a:pt x="69081" y="39262"/>
                </a:lnTo>
                <a:moveTo>
                  <a:pt x="50943" y="2031"/>
                </a:moveTo>
                <a:lnTo>
                  <a:pt x="50943" y="84503"/>
                </a:lnTo>
                <a:lnTo>
                  <a:pt x="69081" y="84503"/>
                </a:lnTo>
                <a:lnTo>
                  <a:pt x="69081" y="52236"/>
                </a:lnTo>
                <a:lnTo>
                  <a:pt x="87219" y="52236"/>
                </a:lnTo>
                <a:cubicBezTo>
                  <a:pt x="91763" y="52236"/>
                  <a:pt x="95037" y="53239"/>
                  <a:pt x="97040" y="55244"/>
                </a:cubicBezTo>
                <a:cubicBezTo>
                  <a:pt x="99042" y="57248"/>
                  <a:pt x="100351" y="60408"/>
                  <a:pt x="100967" y="64726"/>
                </a:cubicBezTo>
                <a:cubicBezTo>
                  <a:pt x="101429" y="68041"/>
                  <a:pt x="101776" y="71511"/>
                  <a:pt x="102007" y="75136"/>
                </a:cubicBezTo>
                <a:cubicBezTo>
                  <a:pt x="102239" y="78759"/>
                  <a:pt x="102855" y="81882"/>
                  <a:pt x="103856" y="84503"/>
                </a:cubicBezTo>
                <a:lnTo>
                  <a:pt x="121994" y="84503"/>
                </a:lnTo>
                <a:cubicBezTo>
                  <a:pt x="121147" y="83347"/>
                  <a:pt x="120511" y="81940"/>
                  <a:pt x="120087" y="80281"/>
                </a:cubicBezTo>
                <a:cubicBezTo>
                  <a:pt x="119664" y="78623"/>
                  <a:pt x="119356" y="76869"/>
                  <a:pt x="119163" y="75018"/>
                </a:cubicBezTo>
                <a:cubicBezTo>
                  <a:pt x="118970" y="73167"/>
                  <a:pt x="118835" y="71354"/>
                  <a:pt x="118758" y="69581"/>
                </a:cubicBezTo>
                <a:cubicBezTo>
                  <a:pt x="118681" y="67806"/>
                  <a:pt x="118605" y="66263"/>
                  <a:pt x="118529" y="64952"/>
                </a:cubicBezTo>
                <a:cubicBezTo>
                  <a:pt x="118373" y="62870"/>
                  <a:pt x="118084" y="60789"/>
                  <a:pt x="117661" y="58706"/>
                </a:cubicBezTo>
                <a:cubicBezTo>
                  <a:pt x="117238" y="56624"/>
                  <a:pt x="116564" y="54715"/>
                  <a:pt x="115639" y="52980"/>
                </a:cubicBezTo>
                <a:cubicBezTo>
                  <a:pt x="114716" y="51245"/>
                  <a:pt x="113522" y="49740"/>
                  <a:pt x="112057" y="48468"/>
                </a:cubicBezTo>
                <a:cubicBezTo>
                  <a:pt x="110594" y="47195"/>
                  <a:pt x="108746" y="46250"/>
                  <a:pt x="106513" y="45633"/>
                </a:cubicBezTo>
                <a:lnTo>
                  <a:pt x="106513" y="45402"/>
                </a:lnTo>
                <a:cubicBezTo>
                  <a:pt x="111134" y="43557"/>
                  <a:pt x="114465" y="40866"/>
                  <a:pt x="116505" y="37328"/>
                </a:cubicBezTo>
                <a:cubicBezTo>
                  <a:pt x="118546" y="33791"/>
                  <a:pt x="119567" y="29599"/>
                  <a:pt x="119567" y="24754"/>
                </a:cubicBezTo>
                <a:cubicBezTo>
                  <a:pt x="119567" y="21602"/>
                  <a:pt x="119008" y="18661"/>
                  <a:pt x="117890" y="15931"/>
                </a:cubicBezTo>
                <a:cubicBezTo>
                  <a:pt x="116774" y="13201"/>
                  <a:pt x="115157" y="10797"/>
                  <a:pt x="113039" y="8721"/>
                </a:cubicBezTo>
                <a:cubicBezTo>
                  <a:pt x="110921" y="6644"/>
                  <a:pt x="108380" y="5010"/>
                  <a:pt x="105415" y="3818"/>
                </a:cubicBezTo>
                <a:cubicBezTo>
                  <a:pt x="102450" y="2627"/>
                  <a:pt x="99119" y="2031"/>
                  <a:pt x="95421" y="2031"/>
                </a:cubicBezTo>
                <a:lnTo>
                  <a:pt x="50943" y="2031"/>
                </a:lnTo>
                <a:close/>
                <a:moveTo>
                  <a:pt x="133573" y="2031"/>
                </a:moveTo>
                <a:lnTo>
                  <a:pt x="133573" y="84503"/>
                </a:lnTo>
                <a:lnTo>
                  <a:pt x="196189" y="84503"/>
                </a:lnTo>
                <a:lnTo>
                  <a:pt x="196189" y="69273"/>
                </a:lnTo>
                <a:lnTo>
                  <a:pt x="151711" y="69273"/>
                </a:lnTo>
                <a:lnTo>
                  <a:pt x="151711" y="49077"/>
                </a:lnTo>
                <a:lnTo>
                  <a:pt x="191685" y="49077"/>
                </a:lnTo>
                <a:lnTo>
                  <a:pt x="191685" y="34975"/>
                </a:lnTo>
                <a:lnTo>
                  <a:pt x="151711" y="34975"/>
                </a:lnTo>
                <a:lnTo>
                  <a:pt x="151711" y="17262"/>
                </a:lnTo>
                <a:lnTo>
                  <a:pt x="195265" y="17262"/>
                </a:lnTo>
                <a:lnTo>
                  <a:pt x="195265" y="2031"/>
                </a:lnTo>
                <a:lnTo>
                  <a:pt x="133573" y="2031"/>
                </a:lnTo>
                <a:close/>
                <a:moveTo>
                  <a:pt x="220148" y="57068"/>
                </a:moveTo>
                <a:lnTo>
                  <a:pt x="202589" y="57068"/>
                </a:lnTo>
                <a:cubicBezTo>
                  <a:pt x="202511" y="62151"/>
                  <a:pt x="203435" y="66542"/>
                  <a:pt x="205360" y="70240"/>
                </a:cubicBezTo>
                <a:cubicBezTo>
                  <a:pt x="207286" y="73939"/>
                  <a:pt x="209886" y="76983"/>
                  <a:pt x="213159" y="79372"/>
                </a:cubicBezTo>
                <a:cubicBezTo>
                  <a:pt x="216433" y="81761"/>
                  <a:pt x="220207" y="83515"/>
                  <a:pt x="224481" y="84632"/>
                </a:cubicBezTo>
                <a:cubicBezTo>
                  <a:pt x="228756" y="85750"/>
                  <a:pt x="233165" y="86309"/>
                  <a:pt x="237710" y="86309"/>
                </a:cubicBezTo>
                <a:cubicBezTo>
                  <a:pt x="243332" y="86309"/>
                  <a:pt x="248280" y="85654"/>
                  <a:pt x="252555" y="84345"/>
                </a:cubicBezTo>
                <a:cubicBezTo>
                  <a:pt x="256829" y="83036"/>
                  <a:pt x="260410" y="81206"/>
                  <a:pt x="263299" y="78857"/>
                </a:cubicBezTo>
                <a:cubicBezTo>
                  <a:pt x="266188" y="76508"/>
                  <a:pt x="268364" y="73716"/>
                  <a:pt x="269827" y="70482"/>
                </a:cubicBezTo>
                <a:cubicBezTo>
                  <a:pt x="271290" y="67246"/>
                  <a:pt x="272022" y="63742"/>
                  <a:pt x="272022" y="59968"/>
                </a:cubicBezTo>
                <a:cubicBezTo>
                  <a:pt x="272022" y="55347"/>
                  <a:pt x="271040" y="51554"/>
                  <a:pt x="269076" y="48589"/>
                </a:cubicBezTo>
                <a:cubicBezTo>
                  <a:pt x="267112" y="45623"/>
                  <a:pt x="264782" y="43254"/>
                  <a:pt x="262086" y="41483"/>
                </a:cubicBezTo>
                <a:cubicBezTo>
                  <a:pt x="259390" y="39712"/>
                  <a:pt x="256675" y="38422"/>
                  <a:pt x="253940" y="37614"/>
                </a:cubicBezTo>
                <a:cubicBezTo>
                  <a:pt x="251207" y="36804"/>
                  <a:pt x="249069" y="36245"/>
                  <a:pt x="247529" y="35937"/>
                </a:cubicBezTo>
                <a:cubicBezTo>
                  <a:pt x="242368" y="34628"/>
                  <a:pt x="238190" y="33550"/>
                  <a:pt x="234993" y="32702"/>
                </a:cubicBezTo>
                <a:cubicBezTo>
                  <a:pt x="231798" y="31855"/>
                  <a:pt x="229295" y="31008"/>
                  <a:pt x="227485" y="30162"/>
                </a:cubicBezTo>
                <a:cubicBezTo>
                  <a:pt x="225675" y="29315"/>
                  <a:pt x="224462" y="28391"/>
                  <a:pt x="223845" y="27389"/>
                </a:cubicBezTo>
                <a:cubicBezTo>
                  <a:pt x="223229" y="26388"/>
                  <a:pt x="222921" y="25078"/>
                  <a:pt x="222921" y="23460"/>
                </a:cubicBezTo>
                <a:cubicBezTo>
                  <a:pt x="222921" y="21689"/>
                  <a:pt x="223306" y="20226"/>
                  <a:pt x="224076" y="19070"/>
                </a:cubicBezTo>
                <a:cubicBezTo>
                  <a:pt x="224847" y="17915"/>
                  <a:pt x="225829" y="16953"/>
                  <a:pt x="227022" y="16183"/>
                </a:cubicBezTo>
                <a:cubicBezTo>
                  <a:pt x="228216" y="15412"/>
                  <a:pt x="229544" y="14872"/>
                  <a:pt x="231007" y="14565"/>
                </a:cubicBezTo>
                <a:cubicBezTo>
                  <a:pt x="232472" y="14257"/>
                  <a:pt x="233935" y="14103"/>
                  <a:pt x="235399" y="14103"/>
                </a:cubicBezTo>
                <a:cubicBezTo>
                  <a:pt x="237633" y="14103"/>
                  <a:pt x="239693" y="14295"/>
                  <a:pt x="241579" y="14681"/>
                </a:cubicBezTo>
                <a:cubicBezTo>
                  <a:pt x="243467" y="15065"/>
                  <a:pt x="245142" y="15720"/>
                  <a:pt x="246605" y="16645"/>
                </a:cubicBezTo>
                <a:cubicBezTo>
                  <a:pt x="248069" y="17568"/>
                  <a:pt x="249244" y="18839"/>
                  <a:pt x="250129" y="20456"/>
                </a:cubicBezTo>
                <a:cubicBezTo>
                  <a:pt x="251015" y="22073"/>
                  <a:pt x="251535" y="24114"/>
                  <a:pt x="251689" y="26578"/>
                </a:cubicBezTo>
                <a:lnTo>
                  <a:pt x="269249" y="26578"/>
                </a:lnTo>
                <a:cubicBezTo>
                  <a:pt x="269249" y="21803"/>
                  <a:pt x="268344" y="17741"/>
                  <a:pt x="266534" y="14390"/>
                </a:cubicBezTo>
                <a:cubicBezTo>
                  <a:pt x="264724" y="11038"/>
                  <a:pt x="262278" y="8284"/>
                  <a:pt x="259197" y="6126"/>
                </a:cubicBezTo>
                <a:cubicBezTo>
                  <a:pt x="256117" y="3968"/>
                  <a:pt x="252593" y="2408"/>
                  <a:pt x="248627" y="1446"/>
                </a:cubicBezTo>
                <a:cubicBezTo>
                  <a:pt x="244661" y="482"/>
                  <a:pt x="240521" y="0"/>
                  <a:pt x="236208" y="0"/>
                </a:cubicBezTo>
                <a:cubicBezTo>
                  <a:pt x="232511" y="0"/>
                  <a:pt x="228813" y="501"/>
                  <a:pt x="225116" y="1502"/>
                </a:cubicBezTo>
                <a:cubicBezTo>
                  <a:pt x="221420" y="2503"/>
                  <a:pt x="218108" y="4044"/>
                  <a:pt x="215181" y="6124"/>
                </a:cubicBezTo>
                <a:cubicBezTo>
                  <a:pt x="212254" y="8203"/>
                  <a:pt x="209886" y="10802"/>
                  <a:pt x="208076" y="13921"/>
                </a:cubicBezTo>
                <a:cubicBezTo>
                  <a:pt x="206267" y="17040"/>
                  <a:pt x="205362" y="20717"/>
                  <a:pt x="205362" y="24953"/>
                </a:cubicBezTo>
                <a:cubicBezTo>
                  <a:pt x="205362" y="28727"/>
                  <a:pt x="206074" y="31942"/>
                  <a:pt x="207498" y="34599"/>
                </a:cubicBezTo>
                <a:cubicBezTo>
                  <a:pt x="208924" y="37256"/>
                  <a:pt x="210792" y="39471"/>
                  <a:pt x="213102" y="41243"/>
                </a:cubicBezTo>
                <a:cubicBezTo>
                  <a:pt x="215413" y="43014"/>
                  <a:pt x="218031" y="44458"/>
                  <a:pt x="220957" y="45575"/>
                </a:cubicBezTo>
                <a:cubicBezTo>
                  <a:pt x="223885" y="46691"/>
                  <a:pt x="226889" y="47635"/>
                  <a:pt x="229969" y="48406"/>
                </a:cubicBezTo>
                <a:cubicBezTo>
                  <a:pt x="232973" y="49252"/>
                  <a:pt x="235938" y="50022"/>
                  <a:pt x="238864" y="50715"/>
                </a:cubicBezTo>
                <a:cubicBezTo>
                  <a:pt x="241792" y="51409"/>
                  <a:pt x="244411" y="52218"/>
                  <a:pt x="246721" y="53143"/>
                </a:cubicBezTo>
                <a:cubicBezTo>
                  <a:pt x="249032" y="54066"/>
                  <a:pt x="250899" y="55222"/>
                  <a:pt x="252324" y="56608"/>
                </a:cubicBezTo>
                <a:cubicBezTo>
                  <a:pt x="253749" y="57994"/>
                  <a:pt x="254462" y="59804"/>
                  <a:pt x="254462" y="62038"/>
                </a:cubicBezTo>
                <a:cubicBezTo>
                  <a:pt x="254462" y="64117"/>
                  <a:pt x="253923" y="65830"/>
                  <a:pt x="252844" y="67178"/>
                </a:cubicBezTo>
                <a:cubicBezTo>
                  <a:pt x="251766" y="68526"/>
                  <a:pt x="250418" y="69585"/>
                  <a:pt x="248800" y="70355"/>
                </a:cubicBezTo>
                <a:cubicBezTo>
                  <a:pt x="247183" y="71125"/>
                  <a:pt x="245450" y="71645"/>
                  <a:pt x="243601" y="71915"/>
                </a:cubicBezTo>
                <a:cubicBezTo>
                  <a:pt x="241752" y="72184"/>
                  <a:pt x="240020" y="72319"/>
                  <a:pt x="238402" y="72319"/>
                </a:cubicBezTo>
                <a:cubicBezTo>
                  <a:pt x="236014" y="72319"/>
                  <a:pt x="233703" y="72030"/>
                  <a:pt x="231469" y="71453"/>
                </a:cubicBezTo>
                <a:cubicBezTo>
                  <a:pt x="229236" y="70875"/>
                  <a:pt x="227292" y="69989"/>
                  <a:pt x="225636" y="68795"/>
                </a:cubicBezTo>
                <a:cubicBezTo>
                  <a:pt x="223980" y="67601"/>
                  <a:pt x="222652" y="66041"/>
                  <a:pt x="221650" y="64116"/>
                </a:cubicBezTo>
                <a:cubicBezTo>
                  <a:pt x="220649" y="62190"/>
                  <a:pt x="220148" y="59841"/>
                  <a:pt x="220148" y="57068"/>
                </a:cubicBezTo>
                <a:close/>
                <a:moveTo>
                  <a:pt x="300140" y="40841"/>
                </a:moveTo>
                <a:lnTo>
                  <a:pt x="300140" y="16134"/>
                </a:lnTo>
                <a:lnTo>
                  <a:pt x="314234" y="16134"/>
                </a:lnTo>
                <a:cubicBezTo>
                  <a:pt x="316314" y="16134"/>
                  <a:pt x="318317" y="16287"/>
                  <a:pt x="320242" y="16595"/>
                </a:cubicBezTo>
                <a:cubicBezTo>
                  <a:pt x="322167" y="16903"/>
                  <a:pt x="323861" y="17500"/>
                  <a:pt x="325324" y="18385"/>
                </a:cubicBezTo>
                <a:cubicBezTo>
                  <a:pt x="326788" y="19270"/>
                  <a:pt x="327963" y="20521"/>
                  <a:pt x="328848" y="22138"/>
                </a:cubicBezTo>
                <a:cubicBezTo>
                  <a:pt x="329734" y="23754"/>
                  <a:pt x="330177" y="25870"/>
                  <a:pt x="330177" y="28487"/>
                </a:cubicBezTo>
                <a:cubicBezTo>
                  <a:pt x="330177" y="31105"/>
                  <a:pt x="329734" y="33222"/>
                  <a:pt x="328848" y="34839"/>
                </a:cubicBezTo>
                <a:cubicBezTo>
                  <a:pt x="327963" y="36455"/>
                  <a:pt x="326788" y="37705"/>
                  <a:pt x="325324" y="38590"/>
                </a:cubicBezTo>
                <a:cubicBezTo>
                  <a:pt x="323861" y="39475"/>
                  <a:pt x="322167" y="40072"/>
                  <a:pt x="320242" y="40380"/>
                </a:cubicBezTo>
                <a:cubicBezTo>
                  <a:pt x="318317" y="40688"/>
                  <a:pt x="316314" y="40841"/>
                  <a:pt x="314234" y="40841"/>
                </a:cubicBezTo>
                <a:lnTo>
                  <a:pt x="300140" y="40841"/>
                </a:lnTo>
                <a:moveTo>
                  <a:pt x="282002" y="2031"/>
                </a:moveTo>
                <a:lnTo>
                  <a:pt x="282002" y="84503"/>
                </a:lnTo>
                <a:lnTo>
                  <a:pt x="300140" y="84503"/>
                </a:lnTo>
                <a:lnTo>
                  <a:pt x="300140" y="54944"/>
                </a:lnTo>
                <a:lnTo>
                  <a:pt x="319203" y="54944"/>
                </a:lnTo>
                <a:cubicBezTo>
                  <a:pt x="324363" y="54944"/>
                  <a:pt x="328752" y="54193"/>
                  <a:pt x="332372" y="52691"/>
                </a:cubicBezTo>
                <a:cubicBezTo>
                  <a:pt x="335993" y="51189"/>
                  <a:pt x="338939" y="49206"/>
                  <a:pt x="341211" y="46742"/>
                </a:cubicBezTo>
                <a:cubicBezTo>
                  <a:pt x="343484" y="44277"/>
                  <a:pt x="345140" y="41447"/>
                  <a:pt x="346178" y="38250"/>
                </a:cubicBezTo>
                <a:cubicBezTo>
                  <a:pt x="347219" y="35053"/>
                  <a:pt x="347739" y="31799"/>
                  <a:pt x="347739" y="28487"/>
                </a:cubicBezTo>
                <a:cubicBezTo>
                  <a:pt x="347739" y="25098"/>
                  <a:pt x="347219" y="21825"/>
                  <a:pt x="346178" y="18667"/>
                </a:cubicBezTo>
                <a:cubicBezTo>
                  <a:pt x="345140" y="15509"/>
                  <a:pt x="343484" y="12698"/>
                  <a:pt x="341211" y="10233"/>
                </a:cubicBezTo>
                <a:cubicBezTo>
                  <a:pt x="338939" y="7769"/>
                  <a:pt x="335993" y="5786"/>
                  <a:pt x="332374" y="4284"/>
                </a:cubicBezTo>
                <a:cubicBezTo>
                  <a:pt x="328754" y="2782"/>
                  <a:pt x="324364" y="2031"/>
                  <a:pt x="319203" y="2031"/>
                </a:cubicBezTo>
                <a:lnTo>
                  <a:pt x="282002" y="2031"/>
                </a:lnTo>
                <a:close/>
                <a:moveTo>
                  <a:pt x="373069" y="43613"/>
                </a:moveTo>
                <a:cubicBezTo>
                  <a:pt x="373069" y="39998"/>
                  <a:pt x="373473" y="36498"/>
                  <a:pt x="374282" y="33113"/>
                </a:cubicBezTo>
                <a:cubicBezTo>
                  <a:pt x="375090" y="29729"/>
                  <a:pt x="376380" y="26709"/>
                  <a:pt x="378151" y="24056"/>
                </a:cubicBezTo>
                <a:cubicBezTo>
                  <a:pt x="379924" y="21402"/>
                  <a:pt x="382234" y="19287"/>
                  <a:pt x="385083" y="17709"/>
                </a:cubicBezTo>
                <a:cubicBezTo>
                  <a:pt x="387933" y="16132"/>
                  <a:pt x="391399" y="15344"/>
                  <a:pt x="395482" y="15344"/>
                </a:cubicBezTo>
                <a:cubicBezTo>
                  <a:pt x="399563" y="15344"/>
                  <a:pt x="403029" y="16132"/>
                  <a:pt x="405877" y="17709"/>
                </a:cubicBezTo>
                <a:cubicBezTo>
                  <a:pt x="408727" y="19287"/>
                  <a:pt x="411038" y="21402"/>
                  <a:pt x="412809" y="24056"/>
                </a:cubicBezTo>
                <a:cubicBezTo>
                  <a:pt x="414581" y="26709"/>
                  <a:pt x="415871" y="29729"/>
                  <a:pt x="416680" y="33113"/>
                </a:cubicBezTo>
                <a:cubicBezTo>
                  <a:pt x="417488" y="36498"/>
                  <a:pt x="417893" y="39998"/>
                  <a:pt x="417893" y="43613"/>
                </a:cubicBezTo>
                <a:cubicBezTo>
                  <a:pt x="417893" y="47075"/>
                  <a:pt x="417488" y="50441"/>
                  <a:pt x="416680" y="53710"/>
                </a:cubicBezTo>
                <a:cubicBezTo>
                  <a:pt x="415871" y="56978"/>
                  <a:pt x="414581" y="59921"/>
                  <a:pt x="412809" y="62537"/>
                </a:cubicBezTo>
                <a:cubicBezTo>
                  <a:pt x="411038" y="65152"/>
                  <a:pt x="408727" y="67248"/>
                  <a:pt x="405877" y="68825"/>
                </a:cubicBezTo>
                <a:cubicBezTo>
                  <a:pt x="403029" y="70402"/>
                  <a:pt x="399563" y="71191"/>
                  <a:pt x="395482" y="71191"/>
                </a:cubicBezTo>
                <a:cubicBezTo>
                  <a:pt x="391399" y="71191"/>
                  <a:pt x="387933" y="70402"/>
                  <a:pt x="385083" y="68825"/>
                </a:cubicBezTo>
                <a:cubicBezTo>
                  <a:pt x="382234" y="67248"/>
                  <a:pt x="379924" y="65152"/>
                  <a:pt x="378151" y="62537"/>
                </a:cubicBezTo>
                <a:cubicBezTo>
                  <a:pt x="376380" y="59921"/>
                  <a:pt x="375090" y="56978"/>
                  <a:pt x="374282" y="53710"/>
                </a:cubicBezTo>
                <a:cubicBezTo>
                  <a:pt x="373473" y="50441"/>
                  <a:pt x="373069" y="47075"/>
                  <a:pt x="373069" y="43613"/>
                </a:cubicBezTo>
                <a:moveTo>
                  <a:pt x="354929" y="43614"/>
                </a:moveTo>
                <a:cubicBezTo>
                  <a:pt x="354929" y="49615"/>
                  <a:pt x="355854" y="55212"/>
                  <a:pt x="357702" y="60404"/>
                </a:cubicBezTo>
                <a:cubicBezTo>
                  <a:pt x="359551" y="65596"/>
                  <a:pt x="362208" y="70115"/>
                  <a:pt x="365674" y="73962"/>
                </a:cubicBezTo>
                <a:cubicBezTo>
                  <a:pt x="369140" y="77808"/>
                  <a:pt x="373395" y="80828"/>
                  <a:pt x="378439" y="83021"/>
                </a:cubicBezTo>
                <a:cubicBezTo>
                  <a:pt x="383484" y="85213"/>
                  <a:pt x="389164" y="86309"/>
                  <a:pt x="395480" y="86309"/>
                </a:cubicBezTo>
                <a:cubicBezTo>
                  <a:pt x="401873" y="86309"/>
                  <a:pt x="407573" y="85213"/>
                  <a:pt x="412580" y="83021"/>
                </a:cubicBezTo>
                <a:cubicBezTo>
                  <a:pt x="417586" y="80828"/>
                  <a:pt x="421822" y="77808"/>
                  <a:pt x="425288" y="73962"/>
                </a:cubicBezTo>
                <a:cubicBezTo>
                  <a:pt x="428754" y="70115"/>
                  <a:pt x="431411" y="65596"/>
                  <a:pt x="433259" y="60404"/>
                </a:cubicBezTo>
                <a:cubicBezTo>
                  <a:pt x="435108" y="55212"/>
                  <a:pt x="436032" y="49615"/>
                  <a:pt x="436032" y="43614"/>
                </a:cubicBezTo>
                <a:cubicBezTo>
                  <a:pt x="436032" y="37461"/>
                  <a:pt x="435108" y="31749"/>
                  <a:pt x="433259" y="26480"/>
                </a:cubicBezTo>
                <a:cubicBezTo>
                  <a:pt x="431411" y="21210"/>
                  <a:pt x="428754" y="16614"/>
                  <a:pt x="425288" y="12691"/>
                </a:cubicBezTo>
                <a:cubicBezTo>
                  <a:pt x="421822" y="8767"/>
                  <a:pt x="417586" y="5689"/>
                  <a:pt x="412580" y="3459"/>
                </a:cubicBezTo>
                <a:cubicBezTo>
                  <a:pt x="407573" y="1228"/>
                  <a:pt x="401873" y="113"/>
                  <a:pt x="395480" y="113"/>
                </a:cubicBezTo>
                <a:cubicBezTo>
                  <a:pt x="389164" y="113"/>
                  <a:pt x="383484" y="1228"/>
                  <a:pt x="378439" y="3459"/>
                </a:cubicBezTo>
                <a:cubicBezTo>
                  <a:pt x="373395" y="5689"/>
                  <a:pt x="369140" y="8767"/>
                  <a:pt x="365674" y="12691"/>
                </a:cubicBezTo>
                <a:cubicBezTo>
                  <a:pt x="362208" y="16614"/>
                  <a:pt x="359551" y="21210"/>
                  <a:pt x="357702" y="26480"/>
                </a:cubicBezTo>
                <a:cubicBezTo>
                  <a:pt x="355854" y="31749"/>
                  <a:pt x="354929" y="37461"/>
                  <a:pt x="354929" y="43614"/>
                </a:cubicBezTo>
                <a:close/>
                <a:moveTo>
                  <a:pt x="448027" y="2031"/>
                </a:moveTo>
                <a:lnTo>
                  <a:pt x="448027" y="84503"/>
                </a:lnTo>
                <a:lnTo>
                  <a:pt x="465010" y="84503"/>
                </a:lnTo>
                <a:lnTo>
                  <a:pt x="465010" y="29291"/>
                </a:lnTo>
                <a:lnTo>
                  <a:pt x="465241" y="29291"/>
                </a:lnTo>
                <a:lnTo>
                  <a:pt x="499553" y="84503"/>
                </a:lnTo>
                <a:lnTo>
                  <a:pt x="517691" y="84503"/>
                </a:lnTo>
                <a:lnTo>
                  <a:pt x="517691" y="2031"/>
                </a:lnTo>
                <a:lnTo>
                  <a:pt x="500708" y="2031"/>
                </a:lnTo>
                <a:lnTo>
                  <a:pt x="500708" y="57359"/>
                </a:lnTo>
                <a:lnTo>
                  <a:pt x="500477" y="57359"/>
                </a:lnTo>
                <a:lnTo>
                  <a:pt x="466049" y="2031"/>
                </a:lnTo>
                <a:lnTo>
                  <a:pt x="448027" y="2031"/>
                </a:lnTo>
                <a:close/>
                <a:moveTo>
                  <a:pt x="545313" y="57068"/>
                </a:moveTo>
                <a:lnTo>
                  <a:pt x="527753" y="57068"/>
                </a:lnTo>
                <a:cubicBezTo>
                  <a:pt x="527676" y="62151"/>
                  <a:pt x="528599" y="66542"/>
                  <a:pt x="530524" y="70240"/>
                </a:cubicBezTo>
                <a:cubicBezTo>
                  <a:pt x="532451" y="73939"/>
                  <a:pt x="535050" y="76983"/>
                  <a:pt x="538323" y="79372"/>
                </a:cubicBezTo>
                <a:cubicBezTo>
                  <a:pt x="541597" y="81761"/>
                  <a:pt x="545372" y="83515"/>
                  <a:pt x="549646" y="84632"/>
                </a:cubicBezTo>
                <a:cubicBezTo>
                  <a:pt x="553920" y="85750"/>
                  <a:pt x="558330" y="86309"/>
                  <a:pt x="562874" y="86309"/>
                </a:cubicBezTo>
                <a:cubicBezTo>
                  <a:pt x="568497" y="86309"/>
                  <a:pt x="573445" y="85654"/>
                  <a:pt x="577719" y="84345"/>
                </a:cubicBezTo>
                <a:cubicBezTo>
                  <a:pt x="581994" y="83036"/>
                  <a:pt x="585575" y="81206"/>
                  <a:pt x="588464" y="78857"/>
                </a:cubicBezTo>
                <a:cubicBezTo>
                  <a:pt x="591352" y="76508"/>
                  <a:pt x="593528" y="73716"/>
                  <a:pt x="594992" y="70482"/>
                </a:cubicBezTo>
                <a:cubicBezTo>
                  <a:pt x="596455" y="67246"/>
                  <a:pt x="597186" y="63742"/>
                  <a:pt x="597186" y="59968"/>
                </a:cubicBezTo>
                <a:cubicBezTo>
                  <a:pt x="597186" y="55347"/>
                  <a:pt x="596204" y="51554"/>
                  <a:pt x="594241" y="48589"/>
                </a:cubicBezTo>
                <a:cubicBezTo>
                  <a:pt x="592277" y="45623"/>
                  <a:pt x="589947" y="43254"/>
                  <a:pt x="587251" y="41483"/>
                </a:cubicBezTo>
                <a:cubicBezTo>
                  <a:pt x="584555" y="39712"/>
                  <a:pt x="581840" y="38422"/>
                  <a:pt x="579105" y="37614"/>
                </a:cubicBezTo>
                <a:cubicBezTo>
                  <a:pt x="576371" y="36804"/>
                  <a:pt x="574234" y="36245"/>
                  <a:pt x="572693" y="35937"/>
                </a:cubicBezTo>
                <a:cubicBezTo>
                  <a:pt x="567533" y="34628"/>
                  <a:pt x="563354" y="33550"/>
                  <a:pt x="560158" y="32702"/>
                </a:cubicBezTo>
                <a:cubicBezTo>
                  <a:pt x="556962" y="31855"/>
                  <a:pt x="554460" y="31008"/>
                  <a:pt x="552650" y="30162"/>
                </a:cubicBezTo>
                <a:cubicBezTo>
                  <a:pt x="550840" y="29315"/>
                  <a:pt x="549627" y="28391"/>
                  <a:pt x="549010" y="27389"/>
                </a:cubicBezTo>
                <a:cubicBezTo>
                  <a:pt x="548394" y="26388"/>
                  <a:pt x="548086" y="25078"/>
                  <a:pt x="548086" y="23460"/>
                </a:cubicBezTo>
                <a:cubicBezTo>
                  <a:pt x="548086" y="21689"/>
                  <a:pt x="548471" y="20226"/>
                  <a:pt x="549241" y="19070"/>
                </a:cubicBezTo>
                <a:cubicBezTo>
                  <a:pt x="550011" y="17915"/>
                  <a:pt x="550993" y="16953"/>
                  <a:pt x="552186" y="16183"/>
                </a:cubicBezTo>
                <a:cubicBezTo>
                  <a:pt x="553380" y="15412"/>
                  <a:pt x="554709" y="14872"/>
                  <a:pt x="556172" y="14565"/>
                </a:cubicBezTo>
                <a:cubicBezTo>
                  <a:pt x="557636" y="14257"/>
                  <a:pt x="559100" y="14103"/>
                  <a:pt x="560563" y="14103"/>
                </a:cubicBezTo>
                <a:cubicBezTo>
                  <a:pt x="562797" y="14103"/>
                  <a:pt x="564858" y="14295"/>
                  <a:pt x="566744" y="14681"/>
                </a:cubicBezTo>
                <a:cubicBezTo>
                  <a:pt x="568631" y="15065"/>
                  <a:pt x="570306" y="15720"/>
                  <a:pt x="571770" y="16645"/>
                </a:cubicBezTo>
                <a:cubicBezTo>
                  <a:pt x="573234" y="17568"/>
                  <a:pt x="574409" y="18839"/>
                  <a:pt x="575294" y="20456"/>
                </a:cubicBezTo>
                <a:cubicBezTo>
                  <a:pt x="576180" y="22073"/>
                  <a:pt x="576700" y="24114"/>
                  <a:pt x="576854" y="26578"/>
                </a:cubicBezTo>
                <a:lnTo>
                  <a:pt x="594413" y="26578"/>
                </a:lnTo>
                <a:cubicBezTo>
                  <a:pt x="594413" y="21803"/>
                  <a:pt x="593508" y="17741"/>
                  <a:pt x="591699" y="14390"/>
                </a:cubicBezTo>
                <a:cubicBezTo>
                  <a:pt x="589889" y="11038"/>
                  <a:pt x="587443" y="8284"/>
                  <a:pt x="584362" y="6126"/>
                </a:cubicBezTo>
                <a:cubicBezTo>
                  <a:pt x="581281" y="3968"/>
                  <a:pt x="577758" y="2408"/>
                  <a:pt x="573792" y="1446"/>
                </a:cubicBezTo>
                <a:cubicBezTo>
                  <a:pt x="569825" y="482"/>
                  <a:pt x="565685" y="0"/>
                  <a:pt x="561372" y="0"/>
                </a:cubicBezTo>
                <a:cubicBezTo>
                  <a:pt x="557675" y="0"/>
                  <a:pt x="553978" y="501"/>
                  <a:pt x="550281" y="1502"/>
                </a:cubicBezTo>
                <a:cubicBezTo>
                  <a:pt x="546585" y="2503"/>
                  <a:pt x="543273" y="4044"/>
                  <a:pt x="540345" y="6124"/>
                </a:cubicBezTo>
                <a:cubicBezTo>
                  <a:pt x="537419" y="8203"/>
                  <a:pt x="535051" y="10802"/>
                  <a:pt x="533241" y="13921"/>
                </a:cubicBezTo>
                <a:cubicBezTo>
                  <a:pt x="531431" y="17040"/>
                  <a:pt x="530526" y="20717"/>
                  <a:pt x="530526" y="24953"/>
                </a:cubicBezTo>
                <a:cubicBezTo>
                  <a:pt x="530526" y="28727"/>
                  <a:pt x="531238" y="31942"/>
                  <a:pt x="532663" y="34599"/>
                </a:cubicBezTo>
                <a:cubicBezTo>
                  <a:pt x="534088" y="37256"/>
                  <a:pt x="535956" y="39471"/>
                  <a:pt x="538267" y="41243"/>
                </a:cubicBezTo>
                <a:cubicBezTo>
                  <a:pt x="540577" y="43014"/>
                  <a:pt x="543196" y="44458"/>
                  <a:pt x="546122" y="45575"/>
                </a:cubicBezTo>
                <a:cubicBezTo>
                  <a:pt x="549050" y="46691"/>
                  <a:pt x="552053" y="47635"/>
                  <a:pt x="555134" y="48406"/>
                </a:cubicBezTo>
                <a:cubicBezTo>
                  <a:pt x="558138" y="49252"/>
                  <a:pt x="561103" y="50022"/>
                  <a:pt x="564029" y="50715"/>
                </a:cubicBezTo>
                <a:cubicBezTo>
                  <a:pt x="566956" y="51409"/>
                  <a:pt x="569575" y="52218"/>
                  <a:pt x="571886" y="53143"/>
                </a:cubicBezTo>
                <a:cubicBezTo>
                  <a:pt x="574196" y="54066"/>
                  <a:pt x="576064" y="55222"/>
                  <a:pt x="577488" y="56608"/>
                </a:cubicBezTo>
                <a:cubicBezTo>
                  <a:pt x="578914" y="57994"/>
                  <a:pt x="579627" y="59804"/>
                  <a:pt x="579627" y="62038"/>
                </a:cubicBezTo>
                <a:cubicBezTo>
                  <a:pt x="579627" y="64117"/>
                  <a:pt x="579087" y="65830"/>
                  <a:pt x="578008" y="67178"/>
                </a:cubicBezTo>
                <a:cubicBezTo>
                  <a:pt x="576931" y="68526"/>
                  <a:pt x="575583" y="69585"/>
                  <a:pt x="573964" y="70355"/>
                </a:cubicBezTo>
                <a:cubicBezTo>
                  <a:pt x="572347" y="71125"/>
                  <a:pt x="570614" y="71645"/>
                  <a:pt x="568766" y="71915"/>
                </a:cubicBezTo>
                <a:cubicBezTo>
                  <a:pt x="566917" y="72184"/>
                  <a:pt x="565184" y="72319"/>
                  <a:pt x="563567" y="72319"/>
                </a:cubicBezTo>
                <a:cubicBezTo>
                  <a:pt x="561179" y="72319"/>
                  <a:pt x="558868" y="72030"/>
                  <a:pt x="556634" y="71453"/>
                </a:cubicBezTo>
                <a:cubicBezTo>
                  <a:pt x="554401" y="70875"/>
                  <a:pt x="552457" y="69989"/>
                  <a:pt x="550801" y="68795"/>
                </a:cubicBezTo>
                <a:cubicBezTo>
                  <a:pt x="549145" y="67601"/>
                  <a:pt x="547816" y="66041"/>
                  <a:pt x="546815" y="64116"/>
                </a:cubicBezTo>
                <a:cubicBezTo>
                  <a:pt x="545814" y="62190"/>
                  <a:pt x="545313" y="59841"/>
                  <a:pt x="545313" y="57068"/>
                </a:cubicBezTo>
                <a:close/>
                <a:moveTo>
                  <a:pt x="607167" y="2031"/>
                </a:moveTo>
                <a:lnTo>
                  <a:pt x="607167" y="84503"/>
                </a:lnTo>
                <a:lnTo>
                  <a:pt x="669783" y="84503"/>
                </a:lnTo>
                <a:lnTo>
                  <a:pt x="669783" y="69273"/>
                </a:lnTo>
                <a:lnTo>
                  <a:pt x="625304" y="69273"/>
                </a:lnTo>
                <a:lnTo>
                  <a:pt x="625304" y="49077"/>
                </a:lnTo>
                <a:lnTo>
                  <a:pt x="665279" y="49077"/>
                </a:lnTo>
                <a:lnTo>
                  <a:pt x="665279" y="34975"/>
                </a:lnTo>
                <a:lnTo>
                  <a:pt x="625304" y="34975"/>
                </a:lnTo>
                <a:lnTo>
                  <a:pt x="625304" y="17262"/>
                </a:lnTo>
                <a:lnTo>
                  <a:pt x="668859" y="17262"/>
                </a:lnTo>
                <a:lnTo>
                  <a:pt x="668859" y="2031"/>
                </a:lnTo>
                <a:lnTo>
                  <a:pt x="607167" y="2031"/>
                </a:lnTo>
                <a:close/>
                <a:moveTo>
                  <a:pt x="683230" y="2031"/>
                </a:moveTo>
                <a:lnTo>
                  <a:pt x="683230" y="39149"/>
                </a:lnTo>
                <a:lnTo>
                  <a:pt x="695591" y="39149"/>
                </a:lnTo>
                <a:lnTo>
                  <a:pt x="695591" y="2031"/>
                </a:lnTo>
                <a:lnTo>
                  <a:pt x="683230" y="2031"/>
                </a:lnTo>
                <a:moveTo>
                  <a:pt x="704717" y="2031"/>
                </a:moveTo>
                <a:lnTo>
                  <a:pt x="704717" y="39149"/>
                </a:lnTo>
                <a:lnTo>
                  <a:pt x="717080" y="39149"/>
                </a:lnTo>
                <a:lnTo>
                  <a:pt x="717080" y="2031"/>
                </a:lnTo>
                <a:lnTo>
                  <a:pt x="704717" y="2031"/>
                </a:lnTo>
                <a:close/>
              </a:path>
            </a:pathLst>
          </a:custGeom>
          <a:solidFill xmlns:a="http://schemas.openxmlformats.org/drawingml/2006/main">
            <a:srgbClr val="00B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:&quot;importmlx.coreas">
            <a:extLst xmlns:a="http://schemas.openxmlformats.org/drawingml/2006/main">
              <a:ext uri="{FF2B5EF4-FFF2-40B4-BE49-F238E27FC236}">
                <a16:creationId xmlns:a16="http://schemas.microsoft.com/office/drawing/2014/main" id="{15745DA5-2F1C-4B41-8F53-E965FA9D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085" y="4860050"/>
            <a:ext cx="1132721" cy="103345"/>
          </a:xfrm>
          <a:custGeom xmlns:a="http://schemas.openxmlformats.org/drawingml/2006/main">
            <a:pathLst>
              <a:path w="1132721" h="103345">
                <a:moveTo>
                  <a:pt x="18138" y="41631"/>
                </a:moveTo>
                <a:lnTo>
                  <a:pt x="18138" y="23805"/>
                </a:lnTo>
                <a:lnTo>
                  <a:pt x="0" y="23805"/>
                </a:lnTo>
                <a:lnTo>
                  <a:pt x="0" y="41631"/>
                </a:lnTo>
                <a:lnTo>
                  <a:pt x="18138" y="41631"/>
                </a:lnTo>
                <a:moveTo>
                  <a:pt x="0" y="64647"/>
                </a:moveTo>
                <a:lnTo>
                  <a:pt x="0" y="82473"/>
                </a:lnTo>
                <a:lnTo>
                  <a:pt x="18138" y="82473"/>
                </a:lnTo>
                <a:lnTo>
                  <a:pt x="18138" y="64647"/>
                </a:lnTo>
                <a:lnTo>
                  <a:pt x="0" y="64647"/>
                </a:lnTo>
                <a:close/>
                <a:moveTo>
                  <a:pt x="67041" y="0"/>
                </a:moveTo>
                <a:lnTo>
                  <a:pt x="67041" y="37118"/>
                </a:lnTo>
                <a:lnTo>
                  <a:pt x="79402" y="37118"/>
                </a:lnTo>
                <a:lnTo>
                  <a:pt x="79402" y="0"/>
                </a:lnTo>
                <a:lnTo>
                  <a:pt x="67041" y="0"/>
                </a:lnTo>
                <a:moveTo>
                  <a:pt x="88528" y="0"/>
                </a:moveTo>
                <a:lnTo>
                  <a:pt x="88528" y="37118"/>
                </a:lnTo>
                <a:lnTo>
                  <a:pt x="100891" y="37118"/>
                </a:lnTo>
                <a:lnTo>
                  <a:pt x="100891" y="0"/>
                </a:lnTo>
                <a:lnTo>
                  <a:pt x="88528" y="0"/>
                </a:lnTo>
                <a:close/>
                <a:moveTo>
                  <a:pt x="133116" y="13539"/>
                </a:moveTo>
                <a:lnTo>
                  <a:pt x="133116" y="0"/>
                </a:lnTo>
                <a:lnTo>
                  <a:pt x="116711" y="0"/>
                </a:lnTo>
                <a:lnTo>
                  <a:pt x="116711" y="13539"/>
                </a:lnTo>
                <a:lnTo>
                  <a:pt x="133116" y="13539"/>
                </a:lnTo>
                <a:moveTo>
                  <a:pt x="116711" y="22744"/>
                </a:moveTo>
                <a:lnTo>
                  <a:pt x="116711" y="82473"/>
                </a:lnTo>
                <a:lnTo>
                  <a:pt x="133116" y="82473"/>
                </a:lnTo>
                <a:lnTo>
                  <a:pt x="133116" y="22744"/>
                </a:lnTo>
                <a:lnTo>
                  <a:pt x="116711" y="22744"/>
                </a:lnTo>
                <a:close/>
                <a:moveTo>
                  <a:pt x="146551" y="22742"/>
                </a:moveTo>
                <a:lnTo>
                  <a:pt x="146551" y="82473"/>
                </a:lnTo>
                <a:lnTo>
                  <a:pt x="162956" y="82473"/>
                </a:lnTo>
                <a:lnTo>
                  <a:pt x="162956" y="47819"/>
                </a:lnTo>
                <a:cubicBezTo>
                  <a:pt x="162956" y="44892"/>
                  <a:pt x="163380" y="42524"/>
                  <a:pt x="164227" y="40715"/>
                </a:cubicBezTo>
                <a:cubicBezTo>
                  <a:pt x="165075" y="38905"/>
                  <a:pt x="166095" y="37519"/>
                  <a:pt x="167289" y="36556"/>
                </a:cubicBezTo>
                <a:cubicBezTo>
                  <a:pt x="168483" y="35593"/>
                  <a:pt x="169716" y="34939"/>
                  <a:pt x="170986" y="34592"/>
                </a:cubicBezTo>
                <a:cubicBezTo>
                  <a:pt x="172257" y="34246"/>
                  <a:pt x="173277" y="34072"/>
                  <a:pt x="174048" y="34072"/>
                </a:cubicBezTo>
                <a:cubicBezTo>
                  <a:pt x="176667" y="34072"/>
                  <a:pt x="178650" y="34515"/>
                  <a:pt x="179998" y="35401"/>
                </a:cubicBezTo>
                <a:cubicBezTo>
                  <a:pt x="181346" y="36286"/>
                  <a:pt x="182308" y="37460"/>
                  <a:pt x="182885" y="38923"/>
                </a:cubicBezTo>
                <a:cubicBezTo>
                  <a:pt x="183463" y="40387"/>
                  <a:pt x="183791" y="41985"/>
                  <a:pt x="183867" y="43718"/>
                </a:cubicBezTo>
                <a:cubicBezTo>
                  <a:pt x="183945" y="45451"/>
                  <a:pt x="183983" y="47202"/>
                  <a:pt x="183983" y="48973"/>
                </a:cubicBezTo>
                <a:lnTo>
                  <a:pt x="183983" y="82473"/>
                </a:lnTo>
                <a:lnTo>
                  <a:pt x="200388" y="82473"/>
                </a:lnTo>
                <a:lnTo>
                  <a:pt x="200388" y="49204"/>
                </a:lnTo>
                <a:cubicBezTo>
                  <a:pt x="200388" y="47356"/>
                  <a:pt x="200523" y="45527"/>
                  <a:pt x="200792" y="43718"/>
                </a:cubicBezTo>
                <a:cubicBezTo>
                  <a:pt x="201062" y="41909"/>
                  <a:pt x="201602" y="40291"/>
                  <a:pt x="202410" y="38867"/>
                </a:cubicBezTo>
                <a:cubicBezTo>
                  <a:pt x="203219" y="37442"/>
                  <a:pt x="204335" y="36286"/>
                  <a:pt x="205760" y="35401"/>
                </a:cubicBezTo>
                <a:cubicBezTo>
                  <a:pt x="207185" y="34515"/>
                  <a:pt x="209053" y="34072"/>
                  <a:pt x="211364" y="34072"/>
                </a:cubicBezTo>
                <a:cubicBezTo>
                  <a:pt x="213674" y="34072"/>
                  <a:pt x="215503" y="34458"/>
                  <a:pt x="216850" y="35229"/>
                </a:cubicBezTo>
                <a:cubicBezTo>
                  <a:pt x="218198" y="35998"/>
                  <a:pt x="219219" y="37038"/>
                  <a:pt x="219912" y="38347"/>
                </a:cubicBezTo>
                <a:cubicBezTo>
                  <a:pt x="220605" y="39655"/>
                  <a:pt x="221029" y="41195"/>
                  <a:pt x="221183" y="42967"/>
                </a:cubicBezTo>
                <a:cubicBezTo>
                  <a:pt x="221337" y="44739"/>
                  <a:pt x="221414" y="46625"/>
                  <a:pt x="221414" y="48626"/>
                </a:cubicBezTo>
                <a:lnTo>
                  <a:pt x="221414" y="82473"/>
                </a:lnTo>
                <a:lnTo>
                  <a:pt x="237821" y="82473"/>
                </a:lnTo>
                <a:lnTo>
                  <a:pt x="237821" y="42481"/>
                </a:lnTo>
                <a:cubicBezTo>
                  <a:pt x="237821" y="38629"/>
                  <a:pt x="237281" y="35334"/>
                  <a:pt x="236202" y="32598"/>
                </a:cubicBezTo>
                <a:cubicBezTo>
                  <a:pt x="235125" y="29863"/>
                  <a:pt x="233623" y="27647"/>
                  <a:pt x="231697" y="25953"/>
                </a:cubicBezTo>
                <a:cubicBezTo>
                  <a:pt x="229771" y="24257"/>
                  <a:pt x="227461" y="23024"/>
                  <a:pt x="224765" y="22254"/>
                </a:cubicBezTo>
                <a:cubicBezTo>
                  <a:pt x="222070" y="21483"/>
                  <a:pt x="219144" y="21098"/>
                  <a:pt x="215986" y="21098"/>
                </a:cubicBezTo>
                <a:cubicBezTo>
                  <a:pt x="211827" y="21098"/>
                  <a:pt x="208226" y="22102"/>
                  <a:pt x="205183" y="24110"/>
                </a:cubicBezTo>
                <a:cubicBezTo>
                  <a:pt x="202141" y="26118"/>
                  <a:pt x="199734" y="28434"/>
                  <a:pt x="197963" y="31059"/>
                </a:cubicBezTo>
                <a:cubicBezTo>
                  <a:pt x="196346" y="27353"/>
                  <a:pt x="193977" y="24766"/>
                  <a:pt x="190857" y="23299"/>
                </a:cubicBezTo>
                <a:cubicBezTo>
                  <a:pt x="187738" y="21832"/>
                  <a:pt x="184291" y="21098"/>
                  <a:pt x="180518" y="21098"/>
                </a:cubicBezTo>
                <a:cubicBezTo>
                  <a:pt x="176590" y="21098"/>
                  <a:pt x="173105" y="21947"/>
                  <a:pt x="170062" y="23647"/>
                </a:cubicBezTo>
                <a:cubicBezTo>
                  <a:pt x="167020" y="25345"/>
                  <a:pt x="164420" y="27739"/>
                  <a:pt x="162264" y="30829"/>
                </a:cubicBezTo>
                <a:lnTo>
                  <a:pt x="162033" y="30829"/>
                </a:lnTo>
                <a:lnTo>
                  <a:pt x="162033" y="22742"/>
                </a:lnTo>
                <a:lnTo>
                  <a:pt x="146551" y="22742"/>
                </a:lnTo>
                <a:close/>
                <a:moveTo>
                  <a:pt x="280296" y="71755"/>
                </a:moveTo>
                <a:cubicBezTo>
                  <a:pt x="277676" y="71755"/>
                  <a:pt x="275442" y="71216"/>
                  <a:pt x="273593" y="70138"/>
                </a:cubicBezTo>
                <a:cubicBezTo>
                  <a:pt x="271746" y="69059"/>
                  <a:pt x="270263" y="67653"/>
                  <a:pt x="269146" y="65920"/>
                </a:cubicBezTo>
                <a:cubicBezTo>
                  <a:pt x="268029" y="64186"/>
                  <a:pt x="267221" y="62164"/>
                  <a:pt x="266720" y="59854"/>
                </a:cubicBezTo>
                <a:cubicBezTo>
                  <a:pt x="266219" y="57542"/>
                  <a:pt x="265969" y="55192"/>
                  <a:pt x="265969" y="52804"/>
                </a:cubicBezTo>
                <a:cubicBezTo>
                  <a:pt x="265969" y="50340"/>
                  <a:pt x="266200" y="47952"/>
                  <a:pt x="266662" y="45642"/>
                </a:cubicBezTo>
                <a:cubicBezTo>
                  <a:pt x="267124" y="43330"/>
                  <a:pt x="267913" y="41289"/>
                  <a:pt x="269029" y="39518"/>
                </a:cubicBezTo>
                <a:cubicBezTo>
                  <a:pt x="270147" y="37745"/>
                  <a:pt x="271611" y="36301"/>
                  <a:pt x="273421" y="35185"/>
                </a:cubicBezTo>
                <a:cubicBezTo>
                  <a:pt x="275230" y="34067"/>
                  <a:pt x="277483" y="33508"/>
                  <a:pt x="280179" y="33508"/>
                </a:cubicBezTo>
                <a:cubicBezTo>
                  <a:pt x="282799" y="33508"/>
                  <a:pt x="285014" y="34067"/>
                  <a:pt x="286823" y="35185"/>
                </a:cubicBezTo>
                <a:cubicBezTo>
                  <a:pt x="288633" y="36301"/>
                  <a:pt x="290116" y="37765"/>
                  <a:pt x="291271" y="39576"/>
                </a:cubicBezTo>
                <a:cubicBezTo>
                  <a:pt x="292426" y="41386"/>
                  <a:pt x="293254" y="43446"/>
                  <a:pt x="293755" y="45756"/>
                </a:cubicBezTo>
                <a:cubicBezTo>
                  <a:pt x="294256" y="48067"/>
                  <a:pt x="294506" y="50416"/>
                  <a:pt x="294506" y="52804"/>
                </a:cubicBezTo>
                <a:cubicBezTo>
                  <a:pt x="294506" y="55192"/>
                  <a:pt x="294275" y="57542"/>
                  <a:pt x="293813" y="59854"/>
                </a:cubicBezTo>
                <a:cubicBezTo>
                  <a:pt x="293351" y="62164"/>
                  <a:pt x="292561" y="64186"/>
                  <a:pt x="291444" y="65920"/>
                </a:cubicBezTo>
                <a:cubicBezTo>
                  <a:pt x="290327" y="67653"/>
                  <a:pt x="288864" y="69059"/>
                  <a:pt x="287054" y="70138"/>
                </a:cubicBezTo>
                <a:cubicBezTo>
                  <a:pt x="285244" y="71216"/>
                  <a:pt x="282992" y="71755"/>
                  <a:pt x="280296" y="71755"/>
                </a:cubicBezTo>
                <a:moveTo>
                  <a:pt x="250142" y="22753"/>
                </a:moveTo>
                <a:lnTo>
                  <a:pt x="250142" y="103345"/>
                </a:lnTo>
                <a:lnTo>
                  <a:pt x="266547" y="103345"/>
                </a:lnTo>
                <a:lnTo>
                  <a:pt x="266547" y="75120"/>
                </a:lnTo>
                <a:lnTo>
                  <a:pt x="266778" y="75120"/>
                </a:lnTo>
                <a:cubicBezTo>
                  <a:pt x="268781" y="78059"/>
                  <a:pt x="271342" y="80283"/>
                  <a:pt x="274461" y="81790"/>
                </a:cubicBezTo>
                <a:cubicBezTo>
                  <a:pt x="277580" y="83298"/>
                  <a:pt x="280988" y="84052"/>
                  <a:pt x="284685" y="84052"/>
                </a:cubicBezTo>
                <a:cubicBezTo>
                  <a:pt x="289076" y="84052"/>
                  <a:pt x="292908" y="83204"/>
                  <a:pt x="296181" y="81507"/>
                </a:cubicBezTo>
                <a:cubicBezTo>
                  <a:pt x="299454" y="79810"/>
                  <a:pt x="302188" y="77534"/>
                  <a:pt x="304383" y="74679"/>
                </a:cubicBezTo>
                <a:cubicBezTo>
                  <a:pt x="306578" y="71825"/>
                  <a:pt x="308215" y="68546"/>
                  <a:pt x="309293" y="64843"/>
                </a:cubicBezTo>
                <a:cubicBezTo>
                  <a:pt x="310371" y="61139"/>
                  <a:pt x="310911" y="57282"/>
                  <a:pt x="310911" y="53269"/>
                </a:cubicBezTo>
                <a:cubicBezTo>
                  <a:pt x="310911" y="49026"/>
                  <a:pt x="310371" y="44956"/>
                  <a:pt x="309293" y="41060"/>
                </a:cubicBezTo>
                <a:cubicBezTo>
                  <a:pt x="308215" y="37164"/>
                  <a:pt x="306559" y="33751"/>
                  <a:pt x="304325" y="30820"/>
                </a:cubicBezTo>
                <a:cubicBezTo>
                  <a:pt x="302092" y="27888"/>
                  <a:pt x="299281" y="25534"/>
                  <a:pt x="295891" y="23760"/>
                </a:cubicBezTo>
                <a:cubicBezTo>
                  <a:pt x="292503" y="21985"/>
                  <a:pt x="288460" y="21098"/>
                  <a:pt x="283761" y="21098"/>
                </a:cubicBezTo>
                <a:cubicBezTo>
                  <a:pt x="280064" y="21098"/>
                  <a:pt x="276675" y="21832"/>
                  <a:pt x="273593" y="23301"/>
                </a:cubicBezTo>
                <a:cubicBezTo>
                  <a:pt x="270513" y="24770"/>
                  <a:pt x="267972" y="27129"/>
                  <a:pt x="265969" y="30377"/>
                </a:cubicBezTo>
                <a:lnTo>
                  <a:pt x="265738" y="30377"/>
                </a:lnTo>
                <a:lnTo>
                  <a:pt x="265738" y="22753"/>
                </a:lnTo>
                <a:lnTo>
                  <a:pt x="250142" y="22753"/>
                </a:lnTo>
                <a:close/>
                <a:moveTo>
                  <a:pt x="335086" y="52690"/>
                </a:moveTo>
                <a:cubicBezTo>
                  <a:pt x="335086" y="50301"/>
                  <a:pt x="335317" y="47952"/>
                  <a:pt x="335779" y="45642"/>
                </a:cubicBezTo>
                <a:cubicBezTo>
                  <a:pt x="336241" y="43330"/>
                  <a:pt x="337030" y="41289"/>
                  <a:pt x="338147" y="39518"/>
                </a:cubicBezTo>
                <a:cubicBezTo>
                  <a:pt x="339264" y="37745"/>
                  <a:pt x="340747" y="36301"/>
                  <a:pt x="342596" y="35185"/>
                </a:cubicBezTo>
                <a:cubicBezTo>
                  <a:pt x="344445" y="34067"/>
                  <a:pt x="346755" y="33508"/>
                  <a:pt x="349527" y="33508"/>
                </a:cubicBezTo>
                <a:cubicBezTo>
                  <a:pt x="352301" y="33508"/>
                  <a:pt x="354631" y="34067"/>
                  <a:pt x="356517" y="35185"/>
                </a:cubicBezTo>
                <a:cubicBezTo>
                  <a:pt x="358404" y="36301"/>
                  <a:pt x="359906" y="37745"/>
                  <a:pt x="361023" y="39518"/>
                </a:cubicBezTo>
                <a:cubicBezTo>
                  <a:pt x="362141" y="41289"/>
                  <a:pt x="362930" y="43330"/>
                  <a:pt x="363392" y="45642"/>
                </a:cubicBezTo>
                <a:cubicBezTo>
                  <a:pt x="363854" y="47952"/>
                  <a:pt x="364085" y="50301"/>
                  <a:pt x="364085" y="52690"/>
                </a:cubicBezTo>
                <a:cubicBezTo>
                  <a:pt x="364085" y="55078"/>
                  <a:pt x="363854" y="57408"/>
                  <a:pt x="363392" y="59681"/>
                </a:cubicBezTo>
                <a:cubicBezTo>
                  <a:pt x="362930" y="61953"/>
                  <a:pt x="362141" y="63994"/>
                  <a:pt x="361023" y="65805"/>
                </a:cubicBezTo>
                <a:cubicBezTo>
                  <a:pt x="359906" y="67615"/>
                  <a:pt x="358404" y="69059"/>
                  <a:pt x="356517" y="70138"/>
                </a:cubicBezTo>
                <a:cubicBezTo>
                  <a:pt x="354631" y="71216"/>
                  <a:pt x="352301" y="71755"/>
                  <a:pt x="349527" y="71755"/>
                </a:cubicBezTo>
                <a:cubicBezTo>
                  <a:pt x="346755" y="71755"/>
                  <a:pt x="344445" y="71216"/>
                  <a:pt x="342596" y="70138"/>
                </a:cubicBezTo>
                <a:cubicBezTo>
                  <a:pt x="340747" y="69059"/>
                  <a:pt x="339264" y="67615"/>
                  <a:pt x="338147" y="65805"/>
                </a:cubicBezTo>
                <a:cubicBezTo>
                  <a:pt x="337030" y="63994"/>
                  <a:pt x="336241" y="61953"/>
                  <a:pt x="335779" y="59681"/>
                </a:cubicBezTo>
                <a:cubicBezTo>
                  <a:pt x="335317" y="57408"/>
                  <a:pt x="335086" y="55078"/>
                  <a:pt x="335086" y="52690"/>
                </a:cubicBezTo>
                <a:moveTo>
                  <a:pt x="318681" y="52691"/>
                </a:moveTo>
                <a:cubicBezTo>
                  <a:pt x="318681" y="57474"/>
                  <a:pt x="319413" y="61795"/>
                  <a:pt x="320876" y="65652"/>
                </a:cubicBezTo>
                <a:cubicBezTo>
                  <a:pt x="322339" y="69509"/>
                  <a:pt x="324419" y="72807"/>
                  <a:pt x="327115" y="75546"/>
                </a:cubicBezTo>
                <a:cubicBezTo>
                  <a:pt x="329811" y="78285"/>
                  <a:pt x="333045" y="80387"/>
                  <a:pt x="336819" y="81854"/>
                </a:cubicBezTo>
                <a:cubicBezTo>
                  <a:pt x="340594" y="83319"/>
                  <a:pt x="344830" y="84052"/>
                  <a:pt x="349527" y="84052"/>
                </a:cubicBezTo>
                <a:cubicBezTo>
                  <a:pt x="354226" y="84052"/>
                  <a:pt x="358481" y="83319"/>
                  <a:pt x="362294" y="81854"/>
                </a:cubicBezTo>
                <a:cubicBezTo>
                  <a:pt x="366106" y="80387"/>
                  <a:pt x="369361" y="78285"/>
                  <a:pt x="372056" y="75546"/>
                </a:cubicBezTo>
                <a:cubicBezTo>
                  <a:pt x="374752" y="72807"/>
                  <a:pt x="376832" y="69509"/>
                  <a:pt x="378295" y="65652"/>
                </a:cubicBezTo>
                <a:cubicBezTo>
                  <a:pt x="379758" y="61795"/>
                  <a:pt x="380490" y="57474"/>
                  <a:pt x="380490" y="52691"/>
                </a:cubicBezTo>
                <a:cubicBezTo>
                  <a:pt x="380490" y="47908"/>
                  <a:pt x="379758" y="43569"/>
                  <a:pt x="378295" y="39673"/>
                </a:cubicBezTo>
                <a:cubicBezTo>
                  <a:pt x="376832" y="35776"/>
                  <a:pt x="374752" y="32458"/>
                  <a:pt x="372056" y="29720"/>
                </a:cubicBezTo>
                <a:cubicBezTo>
                  <a:pt x="369361" y="26980"/>
                  <a:pt x="366106" y="24858"/>
                  <a:pt x="362294" y="23354"/>
                </a:cubicBezTo>
                <a:cubicBezTo>
                  <a:pt x="358481" y="21850"/>
                  <a:pt x="354226" y="21098"/>
                  <a:pt x="349527" y="21098"/>
                </a:cubicBezTo>
                <a:cubicBezTo>
                  <a:pt x="344830" y="21098"/>
                  <a:pt x="340594" y="21850"/>
                  <a:pt x="336819" y="23354"/>
                </a:cubicBezTo>
                <a:cubicBezTo>
                  <a:pt x="333045" y="24858"/>
                  <a:pt x="329811" y="26980"/>
                  <a:pt x="327115" y="29720"/>
                </a:cubicBezTo>
                <a:cubicBezTo>
                  <a:pt x="324419" y="32458"/>
                  <a:pt x="322339" y="35776"/>
                  <a:pt x="320876" y="39673"/>
                </a:cubicBezTo>
                <a:cubicBezTo>
                  <a:pt x="319413" y="43569"/>
                  <a:pt x="318681" y="47908"/>
                  <a:pt x="318681" y="52691"/>
                </a:cubicBezTo>
                <a:close/>
                <a:moveTo>
                  <a:pt x="390919" y="22700"/>
                </a:moveTo>
                <a:lnTo>
                  <a:pt x="390919" y="82473"/>
                </a:lnTo>
                <a:lnTo>
                  <a:pt x="407324" y="82473"/>
                </a:lnTo>
                <a:lnTo>
                  <a:pt x="407324" y="55526"/>
                </a:lnTo>
                <a:cubicBezTo>
                  <a:pt x="407324" y="52828"/>
                  <a:pt x="407594" y="50322"/>
                  <a:pt x="408133" y="48009"/>
                </a:cubicBezTo>
                <a:cubicBezTo>
                  <a:pt x="408673" y="45696"/>
                  <a:pt x="409577" y="43673"/>
                  <a:pt x="410848" y="41938"/>
                </a:cubicBezTo>
                <a:cubicBezTo>
                  <a:pt x="412118" y="40203"/>
                  <a:pt x="413793" y="38835"/>
                  <a:pt x="415872" y="37832"/>
                </a:cubicBezTo>
                <a:cubicBezTo>
                  <a:pt x="417952" y="36830"/>
                  <a:pt x="420494" y="36329"/>
                  <a:pt x="423498" y="36329"/>
                </a:cubicBezTo>
                <a:cubicBezTo>
                  <a:pt x="424499" y="36329"/>
                  <a:pt x="425539" y="36387"/>
                  <a:pt x="426616" y="36503"/>
                </a:cubicBezTo>
                <a:cubicBezTo>
                  <a:pt x="427695" y="36618"/>
                  <a:pt x="428620" y="36753"/>
                  <a:pt x="429389" y="36907"/>
                </a:cubicBezTo>
                <a:lnTo>
                  <a:pt x="429389" y="21674"/>
                </a:lnTo>
                <a:cubicBezTo>
                  <a:pt x="428080" y="21290"/>
                  <a:pt x="426887" y="21098"/>
                  <a:pt x="425809" y="21098"/>
                </a:cubicBezTo>
                <a:cubicBezTo>
                  <a:pt x="423729" y="21098"/>
                  <a:pt x="421726" y="21406"/>
                  <a:pt x="419801" y="22021"/>
                </a:cubicBezTo>
                <a:cubicBezTo>
                  <a:pt x="417876" y="22636"/>
                  <a:pt x="416066" y="23501"/>
                  <a:pt x="414372" y="24616"/>
                </a:cubicBezTo>
                <a:cubicBezTo>
                  <a:pt x="412677" y="25732"/>
                  <a:pt x="411175" y="27078"/>
                  <a:pt x="409866" y="28655"/>
                </a:cubicBezTo>
                <a:cubicBezTo>
                  <a:pt x="408557" y="30232"/>
                  <a:pt x="407517" y="31944"/>
                  <a:pt x="406746" y="33790"/>
                </a:cubicBezTo>
                <a:lnTo>
                  <a:pt x="406515" y="33790"/>
                </a:lnTo>
                <a:lnTo>
                  <a:pt x="406515" y="22700"/>
                </a:lnTo>
                <a:lnTo>
                  <a:pt x="390919" y="22700"/>
                </a:lnTo>
                <a:close/>
                <a:moveTo>
                  <a:pt x="456089" y="22790"/>
                </a:moveTo>
                <a:lnTo>
                  <a:pt x="456089" y="4851"/>
                </a:lnTo>
                <a:lnTo>
                  <a:pt x="439684" y="4851"/>
                </a:lnTo>
                <a:lnTo>
                  <a:pt x="439684" y="22790"/>
                </a:lnTo>
                <a:lnTo>
                  <a:pt x="429749" y="22790"/>
                </a:lnTo>
                <a:lnTo>
                  <a:pt x="429749" y="33734"/>
                </a:lnTo>
                <a:lnTo>
                  <a:pt x="439684" y="33734"/>
                </a:lnTo>
                <a:lnTo>
                  <a:pt x="439684" y="68950"/>
                </a:lnTo>
                <a:cubicBezTo>
                  <a:pt x="439684" y="71953"/>
                  <a:pt x="440185" y="74378"/>
                  <a:pt x="441186" y="76225"/>
                </a:cubicBezTo>
                <a:cubicBezTo>
                  <a:pt x="442187" y="78073"/>
                  <a:pt x="443554" y="79497"/>
                  <a:pt x="445286" y="80498"/>
                </a:cubicBezTo>
                <a:cubicBezTo>
                  <a:pt x="447020" y="81498"/>
                  <a:pt x="449022" y="82171"/>
                  <a:pt x="451294" y="82517"/>
                </a:cubicBezTo>
                <a:cubicBezTo>
                  <a:pt x="453567" y="82863"/>
                  <a:pt x="455974" y="83037"/>
                  <a:pt x="458516" y="83037"/>
                </a:cubicBezTo>
                <a:cubicBezTo>
                  <a:pt x="460134" y="83037"/>
                  <a:pt x="461789" y="82999"/>
                  <a:pt x="463484" y="82924"/>
                </a:cubicBezTo>
                <a:cubicBezTo>
                  <a:pt x="465179" y="82849"/>
                  <a:pt x="466719" y="82698"/>
                  <a:pt x="468104" y="82473"/>
                </a:cubicBezTo>
                <a:lnTo>
                  <a:pt x="468104" y="69713"/>
                </a:lnTo>
                <a:cubicBezTo>
                  <a:pt x="467335" y="69867"/>
                  <a:pt x="466526" y="69983"/>
                  <a:pt x="465679" y="70061"/>
                </a:cubicBezTo>
                <a:cubicBezTo>
                  <a:pt x="464831" y="70137"/>
                  <a:pt x="463946" y="70175"/>
                  <a:pt x="463022" y="70175"/>
                </a:cubicBezTo>
                <a:cubicBezTo>
                  <a:pt x="460249" y="70175"/>
                  <a:pt x="458399" y="69714"/>
                  <a:pt x="457475" y="68791"/>
                </a:cubicBezTo>
                <a:cubicBezTo>
                  <a:pt x="456551" y="67869"/>
                  <a:pt x="456089" y="66024"/>
                  <a:pt x="456089" y="63256"/>
                </a:cubicBezTo>
                <a:lnTo>
                  <a:pt x="456089" y="33734"/>
                </a:lnTo>
                <a:lnTo>
                  <a:pt x="468104" y="33734"/>
                </a:lnTo>
                <a:lnTo>
                  <a:pt x="468104" y="22790"/>
                </a:lnTo>
                <a:lnTo>
                  <a:pt x="456089" y="22790"/>
                </a:lnTo>
                <a:close/>
                <a:moveTo>
                  <a:pt x="508442" y="22742"/>
                </a:moveTo>
                <a:lnTo>
                  <a:pt x="508442" y="82473"/>
                </a:lnTo>
                <a:lnTo>
                  <a:pt x="524847" y="82473"/>
                </a:lnTo>
                <a:lnTo>
                  <a:pt x="524847" y="47819"/>
                </a:lnTo>
                <a:cubicBezTo>
                  <a:pt x="524847" y="44892"/>
                  <a:pt x="525270" y="42524"/>
                  <a:pt x="526118" y="40715"/>
                </a:cubicBezTo>
                <a:cubicBezTo>
                  <a:pt x="526965" y="38905"/>
                  <a:pt x="527986" y="37519"/>
                  <a:pt x="529180" y="36556"/>
                </a:cubicBezTo>
                <a:cubicBezTo>
                  <a:pt x="530374" y="35593"/>
                  <a:pt x="531606" y="34939"/>
                  <a:pt x="532876" y="34592"/>
                </a:cubicBezTo>
                <a:cubicBezTo>
                  <a:pt x="534147" y="34246"/>
                  <a:pt x="535168" y="34072"/>
                  <a:pt x="535939" y="34072"/>
                </a:cubicBezTo>
                <a:cubicBezTo>
                  <a:pt x="538557" y="34072"/>
                  <a:pt x="540540" y="34515"/>
                  <a:pt x="541888" y="35401"/>
                </a:cubicBezTo>
                <a:cubicBezTo>
                  <a:pt x="543236" y="36286"/>
                  <a:pt x="544199" y="37460"/>
                  <a:pt x="544776" y="38923"/>
                </a:cubicBezTo>
                <a:cubicBezTo>
                  <a:pt x="545354" y="40387"/>
                  <a:pt x="545681" y="41985"/>
                  <a:pt x="545758" y="43718"/>
                </a:cubicBezTo>
                <a:cubicBezTo>
                  <a:pt x="545835" y="45451"/>
                  <a:pt x="545874" y="47202"/>
                  <a:pt x="545874" y="48973"/>
                </a:cubicBezTo>
                <a:lnTo>
                  <a:pt x="545874" y="82473"/>
                </a:lnTo>
                <a:lnTo>
                  <a:pt x="562279" y="82473"/>
                </a:lnTo>
                <a:lnTo>
                  <a:pt x="562279" y="49204"/>
                </a:lnTo>
                <a:cubicBezTo>
                  <a:pt x="562279" y="47356"/>
                  <a:pt x="562413" y="45527"/>
                  <a:pt x="562683" y="43718"/>
                </a:cubicBezTo>
                <a:cubicBezTo>
                  <a:pt x="562953" y="41909"/>
                  <a:pt x="563492" y="40291"/>
                  <a:pt x="564301" y="38867"/>
                </a:cubicBezTo>
                <a:cubicBezTo>
                  <a:pt x="565109" y="37442"/>
                  <a:pt x="566226" y="36286"/>
                  <a:pt x="567650" y="35401"/>
                </a:cubicBezTo>
                <a:cubicBezTo>
                  <a:pt x="569076" y="34515"/>
                  <a:pt x="570944" y="34072"/>
                  <a:pt x="573254" y="34072"/>
                </a:cubicBezTo>
                <a:cubicBezTo>
                  <a:pt x="575565" y="34072"/>
                  <a:pt x="577393" y="34458"/>
                  <a:pt x="578740" y="35229"/>
                </a:cubicBezTo>
                <a:cubicBezTo>
                  <a:pt x="580088" y="35998"/>
                  <a:pt x="581109" y="37038"/>
                  <a:pt x="581802" y="38347"/>
                </a:cubicBezTo>
                <a:cubicBezTo>
                  <a:pt x="582496" y="39655"/>
                  <a:pt x="582919" y="41195"/>
                  <a:pt x="583073" y="42967"/>
                </a:cubicBezTo>
                <a:cubicBezTo>
                  <a:pt x="583227" y="44739"/>
                  <a:pt x="583304" y="46625"/>
                  <a:pt x="583304" y="48626"/>
                </a:cubicBezTo>
                <a:lnTo>
                  <a:pt x="583304" y="82473"/>
                </a:lnTo>
                <a:lnTo>
                  <a:pt x="599711" y="82473"/>
                </a:lnTo>
                <a:lnTo>
                  <a:pt x="599711" y="42481"/>
                </a:lnTo>
                <a:cubicBezTo>
                  <a:pt x="599711" y="38629"/>
                  <a:pt x="599172" y="35334"/>
                  <a:pt x="598093" y="32598"/>
                </a:cubicBezTo>
                <a:cubicBezTo>
                  <a:pt x="597015" y="29863"/>
                  <a:pt x="595513" y="27647"/>
                  <a:pt x="593587" y="25953"/>
                </a:cubicBezTo>
                <a:cubicBezTo>
                  <a:pt x="591662" y="24257"/>
                  <a:pt x="589351" y="23024"/>
                  <a:pt x="586655" y="22254"/>
                </a:cubicBezTo>
                <a:cubicBezTo>
                  <a:pt x="583961" y="21483"/>
                  <a:pt x="581034" y="21098"/>
                  <a:pt x="577876" y="21098"/>
                </a:cubicBezTo>
                <a:cubicBezTo>
                  <a:pt x="573717" y="21098"/>
                  <a:pt x="570116" y="22102"/>
                  <a:pt x="567074" y="24110"/>
                </a:cubicBezTo>
                <a:cubicBezTo>
                  <a:pt x="564031" y="26118"/>
                  <a:pt x="561624" y="28434"/>
                  <a:pt x="559853" y="31059"/>
                </a:cubicBezTo>
                <a:cubicBezTo>
                  <a:pt x="558236" y="27353"/>
                  <a:pt x="555867" y="24766"/>
                  <a:pt x="552747" y="23299"/>
                </a:cubicBezTo>
                <a:cubicBezTo>
                  <a:pt x="549628" y="21832"/>
                  <a:pt x="546182" y="21098"/>
                  <a:pt x="542408" y="21098"/>
                </a:cubicBezTo>
                <a:cubicBezTo>
                  <a:pt x="538481" y="21098"/>
                  <a:pt x="534995" y="21947"/>
                  <a:pt x="531953" y="23647"/>
                </a:cubicBezTo>
                <a:cubicBezTo>
                  <a:pt x="528910" y="25345"/>
                  <a:pt x="526310" y="27739"/>
                  <a:pt x="524154" y="30829"/>
                </a:cubicBezTo>
                <a:lnTo>
                  <a:pt x="523923" y="30829"/>
                </a:lnTo>
                <a:lnTo>
                  <a:pt x="523923" y="22742"/>
                </a:lnTo>
                <a:lnTo>
                  <a:pt x="508442" y="22742"/>
                </a:lnTo>
                <a:close/>
                <a:moveTo>
                  <a:pt x="612494" y="0"/>
                </a:moveTo>
                <a:lnTo>
                  <a:pt x="612494" y="82473"/>
                </a:lnTo>
                <a:lnTo>
                  <a:pt x="628899" y="82473"/>
                </a:lnTo>
                <a:lnTo>
                  <a:pt x="628899" y="0"/>
                </a:lnTo>
                <a:lnTo>
                  <a:pt x="612494" y="0"/>
                </a:lnTo>
                <a:close/>
                <a:moveTo>
                  <a:pt x="657122" y="51073"/>
                </a:moveTo>
                <a:lnTo>
                  <a:pt x="635632" y="82473"/>
                </a:lnTo>
                <a:lnTo>
                  <a:pt x="654001" y="82473"/>
                </a:lnTo>
                <a:lnTo>
                  <a:pt x="666479" y="63656"/>
                </a:lnTo>
                <a:lnTo>
                  <a:pt x="678956" y="82473"/>
                </a:lnTo>
                <a:lnTo>
                  <a:pt x="697672" y="82473"/>
                </a:lnTo>
                <a:lnTo>
                  <a:pt x="675605" y="50726"/>
                </a:lnTo>
                <a:lnTo>
                  <a:pt x="695246" y="22790"/>
                </a:lnTo>
                <a:lnTo>
                  <a:pt x="677107" y="22790"/>
                </a:lnTo>
                <a:lnTo>
                  <a:pt x="666710" y="38375"/>
                </a:lnTo>
                <a:lnTo>
                  <a:pt x="656196" y="22790"/>
                </a:lnTo>
                <a:lnTo>
                  <a:pt x="637482" y="22790"/>
                </a:lnTo>
                <a:lnTo>
                  <a:pt x="657122" y="51073"/>
                </a:lnTo>
                <a:close/>
                <a:moveTo>
                  <a:pt x="704537" y="64647"/>
                </a:moveTo>
                <a:lnTo>
                  <a:pt x="704537" y="82473"/>
                </a:lnTo>
                <a:lnTo>
                  <a:pt x="722675" y="82473"/>
                </a:lnTo>
                <a:lnTo>
                  <a:pt x="722675" y="64647"/>
                </a:lnTo>
                <a:lnTo>
                  <a:pt x="704537" y="64647"/>
                </a:lnTo>
                <a:close/>
                <a:moveTo>
                  <a:pt x="776644" y="43775"/>
                </a:moveTo>
                <a:lnTo>
                  <a:pt x="792702" y="43775"/>
                </a:lnTo>
                <a:cubicBezTo>
                  <a:pt x="792472" y="39918"/>
                  <a:pt x="791547" y="36582"/>
                  <a:pt x="789929" y="33767"/>
                </a:cubicBezTo>
                <a:cubicBezTo>
                  <a:pt x="788312" y="30951"/>
                  <a:pt x="786213" y="28599"/>
                  <a:pt x="783632" y="26709"/>
                </a:cubicBezTo>
                <a:cubicBezTo>
                  <a:pt x="781052" y="24819"/>
                  <a:pt x="778126" y="23412"/>
                  <a:pt x="774853" y="22487"/>
                </a:cubicBezTo>
                <a:cubicBezTo>
                  <a:pt x="771580" y="21561"/>
                  <a:pt x="768172" y="21098"/>
                  <a:pt x="764629" y="21098"/>
                </a:cubicBezTo>
                <a:cubicBezTo>
                  <a:pt x="759776" y="21098"/>
                  <a:pt x="755462" y="21908"/>
                  <a:pt x="751688" y="23529"/>
                </a:cubicBezTo>
                <a:cubicBezTo>
                  <a:pt x="747914" y="25148"/>
                  <a:pt x="744718" y="27405"/>
                  <a:pt x="742100" y="30298"/>
                </a:cubicBezTo>
                <a:cubicBezTo>
                  <a:pt x="739481" y="33191"/>
                  <a:pt x="737498" y="36625"/>
                  <a:pt x="736150" y="40598"/>
                </a:cubicBezTo>
                <a:cubicBezTo>
                  <a:pt x="734802" y="44570"/>
                  <a:pt x="734128" y="48871"/>
                  <a:pt x="734128" y="53500"/>
                </a:cubicBezTo>
                <a:cubicBezTo>
                  <a:pt x="734128" y="57976"/>
                  <a:pt x="734860" y="62084"/>
                  <a:pt x="736323" y="65826"/>
                </a:cubicBezTo>
                <a:cubicBezTo>
                  <a:pt x="737786" y="69567"/>
                  <a:pt x="739827" y="72788"/>
                  <a:pt x="742445" y="75488"/>
                </a:cubicBezTo>
                <a:cubicBezTo>
                  <a:pt x="745065" y="78189"/>
                  <a:pt x="748242" y="80291"/>
                  <a:pt x="751977" y="81796"/>
                </a:cubicBezTo>
                <a:cubicBezTo>
                  <a:pt x="755713" y="83300"/>
                  <a:pt x="759814" y="84052"/>
                  <a:pt x="764281" y="84052"/>
                </a:cubicBezTo>
                <a:cubicBezTo>
                  <a:pt x="772214" y="84052"/>
                  <a:pt x="778722" y="81964"/>
                  <a:pt x="783805" y="77789"/>
                </a:cubicBezTo>
                <a:cubicBezTo>
                  <a:pt x="788889" y="73612"/>
                  <a:pt x="791970" y="67557"/>
                  <a:pt x="793049" y="59625"/>
                </a:cubicBezTo>
                <a:lnTo>
                  <a:pt x="777221" y="59625"/>
                </a:lnTo>
                <a:cubicBezTo>
                  <a:pt x="776682" y="63322"/>
                  <a:pt x="775354" y="66268"/>
                  <a:pt x="773235" y="68463"/>
                </a:cubicBezTo>
                <a:cubicBezTo>
                  <a:pt x="771117" y="70658"/>
                  <a:pt x="768094" y="71755"/>
                  <a:pt x="764167" y="71755"/>
                </a:cubicBezTo>
                <a:cubicBezTo>
                  <a:pt x="761625" y="71755"/>
                  <a:pt x="759468" y="71177"/>
                  <a:pt x="757695" y="70022"/>
                </a:cubicBezTo>
                <a:cubicBezTo>
                  <a:pt x="755924" y="68866"/>
                  <a:pt x="754519" y="67384"/>
                  <a:pt x="753479" y="65574"/>
                </a:cubicBezTo>
                <a:cubicBezTo>
                  <a:pt x="752440" y="63763"/>
                  <a:pt x="751689" y="61741"/>
                  <a:pt x="751226" y="59506"/>
                </a:cubicBezTo>
                <a:cubicBezTo>
                  <a:pt x="750764" y="57272"/>
                  <a:pt x="750533" y="55077"/>
                  <a:pt x="750533" y="52920"/>
                </a:cubicBezTo>
                <a:cubicBezTo>
                  <a:pt x="750533" y="50686"/>
                  <a:pt x="750764" y="48433"/>
                  <a:pt x="751226" y="46162"/>
                </a:cubicBezTo>
                <a:cubicBezTo>
                  <a:pt x="751689" y="43889"/>
                  <a:pt x="752479" y="41809"/>
                  <a:pt x="753595" y="39921"/>
                </a:cubicBezTo>
                <a:cubicBezTo>
                  <a:pt x="754712" y="38034"/>
                  <a:pt x="756155" y="36493"/>
                  <a:pt x="757926" y="35299"/>
                </a:cubicBezTo>
                <a:cubicBezTo>
                  <a:pt x="759699" y="34105"/>
                  <a:pt x="761894" y="33508"/>
                  <a:pt x="764512" y="33508"/>
                </a:cubicBezTo>
                <a:cubicBezTo>
                  <a:pt x="771521" y="33508"/>
                  <a:pt x="775565" y="36930"/>
                  <a:pt x="776644" y="43775"/>
                </a:cubicBezTo>
                <a:close/>
                <a:moveTo>
                  <a:pt x="816331" y="52690"/>
                </a:moveTo>
                <a:cubicBezTo>
                  <a:pt x="816331" y="50301"/>
                  <a:pt x="816562" y="47952"/>
                  <a:pt x="817024" y="45642"/>
                </a:cubicBezTo>
                <a:cubicBezTo>
                  <a:pt x="817486" y="43330"/>
                  <a:pt x="818275" y="41289"/>
                  <a:pt x="819391" y="39518"/>
                </a:cubicBezTo>
                <a:cubicBezTo>
                  <a:pt x="820509" y="37745"/>
                  <a:pt x="821992" y="36301"/>
                  <a:pt x="823841" y="35185"/>
                </a:cubicBezTo>
                <a:cubicBezTo>
                  <a:pt x="825689" y="34067"/>
                  <a:pt x="828000" y="33508"/>
                  <a:pt x="830772" y="33508"/>
                </a:cubicBezTo>
                <a:cubicBezTo>
                  <a:pt x="833546" y="33508"/>
                  <a:pt x="835876" y="34067"/>
                  <a:pt x="837762" y="35185"/>
                </a:cubicBezTo>
                <a:cubicBezTo>
                  <a:pt x="839649" y="36301"/>
                  <a:pt x="841151" y="37745"/>
                  <a:pt x="842268" y="39518"/>
                </a:cubicBezTo>
                <a:cubicBezTo>
                  <a:pt x="843385" y="41289"/>
                  <a:pt x="844175" y="43330"/>
                  <a:pt x="844637" y="45642"/>
                </a:cubicBezTo>
                <a:cubicBezTo>
                  <a:pt x="845099" y="47952"/>
                  <a:pt x="845330" y="50301"/>
                  <a:pt x="845330" y="52690"/>
                </a:cubicBezTo>
                <a:cubicBezTo>
                  <a:pt x="845330" y="55078"/>
                  <a:pt x="845099" y="57408"/>
                  <a:pt x="844637" y="59681"/>
                </a:cubicBezTo>
                <a:cubicBezTo>
                  <a:pt x="844175" y="61953"/>
                  <a:pt x="843385" y="63994"/>
                  <a:pt x="842268" y="65805"/>
                </a:cubicBezTo>
                <a:cubicBezTo>
                  <a:pt x="841151" y="67615"/>
                  <a:pt x="839649" y="69059"/>
                  <a:pt x="837762" y="70138"/>
                </a:cubicBezTo>
                <a:cubicBezTo>
                  <a:pt x="835876" y="71216"/>
                  <a:pt x="833546" y="71755"/>
                  <a:pt x="830772" y="71755"/>
                </a:cubicBezTo>
                <a:cubicBezTo>
                  <a:pt x="828000" y="71755"/>
                  <a:pt x="825689" y="71216"/>
                  <a:pt x="823841" y="70138"/>
                </a:cubicBezTo>
                <a:cubicBezTo>
                  <a:pt x="821992" y="69059"/>
                  <a:pt x="820509" y="67615"/>
                  <a:pt x="819391" y="65805"/>
                </a:cubicBezTo>
                <a:cubicBezTo>
                  <a:pt x="818275" y="63994"/>
                  <a:pt x="817486" y="61953"/>
                  <a:pt x="817024" y="59681"/>
                </a:cubicBezTo>
                <a:cubicBezTo>
                  <a:pt x="816562" y="57408"/>
                  <a:pt x="816331" y="55078"/>
                  <a:pt x="816331" y="52690"/>
                </a:cubicBezTo>
                <a:moveTo>
                  <a:pt x="799926" y="52691"/>
                </a:moveTo>
                <a:cubicBezTo>
                  <a:pt x="799926" y="57474"/>
                  <a:pt x="800658" y="61795"/>
                  <a:pt x="802121" y="65652"/>
                </a:cubicBezTo>
                <a:cubicBezTo>
                  <a:pt x="803584" y="69509"/>
                  <a:pt x="805663" y="72807"/>
                  <a:pt x="808359" y="75546"/>
                </a:cubicBezTo>
                <a:cubicBezTo>
                  <a:pt x="811055" y="78285"/>
                  <a:pt x="814290" y="80387"/>
                  <a:pt x="818064" y="81854"/>
                </a:cubicBezTo>
                <a:cubicBezTo>
                  <a:pt x="821839" y="83319"/>
                  <a:pt x="826075" y="84052"/>
                  <a:pt x="830772" y="84052"/>
                </a:cubicBezTo>
                <a:cubicBezTo>
                  <a:pt x="835471" y="84052"/>
                  <a:pt x="839726" y="83319"/>
                  <a:pt x="843539" y="81854"/>
                </a:cubicBezTo>
                <a:cubicBezTo>
                  <a:pt x="847351" y="80387"/>
                  <a:pt x="850605" y="78285"/>
                  <a:pt x="853301" y="75546"/>
                </a:cubicBezTo>
                <a:cubicBezTo>
                  <a:pt x="855997" y="72807"/>
                  <a:pt x="858077" y="69509"/>
                  <a:pt x="859540" y="65652"/>
                </a:cubicBezTo>
                <a:cubicBezTo>
                  <a:pt x="861003" y="61795"/>
                  <a:pt x="861735" y="57474"/>
                  <a:pt x="861735" y="52691"/>
                </a:cubicBezTo>
                <a:cubicBezTo>
                  <a:pt x="861735" y="47908"/>
                  <a:pt x="861003" y="43569"/>
                  <a:pt x="859540" y="39673"/>
                </a:cubicBezTo>
                <a:cubicBezTo>
                  <a:pt x="858077" y="35776"/>
                  <a:pt x="855997" y="32458"/>
                  <a:pt x="853301" y="29720"/>
                </a:cubicBezTo>
                <a:cubicBezTo>
                  <a:pt x="850605" y="26980"/>
                  <a:pt x="847351" y="24858"/>
                  <a:pt x="843539" y="23354"/>
                </a:cubicBezTo>
                <a:cubicBezTo>
                  <a:pt x="839726" y="21850"/>
                  <a:pt x="835471" y="21098"/>
                  <a:pt x="830772" y="21098"/>
                </a:cubicBezTo>
                <a:cubicBezTo>
                  <a:pt x="826075" y="21098"/>
                  <a:pt x="821839" y="21850"/>
                  <a:pt x="818064" y="23354"/>
                </a:cubicBezTo>
                <a:cubicBezTo>
                  <a:pt x="814290" y="24858"/>
                  <a:pt x="811055" y="26980"/>
                  <a:pt x="808359" y="29720"/>
                </a:cubicBezTo>
                <a:cubicBezTo>
                  <a:pt x="805663" y="32458"/>
                  <a:pt x="803584" y="35776"/>
                  <a:pt x="802121" y="39673"/>
                </a:cubicBezTo>
                <a:cubicBezTo>
                  <a:pt x="800658" y="43569"/>
                  <a:pt x="799926" y="47908"/>
                  <a:pt x="799926" y="52691"/>
                </a:cubicBezTo>
                <a:close/>
                <a:moveTo>
                  <a:pt x="872164" y="22700"/>
                </a:moveTo>
                <a:lnTo>
                  <a:pt x="872164" y="82473"/>
                </a:lnTo>
                <a:lnTo>
                  <a:pt x="888569" y="82473"/>
                </a:lnTo>
                <a:lnTo>
                  <a:pt x="888569" y="55526"/>
                </a:lnTo>
                <a:cubicBezTo>
                  <a:pt x="888569" y="52828"/>
                  <a:pt x="888838" y="50322"/>
                  <a:pt x="889378" y="48009"/>
                </a:cubicBezTo>
                <a:cubicBezTo>
                  <a:pt x="889917" y="45696"/>
                  <a:pt x="890822" y="43673"/>
                  <a:pt x="892093" y="41938"/>
                </a:cubicBezTo>
                <a:cubicBezTo>
                  <a:pt x="893363" y="40203"/>
                  <a:pt x="895038" y="38835"/>
                  <a:pt x="897117" y="37832"/>
                </a:cubicBezTo>
                <a:cubicBezTo>
                  <a:pt x="899197" y="36830"/>
                  <a:pt x="901739" y="36329"/>
                  <a:pt x="904743" y="36329"/>
                </a:cubicBezTo>
                <a:cubicBezTo>
                  <a:pt x="905744" y="36329"/>
                  <a:pt x="906783" y="36387"/>
                  <a:pt x="907861" y="36503"/>
                </a:cubicBezTo>
                <a:cubicBezTo>
                  <a:pt x="908940" y="36618"/>
                  <a:pt x="909864" y="36753"/>
                  <a:pt x="910634" y="36907"/>
                </a:cubicBezTo>
                <a:lnTo>
                  <a:pt x="910634" y="21674"/>
                </a:lnTo>
                <a:cubicBezTo>
                  <a:pt x="909325" y="21290"/>
                  <a:pt x="908131" y="21098"/>
                  <a:pt x="907054" y="21098"/>
                </a:cubicBezTo>
                <a:cubicBezTo>
                  <a:pt x="904974" y="21098"/>
                  <a:pt x="902971" y="21406"/>
                  <a:pt x="901046" y="22021"/>
                </a:cubicBezTo>
                <a:cubicBezTo>
                  <a:pt x="899121" y="22636"/>
                  <a:pt x="897311" y="23501"/>
                  <a:pt x="895616" y="24616"/>
                </a:cubicBezTo>
                <a:cubicBezTo>
                  <a:pt x="893922" y="25732"/>
                  <a:pt x="892420" y="27078"/>
                  <a:pt x="891111" y="28655"/>
                </a:cubicBezTo>
                <a:cubicBezTo>
                  <a:pt x="889801" y="30232"/>
                  <a:pt x="888761" y="31944"/>
                  <a:pt x="887990" y="33790"/>
                </a:cubicBezTo>
                <a:lnTo>
                  <a:pt x="887760" y="33790"/>
                </a:lnTo>
                <a:lnTo>
                  <a:pt x="887760" y="22700"/>
                </a:lnTo>
                <a:lnTo>
                  <a:pt x="872164" y="22700"/>
                </a:lnTo>
                <a:close/>
                <a:moveTo>
                  <a:pt x="956743" y="46257"/>
                </a:moveTo>
                <a:lnTo>
                  <a:pt x="930058" y="46257"/>
                </a:lnTo>
                <a:cubicBezTo>
                  <a:pt x="930134" y="45098"/>
                  <a:pt x="930384" y="43785"/>
                  <a:pt x="930807" y="42317"/>
                </a:cubicBezTo>
                <a:cubicBezTo>
                  <a:pt x="931231" y="40848"/>
                  <a:pt x="931963" y="39457"/>
                  <a:pt x="933003" y="38144"/>
                </a:cubicBezTo>
                <a:cubicBezTo>
                  <a:pt x="934043" y="36830"/>
                  <a:pt x="935429" y="35729"/>
                  <a:pt x="937162" y="34841"/>
                </a:cubicBezTo>
                <a:cubicBezTo>
                  <a:pt x="938895" y="33952"/>
                  <a:pt x="941071" y="33508"/>
                  <a:pt x="943690" y="33508"/>
                </a:cubicBezTo>
                <a:cubicBezTo>
                  <a:pt x="947695" y="33508"/>
                  <a:pt x="950679" y="34590"/>
                  <a:pt x="952643" y="36753"/>
                </a:cubicBezTo>
                <a:cubicBezTo>
                  <a:pt x="954607" y="38917"/>
                  <a:pt x="955974" y="42085"/>
                  <a:pt x="956743" y="46257"/>
                </a:cubicBezTo>
                <a:moveTo>
                  <a:pt x="930058" y="56637"/>
                </a:moveTo>
                <a:lnTo>
                  <a:pt x="973150" y="56637"/>
                </a:lnTo>
                <a:cubicBezTo>
                  <a:pt x="973458" y="52006"/>
                  <a:pt x="973073" y="47568"/>
                  <a:pt x="971994" y="43324"/>
                </a:cubicBezTo>
                <a:cubicBezTo>
                  <a:pt x="970916" y="39079"/>
                  <a:pt x="969164" y="35297"/>
                  <a:pt x="966737" y="31980"/>
                </a:cubicBezTo>
                <a:cubicBezTo>
                  <a:pt x="964311" y="28661"/>
                  <a:pt x="961211" y="26018"/>
                  <a:pt x="957436" y="24050"/>
                </a:cubicBezTo>
                <a:cubicBezTo>
                  <a:pt x="953663" y="22082"/>
                  <a:pt x="949234" y="21098"/>
                  <a:pt x="944151" y="21098"/>
                </a:cubicBezTo>
                <a:cubicBezTo>
                  <a:pt x="939607" y="21098"/>
                  <a:pt x="935467" y="21908"/>
                  <a:pt x="931732" y="23529"/>
                </a:cubicBezTo>
                <a:cubicBezTo>
                  <a:pt x="927997" y="25148"/>
                  <a:pt x="924782" y="27366"/>
                  <a:pt x="922086" y="30182"/>
                </a:cubicBezTo>
                <a:cubicBezTo>
                  <a:pt x="919390" y="32997"/>
                  <a:pt x="917310" y="36334"/>
                  <a:pt x="915847" y="40193"/>
                </a:cubicBezTo>
                <a:cubicBezTo>
                  <a:pt x="914384" y="44050"/>
                  <a:pt x="913653" y="48216"/>
                  <a:pt x="913653" y="52691"/>
                </a:cubicBezTo>
                <a:cubicBezTo>
                  <a:pt x="913653" y="57319"/>
                  <a:pt x="914365" y="61562"/>
                  <a:pt x="915789" y="65421"/>
                </a:cubicBezTo>
                <a:cubicBezTo>
                  <a:pt x="917215" y="69278"/>
                  <a:pt x="919237" y="72595"/>
                  <a:pt x="921855" y="75374"/>
                </a:cubicBezTo>
                <a:cubicBezTo>
                  <a:pt x="924473" y="78151"/>
                  <a:pt x="927669" y="80291"/>
                  <a:pt x="931443" y="81796"/>
                </a:cubicBezTo>
                <a:cubicBezTo>
                  <a:pt x="935217" y="83300"/>
                  <a:pt x="939453" y="84052"/>
                  <a:pt x="944151" y="84052"/>
                </a:cubicBezTo>
                <a:cubicBezTo>
                  <a:pt x="950929" y="84052"/>
                  <a:pt x="956705" y="82513"/>
                  <a:pt x="961480" y="79435"/>
                </a:cubicBezTo>
                <a:cubicBezTo>
                  <a:pt x="966256" y="76357"/>
                  <a:pt x="969800" y="71240"/>
                  <a:pt x="972110" y="64083"/>
                </a:cubicBezTo>
                <a:lnTo>
                  <a:pt x="957669" y="64083"/>
                </a:lnTo>
                <a:cubicBezTo>
                  <a:pt x="957129" y="65915"/>
                  <a:pt x="955666" y="67652"/>
                  <a:pt x="953278" y="69294"/>
                </a:cubicBezTo>
                <a:cubicBezTo>
                  <a:pt x="950891" y="70934"/>
                  <a:pt x="948041" y="71755"/>
                  <a:pt x="944730" y="71755"/>
                </a:cubicBezTo>
                <a:cubicBezTo>
                  <a:pt x="940109" y="71755"/>
                  <a:pt x="936565" y="70562"/>
                  <a:pt x="934100" y="68178"/>
                </a:cubicBezTo>
                <a:cubicBezTo>
                  <a:pt x="931635" y="65792"/>
                  <a:pt x="930288" y="61945"/>
                  <a:pt x="930058" y="56637"/>
                </a:cubicBezTo>
                <a:close/>
                <a:moveTo>
                  <a:pt x="1013780" y="41113"/>
                </a:moveTo>
                <a:cubicBezTo>
                  <a:pt x="1014010" y="37262"/>
                  <a:pt x="1014973" y="34066"/>
                  <a:pt x="1016668" y="31525"/>
                </a:cubicBezTo>
                <a:cubicBezTo>
                  <a:pt x="1018362" y="28983"/>
                  <a:pt x="1020519" y="26941"/>
                  <a:pt x="1023137" y="25401"/>
                </a:cubicBezTo>
                <a:cubicBezTo>
                  <a:pt x="1025756" y="23860"/>
                  <a:pt x="1028701" y="22762"/>
                  <a:pt x="1031974" y="22108"/>
                </a:cubicBezTo>
                <a:cubicBezTo>
                  <a:pt x="1035249" y="21453"/>
                  <a:pt x="1038542" y="21126"/>
                  <a:pt x="1041853" y="21126"/>
                </a:cubicBezTo>
                <a:cubicBezTo>
                  <a:pt x="1044857" y="21126"/>
                  <a:pt x="1047899" y="21338"/>
                  <a:pt x="1050980" y="21762"/>
                </a:cubicBezTo>
                <a:cubicBezTo>
                  <a:pt x="1054061" y="22185"/>
                  <a:pt x="1056872" y="23013"/>
                  <a:pt x="1059413" y="24246"/>
                </a:cubicBezTo>
                <a:cubicBezTo>
                  <a:pt x="1061955" y="25478"/>
                  <a:pt x="1064035" y="27191"/>
                  <a:pt x="1065652" y="29387"/>
                </a:cubicBezTo>
                <a:cubicBezTo>
                  <a:pt x="1067270" y="31582"/>
                  <a:pt x="1068079" y="34489"/>
                  <a:pt x="1068079" y="38109"/>
                </a:cubicBezTo>
                <a:lnTo>
                  <a:pt x="1068079" y="69186"/>
                </a:lnTo>
                <a:cubicBezTo>
                  <a:pt x="1068079" y="71882"/>
                  <a:pt x="1068233" y="74462"/>
                  <a:pt x="1068541" y="76927"/>
                </a:cubicBezTo>
                <a:cubicBezTo>
                  <a:pt x="1068849" y="79391"/>
                  <a:pt x="1069388" y="81240"/>
                  <a:pt x="1070157" y="82473"/>
                </a:cubicBezTo>
                <a:lnTo>
                  <a:pt x="1053522" y="82473"/>
                </a:lnTo>
                <a:cubicBezTo>
                  <a:pt x="1053214" y="81549"/>
                  <a:pt x="1052963" y="80606"/>
                  <a:pt x="1052771" y="79643"/>
                </a:cubicBezTo>
                <a:cubicBezTo>
                  <a:pt x="1052578" y="78680"/>
                  <a:pt x="1052443" y="77697"/>
                  <a:pt x="1052367" y="76696"/>
                </a:cubicBezTo>
                <a:cubicBezTo>
                  <a:pt x="1049748" y="79392"/>
                  <a:pt x="1046668" y="81279"/>
                  <a:pt x="1043124" y="82358"/>
                </a:cubicBezTo>
                <a:cubicBezTo>
                  <a:pt x="1039581" y="83436"/>
                  <a:pt x="1035961" y="83975"/>
                  <a:pt x="1032263" y="83975"/>
                </a:cubicBezTo>
                <a:cubicBezTo>
                  <a:pt x="1029415" y="83975"/>
                  <a:pt x="1026758" y="83628"/>
                  <a:pt x="1024292" y="82935"/>
                </a:cubicBezTo>
                <a:cubicBezTo>
                  <a:pt x="1021827" y="82241"/>
                  <a:pt x="1019671" y="81163"/>
                  <a:pt x="1017822" y="79700"/>
                </a:cubicBezTo>
                <a:cubicBezTo>
                  <a:pt x="1015975" y="78237"/>
                  <a:pt x="1014531" y="76389"/>
                  <a:pt x="1013491" y="74156"/>
                </a:cubicBezTo>
                <a:cubicBezTo>
                  <a:pt x="1012451" y="71921"/>
                  <a:pt x="1011931" y="69264"/>
                  <a:pt x="1011931" y="66182"/>
                </a:cubicBezTo>
                <a:cubicBezTo>
                  <a:pt x="1011931" y="62794"/>
                  <a:pt x="1012528" y="60002"/>
                  <a:pt x="1013722" y="57807"/>
                </a:cubicBezTo>
                <a:cubicBezTo>
                  <a:pt x="1014916" y="55612"/>
                  <a:pt x="1016456" y="53859"/>
                  <a:pt x="1018342" y="52550"/>
                </a:cubicBezTo>
                <a:cubicBezTo>
                  <a:pt x="1020230" y="51241"/>
                  <a:pt x="1022386" y="50259"/>
                  <a:pt x="1024812" y="49605"/>
                </a:cubicBezTo>
                <a:cubicBezTo>
                  <a:pt x="1027239" y="48950"/>
                  <a:pt x="1029684" y="48430"/>
                  <a:pt x="1032149" y="48046"/>
                </a:cubicBezTo>
                <a:cubicBezTo>
                  <a:pt x="1034613" y="47661"/>
                  <a:pt x="1037039" y="47352"/>
                  <a:pt x="1039426" y="47121"/>
                </a:cubicBezTo>
                <a:cubicBezTo>
                  <a:pt x="1041814" y="46889"/>
                  <a:pt x="1043932" y="46542"/>
                  <a:pt x="1045781" y="46081"/>
                </a:cubicBezTo>
                <a:cubicBezTo>
                  <a:pt x="1047630" y="45619"/>
                  <a:pt x="1049093" y="44945"/>
                  <a:pt x="1050170" y="44060"/>
                </a:cubicBezTo>
                <a:cubicBezTo>
                  <a:pt x="1051249" y="43174"/>
                  <a:pt x="1051750" y="41884"/>
                  <a:pt x="1051674" y="40189"/>
                </a:cubicBezTo>
                <a:cubicBezTo>
                  <a:pt x="1051674" y="38417"/>
                  <a:pt x="1051385" y="37011"/>
                  <a:pt x="1050807" y="35972"/>
                </a:cubicBezTo>
                <a:cubicBezTo>
                  <a:pt x="1050229" y="34932"/>
                  <a:pt x="1049458" y="34124"/>
                  <a:pt x="1048496" y="33547"/>
                </a:cubicBezTo>
                <a:cubicBezTo>
                  <a:pt x="1047533" y="32969"/>
                  <a:pt x="1046416" y="32583"/>
                  <a:pt x="1045145" y="32390"/>
                </a:cubicBezTo>
                <a:cubicBezTo>
                  <a:pt x="1043874" y="32198"/>
                  <a:pt x="1042507" y="32101"/>
                  <a:pt x="1041044" y="32101"/>
                </a:cubicBezTo>
                <a:cubicBezTo>
                  <a:pt x="1037810" y="32101"/>
                  <a:pt x="1035269" y="32795"/>
                  <a:pt x="1033420" y="34181"/>
                </a:cubicBezTo>
                <a:cubicBezTo>
                  <a:pt x="1031571" y="35568"/>
                  <a:pt x="1030493" y="37879"/>
                  <a:pt x="1030185" y="41113"/>
                </a:cubicBezTo>
                <a:lnTo>
                  <a:pt x="1013780" y="41113"/>
                </a:lnTo>
                <a:moveTo>
                  <a:pt x="1051674" y="53243"/>
                </a:moveTo>
                <a:cubicBezTo>
                  <a:pt x="1050981" y="53860"/>
                  <a:pt x="1050114" y="54342"/>
                  <a:pt x="1049074" y="54689"/>
                </a:cubicBezTo>
                <a:cubicBezTo>
                  <a:pt x="1048034" y="55035"/>
                  <a:pt x="1046917" y="55324"/>
                  <a:pt x="1045723" y="55556"/>
                </a:cubicBezTo>
                <a:cubicBezTo>
                  <a:pt x="1044530" y="55786"/>
                  <a:pt x="1043278" y="55978"/>
                  <a:pt x="1041968" y="56132"/>
                </a:cubicBezTo>
                <a:cubicBezTo>
                  <a:pt x="1040659" y="56286"/>
                  <a:pt x="1039349" y="56478"/>
                  <a:pt x="1038040" y="56709"/>
                </a:cubicBezTo>
                <a:cubicBezTo>
                  <a:pt x="1036809" y="56940"/>
                  <a:pt x="1035596" y="57249"/>
                  <a:pt x="1034402" y="57634"/>
                </a:cubicBezTo>
                <a:cubicBezTo>
                  <a:pt x="1033208" y="58019"/>
                  <a:pt x="1032168" y="58539"/>
                  <a:pt x="1031282" y="59194"/>
                </a:cubicBezTo>
                <a:cubicBezTo>
                  <a:pt x="1030397" y="59849"/>
                  <a:pt x="1029684" y="60677"/>
                  <a:pt x="1029145" y="61678"/>
                </a:cubicBezTo>
                <a:cubicBezTo>
                  <a:pt x="1028606" y="62678"/>
                  <a:pt x="1028336" y="63949"/>
                  <a:pt x="1028336" y="65489"/>
                </a:cubicBezTo>
                <a:cubicBezTo>
                  <a:pt x="1028336" y="66953"/>
                  <a:pt x="1028606" y="68185"/>
                  <a:pt x="1029145" y="69186"/>
                </a:cubicBezTo>
                <a:cubicBezTo>
                  <a:pt x="1029684" y="70187"/>
                  <a:pt x="1030416" y="70977"/>
                  <a:pt x="1031340" y="71555"/>
                </a:cubicBezTo>
                <a:cubicBezTo>
                  <a:pt x="1032265" y="72132"/>
                  <a:pt x="1033343" y="72537"/>
                  <a:pt x="1034575" y="72768"/>
                </a:cubicBezTo>
                <a:cubicBezTo>
                  <a:pt x="1035807" y="73000"/>
                  <a:pt x="1037078" y="73116"/>
                  <a:pt x="1038388" y="73116"/>
                </a:cubicBezTo>
                <a:cubicBezTo>
                  <a:pt x="1041622" y="73116"/>
                  <a:pt x="1044124" y="72577"/>
                  <a:pt x="1045896" y="71499"/>
                </a:cubicBezTo>
                <a:cubicBezTo>
                  <a:pt x="1047668" y="70420"/>
                  <a:pt x="1048978" y="69130"/>
                  <a:pt x="1049825" y="67628"/>
                </a:cubicBezTo>
                <a:cubicBezTo>
                  <a:pt x="1050672" y="66126"/>
                  <a:pt x="1051192" y="64605"/>
                  <a:pt x="1051385" y="63064"/>
                </a:cubicBezTo>
                <a:cubicBezTo>
                  <a:pt x="1051578" y="61523"/>
                  <a:pt x="1051674" y="60291"/>
                  <a:pt x="1051674" y="59367"/>
                </a:cubicBezTo>
                <a:lnTo>
                  <a:pt x="1051674" y="53243"/>
                </a:lnTo>
                <a:close/>
                <a:moveTo>
                  <a:pt x="1092979" y="63067"/>
                </a:moveTo>
                <a:lnTo>
                  <a:pt x="1077383" y="63067"/>
                </a:lnTo>
                <a:cubicBezTo>
                  <a:pt x="1077537" y="67065"/>
                  <a:pt x="1078442" y="70391"/>
                  <a:pt x="1080098" y="73043"/>
                </a:cubicBezTo>
                <a:cubicBezTo>
                  <a:pt x="1081754" y="75695"/>
                  <a:pt x="1083872" y="77828"/>
                  <a:pt x="1086451" y="79442"/>
                </a:cubicBezTo>
                <a:cubicBezTo>
                  <a:pt x="1089032" y="81057"/>
                  <a:pt x="1091978" y="82210"/>
                  <a:pt x="1095290" y="82901"/>
                </a:cubicBezTo>
                <a:cubicBezTo>
                  <a:pt x="1098602" y="83593"/>
                  <a:pt x="1101991" y="83939"/>
                  <a:pt x="1105457" y="83939"/>
                </a:cubicBezTo>
                <a:cubicBezTo>
                  <a:pt x="1108845" y="83939"/>
                  <a:pt x="1112175" y="83611"/>
                  <a:pt x="1115448" y="82956"/>
                </a:cubicBezTo>
                <a:cubicBezTo>
                  <a:pt x="1118722" y="82301"/>
                  <a:pt x="1121630" y="81165"/>
                  <a:pt x="1124171" y="79546"/>
                </a:cubicBezTo>
                <a:cubicBezTo>
                  <a:pt x="1126713" y="77928"/>
                  <a:pt x="1128773" y="75790"/>
                  <a:pt x="1130351" y="73131"/>
                </a:cubicBezTo>
                <a:cubicBezTo>
                  <a:pt x="1131931" y="70473"/>
                  <a:pt x="1132721" y="67179"/>
                  <a:pt x="1132721" y="63249"/>
                </a:cubicBezTo>
                <a:cubicBezTo>
                  <a:pt x="1132721" y="60475"/>
                  <a:pt x="1132181" y="58145"/>
                  <a:pt x="1131102" y="56257"/>
                </a:cubicBezTo>
                <a:cubicBezTo>
                  <a:pt x="1130025" y="54369"/>
                  <a:pt x="1128600" y="52789"/>
                  <a:pt x="1126827" y="51517"/>
                </a:cubicBezTo>
                <a:cubicBezTo>
                  <a:pt x="1125056" y="50246"/>
                  <a:pt x="1123035" y="49225"/>
                  <a:pt x="1120763" y="48455"/>
                </a:cubicBezTo>
                <a:cubicBezTo>
                  <a:pt x="1118492" y="47684"/>
                  <a:pt x="1116162" y="47029"/>
                  <a:pt x="1113774" y="46490"/>
                </a:cubicBezTo>
                <a:cubicBezTo>
                  <a:pt x="1111463" y="45950"/>
                  <a:pt x="1109191" y="45450"/>
                  <a:pt x="1106957" y="44988"/>
                </a:cubicBezTo>
                <a:cubicBezTo>
                  <a:pt x="1104724" y="44525"/>
                  <a:pt x="1102741" y="44005"/>
                  <a:pt x="1101007" y="43428"/>
                </a:cubicBezTo>
                <a:cubicBezTo>
                  <a:pt x="1099275" y="42849"/>
                  <a:pt x="1097869" y="42098"/>
                  <a:pt x="1096790" y="41173"/>
                </a:cubicBezTo>
                <a:cubicBezTo>
                  <a:pt x="1095713" y="40248"/>
                  <a:pt x="1095174" y="39053"/>
                  <a:pt x="1095174" y="37589"/>
                </a:cubicBezTo>
                <a:cubicBezTo>
                  <a:pt x="1095174" y="36356"/>
                  <a:pt x="1095482" y="35374"/>
                  <a:pt x="1096098" y="34642"/>
                </a:cubicBezTo>
                <a:cubicBezTo>
                  <a:pt x="1096715" y="33909"/>
                  <a:pt x="1097466" y="33351"/>
                  <a:pt x="1098351" y="32967"/>
                </a:cubicBezTo>
                <a:cubicBezTo>
                  <a:pt x="1099237" y="32581"/>
                  <a:pt x="1100219" y="32331"/>
                  <a:pt x="1101296" y="32216"/>
                </a:cubicBezTo>
                <a:cubicBezTo>
                  <a:pt x="1102375" y="32100"/>
                  <a:pt x="1103376" y="32041"/>
                  <a:pt x="1104300" y="32041"/>
                </a:cubicBezTo>
                <a:cubicBezTo>
                  <a:pt x="1107226" y="32041"/>
                  <a:pt x="1109768" y="32603"/>
                  <a:pt x="1111924" y="33725"/>
                </a:cubicBezTo>
                <a:cubicBezTo>
                  <a:pt x="1114081" y="34846"/>
                  <a:pt x="1115275" y="36993"/>
                  <a:pt x="1115506" y="40165"/>
                </a:cubicBezTo>
                <a:lnTo>
                  <a:pt x="1131104" y="40165"/>
                </a:lnTo>
                <a:cubicBezTo>
                  <a:pt x="1130796" y="36467"/>
                  <a:pt x="1129852" y="33405"/>
                  <a:pt x="1128273" y="30978"/>
                </a:cubicBezTo>
                <a:cubicBezTo>
                  <a:pt x="1126695" y="28552"/>
                  <a:pt x="1124711" y="26607"/>
                  <a:pt x="1122323" y="25143"/>
                </a:cubicBezTo>
                <a:cubicBezTo>
                  <a:pt x="1119936" y="23679"/>
                  <a:pt x="1117222" y="22639"/>
                  <a:pt x="1114179" y="22023"/>
                </a:cubicBezTo>
                <a:cubicBezTo>
                  <a:pt x="1111136" y="21406"/>
                  <a:pt x="1107998" y="21098"/>
                  <a:pt x="1104764" y="21098"/>
                </a:cubicBezTo>
                <a:cubicBezTo>
                  <a:pt x="1101528" y="21098"/>
                  <a:pt x="1098370" y="21387"/>
                  <a:pt x="1095288" y="21965"/>
                </a:cubicBezTo>
                <a:cubicBezTo>
                  <a:pt x="1092208" y="22542"/>
                  <a:pt x="1089436" y="23543"/>
                  <a:pt x="1086971" y="24969"/>
                </a:cubicBezTo>
                <a:cubicBezTo>
                  <a:pt x="1084507" y="26394"/>
                  <a:pt x="1082524" y="28340"/>
                  <a:pt x="1081022" y="30806"/>
                </a:cubicBezTo>
                <a:cubicBezTo>
                  <a:pt x="1079520" y="33271"/>
                  <a:pt x="1078769" y="36431"/>
                  <a:pt x="1078769" y="40284"/>
                </a:cubicBezTo>
                <a:cubicBezTo>
                  <a:pt x="1078769" y="42904"/>
                  <a:pt x="1079308" y="45119"/>
                  <a:pt x="1080385" y="46930"/>
                </a:cubicBezTo>
                <a:cubicBezTo>
                  <a:pt x="1081464" y="48740"/>
                  <a:pt x="1082889" y="50243"/>
                  <a:pt x="1084660" y="51438"/>
                </a:cubicBezTo>
                <a:cubicBezTo>
                  <a:pt x="1086433" y="52632"/>
                  <a:pt x="1088455" y="53595"/>
                  <a:pt x="1090726" y="54327"/>
                </a:cubicBezTo>
                <a:cubicBezTo>
                  <a:pt x="1092998" y="55059"/>
                  <a:pt x="1095328" y="55695"/>
                  <a:pt x="1097716" y="56235"/>
                </a:cubicBezTo>
                <a:cubicBezTo>
                  <a:pt x="1103569" y="57467"/>
                  <a:pt x="1108131" y="58700"/>
                  <a:pt x="1111404" y="59933"/>
                </a:cubicBezTo>
                <a:cubicBezTo>
                  <a:pt x="1114679" y="61166"/>
                  <a:pt x="1116316" y="63015"/>
                  <a:pt x="1116316" y="65481"/>
                </a:cubicBezTo>
                <a:cubicBezTo>
                  <a:pt x="1116316" y="66944"/>
                  <a:pt x="1115969" y="68157"/>
                  <a:pt x="1115276" y="69121"/>
                </a:cubicBezTo>
                <a:cubicBezTo>
                  <a:pt x="1114582" y="70085"/>
                  <a:pt x="1113715" y="70856"/>
                  <a:pt x="1112675" y="71434"/>
                </a:cubicBezTo>
                <a:cubicBezTo>
                  <a:pt x="1111636" y="72011"/>
                  <a:pt x="1110481" y="72434"/>
                  <a:pt x="1109210" y="72705"/>
                </a:cubicBezTo>
                <a:cubicBezTo>
                  <a:pt x="1107939" y="72974"/>
                  <a:pt x="1106726" y="73108"/>
                  <a:pt x="1105571" y="73108"/>
                </a:cubicBezTo>
                <a:cubicBezTo>
                  <a:pt x="1103954" y="73108"/>
                  <a:pt x="1102394" y="72916"/>
                  <a:pt x="1100893" y="72532"/>
                </a:cubicBezTo>
                <a:cubicBezTo>
                  <a:pt x="1099391" y="72147"/>
                  <a:pt x="1098062" y="71550"/>
                  <a:pt x="1096907" y="70743"/>
                </a:cubicBezTo>
                <a:cubicBezTo>
                  <a:pt x="1095752" y="69934"/>
                  <a:pt x="1094808" y="68895"/>
                  <a:pt x="1094076" y="67626"/>
                </a:cubicBezTo>
                <a:cubicBezTo>
                  <a:pt x="1093345" y="66357"/>
                  <a:pt x="1092979" y="64837"/>
                  <a:pt x="1092979" y="630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mx\n…abs_a">
            <a:extLst xmlns:a="http://schemas.openxmlformats.org/drawingml/2006/main">
              <a:ext uri="{FF2B5EF4-FFF2-40B4-BE49-F238E27FC236}">
                <a16:creationId xmlns:a16="http://schemas.microsoft.com/office/drawing/2014/main" id="{8AE0BA43-A6E0-43C9-8B9C-37DB974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581" y="4995737"/>
            <a:ext cx="766761" cy="98832"/>
          </a:xfrm>
          <a:custGeom xmlns:a="http://schemas.openxmlformats.org/drawingml/2006/main">
            <a:pathLst>
              <a:path w="766761" h="98832">
                <a:moveTo>
                  <a:pt x="0" y="24773"/>
                </a:moveTo>
                <a:lnTo>
                  <a:pt x="0" y="84503"/>
                </a:lnTo>
                <a:lnTo>
                  <a:pt x="16405" y="84503"/>
                </a:lnTo>
                <a:lnTo>
                  <a:pt x="16405" y="49850"/>
                </a:lnTo>
                <a:cubicBezTo>
                  <a:pt x="16405" y="46923"/>
                  <a:pt x="16829" y="44555"/>
                  <a:pt x="17676" y="42745"/>
                </a:cubicBezTo>
                <a:cubicBezTo>
                  <a:pt x="18523" y="40935"/>
                  <a:pt x="19544" y="39549"/>
                  <a:pt x="20738" y="38587"/>
                </a:cubicBezTo>
                <a:cubicBezTo>
                  <a:pt x="21932" y="37624"/>
                  <a:pt x="23164" y="36970"/>
                  <a:pt x="24435" y="36623"/>
                </a:cubicBezTo>
                <a:cubicBezTo>
                  <a:pt x="25705" y="36276"/>
                  <a:pt x="26726" y="36103"/>
                  <a:pt x="27497" y="36103"/>
                </a:cubicBezTo>
                <a:cubicBezTo>
                  <a:pt x="30115" y="36103"/>
                  <a:pt x="32098" y="36546"/>
                  <a:pt x="33446" y="37432"/>
                </a:cubicBezTo>
                <a:cubicBezTo>
                  <a:pt x="34794" y="38317"/>
                  <a:pt x="35757" y="39491"/>
                  <a:pt x="36334" y="40954"/>
                </a:cubicBezTo>
                <a:cubicBezTo>
                  <a:pt x="36912" y="42417"/>
                  <a:pt x="37239" y="44016"/>
                  <a:pt x="37316" y="45749"/>
                </a:cubicBezTo>
                <a:cubicBezTo>
                  <a:pt x="37393" y="47481"/>
                  <a:pt x="37432" y="49233"/>
                  <a:pt x="37432" y="51004"/>
                </a:cubicBezTo>
                <a:lnTo>
                  <a:pt x="37432" y="84503"/>
                </a:lnTo>
                <a:lnTo>
                  <a:pt x="53837" y="84503"/>
                </a:lnTo>
                <a:lnTo>
                  <a:pt x="53837" y="51235"/>
                </a:lnTo>
                <a:cubicBezTo>
                  <a:pt x="53837" y="49387"/>
                  <a:pt x="53972" y="47558"/>
                  <a:pt x="54241" y="45749"/>
                </a:cubicBezTo>
                <a:cubicBezTo>
                  <a:pt x="54511" y="43939"/>
                  <a:pt x="55051" y="42322"/>
                  <a:pt x="55859" y="40898"/>
                </a:cubicBezTo>
                <a:cubicBezTo>
                  <a:pt x="56668" y="39472"/>
                  <a:pt x="57784" y="38317"/>
                  <a:pt x="59208" y="37432"/>
                </a:cubicBezTo>
                <a:cubicBezTo>
                  <a:pt x="60634" y="36546"/>
                  <a:pt x="62502" y="36103"/>
                  <a:pt x="64813" y="36103"/>
                </a:cubicBezTo>
                <a:cubicBezTo>
                  <a:pt x="67123" y="36103"/>
                  <a:pt x="68952" y="36488"/>
                  <a:pt x="70299" y="37259"/>
                </a:cubicBezTo>
                <a:cubicBezTo>
                  <a:pt x="71646" y="38029"/>
                  <a:pt x="72667" y="39069"/>
                  <a:pt x="73361" y="40378"/>
                </a:cubicBezTo>
                <a:cubicBezTo>
                  <a:pt x="74054" y="41686"/>
                  <a:pt x="74478" y="43226"/>
                  <a:pt x="74632" y="44998"/>
                </a:cubicBezTo>
                <a:cubicBezTo>
                  <a:pt x="74786" y="46769"/>
                  <a:pt x="74863" y="48656"/>
                  <a:pt x="74863" y="50657"/>
                </a:cubicBezTo>
                <a:lnTo>
                  <a:pt x="74863" y="84503"/>
                </a:lnTo>
                <a:lnTo>
                  <a:pt x="91269" y="84503"/>
                </a:lnTo>
                <a:lnTo>
                  <a:pt x="91269" y="44512"/>
                </a:lnTo>
                <a:cubicBezTo>
                  <a:pt x="91269" y="40659"/>
                  <a:pt x="90730" y="37365"/>
                  <a:pt x="89651" y="34629"/>
                </a:cubicBezTo>
                <a:cubicBezTo>
                  <a:pt x="88573" y="31893"/>
                  <a:pt x="87071" y="29678"/>
                  <a:pt x="85145" y="27983"/>
                </a:cubicBezTo>
                <a:cubicBezTo>
                  <a:pt x="83220" y="26287"/>
                  <a:pt x="80910" y="25055"/>
                  <a:pt x="78214" y="24285"/>
                </a:cubicBezTo>
                <a:cubicBezTo>
                  <a:pt x="75519" y="23514"/>
                  <a:pt x="72593" y="23128"/>
                  <a:pt x="69435" y="23128"/>
                </a:cubicBezTo>
                <a:cubicBezTo>
                  <a:pt x="65276" y="23128"/>
                  <a:pt x="61675" y="24133"/>
                  <a:pt x="58632" y="26141"/>
                </a:cubicBezTo>
                <a:cubicBezTo>
                  <a:pt x="55589" y="28148"/>
                  <a:pt x="53183" y="30465"/>
                  <a:pt x="51411" y="33090"/>
                </a:cubicBezTo>
                <a:cubicBezTo>
                  <a:pt x="49794" y="29384"/>
                  <a:pt x="47426" y="26797"/>
                  <a:pt x="44305" y="25330"/>
                </a:cubicBezTo>
                <a:cubicBezTo>
                  <a:pt x="41186" y="23862"/>
                  <a:pt x="37740" y="23128"/>
                  <a:pt x="33966" y="23128"/>
                </a:cubicBezTo>
                <a:cubicBezTo>
                  <a:pt x="30039" y="23128"/>
                  <a:pt x="26554" y="23978"/>
                  <a:pt x="23511" y="25678"/>
                </a:cubicBezTo>
                <a:cubicBezTo>
                  <a:pt x="20468" y="27376"/>
                  <a:pt x="17869" y="29770"/>
                  <a:pt x="15712" y="32859"/>
                </a:cubicBezTo>
                <a:lnTo>
                  <a:pt x="15481" y="32859"/>
                </a:lnTo>
                <a:lnTo>
                  <a:pt x="15481" y="24773"/>
                </a:lnTo>
                <a:lnTo>
                  <a:pt x="0" y="24773"/>
                </a:lnTo>
                <a:close/>
                <a:moveTo>
                  <a:pt x="118842" y="53104"/>
                </a:moveTo>
                <a:lnTo>
                  <a:pt x="97353" y="84503"/>
                </a:lnTo>
                <a:lnTo>
                  <a:pt x="115722" y="84503"/>
                </a:lnTo>
                <a:lnTo>
                  <a:pt x="128199" y="65687"/>
                </a:lnTo>
                <a:lnTo>
                  <a:pt x="140677" y="84503"/>
                </a:lnTo>
                <a:lnTo>
                  <a:pt x="159393" y="84503"/>
                </a:lnTo>
                <a:lnTo>
                  <a:pt x="137325" y="52756"/>
                </a:lnTo>
                <a:lnTo>
                  <a:pt x="156967" y="24821"/>
                </a:lnTo>
                <a:lnTo>
                  <a:pt x="138827" y="24821"/>
                </a:lnTo>
                <a:lnTo>
                  <a:pt x="128430" y="40406"/>
                </a:lnTo>
                <a:lnTo>
                  <a:pt x="117917" y="24821"/>
                </a:lnTo>
                <a:lnTo>
                  <a:pt x="99202" y="24821"/>
                </a:lnTo>
                <a:lnTo>
                  <a:pt x="118842" y="53104"/>
                </a:lnTo>
                <a:close/>
                <a:moveTo>
                  <a:pt x="203458" y="86309"/>
                </a:moveTo>
                <a:lnTo>
                  <a:pt x="171225" y="0"/>
                </a:lnTo>
                <a:lnTo>
                  <a:pt x="158171" y="0"/>
                </a:lnTo>
                <a:lnTo>
                  <a:pt x="190288" y="86309"/>
                </a:lnTo>
                <a:lnTo>
                  <a:pt x="203458" y="86309"/>
                </a:lnTo>
                <a:close/>
                <a:moveTo>
                  <a:pt x="208409" y="24773"/>
                </a:moveTo>
                <a:lnTo>
                  <a:pt x="208409" y="84503"/>
                </a:lnTo>
                <a:lnTo>
                  <a:pt x="224814" y="84503"/>
                </a:lnTo>
                <a:lnTo>
                  <a:pt x="224814" y="53199"/>
                </a:lnTo>
                <a:cubicBezTo>
                  <a:pt x="224814" y="47115"/>
                  <a:pt x="225815" y="42745"/>
                  <a:pt x="227817" y="40089"/>
                </a:cubicBezTo>
                <a:cubicBezTo>
                  <a:pt x="229820" y="37432"/>
                  <a:pt x="233055" y="36103"/>
                  <a:pt x="237522" y="36103"/>
                </a:cubicBezTo>
                <a:cubicBezTo>
                  <a:pt x="241451" y="36103"/>
                  <a:pt x="244185" y="37316"/>
                  <a:pt x="245724" y="39741"/>
                </a:cubicBezTo>
                <a:cubicBezTo>
                  <a:pt x="247265" y="42167"/>
                  <a:pt x="248035" y="45844"/>
                  <a:pt x="248035" y="50773"/>
                </a:cubicBezTo>
                <a:lnTo>
                  <a:pt x="248035" y="84503"/>
                </a:lnTo>
                <a:lnTo>
                  <a:pt x="264440" y="84503"/>
                </a:lnTo>
                <a:lnTo>
                  <a:pt x="264440" y="47748"/>
                </a:lnTo>
                <a:cubicBezTo>
                  <a:pt x="264440" y="44050"/>
                  <a:pt x="264113" y="40679"/>
                  <a:pt x="263458" y="37635"/>
                </a:cubicBezTo>
                <a:cubicBezTo>
                  <a:pt x="262804" y="34591"/>
                  <a:pt x="261667" y="32010"/>
                  <a:pt x="260049" y="29891"/>
                </a:cubicBezTo>
                <a:cubicBezTo>
                  <a:pt x="258432" y="27772"/>
                  <a:pt x="256218" y="26115"/>
                  <a:pt x="253407" y="24921"/>
                </a:cubicBezTo>
                <a:cubicBezTo>
                  <a:pt x="250596" y="23726"/>
                  <a:pt x="246995" y="23128"/>
                  <a:pt x="242604" y="23128"/>
                </a:cubicBezTo>
                <a:cubicBezTo>
                  <a:pt x="239138" y="23128"/>
                  <a:pt x="235750" y="23920"/>
                  <a:pt x="232438" y="25503"/>
                </a:cubicBezTo>
                <a:cubicBezTo>
                  <a:pt x="229126" y="27086"/>
                  <a:pt x="226431" y="29615"/>
                  <a:pt x="224352" y="33090"/>
                </a:cubicBezTo>
                <a:lnTo>
                  <a:pt x="224004" y="33090"/>
                </a:lnTo>
                <a:lnTo>
                  <a:pt x="224004" y="24773"/>
                </a:lnTo>
                <a:lnTo>
                  <a:pt x="208409" y="24773"/>
                </a:lnTo>
                <a:close/>
                <a:moveTo>
                  <a:pt x="389507" y="66678"/>
                </a:moveTo>
                <a:lnTo>
                  <a:pt x="389507" y="84503"/>
                </a:lnTo>
                <a:lnTo>
                  <a:pt x="407645" y="84503"/>
                </a:lnTo>
                <a:lnTo>
                  <a:pt x="407645" y="66678"/>
                </a:lnTo>
                <a:lnTo>
                  <a:pt x="389507" y="66678"/>
                </a:lnTo>
                <a:moveTo>
                  <a:pt x="351037" y="66678"/>
                </a:moveTo>
                <a:lnTo>
                  <a:pt x="351037" y="84503"/>
                </a:lnTo>
                <a:lnTo>
                  <a:pt x="369175" y="84503"/>
                </a:lnTo>
                <a:lnTo>
                  <a:pt x="369175" y="66678"/>
                </a:lnTo>
                <a:lnTo>
                  <a:pt x="351037" y="66678"/>
                </a:lnTo>
                <a:moveTo>
                  <a:pt x="312565" y="66678"/>
                </a:moveTo>
                <a:lnTo>
                  <a:pt x="312565" y="84503"/>
                </a:lnTo>
                <a:lnTo>
                  <a:pt x="330703" y="84503"/>
                </a:lnTo>
                <a:lnTo>
                  <a:pt x="330703" y="66678"/>
                </a:lnTo>
                <a:lnTo>
                  <a:pt x="312565" y="66678"/>
                </a:lnTo>
                <a:close/>
                <a:moveTo>
                  <a:pt x="454843" y="43144"/>
                </a:moveTo>
                <a:cubicBezTo>
                  <a:pt x="455073" y="39293"/>
                  <a:pt x="456036" y="36096"/>
                  <a:pt x="457730" y="33556"/>
                </a:cubicBezTo>
                <a:cubicBezTo>
                  <a:pt x="459425" y="31014"/>
                  <a:pt x="461582" y="28972"/>
                  <a:pt x="464200" y="27432"/>
                </a:cubicBezTo>
                <a:cubicBezTo>
                  <a:pt x="466818" y="25891"/>
                  <a:pt x="469764" y="24793"/>
                  <a:pt x="473037" y="24139"/>
                </a:cubicBezTo>
                <a:cubicBezTo>
                  <a:pt x="476311" y="23484"/>
                  <a:pt x="479604" y="23157"/>
                  <a:pt x="482916" y="23157"/>
                </a:cubicBezTo>
                <a:cubicBezTo>
                  <a:pt x="485920" y="23157"/>
                  <a:pt x="488962" y="23369"/>
                  <a:pt x="492042" y="23793"/>
                </a:cubicBezTo>
                <a:cubicBezTo>
                  <a:pt x="495124" y="24216"/>
                  <a:pt x="497935" y="25044"/>
                  <a:pt x="500476" y="26277"/>
                </a:cubicBezTo>
                <a:cubicBezTo>
                  <a:pt x="503018" y="27509"/>
                  <a:pt x="505097" y="29222"/>
                  <a:pt x="506714" y="31417"/>
                </a:cubicBezTo>
                <a:cubicBezTo>
                  <a:pt x="508333" y="33613"/>
                  <a:pt x="509142" y="36520"/>
                  <a:pt x="509142" y="40140"/>
                </a:cubicBezTo>
                <a:lnTo>
                  <a:pt x="509142" y="71217"/>
                </a:lnTo>
                <a:cubicBezTo>
                  <a:pt x="509142" y="73913"/>
                  <a:pt x="509296" y="76493"/>
                  <a:pt x="509604" y="78958"/>
                </a:cubicBezTo>
                <a:cubicBezTo>
                  <a:pt x="509912" y="81422"/>
                  <a:pt x="510450" y="83271"/>
                  <a:pt x="511220" y="84503"/>
                </a:cubicBezTo>
                <a:lnTo>
                  <a:pt x="494584" y="84503"/>
                </a:lnTo>
                <a:cubicBezTo>
                  <a:pt x="494276" y="83580"/>
                  <a:pt x="494026" y="82637"/>
                  <a:pt x="493833" y="81674"/>
                </a:cubicBezTo>
                <a:cubicBezTo>
                  <a:pt x="493641" y="80710"/>
                  <a:pt x="493506" y="79728"/>
                  <a:pt x="493430" y="78727"/>
                </a:cubicBezTo>
                <a:cubicBezTo>
                  <a:pt x="490811" y="81423"/>
                  <a:pt x="487730" y="83310"/>
                  <a:pt x="484187" y="84389"/>
                </a:cubicBezTo>
                <a:cubicBezTo>
                  <a:pt x="480644" y="85467"/>
                  <a:pt x="477024" y="86005"/>
                  <a:pt x="473326" y="86005"/>
                </a:cubicBezTo>
                <a:cubicBezTo>
                  <a:pt x="470478" y="86005"/>
                  <a:pt x="467820" y="85659"/>
                  <a:pt x="465355" y="84965"/>
                </a:cubicBezTo>
                <a:cubicBezTo>
                  <a:pt x="462890" y="84272"/>
                  <a:pt x="460734" y="83194"/>
                  <a:pt x="458885" y="81731"/>
                </a:cubicBezTo>
                <a:cubicBezTo>
                  <a:pt x="457038" y="80267"/>
                  <a:pt x="455594" y="78419"/>
                  <a:pt x="454554" y="76186"/>
                </a:cubicBezTo>
                <a:cubicBezTo>
                  <a:pt x="453514" y="73952"/>
                  <a:pt x="452994" y="71295"/>
                  <a:pt x="452994" y="68213"/>
                </a:cubicBezTo>
                <a:cubicBezTo>
                  <a:pt x="452994" y="64825"/>
                  <a:pt x="453591" y="62033"/>
                  <a:pt x="454785" y="59838"/>
                </a:cubicBezTo>
                <a:cubicBezTo>
                  <a:pt x="455979" y="57642"/>
                  <a:pt x="457519" y="55890"/>
                  <a:pt x="459405" y="54581"/>
                </a:cubicBezTo>
                <a:cubicBezTo>
                  <a:pt x="461293" y="53272"/>
                  <a:pt x="463449" y="52290"/>
                  <a:pt x="465875" y="51635"/>
                </a:cubicBezTo>
                <a:cubicBezTo>
                  <a:pt x="468302" y="50981"/>
                  <a:pt x="470747" y="50461"/>
                  <a:pt x="473212" y="50077"/>
                </a:cubicBezTo>
                <a:cubicBezTo>
                  <a:pt x="475676" y="49692"/>
                  <a:pt x="478102" y="49383"/>
                  <a:pt x="480489" y="49151"/>
                </a:cubicBezTo>
                <a:cubicBezTo>
                  <a:pt x="482877" y="48920"/>
                  <a:pt x="484995" y="48573"/>
                  <a:pt x="486844" y="48111"/>
                </a:cubicBezTo>
                <a:cubicBezTo>
                  <a:pt x="488692" y="47650"/>
                  <a:pt x="490156" y="46976"/>
                  <a:pt x="491233" y="46091"/>
                </a:cubicBezTo>
                <a:cubicBezTo>
                  <a:pt x="492312" y="45205"/>
                  <a:pt x="492813" y="43915"/>
                  <a:pt x="492737" y="42220"/>
                </a:cubicBezTo>
                <a:cubicBezTo>
                  <a:pt x="492737" y="40448"/>
                  <a:pt x="492448" y="39042"/>
                  <a:pt x="491870" y="38003"/>
                </a:cubicBezTo>
                <a:cubicBezTo>
                  <a:pt x="491291" y="36963"/>
                  <a:pt x="490521" y="36155"/>
                  <a:pt x="489559" y="35578"/>
                </a:cubicBezTo>
                <a:cubicBezTo>
                  <a:pt x="488596" y="34999"/>
                  <a:pt x="487479" y="34614"/>
                  <a:pt x="486207" y="34421"/>
                </a:cubicBezTo>
                <a:cubicBezTo>
                  <a:pt x="484937" y="34228"/>
                  <a:pt x="483570" y="34132"/>
                  <a:pt x="482107" y="34132"/>
                </a:cubicBezTo>
                <a:cubicBezTo>
                  <a:pt x="478873" y="34132"/>
                  <a:pt x="476331" y="34825"/>
                  <a:pt x="474483" y="36212"/>
                </a:cubicBezTo>
                <a:cubicBezTo>
                  <a:pt x="472634" y="37599"/>
                  <a:pt x="471556" y="39910"/>
                  <a:pt x="471248" y="43144"/>
                </a:cubicBezTo>
                <a:lnTo>
                  <a:pt x="454843" y="43144"/>
                </a:lnTo>
                <a:moveTo>
                  <a:pt x="492737" y="55274"/>
                </a:moveTo>
                <a:cubicBezTo>
                  <a:pt x="492044" y="55891"/>
                  <a:pt x="491177" y="56373"/>
                  <a:pt x="490137" y="56719"/>
                </a:cubicBezTo>
                <a:cubicBezTo>
                  <a:pt x="489097" y="57066"/>
                  <a:pt x="487980" y="57355"/>
                  <a:pt x="486786" y="57587"/>
                </a:cubicBezTo>
                <a:cubicBezTo>
                  <a:pt x="485593" y="57817"/>
                  <a:pt x="484341" y="58009"/>
                  <a:pt x="483031" y="58163"/>
                </a:cubicBezTo>
                <a:cubicBezTo>
                  <a:pt x="481722" y="58317"/>
                  <a:pt x="480412" y="58509"/>
                  <a:pt x="479103" y="58740"/>
                </a:cubicBezTo>
                <a:cubicBezTo>
                  <a:pt x="477871" y="58971"/>
                  <a:pt x="476659" y="59280"/>
                  <a:pt x="475465" y="59665"/>
                </a:cubicBezTo>
                <a:cubicBezTo>
                  <a:pt x="474271" y="60049"/>
                  <a:pt x="473230" y="60569"/>
                  <a:pt x="472344" y="61225"/>
                </a:cubicBezTo>
                <a:cubicBezTo>
                  <a:pt x="471459" y="61880"/>
                  <a:pt x="470747" y="62708"/>
                  <a:pt x="470208" y="63709"/>
                </a:cubicBezTo>
                <a:cubicBezTo>
                  <a:pt x="469668" y="64709"/>
                  <a:pt x="469399" y="65980"/>
                  <a:pt x="469399" y="67520"/>
                </a:cubicBezTo>
                <a:cubicBezTo>
                  <a:pt x="469399" y="68983"/>
                  <a:pt x="469668" y="70216"/>
                  <a:pt x="470208" y="71217"/>
                </a:cubicBezTo>
                <a:cubicBezTo>
                  <a:pt x="470747" y="72218"/>
                  <a:pt x="471479" y="73008"/>
                  <a:pt x="472403" y="73586"/>
                </a:cubicBezTo>
                <a:cubicBezTo>
                  <a:pt x="473327" y="74163"/>
                  <a:pt x="474406" y="74568"/>
                  <a:pt x="475637" y="74799"/>
                </a:cubicBezTo>
                <a:cubicBezTo>
                  <a:pt x="476870" y="75031"/>
                  <a:pt x="478141" y="75146"/>
                  <a:pt x="479450" y="75146"/>
                </a:cubicBezTo>
                <a:cubicBezTo>
                  <a:pt x="482685" y="75146"/>
                  <a:pt x="485187" y="74607"/>
                  <a:pt x="486958" y="73530"/>
                </a:cubicBezTo>
                <a:cubicBezTo>
                  <a:pt x="488731" y="72451"/>
                  <a:pt x="490040" y="71161"/>
                  <a:pt x="490888" y="69659"/>
                </a:cubicBezTo>
                <a:cubicBezTo>
                  <a:pt x="491735" y="68157"/>
                  <a:pt x="492255" y="66635"/>
                  <a:pt x="492448" y="65095"/>
                </a:cubicBezTo>
                <a:cubicBezTo>
                  <a:pt x="492641" y="63554"/>
                  <a:pt x="492737" y="62322"/>
                  <a:pt x="492737" y="61398"/>
                </a:cubicBezTo>
                <a:lnTo>
                  <a:pt x="492737" y="55274"/>
                </a:lnTo>
                <a:close/>
                <a:moveTo>
                  <a:pt x="565119" y="54720"/>
                </a:moveTo>
                <a:cubicBezTo>
                  <a:pt x="565119" y="57185"/>
                  <a:pt x="564849" y="59573"/>
                  <a:pt x="564310" y="61884"/>
                </a:cubicBezTo>
                <a:cubicBezTo>
                  <a:pt x="563770" y="64195"/>
                  <a:pt x="562923" y="66236"/>
                  <a:pt x="561768" y="68009"/>
                </a:cubicBezTo>
                <a:cubicBezTo>
                  <a:pt x="560612" y="69780"/>
                  <a:pt x="559168" y="71185"/>
                  <a:pt x="557435" y="72225"/>
                </a:cubicBezTo>
                <a:cubicBezTo>
                  <a:pt x="555702" y="73265"/>
                  <a:pt x="553604" y="73785"/>
                  <a:pt x="551139" y="73785"/>
                </a:cubicBezTo>
                <a:cubicBezTo>
                  <a:pt x="548751" y="73785"/>
                  <a:pt x="546672" y="73265"/>
                  <a:pt x="544901" y="72225"/>
                </a:cubicBezTo>
                <a:cubicBezTo>
                  <a:pt x="543130" y="71185"/>
                  <a:pt x="541667" y="69780"/>
                  <a:pt x="540511" y="68009"/>
                </a:cubicBezTo>
                <a:cubicBezTo>
                  <a:pt x="539356" y="66236"/>
                  <a:pt x="538509" y="64195"/>
                  <a:pt x="537969" y="61884"/>
                </a:cubicBezTo>
                <a:cubicBezTo>
                  <a:pt x="537430" y="59573"/>
                  <a:pt x="537160" y="57185"/>
                  <a:pt x="537160" y="54720"/>
                </a:cubicBezTo>
                <a:cubicBezTo>
                  <a:pt x="537160" y="52178"/>
                  <a:pt x="537430" y="49752"/>
                  <a:pt x="537969" y="47442"/>
                </a:cubicBezTo>
                <a:cubicBezTo>
                  <a:pt x="538509" y="45130"/>
                  <a:pt x="539356" y="43088"/>
                  <a:pt x="540511" y="41317"/>
                </a:cubicBezTo>
                <a:cubicBezTo>
                  <a:pt x="541667" y="39545"/>
                  <a:pt x="543130" y="38139"/>
                  <a:pt x="544901" y="37099"/>
                </a:cubicBezTo>
                <a:cubicBezTo>
                  <a:pt x="546672" y="36059"/>
                  <a:pt x="548751" y="35539"/>
                  <a:pt x="551139" y="35539"/>
                </a:cubicBezTo>
                <a:cubicBezTo>
                  <a:pt x="553604" y="35539"/>
                  <a:pt x="555702" y="36059"/>
                  <a:pt x="557435" y="37099"/>
                </a:cubicBezTo>
                <a:cubicBezTo>
                  <a:pt x="559168" y="38139"/>
                  <a:pt x="560612" y="39545"/>
                  <a:pt x="561768" y="41317"/>
                </a:cubicBezTo>
                <a:cubicBezTo>
                  <a:pt x="562923" y="43088"/>
                  <a:pt x="563770" y="45130"/>
                  <a:pt x="564310" y="47442"/>
                </a:cubicBezTo>
                <a:cubicBezTo>
                  <a:pt x="564849" y="49752"/>
                  <a:pt x="565119" y="52178"/>
                  <a:pt x="565119" y="54720"/>
                </a:cubicBezTo>
                <a:moveTo>
                  <a:pt x="521333" y="2031"/>
                </a:moveTo>
                <a:lnTo>
                  <a:pt x="521333" y="84542"/>
                </a:lnTo>
                <a:lnTo>
                  <a:pt x="536929" y="84542"/>
                </a:lnTo>
                <a:lnTo>
                  <a:pt x="536929" y="76918"/>
                </a:lnTo>
                <a:lnTo>
                  <a:pt x="537160" y="76918"/>
                </a:lnTo>
                <a:cubicBezTo>
                  <a:pt x="538931" y="80244"/>
                  <a:pt x="541550" y="82603"/>
                  <a:pt x="545015" y="83996"/>
                </a:cubicBezTo>
                <a:cubicBezTo>
                  <a:pt x="548482" y="85387"/>
                  <a:pt x="552410" y="86083"/>
                  <a:pt x="556800" y="86083"/>
                </a:cubicBezTo>
                <a:cubicBezTo>
                  <a:pt x="559804" y="86083"/>
                  <a:pt x="562769" y="85466"/>
                  <a:pt x="565695" y="84232"/>
                </a:cubicBezTo>
                <a:cubicBezTo>
                  <a:pt x="568623" y="82997"/>
                  <a:pt x="571261" y="81106"/>
                  <a:pt x="573610" y="78561"/>
                </a:cubicBezTo>
                <a:cubicBezTo>
                  <a:pt x="575960" y="76015"/>
                  <a:pt x="577866" y="72756"/>
                  <a:pt x="579329" y="68782"/>
                </a:cubicBezTo>
                <a:cubicBezTo>
                  <a:pt x="580792" y="64809"/>
                  <a:pt x="581524" y="60083"/>
                  <a:pt x="581524" y="54606"/>
                </a:cubicBezTo>
                <a:cubicBezTo>
                  <a:pt x="581524" y="49128"/>
                  <a:pt x="580792" y="44402"/>
                  <a:pt x="579329" y="40429"/>
                </a:cubicBezTo>
                <a:cubicBezTo>
                  <a:pt x="577866" y="36456"/>
                  <a:pt x="575960" y="33196"/>
                  <a:pt x="573610" y="30650"/>
                </a:cubicBezTo>
                <a:cubicBezTo>
                  <a:pt x="571261" y="28105"/>
                  <a:pt x="568623" y="26215"/>
                  <a:pt x="565695" y="24981"/>
                </a:cubicBezTo>
                <a:cubicBezTo>
                  <a:pt x="562769" y="23746"/>
                  <a:pt x="559804" y="23128"/>
                  <a:pt x="556800" y="23128"/>
                </a:cubicBezTo>
                <a:cubicBezTo>
                  <a:pt x="553104" y="23128"/>
                  <a:pt x="549542" y="23844"/>
                  <a:pt x="546114" y="25274"/>
                </a:cubicBezTo>
                <a:cubicBezTo>
                  <a:pt x="542687" y="26704"/>
                  <a:pt x="539972" y="28966"/>
                  <a:pt x="537969" y="32059"/>
                </a:cubicBezTo>
                <a:lnTo>
                  <a:pt x="537738" y="32059"/>
                </a:lnTo>
                <a:lnTo>
                  <a:pt x="537738" y="2031"/>
                </a:lnTo>
                <a:lnTo>
                  <a:pt x="521333" y="2031"/>
                </a:lnTo>
                <a:close/>
                <a:moveTo>
                  <a:pt x="604430" y="65098"/>
                </a:moveTo>
                <a:lnTo>
                  <a:pt x="588835" y="65098"/>
                </a:lnTo>
                <a:cubicBezTo>
                  <a:pt x="588989" y="69096"/>
                  <a:pt x="589893" y="72422"/>
                  <a:pt x="591549" y="75074"/>
                </a:cubicBezTo>
                <a:cubicBezTo>
                  <a:pt x="593205" y="77725"/>
                  <a:pt x="595323" y="79858"/>
                  <a:pt x="597903" y="81473"/>
                </a:cubicBezTo>
                <a:cubicBezTo>
                  <a:pt x="600483" y="83088"/>
                  <a:pt x="603430" y="84241"/>
                  <a:pt x="606742" y="84932"/>
                </a:cubicBezTo>
                <a:cubicBezTo>
                  <a:pt x="610053" y="85624"/>
                  <a:pt x="613442" y="85970"/>
                  <a:pt x="616908" y="85970"/>
                </a:cubicBezTo>
                <a:cubicBezTo>
                  <a:pt x="620296" y="85970"/>
                  <a:pt x="623627" y="85642"/>
                  <a:pt x="626900" y="84986"/>
                </a:cubicBezTo>
                <a:cubicBezTo>
                  <a:pt x="630174" y="84332"/>
                  <a:pt x="633081" y="83195"/>
                  <a:pt x="635622" y="81577"/>
                </a:cubicBezTo>
                <a:cubicBezTo>
                  <a:pt x="638164" y="79959"/>
                  <a:pt x="640224" y="77821"/>
                  <a:pt x="641803" y="75162"/>
                </a:cubicBezTo>
                <a:cubicBezTo>
                  <a:pt x="643382" y="72504"/>
                  <a:pt x="644172" y="69210"/>
                  <a:pt x="644172" y="65280"/>
                </a:cubicBezTo>
                <a:cubicBezTo>
                  <a:pt x="644172" y="62506"/>
                  <a:pt x="643632" y="60176"/>
                  <a:pt x="642554" y="58288"/>
                </a:cubicBezTo>
                <a:cubicBezTo>
                  <a:pt x="641476" y="56400"/>
                  <a:pt x="640051" y="54820"/>
                  <a:pt x="638279" y="53548"/>
                </a:cubicBezTo>
                <a:cubicBezTo>
                  <a:pt x="636508" y="52276"/>
                  <a:pt x="634486" y="51256"/>
                  <a:pt x="632215" y="50486"/>
                </a:cubicBezTo>
                <a:cubicBezTo>
                  <a:pt x="629943" y="49715"/>
                  <a:pt x="627613" y="49060"/>
                  <a:pt x="625225" y="48520"/>
                </a:cubicBezTo>
                <a:cubicBezTo>
                  <a:pt x="622914" y="47981"/>
                  <a:pt x="620642" y="47480"/>
                  <a:pt x="618408" y="47018"/>
                </a:cubicBezTo>
                <a:cubicBezTo>
                  <a:pt x="616175" y="46555"/>
                  <a:pt x="614192" y="46035"/>
                  <a:pt x="612458" y="45458"/>
                </a:cubicBezTo>
                <a:cubicBezTo>
                  <a:pt x="610726" y="44880"/>
                  <a:pt x="609321" y="44129"/>
                  <a:pt x="608242" y="43204"/>
                </a:cubicBezTo>
                <a:cubicBezTo>
                  <a:pt x="607164" y="42279"/>
                  <a:pt x="606625" y="41084"/>
                  <a:pt x="606625" y="39620"/>
                </a:cubicBezTo>
                <a:cubicBezTo>
                  <a:pt x="606625" y="38387"/>
                  <a:pt x="606933" y="37405"/>
                  <a:pt x="607549" y="36672"/>
                </a:cubicBezTo>
                <a:cubicBezTo>
                  <a:pt x="608166" y="35940"/>
                  <a:pt x="608917" y="35382"/>
                  <a:pt x="609802" y="34998"/>
                </a:cubicBezTo>
                <a:cubicBezTo>
                  <a:pt x="610688" y="34612"/>
                  <a:pt x="611670" y="34362"/>
                  <a:pt x="612748" y="34247"/>
                </a:cubicBezTo>
                <a:cubicBezTo>
                  <a:pt x="613826" y="34130"/>
                  <a:pt x="614828" y="34072"/>
                  <a:pt x="615751" y="34072"/>
                </a:cubicBezTo>
                <a:cubicBezTo>
                  <a:pt x="618678" y="34072"/>
                  <a:pt x="621219" y="34633"/>
                  <a:pt x="623376" y="35756"/>
                </a:cubicBezTo>
                <a:cubicBezTo>
                  <a:pt x="625532" y="36877"/>
                  <a:pt x="626726" y="39023"/>
                  <a:pt x="626958" y="42195"/>
                </a:cubicBezTo>
                <a:lnTo>
                  <a:pt x="642555" y="42195"/>
                </a:lnTo>
                <a:cubicBezTo>
                  <a:pt x="642247" y="38498"/>
                  <a:pt x="641304" y="35436"/>
                  <a:pt x="639724" y="33009"/>
                </a:cubicBezTo>
                <a:cubicBezTo>
                  <a:pt x="638146" y="30582"/>
                  <a:pt x="636163" y="28637"/>
                  <a:pt x="633775" y="27174"/>
                </a:cubicBezTo>
                <a:cubicBezTo>
                  <a:pt x="631388" y="25710"/>
                  <a:pt x="628673" y="24670"/>
                  <a:pt x="625630" y="24054"/>
                </a:cubicBezTo>
                <a:cubicBezTo>
                  <a:pt x="622588" y="23437"/>
                  <a:pt x="619449" y="23128"/>
                  <a:pt x="616215" y="23128"/>
                </a:cubicBezTo>
                <a:cubicBezTo>
                  <a:pt x="612980" y="23128"/>
                  <a:pt x="609821" y="23418"/>
                  <a:pt x="606740" y="23996"/>
                </a:cubicBezTo>
                <a:cubicBezTo>
                  <a:pt x="603660" y="24573"/>
                  <a:pt x="600887" y="25574"/>
                  <a:pt x="598423" y="27000"/>
                </a:cubicBezTo>
                <a:cubicBezTo>
                  <a:pt x="595958" y="28425"/>
                  <a:pt x="593975" y="30371"/>
                  <a:pt x="592473" y="32836"/>
                </a:cubicBezTo>
                <a:cubicBezTo>
                  <a:pt x="590971" y="35302"/>
                  <a:pt x="590220" y="38462"/>
                  <a:pt x="590220" y="42315"/>
                </a:cubicBezTo>
                <a:cubicBezTo>
                  <a:pt x="590220" y="44935"/>
                  <a:pt x="590759" y="47150"/>
                  <a:pt x="591837" y="48961"/>
                </a:cubicBezTo>
                <a:cubicBezTo>
                  <a:pt x="592916" y="50771"/>
                  <a:pt x="594341" y="52273"/>
                  <a:pt x="596112" y="53469"/>
                </a:cubicBezTo>
                <a:cubicBezTo>
                  <a:pt x="597884" y="54663"/>
                  <a:pt x="599906" y="55626"/>
                  <a:pt x="602178" y="56358"/>
                </a:cubicBezTo>
                <a:cubicBezTo>
                  <a:pt x="604449" y="57090"/>
                  <a:pt x="606779" y="57726"/>
                  <a:pt x="609167" y="58265"/>
                </a:cubicBezTo>
                <a:cubicBezTo>
                  <a:pt x="615020" y="59498"/>
                  <a:pt x="619583" y="60731"/>
                  <a:pt x="622856" y="61964"/>
                </a:cubicBezTo>
                <a:cubicBezTo>
                  <a:pt x="626130" y="63197"/>
                  <a:pt x="627767" y="65046"/>
                  <a:pt x="627767" y="67511"/>
                </a:cubicBezTo>
                <a:cubicBezTo>
                  <a:pt x="627767" y="68975"/>
                  <a:pt x="627420" y="70188"/>
                  <a:pt x="626727" y="71152"/>
                </a:cubicBezTo>
                <a:cubicBezTo>
                  <a:pt x="626033" y="72115"/>
                  <a:pt x="625167" y="72886"/>
                  <a:pt x="624127" y="73465"/>
                </a:cubicBezTo>
                <a:cubicBezTo>
                  <a:pt x="623088" y="74042"/>
                  <a:pt x="621933" y="74465"/>
                  <a:pt x="620661" y="74736"/>
                </a:cubicBezTo>
                <a:cubicBezTo>
                  <a:pt x="619391" y="75005"/>
                  <a:pt x="618178" y="75139"/>
                  <a:pt x="617022" y="75139"/>
                </a:cubicBezTo>
                <a:cubicBezTo>
                  <a:pt x="615405" y="75139"/>
                  <a:pt x="613846" y="74947"/>
                  <a:pt x="612344" y="74563"/>
                </a:cubicBezTo>
                <a:cubicBezTo>
                  <a:pt x="610842" y="74177"/>
                  <a:pt x="609513" y="73581"/>
                  <a:pt x="608358" y="72774"/>
                </a:cubicBezTo>
                <a:cubicBezTo>
                  <a:pt x="607203" y="71965"/>
                  <a:pt x="606259" y="70926"/>
                  <a:pt x="605527" y="69657"/>
                </a:cubicBezTo>
                <a:cubicBezTo>
                  <a:pt x="604796" y="68388"/>
                  <a:pt x="604430" y="66868"/>
                  <a:pt x="604430" y="65098"/>
                </a:cubicBezTo>
                <a:close/>
                <a:moveTo>
                  <a:pt x="647456" y="93078"/>
                </a:moveTo>
                <a:lnTo>
                  <a:pt x="647456" y="98832"/>
                </a:lnTo>
                <a:lnTo>
                  <a:pt x="705220" y="98832"/>
                </a:lnTo>
                <a:lnTo>
                  <a:pt x="705220" y="93078"/>
                </a:lnTo>
                <a:lnTo>
                  <a:pt x="647456" y="93078"/>
                </a:lnTo>
                <a:close/>
                <a:moveTo>
                  <a:pt x="710384" y="43144"/>
                </a:moveTo>
                <a:cubicBezTo>
                  <a:pt x="710614" y="39293"/>
                  <a:pt x="711577" y="36096"/>
                  <a:pt x="713271" y="33556"/>
                </a:cubicBezTo>
                <a:cubicBezTo>
                  <a:pt x="714966" y="31014"/>
                  <a:pt x="717122" y="28972"/>
                  <a:pt x="719741" y="27432"/>
                </a:cubicBezTo>
                <a:cubicBezTo>
                  <a:pt x="722359" y="25891"/>
                  <a:pt x="725305" y="24793"/>
                  <a:pt x="728578" y="24139"/>
                </a:cubicBezTo>
                <a:cubicBezTo>
                  <a:pt x="731852" y="23484"/>
                  <a:pt x="735145" y="23157"/>
                  <a:pt x="738457" y="23157"/>
                </a:cubicBezTo>
                <a:cubicBezTo>
                  <a:pt x="741461" y="23157"/>
                  <a:pt x="744503" y="23369"/>
                  <a:pt x="747583" y="23793"/>
                </a:cubicBezTo>
                <a:cubicBezTo>
                  <a:pt x="750665" y="24216"/>
                  <a:pt x="753476" y="25044"/>
                  <a:pt x="756017" y="26277"/>
                </a:cubicBezTo>
                <a:cubicBezTo>
                  <a:pt x="758559" y="27509"/>
                  <a:pt x="760638" y="29222"/>
                  <a:pt x="762255" y="31417"/>
                </a:cubicBezTo>
                <a:cubicBezTo>
                  <a:pt x="763874" y="33613"/>
                  <a:pt x="764683" y="36520"/>
                  <a:pt x="764683" y="40140"/>
                </a:cubicBezTo>
                <a:lnTo>
                  <a:pt x="764683" y="71217"/>
                </a:lnTo>
                <a:cubicBezTo>
                  <a:pt x="764683" y="73913"/>
                  <a:pt x="764837" y="76493"/>
                  <a:pt x="765145" y="78958"/>
                </a:cubicBezTo>
                <a:cubicBezTo>
                  <a:pt x="765452" y="81422"/>
                  <a:pt x="765991" y="83271"/>
                  <a:pt x="766761" y="84503"/>
                </a:cubicBezTo>
                <a:lnTo>
                  <a:pt x="750125" y="84503"/>
                </a:lnTo>
                <a:cubicBezTo>
                  <a:pt x="749817" y="83580"/>
                  <a:pt x="749567" y="82637"/>
                  <a:pt x="749374" y="81674"/>
                </a:cubicBezTo>
                <a:cubicBezTo>
                  <a:pt x="749181" y="80710"/>
                  <a:pt x="749047" y="79728"/>
                  <a:pt x="748970" y="78727"/>
                </a:cubicBezTo>
                <a:cubicBezTo>
                  <a:pt x="746352" y="81423"/>
                  <a:pt x="743271" y="83310"/>
                  <a:pt x="739728" y="84389"/>
                </a:cubicBezTo>
                <a:cubicBezTo>
                  <a:pt x="736185" y="85467"/>
                  <a:pt x="732564" y="86005"/>
                  <a:pt x="728867" y="86005"/>
                </a:cubicBezTo>
                <a:cubicBezTo>
                  <a:pt x="726018" y="86005"/>
                  <a:pt x="723361" y="85659"/>
                  <a:pt x="720896" y="84965"/>
                </a:cubicBezTo>
                <a:cubicBezTo>
                  <a:pt x="718431" y="84272"/>
                  <a:pt x="716275" y="83194"/>
                  <a:pt x="714426" y="81731"/>
                </a:cubicBezTo>
                <a:cubicBezTo>
                  <a:pt x="712578" y="80267"/>
                  <a:pt x="711135" y="78419"/>
                  <a:pt x="710095" y="76186"/>
                </a:cubicBezTo>
                <a:cubicBezTo>
                  <a:pt x="709055" y="73952"/>
                  <a:pt x="708534" y="71295"/>
                  <a:pt x="708534" y="68213"/>
                </a:cubicBezTo>
                <a:cubicBezTo>
                  <a:pt x="708534" y="64825"/>
                  <a:pt x="709131" y="62033"/>
                  <a:pt x="710326" y="59838"/>
                </a:cubicBezTo>
                <a:cubicBezTo>
                  <a:pt x="711520" y="57642"/>
                  <a:pt x="713060" y="55890"/>
                  <a:pt x="714946" y="54581"/>
                </a:cubicBezTo>
                <a:cubicBezTo>
                  <a:pt x="716833" y="53272"/>
                  <a:pt x="718990" y="52290"/>
                  <a:pt x="721416" y="51635"/>
                </a:cubicBezTo>
                <a:cubicBezTo>
                  <a:pt x="723842" y="50981"/>
                  <a:pt x="726288" y="50461"/>
                  <a:pt x="728752" y="50077"/>
                </a:cubicBezTo>
                <a:cubicBezTo>
                  <a:pt x="731217" y="49692"/>
                  <a:pt x="733643" y="49383"/>
                  <a:pt x="736029" y="49151"/>
                </a:cubicBezTo>
                <a:cubicBezTo>
                  <a:pt x="738418" y="48920"/>
                  <a:pt x="740536" y="48573"/>
                  <a:pt x="742385" y="48111"/>
                </a:cubicBezTo>
                <a:cubicBezTo>
                  <a:pt x="744233" y="47650"/>
                  <a:pt x="745696" y="46976"/>
                  <a:pt x="746774" y="46091"/>
                </a:cubicBezTo>
                <a:cubicBezTo>
                  <a:pt x="747853" y="45205"/>
                  <a:pt x="748354" y="43915"/>
                  <a:pt x="748278" y="42220"/>
                </a:cubicBezTo>
                <a:cubicBezTo>
                  <a:pt x="748278" y="40448"/>
                  <a:pt x="747989" y="39042"/>
                  <a:pt x="747410" y="38003"/>
                </a:cubicBezTo>
                <a:cubicBezTo>
                  <a:pt x="746832" y="36963"/>
                  <a:pt x="746062" y="36155"/>
                  <a:pt x="745099" y="35578"/>
                </a:cubicBezTo>
                <a:cubicBezTo>
                  <a:pt x="744137" y="34999"/>
                  <a:pt x="743020" y="34614"/>
                  <a:pt x="741748" y="34421"/>
                </a:cubicBezTo>
                <a:cubicBezTo>
                  <a:pt x="740478" y="34228"/>
                  <a:pt x="739111" y="34132"/>
                  <a:pt x="737648" y="34132"/>
                </a:cubicBezTo>
                <a:cubicBezTo>
                  <a:pt x="734414" y="34132"/>
                  <a:pt x="731872" y="34825"/>
                  <a:pt x="730023" y="36212"/>
                </a:cubicBezTo>
                <a:cubicBezTo>
                  <a:pt x="728175" y="37599"/>
                  <a:pt x="727097" y="39910"/>
                  <a:pt x="726789" y="43144"/>
                </a:cubicBezTo>
                <a:lnTo>
                  <a:pt x="710384" y="43144"/>
                </a:lnTo>
                <a:moveTo>
                  <a:pt x="748278" y="55274"/>
                </a:moveTo>
                <a:cubicBezTo>
                  <a:pt x="747584" y="55891"/>
                  <a:pt x="746718" y="56373"/>
                  <a:pt x="745678" y="56719"/>
                </a:cubicBezTo>
                <a:cubicBezTo>
                  <a:pt x="744637" y="57066"/>
                  <a:pt x="743520" y="57355"/>
                  <a:pt x="742326" y="57587"/>
                </a:cubicBezTo>
                <a:cubicBezTo>
                  <a:pt x="741133" y="57817"/>
                  <a:pt x="739882" y="58009"/>
                  <a:pt x="738572" y="58163"/>
                </a:cubicBezTo>
                <a:cubicBezTo>
                  <a:pt x="737262" y="58317"/>
                  <a:pt x="735953" y="58509"/>
                  <a:pt x="734644" y="58740"/>
                </a:cubicBezTo>
                <a:cubicBezTo>
                  <a:pt x="733412" y="58971"/>
                  <a:pt x="732199" y="59280"/>
                  <a:pt x="731005" y="59665"/>
                </a:cubicBezTo>
                <a:cubicBezTo>
                  <a:pt x="729811" y="60049"/>
                  <a:pt x="728771" y="60569"/>
                  <a:pt x="727885" y="61225"/>
                </a:cubicBezTo>
                <a:cubicBezTo>
                  <a:pt x="727000" y="61880"/>
                  <a:pt x="726288" y="62708"/>
                  <a:pt x="725749" y="63709"/>
                </a:cubicBezTo>
                <a:cubicBezTo>
                  <a:pt x="725209" y="64709"/>
                  <a:pt x="724939" y="65980"/>
                  <a:pt x="724939" y="67520"/>
                </a:cubicBezTo>
                <a:cubicBezTo>
                  <a:pt x="724939" y="68983"/>
                  <a:pt x="725209" y="70216"/>
                  <a:pt x="725749" y="71217"/>
                </a:cubicBezTo>
                <a:cubicBezTo>
                  <a:pt x="726288" y="72218"/>
                  <a:pt x="727020" y="73008"/>
                  <a:pt x="727943" y="73586"/>
                </a:cubicBezTo>
                <a:cubicBezTo>
                  <a:pt x="728868" y="74163"/>
                  <a:pt x="729947" y="74568"/>
                  <a:pt x="731178" y="74799"/>
                </a:cubicBezTo>
                <a:cubicBezTo>
                  <a:pt x="732411" y="75031"/>
                  <a:pt x="733682" y="75146"/>
                  <a:pt x="734991" y="75146"/>
                </a:cubicBezTo>
                <a:cubicBezTo>
                  <a:pt x="738225" y="75146"/>
                  <a:pt x="740728" y="74607"/>
                  <a:pt x="742499" y="73530"/>
                </a:cubicBezTo>
                <a:cubicBezTo>
                  <a:pt x="744271" y="72451"/>
                  <a:pt x="745581" y="71161"/>
                  <a:pt x="746428" y="69659"/>
                </a:cubicBezTo>
                <a:cubicBezTo>
                  <a:pt x="747276" y="68157"/>
                  <a:pt x="747796" y="66635"/>
                  <a:pt x="747989" y="65095"/>
                </a:cubicBezTo>
                <a:cubicBezTo>
                  <a:pt x="748181" y="63554"/>
                  <a:pt x="748278" y="62322"/>
                  <a:pt x="748278" y="61398"/>
                </a:cubicBezTo>
                <a:lnTo>
                  <a:pt x="748278" y="55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=mx.abs(a)…print('MLX:',abs_a)&quot;}">
            <a:extLst xmlns:a="http://schemas.openxmlformats.org/drawingml/2006/main">
              <a:ext uri="{FF2B5EF4-FFF2-40B4-BE49-F238E27FC236}">
                <a16:creationId xmlns:a16="http://schemas.microsoft.com/office/drawing/2014/main" id="{48E6A2D0-7A76-4484-8499-5AE36CC1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426" y="5133454"/>
            <a:ext cx="1851066" cy="105375"/>
          </a:xfrm>
          <a:custGeom xmlns:a="http://schemas.openxmlformats.org/drawingml/2006/main">
            <a:pathLst>
              <a:path w="1851066" h="105375">
                <a:moveTo>
                  <a:pt x="58341" y="73898"/>
                </a:moveTo>
                <a:lnTo>
                  <a:pt x="58341" y="61488"/>
                </a:lnTo>
                <a:lnTo>
                  <a:pt x="0" y="61488"/>
                </a:lnTo>
                <a:lnTo>
                  <a:pt x="0" y="73898"/>
                </a:lnTo>
                <a:lnTo>
                  <a:pt x="58341" y="73898"/>
                </a:lnTo>
                <a:moveTo>
                  <a:pt x="58341" y="49190"/>
                </a:moveTo>
                <a:lnTo>
                  <a:pt x="58341" y="36780"/>
                </a:lnTo>
                <a:lnTo>
                  <a:pt x="0" y="36780"/>
                </a:lnTo>
                <a:lnTo>
                  <a:pt x="0" y="49190"/>
                </a:lnTo>
                <a:lnTo>
                  <a:pt x="58341" y="49190"/>
                </a:lnTo>
                <a:close/>
                <a:moveTo>
                  <a:pt x="70013" y="24773"/>
                </a:moveTo>
                <a:lnTo>
                  <a:pt x="70013" y="84503"/>
                </a:lnTo>
                <a:lnTo>
                  <a:pt x="86418" y="84503"/>
                </a:lnTo>
                <a:lnTo>
                  <a:pt x="86418" y="49850"/>
                </a:lnTo>
                <a:cubicBezTo>
                  <a:pt x="86418" y="46923"/>
                  <a:pt x="86842" y="44555"/>
                  <a:pt x="87689" y="42745"/>
                </a:cubicBezTo>
                <a:cubicBezTo>
                  <a:pt x="88537" y="40935"/>
                  <a:pt x="89557" y="39549"/>
                  <a:pt x="90751" y="38587"/>
                </a:cubicBezTo>
                <a:cubicBezTo>
                  <a:pt x="91945" y="37624"/>
                  <a:pt x="93178" y="36970"/>
                  <a:pt x="94448" y="36623"/>
                </a:cubicBezTo>
                <a:cubicBezTo>
                  <a:pt x="95718" y="36276"/>
                  <a:pt x="96739" y="36103"/>
                  <a:pt x="97510" y="36103"/>
                </a:cubicBezTo>
                <a:cubicBezTo>
                  <a:pt x="100128" y="36103"/>
                  <a:pt x="102112" y="36546"/>
                  <a:pt x="103460" y="37432"/>
                </a:cubicBezTo>
                <a:cubicBezTo>
                  <a:pt x="104808" y="38317"/>
                  <a:pt x="105770" y="39491"/>
                  <a:pt x="106347" y="40954"/>
                </a:cubicBezTo>
                <a:cubicBezTo>
                  <a:pt x="106925" y="42417"/>
                  <a:pt x="107253" y="44016"/>
                  <a:pt x="107329" y="45749"/>
                </a:cubicBezTo>
                <a:cubicBezTo>
                  <a:pt x="107407" y="47481"/>
                  <a:pt x="107445" y="49233"/>
                  <a:pt x="107445" y="51004"/>
                </a:cubicBezTo>
                <a:lnTo>
                  <a:pt x="107445" y="84503"/>
                </a:lnTo>
                <a:lnTo>
                  <a:pt x="123850" y="84503"/>
                </a:lnTo>
                <a:lnTo>
                  <a:pt x="123850" y="51235"/>
                </a:lnTo>
                <a:cubicBezTo>
                  <a:pt x="123850" y="49387"/>
                  <a:pt x="123985" y="47558"/>
                  <a:pt x="124254" y="45749"/>
                </a:cubicBezTo>
                <a:cubicBezTo>
                  <a:pt x="124524" y="43939"/>
                  <a:pt x="125064" y="42322"/>
                  <a:pt x="125872" y="40898"/>
                </a:cubicBezTo>
                <a:cubicBezTo>
                  <a:pt x="126681" y="39472"/>
                  <a:pt x="127797" y="38317"/>
                  <a:pt x="129222" y="37432"/>
                </a:cubicBezTo>
                <a:cubicBezTo>
                  <a:pt x="130647" y="36546"/>
                  <a:pt x="132515" y="36103"/>
                  <a:pt x="134826" y="36103"/>
                </a:cubicBezTo>
                <a:cubicBezTo>
                  <a:pt x="137136" y="36103"/>
                  <a:pt x="138965" y="36488"/>
                  <a:pt x="140312" y="37259"/>
                </a:cubicBezTo>
                <a:cubicBezTo>
                  <a:pt x="141660" y="38029"/>
                  <a:pt x="142680" y="39069"/>
                  <a:pt x="143374" y="40378"/>
                </a:cubicBezTo>
                <a:cubicBezTo>
                  <a:pt x="144067" y="41686"/>
                  <a:pt x="144491" y="43226"/>
                  <a:pt x="144645" y="44998"/>
                </a:cubicBezTo>
                <a:cubicBezTo>
                  <a:pt x="144799" y="46769"/>
                  <a:pt x="144876" y="48656"/>
                  <a:pt x="144876" y="50657"/>
                </a:cubicBezTo>
                <a:lnTo>
                  <a:pt x="144876" y="84503"/>
                </a:lnTo>
                <a:lnTo>
                  <a:pt x="161283" y="84503"/>
                </a:lnTo>
                <a:lnTo>
                  <a:pt x="161283" y="44512"/>
                </a:lnTo>
                <a:cubicBezTo>
                  <a:pt x="161283" y="40659"/>
                  <a:pt x="160743" y="37365"/>
                  <a:pt x="159664" y="34629"/>
                </a:cubicBezTo>
                <a:cubicBezTo>
                  <a:pt x="158587" y="31893"/>
                  <a:pt x="157085" y="29678"/>
                  <a:pt x="155158" y="27983"/>
                </a:cubicBezTo>
                <a:cubicBezTo>
                  <a:pt x="153233" y="26287"/>
                  <a:pt x="150923" y="25055"/>
                  <a:pt x="148227" y="24285"/>
                </a:cubicBezTo>
                <a:cubicBezTo>
                  <a:pt x="145532" y="23514"/>
                  <a:pt x="142606" y="23128"/>
                  <a:pt x="139448" y="23128"/>
                </a:cubicBezTo>
                <a:cubicBezTo>
                  <a:pt x="135289" y="23128"/>
                  <a:pt x="131688" y="24133"/>
                  <a:pt x="128645" y="26141"/>
                </a:cubicBezTo>
                <a:cubicBezTo>
                  <a:pt x="125603" y="28148"/>
                  <a:pt x="123196" y="30465"/>
                  <a:pt x="121425" y="33090"/>
                </a:cubicBezTo>
                <a:cubicBezTo>
                  <a:pt x="119808" y="29384"/>
                  <a:pt x="117439" y="26797"/>
                  <a:pt x="114319" y="25330"/>
                </a:cubicBezTo>
                <a:cubicBezTo>
                  <a:pt x="111200" y="23862"/>
                  <a:pt x="107753" y="23128"/>
                  <a:pt x="103980" y="23128"/>
                </a:cubicBezTo>
                <a:cubicBezTo>
                  <a:pt x="100052" y="23128"/>
                  <a:pt x="96567" y="23978"/>
                  <a:pt x="93524" y="25678"/>
                </a:cubicBezTo>
                <a:cubicBezTo>
                  <a:pt x="90482" y="27376"/>
                  <a:pt x="87882" y="29770"/>
                  <a:pt x="85725" y="32859"/>
                </a:cubicBezTo>
                <a:lnTo>
                  <a:pt x="85495" y="32859"/>
                </a:lnTo>
                <a:lnTo>
                  <a:pt x="85495" y="24773"/>
                </a:lnTo>
                <a:lnTo>
                  <a:pt x="70013" y="24773"/>
                </a:lnTo>
                <a:close/>
                <a:moveTo>
                  <a:pt x="188855" y="53104"/>
                </a:moveTo>
                <a:lnTo>
                  <a:pt x="167366" y="84503"/>
                </a:lnTo>
                <a:lnTo>
                  <a:pt x="185735" y="84503"/>
                </a:lnTo>
                <a:lnTo>
                  <a:pt x="198212" y="65687"/>
                </a:lnTo>
                <a:lnTo>
                  <a:pt x="210689" y="84503"/>
                </a:lnTo>
                <a:lnTo>
                  <a:pt x="229405" y="84503"/>
                </a:lnTo>
                <a:lnTo>
                  <a:pt x="207338" y="52756"/>
                </a:lnTo>
                <a:lnTo>
                  <a:pt x="226980" y="24821"/>
                </a:lnTo>
                <a:lnTo>
                  <a:pt x="208840" y="24821"/>
                </a:lnTo>
                <a:lnTo>
                  <a:pt x="198443" y="40406"/>
                </a:lnTo>
                <a:lnTo>
                  <a:pt x="187929" y="24821"/>
                </a:lnTo>
                <a:lnTo>
                  <a:pt x="169215" y="24821"/>
                </a:lnTo>
                <a:lnTo>
                  <a:pt x="188855" y="53104"/>
                </a:lnTo>
                <a:close/>
                <a:moveTo>
                  <a:pt x="236270" y="66678"/>
                </a:moveTo>
                <a:lnTo>
                  <a:pt x="236270" y="84503"/>
                </a:lnTo>
                <a:lnTo>
                  <a:pt x="254407" y="84503"/>
                </a:lnTo>
                <a:lnTo>
                  <a:pt x="254407" y="66678"/>
                </a:lnTo>
                <a:lnTo>
                  <a:pt x="236270" y="66678"/>
                </a:lnTo>
                <a:close/>
                <a:moveTo>
                  <a:pt x="267019" y="43144"/>
                </a:moveTo>
                <a:cubicBezTo>
                  <a:pt x="267249" y="39293"/>
                  <a:pt x="268211" y="36096"/>
                  <a:pt x="269906" y="33556"/>
                </a:cubicBezTo>
                <a:cubicBezTo>
                  <a:pt x="271601" y="31014"/>
                  <a:pt x="273757" y="28972"/>
                  <a:pt x="276376" y="27432"/>
                </a:cubicBezTo>
                <a:cubicBezTo>
                  <a:pt x="278994" y="25891"/>
                  <a:pt x="281940" y="24793"/>
                  <a:pt x="285213" y="24139"/>
                </a:cubicBezTo>
                <a:cubicBezTo>
                  <a:pt x="288487" y="23484"/>
                  <a:pt x="291780" y="23157"/>
                  <a:pt x="295092" y="23157"/>
                </a:cubicBezTo>
                <a:cubicBezTo>
                  <a:pt x="298096" y="23157"/>
                  <a:pt x="301138" y="23369"/>
                  <a:pt x="304218" y="23793"/>
                </a:cubicBezTo>
                <a:cubicBezTo>
                  <a:pt x="307299" y="24216"/>
                  <a:pt x="310111" y="25044"/>
                  <a:pt x="312651" y="26277"/>
                </a:cubicBezTo>
                <a:cubicBezTo>
                  <a:pt x="315193" y="27509"/>
                  <a:pt x="317273" y="29222"/>
                  <a:pt x="318890" y="31417"/>
                </a:cubicBezTo>
                <a:cubicBezTo>
                  <a:pt x="320508" y="33613"/>
                  <a:pt x="321317" y="36520"/>
                  <a:pt x="321317" y="40140"/>
                </a:cubicBezTo>
                <a:lnTo>
                  <a:pt x="321317" y="71217"/>
                </a:lnTo>
                <a:cubicBezTo>
                  <a:pt x="321317" y="73913"/>
                  <a:pt x="321471" y="76493"/>
                  <a:pt x="321779" y="78958"/>
                </a:cubicBezTo>
                <a:cubicBezTo>
                  <a:pt x="322087" y="81422"/>
                  <a:pt x="322626" y="83271"/>
                  <a:pt x="323396" y="84503"/>
                </a:cubicBezTo>
                <a:lnTo>
                  <a:pt x="306760" y="84503"/>
                </a:lnTo>
                <a:cubicBezTo>
                  <a:pt x="306452" y="83580"/>
                  <a:pt x="306202" y="82637"/>
                  <a:pt x="306009" y="81674"/>
                </a:cubicBezTo>
                <a:cubicBezTo>
                  <a:pt x="305816" y="80710"/>
                  <a:pt x="305682" y="79728"/>
                  <a:pt x="305605" y="78727"/>
                </a:cubicBezTo>
                <a:cubicBezTo>
                  <a:pt x="302987" y="81423"/>
                  <a:pt x="299906" y="83310"/>
                  <a:pt x="296363" y="84389"/>
                </a:cubicBezTo>
                <a:cubicBezTo>
                  <a:pt x="292819" y="85467"/>
                  <a:pt x="289199" y="86005"/>
                  <a:pt x="285502" y="86005"/>
                </a:cubicBezTo>
                <a:cubicBezTo>
                  <a:pt x="282653" y="86005"/>
                  <a:pt x="279996" y="85659"/>
                  <a:pt x="277530" y="84965"/>
                </a:cubicBezTo>
                <a:cubicBezTo>
                  <a:pt x="275066" y="84272"/>
                  <a:pt x="272909" y="83194"/>
                  <a:pt x="271061" y="81731"/>
                </a:cubicBezTo>
                <a:cubicBezTo>
                  <a:pt x="269213" y="80267"/>
                  <a:pt x="267769" y="78419"/>
                  <a:pt x="266729" y="76186"/>
                </a:cubicBezTo>
                <a:cubicBezTo>
                  <a:pt x="265689" y="73952"/>
                  <a:pt x="265169" y="71295"/>
                  <a:pt x="265169" y="68213"/>
                </a:cubicBezTo>
                <a:cubicBezTo>
                  <a:pt x="265169" y="64825"/>
                  <a:pt x="265766" y="62033"/>
                  <a:pt x="266960" y="59838"/>
                </a:cubicBezTo>
                <a:cubicBezTo>
                  <a:pt x="268154" y="57642"/>
                  <a:pt x="269695" y="55890"/>
                  <a:pt x="271581" y="54581"/>
                </a:cubicBezTo>
                <a:cubicBezTo>
                  <a:pt x="273468" y="53272"/>
                  <a:pt x="275625" y="52290"/>
                  <a:pt x="278050" y="51635"/>
                </a:cubicBezTo>
                <a:cubicBezTo>
                  <a:pt x="280477" y="50981"/>
                  <a:pt x="282923" y="50461"/>
                  <a:pt x="285387" y="50077"/>
                </a:cubicBezTo>
                <a:cubicBezTo>
                  <a:pt x="287852" y="49692"/>
                  <a:pt x="290277" y="49383"/>
                  <a:pt x="292664" y="49151"/>
                </a:cubicBezTo>
                <a:cubicBezTo>
                  <a:pt x="295052" y="48920"/>
                  <a:pt x="297171" y="48573"/>
                  <a:pt x="299019" y="48111"/>
                </a:cubicBezTo>
                <a:cubicBezTo>
                  <a:pt x="300868" y="47650"/>
                  <a:pt x="302331" y="46976"/>
                  <a:pt x="303409" y="46091"/>
                </a:cubicBezTo>
                <a:cubicBezTo>
                  <a:pt x="304488" y="45205"/>
                  <a:pt x="304989" y="43915"/>
                  <a:pt x="304913" y="42220"/>
                </a:cubicBezTo>
                <a:cubicBezTo>
                  <a:pt x="304913" y="40448"/>
                  <a:pt x="304623" y="39042"/>
                  <a:pt x="304045" y="38003"/>
                </a:cubicBezTo>
                <a:cubicBezTo>
                  <a:pt x="303467" y="36963"/>
                  <a:pt x="302697" y="36155"/>
                  <a:pt x="301734" y="35578"/>
                </a:cubicBezTo>
                <a:cubicBezTo>
                  <a:pt x="300772" y="34999"/>
                  <a:pt x="299655" y="34614"/>
                  <a:pt x="298383" y="34421"/>
                </a:cubicBezTo>
                <a:cubicBezTo>
                  <a:pt x="297113" y="34228"/>
                  <a:pt x="295746" y="34132"/>
                  <a:pt x="294283" y="34132"/>
                </a:cubicBezTo>
                <a:cubicBezTo>
                  <a:pt x="291048" y="34132"/>
                  <a:pt x="288507" y="34825"/>
                  <a:pt x="286658" y="36212"/>
                </a:cubicBezTo>
                <a:cubicBezTo>
                  <a:pt x="284810" y="37599"/>
                  <a:pt x="283731" y="39910"/>
                  <a:pt x="283423" y="43144"/>
                </a:cubicBezTo>
                <a:lnTo>
                  <a:pt x="267019" y="43144"/>
                </a:lnTo>
                <a:moveTo>
                  <a:pt x="304913" y="55274"/>
                </a:moveTo>
                <a:cubicBezTo>
                  <a:pt x="304219" y="55891"/>
                  <a:pt x="303352" y="56373"/>
                  <a:pt x="302312" y="56719"/>
                </a:cubicBezTo>
                <a:cubicBezTo>
                  <a:pt x="301272" y="57066"/>
                  <a:pt x="300155" y="57355"/>
                  <a:pt x="298961" y="57587"/>
                </a:cubicBezTo>
                <a:cubicBezTo>
                  <a:pt x="297768" y="57817"/>
                  <a:pt x="296517" y="58009"/>
                  <a:pt x="295206" y="58163"/>
                </a:cubicBezTo>
                <a:cubicBezTo>
                  <a:pt x="293897" y="58317"/>
                  <a:pt x="292588" y="58509"/>
                  <a:pt x="291279" y="58740"/>
                </a:cubicBezTo>
                <a:cubicBezTo>
                  <a:pt x="290047" y="58971"/>
                  <a:pt x="288834" y="59280"/>
                  <a:pt x="287640" y="59665"/>
                </a:cubicBezTo>
                <a:cubicBezTo>
                  <a:pt x="286446" y="60049"/>
                  <a:pt x="285406" y="60569"/>
                  <a:pt x="284520" y="61225"/>
                </a:cubicBezTo>
                <a:cubicBezTo>
                  <a:pt x="283635" y="61880"/>
                  <a:pt x="282923" y="62708"/>
                  <a:pt x="282383" y="63709"/>
                </a:cubicBezTo>
                <a:cubicBezTo>
                  <a:pt x="281844" y="64709"/>
                  <a:pt x="281574" y="65980"/>
                  <a:pt x="281574" y="67520"/>
                </a:cubicBezTo>
                <a:cubicBezTo>
                  <a:pt x="281574" y="68983"/>
                  <a:pt x="281844" y="70216"/>
                  <a:pt x="282383" y="71217"/>
                </a:cubicBezTo>
                <a:cubicBezTo>
                  <a:pt x="282923" y="72218"/>
                  <a:pt x="283654" y="73008"/>
                  <a:pt x="284578" y="73586"/>
                </a:cubicBezTo>
                <a:cubicBezTo>
                  <a:pt x="285503" y="74163"/>
                  <a:pt x="286581" y="74568"/>
                  <a:pt x="287813" y="74799"/>
                </a:cubicBezTo>
                <a:cubicBezTo>
                  <a:pt x="289046" y="75031"/>
                  <a:pt x="290317" y="75146"/>
                  <a:pt x="291626" y="75146"/>
                </a:cubicBezTo>
                <a:cubicBezTo>
                  <a:pt x="294860" y="75146"/>
                  <a:pt x="297363" y="74607"/>
                  <a:pt x="299134" y="73530"/>
                </a:cubicBezTo>
                <a:cubicBezTo>
                  <a:pt x="300906" y="72451"/>
                  <a:pt x="302216" y="71161"/>
                  <a:pt x="303063" y="69659"/>
                </a:cubicBezTo>
                <a:cubicBezTo>
                  <a:pt x="303911" y="68157"/>
                  <a:pt x="304431" y="66635"/>
                  <a:pt x="304623" y="65095"/>
                </a:cubicBezTo>
                <a:cubicBezTo>
                  <a:pt x="304816" y="63554"/>
                  <a:pt x="304913" y="62322"/>
                  <a:pt x="304913" y="61398"/>
                </a:cubicBezTo>
                <a:lnTo>
                  <a:pt x="304913" y="55274"/>
                </a:lnTo>
                <a:close/>
                <a:moveTo>
                  <a:pt x="377295" y="54720"/>
                </a:moveTo>
                <a:cubicBezTo>
                  <a:pt x="377295" y="57185"/>
                  <a:pt x="377025" y="59573"/>
                  <a:pt x="376486" y="61884"/>
                </a:cubicBezTo>
                <a:cubicBezTo>
                  <a:pt x="375946" y="64195"/>
                  <a:pt x="375099" y="66236"/>
                  <a:pt x="373944" y="68009"/>
                </a:cubicBezTo>
                <a:cubicBezTo>
                  <a:pt x="372789" y="69780"/>
                  <a:pt x="371344" y="71185"/>
                  <a:pt x="369611" y="72225"/>
                </a:cubicBezTo>
                <a:cubicBezTo>
                  <a:pt x="367878" y="73265"/>
                  <a:pt x="365780" y="73785"/>
                  <a:pt x="363316" y="73785"/>
                </a:cubicBezTo>
                <a:cubicBezTo>
                  <a:pt x="360928" y="73785"/>
                  <a:pt x="358848" y="73265"/>
                  <a:pt x="357077" y="72225"/>
                </a:cubicBezTo>
                <a:cubicBezTo>
                  <a:pt x="355306" y="71185"/>
                  <a:pt x="353843" y="69780"/>
                  <a:pt x="352687" y="68009"/>
                </a:cubicBezTo>
                <a:cubicBezTo>
                  <a:pt x="351532" y="66236"/>
                  <a:pt x="350685" y="64195"/>
                  <a:pt x="350145" y="61884"/>
                </a:cubicBezTo>
                <a:cubicBezTo>
                  <a:pt x="349606" y="59573"/>
                  <a:pt x="349336" y="57185"/>
                  <a:pt x="349336" y="54720"/>
                </a:cubicBezTo>
                <a:cubicBezTo>
                  <a:pt x="349336" y="52178"/>
                  <a:pt x="349606" y="49752"/>
                  <a:pt x="350145" y="47442"/>
                </a:cubicBezTo>
                <a:cubicBezTo>
                  <a:pt x="350685" y="45130"/>
                  <a:pt x="351532" y="43088"/>
                  <a:pt x="352687" y="41317"/>
                </a:cubicBezTo>
                <a:cubicBezTo>
                  <a:pt x="353843" y="39545"/>
                  <a:pt x="355306" y="38139"/>
                  <a:pt x="357077" y="37099"/>
                </a:cubicBezTo>
                <a:cubicBezTo>
                  <a:pt x="358848" y="36059"/>
                  <a:pt x="360928" y="35539"/>
                  <a:pt x="363316" y="35539"/>
                </a:cubicBezTo>
                <a:cubicBezTo>
                  <a:pt x="365780" y="35539"/>
                  <a:pt x="367878" y="36059"/>
                  <a:pt x="369611" y="37099"/>
                </a:cubicBezTo>
                <a:cubicBezTo>
                  <a:pt x="371344" y="38139"/>
                  <a:pt x="372789" y="39545"/>
                  <a:pt x="373944" y="41317"/>
                </a:cubicBezTo>
                <a:cubicBezTo>
                  <a:pt x="375099" y="43088"/>
                  <a:pt x="375946" y="45130"/>
                  <a:pt x="376486" y="47442"/>
                </a:cubicBezTo>
                <a:cubicBezTo>
                  <a:pt x="377025" y="49752"/>
                  <a:pt x="377295" y="52178"/>
                  <a:pt x="377295" y="54720"/>
                </a:cubicBezTo>
                <a:moveTo>
                  <a:pt x="333510" y="2031"/>
                </a:moveTo>
                <a:lnTo>
                  <a:pt x="333510" y="84542"/>
                </a:lnTo>
                <a:lnTo>
                  <a:pt x="349105" y="84542"/>
                </a:lnTo>
                <a:lnTo>
                  <a:pt x="349105" y="76918"/>
                </a:lnTo>
                <a:lnTo>
                  <a:pt x="349336" y="76918"/>
                </a:lnTo>
                <a:cubicBezTo>
                  <a:pt x="351107" y="80244"/>
                  <a:pt x="353726" y="82603"/>
                  <a:pt x="357192" y="83996"/>
                </a:cubicBezTo>
                <a:cubicBezTo>
                  <a:pt x="360658" y="85387"/>
                  <a:pt x="364587" y="86083"/>
                  <a:pt x="368976" y="86083"/>
                </a:cubicBezTo>
                <a:cubicBezTo>
                  <a:pt x="371980" y="86083"/>
                  <a:pt x="374945" y="85466"/>
                  <a:pt x="377871" y="84232"/>
                </a:cubicBezTo>
                <a:cubicBezTo>
                  <a:pt x="380799" y="82997"/>
                  <a:pt x="383437" y="81106"/>
                  <a:pt x="385787" y="78561"/>
                </a:cubicBezTo>
                <a:cubicBezTo>
                  <a:pt x="388136" y="76015"/>
                  <a:pt x="390042" y="72756"/>
                  <a:pt x="391505" y="68782"/>
                </a:cubicBezTo>
                <a:cubicBezTo>
                  <a:pt x="392968" y="64809"/>
                  <a:pt x="393700" y="60083"/>
                  <a:pt x="393700" y="54606"/>
                </a:cubicBezTo>
                <a:cubicBezTo>
                  <a:pt x="393700" y="49128"/>
                  <a:pt x="392968" y="44402"/>
                  <a:pt x="391505" y="40429"/>
                </a:cubicBezTo>
                <a:cubicBezTo>
                  <a:pt x="390042" y="36456"/>
                  <a:pt x="388136" y="33196"/>
                  <a:pt x="385787" y="30650"/>
                </a:cubicBezTo>
                <a:cubicBezTo>
                  <a:pt x="383437" y="28105"/>
                  <a:pt x="380799" y="26215"/>
                  <a:pt x="377871" y="24981"/>
                </a:cubicBezTo>
                <a:cubicBezTo>
                  <a:pt x="374945" y="23746"/>
                  <a:pt x="371980" y="23128"/>
                  <a:pt x="368976" y="23128"/>
                </a:cubicBezTo>
                <a:cubicBezTo>
                  <a:pt x="365280" y="23128"/>
                  <a:pt x="361718" y="23844"/>
                  <a:pt x="358290" y="25274"/>
                </a:cubicBezTo>
                <a:cubicBezTo>
                  <a:pt x="354863" y="26704"/>
                  <a:pt x="352148" y="28966"/>
                  <a:pt x="350145" y="32059"/>
                </a:cubicBezTo>
                <a:lnTo>
                  <a:pt x="349915" y="32059"/>
                </a:lnTo>
                <a:lnTo>
                  <a:pt x="349915" y="2031"/>
                </a:lnTo>
                <a:lnTo>
                  <a:pt x="333510" y="2031"/>
                </a:lnTo>
                <a:close/>
                <a:moveTo>
                  <a:pt x="416606" y="65098"/>
                </a:moveTo>
                <a:lnTo>
                  <a:pt x="401010" y="65098"/>
                </a:lnTo>
                <a:cubicBezTo>
                  <a:pt x="401164" y="69096"/>
                  <a:pt x="402069" y="72422"/>
                  <a:pt x="403725" y="75074"/>
                </a:cubicBezTo>
                <a:cubicBezTo>
                  <a:pt x="405381" y="77725"/>
                  <a:pt x="407499" y="79858"/>
                  <a:pt x="410078" y="81473"/>
                </a:cubicBezTo>
                <a:cubicBezTo>
                  <a:pt x="412659" y="83088"/>
                  <a:pt x="415605" y="84241"/>
                  <a:pt x="418917" y="84932"/>
                </a:cubicBezTo>
                <a:cubicBezTo>
                  <a:pt x="422229" y="85624"/>
                  <a:pt x="425618" y="85970"/>
                  <a:pt x="429083" y="85970"/>
                </a:cubicBezTo>
                <a:cubicBezTo>
                  <a:pt x="432472" y="85970"/>
                  <a:pt x="435802" y="85642"/>
                  <a:pt x="439075" y="84986"/>
                </a:cubicBezTo>
                <a:cubicBezTo>
                  <a:pt x="442349" y="84332"/>
                  <a:pt x="445257" y="83195"/>
                  <a:pt x="447798" y="81577"/>
                </a:cubicBezTo>
                <a:cubicBezTo>
                  <a:pt x="450340" y="79959"/>
                  <a:pt x="452400" y="77821"/>
                  <a:pt x="453978" y="75162"/>
                </a:cubicBezTo>
                <a:cubicBezTo>
                  <a:pt x="455558" y="72504"/>
                  <a:pt x="456348" y="69210"/>
                  <a:pt x="456348" y="65280"/>
                </a:cubicBezTo>
                <a:cubicBezTo>
                  <a:pt x="456348" y="62506"/>
                  <a:pt x="455808" y="60176"/>
                  <a:pt x="454729" y="58288"/>
                </a:cubicBezTo>
                <a:cubicBezTo>
                  <a:pt x="453652" y="56400"/>
                  <a:pt x="452227" y="54820"/>
                  <a:pt x="450454" y="53548"/>
                </a:cubicBezTo>
                <a:cubicBezTo>
                  <a:pt x="448683" y="52276"/>
                  <a:pt x="446662" y="51256"/>
                  <a:pt x="444390" y="50486"/>
                </a:cubicBezTo>
                <a:cubicBezTo>
                  <a:pt x="442118" y="49715"/>
                  <a:pt x="439789" y="49060"/>
                  <a:pt x="437401" y="48520"/>
                </a:cubicBezTo>
                <a:cubicBezTo>
                  <a:pt x="435090" y="47981"/>
                  <a:pt x="432818" y="47480"/>
                  <a:pt x="430584" y="47018"/>
                </a:cubicBezTo>
                <a:cubicBezTo>
                  <a:pt x="428351" y="46555"/>
                  <a:pt x="426367" y="46035"/>
                  <a:pt x="424634" y="45458"/>
                </a:cubicBezTo>
                <a:cubicBezTo>
                  <a:pt x="422902" y="44880"/>
                  <a:pt x="421496" y="44129"/>
                  <a:pt x="420417" y="43204"/>
                </a:cubicBezTo>
                <a:cubicBezTo>
                  <a:pt x="419340" y="42279"/>
                  <a:pt x="418801" y="41084"/>
                  <a:pt x="418801" y="39620"/>
                </a:cubicBezTo>
                <a:cubicBezTo>
                  <a:pt x="418801" y="38387"/>
                  <a:pt x="419109" y="37405"/>
                  <a:pt x="419725" y="36672"/>
                </a:cubicBezTo>
                <a:cubicBezTo>
                  <a:pt x="420342" y="35940"/>
                  <a:pt x="421092" y="35382"/>
                  <a:pt x="421977" y="34998"/>
                </a:cubicBezTo>
                <a:cubicBezTo>
                  <a:pt x="422864" y="34612"/>
                  <a:pt x="423845" y="34362"/>
                  <a:pt x="424923" y="34247"/>
                </a:cubicBezTo>
                <a:cubicBezTo>
                  <a:pt x="426002" y="34130"/>
                  <a:pt x="427003" y="34072"/>
                  <a:pt x="427927" y="34072"/>
                </a:cubicBezTo>
                <a:cubicBezTo>
                  <a:pt x="430853" y="34072"/>
                  <a:pt x="433395" y="34633"/>
                  <a:pt x="435551" y="35756"/>
                </a:cubicBezTo>
                <a:cubicBezTo>
                  <a:pt x="437708" y="36877"/>
                  <a:pt x="438902" y="39023"/>
                  <a:pt x="439133" y="42195"/>
                </a:cubicBezTo>
                <a:lnTo>
                  <a:pt x="454731" y="42195"/>
                </a:lnTo>
                <a:cubicBezTo>
                  <a:pt x="454423" y="38498"/>
                  <a:pt x="453479" y="35436"/>
                  <a:pt x="451900" y="33009"/>
                </a:cubicBezTo>
                <a:cubicBezTo>
                  <a:pt x="450322" y="30582"/>
                  <a:pt x="448338" y="28637"/>
                  <a:pt x="445950" y="27174"/>
                </a:cubicBezTo>
                <a:cubicBezTo>
                  <a:pt x="443563" y="25710"/>
                  <a:pt x="440849" y="24670"/>
                  <a:pt x="437806" y="24054"/>
                </a:cubicBezTo>
                <a:cubicBezTo>
                  <a:pt x="434763" y="23437"/>
                  <a:pt x="431625" y="23128"/>
                  <a:pt x="428391" y="23128"/>
                </a:cubicBezTo>
                <a:cubicBezTo>
                  <a:pt x="425155" y="23128"/>
                  <a:pt x="421997" y="23418"/>
                  <a:pt x="418915" y="23996"/>
                </a:cubicBezTo>
                <a:cubicBezTo>
                  <a:pt x="415835" y="24573"/>
                  <a:pt x="413063" y="25574"/>
                  <a:pt x="410598" y="27000"/>
                </a:cubicBezTo>
                <a:cubicBezTo>
                  <a:pt x="408134" y="28425"/>
                  <a:pt x="406151" y="30371"/>
                  <a:pt x="404649" y="32836"/>
                </a:cubicBezTo>
                <a:cubicBezTo>
                  <a:pt x="403147" y="35302"/>
                  <a:pt x="402396" y="38462"/>
                  <a:pt x="402396" y="42315"/>
                </a:cubicBezTo>
                <a:cubicBezTo>
                  <a:pt x="402396" y="44935"/>
                  <a:pt x="402935" y="47150"/>
                  <a:pt x="404012" y="48961"/>
                </a:cubicBezTo>
                <a:cubicBezTo>
                  <a:pt x="405091" y="50771"/>
                  <a:pt x="406516" y="52273"/>
                  <a:pt x="408287" y="53469"/>
                </a:cubicBezTo>
                <a:cubicBezTo>
                  <a:pt x="410059" y="54663"/>
                  <a:pt x="412081" y="55626"/>
                  <a:pt x="414353" y="56358"/>
                </a:cubicBezTo>
                <a:cubicBezTo>
                  <a:pt x="416625" y="57090"/>
                  <a:pt x="418955" y="57726"/>
                  <a:pt x="421343" y="58265"/>
                </a:cubicBezTo>
                <a:cubicBezTo>
                  <a:pt x="427195" y="59498"/>
                  <a:pt x="431758" y="60731"/>
                  <a:pt x="435031" y="61964"/>
                </a:cubicBezTo>
                <a:cubicBezTo>
                  <a:pt x="438305" y="63197"/>
                  <a:pt x="439943" y="65046"/>
                  <a:pt x="439943" y="67511"/>
                </a:cubicBezTo>
                <a:cubicBezTo>
                  <a:pt x="439943" y="68975"/>
                  <a:pt x="439596" y="70188"/>
                  <a:pt x="438902" y="71152"/>
                </a:cubicBezTo>
                <a:cubicBezTo>
                  <a:pt x="438209" y="72115"/>
                  <a:pt x="437342" y="72886"/>
                  <a:pt x="436302" y="73465"/>
                </a:cubicBezTo>
                <a:cubicBezTo>
                  <a:pt x="435263" y="74042"/>
                  <a:pt x="434108" y="74465"/>
                  <a:pt x="432837" y="74736"/>
                </a:cubicBezTo>
                <a:cubicBezTo>
                  <a:pt x="431566" y="75005"/>
                  <a:pt x="430353" y="75139"/>
                  <a:pt x="429198" y="75139"/>
                </a:cubicBezTo>
                <a:cubicBezTo>
                  <a:pt x="427581" y="75139"/>
                  <a:pt x="426021" y="74947"/>
                  <a:pt x="424519" y="74563"/>
                </a:cubicBezTo>
                <a:cubicBezTo>
                  <a:pt x="423018" y="74177"/>
                  <a:pt x="421689" y="73581"/>
                  <a:pt x="420534" y="72774"/>
                </a:cubicBezTo>
                <a:cubicBezTo>
                  <a:pt x="419378" y="71965"/>
                  <a:pt x="418435" y="70926"/>
                  <a:pt x="417703" y="69657"/>
                </a:cubicBezTo>
                <a:cubicBezTo>
                  <a:pt x="416972" y="68388"/>
                  <a:pt x="416606" y="66868"/>
                  <a:pt x="416606" y="65098"/>
                </a:cubicBezTo>
                <a:close/>
                <a:moveTo>
                  <a:pt x="494637" y="0"/>
                </a:moveTo>
                <a:lnTo>
                  <a:pt x="480891" y="0"/>
                </a:lnTo>
                <a:cubicBezTo>
                  <a:pt x="478349" y="3697"/>
                  <a:pt x="476134" y="7741"/>
                  <a:pt x="474246" y="12132"/>
                </a:cubicBezTo>
                <a:cubicBezTo>
                  <a:pt x="472360" y="16523"/>
                  <a:pt x="470781" y="21067"/>
                  <a:pt x="469510" y="25766"/>
                </a:cubicBezTo>
                <a:cubicBezTo>
                  <a:pt x="468239" y="30464"/>
                  <a:pt x="467277" y="35182"/>
                  <a:pt x="466622" y="39919"/>
                </a:cubicBezTo>
                <a:cubicBezTo>
                  <a:pt x="465968" y="44657"/>
                  <a:pt x="465640" y="49183"/>
                  <a:pt x="465640" y="53497"/>
                </a:cubicBezTo>
                <a:cubicBezTo>
                  <a:pt x="465640" y="62586"/>
                  <a:pt x="466969" y="71521"/>
                  <a:pt x="469626" y="80303"/>
                </a:cubicBezTo>
                <a:cubicBezTo>
                  <a:pt x="472283" y="89084"/>
                  <a:pt x="476038" y="97442"/>
                  <a:pt x="480891" y="105375"/>
                </a:cubicBezTo>
                <a:lnTo>
                  <a:pt x="494523" y="105375"/>
                </a:lnTo>
                <a:cubicBezTo>
                  <a:pt x="490132" y="96980"/>
                  <a:pt x="486955" y="88353"/>
                  <a:pt x="484991" y="79495"/>
                </a:cubicBezTo>
                <a:cubicBezTo>
                  <a:pt x="483027" y="70636"/>
                  <a:pt x="482045" y="61585"/>
                  <a:pt x="482045" y="52340"/>
                </a:cubicBezTo>
                <a:cubicBezTo>
                  <a:pt x="482045" y="43251"/>
                  <a:pt x="483047" y="34297"/>
                  <a:pt x="485049" y="25478"/>
                </a:cubicBezTo>
                <a:cubicBezTo>
                  <a:pt x="487052" y="16658"/>
                  <a:pt x="490248" y="8165"/>
                  <a:pt x="494637" y="0"/>
                </a:cubicBezTo>
                <a:close/>
                <a:moveTo>
                  <a:pt x="498843" y="43144"/>
                </a:moveTo>
                <a:cubicBezTo>
                  <a:pt x="499073" y="39293"/>
                  <a:pt x="500035" y="36096"/>
                  <a:pt x="501730" y="33556"/>
                </a:cubicBezTo>
                <a:cubicBezTo>
                  <a:pt x="503425" y="31014"/>
                  <a:pt x="505581" y="28972"/>
                  <a:pt x="508200" y="27432"/>
                </a:cubicBezTo>
                <a:cubicBezTo>
                  <a:pt x="510818" y="25891"/>
                  <a:pt x="513764" y="24793"/>
                  <a:pt x="517037" y="24139"/>
                </a:cubicBezTo>
                <a:cubicBezTo>
                  <a:pt x="520311" y="23484"/>
                  <a:pt x="523604" y="23157"/>
                  <a:pt x="526916" y="23157"/>
                </a:cubicBezTo>
                <a:cubicBezTo>
                  <a:pt x="529920" y="23157"/>
                  <a:pt x="532962" y="23369"/>
                  <a:pt x="536042" y="23793"/>
                </a:cubicBezTo>
                <a:cubicBezTo>
                  <a:pt x="539124" y="24216"/>
                  <a:pt x="541935" y="25044"/>
                  <a:pt x="544475" y="26277"/>
                </a:cubicBezTo>
                <a:cubicBezTo>
                  <a:pt x="547018" y="27509"/>
                  <a:pt x="549097" y="29222"/>
                  <a:pt x="550714" y="31417"/>
                </a:cubicBezTo>
                <a:cubicBezTo>
                  <a:pt x="552332" y="33613"/>
                  <a:pt x="553142" y="36520"/>
                  <a:pt x="553142" y="40140"/>
                </a:cubicBezTo>
                <a:lnTo>
                  <a:pt x="553142" y="71217"/>
                </a:lnTo>
                <a:cubicBezTo>
                  <a:pt x="553142" y="73913"/>
                  <a:pt x="553296" y="76493"/>
                  <a:pt x="553603" y="78958"/>
                </a:cubicBezTo>
                <a:cubicBezTo>
                  <a:pt x="553911" y="81422"/>
                  <a:pt x="554450" y="83271"/>
                  <a:pt x="555220" y="84503"/>
                </a:cubicBezTo>
                <a:lnTo>
                  <a:pt x="538584" y="84503"/>
                </a:lnTo>
                <a:cubicBezTo>
                  <a:pt x="538276" y="83580"/>
                  <a:pt x="538026" y="82637"/>
                  <a:pt x="537833" y="81674"/>
                </a:cubicBezTo>
                <a:cubicBezTo>
                  <a:pt x="537640" y="80710"/>
                  <a:pt x="537506" y="79728"/>
                  <a:pt x="537429" y="78727"/>
                </a:cubicBezTo>
                <a:cubicBezTo>
                  <a:pt x="534811" y="81423"/>
                  <a:pt x="531730" y="83310"/>
                  <a:pt x="528187" y="84389"/>
                </a:cubicBezTo>
                <a:cubicBezTo>
                  <a:pt x="524644" y="85467"/>
                  <a:pt x="521023" y="86005"/>
                  <a:pt x="517326" y="86005"/>
                </a:cubicBezTo>
                <a:cubicBezTo>
                  <a:pt x="514477" y="86005"/>
                  <a:pt x="511820" y="85659"/>
                  <a:pt x="509354" y="84965"/>
                </a:cubicBezTo>
                <a:cubicBezTo>
                  <a:pt x="506890" y="84272"/>
                  <a:pt x="504733" y="83194"/>
                  <a:pt x="502885" y="81731"/>
                </a:cubicBezTo>
                <a:cubicBezTo>
                  <a:pt x="501037" y="80267"/>
                  <a:pt x="499594" y="78419"/>
                  <a:pt x="498554" y="76186"/>
                </a:cubicBezTo>
                <a:cubicBezTo>
                  <a:pt x="497513" y="73952"/>
                  <a:pt x="496993" y="71295"/>
                  <a:pt x="496993" y="68213"/>
                </a:cubicBezTo>
                <a:cubicBezTo>
                  <a:pt x="496993" y="64825"/>
                  <a:pt x="497590" y="62033"/>
                  <a:pt x="498784" y="59838"/>
                </a:cubicBezTo>
                <a:cubicBezTo>
                  <a:pt x="499978" y="57642"/>
                  <a:pt x="501519" y="55890"/>
                  <a:pt x="503405" y="54581"/>
                </a:cubicBezTo>
                <a:cubicBezTo>
                  <a:pt x="505292" y="53272"/>
                  <a:pt x="507449" y="52290"/>
                  <a:pt x="509874" y="51635"/>
                </a:cubicBezTo>
                <a:cubicBezTo>
                  <a:pt x="512301" y="50981"/>
                  <a:pt x="514747" y="50461"/>
                  <a:pt x="517211" y="50077"/>
                </a:cubicBezTo>
                <a:cubicBezTo>
                  <a:pt x="519676" y="49692"/>
                  <a:pt x="522102" y="49383"/>
                  <a:pt x="524488" y="49151"/>
                </a:cubicBezTo>
                <a:cubicBezTo>
                  <a:pt x="526876" y="48920"/>
                  <a:pt x="528995" y="48573"/>
                  <a:pt x="530843" y="48111"/>
                </a:cubicBezTo>
                <a:cubicBezTo>
                  <a:pt x="532692" y="47650"/>
                  <a:pt x="534155" y="46976"/>
                  <a:pt x="535233" y="46091"/>
                </a:cubicBezTo>
                <a:cubicBezTo>
                  <a:pt x="536312" y="45205"/>
                  <a:pt x="536813" y="43915"/>
                  <a:pt x="536737" y="42220"/>
                </a:cubicBezTo>
                <a:cubicBezTo>
                  <a:pt x="536737" y="40448"/>
                  <a:pt x="536448" y="39042"/>
                  <a:pt x="535869" y="38003"/>
                </a:cubicBezTo>
                <a:cubicBezTo>
                  <a:pt x="535291" y="36963"/>
                  <a:pt x="534521" y="36155"/>
                  <a:pt x="533558" y="35578"/>
                </a:cubicBezTo>
                <a:cubicBezTo>
                  <a:pt x="532596" y="34999"/>
                  <a:pt x="531479" y="34614"/>
                  <a:pt x="530207" y="34421"/>
                </a:cubicBezTo>
                <a:cubicBezTo>
                  <a:pt x="528937" y="34228"/>
                  <a:pt x="527570" y="34132"/>
                  <a:pt x="526107" y="34132"/>
                </a:cubicBezTo>
                <a:cubicBezTo>
                  <a:pt x="522872" y="34132"/>
                  <a:pt x="520331" y="34825"/>
                  <a:pt x="518482" y="36212"/>
                </a:cubicBezTo>
                <a:cubicBezTo>
                  <a:pt x="516634" y="37599"/>
                  <a:pt x="515556" y="39910"/>
                  <a:pt x="515248" y="43144"/>
                </a:cubicBezTo>
                <a:lnTo>
                  <a:pt x="498843" y="43144"/>
                </a:lnTo>
                <a:moveTo>
                  <a:pt x="536737" y="55274"/>
                </a:moveTo>
                <a:cubicBezTo>
                  <a:pt x="536043" y="55891"/>
                  <a:pt x="535177" y="56373"/>
                  <a:pt x="534136" y="56719"/>
                </a:cubicBezTo>
                <a:cubicBezTo>
                  <a:pt x="533096" y="57066"/>
                  <a:pt x="531979" y="57355"/>
                  <a:pt x="530785" y="57587"/>
                </a:cubicBezTo>
                <a:cubicBezTo>
                  <a:pt x="529592" y="57817"/>
                  <a:pt x="528341" y="58009"/>
                  <a:pt x="527030" y="58163"/>
                </a:cubicBezTo>
                <a:cubicBezTo>
                  <a:pt x="525721" y="58317"/>
                  <a:pt x="524412" y="58509"/>
                  <a:pt x="523103" y="58740"/>
                </a:cubicBezTo>
                <a:cubicBezTo>
                  <a:pt x="521871" y="58971"/>
                  <a:pt x="520658" y="59280"/>
                  <a:pt x="519464" y="59665"/>
                </a:cubicBezTo>
                <a:cubicBezTo>
                  <a:pt x="518270" y="60049"/>
                  <a:pt x="517230" y="60569"/>
                  <a:pt x="516344" y="61225"/>
                </a:cubicBezTo>
                <a:cubicBezTo>
                  <a:pt x="515459" y="61880"/>
                  <a:pt x="514747" y="62708"/>
                  <a:pt x="514208" y="63709"/>
                </a:cubicBezTo>
                <a:cubicBezTo>
                  <a:pt x="513668" y="64709"/>
                  <a:pt x="513398" y="65980"/>
                  <a:pt x="513398" y="67520"/>
                </a:cubicBezTo>
                <a:cubicBezTo>
                  <a:pt x="513398" y="68983"/>
                  <a:pt x="513668" y="70216"/>
                  <a:pt x="514208" y="71217"/>
                </a:cubicBezTo>
                <a:cubicBezTo>
                  <a:pt x="514747" y="72218"/>
                  <a:pt x="515479" y="73008"/>
                  <a:pt x="516402" y="73586"/>
                </a:cubicBezTo>
                <a:cubicBezTo>
                  <a:pt x="517327" y="74163"/>
                  <a:pt x="518405" y="74568"/>
                  <a:pt x="519637" y="74799"/>
                </a:cubicBezTo>
                <a:cubicBezTo>
                  <a:pt x="520870" y="75031"/>
                  <a:pt x="522141" y="75146"/>
                  <a:pt x="523450" y="75146"/>
                </a:cubicBezTo>
                <a:cubicBezTo>
                  <a:pt x="526684" y="75146"/>
                  <a:pt x="529187" y="74607"/>
                  <a:pt x="530958" y="73530"/>
                </a:cubicBezTo>
                <a:cubicBezTo>
                  <a:pt x="532730" y="72451"/>
                  <a:pt x="534040" y="71161"/>
                  <a:pt x="534887" y="69659"/>
                </a:cubicBezTo>
                <a:cubicBezTo>
                  <a:pt x="535735" y="68157"/>
                  <a:pt x="536255" y="66635"/>
                  <a:pt x="536448" y="65095"/>
                </a:cubicBezTo>
                <a:cubicBezTo>
                  <a:pt x="536640" y="63554"/>
                  <a:pt x="536737" y="62322"/>
                  <a:pt x="536737" y="61398"/>
                </a:cubicBezTo>
                <a:lnTo>
                  <a:pt x="536737" y="55274"/>
                </a:lnTo>
                <a:close/>
                <a:moveTo>
                  <a:pt x="558402" y="105375"/>
                </a:moveTo>
                <a:lnTo>
                  <a:pt x="572034" y="105375"/>
                </a:lnTo>
                <a:cubicBezTo>
                  <a:pt x="574576" y="101755"/>
                  <a:pt x="576809" y="97749"/>
                  <a:pt x="578734" y="93358"/>
                </a:cubicBezTo>
                <a:cubicBezTo>
                  <a:pt x="580661" y="88968"/>
                  <a:pt x="582259" y="84442"/>
                  <a:pt x="583529" y="79783"/>
                </a:cubicBezTo>
                <a:cubicBezTo>
                  <a:pt x="584800" y="75123"/>
                  <a:pt x="585743" y="70424"/>
                  <a:pt x="586359" y="65687"/>
                </a:cubicBezTo>
                <a:cubicBezTo>
                  <a:pt x="586976" y="60950"/>
                  <a:pt x="587284" y="56424"/>
                  <a:pt x="587284" y="52110"/>
                </a:cubicBezTo>
                <a:cubicBezTo>
                  <a:pt x="587284" y="43020"/>
                  <a:pt x="585956" y="34047"/>
                  <a:pt x="583298" y="25189"/>
                </a:cubicBezTo>
                <a:cubicBezTo>
                  <a:pt x="580641" y="16330"/>
                  <a:pt x="576886" y="7934"/>
                  <a:pt x="572034" y="0"/>
                </a:cubicBezTo>
                <a:lnTo>
                  <a:pt x="558516" y="0"/>
                </a:lnTo>
                <a:cubicBezTo>
                  <a:pt x="562753" y="8396"/>
                  <a:pt x="565873" y="17061"/>
                  <a:pt x="567875" y="25997"/>
                </a:cubicBezTo>
                <a:cubicBezTo>
                  <a:pt x="569878" y="34932"/>
                  <a:pt x="570879" y="44022"/>
                  <a:pt x="570879" y="53266"/>
                </a:cubicBezTo>
                <a:cubicBezTo>
                  <a:pt x="570879" y="62355"/>
                  <a:pt x="569859" y="71271"/>
                  <a:pt x="567817" y="80014"/>
                </a:cubicBezTo>
                <a:cubicBezTo>
                  <a:pt x="565776" y="88756"/>
                  <a:pt x="562637" y="97210"/>
                  <a:pt x="558402" y="105375"/>
                </a:cubicBezTo>
                <a:close/>
                <a:moveTo>
                  <a:pt x="679869" y="66678"/>
                </a:moveTo>
                <a:lnTo>
                  <a:pt x="679869" y="84503"/>
                </a:lnTo>
                <a:lnTo>
                  <a:pt x="698007" y="84503"/>
                </a:lnTo>
                <a:lnTo>
                  <a:pt x="698007" y="66678"/>
                </a:lnTo>
                <a:lnTo>
                  <a:pt x="679869" y="66678"/>
                </a:lnTo>
                <a:moveTo>
                  <a:pt x="641398" y="66678"/>
                </a:moveTo>
                <a:lnTo>
                  <a:pt x="641398" y="84503"/>
                </a:lnTo>
                <a:lnTo>
                  <a:pt x="659536" y="84503"/>
                </a:lnTo>
                <a:lnTo>
                  <a:pt x="659536" y="66678"/>
                </a:lnTo>
                <a:lnTo>
                  <a:pt x="641398" y="66678"/>
                </a:lnTo>
                <a:moveTo>
                  <a:pt x="602926" y="66678"/>
                </a:moveTo>
                <a:lnTo>
                  <a:pt x="602926" y="84503"/>
                </a:lnTo>
                <a:lnTo>
                  <a:pt x="621064" y="84503"/>
                </a:lnTo>
                <a:lnTo>
                  <a:pt x="621064" y="66678"/>
                </a:lnTo>
                <a:lnTo>
                  <a:pt x="602926" y="66678"/>
                </a:lnTo>
                <a:close/>
                <a:moveTo>
                  <a:pt x="743917" y="73785"/>
                </a:moveTo>
                <a:cubicBezTo>
                  <a:pt x="741297" y="73785"/>
                  <a:pt x="739063" y="73247"/>
                  <a:pt x="737214" y="72169"/>
                </a:cubicBezTo>
                <a:cubicBezTo>
                  <a:pt x="735367" y="71090"/>
                  <a:pt x="733884" y="69684"/>
                  <a:pt x="732767" y="67950"/>
                </a:cubicBezTo>
                <a:cubicBezTo>
                  <a:pt x="731650" y="66217"/>
                  <a:pt x="730842" y="64195"/>
                  <a:pt x="730341" y="61884"/>
                </a:cubicBezTo>
                <a:cubicBezTo>
                  <a:pt x="729840" y="59573"/>
                  <a:pt x="729590" y="57223"/>
                  <a:pt x="729590" y="54835"/>
                </a:cubicBezTo>
                <a:cubicBezTo>
                  <a:pt x="729590" y="52370"/>
                  <a:pt x="729821" y="49983"/>
                  <a:pt x="730283" y="47672"/>
                </a:cubicBezTo>
                <a:cubicBezTo>
                  <a:pt x="730745" y="45361"/>
                  <a:pt x="731534" y="43319"/>
                  <a:pt x="732650" y="41548"/>
                </a:cubicBezTo>
                <a:cubicBezTo>
                  <a:pt x="733768" y="39776"/>
                  <a:pt x="735232" y="38332"/>
                  <a:pt x="737042" y="37215"/>
                </a:cubicBezTo>
                <a:cubicBezTo>
                  <a:pt x="738851" y="36098"/>
                  <a:pt x="741104" y="35539"/>
                  <a:pt x="743800" y="35539"/>
                </a:cubicBezTo>
                <a:cubicBezTo>
                  <a:pt x="746420" y="35539"/>
                  <a:pt x="748635" y="36098"/>
                  <a:pt x="750445" y="37215"/>
                </a:cubicBezTo>
                <a:cubicBezTo>
                  <a:pt x="752254" y="38332"/>
                  <a:pt x="753737" y="39796"/>
                  <a:pt x="754892" y="41607"/>
                </a:cubicBezTo>
                <a:cubicBezTo>
                  <a:pt x="756047" y="43416"/>
                  <a:pt x="756875" y="45477"/>
                  <a:pt x="757376" y="47787"/>
                </a:cubicBezTo>
                <a:cubicBezTo>
                  <a:pt x="757877" y="50098"/>
                  <a:pt x="758127" y="52447"/>
                  <a:pt x="758127" y="54835"/>
                </a:cubicBezTo>
                <a:cubicBezTo>
                  <a:pt x="758127" y="57223"/>
                  <a:pt x="757896" y="59573"/>
                  <a:pt x="757434" y="61884"/>
                </a:cubicBezTo>
                <a:cubicBezTo>
                  <a:pt x="756972" y="64195"/>
                  <a:pt x="756183" y="66217"/>
                  <a:pt x="755065" y="67950"/>
                </a:cubicBezTo>
                <a:cubicBezTo>
                  <a:pt x="753948" y="69684"/>
                  <a:pt x="752485" y="71090"/>
                  <a:pt x="750675" y="72169"/>
                </a:cubicBezTo>
                <a:cubicBezTo>
                  <a:pt x="748866" y="73247"/>
                  <a:pt x="746613" y="73785"/>
                  <a:pt x="743917" y="73785"/>
                </a:cubicBezTo>
                <a:moveTo>
                  <a:pt x="713763" y="24784"/>
                </a:moveTo>
                <a:lnTo>
                  <a:pt x="713763" y="105375"/>
                </a:lnTo>
                <a:lnTo>
                  <a:pt x="730168" y="105375"/>
                </a:lnTo>
                <a:lnTo>
                  <a:pt x="730168" y="77151"/>
                </a:lnTo>
                <a:lnTo>
                  <a:pt x="730399" y="77151"/>
                </a:lnTo>
                <a:cubicBezTo>
                  <a:pt x="732402" y="80090"/>
                  <a:pt x="734963" y="82313"/>
                  <a:pt x="738082" y="83821"/>
                </a:cubicBezTo>
                <a:cubicBezTo>
                  <a:pt x="741201" y="85329"/>
                  <a:pt x="744609" y="86083"/>
                  <a:pt x="748306" y="86083"/>
                </a:cubicBezTo>
                <a:cubicBezTo>
                  <a:pt x="752697" y="86083"/>
                  <a:pt x="756529" y="85234"/>
                  <a:pt x="759802" y="83537"/>
                </a:cubicBezTo>
                <a:cubicBezTo>
                  <a:pt x="763075" y="81840"/>
                  <a:pt x="765809" y="79565"/>
                  <a:pt x="768004" y="76710"/>
                </a:cubicBezTo>
                <a:cubicBezTo>
                  <a:pt x="770199" y="73855"/>
                  <a:pt x="771836" y="70576"/>
                  <a:pt x="772914" y="66873"/>
                </a:cubicBezTo>
                <a:cubicBezTo>
                  <a:pt x="773993" y="63170"/>
                  <a:pt x="774532" y="59312"/>
                  <a:pt x="774532" y="55300"/>
                </a:cubicBezTo>
                <a:cubicBezTo>
                  <a:pt x="774532" y="51057"/>
                  <a:pt x="773993" y="46987"/>
                  <a:pt x="772914" y="43091"/>
                </a:cubicBezTo>
                <a:cubicBezTo>
                  <a:pt x="771836" y="39195"/>
                  <a:pt x="770180" y="35782"/>
                  <a:pt x="767946" y="32851"/>
                </a:cubicBezTo>
                <a:cubicBezTo>
                  <a:pt x="765713" y="29918"/>
                  <a:pt x="762902" y="27565"/>
                  <a:pt x="759513" y="25790"/>
                </a:cubicBezTo>
                <a:cubicBezTo>
                  <a:pt x="756124" y="24016"/>
                  <a:pt x="752081" y="23128"/>
                  <a:pt x="747382" y="23128"/>
                </a:cubicBezTo>
                <a:cubicBezTo>
                  <a:pt x="743685" y="23128"/>
                  <a:pt x="740296" y="23863"/>
                  <a:pt x="737214" y="25332"/>
                </a:cubicBezTo>
                <a:cubicBezTo>
                  <a:pt x="734134" y="26801"/>
                  <a:pt x="731593" y="29160"/>
                  <a:pt x="729590" y="32408"/>
                </a:cubicBezTo>
                <a:lnTo>
                  <a:pt x="729359" y="32408"/>
                </a:lnTo>
                <a:lnTo>
                  <a:pt x="729359" y="24784"/>
                </a:lnTo>
                <a:lnTo>
                  <a:pt x="713763" y="24784"/>
                </a:lnTo>
                <a:close/>
                <a:moveTo>
                  <a:pt x="784152" y="24731"/>
                </a:moveTo>
                <a:lnTo>
                  <a:pt x="784152" y="84503"/>
                </a:lnTo>
                <a:lnTo>
                  <a:pt x="800557" y="84503"/>
                </a:lnTo>
                <a:lnTo>
                  <a:pt x="800557" y="57557"/>
                </a:lnTo>
                <a:cubicBezTo>
                  <a:pt x="800557" y="54858"/>
                  <a:pt x="800826" y="52353"/>
                  <a:pt x="801366" y="50040"/>
                </a:cubicBezTo>
                <a:cubicBezTo>
                  <a:pt x="801905" y="47727"/>
                  <a:pt x="802810" y="45703"/>
                  <a:pt x="804080" y="43969"/>
                </a:cubicBezTo>
                <a:cubicBezTo>
                  <a:pt x="805351" y="42234"/>
                  <a:pt x="807026" y="40866"/>
                  <a:pt x="809105" y="39863"/>
                </a:cubicBezTo>
                <a:cubicBezTo>
                  <a:pt x="811185" y="38861"/>
                  <a:pt x="813727" y="38359"/>
                  <a:pt x="816731" y="38359"/>
                </a:cubicBezTo>
                <a:cubicBezTo>
                  <a:pt x="817732" y="38359"/>
                  <a:pt x="818771" y="38418"/>
                  <a:pt x="819849" y="38534"/>
                </a:cubicBezTo>
                <a:cubicBezTo>
                  <a:pt x="820928" y="38649"/>
                  <a:pt x="821852" y="38784"/>
                  <a:pt x="822622" y="38938"/>
                </a:cubicBezTo>
                <a:lnTo>
                  <a:pt x="822622" y="23705"/>
                </a:lnTo>
                <a:cubicBezTo>
                  <a:pt x="821313" y="23321"/>
                  <a:pt x="820119" y="23128"/>
                  <a:pt x="819042" y="23128"/>
                </a:cubicBezTo>
                <a:cubicBezTo>
                  <a:pt x="816962" y="23128"/>
                  <a:pt x="814959" y="23436"/>
                  <a:pt x="813034" y="24052"/>
                </a:cubicBezTo>
                <a:cubicBezTo>
                  <a:pt x="811109" y="24667"/>
                  <a:pt x="809299" y="25532"/>
                  <a:pt x="807604" y="26647"/>
                </a:cubicBezTo>
                <a:cubicBezTo>
                  <a:pt x="805910" y="27762"/>
                  <a:pt x="804408" y="29109"/>
                  <a:pt x="803099" y="30686"/>
                </a:cubicBezTo>
                <a:cubicBezTo>
                  <a:pt x="801789" y="32263"/>
                  <a:pt x="800749" y="33975"/>
                  <a:pt x="799978" y="35821"/>
                </a:cubicBezTo>
                <a:lnTo>
                  <a:pt x="799747" y="35821"/>
                </a:lnTo>
                <a:lnTo>
                  <a:pt x="799747" y="24731"/>
                </a:lnTo>
                <a:lnTo>
                  <a:pt x="784152" y="24731"/>
                </a:lnTo>
                <a:close/>
                <a:moveTo>
                  <a:pt x="845394" y="15569"/>
                </a:moveTo>
                <a:lnTo>
                  <a:pt x="845394" y="2031"/>
                </a:lnTo>
                <a:lnTo>
                  <a:pt x="828989" y="2031"/>
                </a:lnTo>
                <a:lnTo>
                  <a:pt x="828989" y="15569"/>
                </a:lnTo>
                <a:lnTo>
                  <a:pt x="845394" y="15569"/>
                </a:lnTo>
                <a:moveTo>
                  <a:pt x="828989" y="24775"/>
                </a:moveTo>
                <a:lnTo>
                  <a:pt x="828989" y="84503"/>
                </a:lnTo>
                <a:lnTo>
                  <a:pt x="845394" y="84503"/>
                </a:lnTo>
                <a:lnTo>
                  <a:pt x="845394" y="24775"/>
                </a:lnTo>
                <a:lnTo>
                  <a:pt x="828989" y="24775"/>
                </a:lnTo>
                <a:close/>
                <a:moveTo>
                  <a:pt x="858366" y="24773"/>
                </a:moveTo>
                <a:lnTo>
                  <a:pt x="858366" y="84503"/>
                </a:lnTo>
                <a:lnTo>
                  <a:pt x="874771" y="84503"/>
                </a:lnTo>
                <a:lnTo>
                  <a:pt x="874771" y="53199"/>
                </a:lnTo>
                <a:cubicBezTo>
                  <a:pt x="874771" y="47115"/>
                  <a:pt x="875772" y="42745"/>
                  <a:pt x="877775" y="40089"/>
                </a:cubicBezTo>
                <a:cubicBezTo>
                  <a:pt x="879777" y="37432"/>
                  <a:pt x="883012" y="36103"/>
                  <a:pt x="887479" y="36103"/>
                </a:cubicBezTo>
                <a:cubicBezTo>
                  <a:pt x="891408" y="36103"/>
                  <a:pt x="894142" y="37316"/>
                  <a:pt x="895681" y="39741"/>
                </a:cubicBezTo>
                <a:cubicBezTo>
                  <a:pt x="897222" y="42167"/>
                  <a:pt x="897993" y="45844"/>
                  <a:pt x="897993" y="50773"/>
                </a:cubicBezTo>
                <a:lnTo>
                  <a:pt x="897993" y="84503"/>
                </a:lnTo>
                <a:lnTo>
                  <a:pt x="914398" y="84503"/>
                </a:lnTo>
                <a:lnTo>
                  <a:pt x="914398" y="47748"/>
                </a:lnTo>
                <a:cubicBezTo>
                  <a:pt x="914398" y="44050"/>
                  <a:pt x="914070" y="40679"/>
                  <a:pt x="913416" y="37635"/>
                </a:cubicBezTo>
                <a:cubicBezTo>
                  <a:pt x="912761" y="34591"/>
                  <a:pt x="911625" y="32010"/>
                  <a:pt x="910006" y="29891"/>
                </a:cubicBezTo>
                <a:cubicBezTo>
                  <a:pt x="908389" y="27772"/>
                  <a:pt x="906175" y="26115"/>
                  <a:pt x="903364" y="24921"/>
                </a:cubicBezTo>
                <a:cubicBezTo>
                  <a:pt x="900553" y="23726"/>
                  <a:pt x="896952" y="23128"/>
                  <a:pt x="892561" y="23128"/>
                </a:cubicBezTo>
                <a:cubicBezTo>
                  <a:pt x="889096" y="23128"/>
                  <a:pt x="885707" y="23920"/>
                  <a:pt x="882395" y="25503"/>
                </a:cubicBezTo>
                <a:cubicBezTo>
                  <a:pt x="879083" y="27086"/>
                  <a:pt x="876388" y="29615"/>
                  <a:pt x="874309" y="33090"/>
                </a:cubicBezTo>
                <a:lnTo>
                  <a:pt x="873962" y="33090"/>
                </a:lnTo>
                <a:lnTo>
                  <a:pt x="873962" y="24773"/>
                </a:lnTo>
                <a:lnTo>
                  <a:pt x="858366" y="24773"/>
                </a:lnTo>
                <a:close/>
                <a:moveTo>
                  <a:pt x="947254" y="24821"/>
                </a:moveTo>
                <a:lnTo>
                  <a:pt x="947254" y="6882"/>
                </a:lnTo>
                <a:lnTo>
                  <a:pt x="930849" y="6882"/>
                </a:lnTo>
                <a:lnTo>
                  <a:pt x="930849" y="24821"/>
                </a:lnTo>
                <a:lnTo>
                  <a:pt x="920914" y="24821"/>
                </a:lnTo>
                <a:lnTo>
                  <a:pt x="920914" y="35764"/>
                </a:lnTo>
                <a:lnTo>
                  <a:pt x="930849" y="35764"/>
                </a:lnTo>
                <a:lnTo>
                  <a:pt x="930849" y="70981"/>
                </a:lnTo>
                <a:cubicBezTo>
                  <a:pt x="930849" y="73983"/>
                  <a:pt x="931350" y="76409"/>
                  <a:pt x="932351" y="78256"/>
                </a:cubicBezTo>
                <a:cubicBezTo>
                  <a:pt x="933353" y="80103"/>
                  <a:pt x="934719" y="81528"/>
                  <a:pt x="936452" y="82529"/>
                </a:cubicBezTo>
                <a:cubicBezTo>
                  <a:pt x="938185" y="83529"/>
                  <a:pt x="940188" y="84202"/>
                  <a:pt x="942459" y="84548"/>
                </a:cubicBezTo>
                <a:cubicBezTo>
                  <a:pt x="944732" y="84894"/>
                  <a:pt x="947140" y="85068"/>
                  <a:pt x="949682" y="85068"/>
                </a:cubicBezTo>
                <a:cubicBezTo>
                  <a:pt x="951299" y="85068"/>
                  <a:pt x="952955" y="85030"/>
                  <a:pt x="954649" y="84955"/>
                </a:cubicBezTo>
                <a:cubicBezTo>
                  <a:pt x="956344" y="84880"/>
                  <a:pt x="957884" y="84729"/>
                  <a:pt x="959270" y="84503"/>
                </a:cubicBezTo>
                <a:lnTo>
                  <a:pt x="959270" y="71744"/>
                </a:lnTo>
                <a:cubicBezTo>
                  <a:pt x="958500" y="71898"/>
                  <a:pt x="957692" y="72014"/>
                  <a:pt x="956844" y="72091"/>
                </a:cubicBezTo>
                <a:cubicBezTo>
                  <a:pt x="955997" y="72168"/>
                  <a:pt x="955111" y="72206"/>
                  <a:pt x="954188" y="72206"/>
                </a:cubicBezTo>
                <a:cubicBezTo>
                  <a:pt x="951414" y="72206"/>
                  <a:pt x="949565" y="71745"/>
                  <a:pt x="948640" y="70822"/>
                </a:cubicBezTo>
                <a:cubicBezTo>
                  <a:pt x="947716" y="69900"/>
                  <a:pt x="947254" y="68054"/>
                  <a:pt x="947254" y="65287"/>
                </a:cubicBezTo>
                <a:lnTo>
                  <a:pt x="947254" y="35764"/>
                </a:lnTo>
                <a:lnTo>
                  <a:pt x="959270" y="35764"/>
                </a:lnTo>
                <a:lnTo>
                  <a:pt x="959270" y="24821"/>
                </a:lnTo>
                <a:lnTo>
                  <a:pt x="947254" y="24821"/>
                </a:lnTo>
                <a:close/>
                <a:moveTo>
                  <a:pt x="995777" y="0"/>
                </a:moveTo>
                <a:lnTo>
                  <a:pt x="982030" y="0"/>
                </a:lnTo>
                <a:cubicBezTo>
                  <a:pt x="979488" y="3697"/>
                  <a:pt x="977273" y="7741"/>
                  <a:pt x="975386" y="12132"/>
                </a:cubicBezTo>
                <a:cubicBezTo>
                  <a:pt x="973500" y="16523"/>
                  <a:pt x="971921" y="21067"/>
                  <a:pt x="970649" y="25766"/>
                </a:cubicBezTo>
                <a:cubicBezTo>
                  <a:pt x="969379" y="30464"/>
                  <a:pt x="968416" y="35182"/>
                  <a:pt x="967762" y="39919"/>
                </a:cubicBezTo>
                <a:cubicBezTo>
                  <a:pt x="967107" y="44657"/>
                  <a:pt x="966780" y="49183"/>
                  <a:pt x="966780" y="53497"/>
                </a:cubicBezTo>
                <a:cubicBezTo>
                  <a:pt x="966780" y="62586"/>
                  <a:pt x="968108" y="71521"/>
                  <a:pt x="970766" y="80303"/>
                </a:cubicBezTo>
                <a:cubicBezTo>
                  <a:pt x="973423" y="89084"/>
                  <a:pt x="977178" y="97442"/>
                  <a:pt x="982030" y="105375"/>
                </a:cubicBezTo>
                <a:lnTo>
                  <a:pt x="995662" y="105375"/>
                </a:lnTo>
                <a:cubicBezTo>
                  <a:pt x="991271" y="96980"/>
                  <a:pt x="988094" y="88353"/>
                  <a:pt x="986130" y="79495"/>
                </a:cubicBezTo>
                <a:cubicBezTo>
                  <a:pt x="984167" y="70636"/>
                  <a:pt x="983185" y="61585"/>
                  <a:pt x="983185" y="52340"/>
                </a:cubicBezTo>
                <a:cubicBezTo>
                  <a:pt x="983185" y="43251"/>
                  <a:pt x="984186" y="34297"/>
                  <a:pt x="986189" y="25478"/>
                </a:cubicBezTo>
                <a:cubicBezTo>
                  <a:pt x="988191" y="16658"/>
                  <a:pt x="991387" y="8165"/>
                  <a:pt x="995777" y="0"/>
                </a:cubicBezTo>
                <a:close/>
                <a:moveTo>
                  <a:pt x="1004372" y="2031"/>
                </a:moveTo>
                <a:lnTo>
                  <a:pt x="1004372" y="39149"/>
                </a:lnTo>
                <a:lnTo>
                  <a:pt x="1016733" y="39149"/>
                </a:lnTo>
                <a:lnTo>
                  <a:pt x="1016733" y="2031"/>
                </a:lnTo>
                <a:lnTo>
                  <a:pt x="1004372" y="2031"/>
                </a:lnTo>
                <a:close/>
                <a:moveTo>
                  <a:pt x="1034542" y="2031"/>
                </a:moveTo>
                <a:lnTo>
                  <a:pt x="1034542" y="84503"/>
                </a:lnTo>
                <a:lnTo>
                  <a:pt x="1051525" y="84503"/>
                </a:lnTo>
                <a:lnTo>
                  <a:pt x="1051525" y="26635"/>
                </a:lnTo>
                <a:lnTo>
                  <a:pt x="1051756" y="26635"/>
                </a:lnTo>
                <a:lnTo>
                  <a:pt x="1071974" y="84503"/>
                </a:lnTo>
                <a:lnTo>
                  <a:pt x="1085951" y="84503"/>
                </a:lnTo>
                <a:lnTo>
                  <a:pt x="1106169" y="26057"/>
                </a:lnTo>
                <a:lnTo>
                  <a:pt x="1106400" y="26057"/>
                </a:lnTo>
                <a:lnTo>
                  <a:pt x="1106400" y="84503"/>
                </a:lnTo>
                <a:lnTo>
                  <a:pt x="1123383" y="84503"/>
                </a:lnTo>
                <a:lnTo>
                  <a:pt x="1123383" y="2031"/>
                </a:lnTo>
                <a:lnTo>
                  <a:pt x="1097852" y="2031"/>
                </a:lnTo>
                <a:lnTo>
                  <a:pt x="1079598" y="58745"/>
                </a:lnTo>
                <a:lnTo>
                  <a:pt x="1079367" y="58745"/>
                </a:lnTo>
                <a:lnTo>
                  <a:pt x="1060073" y="2031"/>
                </a:lnTo>
                <a:lnTo>
                  <a:pt x="1034542" y="2031"/>
                </a:lnTo>
                <a:close/>
                <a:moveTo>
                  <a:pt x="1138594" y="2031"/>
                </a:moveTo>
                <a:lnTo>
                  <a:pt x="1138594" y="84503"/>
                </a:lnTo>
                <a:lnTo>
                  <a:pt x="1196937" y="84503"/>
                </a:lnTo>
                <a:lnTo>
                  <a:pt x="1196937" y="69273"/>
                </a:lnTo>
                <a:lnTo>
                  <a:pt x="1156732" y="69273"/>
                </a:lnTo>
                <a:lnTo>
                  <a:pt x="1156732" y="2031"/>
                </a:lnTo>
                <a:lnTo>
                  <a:pt x="1138594" y="2031"/>
                </a:lnTo>
                <a:close/>
                <a:moveTo>
                  <a:pt x="1226905" y="41303"/>
                </a:moveTo>
                <a:lnTo>
                  <a:pt x="1198138" y="84503"/>
                </a:lnTo>
                <a:lnTo>
                  <a:pt x="1218472" y="84503"/>
                </a:lnTo>
                <a:lnTo>
                  <a:pt x="1236841" y="55974"/>
                </a:lnTo>
                <a:lnTo>
                  <a:pt x="1254862" y="84503"/>
                </a:lnTo>
                <a:lnTo>
                  <a:pt x="1276468" y="84503"/>
                </a:lnTo>
                <a:lnTo>
                  <a:pt x="1247700" y="41420"/>
                </a:lnTo>
                <a:lnTo>
                  <a:pt x="1274156" y="2031"/>
                </a:lnTo>
                <a:lnTo>
                  <a:pt x="1254286" y="2031"/>
                </a:lnTo>
                <a:lnTo>
                  <a:pt x="1237533" y="28366"/>
                </a:lnTo>
                <a:lnTo>
                  <a:pt x="1221359" y="2031"/>
                </a:lnTo>
                <a:lnTo>
                  <a:pt x="1200334" y="2031"/>
                </a:lnTo>
                <a:lnTo>
                  <a:pt x="1226905" y="41303"/>
                </a:lnTo>
                <a:close/>
                <a:moveTo>
                  <a:pt x="1300412" y="43662"/>
                </a:moveTo>
                <a:lnTo>
                  <a:pt x="1300412" y="25836"/>
                </a:lnTo>
                <a:lnTo>
                  <a:pt x="1282274" y="25836"/>
                </a:lnTo>
                <a:lnTo>
                  <a:pt x="1282274" y="43662"/>
                </a:lnTo>
                <a:lnTo>
                  <a:pt x="1300412" y="43662"/>
                </a:lnTo>
                <a:moveTo>
                  <a:pt x="1282274" y="66678"/>
                </a:moveTo>
                <a:lnTo>
                  <a:pt x="1282274" y="84503"/>
                </a:lnTo>
                <a:lnTo>
                  <a:pt x="1300412" y="84503"/>
                </a:lnTo>
                <a:lnTo>
                  <a:pt x="1300412" y="66678"/>
                </a:lnTo>
                <a:lnTo>
                  <a:pt x="1282274" y="66678"/>
                </a:lnTo>
                <a:close/>
                <a:moveTo>
                  <a:pt x="1317294" y="2031"/>
                </a:moveTo>
                <a:lnTo>
                  <a:pt x="1317294" y="39149"/>
                </a:lnTo>
                <a:lnTo>
                  <a:pt x="1329655" y="39149"/>
                </a:lnTo>
                <a:lnTo>
                  <a:pt x="1329655" y="2031"/>
                </a:lnTo>
                <a:lnTo>
                  <a:pt x="1317294" y="2031"/>
                </a:lnTo>
                <a:close/>
                <a:moveTo>
                  <a:pt x="1346540" y="66678"/>
                </a:moveTo>
                <a:lnTo>
                  <a:pt x="1346540" y="84503"/>
                </a:lnTo>
                <a:lnTo>
                  <a:pt x="1354857" y="84503"/>
                </a:lnTo>
                <a:cubicBezTo>
                  <a:pt x="1354935" y="85736"/>
                  <a:pt x="1354781" y="86950"/>
                  <a:pt x="1354395" y="88144"/>
                </a:cubicBezTo>
                <a:cubicBezTo>
                  <a:pt x="1354010" y="89338"/>
                  <a:pt x="1353432" y="90416"/>
                  <a:pt x="1352662" y="91379"/>
                </a:cubicBezTo>
                <a:cubicBezTo>
                  <a:pt x="1351893" y="92342"/>
                  <a:pt x="1350988" y="93171"/>
                  <a:pt x="1349948" y="93864"/>
                </a:cubicBezTo>
                <a:cubicBezTo>
                  <a:pt x="1348908" y="94558"/>
                  <a:pt x="1347810" y="95019"/>
                  <a:pt x="1346655" y="95250"/>
                </a:cubicBezTo>
                <a:lnTo>
                  <a:pt x="1346655" y="103570"/>
                </a:lnTo>
                <a:cubicBezTo>
                  <a:pt x="1349119" y="103185"/>
                  <a:pt x="1351449" y="102472"/>
                  <a:pt x="1353644" y="101430"/>
                </a:cubicBezTo>
                <a:cubicBezTo>
                  <a:pt x="1355840" y="100390"/>
                  <a:pt x="1357746" y="99060"/>
                  <a:pt x="1359363" y="97441"/>
                </a:cubicBezTo>
                <a:cubicBezTo>
                  <a:pt x="1360981" y="95821"/>
                  <a:pt x="1362272" y="93913"/>
                  <a:pt x="1363234" y="91715"/>
                </a:cubicBezTo>
                <a:cubicBezTo>
                  <a:pt x="1364197" y="89519"/>
                  <a:pt x="1364678" y="87110"/>
                  <a:pt x="1364678" y="84488"/>
                </a:cubicBezTo>
                <a:lnTo>
                  <a:pt x="1364678" y="66678"/>
                </a:lnTo>
                <a:lnTo>
                  <a:pt x="1346540" y="66678"/>
                </a:lnTo>
                <a:close/>
                <a:moveTo>
                  <a:pt x="1409306" y="43144"/>
                </a:moveTo>
                <a:cubicBezTo>
                  <a:pt x="1409536" y="39293"/>
                  <a:pt x="1410499" y="36096"/>
                  <a:pt x="1412194" y="33556"/>
                </a:cubicBezTo>
                <a:cubicBezTo>
                  <a:pt x="1413888" y="31014"/>
                  <a:pt x="1416045" y="28972"/>
                  <a:pt x="1418663" y="27432"/>
                </a:cubicBezTo>
                <a:cubicBezTo>
                  <a:pt x="1421282" y="25891"/>
                  <a:pt x="1424227" y="24793"/>
                  <a:pt x="1427500" y="24139"/>
                </a:cubicBezTo>
                <a:cubicBezTo>
                  <a:pt x="1430775" y="23484"/>
                  <a:pt x="1434068" y="23157"/>
                  <a:pt x="1437379" y="23157"/>
                </a:cubicBezTo>
                <a:cubicBezTo>
                  <a:pt x="1440383" y="23157"/>
                  <a:pt x="1443425" y="23369"/>
                  <a:pt x="1446506" y="23793"/>
                </a:cubicBezTo>
                <a:cubicBezTo>
                  <a:pt x="1449587" y="24216"/>
                  <a:pt x="1452398" y="25044"/>
                  <a:pt x="1454939" y="26277"/>
                </a:cubicBezTo>
                <a:cubicBezTo>
                  <a:pt x="1457481" y="27509"/>
                  <a:pt x="1459561" y="29222"/>
                  <a:pt x="1461178" y="31417"/>
                </a:cubicBezTo>
                <a:cubicBezTo>
                  <a:pt x="1462796" y="33613"/>
                  <a:pt x="1463605" y="36520"/>
                  <a:pt x="1463605" y="40140"/>
                </a:cubicBezTo>
                <a:lnTo>
                  <a:pt x="1463605" y="71217"/>
                </a:lnTo>
                <a:cubicBezTo>
                  <a:pt x="1463605" y="73913"/>
                  <a:pt x="1463759" y="76493"/>
                  <a:pt x="1464067" y="78958"/>
                </a:cubicBezTo>
                <a:cubicBezTo>
                  <a:pt x="1464375" y="81422"/>
                  <a:pt x="1464914" y="83271"/>
                  <a:pt x="1465684" y="84503"/>
                </a:cubicBezTo>
                <a:lnTo>
                  <a:pt x="1449048" y="84503"/>
                </a:lnTo>
                <a:cubicBezTo>
                  <a:pt x="1448740" y="83580"/>
                  <a:pt x="1448489" y="82637"/>
                  <a:pt x="1448297" y="81674"/>
                </a:cubicBezTo>
                <a:cubicBezTo>
                  <a:pt x="1448104" y="80710"/>
                  <a:pt x="1447969" y="79728"/>
                  <a:pt x="1447893" y="78727"/>
                </a:cubicBezTo>
                <a:cubicBezTo>
                  <a:pt x="1445275" y="81423"/>
                  <a:pt x="1442194" y="83310"/>
                  <a:pt x="1438650" y="84389"/>
                </a:cubicBezTo>
                <a:cubicBezTo>
                  <a:pt x="1435107" y="85467"/>
                  <a:pt x="1431487" y="86005"/>
                  <a:pt x="1427790" y="86005"/>
                </a:cubicBezTo>
                <a:cubicBezTo>
                  <a:pt x="1424941" y="86005"/>
                  <a:pt x="1422284" y="85659"/>
                  <a:pt x="1419818" y="84965"/>
                </a:cubicBezTo>
                <a:cubicBezTo>
                  <a:pt x="1417354" y="84272"/>
                  <a:pt x="1415197" y="83194"/>
                  <a:pt x="1413348" y="81731"/>
                </a:cubicBezTo>
                <a:cubicBezTo>
                  <a:pt x="1411501" y="80267"/>
                  <a:pt x="1410057" y="78419"/>
                  <a:pt x="1409017" y="76186"/>
                </a:cubicBezTo>
                <a:cubicBezTo>
                  <a:pt x="1407977" y="73952"/>
                  <a:pt x="1407457" y="71295"/>
                  <a:pt x="1407457" y="68213"/>
                </a:cubicBezTo>
                <a:cubicBezTo>
                  <a:pt x="1407457" y="64825"/>
                  <a:pt x="1408054" y="62033"/>
                  <a:pt x="1409248" y="59838"/>
                </a:cubicBezTo>
                <a:cubicBezTo>
                  <a:pt x="1410442" y="57642"/>
                  <a:pt x="1411982" y="55890"/>
                  <a:pt x="1413868" y="54581"/>
                </a:cubicBezTo>
                <a:cubicBezTo>
                  <a:pt x="1415756" y="53272"/>
                  <a:pt x="1417912" y="52290"/>
                  <a:pt x="1420338" y="51635"/>
                </a:cubicBezTo>
                <a:cubicBezTo>
                  <a:pt x="1422765" y="50981"/>
                  <a:pt x="1425210" y="50461"/>
                  <a:pt x="1427675" y="50077"/>
                </a:cubicBezTo>
                <a:cubicBezTo>
                  <a:pt x="1430139" y="49692"/>
                  <a:pt x="1432565" y="49383"/>
                  <a:pt x="1434952" y="49151"/>
                </a:cubicBezTo>
                <a:cubicBezTo>
                  <a:pt x="1437340" y="48920"/>
                  <a:pt x="1439458" y="48573"/>
                  <a:pt x="1441307" y="48111"/>
                </a:cubicBezTo>
                <a:cubicBezTo>
                  <a:pt x="1443156" y="47650"/>
                  <a:pt x="1444619" y="46976"/>
                  <a:pt x="1445696" y="46091"/>
                </a:cubicBezTo>
                <a:cubicBezTo>
                  <a:pt x="1446775" y="45205"/>
                  <a:pt x="1447277" y="43915"/>
                  <a:pt x="1447200" y="42220"/>
                </a:cubicBezTo>
                <a:cubicBezTo>
                  <a:pt x="1447200" y="40448"/>
                  <a:pt x="1446911" y="39042"/>
                  <a:pt x="1446333" y="38003"/>
                </a:cubicBezTo>
                <a:cubicBezTo>
                  <a:pt x="1445755" y="36963"/>
                  <a:pt x="1444984" y="36155"/>
                  <a:pt x="1444022" y="35578"/>
                </a:cubicBezTo>
                <a:cubicBezTo>
                  <a:pt x="1443059" y="34999"/>
                  <a:pt x="1441942" y="34614"/>
                  <a:pt x="1440671" y="34421"/>
                </a:cubicBezTo>
                <a:cubicBezTo>
                  <a:pt x="1439400" y="34228"/>
                  <a:pt x="1438033" y="34132"/>
                  <a:pt x="1436570" y="34132"/>
                </a:cubicBezTo>
                <a:cubicBezTo>
                  <a:pt x="1433336" y="34132"/>
                  <a:pt x="1430795" y="34825"/>
                  <a:pt x="1428946" y="36212"/>
                </a:cubicBezTo>
                <a:cubicBezTo>
                  <a:pt x="1427097" y="37599"/>
                  <a:pt x="1426019" y="39910"/>
                  <a:pt x="1425711" y="43144"/>
                </a:cubicBezTo>
                <a:lnTo>
                  <a:pt x="1409306" y="43144"/>
                </a:lnTo>
                <a:moveTo>
                  <a:pt x="1447200" y="55274"/>
                </a:moveTo>
                <a:cubicBezTo>
                  <a:pt x="1446507" y="55891"/>
                  <a:pt x="1445640" y="56373"/>
                  <a:pt x="1444600" y="56719"/>
                </a:cubicBezTo>
                <a:cubicBezTo>
                  <a:pt x="1443560" y="57066"/>
                  <a:pt x="1442443" y="57355"/>
                  <a:pt x="1441249" y="57587"/>
                </a:cubicBezTo>
                <a:cubicBezTo>
                  <a:pt x="1440056" y="57817"/>
                  <a:pt x="1438804" y="58009"/>
                  <a:pt x="1437494" y="58163"/>
                </a:cubicBezTo>
                <a:cubicBezTo>
                  <a:pt x="1436185" y="58317"/>
                  <a:pt x="1434876" y="58509"/>
                  <a:pt x="1433566" y="58740"/>
                </a:cubicBezTo>
                <a:cubicBezTo>
                  <a:pt x="1432335" y="58971"/>
                  <a:pt x="1431122" y="59280"/>
                  <a:pt x="1429928" y="59665"/>
                </a:cubicBezTo>
                <a:cubicBezTo>
                  <a:pt x="1428734" y="60049"/>
                  <a:pt x="1427694" y="60569"/>
                  <a:pt x="1426808" y="61225"/>
                </a:cubicBezTo>
                <a:cubicBezTo>
                  <a:pt x="1425923" y="61880"/>
                  <a:pt x="1425210" y="62708"/>
                  <a:pt x="1424671" y="63709"/>
                </a:cubicBezTo>
                <a:cubicBezTo>
                  <a:pt x="1424132" y="64709"/>
                  <a:pt x="1423862" y="65980"/>
                  <a:pt x="1423862" y="67520"/>
                </a:cubicBezTo>
                <a:cubicBezTo>
                  <a:pt x="1423862" y="68983"/>
                  <a:pt x="1424132" y="70216"/>
                  <a:pt x="1424671" y="71217"/>
                </a:cubicBezTo>
                <a:cubicBezTo>
                  <a:pt x="1425210" y="72218"/>
                  <a:pt x="1425942" y="73008"/>
                  <a:pt x="1426866" y="73586"/>
                </a:cubicBezTo>
                <a:cubicBezTo>
                  <a:pt x="1427791" y="74163"/>
                  <a:pt x="1428869" y="74568"/>
                  <a:pt x="1430101" y="74799"/>
                </a:cubicBezTo>
                <a:cubicBezTo>
                  <a:pt x="1431333" y="75031"/>
                  <a:pt x="1432604" y="75146"/>
                  <a:pt x="1433914" y="75146"/>
                </a:cubicBezTo>
                <a:cubicBezTo>
                  <a:pt x="1437148" y="75146"/>
                  <a:pt x="1439650" y="74607"/>
                  <a:pt x="1441422" y="73530"/>
                </a:cubicBezTo>
                <a:cubicBezTo>
                  <a:pt x="1443194" y="72451"/>
                  <a:pt x="1444504" y="71161"/>
                  <a:pt x="1445351" y="69659"/>
                </a:cubicBezTo>
                <a:cubicBezTo>
                  <a:pt x="1446198" y="68157"/>
                  <a:pt x="1446718" y="66635"/>
                  <a:pt x="1446911" y="65095"/>
                </a:cubicBezTo>
                <a:cubicBezTo>
                  <a:pt x="1447104" y="63554"/>
                  <a:pt x="1447200" y="62322"/>
                  <a:pt x="1447200" y="61398"/>
                </a:cubicBezTo>
                <a:lnTo>
                  <a:pt x="1447200" y="55274"/>
                </a:lnTo>
                <a:close/>
                <a:moveTo>
                  <a:pt x="1519582" y="54720"/>
                </a:moveTo>
                <a:cubicBezTo>
                  <a:pt x="1519582" y="57185"/>
                  <a:pt x="1519313" y="59573"/>
                  <a:pt x="1518773" y="61884"/>
                </a:cubicBezTo>
                <a:cubicBezTo>
                  <a:pt x="1518234" y="64195"/>
                  <a:pt x="1517386" y="66236"/>
                  <a:pt x="1516231" y="68009"/>
                </a:cubicBezTo>
                <a:cubicBezTo>
                  <a:pt x="1515076" y="69780"/>
                  <a:pt x="1513632" y="71185"/>
                  <a:pt x="1511898" y="72225"/>
                </a:cubicBezTo>
                <a:cubicBezTo>
                  <a:pt x="1510166" y="73265"/>
                  <a:pt x="1508067" y="73785"/>
                  <a:pt x="1505603" y="73785"/>
                </a:cubicBezTo>
                <a:cubicBezTo>
                  <a:pt x="1503215" y="73785"/>
                  <a:pt x="1501135" y="73265"/>
                  <a:pt x="1499364" y="72225"/>
                </a:cubicBezTo>
                <a:cubicBezTo>
                  <a:pt x="1497593" y="71185"/>
                  <a:pt x="1496130" y="69780"/>
                  <a:pt x="1494975" y="68009"/>
                </a:cubicBezTo>
                <a:cubicBezTo>
                  <a:pt x="1493820" y="66236"/>
                  <a:pt x="1492972" y="64195"/>
                  <a:pt x="1492433" y="61884"/>
                </a:cubicBezTo>
                <a:cubicBezTo>
                  <a:pt x="1491893" y="59573"/>
                  <a:pt x="1491624" y="57185"/>
                  <a:pt x="1491624" y="54720"/>
                </a:cubicBezTo>
                <a:cubicBezTo>
                  <a:pt x="1491624" y="52178"/>
                  <a:pt x="1491893" y="49752"/>
                  <a:pt x="1492433" y="47442"/>
                </a:cubicBezTo>
                <a:cubicBezTo>
                  <a:pt x="1492972" y="45130"/>
                  <a:pt x="1493820" y="43088"/>
                  <a:pt x="1494975" y="41317"/>
                </a:cubicBezTo>
                <a:cubicBezTo>
                  <a:pt x="1496130" y="39545"/>
                  <a:pt x="1497593" y="38139"/>
                  <a:pt x="1499364" y="37099"/>
                </a:cubicBezTo>
                <a:cubicBezTo>
                  <a:pt x="1501135" y="36059"/>
                  <a:pt x="1503215" y="35539"/>
                  <a:pt x="1505603" y="35539"/>
                </a:cubicBezTo>
                <a:cubicBezTo>
                  <a:pt x="1508067" y="35539"/>
                  <a:pt x="1510166" y="36059"/>
                  <a:pt x="1511898" y="37099"/>
                </a:cubicBezTo>
                <a:cubicBezTo>
                  <a:pt x="1513632" y="38139"/>
                  <a:pt x="1515076" y="39545"/>
                  <a:pt x="1516231" y="41317"/>
                </a:cubicBezTo>
                <a:cubicBezTo>
                  <a:pt x="1517386" y="43088"/>
                  <a:pt x="1518234" y="45130"/>
                  <a:pt x="1518773" y="47442"/>
                </a:cubicBezTo>
                <a:cubicBezTo>
                  <a:pt x="1519313" y="49752"/>
                  <a:pt x="1519582" y="52178"/>
                  <a:pt x="1519582" y="54720"/>
                </a:cubicBezTo>
                <a:moveTo>
                  <a:pt x="1475797" y="2031"/>
                </a:moveTo>
                <a:lnTo>
                  <a:pt x="1475797" y="84542"/>
                </a:lnTo>
                <a:lnTo>
                  <a:pt x="1491393" y="84542"/>
                </a:lnTo>
                <a:lnTo>
                  <a:pt x="1491393" y="76918"/>
                </a:lnTo>
                <a:lnTo>
                  <a:pt x="1491624" y="76918"/>
                </a:lnTo>
                <a:cubicBezTo>
                  <a:pt x="1493395" y="80244"/>
                  <a:pt x="1496013" y="82603"/>
                  <a:pt x="1499479" y="83996"/>
                </a:cubicBezTo>
                <a:cubicBezTo>
                  <a:pt x="1502946" y="85387"/>
                  <a:pt x="1506874" y="86083"/>
                  <a:pt x="1511263" y="86083"/>
                </a:cubicBezTo>
                <a:cubicBezTo>
                  <a:pt x="1514267" y="86083"/>
                  <a:pt x="1517232" y="85466"/>
                  <a:pt x="1520159" y="84232"/>
                </a:cubicBezTo>
                <a:cubicBezTo>
                  <a:pt x="1523086" y="82997"/>
                  <a:pt x="1525725" y="81106"/>
                  <a:pt x="1528074" y="78561"/>
                </a:cubicBezTo>
                <a:cubicBezTo>
                  <a:pt x="1530423" y="76015"/>
                  <a:pt x="1532329" y="72756"/>
                  <a:pt x="1533793" y="68782"/>
                </a:cubicBezTo>
                <a:cubicBezTo>
                  <a:pt x="1535256" y="64809"/>
                  <a:pt x="1535987" y="60083"/>
                  <a:pt x="1535987" y="54606"/>
                </a:cubicBezTo>
                <a:cubicBezTo>
                  <a:pt x="1535987" y="49128"/>
                  <a:pt x="1535256" y="44402"/>
                  <a:pt x="1533793" y="40429"/>
                </a:cubicBezTo>
                <a:cubicBezTo>
                  <a:pt x="1532329" y="36456"/>
                  <a:pt x="1530423" y="33196"/>
                  <a:pt x="1528074" y="30650"/>
                </a:cubicBezTo>
                <a:cubicBezTo>
                  <a:pt x="1525725" y="28105"/>
                  <a:pt x="1523086" y="26215"/>
                  <a:pt x="1520159" y="24981"/>
                </a:cubicBezTo>
                <a:cubicBezTo>
                  <a:pt x="1517232" y="23746"/>
                  <a:pt x="1514267" y="23128"/>
                  <a:pt x="1511263" y="23128"/>
                </a:cubicBezTo>
                <a:cubicBezTo>
                  <a:pt x="1507567" y="23128"/>
                  <a:pt x="1504005" y="23844"/>
                  <a:pt x="1500577" y="25274"/>
                </a:cubicBezTo>
                <a:cubicBezTo>
                  <a:pt x="1497150" y="26704"/>
                  <a:pt x="1494435" y="28966"/>
                  <a:pt x="1492433" y="32059"/>
                </a:cubicBezTo>
                <a:lnTo>
                  <a:pt x="1492202" y="32059"/>
                </a:lnTo>
                <a:lnTo>
                  <a:pt x="1492202" y="2031"/>
                </a:lnTo>
                <a:lnTo>
                  <a:pt x="1475797" y="2031"/>
                </a:lnTo>
                <a:close/>
                <a:moveTo>
                  <a:pt x="1558894" y="65098"/>
                </a:moveTo>
                <a:lnTo>
                  <a:pt x="1543298" y="65098"/>
                </a:lnTo>
                <a:cubicBezTo>
                  <a:pt x="1543452" y="69096"/>
                  <a:pt x="1544357" y="72422"/>
                  <a:pt x="1546013" y="75074"/>
                </a:cubicBezTo>
                <a:cubicBezTo>
                  <a:pt x="1547669" y="77725"/>
                  <a:pt x="1549786" y="79858"/>
                  <a:pt x="1552366" y="81473"/>
                </a:cubicBezTo>
                <a:cubicBezTo>
                  <a:pt x="1554947" y="83088"/>
                  <a:pt x="1557893" y="84241"/>
                  <a:pt x="1561205" y="84932"/>
                </a:cubicBezTo>
                <a:cubicBezTo>
                  <a:pt x="1564517" y="85624"/>
                  <a:pt x="1567905" y="85970"/>
                  <a:pt x="1571371" y="85970"/>
                </a:cubicBezTo>
                <a:cubicBezTo>
                  <a:pt x="1574759" y="85970"/>
                  <a:pt x="1578090" y="85642"/>
                  <a:pt x="1581363" y="84986"/>
                </a:cubicBezTo>
                <a:cubicBezTo>
                  <a:pt x="1584637" y="84332"/>
                  <a:pt x="1587545" y="83195"/>
                  <a:pt x="1590085" y="81577"/>
                </a:cubicBezTo>
                <a:cubicBezTo>
                  <a:pt x="1592627" y="79959"/>
                  <a:pt x="1594688" y="77821"/>
                  <a:pt x="1596266" y="75162"/>
                </a:cubicBezTo>
                <a:cubicBezTo>
                  <a:pt x="1597845" y="72504"/>
                  <a:pt x="1598635" y="69210"/>
                  <a:pt x="1598635" y="65280"/>
                </a:cubicBezTo>
                <a:cubicBezTo>
                  <a:pt x="1598635" y="62506"/>
                  <a:pt x="1598096" y="60176"/>
                  <a:pt x="1597017" y="58288"/>
                </a:cubicBezTo>
                <a:cubicBezTo>
                  <a:pt x="1595939" y="56400"/>
                  <a:pt x="1594514" y="54820"/>
                  <a:pt x="1592742" y="53548"/>
                </a:cubicBezTo>
                <a:cubicBezTo>
                  <a:pt x="1590971" y="52276"/>
                  <a:pt x="1588950" y="51256"/>
                  <a:pt x="1586678" y="50486"/>
                </a:cubicBezTo>
                <a:cubicBezTo>
                  <a:pt x="1584406" y="49715"/>
                  <a:pt x="1582076" y="49060"/>
                  <a:pt x="1579688" y="48520"/>
                </a:cubicBezTo>
                <a:cubicBezTo>
                  <a:pt x="1577378" y="47981"/>
                  <a:pt x="1575105" y="47480"/>
                  <a:pt x="1572871" y="47018"/>
                </a:cubicBezTo>
                <a:cubicBezTo>
                  <a:pt x="1570638" y="46555"/>
                  <a:pt x="1568655" y="46035"/>
                  <a:pt x="1566922" y="45458"/>
                </a:cubicBezTo>
                <a:cubicBezTo>
                  <a:pt x="1565189" y="44880"/>
                  <a:pt x="1563784" y="44129"/>
                  <a:pt x="1562705" y="43204"/>
                </a:cubicBezTo>
                <a:cubicBezTo>
                  <a:pt x="1561627" y="42279"/>
                  <a:pt x="1561088" y="41084"/>
                  <a:pt x="1561088" y="39620"/>
                </a:cubicBezTo>
                <a:cubicBezTo>
                  <a:pt x="1561088" y="38387"/>
                  <a:pt x="1561396" y="37405"/>
                  <a:pt x="1562012" y="36672"/>
                </a:cubicBezTo>
                <a:cubicBezTo>
                  <a:pt x="1562629" y="35940"/>
                  <a:pt x="1563380" y="35382"/>
                  <a:pt x="1564265" y="34998"/>
                </a:cubicBezTo>
                <a:cubicBezTo>
                  <a:pt x="1565151" y="34612"/>
                  <a:pt x="1566133" y="34362"/>
                  <a:pt x="1567211" y="34247"/>
                </a:cubicBezTo>
                <a:cubicBezTo>
                  <a:pt x="1568290" y="34130"/>
                  <a:pt x="1569291" y="34072"/>
                  <a:pt x="1570215" y="34072"/>
                </a:cubicBezTo>
                <a:cubicBezTo>
                  <a:pt x="1573141" y="34072"/>
                  <a:pt x="1575682" y="34633"/>
                  <a:pt x="1577839" y="35756"/>
                </a:cubicBezTo>
                <a:cubicBezTo>
                  <a:pt x="1579995" y="36877"/>
                  <a:pt x="1581189" y="39023"/>
                  <a:pt x="1581421" y="42195"/>
                </a:cubicBezTo>
                <a:lnTo>
                  <a:pt x="1597019" y="42195"/>
                </a:lnTo>
                <a:cubicBezTo>
                  <a:pt x="1596711" y="38498"/>
                  <a:pt x="1595767" y="35436"/>
                  <a:pt x="1594188" y="33009"/>
                </a:cubicBezTo>
                <a:cubicBezTo>
                  <a:pt x="1592609" y="30582"/>
                  <a:pt x="1590626" y="28637"/>
                  <a:pt x="1588238" y="27174"/>
                </a:cubicBezTo>
                <a:cubicBezTo>
                  <a:pt x="1585851" y="25710"/>
                  <a:pt x="1583136" y="24670"/>
                  <a:pt x="1580094" y="24054"/>
                </a:cubicBezTo>
                <a:cubicBezTo>
                  <a:pt x="1577051" y="23437"/>
                  <a:pt x="1573912" y="23128"/>
                  <a:pt x="1570678" y="23128"/>
                </a:cubicBezTo>
                <a:cubicBezTo>
                  <a:pt x="1567443" y="23128"/>
                  <a:pt x="1564284" y="23418"/>
                  <a:pt x="1561203" y="23996"/>
                </a:cubicBezTo>
                <a:cubicBezTo>
                  <a:pt x="1558123" y="24573"/>
                  <a:pt x="1555350" y="25574"/>
                  <a:pt x="1552886" y="27000"/>
                </a:cubicBezTo>
                <a:cubicBezTo>
                  <a:pt x="1550421" y="28425"/>
                  <a:pt x="1548438" y="30371"/>
                  <a:pt x="1546936" y="32836"/>
                </a:cubicBezTo>
                <a:cubicBezTo>
                  <a:pt x="1545434" y="35302"/>
                  <a:pt x="1544683" y="38462"/>
                  <a:pt x="1544683" y="42315"/>
                </a:cubicBezTo>
                <a:cubicBezTo>
                  <a:pt x="1544683" y="44935"/>
                  <a:pt x="1545222" y="47150"/>
                  <a:pt x="1546300" y="48961"/>
                </a:cubicBezTo>
                <a:cubicBezTo>
                  <a:pt x="1547379" y="50771"/>
                  <a:pt x="1548804" y="52273"/>
                  <a:pt x="1550575" y="53469"/>
                </a:cubicBezTo>
                <a:cubicBezTo>
                  <a:pt x="1552347" y="54663"/>
                  <a:pt x="1554369" y="55626"/>
                  <a:pt x="1556641" y="56358"/>
                </a:cubicBezTo>
                <a:cubicBezTo>
                  <a:pt x="1558912" y="57090"/>
                  <a:pt x="1561242" y="57726"/>
                  <a:pt x="1563630" y="58265"/>
                </a:cubicBezTo>
                <a:cubicBezTo>
                  <a:pt x="1569483" y="59498"/>
                  <a:pt x="1574046" y="60731"/>
                  <a:pt x="1577319" y="61964"/>
                </a:cubicBezTo>
                <a:cubicBezTo>
                  <a:pt x="1580593" y="63197"/>
                  <a:pt x="1582230" y="65046"/>
                  <a:pt x="1582230" y="67511"/>
                </a:cubicBezTo>
                <a:cubicBezTo>
                  <a:pt x="1582230" y="68975"/>
                  <a:pt x="1581883" y="70188"/>
                  <a:pt x="1581190" y="71152"/>
                </a:cubicBezTo>
                <a:cubicBezTo>
                  <a:pt x="1580497" y="72115"/>
                  <a:pt x="1579630" y="72886"/>
                  <a:pt x="1578590" y="73465"/>
                </a:cubicBezTo>
                <a:cubicBezTo>
                  <a:pt x="1577551" y="74042"/>
                  <a:pt x="1576396" y="74465"/>
                  <a:pt x="1575124" y="74736"/>
                </a:cubicBezTo>
                <a:cubicBezTo>
                  <a:pt x="1573854" y="75005"/>
                  <a:pt x="1572641" y="75139"/>
                  <a:pt x="1571486" y="75139"/>
                </a:cubicBezTo>
                <a:cubicBezTo>
                  <a:pt x="1569869" y="75139"/>
                  <a:pt x="1568309" y="74947"/>
                  <a:pt x="1566807" y="74563"/>
                </a:cubicBezTo>
                <a:cubicBezTo>
                  <a:pt x="1565305" y="74177"/>
                  <a:pt x="1563977" y="73581"/>
                  <a:pt x="1562821" y="72774"/>
                </a:cubicBezTo>
                <a:cubicBezTo>
                  <a:pt x="1561666" y="71965"/>
                  <a:pt x="1560722" y="70926"/>
                  <a:pt x="1559990" y="69657"/>
                </a:cubicBezTo>
                <a:cubicBezTo>
                  <a:pt x="1559259" y="68388"/>
                  <a:pt x="1558894" y="66868"/>
                  <a:pt x="1558894" y="65098"/>
                </a:cubicBezTo>
                <a:close/>
                <a:moveTo>
                  <a:pt x="1601919" y="93078"/>
                </a:moveTo>
                <a:lnTo>
                  <a:pt x="1601919" y="98832"/>
                </a:lnTo>
                <a:lnTo>
                  <a:pt x="1659684" y="98832"/>
                </a:lnTo>
                <a:lnTo>
                  <a:pt x="1659684" y="93078"/>
                </a:lnTo>
                <a:lnTo>
                  <a:pt x="1601919" y="93078"/>
                </a:lnTo>
                <a:close/>
                <a:moveTo>
                  <a:pt x="1664847" y="43144"/>
                </a:moveTo>
                <a:cubicBezTo>
                  <a:pt x="1665077" y="39293"/>
                  <a:pt x="1666040" y="36096"/>
                  <a:pt x="1667734" y="33556"/>
                </a:cubicBezTo>
                <a:cubicBezTo>
                  <a:pt x="1669429" y="31014"/>
                  <a:pt x="1671585" y="28972"/>
                  <a:pt x="1674204" y="27432"/>
                </a:cubicBezTo>
                <a:cubicBezTo>
                  <a:pt x="1676822" y="25891"/>
                  <a:pt x="1679768" y="24793"/>
                  <a:pt x="1683041" y="24139"/>
                </a:cubicBezTo>
                <a:cubicBezTo>
                  <a:pt x="1686315" y="23484"/>
                  <a:pt x="1689608" y="23157"/>
                  <a:pt x="1692920" y="23157"/>
                </a:cubicBezTo>
                <a:cubicBezTo>
                  <a:pt x="1695924" y="23157"/>
                  <a:pt x="1698966" y="23369"/>
                  <a:pt x="1702046" y="23793"/>
                </a:cubicBezTo>
                <a:cubicBezTo>
                  <a:pt x="1705128" y="24216"/>
                  <a:pt x="1707939" y="25044"/>
                  <a:pt x="1710480" y="26277"/>
                </a:cubicBezTo>
                <a:cubicBezTo>
                  <a:pt x="1713022" y="27509"/>
                  <a:pt x="1715101" y="29222"/>
                  <a:pt x="1716718" y="31417"/>
                </a:cubicBezTo>
                <a:cubicBezTo>
                  <a:pt x="1718336" y="33613"/>
                  <a:pt x="1719146" y="36520"/>
                  <a:pt x="1719146" y="40140"/>
                </a:cubicBezTo>
                <a:lnTo>
                  <a:pt x="1719146" y="71217"/>
                </a:lnTo>
                <a:cubicBezTo>
                  <a:pt x="1719146" y="73913"/>
                  <a:pt x="1719300" y="76493"/>
                  <a:pt x="1719607" y="78958"/>
                </a:cubicBezTo>
                <a:cubicBezTo>
                  <a:pt x="1719915" y="81422"/>
                  <a:pt x="1720454" y="83271"/>
                  <a:pt x="1721224" y="84503"/>
                </a:cubicBezTo>
                <a:lnTo>
                  <a:pt x="1704588" y="84503"/>
                </a:lnTo>
                <a:cubicBezTo>
                  <a:pt x="1704280" y="83580"/>
                  <a:pt x="1704030" y="82637"/>
                  <a:pt x="1703837" y="81674"/>
                </a:cubicBezTo>
                <a:cubicBezTo>
                  <a:pt x="1703644" y="80710"/>
                  <a:pt x="1703510" y="79728"/>
                  <a:pt x="1703433" y="78727"/>
                </a:cubicBezTo>
                <a:cubicBezTo>
                  <a:pt x="1700815" y="81423"/>
                  <a:pt x="1697734" y="83310"/>
                  <a:pt x="1694191" y="84389"/>
                </a:cubicBezTo>
                <a:cubicBezTo>
                  <a:pt x="1690648" y="85467"/>
                  <a:pt x="1687027" y="86005"/>
                  <a:pt x="1683330" y="86005"/>
                </a:cubicBezTo>
                <a:cubicBezTo>
                  <a:pt x="1680481" y="86005"/>
                  <a:pt x="1677824" y="85659"/>
                  <a:pt x="1675358" y="84965"/>
                </a:cubicBezTo>
                <a:cubicBezTo>
                  <a:pt x="1672894" y="84272"/>
                  <a:pt x="1670737" y="83194"/>
                  <a:pt x="1668889" y="81731"/>
                </a:cubicBezTo>
                <a:cubicBezTo>
                  <a:pt x="1667041" y="80267"/>
                  <a:pt x="1665598" y="78419"/>
                  <a:pt x="1664558" y="76186"/>
                </a:cubicBezTo>
                <a:cubicBezTo>
                  <a:pt x="1663517" y="73952"/>
                  <a:pt x="1662997" y="71295"/>
                  <a:pt x="1662997" y="68213"/>
                </a:cubicBezTo>
                <a:cubicBezTo>
                  <a:pt x="1662997" y="64825"/>
                  <a:pt x="1663594" y="62033"/>
                  <a:pt x="1664788" y="59838"/>
                </a:cubicBezTo>
                <a:cubicBezTo>
                  <a:pt x="1665983" y="57642"/>
                  <a:pt x="1667523" y="55890"/>
                  <a:pt x="1669409" y="54581"/>
                </a:cubicBezTo>
                <a:cubicBezTo>
                  <a:pt x="1671296" y="53272"/>
                  <a:pt x="1673453" y="52290"/>
                  <a:pt x="1675878" y="51635"/>
                </a:cubicBezTo>
                <a:cubicBezTo>
                  <a:pt x="1678305" y="50981"/>
                  <a:pt x="1680751" y="50461"/>
                  <a:pt x="1683215" y="50077"/>
                </a:cubicBezTo>
                <a:cubicBezTo>
                  <a:pt x="1685680" y="49692"/>
                  <a:pt x="1688106" y="49383"/>
                  <a:pt x="1690492" y="49151"/>
                </a:cubicBezTo>
                <a:cubicBezTo>
                  <a:pt x="1692880" y="48920"/>
                  <a:pt x="1694999" y="48573"/>
                  <a:pt x="1696847" y="48111"/>
                </a:cubicBezTo>
                <a:cubicBezTo>
                  <a:pt x="1698696" y="47650"/>
                  <a:pt x="1700159" y="46976"/>
                  <a:pt x="1701237" y="46091"/>
                </a:cubicBezTo>
                <a:cubicBezTo>
                  <a:pt x="1702316" y="45205"/>
                  <a:pt x="1702817" y="43915"/>
                  <a:pt x="1702741" y="42220"/>
                </a:cubicBezTo>
                <a:cubicBezTo>
                  <a:pt x="1702741" y="40448"/>
                  <a:pt x="1702452" y="39042"/>
                  <a:pt x="1701873" y="38003"/>
                </a:cubicBezTo>
                <a:cubicBezTo>
                  <a:pt x="1701295" y="36963"/>
                  <a:pt x="1700525" y="36155"/>
                  <a:pt x="1699562" y="35578"/>
                </a:cubicBezTo>
                <a:cubicBezTo>
                  <a:pt x="1698600" y="34999"/>
                  <a:pt x="1697483" y="34614"/>
                  <a:pt x="1696211" y="34421"/>
                </a:cubicBezTo>
                <a:cubicBezTo>
                  <a:pt x="1694941" y="34228"/>
                  <a:pt x="1693574" y="34132"/>
                  <a:pt x="1692111" y="34132"/>
                </a:cubicBezTo>
                <a:cubicBezTo>
                  <a:pt x="1688877" y="34132"/>
                  <a:pt x="1686335" y="34825"/>
                  <a:pt x="1684486" y="36212"/>
                </a:cubicBezTo>
                <a:cubicBezTo>
                  <a:pt x="1682638" y="37599"/>
                  <a:pt x="1681560" y="39910"/>
                  <a:pt x="1681252" y="43144"/>
                </a:cubicBezTo>
                <a:lnTo>
                  <a:pt x="1664847" y="43144"/>
                </a:lnTo>
                <a:moveTo>
                  <a:pt x="1702741" y="55274"/>
                </a:moveTo>
                <a:cubicBezTo>
                  <a:pt x="1702047" y="55891"/>
                  <a:pt x="1701181" y="56373"/>
                  <a:pt x="1700140" y="56719"/>
                </a:cubicBezTo>
                <a:cubicBezTo>
                  <a:pt x="1699100" y="57066"/>
                  <a:pt x="1697983" y="57355"/>
                  <a:pt x="1696789" y="57587"/>
                </a:cubicBezTo>
                <a:cubicBezTo>
                  <a:pt x="1695596" y="57817"/>
                  <a:pt x="1694345" y="58009"/>
                  <a:pt x="1693034" y="58163"/>
                </a:cubicBezTo>
                <a:cubicBezTo>
                  <a:pt x="1691725" y="58317"/>
                  <a:pt x="1690416" y="58509"/>
                  <a:pt x="1689107" y="58740"/>
                </a:cubicBezTo>
                <a:cubicBezTo>
                  <a:pt x="1687875" y="58971"/>
                  <a:pt x="1686662" y="59280"/>
                  <a:pt x="1685468" y="59665"/>
                </a:cubicBezTo>
                <a:cubicBezTo>
                  <a:pt x="1684274" y="60049"/>
                  <a:pt x="1683234" y="60569"/>
                  <a:pt x="1682348" y="61225"/>
                </a:cubicBezTo>
                <a:cubicBezTo>
                  <a:pt x="1681463" y="61880"/>
                  <a:pt x="1680751" y="62708"/>
                  <a:pt x="1680212" y="63709"/>
                </a:cubicBezTo>
                <a:cubicBezTo>
                  <a:pt x="1679672" y="64709"/>
                  <a:pt x="1679402" y="65980"/>
                  <a:pt x="1679402" y="67520"/>
                </a:cubicBezTo>
                <a:cubicBezTo>
                  <a:pt x="1679402" y="68983"/>
                  <a:pt x="1679672" y="70216"/>
                  <a:pt x="1680212" y="71217"/>
                </a:cubicBezTo>
                <a:cubicBezTo>
                  <a:pt x="1680751" y="72218"/>
                  <a:pt x="1681483" y="73008"/>
                  <a:pt x="1682406" y="73586"/>
                </a:cubicBezTo>
                <a:cubicBezTo>
                  <a:pt x="1683331" y="74163"/>
                  <a:pt x="1684409" y="74568"/>
                  <a:pt x="1685641" y="74799"/>
                </a:cubicBezTo>
                <a:cubicBezTo>
                  <a:pt x="1686874" y="75031"/>
                  <a:pt x="1688145" y="75146"/>
                  <a:pt x="1689454" y="75146"/>
                </a:cubicBezTo>
                <a:cubicBezTo>
                  <a:pt x="1692688" y="75146"/>
                  <a:pt x="1695191" y="74607"/>
                  <a:pt x="1696962" y="73530"/>
                </a:cubicBezTo>
                <a:cubicBezTo>
                  <a:pt x="1698734" y="72451"/>
                  <a:pt x="1700044" y="71161"/>
                  <a:pt x="1700891" y="69659"/>
                </a:cubicBezTo>
                <a:cubicBezTo>
                  <a:pt x="1701739" y="68157"/>
                  <a:pt x="1702259" y="66635"/>
                  <a:pt x="1702452" y="65095"/>
                </a:cubicBezTo>
                <a:cubicBezTo>
                  <a:pt x="1702644" y="63554"/>
                  <a:pt x="1702741" y="62322"/>
                  <a:pt x="1702741" y="61398"/>
                </a:cubicBezTo>
                <a:lnTo>
                  <a:pt x="1702741" y="55274"/>
                </a:lnTo>
                <a:close/>
                <a:moveTo>
                  <a:pt x="1724406" y="105375"/>
                </a:moveTo>
                <a:lnTo>
                  <a:pt x="1738038" y="105375"/>
                </a:lnTo>
                <a:cubicBezTo>
                  <a:pt x="1740580" y="101755"/>
                  <a:pt x="1742814" y="97749"/>
                  <a:pt x="1744739" y="93358"/>
                </a:cubicBezTo>
                <a:cubicBezTo>
                  <a:pt x="1746665" y="88968"/>
                  <a:pt x="1748263" y="84442"/>
                  <a:pt x="1749534" y="79783"/>
                </a:cubicBezTo>
                <a:cubicBezTo>
                  <a:pt x="1750804" y="75123"/>
                  <a:pt x="1751747" y="70424"/>
                  <a:pt x="1752363" y="65687"/>
                </a:cubicBezTo>
                <a:cubicBezTo>
                  <a:pt x="1752980" y="60950"/>
                  <a:pt x="1753289" y="56424"/>
                  <a:pt x="1753289" y="52110"/>
                </a:cubicBezTo>
                <a:cubicBezTo>
                  <a:pt x="1753289" y="43020"/>
                  <a:pt x="1751960" y="34047"/>
                  <a:pt x="1749303" y="25189"/>
                </a:cubicBezTo>
                <a:cubicBezTo>
                  <a:pt x="1746646" y="16330"/>
                  <a:pt x="1742891" y="7934"/>
                  <a:pt x="1738038" y="0"/>
                </a:cubicBezTo>
                <a:lnTo>
                  <a:pt x="1724521" y="0"/>
                </a:lnTo>
                <a:cubicBezTo>
                  <a:pt x="1728757" y="8396"/>
                  <a:pt x="1731877" y="17061"/>
                  <a:pt x="1733880" y="25997"/>
                </a:cubicBezTo>
                <a:cubicBezTo>
                  <a:pt x="1735882" y="34932"/>
                  <a:pt x="1736884" y="44022"/>
                  <a:pt x="1736884" y="53266"/>
                </a:cubicBezTo>
                <a:cubicBezTo>
                  <a:pt x="1736884" y="62355"/>
                  <a:pt x="1735863" y="71271"/>
                  <a:pt x="1733822" y="80014"/>
                </a:cubicBezTo>
                <a:cubicBezTo>
                  <a:pt x="1731780" y="88756"/>
                  <a:pt x="1728642" y="97210"/>
                  <a:pt x="1724406" y="105375"/>
                </a:cubicBezTo>
                <a:close/>
                <a:moveTo>
                  <a:pt x="1768585" y="2031"/>
                </a:moveTo>
                <a:lnTo>
                  <a:pt x="1768585" y="39149"/>
                </a:lnTo>
                <a:lnTo>
                  <a:pt x="1780946" y="39149"/>
                </a:lnTo>
                <a:lnTo>
                  <a:pt x="1780946" y="2031"/>
                </a:lnTo>
                <a:lnTo>
                  <a:pt x="1768585" y="2031"/>
                </a:lnTo>
                <a:moveTo>
                  <a:pt x="1790072" y="2031"/>
                </a:moveTo>
                <a:lnTo>
                  <a:pt x="1790072" y="39149"/>
                </a:lnTo>
                <a:lnTo>
                  <a:pt x="1802435" y="39149"/>
                </a:lnTo>
                <a:lnTo>
                  <a:pt x="1802435" y="2031"/>
                </a:lnTo>
                <a:lnTo>
                  <a:pt x="1790072" y="2031"/>
                </a:lnTo>
                <a:close/>
                <a:moveTo>
                  <a:pt x="1811556" y="92401"/>
                </a:moveTo>
                <a:lnTo>
                  <a:pt x="1811556" y="105375"/>
                </a:lnTo>
                <a:lnTo>
                  <a:pt x="1826228" y="105375"/>
                </a:lnTo>
                <a:cubicBezTo>
                  <a:pt x="1827537" y="105375"/>
                  <a:pt x="1829020" y="105048"/>
                  <a:pt x="1830676" y="104394"/>
                </a:cubicBezTo>
                <a:cubicBezTo>
                  <a:pt x="1832331" y="103739"/>
                  <a:pt x="1833872" y="102776"/>
                  <a:pt x="1835296" y="101504"/>
                </a:cubicBezTo>
                <a:cubicBezTo>
                  <a:pt x="1836721" y="100234"/>
                  <a:pt x="1837935" y="98616"/>
                  <a:pt x="1838936" y="96651"/>
                </a:cubicBezTo>
                <a:cubicBezTo>
                  <a:pt x="1839938" y="94687"/>
                  <a:pt x="1840438" y="92396"/>
                  <a:pt x="1840438" y="89778"/>
                </a:cubicBezTo>
                <a:lnTo>
                  <a:pt x="1840438" y="67362"/>
                </a:lnTo>
                <a:cubicBezTo>
                  <a:pt x="1840438" y="65591"/>
                  <a:pt x="1840823" y="64089"/>
                  <a:pt x="1841593" y="62856"/>
                </a:cubicBezTo>
                <a:cubicBezTo>
                  <a:pt x="1842364" y="61623"/>
                  <a:pt x="1843288" y="60641"/>
                  <a:pt x="1844366" y="59910"/>
                </a:cubicBezTo>
                <a:cubicBezTo>
                  <a:pt x="1845445" y="59178"/>
                  <a:pt x="1846600" y="58638"/>
                  <a:pt x="1847831" y="58292"/>
                </a:cubicBezTo>
                <a:cubicBezTo>
                  <a:pt x="1849064" y="57945"/>
                  <a:pt x="1850143" y="57772"/>
                  <a:pt x="1851066" y="57772"/>
                </a:cubicBezTo>
                <a:lnTo>
                  <a:pt x="1851066" y="47720"/>
                </a:lnTo>
                <a:cubicBezTo>
                  <a:pt x="1850143" y="47720"/>
                  <a:pt x="1849064" y="47547"/>
                  <a:pt x="1847831" y="47200"/>
                </a:cubicBezTo>
                <a:cubicBezTo>
                  <a:pt x="1846600" y="46853"/>
                  <a:pt x="1845445" y="46276"/>
                  <a:pt x="1844366" y="45467"/>
                </a:cubicBezTo>
                <a:cubicBezTo>
                  <a:pt x="1843288" y="44657"/>
                  <a:pt x="1842364" y="43579"/>
                  <a:pt x="1841593" y="42231"/>
                </a:cubicBezTo>
                <a:cubicBezTo>
                  <a:pt x="1840823" y="40883"/>
                  <a:pt x="1840438" y="39246"/>
                  <a:pt x="1840438" y="37321"/>
                </a:cubicBezTo>
                <a:lnTo>
                  <a:pt x="1840438" y="15598"/>
                </a:lnTo>
                <a:cubicBezTo>
                  <a:pt x="1840438" y="12979"/>
                  <a:pt x="1839938" y="10688"/>
                  <a:pt x="1838936" y="8724"/>
                </a:cubicBezTo>
                <a:cubicBezTo>
                  <a:pt x="1837935" y="6759"/>
                  <a:pt x="1836721" y="5142"/>
                  <a:pt x="1835296" y="3871"/>
                </a:cubicBezTo>
                <a:cubicBezTo>
                  <a:pt x="1833872" y="2600"/>
                  <a:pt x="1832331" y="1636"/>
                  <a:pt x="1830676" y="982"/>
                </a:cubicBezTo>
                <a:cubicBezTo>
                  <a:pt x="1829020" y="327"/>
                  <a:pt x="1827537" y="0"/>
                  <a:pt x="1826228" y="0"/>
                </a:cubicBezTo>
                <a:lnTo>
                  <a:pt x="1811556" y="0"/>
                </a:lnTo>
                <a:lnTo>
                  <a:pt x="1811556" y="12974"/>
                </a:lnTo>
                <a:lnTo>
                  <a:pt x="1817794" y="12974"/>
                </a:lnTo>
                <a:cubicBezTo>
                  <a:pt x="1819181" y="12974"/>
                  <a:pt x="1820279" y="13244"/>
                  <a:pt x="1821087" y="13784"/>
                </a:cubicBezTo>
                <a:cubicBezTo>
                  <a:pt x="1821896" y="14322"/>
                  <a:pt x="1822531" y="14995"/>
                  <a:pt x="1822993" y="15804"/>
                </a:cubicBezTo>
                <a:cubicBezTo>
                  <a:pt x="1823455" y="16611"/>
                  <a:pt x="1823743" y="17516"/>
                  <a:pt x="1823859" y="18517"/>
                </a:cubicBezTo>
                <a:cubicBezTo>
                  <a:pt x="1823975" y="19517"/>
                  <a:pt x="1824033" y="20479"/>
                  <a:pt x="1824033" y="21403"/>
                </a:cubicBezTo>
                <a:lnTo>
                  <a:pt x="1824033" y="38950"/>
                </a:lnTo>
                <a:cubicBezTo>
                  <a:pt x="1824033" y="41798"/>
                  <a:pt x="1824476" y="44087"/>
                  <a:pt x="1825361" y="45820"/>
                </a:cubicBezTo>
                <a:cubicBezTo>
                  <a:pt x="1826247" y="47551"/>
                  <a:pt x="1827287" y="48898"/>
                  <a:pt x="1828481" y="49860"/>
                </a:cubicBezTo>
                <a:cubicBezTo>
                  <a:pt x="1829675" y="50821"/>
                  <a:pt x="1830926" y="51495"/>
                  <a:pt x="1832236" y="51880"/>
                </a:cubicBezTo>
                <a:cubicBezTo>
                  <a:pt x="1833545" y="52265"/>
                  <a:pt x="1834623" y="52496"/>
                  <a:pt x="1835470" y="52573"/>
                </a:cubicBezTo>
                <a:lnTo>
                  <a:pt x="1835470" y="52919"/>
                </a:lnTo>
                <a:cubicBezTo>
                  <a:pt x="1834623" y="52995"/>
                  <a:pt x="1833545" y="53245"/>
                  <a:pt x="1832236" y="53670"/>
                </a:cubicBezTo>
                <a:cubicBezTo>
                  <a:pt x="1830926" y="54093"/>
                  <a:pt x="1829675" y="54786"/>
                  <a:pt x="1828481" y="55748"/>
                </a:cubicBezTo>
                <a:cubicBezTo>
                  <a:pt x="1827287" y="56709"/>
                  <a:pt x="1826247" y="57979"/>
                  <a:pt x="1825361" y="59558"/>
                </a:cubicBezTo>
                <a:cubicBezTo>
                  <a:pt x="1824476" y="61135"/>
                  <a:pt x="1824033" y="63155"/>
                  <a:pt x="1824033" y="65618"/>
                </a:cubicBezTo>
                <a:lnTo>
                  <a:pt x="1824033" y="84089"/>
                </a:lnTo>
                <a:cubicBezTo>
                  <a:pt x="1824033" y="84935"/>
                  <a:pt x="1823975" y="85859"/>
                  <a:pt x="1823859" y="86859"/>
                </a:cubicBezTo>
                <a:cubicBezTo>
                  <a:pt x="1823743" y="87860"/>
                  <a:pt x="1823455" y="88764"/>
                  <a:pt x="1822993" y="89572"/>
                </a:cubicBezTo>
                <a:cubicBezTo>
                  <a:pt x="1822531" y="90380"/>
                  <a:pt x="1821896" y="91054"/>
                  <a:pt x="1821087" y="91592"/>
                </a:cubicBezTo>
                <a:cubicBezTo>
                  <a:pt x="1820279" y="92131"/>
                  <a:pt x="1819181" y="92401"/>
                  <a:pt x="1817794" y="92401"/>
                </a:cubicBezTo>
                <a:lnTo>
                  <a:pt x="1811556" y="92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D874C-375A-4E8A-B271-D6248183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892" y="4113159"/>
            <a:ext cx="130036" cy="409326"/>
          </a:xfrm>
          <a:custGeom xmlns:a="http://schemas.openxmlformats.org/drawingml/2006/main">
            <a:pathLst>
              <a:path w="130036" h="409326">
                <a:moveTo>
                  <a:pt x="76494" y="0"/>
                </a:moveTo>
                <a:lnTo>
                  <a:pt x="53541" y="0"/>
                </a:lnTo>
                <a:lnTo>
                  <a:pt x="53541" y="344101"/>
                </a:lnTo>
                <a:lnTo>
                  <a:pt x="21377" y="288961"/>
                </a:lnTo>
                <a:lnTo>
                  <a:pt x="19709" y="286758"/>
                </a:lnTo>
                <a:lnTo>
                  <a:pt x="17551" y="285013"/>
                </a:lnTo>
                <a:lnTo>
                  <a:pt x="15042" y="283835"/>
                </a:lnTo>
                <a:lnTo>
                  <a:pt x="12333" y="283300"/>
                </a:lnTo>
                <a:lnTo>
                  <a:pt x="9564" y="283422"/>
                </a:lnTo>
                <a:lnTo>
                  <a:pt x="6916" y="284202"/>
                </a:lnTo>
                <a:lnTo>
                  <a:pt x="4529" y="285595"/>
                </a:lnTo>
                <a:lnTo>
                  <a:pt x="2540" y="287523"/>
                </a:lnTo>
                <a:lnTo>
                  <a:pt x="1071" y="289864"/>
                </a:lnTo>
                <a:lnTo>
                  <a:pt x="214" y="292496"/>
                </a:lnTo>
                <a:lnTo>
                  <a:pt x="0" y="295250"/>
                </a:lnTo>
                <a:lnTo>
                  <a:pt x="459" y="297974"/>
                </a:lnTo>
                <a:lnTo>
                  <a:pt x="1545" y="300514"/>
                </a:lnTo>
                <a:lnTo>
                  <a:pt x="65018" y="409326"/>
                </a:lnTo>
                <a:lnTo>
                  <a:pt x="128490" y="300514"/>
                </a:lnTo>
                <a:lnTo>
                  <a:pt x="129577" y="297974"/>
                </a:lnTo>
                <a:lnTo>
                  <a:pt x="130036" y="295250"/>
                </a:lnTo>
                <a:lnTo>
                  <a:pt x="129837" y="292496"/>
                </a:lnTo>
                <a:lnTo>
                  <a:pt x="128965" y="289864"/>
                </a:lnTo>
                <a:lnTo>
                  <a:pt x="127496" y="287523"/>
                </a:lnTo>
                <a:lnTo>
                  <a:pt x="125506" y="285595"/>
                </a:lnTo>
                <a:lnTo>
                  <a:pt x="123119" y="284202"/>
                </a:lnTo>
                <a:lnTo>
                  <a:pt x="120472" y="283422"/>
                </a:lnTo>
                <a:lnTo>
                  <a:pt x="117702" y="283300"/>
                </a:lnTo>
                <a:lnTo>
                  <a:pt x="114994" y="283835"/>
                </a:lnTo>
                <a:lnTo>
                  <a:pt x="112484" y="285013"/>
                </a:lnTo>
                <a:lnTo>
                  <a:pt x="110327" y="286758"/>
                </a:lnTo>
                <a:lnTo>
                  <a:pt x="108659" y="288961"/>
                </a:lnTo>
                <a:lnTo>
                  <a:pt x="76494" y="344101"/>
                </a:lnTo>
                <a:lnTo>
                  <a:pt x="764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f4b0cadc4f90"/>
          <a:stretch xmlns:a="http://schemas.openxmlformats.org/drawingml/2006/main"/>
        </p:blipFill>
        <p:spPr>
          <a:xfrm xmlns:a="http://schemas.openxmlformats.org/drawingml/2006/main">
            <a:off x="7414408" y="1558811"/>
            <a:ext cx="2126705" cy="846502"/>
          </a:xfrm>
          <a:prstGeom xmlns:a="http://schemas.openxmlformats.org/drawingml/2006/main" prst="rect">
            <a:avLst/>
          </a:prstGeom>
        </p:spPr>
      </p:pic>
      <p:sp>
        <p:nvSpPr>
          <p:cNvPr id="169" name="Text CodeGenerationDataset">
            <a:extLst xmlns:a="http://schemas.openxmlformats.org/drawingml/2006/main">
              <a:ext uri="{FF2B5EF4-FFF2-40B4-BE49-F238E27FC236}">
                <a16:creationId xmlns:a16="http://schemas.microsoft.com/office/drawing/2014/main" id="{B40229C5-4357-441E-BB44-B219980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204" y="5759947"/>
            <a:ext cx="1472272" cy="91904"/>
          </a:xfrm>
          <a:custGeom xmlns:a="http://schemas.openxmlformats.org/drawingml/2006/main">
            <a:pathLst>
              <a:path w="1472272" h="91904">
                <a:moveTo>
                  <a:pt x="62453" y="31637"/>
                </a:moveTo>
                <a:lnTo>
                  <a:pt x="81177" y="31637"/>
                </a:lnTo>
                <a:cubicBezTo>
                  <a:pt x="80602" y="26546"/>
                  <a:pt x="79206" y="22031"/>
                  <a:pt x="76988" y="18091"/>
                </a:cubicBezTo>
                <a:cubicBezTo>
                  <a:pt x="74771" y="14150"/>
                  <a:pt x="71959" y="10847"/>
                  <a:pt x="68550" y="8182"/>
                </a:cubicBezTo>
                <a:cubicBezTo>
                  <a:pt x="65142" y="5515"/>
                  <a:pt x="61282" y="3485"/>
                  <a:pt x="56970" y="2092"/>
                </a:cubicBezTo>
                <a:cubicBezTo>
                  <a:pt x="52660" y="697"/>
                  <a:pt x="48082" y="0"/>
                  <a:pt x="43238" y="0"/>
                </a:cubicBezTo>
                <a:cubicBezTo>
                  <a:pt x="36504" y="0"/>
                  <a:pt x="30447" y="1189"/>
                  <a:pt x="25068" y="3567"/>
                </a:cubicBezTo>
                <a:cubicBezTo>
                  <a:pt x="19690" y="5946"/>
                  <a:pt x="15153" y="9227"/>
                  <a:pt x="11456" y="13411"/>
                </a:cubicBezTo>
                <a:cubicBezTo>
                  <a:pt x="7761" y="17594"/>
                  <a:pt x="4928" y="22494"/>
                  <a:pt x="2957" y="28113"/>
                </a:cubicBezTo>
                <a:cubicBezTo>
                  <a:pt x="986" y="33732"/>
                  <a:pt x="0" y="39821"/>
                  <a:pt x="0" y="46382"/>
                </a:cubicBezTo>
                <a:cubicBezTo>
                  <a:pt x="0" y="52781"/>
                  <a:pt x="986" y="58748"/>
                  <a:pt x="2957" y="64284"/>
                </a:cubicBezTo>
                <a:cubicBezTo>
                  <a:pt x="4928" y="69820"/>
                  <a:pt x="7761" y="74638"/>
                  <a:pt x="11456" y="78740"/>
                </a:cubicBezTo>
                <a:cubicBezTo>
                  <a:pt x="15153" y="82841"/>
                  <a:pt x="19690" y="86060"/>
                  <a:pt x="25068" y="88399"/>
                </a:cubicBezTo>
                <a:cubicBezTo>
                  <a:pt x="30447" y="90736"/>
                  <a:pt x="36504" y="91904"/>
                  <a:pt x="43238" y="91904"/>
                </a:cubicBezTo>
                <a:cubicBezTo>
                  <a:pt x="48657" y="91904"/>
                  <a:pt x="53625" y="91084"/>
                  <a:pt x="58141" y="89444"/>
                </a:cubicBezTo>
                <a:cubicBezTo>
                  <a:pt x="62658" y="87802"/>
                  <a:pt x="66601" y="85423"/>
                  <a:pt x="69968" y="82307"/>
                </a:cubicBezTo>
                <a:cubicBezTo>
                  <a:pt x="73334" y="79189"/>
                  <a:pt x="76044" y="75414"/>
                  <a:pt x="78097" y="70981"/>
                </a:cubicBezTo>
                <a:cubicBezTo>
                  <a:pt x="80150" y="66547"/>
                  <a:pt x="81424" y="61580"/>
                  <a:pt x="81916" y="56077"/>
                </a:cubicBezTo>
                <a:lnTo>
                  <a:pt x="63192" y="56077"/>
                </a:lnTo>
                <a:cubicBezTo>
                  <a:pt x="62454" y="61989"/>
                  <a:pt x="60421" y="66752"/>
                  <a:pt x="57094" y="70366"/>
                </a:cubicBezTo>
                <a:cubicBezTo>
                  <a:pt x="53769" y="73979"/>
                  <a:pt x="49150" y="75785"/>
                  <a:pt x="43238" y="75785"/>
                </a:cubicBezTo>
                <a:cubicBezTo>
                  <a:pt x="38885" y="75785"/>
                  <a:pt x="35189" y="74944"/>
                  <a:pt x="32150" y="73262"/>
                </a:cubicBezTo>
                <a:cubicBezTo>
                  <a:pt x="29112" y="71581"/>
                  <a:pt x="26648" y="69346"/>
                  <a:pt x="24760" y="66558"/>
                </a:cubicBezTo>
                <a:cubicBezTo>
                  <a:pt x="22871" y="63769"/>
                  <a:pt x="21496" y="60632"/>
                  <a:pt x="20634" y="57147"/>
                </a:cubicBezTo>
                <a:cubicBezTo>
                  <a:pt x="19772" y="53661"/>
                  <a:pt x="19341" y="50072"/>
                  <a:pt x="19341" y="46381"/>
                </a:cubicBezTo>
                <a:cubicBezTo>
                  <a:pt x="19341" y="42526"/>
                  <a:pt x="19772" y="38795"/>
                  <a:pt x="20634" y="35186"/>
                </a:cubicBezTo>
                <a:cubicBezTo>
                  <a:pt x="21496" y="31577"/>
                  <a:pt x="22871" y="28358"/>
                  <a:pt x="24760" y="25529"/>
                </a:cubicBezTo>
                <a:cubicBezTo>
                  <a:pt x="26648" y="22699"/>
                  <a:pt x="29112" y="20444"/>
                  <a:pt x="32150" y="18762"/>
                </a:cubicBezTo>
                <a:cubicBezTo>
                  <a:pt x="35189" y="17080"/>
                  <a:pt x="38885" y="16240"/>
                  <a:pt x="43238" y="16240"/>
                </a:cubicBezTo>
                <a:cubicBezTo>
                  <a:pt x="45619" y="16240"/>
                  <a:pt x="47897" y="16630"/>
                  <a:pt x="50072" y="17411"/>
                </a:cubicBezTo>
                <a:cubicBezTo>
                  <a:pt x="52249" y="18190"/>
                  <a:pt x="54199" y="19278"/>
                  <a:pt x="55923" y="20674"/>
                </a:cubicBezTo>
                <a:cubicBezTo>
                  <a:pt x="57649" y="22069"/>
                  <a:pt x="59086" y="23692"/>
                  <a:pt x="60235" y="25540"/>
                </a:cubicBezTo>
                <a:cubicBezTo>
                  <a:pt x="61385" y="27387"/>
                  <a:pt x="62125" y="29419"/>
                  <a:pt x="62453" y="31637"/>
                </a:cubicBezTo>
                <a:close/>
                <a:moveTo>
                  <a:pt x="108538" y="58224"/>
                </a:moveTo>
                <a:cubicBezTo>
                  <a:pt x="108538" y="55678"/>
                  <a:pt x="108784" y="53173"/>
                  <a:pt x="109277" y="50709"/>
                </a:cubicBezTo>
                <a:cubicBezTo>
                  <a:pt x="109769" y="48245"/>
                  <a:pt x="110611" y="46068"/>
                  <a:pt x="111801" y="44180"/>
                </a:cubicBezTo>
                <a:cubicBezTo>
                  <a:pt x="112993" y="42290"/>
                  <a:pt x="114574" y="40750"/>
                  <a:pt x="116545" y="39560"/>
                </a:cubicBezTo>
                <a:cubicBezTo>
                  <a:pt x="118516" y="38368"/>
                  <a:pt x="120980" y="37772"/>
                  <a:pt x="123936" y="37772"/>
                </a:cubicBezTo>
                <a:cubicBezTo>
                  <a:pt x="126893" y="37772"/>
                  <a:pt x="129377" y="38368"/>
                  <a:pt x="131388" y="39560"/>
                </a:cubicBezTo>
                <a:cubicBezTo>
                  <a:pt x="133401" y="40750"/>
                  <a:pt x="135002" y="42290"/>
                  <a:pt x="136193" y="44180"/>
                </a:cubicBezTo>
                <a:cubicBezTo>
                  <a:pt x="137384" y="46068"/>
                  <a:pt x="138226" y="48245"/>
                  <a:pt x="138719" y="50709"/>
                </a:cubicBezTo>
                <a:cubicBezTo>
                  <a:pt x="139211" y="53173"/>
                  <a:pt x="139457" y="55678"/>
                  <a:pt x="139457" y="58224"/>
                </a:cubicBezTo>
                <a:cubicBezTo>
                  <a:pt x="139457" y="60770"/>
                  <a:pt x="139211" y="63255"/>
                  <a:pt x="138719" y="65678"/>
                </a:cubicBezTo>
                <a:cubicBezTo>
                  <a:pt x="138226" y="68100"/>
                  <a:pt x="137384" y="70277"/>
                  <a:pt x="136193" y="72208"/>
                </a:cubicBezTo>
                <a:cubicBezTo>
                  <a:pt x="135002" y="74138"/>
                  <a:pt x="133401" y="75678"/>
                  <a:pt x="131388" y="76828"/>
                </a:cubicBezTo>
                <a:cubicBezTo>
                  <a:pt x="129377" y="77977"/>
                  <a:pt x="126893" y="78552"/>
                  <a:pt x="123936" y="78552"/>
                </a:cubicBezTo>
                <a:cubicBezTo>
                  <a:pt x="120980" y="78552"/>
                  <a:pt x="118516" y="77977"/>
                  <a:pt x="116545" y="76828"/>
                </a:cubicBezTo>
                <a:cubicBezTo>
                  <a:pt x="114574" y="75678"/>
                  <a:pt x="112993" y="74138"/>
                  <a:pt x="111801" y="72208"/>
                </a:cubicBezTo>
                <a:cubicBezTo>
                  <a:pt x="110611" y="70277"/>
                  <a:pt x="109769" y="68100"/>
                  <a:pt x="109277" y="65678"/>
                </a:cubicBezTo>
                <a:cubicBezTo>
                  <a:pt x="108784" y="63255"/>
                  <a:pt x="108538" y="60770"/>
                  <a:pt x="108538" y="58224"/>
                </a:cubicBezTo>
                <a:moveTo>
                  <a:pt x="91047" y="58226"/>
                </a:moveTo>
                <a:cubicBezTo>
                  <a:pt x="91047" y="63326"/>
                  <a:pt x="91827" y="67932"/>
                  <a:pt x="93387" y="72044"/>
                </a:cubicBezTo>
                <a:cubicBezTo>
                  <a:pt x="94947" y="76157"/>
                  <a:pt x="97164" y="79674"/>
                  <a:pt x="100039" y="82595"/>
                </a:cubicBezTo>
                <a:cubicBezTo>
                  <a:pt x="102913" y="85514"/>
                  <a:pt x="106362" y="87756"/>
                  <a:pt x="110386" y="89320"/>
                </a:cubicBezTo>
                <a:cubicBezTo>
                  <a:pt x="114411" y="90882"/>
                  <a:pt x="118927" y="91664"/>
                  <a:pt x="123936" y="91664"/>
                </a:cubicBezTo>
                <a:cubicBezTo>
                  <a:pt x="128945" y="91664"/>
                  <a:pt x="133483" y="90882"/>
                  <a:pt x="137548" y="89320"/>
                </a:cubicBezTo>
                <a:cubicBezTo>
                  <a:pt x="141613" y="87756"/>
                  <a:pt x="145082" y="85514"/>
                  <a:pt x="147957" y="82595"/>
                </a:cubicBezTo>
                <a:cubicBezTo>
                  <a:pt x="150831" y="79674"/>
                  <a:pt x="153049" y="76157"/>
                  <a:pt x="154609" y="72044"/>
                </a:cubicBezTo>
                <a:cubicBezTo>
                  <a:pt x="156169" y="67932"/>
                  <a:pt x="156949" y="63326"/>
                  <a:pt x="156949" y="58226"/>
                </a:cubicBezTo>
                <a:cubicBezTo>
                  <a:pt x="156949" y="53126"/>
                  <a:pt x="156169" y="48499"/>
                  <a:pt x="154609" y="44345"/>
                </a:cubicBezTo>
                <a:cubicBezTo>
                  <a:pt x="153049" y="40190"/>
                  <a:pt x="150831" y="36653"/>
                  <a:pt x="147957" y="33733"/>
                </a:cubicBezTo>
                <a:cubicBezTo>
                  <a:pt x="145082" y="30812"/>
                  <a:pt x="141613" y="28550"/>
                  <a:pt x="137548" y="26946"/>
                </a:cubicBezTo>
                <a:cubicBezTo>
                  <a:pt x="133483" y="25342"/>
                  <a:pt x="128945" y="24540"/>
                  <a:pt x="123936" y="24540"/>
                </a:cubicBezTo>
                <a:cubicBezTo>
                  <a:pt x="118927" y="24540"/>
                  <a:pt x="114411" y="25342"/>
                  <a:pt x="110386" y="26946"/>
                </a:cubicBezTo>
                <a:cubicBezTo>
                  <a:pt x="106362" y="28550"/>
                  <a:pt x="102913" y="30812"/>
                  <a:pt x="100039" y="33733"/>
                </a:cubicBezTo>
                <a:cubicBezTo>
                  <a:pt x="97164" y="36653"/>
                  <a:pt x="94947" y="40190"/>
                  <a:pt x="93387" y="44345"/>
                </a:cubicBezTo>
                <a:cubicBezTo>
                  <a:pt x="91827" y="48499"/>
                  <a:pt x="91047" y="53126"/>
                  <a:pt x="91047" y="58226"/>
                </a:cubicBezTo>
                <a:close/>
                <a:moveTo>
                  <a:pt x="213206" y="57978"/>
                </a:moveTo>
                <a:cubicBezTo>
                  <a:pt x="213206" y="60605"/>
                  <a:pt x="212960" y="63152"/>
                  <a:pt x="212468" y="65616"/>
                </a:cubicBezTo>
                <a:cubicBezTo>
                  <a:pt x="211975" y="68080"/>
                  <a:pt x="211154" y="70277"/>
                  <a:pt x="210003" y="72208"/>
                </a:cubicBezTo>
                <a:cubicBezTo>
                  <a:pt x="208853" y="74138"/>
                  <a:pt x="207313" y="75678"/>
                  <a:pt x="205383" y="76828"/>
                </a:cubicBezTo>
                <a:cubicBezTo>
                  <a:pt x="203454" y="77977"/>
                  <a:pt x="201052" y="78552"/>
                  <a:pt x="198177" y="78552"/>
                </a:cubicBezTo>
                <a:cubicBezTo>
                  <a:pt x="195468" y="78552"/>
                  <a:pt x="193148" y="77956"/>
                  <a:pt x="191217" y="76766"/>
                </a:cubicBezTo>
                <a:cubicBezTo>
                  <a:pt x="189287" y="75574"/>
                  <a:pt x="187686" y="74014"/>
                  <a:pt x="186413" y="72084"/>
                </a:cubicBezTo>
                <a:cubicBezTo>
                  <a:pt x="185141" y="70153"/>
                  <a:pt x="184217" y="67956"/>
                  <a:pt x="183642" y="65492"/>
                </a:cubicBezTo>
                <a:cubicBezTo>
                  <a:pt x="183067" y="63029"/>
                  <a:pt x="182779" y="60565"/>
                  <a:pt x="182779" y="58100"/>
                </a:cubicBezTo>
                <a:cubicBezTo>
                  <a:pt x="182779" y="55472"/>
                  <a:pt x="183046" y="52947"/>
                  <a:pt x="183580" y="50523"/>
                </a:cubicBezTo>
                <a:cubicBezTo>
                  <a:pt x="184114" y="48100"/>
                  <a:pt x="184976" y="45944"/>
                  <a:pt x="186166" y="44056"/>
                </a:cubicBezTo>
                <a:cubicBezTo>
                  <a:pt x="187358" y="42166"/>
                  <a:pt x="188939" y="40647"/>
                  <a:pt x="190909" y="39498"/>
                </a:cubicBezTo>
                <a:cubicBezTo>
                  <a:pt x="192880" y="38347"/>
                  <a:pt x="195303" y="37772"/>
                  <a:pt x="198177" y="37772"/>
                </a:cubicBezTo>
                <a:cubicBezTo>
                  <a:pt x="201052" y="37772"/>
                  <a:pt x="203433" y="38347"/>
                  <a:pt x="205321" y="39498"/>
                </a:cubicBezTo>
                <a:cubicBezTo>
                  <a:pt x="207211" y="40647"/>
                  <a:pt x="208751" y="42145"/>
                  <a:pt x="209941" y="43994"/>
                </a:cubicBezTo>
                <a:cubicBezTo>
                  <a:pt x="211133" y="45842"/>
                  <a:pt x="211975" y="47978"/>
                  <a:pt x="212468" y="50401"/>
                </a:cubicBezTo>
                <a:cubicBezTo>
                  <a:pt x="212960" y="52823"/>
                  <a:pt x="213206" y="55349"/>
                  <a:pt x="213206" y="57978"/>
                </a:cubicBezTo>
                <a:moveTo>
                  <a:pt x="213452" y="81925"/>
                </a:moveTo>
                <a:lnTo>
                  <a:pt x="213452" y="90060"/>
                </a:lnTo>
                <a:lnTo>
                  <a:pt x="230081" y="90060"/>
                </a:lnTo>
                <a:lnTo>
                  <a:pt x="230081" y="2045"/>
                </a:lnTo>
                <a:lnTo>
                  <a:pt x="212590" y="2045"/>
                </a:lnTo>
                <a:lnTo>
                  <a:pt x="212590" y="34062"/>
                </a:lnTo>
                <a:lnTo>
                  <a:pt x="212343" y="34062"/>
                </a:lnTo>
                <a:cubicBezTo>
                  <a:pt x="210372" y="30929"/>
                  <a:pt x="207683" y="28559"/>
                  <a:pt x="204274" y="26951"/>
                </a:cubicBezTo>
                <a:cubicBezTo>
                  <a:pt x="200867" y="25344"/>
                  <a:pt x="197275" y="24540"/>
                  <a:pt x="193497" y="24540"/>
                </a:cubicBezTo>
                <a:cubicBezTo>
                  <a:pt x="188815" y="24540"/>
                  <a:pt x="184709" y="25465"/>
                  <a:pt x="181178" y="27316"/>
                </a:cubicBezTo>
                <a:cubicBezTo>
                  <a:pt x="177647" y="29167"/>
                  <a:pt x="174711" y="31614"/>
                  <a:pt x="172370" y="34658"/>
                </a:cubicBezTo>
                <a:cubicBezTo>
                  <a:pt x="170031" y="37701"/>
                  <a:pt x="168265" y="41218"/>
                  <a:pt x="167074" y="45208"/>
                </a:cubicBezTo>
                <a:cubicBezTo>
                  <a:pt x="165883" y="49197"/>
                  <a:pt x="165288" y="53331"/>
                  <a:pt x="165288" y="57607"/>
                </a:cubicBezTo>
                <a:cubicBezTo>
                  <a:pt x="165288" y="62049"/>
                  <a:pt x="165883" y="66327"/>
                  <a:pt x="167074" y="70441"/>
                </a:cubicBezTo>
                <a:cubicBezTo>
                  <a:pt x="168265" y="74554"/>
                  <a:pt x="170031" y="78194"/>
                  <a:pt x="172370" y="81362"/>
                </a:cubicBezTo>
                <a:cubicBezTo>
                  <a:pt x="174711" y="84528"/>
                  <a:pt x="177688" y="87037"/>
                  <a:pt x="181300" y="88887"/>
                </a:cubicBezTo>
                <a:cubicBezTo>
                  <a:pt x="184914" y="90738"/>
                  <a:pt x="189103" y="91664"/>
                  <a:pt x="193867" y="91664"/>
                </a:cubicBezTo>
                <a:cubicBezTo>
                  <a:pt x="198055" y="91664"/>
                  <a:pt x="201812" y="90904"/>
                  <a:pt x="205137" y="89384"/>
                </a:cubicBezTo>
                <a:cubicBezTo>
                  <a:pt x="208464" y="87862"/>
                  <a:pt x="211154" y="85376"/>
                  <a:pt x="213206" y="81925"/>
                </a:cubicBezTo>
                <a:lnTo>
                  <a:pt x="213452" y="81925"/>
                </a:lnTo>
                <a:close/>
                <a:moveTo>
                  <a:pt x="285844" y="51365"/>
                </a:moveTo>
                <a:lnTo>
                  <a:pt x="257390" y="51365"/>
                </a:lnTo>
                <a:cubicBezTo>
                  <a:pt x="257472" y="50130"/>
                  <a:pt x="257738" y="48729"/>
                  <a:pt x="258189" y="47164"/>
                </a:cubicBezTo>
                <a:cubicBezTo>
                  <a:pt x="258642" y="45598"/>
                  <a:pt x="259422" y="44115"/>
                  <a:pt x="260531" y="42715"/>
                </a:cubicBezTo>
                <a:cubicBezTo>
                  <a:pt x="261640" y="41315"/>
                  <a:pt x="263118" y="40140"/>
                  <a:pt x="264965" y="39193"/>
                </a:cubicBezTo>
                <a:cubicBezTo>
                  <a:pt x="266813" y="38246"/>
                  <a:pt x="269133" y="37772"/>
                  <a:pt x="271925" y="37772"/>
                </a:cubicBezTo>
                <a:cubicBezTo>
                  <a:pt x="276196" y="37772"/>
                  <a:pt x="279378" y="38926"/>
                  <a:pt x="281472" y="41232"/>
                </a:cubicBezTo>
                <a:cubicBezTo>
                  <a:pt x="283566" y="43539"/>
                  <a:pt x="285023" y="46917"/>
                  <a:pt x="285844" y="51365"/>
                </a:cubicBezTo>
                <a:moveTo>
                  <a:pt x="257390" y="62432"/>
                </a:moveTo>
                <a:lnTo>
                  <a:pt x="303337" y="62432"/>
                </a:lnTo>
                <a:cubicBezTo>
                  <a:pt x="303665" y="57495"/>
                  <a:pt x="303254" y="52764"/>
                  <a:pt x="302104" y="48238"/>
                </a:cubicBezTo>
                <a:cubicBezTo>
                  <a:pt x="300955" y="43712"/>
                  <a:pt x="299087" y="39680"/>
                  <a:pt x="296499" y="36143"/>
                </a:cubicBezTo>
                <a:cubicBezTo>
                  <a:pt x="293913" y="32604"/>
                  <a:pt x="290607" y="29786"/>
                  <a:pt x="286582" y="27688"/>
                </a:cubicBezTo>
                <a:cubicBezTo>
                  <a:pt x="282559" y="25589"/>
                  <a:pt x="277837" y="24540"/>
                  <a:pt x="272418" y="24540"/>
                </a:cubicBezTo>
                <a:cubicBezTo>
                  <a:pt x="267572" y="24540"/>
                  <a:pt x="263158" y="25404"/>
                  <a:pt x="259176" y="27132"/>
                </a:cubicBezTo>
                <a:cubicBezTo>
                  <a:pt x="255194" y="28859"/>
                  <a:pt x="251765" y="31223"/>
                  <a:pt x="248891" y="34225"/>
                </a:cubicBezTo>
                <a:cubicBezTo>
                  <a:pt x="246016" y="37228"/>
                  <a:pt x="243799" y="40786"/>
                  <a:pt x="242239" y="44899"/>
                </a:cubicBezTo>
                <a:cubicBezTo>
                  <a:pt x="240679" y="49012"/>
                  <a:pt x="239899" y="53454"/>
                  <a:pt x="239899" y="58226"/>
                </a:cubicBezTo>
                <a:cubicBezTo>
                  <a:pt x="239899" y="63160"/>
                  <a:pt x="240658" y="67684"/>
                  <a:pt x="242177" y="71798"/>
                </a:cubicBezTo>
                <a:cubicBezTo>
                  <a:pt x="243697" y="75911"/>
                  <a:pt x="245853" y="79448"/>
                  <a:pt x="248645" y="82410"/>
                </a:cubicBezTo>
                <a:cubicBezTo>
                  <a:pt x="251437" y="85371"/>
                  <a:pt x="254844" y="87654"/>
                  <a:pt x="258868" y="89258"/>
                </a:cubicBezTo>
                <a:cubicBezTo>
                  <a:pt x="262891" y="90862"/>
                  <a:pt x="267408" y="91664"/>
                  <a:pt x="272418" y="91664"/>
                </a:cubicBezTo>
                <a:cubicBezTo>
                  <a:pt x="279644" y="91664"/>
                  <a:pt x="285803" y="90023"/>
                  <a:pt x="290894" y="86741"/>
                </a:cubicBezTo>
                <a:cubicBezTo>
                  <a:pt x="295986" y="83459"/>
                  <a:pt x="299764" y="78003"/>
                  <a:pt x="302228" y="70372"/>
                </a:cubicBezTo>
                <a:lnTo>
                  <a:pt x="286830" y="70372"/>
                </a:lnTo>
                <a:cubicBezTo>
                  <a:pt x="286255" y="72325"/>
                  <a:pt x="284695" y="74177"/>
                  <a:pt x="282148" y="75928"/>
                </a:cubicBezTo>
                <a:cubicBezTo>
                  <a:pt x="279603" y="77677"/>
                  <a:pt x="276565" y="78552"/>
                  <a:pt x="273034" y="78552"/>
                </a:cubicBezTo>
                <a:cubicBezTo>
                  <a:pt x="268107" y="78552"/>
                  <a:pt x="264329" y="77280"/>
                  <a:pt x="261700" y="74738"/>
                </a:cubicBezTo>
                <a:cubicBezTo>
                  <a:pt x="259073" y="72194"/>
                  <a:pt x="257636" y="68092"/>
                  <a:pt x="257390" y="62432"/>
                </a:cubicBezTo>
                <a:close/>
                <a:moveTo>
                  <a:pt x="412440" y="79969"/>
                </a:moveTo>
                <a:lnTo>
                  <a:pt x="414412" y="89946"/>
                </a:lnTo>
                <a:lnTo>
                  <a:pt x="426729" y="89946"/>
                </a:lnTo>
                <a:lnTo>
                  <a:pt x="426729" y="42464"/>
                </a:lnTo>
                <a:lnTo>
                  <a:pt x="389774" y="42464"/>
                </a:lnTo>
                <a:lnTo>
                  <a:pt x="389774" y="56899"/>
                </a:lnTo>
                <a:lnTo>
                  <a:pt x="409238" y="56899"/>
                </a:lnTo>
                <a:cubicBezTo>
                  <a:pt x="408662" y="63031"/>
                  <a:pt x="406630" y="67712"/>
                  <a:pt x="403140" y="70941"/>
                </a:cubicBezTo>
                <a:cubicBezTo>
                  <a:pt x="399650" y="74170"/>
                  <a:pt x="394703" y="75785"/>
                  <a:pt x="388297" y="75785"/>
                </a:cubicBezTo>
                <a:cubicBezTo>
                  <a:pt x="383945" y="75785"/>
                  <a:pt x="380250" y="74944"/>
                  <a:pt x="377211" y="73262"/>
                </a:cubicBezTo>
                <a:cubicBezTo>
                  <a:pt x="374173" y="71581"/>
                  <a:pt x="371708" y="69346"/>
                  <a:pt x="369819" y="66558"/>
                </a:cubicBezTo>
                <a:cubicBezTo>
                  <a:pt x="367931" y="63769"/>
                  <a:pt x="366555" y="60632"/>
                  <a:pt x="365693" y="57147"/>
                </a:cubicBezTo>
                <a:cubicBezTo>
                  <a:pt x="364831" y="53661"/>
                  <a:pt x="364400" y="50072"/>
                  <a:pt x="364400" y="46381"/>
                </a:cubicBezTo>
                <a:cubicBezTo>
                  <a:pt x="364400" y="42526"/>
                  <a:pt x="364831" y="38795"/>
                  <a:pt x="365693" y="35186"/>
                </a:cubicBezTo>
                <a:cubicBezTo>
                  <a:pt x="366555" y="31577"/>
                  <a:pt x="367931" y="28358"/>
                  <a:pt x="369819" y="25529"/>
                </a:cubicBezTo>
                <a:cubicBezTo>
                  <a:pt x="371707" y="22699"/>
                  <a:pt x="374171" y="20444"/>
                  <a:pt x="377209" y="18762"/>
                </a:cubicBezTo>
                <a:cubicBezTo>
                  <a:pt x="380248" y="17080"/>
                  <a:pt x="383944" y="16240"/>
                  <a:pt x="388297" y="16240"/>
                </a:cubicBezTo>
                <a:cubicBezTo>
                  <a:pt x="392977" y="16240"/>
                  <a:pt x="396959" y="17471"/>
                  <a:pt x="400244" y="19935"/>
                </a:cubicBezTo>
                <a:cubicBezTo>
                  <a:pt x="403529" y="22398"/>
                  <a:pt x="405747" y="26094"/>
                  <a:pt x="406896" y="31021"/>
                </a:cubicBezTo>
                <a:lnTo>
                  <a:pt x="425374" y="31021"/>
                </a:lnTo>
                <a:cubicBezTo>
                  <a:pt x="424881" y="26012"/>
                  <a:pt x="423526" y="21579"/>
                  <a:pt x="421308" y="17721"/>
                </a:cubicBezTo>
                <a:cubicBezTo>
                  <a:pt x="419092" y="13863"/>
                  <a:pt x="416279" y="10622"/>
                  <a:pt x="412871" y="7998"/>
                </a:cubicBezTo>
                <a:cubicBezTo>
                  <a:pt x="409462" y="5372"/>
                  <a:pt x="405644" y="3383"/>
                  <a:pt x="401415" y="2030"/>
                </a:cubicBezTo>
                <a:cubicBezTo>
                  <a:pt x="397186" y="677"/>
                  <a:pt x="392813" y="0"/>
                  <a:pt x="388297" y="0"/>
                </a:cubicBezTo>
                <a:cubicBezTo>
                  <a:pt x="381563" y="0"/>
                  <a:pt x="375507" y="1189"/>
                  <a:pt x="370127" y="3567"/>
                </a:cubicBezTo>
                <a:cubicBezTo>
                  <a:pt x="364749" y="5946"/>
                  <a:pt x="360212" y="9227"/>
                  <a:pt x="356515" y="13411"/>
                </a:cubicBezTo>
                <a:cubicBezTo>
                  <a:pt x="352820" y="17594"/>
                  <a:pt x="349987" y="22494"/>
                  <a:pt x="348016" y="28113"/>
                </a:cubicBezTo>
                <a:cubicBezTo>
                  <a:pt x="346045" y="33732"/>
                  <a:pt x="345059" y="39821"/>
                  <a:pt x="345059" y="46382"/>
                </a:cubicBezTo>
                <a:cubicBezTo>
                  <a:pt x="345059" y="52781"/>
                  <a:pt x="346045" y="58748"/>
                  <a:pt x="348016" y="64284"/>
                </a:cubicBezTo>
                <a:cubicBezTo>
                  <a:pt x="349987" y="69820"/>
                  <a:pt x="352820" y="74638"/>
                  <a:pt x="356515" y="78740"/>
                </a:cubicBezTo>
                <a:cubicBezTo>
                  <a:pt x="360210" y="82841"/>
                  <a:pt x="364748" y="86060"/>
                  <a:pt x="370127" y="88399"/>
                </a:cubicBezTo>
                <a:cubicBezTo>
                  <a:pt x="375507" y="90736"/>
                  <a:pt x="381563" y="91904"/>
                  <a:pt x="388297" y="91904"/>
                </a:cubicBezTo>
                <a:cubicBezTo>
                  <a:pt x="392567" y="91904"/>
                  <a:pt x="396797" y="91023"/>
                  <a:pt x="400984" y="89260"/>
                </a:cubicBezTo>
                <a:cubicBezTo>
                  <a:pt x="405172" y="87495"/>
                  <a:pt x="408991" y="84398"/>
                  <a:pt x="412440" y="79969"/>
                </a:cubicBezTo>
                <a:close/>
                <a:moveTo>
                  <a:pt x="482472" y="51365"/>
                </a:moveTo>
                <a:lnTo>
                  <a:pt x="454019" y="51365"/>
                </a:lnTo>
                <a:cubicBezTo>
                  <a:pt x="454100" y="50130"/>
                  <a:pt x="454367" y="48729"/>
                  <a:pt x="454818" y="47164"/>
                </a:cubicBezTo>
                <a:cubicBezTo>
                  <a:pt x="455270" y="45598"/>
                  <a:pt x="456051" y="44115"/>
                  <a:pt x="457160" y="42715"/>
                </a:cubicBezTo>
                <a:cubicBezTo>
                  <a:pt x="458269" y="41315"/>
                  <a:pt x="459747" y="40140"/>
                  <a:pt x="461594" y="39193"/>
                </a:cubicBezTo>
                <a:cubicBezTo>
                  <a:pt x="463442" y="38246"/>
                  <a:pt x="465762" y="37772"/>
                  <a:pt x="468554" y="37772"/>
                </a:cubicBezTo>
                <a:cubicBezTo>
                  <a:pt x="472824" y="37772"/>
                  <a:pt x="476006" y="38926"/>
                  <a:pt x="478100" y="41232"/>
                </a:cubicBezTo>
                <a:cubicBezTo>
                  <a:pt x="480194" y="43539"/>
                  <a:pt x="481651" y="46917"/>
                  <a:pt x="482472" y="51365"/>
                </a:cubicBezTo>
                <a:moveTo>
                  <a:pt x="454019" y="62432"/>
                </a:moveTo>
                <a:lnTo>
                  <a:pt x="499965" y="62432"/>
                </a:lnTo>
                <a:cubicBezTo>
                  <a:pt x="500294" y="57495"/>
                  <a:pt x="499883" y="52764"/>
                  <a:pt x="498732" y="48238"/>
                </a:cubicBezTo>
                <a:cubicBezTo>
                  <a:pt x="497583" y="43712"/>
                  <a:pt x="495715" y="39680"/>
                  <a:pt x="493128" y="36143"/>
                </a:cubicBezTo>
                <a:cubicBezTo>
                  <a:pt x="490541" y="32604"/>
                  <a:pt x="487236" y="29786"/>
                  <a:pt x="483211" y="27688"/>
                </a:cubicBezTo>
                <a:cubicBezTo>
                  <a:pt x="479187" y="25589"/>
                  <a:pt x="474466" y="24540"/>
                  <a:pt x="469046" y="24540"/>
                </a:cubicBezTo>
                <a:cubicBezTo>
                  <a:pt x="464201" y="24540"/>
                  <a:pt x="459787" y="25404"/>
                  <a:pt x="455805" y="27132"/>
                </a:cubicBezTo>
                <a:cubicBezTo>
                  <a:pt x="451822" y="28859"/>
                  <a:pt x="448394" y="31223"/>
                  <a:pt x="445520" y="34225"/>
                </a:cubicBezTo>
                <a:cubicBezTo>
                  <a:pt x="442645" y="37228"/>
                  <a:pt x="440428" y="40786"/>
                  <a:pt x="438868" y="44899"/>
                </a:cubicBezTo>
                <a:cubicBezTo>
                  <a:pt x="437308" y="49012"/>
                  <a:pt x="436528" y="53454"/>
                  <a:pt x="436528" y="58226"/>
                </a:cubicBezTo>
                <a:cubicBezTo>
                  <a:pt x="436528" y="63160"/>
                  <a:pt x="437287" y="67684"/>
                  <a:pt x="438806" y="71798"/>
                </a:cubicBezTo>
                <a:cubicBezTo>
                  <a:pt x="440326" y="75911"/>
                  <a:pt x="442482" y="79448"/>
                  <a:pt x="445273" y="82410"/>
                </a:cubicBezTo>
                <a:cubicBezTo>
                  <a:pt x="448065" y="85371"/>
                  <a:pt x="451473" y="87654"/>
                  <a:pt x="455496" y="89258"/>
                </a:cubicBezTo>
                <a:cubicBezTo>
                  <a:pt x="459520" y="90862"/>
                  <a:pt x="464037" y="91664"/>
                  <a:pt x="469046" y="91664"/>
                </a:cubicBezTo>
                <a:cubicBezTo>
                  <a:pt x="476273" y="91664"/>
                  <a:pt x="482431" y="90023"/>
                  <a:pt x="487523" y="86741"/>
                </a:cubicBezTo>
                <a:cubicBezTo>
                  <a:pt x="492615" y="83459"/>
                  <a:pt x="496393" y="78003"/>
                  <a:pt x="498857" y="70372"/>
                </a:cubicBezTo>
                <a:lnTo>
                  <a:pt x="483459" y="70372"/>
                </a:lnTo>
                <a:cubicBezTo>
                  <a:pt x="482884" y="72325"/>
                  <a:pt x="481323" y="74177"/>
                  <a:pt x="478777" y="75928"/>
                </a:cubicBezTo>
                <a:cubicBezTo>
                  <a:pt x="476232" y="77677"/>
                  <a:pt x="473194" y="78552"/>
                  <a:pt x="469663" y="78552"/>
                </a:cubicBezTo>
                <a:cubicBezTo>
                  <a:pt x="464736" y="78552"/>
                  <a:pt x="460958" y="77280"/>
                  <a:pt x="458329" y="74738"/>
                </a:cubicBezTo>
                <a:cubicBezTo>
                  <a:pt x="455701" y="72194"/>
                  <a:pt x="454265" y="68092"/>
                  <a:pt x="454019" y="62432"/>
                </a:cubicBezTo>
                <a:close/>
                <a:moveTo>
                  <a:pt x="509995" y="26293"/>
                </a:moveTo>
                <a:lnTo>
                  <a:pt x="509995" y="89979"/>
                </a:lnTo>
                <a:lnTo>
                  <a:pt x="527486" y="89979"/>
                </a:lnTo>
                <a:lnTo>
                  <a:pt x="527486" y="56602"/>
                </a:lnTo>
                <a:cubicBezTo>
                  <a:pt x="527486" y="50115"/>
                  <a:pt x="528554" y="45455"/>
                  <a:pt x="530689" y="42623"/>
                </a:cubicBezTo>
                <a:cubicBezTo>
                  <a:pt x="532824" y="39790"/>
                  <a:pt x="536273" y="38374"/>
                  <a:pt x="541036" y="38374"/>
                </a:cubicBezTo>
                <a:cubicBezTo>
                  <a:pt x="545225" y="38374"/>
                  <a:pt x="548140" y="39667"/>
                  <a:pt x="549782" y="42253"/>
                </a:cubicBezTo>
                <a:cubicBezTo>
                  <a:pt x="551425" y="44839"/>
                  <a:pt x="552246" y="48760"/>
                  <a:pt x="552246" y="54015"/>
                </a:cubicBezTo>
                <a:lnTo>
                  <a:pt x="552246" y="89979"/>
                </a:lnTo>
                <a:lnTo>
                  <a:pt x="569737" y="89979"/>
                </a:lnTo>
                <a:lnTo>
                  <a:pt x="569737" y="50790"/>
                </a:lnTo>
                <a:cubicBezTo>
                  <a:pt x="569737" y="46847"/>
                  <a:pt x="569388" y="43252"/>
                  <a:pt x="568691" y="40007"/>
                </a:cubicBezTo>
                <a:cubicBezTo>
                  <a:pt x="567993" y="36762"/>
                  <a:pt x="566781" y="34009"/>
                  <a:pt x="565055" y="31750"/>
                </a:cubicBezTo>
                <a:cubicBezTo>
                  <a:pt x="563331" y="29491"/>
                  <a:pt x="560970" y="27724"/>
                  <a:pt x="557973" y="26451"/>
                </a:cubicBezTo>
                <a:cubicBezTo>
                  <a:pt x="554976" y="25177"/>
                  <a:pt x="551136" y="24540"/>
                  <a:pt x="546455" y="24540"/>
                </a:cubicBezTo>
                <a:cubicBezTo>
                  <a:pt x="542760" y="24540"/>
                  <a:pt x="539147" y="25384"/>
                  <a:pt x="535615" y="27072"/>
                </a:cubicBezTo>
                <a:cubicBezTo>
                  <a:pt x="532084" y="28760"/>
                  <a:pt x="529211" y="31456"/>
                  <a:pt x="526994" y="35161"/>
                </a:cubicBezTo>
                <a:lnTo>
                  <a:pt x="526624" y="35161"/>
                </a:lnTo>
                <a:lnTo>
                  <a:pt x="526624" y="26293"/>
                </a:lnTo>
                <a:lnTo>
                  <a:pt x="509995" y="26293"/>
                </a:lnTo>
                <a:close/>
                <a:moveTo>
                  <a:pt x="625545" y="51365"/>
                </a:moveTo>
                <a:lnTo>
                  <a:pt x="597092" y="51365"/>
                </a:lnTo>
                <a:cubicBezTo>
                  <a:pt x="597174" y="50130"/>
                  <a:pt x="597440" y="48729"/>
                  <a:pt x="597891" y="47164"/>
                </a:cubicBezTo>
                <a:cubicBezTo>
                  <a:pt x="598343" y="45598"/>
                  <a:pt x="599124" y="44115"/>
                  <a:pt x="600233" y="42715"/>
                </a:cubicBezTo>
                <a:cubicBezTo>
                  <a:pt x="601342" y="41315"/>
                  <a:pt x="602820" y="40140"/>
                  <a:pt x="604667" y="39193"/>
                </a:cubicBezTo>
                <a:cubicBezTo>
                  <a:pt x="606515" y="38246"/>
                  <a:pt x="608835" y="37772"/>
                  <a:pt x="611627" y="37772"/>
                </a:cubicBezTo>
                <a:cubicBezTo>
                  <a:pt x="615897" y="37772"/>
                  <a:pt x="619079" y="38926"/>
                  <a:pt x="621173" y="41232"/>
                </a:cubicBezTo>
                <a:cubicBezTo>
                  <a:pt x="623267" y="43539"/>
                  <a:pt x="624724" y="46917"/>
                  <a:pt x="625545" y="51365"/>
                </a:cubicBezTo>
                <a:moveTo>
                  <a:pt x="597092" y="62432"/>
                </a:moveTo>
                <a:lnTo>
                  <a:pt x="643038" y="62432"/>
                </a:lnTo>
                <a:cubicBezTo>
                  <a:pt x="643367" y="57495"/>
                  <a:pt x="642956" y="52764"/>
                  <a:pt x="641805" y="48238"/>
                </a:cubicBezTo>
                <a:cubicBezTo>
                  <a:pt x="640656" y="43712"/>
                  <a:pt x="638788" y="39680"/>
                  <a:pt x="636201" y="36143"/>
                </a:cubicBezTo>
                <a:cubicBezTo>
                  <a:pt x="633614" y="32604"/>
                  <a:pt x="630309" y="29786"/>
                  <a:pt x="626284" y="27688"/>
                </a:cubicBezTo>
                <a:cubicBezTo>
                  <a:pt x="622260" y="25589"/>
                  <a:pt x="617539" y="24540"/>
                  <a:pt x="612119" y="24540"/>
                </a:cubicBezTo>
                <a:cubicBezTo>
                  <a:pt x="607274" y="24540"/>
                  <a:pt x="602860" y="25404"/>
                  <a:pt x="598878" y="27132"/>
                </a:cubicBezTo>
                <a:cubicBezTo>
                  <a:pt x="594895" y="28859"/>
                  <a:pt x="591467" y="31223"/>
                  <a:pt x="588593" y="34225"/>
                </a:cubicBezTo>
                <a:cubicBezTo>
                  <a:pt x="585718" y="37228"/>
                  <a:pt x="583501" y="40786"/>
                  <a:pt x="581941" y="44899"/>
                </a:cubicBezTo>
                <a:cubicBezTo>
                  <a:pt x="580381" y="49012"/>
                  <a:pt x="579601" y="53454"/>
                  <a:pt x="579601" y="58226"/>
                </a:cubicBezTo>
                <a:cubicBezTo>
                  <a:pt x="579601" y="63160"/>
                  <a:pt x="580360" y="67684"/>
                  <a:pt x="581879" y="71798"/>
                </a:cubicBezTo>
                <a:cubicBezTo>
                  <a:pt x="583399" y="75911"/>
                  <a:pt x="585555" y="79448"/>
                  <a:pt x="588346" y="82410"/>
                </a:cubicBezTo>
                <a:cubicBezTo>
                  <a:pt x="591138" y="85371"/>
                  <a:pt x="594546" y="87654"/>
                  <a:pt x="598569" y="89258"/>
                </a:cubicBezTo>
                <a:cubicBezTo>
                  <a:pt x="602593" y="90862"/>
                  <a:pt x="607110" y="91664"/>
                  <a:pt x="612119" y="91664"/>
                </a:cubicBezTo>
                <a:cubicBezTo>
                  <a:pt x="619346" y="91664"/>
                  <a:pt x="625504" y="90023"/>
                  <a:pt x="630596" y="86741"/>
                </a:cubicBezTo>
                <a:cubicBezTo>
                  <a:pt x="635688" y="83459"/>
                  <a:pt x="639466" y="78003"/>
                  <a:pt x="641930" y="70372"/>
                </a:cubicBezTo>
                <a:lnTo>
                  <a:pt x="626532" y="70372"/>
                </a:lnTo>
                <a:cubicBezTo>
                  <a:pt x="625957" y="72325"/>
                  <a:pt x="624396" y="74177"/>
                  <a:pt x="621850" y="75928"/>
                </a:cubicBezTo>
                <a:cubicBezTo>
                  <a:pt x="619305" y="77677"/>
                  <a:pt x="616267" y="78552"/>
                  <a:pt x="612736" y="78552"/>
                </a:cubicBezTo>
                <a:cubicBezTo>
                  <a:pt x="607809" y="78552"/>
                  <a:pt x="604031" y="77280"/>
                  <a:pt x="601402" y="74738"/>
                </a:cubicBezTo>
                <a:cubicBezTo>
                  <a:pt x="598774" y="72194"/>
                  <a:pt x="597338" y="68092"/>
                  <a:pt x="597092" y="62432"/>
                </a:cubicBezTo>
                <a:close/>
                <a:moveTo>
                  <a:pt x="653068" y="26248"/>
                </a:moveTo>
                <a:lnTo>
                  <a:pt x="653068" y="89979"/>
                </a:lnTo>
                <a:lnTo>
                  <a:pt x="670559" y="89979"/>
                </a:lnTo>
                <a:lnTo>
                  <a:pt x="670559" y="61248"/>
                </a:lnTo>
                <a:cubicBezTo>
                  <a:pt x="670559" y="58371"/>
                  <a:pt x="670847" y="55700"/>
                  <a:pt x="671422" y="53234"/>
                </a:cubicBezTo>
                <a:cubicBezTo>
                  <a:pt x="671997" y="50768"/>
                  <a:pt x="672962" y="48610"/>
                  <a:pt x="674317" y="46760"/>
                </a:cubicBezTo>
                <a:cubicBezTo>
                  <a:pt x="675671" y="44911"/>
                  <a:pt x="677457" y="43452"/>
                  <a:pt x="679673" y="42383"/>
                </a:cubicBezTo>
                <a:cubicBezTo>
                  <a:pt x="681891" y="41314"/>
                  <a:pt x="684602" y="40779"/>
                  <a:pt x="687805" y="40779"/>
                </a:cubicBezTo>
                <a:cubicBezTo>
                  <a:pt x="688872" y="40779"/>
                  <a:pt x="689980" y="40841"/>
                  <a:pt x="691129" y="40966"/>
                </a:cubicBezTo>
                <a:cubicBezTo>
                  <a:pt x="692280" y="41088"/>
                  <a:pt x="693265" y="41232"/>
                  <a:pt x="694086" y="41396"/>
                </a:cubicBezTo>
                <a:lnTo>
                  <a:pt x="694086" y="25154"/>
                </a:lnTo>
                <a:cubicBezTo>
                  <a:pt x="692690" y="24745"/>
                  <a:pt x="691418" y="24540"/>
                  <a:pt x="690269" y="24540"/>
                </a:cubicBezTo>
                <a:cubicBezTo>
                  <a:pt x="688051" y="24540"/>
                  <a:pt x="685916" y="24868"/>
                  <a:pt x="683863" y="25525"/>
                </a:cubicBezTo>
                <a:cubicBezTo>
                  <a:pt x="681811" y="26180"/>
                  <a:pt x="679881" y="27102"/>
                  <a:pt x="678074" y="28291"/>
                </a:cubicBezTo>
                <a:cubicBezTo>
                  <a:pt x="676267" y="29481"/>
                  <a:pt x="674666" y="30916"/>
                  <a:pt x="673270" y="32598"/>
                </a:cubicBezTo>
                <a:cubicBezTo>
                  <a:pt x="671874" y="34279"/>
                  <a:pt x="670765" y="36104"/>
                  <a:pt x="669943" y="38073"/>
                </a:cubicBezTo>
                <a:lnTo>
                  <a:pt x="669697" y="38073"/>
                </a:lnTo>
                <a:lnTo>
                  <a:pt x="669697" y="26248"/>
                </a:lnTo>
                <a:lnTo>
                  <a:pt x="653068" y="26248"/>
                </a:lnTo>
                <a:close/>
                <a:moveTo>
                  <a:pt x="699765" y="45881"/>
                </a:moveTo>
                <a:cubicBezTo>
                  <a:pt x="700010" y="41774"/>
                  <a:pt x="701036" y="38367"/>
                  <a:pt x="702843" y="35658"/>
                </a:cubicBezTo>
                <a:cubicBezTo>
                  <a:pt x="704650" y="32947"/>
                  <a:pt x="706950" y="30771"/>
                  <a:pt x="709741" y="29128"/>
                </a:cubicBezTo>
                <a:cubicBezTo>
                  <a:pt x="712533" y="27485"/>
                  <a:pt x="715674" y="26315"/>
                  <a:pt x="719164" y="25617"/>
                </a:cubicBezTo>
                <a:cubicBezTo>
                  <a:pt x="722655" y="24919"/>
                  <a:pt x="726166" y="24570"/>
                  <a:pt x="729697" y="24570"/>
                </a:cubicBezTo>
                <a:cubicBezTo>
                  <a:pt x="732900" y="24570"/>
                  <a:pt x="736143" y="24796"/>
                  <a:pt x="739428" y="25248"/>
                </a:cubicBezTo>
                <a:cubicBezTo>
                  <a:pt x="742713" y="25700"/>
                  <a:pt x="745710" y="26582"/>
                  <a:pt x="748420" y="27897"/>
                </a:cubicBezTo>
                <a:cubicBezTo>
                  <a:pt x="751130" y="29210"/>
                  <a:pt x="753347" y="31037"/>
                  <a:pt x="755071" y="33378"/>
                </a:cubicBezTo>
                <a:cubicBezTo>
                  <a:pt x="756797" y="35718"/>
                  <a:pt x="757660" y="38818"/>
                  <a:pt x="757660" y="42678"/>
                </a:cubicBezTo>
                <a:lnTo>
                  <a:pt x="757660" y="75813"/>
                </a:lnTo>
                <a:cubicBezTo>
                  <a:pt x="757660" y="78688"/>
                  <a:pt x="757824" y="81439"/>
                  <a:pt x="758152" y="84066"/>
                </a:cubicBezTo>
                <a:cubicBezTo>
                  <a:pt x="758480" y="86694"/>
                  <a:pt x="759055" y="88665"/>
                  <a:pt x="759876" y="89979"/>
                </a:cubicBezTo>
                <a:lnTo>
                  <a:pt x="742138" y="89979"/>
                </a:lnTo>
                <a:cubicBezTo>
                  <a:pt x="741810" y="88995"/>
                  <a:pt x="741543" y="87989"/>
                  <a:pt x="741337" y="86963"/>
                </a:cubicBezTo>
                <a:cubicBezTo>
                  <a:pt x="741132" y="85935"/>
                  <a:pt x="740988" y="84888"/>
                  <a:pt x="740907" y="83820"/>
                </a:cubicBezTo>
                <a:cubicBezTo>
                  <a:pt x="738115" y="86695"/>
                  <a:pt x="734830" y="88707"/>
                  <a:pt x="731052" y="89857"/>
                </a:cubicBezTo>
                <a:cubicBezTo>
                  <a:pt x="727274" y="91006"/>
                  <a:pt x="723414" y="91581"/>
                  <a:pt x="719472" y="91581"/>
                </a:cubicBezTo>
                <a:cubicBezTo>
                  <a:pt x="716435" y="91581"/>
                  <a:pt x="713601" y="91211"/>
                  <a:pt x="710973" y="90472"/>
                </a:cubicBezTo>
                <a:cubicBezTo>
                  <a:pt x="708345" y="89733"/>
                  <a:pt x="706046" y="88583"/>
                  <a:pt x="704074" y="87023"/>
                </a:cubicBezTo>
                <a:cubicBezTo>
                  <a:pt x="702105" y="85463"/>
                  <a:pt x="700565" y="83492"/>
                  <a:pt x="699456" y="81112"/>
                </a:cubicBezTo>
                <a:cubicBezTo>
                  <a:pt x="698347" y="78729"/>
                  <a:pt x="697793" y="75896"/>
                  <a:pt x="697793" y="72610"/>
                </a:cubicBezTo>
                <a:cubicBezTo>
                  <a:pt x="697793" y="68998"/>
                  <a:pt x="698429" y="66021"/>
                  <a:pt x="699703" y="63680"/>
                </a:cubicBezTo>
                <a:cubicBezTo>
                  <a:pt x="700976" y="61340"/>
                  <a:pt x="702618" y="59471"/>
                  <a:pt x="704629" y="58075"/>
                </a:cubicBezTo>
                <a:cubicBezTo>
                  <a:pt x="706641" y="56679"/>
                  <a:pt x="708941" y="55633"/>
                  <a:pt x="711527" y="54935"/>
                </a:cubicBezTo>
                <a:cubicBezTo>
                  <a:pt x="714115" y="54237"/>
                  <a:pt x="716722" y="53683"/>
                  <a:pt x="719350" y="53273"/>
                </a:cubicBezTo>
                <a:cubicBezTo>
                  <a:pt x="721978" y="52862"/>
                  <a:pt x="724564" y="52533"/>
                  <a:pt x="727109" y="52286"/>
                </a:cubicBezTo>
                <a:cubicBezTo>
                  <a:pt x="729655" y="52039"/>
                  <a:pt x="731914" y="51670"/>
                  <a:pt x="733885" y="51177"/>
                </a:cubicBezTo>
                <a:cubicBezTo>
                  <a:pt x="735856" y="50685"/>
                  <a:pt x="737416" y="49967"/>
                  <a:pt x="738565" y="49023"/>
                </a:cubicBezTo>
                <a:cubicBezTo>
                  <a:pt x="739715" y="48078"/>
                  <a:pt x="740250" y="46703"/>
                  <a:pt x="740168" y="44896"/>
                </a:cubicBezTo>
                <a:cubicBezTo>
                  <a:pt x="740168" y="43006"/>
                  <a:pt x="739860" y="41507"/>
                  <a:pt x="739243" y="40400"/>
                </a:cubicBezTo>
                <a:cubicBezTo>
                  <a:pt x="738627" y="39291"/>
                  <a:pt x="737805" y="38429"/>
                  <a:pt x="736779" y="37813"/>
                </a:cubicBezTo>
                <a:cubicBezTo>
                  <a:pt x="735753" y="37197"/>
                  <a:pt x="734562" y="36786"/>
                  <a:pt x="733206" y="36580"/>
                </a:cubicBezTo>
                <a:cubicBezTo>
                  <a:pt x="731852" y="36375"/>
                  <a:pt x="730394" y="36272"/>
                  <a:pt x="728834" y="36272"/>
                </a:cubicBezTo>
                <a:cubicBezTo>
                  <a:pt x="725386" y="36272"/>
                  <a:pt x="722676" y="37012"/>
                  <a:pt x="720705" y="38490"/>
                </a:cubicBezTo>
                <a:cubicBezTo>
                  <a:pt x="718734" y="39969"/>
                  <a:pt x="717584" y="42432"/>
                  <a:pt x="717256" y="45881"/>
                </a:cubicBezTo>
                <a:lnTo>
                  <a:pt x="699765" y="45881"/>
                </a:lnTo>
                <a:moveTo>
                  <a:pt x="740168" y="58814"/>
                </a:moveTo>
                <a:cubicBezTo>
                  <a:pt x="739429" y="59472"/>
                  <a:pt x="738505" y="59986"/>
                  <a:pt x="737396" y="60355"/>
                </a:cubicBezTo>
                <a:cubicBezTo>
                  <a:pt x="736287" y="60725"/>
                  <a:pt x="735096" y="61033"/>
                  <a:pt x="733823" y="61280"/>
                </a:cubicBezTo>
                <a:cubicBezTo>
                  <a:pt x="732551" y="61526"/>
                  <a:pt x="731216" y="61731"/>
                  <a:pt x="729819" y="61895"/>
                </a:cubicBezTo>
                <a:cubicBezTo>
                  <a:pt x="728423" y="62059"/>
                  <a:pt x="727027" y="62264"/>
                  <a:pt x="725631" y="62509"/>
                </a:cubicBezTo>
                <a:cubicBezTo>
                  <a:pt x="724318" y="62756"/>
                  <a:pt x="723025" y="63085"/>
                  <a:pt x="721752" y="63496"/>
                </a:cubicBezTo>
                <a:cubicBezTo>
                  <a:pt x="720479" y="63906"/>
                  <a:pt x="719370" y="64460"/>
                  <a:pt x="718425" y="65160"/>
                </a:cubicBezTo>
                <a:cubicBezTo>
                  <a:pt x="717482" y="65857"/>
                  <a:pt x="716722" y="66740"/>
                  <a:pt x="716147" y="67808"/>
                </a:cubicBezTo>
                <a:cubicBezTo>
                  <a:pt x="715572" y="68874"/>
                  <a:pt x="715284" y="70229"/>
                  <a:pt x="715284" y="71872"/>
                </a:cubicBezTo>
                <a:cubicBezTo>
                  <a:pt x="715284" y="73432"/>
                  <a:pt x="715572" y="74745"/>
                  <a:pt x="716147" y="75813"/>
                </a:cubicBezTo>
                <a:cubicBezTo>
                  <a:pt x="716722" y="76881"/>
                  <a:pt x="717502" y="77723"/>
                  <a:pt x="718487" y="78339"/>
                </a:cubicBezTo>
                <a:cubicBezTo>
                  <a:pt x="719473" y="78954"/>
                  <a:pt x="720623" y="79385"/>
                  <a:pt x="721936" y="79632"/>
                </a:cubicBezTo>
                <a:cubicBezTo>
                  <a:pt x="723251" y="79879"/>
                  <a:pt x="724606" y="80003"/>
                  <a:pt x="726002" y="80003"/>
                </a:cubicBezTo>
                <a:cubicBezTo>
                  <a:pt x="729450" y="80003"/>
                  <a:pt x="732119" y="79428"/>
                  <a:pt x="734007" y="78279"/>
                </a:cubicBezTo>
                <a:cubicBezTo>
                  <a:pt x="735896" y="77129"/>
                  <a:pt x="737293" y="75753"/>
                  <a:pt x="738196" y="74151"/>
                </a:cubicBezTo>
                <a:cubicBezTo>
                  <a:pt x="739100" y="72550"/>
                  <a:pt x="739654" y="70928"/>
                  <a:pt x="739860" y="69285"/>
                </a:cubicBezTo>
                <a:cubicBezTo>
                  <a:pt x="740065" y="67642"/>
                  <a:pt x="740168" y="66329"/>
                  <a:pt x="740168" y="65344"/>
                </a:cubicBezTo>
                <a:lnTo>
                  <a:pt x="740168" y="58814"/>
                </a:lnTo>
                <a:close/>
                <a:moveTo>
                  <a:pt x="793063" y="26344"/>
                </a:moveTo>
                <a:lnTo>
                  <a:pt x="793063" y="7218"/>
                </a:lnTo>
                <a:lnTo>
                  <a:pt x="775572" y="7218"/>
                </a:lnTo>
                <a:lnTo>
                  <a:pt x="775572" y="26344"/>
                </a:lnTo>
                <a:lnTo>
                  <a:pt x="764979" y="26344"/>
                </a:lnTo>
                <a:lnTo>
                  <a:pt x="764979" y="38013"/>
                </a:lnTo>
                <a:lnTo>
                  <a:pt x="775572" y="38013"/>
                </a:lnTo>
                <a:lnTo>
                  <a:pt x="775572" y="75561"/>
                </a:lnTo>
                <a:cubicBezTo>
                  <a:pt x="775572" y="78763"/>
                  <a:pt x="776106" y="81348"/>
                  <a:pt x="777173" y="83318"/>
                </a:cubicBezTo>
                <a:cubicBezTo>
                  <a:pt x="778241" y="85288"/>
                  <a:pt x="779698" y="86807"/>
                  <a:pt x="781545" y="87874"/>
                </a:cubicBezTo>
                <a:cubicBezTo>
                  <a:pt x="783394" y="88941"/>
                  <a:pt x="785529" y="89658"/>
                  <a:pt x="787951" y="90026"/>
                </a:cubicBezTo>
                <a:cubicBezTo>
                  <a:pt x="790374" y="90396"/>
                  <a:pt x="792941" y="90581"/>
                  <a:pt x="795652" y="90581"/>
                </a:cubicBezTo>
                <a:cubicBezTo>
                  <a:pt x="797376" y="90581"/>
                  <a:pt x="799141" y="90541"/>
                  <a:pt x="800948" y="90461"/>
                </a:cubicBezTo>
                <a:cubicBezTo>
                  <a:pt x="802755" y="90380"/>
                  <a:pt x="804397" y="90220"/>
                  <a:pt x="805875" y="89979"/>
                </a:cubicBezTo>
                <a:lnTo>
                  <a:pt x="805875" y="76375"/>
                </a:lnTo>
                <a:cubicBezTo>
                  <a:pt x="805054" y="76539"/>
                  <a:pt x="804192" y="76663"/>
                  <a:pt x="803288" y="76745"/>
                </a:cubicBezTo>
                <a:cubicBezTo>
                  <a:pt x="802385" y="76827"/>
                  <a:pt x="801441" y="76867"/>
                  <a:pt x="800456" y="76867"/>
                </a:cubicBezTo>
                <a:cubicBezTo>
                  <a:pt x="797499" y="76867"/>
                  <a:pt x="795527" y="76376"/>
                  <a:pt x="794541" y="75392"/>
                </a:cubicBezTo>
                <a:cubicBezTo>
                  <a:pt x="793556" y="74408"/>
                  <a:pt x="793063" y="72441"/>
                  <a:pt x="793063" y="69490"/>
                </a:cubicBezTo>
                <a:lnTo>
                  <a:pt x="793063" y="38013"/>
                </a:lnTo>
                <a:lnTo>
                  <a:pt x="805875" y="38013"/>
                </a:lnTo>
                <a:lnTo>
                  <a:pt x="805875" y="26344"/>
                </a:lnTo>
                <a:lnTo>
                  <a:pt x="793063" y="26344"/>
                </a:lnTo>
                <a:close/>
                <a:moveTo>
                  <a:pt x="831721" y="16480"/>
                </a:moveTo>
                <a:lnTo>
                  <a:pt x="831721" y="2045"/>
                </a:lnTo>
                <a:lnTo>
                  <a:pt x="814229" y="2045"/>
                </a:lnTo>
                <a:lnTo>
                  <a:pt x="814229" y="16480"/>
                </a:lnTo>
                <a:lnTo>
                  <a:pt x="831721" y="16480"/>
                </a:lnTo>
                <a:moveTo>
                  <a:pt x="814229" y="26295"/>
                </a:moveTo>
                <a:lnTo>
                  <a:pt x="814229" y="89979"/>
                </a:lnTo>
                <a:lnTo>
                  <a:pt x="831721" y="89979"/>
                </a:lnTo>
                <a:lnTo>
                  <a:pt x="831721" y="26295"/>
                </a:lnTo>
                <a:lnTo>
                  <a:pt x="814229" y="26295"/>
                </a:lnTo>
                <a:close/>
                <a:moveTo>
                  <a:pt x="860626" y="58224"/>
                </a:moveTo>
                <a:cubicBezTo>
                  <a:pt x="860626" y="55678"/>
                  <a:pt x="860872" y="53173"/>
                  <a:pt x="861364" y="50709"/>
                </a:cubicBezTo>
                <a:cubicBezTo>
                  <a:pt x="861857" y="48245"/>
                  <a:pt x="862698" y="46068"/>
                  <a:pt x="863889" y="44180"/>
                </a:cubicBezTo>
                <a:cubicBezTo>
                  <a:pt x="865080" y="42290"/>
                  <a:pt x="866662" y="40750"/>
                  <a:pt x="868633" y="39560"/>
                </a:cubicBezTo>
                <a:cubicBezTo>
                  <a:pt x="870604" y="38368"/>
                  <a:pt x="873067" y="37772"/>
                  <a:pt x="876023" y="37772"/>
                </a:cubicBezTo>
                <a:cubicBezTo>
                  <a:pt x="878980" y="37772"/>
                  <a:pt x="881465" y="38368"/>
                  <a:pt x="883476" y="39560"/>
                </a:cubicBezTo>
                <a:cubicBezTo>
                  <a:pt x="885488" y="40750"/>
                  <a:pt x="887090" y="42290"/>
                  <a:pt x="888280" y="44180"/>
                </a:cubicBezTo>
                <a:cubicBezTo>
                  <a:pt x="889472" y="46068"/>
                  <a:pt x="890314" y="48245"/>
                  <a:pt x="890806" y="50709"/>
                </a:cubicBezTo>
                <a:cubicBezTo>
                  <a:pt x="891299" y="53173"/>
                  <a:pt x="891545" y="55678"/>
                  <a:pt x="891545" y="58224"/>
                </a:cubicBezTo>
                <a:cubicBezTo>
                  <a:pt x="891545" y="60770"/>
                  <a:pt x="891299" y="63255"/>
                  <a:pt x="890806" y="65678"/>
                </a:cubicBezTo>
                <a:cubicBezTo>
                  <a:pt x="890314" y="68100"/>
                  <a:pt x="889472" y="70277"/>
                  <a:pt x="888280" y="72208"/>
                </a:cubicBezTo>
                <a:cubicBezTo>
                  <a:pt x="887090" y="74138"/>
                  <a:pt x="885488" y="75678"/>
                  <a:pt x="883476" y="76828"/>
                </a:cubicBezTo>
                <a:cubicBezTo>
                  <a:pt x="881465" y="77977"/>
                  <a:pt x="878980" y="78552"/>
                  <a:pt x="876023" y="78552"/>
                </a:cubicBezTo>
                <a:cubicBezTo>
                  <a:pt x="873067" y="78552"/>
                  <a:pt x="870604" y="77977"/>
                  <a:pt x="868633" y="76828"/>
                </a:cubicBezTo>
                <a:cubicBezTo>
                  <a:pt x="866662" y="75678"/>
                  <a:pt x="865080" y="74138"/>
                  <a:pt x="863889" y="72208"/>
                </a:cubicBezTo>
                <a:cubicBezTo>
                  <a:pt x="862698" y="70277"/>
                  <a:pt x="861857" y="68100"/>
                  <a:pt x="861364" y="65678"/>
                </a:cubicBezTo>
                <a:cubicBezTo>
                  <a:pt x="860872" y="63255"/>
                  <a:pt x="860626" y="60770"/>
                  <a:pt x="860626" y="58224"/>
                </a:cubicBezTo>
                <a:moveTo>
                  <a:pt x="843134" y="58226"/>
                </a:moveTo>
                <a:cubicBezTo>
                  <a:pt x="843134" y="63326"/>
                  <a:pt x="843914" y="67932"/>
                  <a:pt x="845474" y="72044"/>
                </a:cubicBezTo>
                <a:cubicBezTo>
                  <a:pt x="847034" y="76157"/>
                  <a:pt x="849252" y="79674"/>
                  <a:pt x="852126" y="82595"/>
                </a:cubicBezTo>
                <a:cubicBezTo>
                  <a:pt x="855001" y="85514"/>
                  <a:pt x="858450" y="87756"/>
                  <a:pt x="862473" y="89320"/>
                </a:cubicBezTo>
                <a:cubicBezTo>
                  <a:pt x="866498" y="90882"/>
                  <a:pt x="871015" y="91664"/>
                  <a:pt x="876023" y="91664"/>
                </a:cubicBezTo>
                <a:cubicBezTo>
                  <a:pt x="881033" y="91664"/>
                  <a:pt x="885570" y="90882"/>
                  <a:pt x="889635" y="89320"/>
                </a:cubicBezTo>
                <a:cubicBezTo>
                  <a:pt x="893700" y="87756"/>
                  <a:pt x="897170" y="85514"/>
                  <a:pt x="900044" y="82595"/>
                </a:cubicBezTo>
                <a:cubicBezTo>
                  <a:pt x="902919" y="79674"/>
                  <a:pt x="905136" y="76157"/>
                  <a:pt x="906696" y="72044"/>
                </a:cubicBezTo>
                <a:cubicBezTo>
                  <a:pt x="908256" y="67932"/>
                  <a:pt x="909036" y="63326"/>
                  <a:pt x="909036" y="58226"/>
                </a:cubicBezTo>
                <a:cubicBezTo>
                  <a:pt x="909036" y="53126"/>
                  <a:pt x="908256" y="48499"/>
                  <a:pt x="906696" y="44345"/>
                </a:cubicBezTo>
                <a:cubicBezTo>
                  <a:pt x="905136" y="40190"/>
                  <a:pt x="902919" y="36653"/>
                  <a:pt x="900044" y="33733"/>
                </a:cubicBezTo>
                <a:cubicBezTo>
                  <a:pt x="897170" y="30812"/>
                  <a:pt x="893700" y="28550"/>
                  <a:pt x="889635" y="26946"/>
                </a:cubicBezTo>
                <a:cubicBezTo>
                  <a:pt x="885570" y="25342"/>
                  <a:pt x="881033" y="24540"/>
                  <a:pt x="876023" y="24540"/>
                </a:cubicBezTo>
                <a:cubicBezTo>
                  <a:pt x="871015" y="24540"/>
                  <a:pt x="866498" y="25342"/>
                  <a:pt x="862473" y="26946"/>
                </a:cubicBezTo>
                <a:cubicBezTo>
                  <a:pt x="858450" y="28550"/>
                  <a:pt x="855001" y="30812"/>
                  <a:pt x="852126" y="33733"/>
                </a:cubicBezTo>
                <a:cubicBezTo>
                  <a:pt x="849252" y="36653"/>
                  <a:pt x="847034" y="40190"/>
                  <a:pt x="845474" y="44345"/>
                </a:cubicBezTo>
                <a:cubicBezTo>
                  <a:pt x="843914" y="48499"/>
                  <a:pt x="843134" y="53126"/>
                  <a:pt x="843134" y="58226"/>
                </a:cubicBezTo>
                <a:close/>
                <a:moveTo>
                  <a:pt x="920085" y="26293"/>
                </a:moveTo>
                <a:lnTo>
                  <a:pt x="920085" y="89979"/>
                </a:lnTo>
                <a:lnTo>
                  <a:pt x="937577" y="89979"/>
                </a:lnTo>
                <a:lnTo>
                  <a:pt x="937577" y="56602"/>
                </a:lnTo>
                <a:cubicBezTo>
                  <a:pt x="937577" y="50115"/>
                  <a:pt x="938644" y="45455"/>
                  <a:pt x="940780" y="42623"/>
                </a:cubicBezTo>
                <a:cubicBezTo>
                  <a:pt x="942915" y="39790"/>
                  <a:pt x="946364" y="38374"/>
                  <a:pt x="951127" y="38374"/>
                </a:cubicBezTo>
                <a:cubicBezTo>
                  <a:pt x="955316" y="38374"/>
                  <a:pt x="958231" y="39667"/>
                  <a:pt x="959872" y="42253"/>
                </a:cubicBezTo>
                <a:cubicBezTo>
                  <a:pt x="961515" y="44839"/>
                  <a:pt x="962336" y="48760"/>
                  <a:pt x="962336" y="54015"/>
                </a:cubicBezTo>
                <a:lnTo>
                  <a:pt x="962336" y="89979"/>
                </a:lnTo>
                <a:lnTo>
                  <a:pt x="979828" y="89979"/>
                </a:lnTo>
                <a:lnTo>
                  <a:pt x="979828" y="50790"/>
                </a:lnTo>
                <a:cubicBezTo>
                  <a:pt x="979828" y="46847"/>
                  <a:pt x="979479" y="43252"/>
                  <a:pt x="978781" y="40007"/>
                </a:cubicBezTo>
                <a:cubicBezTo>
                  <a:pt x="978083" y="36762"/>
                  <a:pt x="976871" y="34009"/>
                  <a:pt x="975146" y="31750"/>
                </a:cubicBezTo>
                <a:cubicBezTo>
                  <a:pt x="973422" y="29491"/>
                  <a:pt x="971061" y="27724"/>
                  <a:pt x="968064" y="26451"/>
                </a:cubicBezTo>
                <a:cubicBezTo>
                  <a:pt x="965066" y="25177"/>
                  <a:pt x="961227" y="24540"/>
                  <a:pt x="956545" y="24540"/>
                </a:cubicBezTo>
                <a:cubicBezTo>
                  <a:pt x="952850" y="24540"/>
                  <a:pt x="949237" y="25384"/>
                  <a:pt x="945706" y="27072"/>
                </a:cubicBezTo>
                <a:cubicBezTo>
                  <a:pt x="942175" y="28760"/>
                  <a:pt x="939301" y="31456"/>
                  <a:pt x="937084" y="35161"/>
                </a:cubicBezTo>
                <a:lnTo>
                  <a:pt x="936714" y="35161"/>
                </a:lnTo>
                <a:lnTo>
                  <a:pt x="936714" y="26293"/>
                </a:lnTo>
                <a:lnTo>
                  <a:pt x="920085" y="26293"/>
                </a:lnTo>
                <a:close/>
                <a:moveTo>
                  <a:pt x="1047621" y="73740"/>
                </a:moveTo>
                <a:lnTo>
                  <a:pt x="1047621" y="18285"/>
                </a:lnTo>
                <a:lnTo>
                  <a:pt x="1061417" y="18285"/>
                </a:lnTo>
                <a:cubicBezTo>
                  <a:pt x="1066180" y="18285"/>
                  <a:pt x="1070183" y="18962"/>
                  <a:pt x="1073428" y="20318"/>
                </a:cubicBezTo>
                <a:cubicBezTo>
                  <a:pt x="1076672" y="21674"/>
                  <a:pt x="1079279" y="23626"/>
                  <a:pt x="1081250" y="26173"/>
                </a:cubicBezTo>
                <a:cubicBezTo>
                  <a:pt x="1083222" y="28719"/>
                  <a:pt x="1084638" y="31779"/>
                  <a:pt x="1085500" y="35353"/>
                </a:cubicBezTo>
                <a:cubicBezTo>
                  <a:pt x="1086362" y="38927"/>
                  <a:pt x="1086793" y="42932"/>
                  <a:pt x="1086793" y="47367"/>
                </a:cubicBezTo>
                <a:cubicBezTo>
                  <a:pt x="1086793" y="52215"/>
                  <a:pt x="1086177" y="56324"/>
                  <a:pt x="1084946" y="59692"/>
                </a:cubicBezTo>
                <a:cubicBezTo>
                  <a:pt x="1083714" y="63060"/>
                  <a:pt x="1082071" y="65792"/>
                  <a:pt x="1080017" y="67887"/>
                </a:cubicBezTo>
                <a:cubicBezTo>
                  <a:pt x="1077965" y="69982"/>
                  <a:pt x="1075625" y="71481"/>
                  <a:pt x="1072997" y="72385"/>
                </a:cubicBezTo>
                <a:cubicBezTo>
                  <a:pt x="1070370" y="73288"/>
                  <a:pt x="1067659" y="73740"/>
                  <a:pt x="1064866" y="73740"/>
                </a:cubicBezTo>
                <a:lnTo>
                  <a:pt x="1047621" y="73740"/>
                </a:lnTo>
                <a:moveTo>
                  <a:pt x="1028282" y="2045"/>
                </a:moveTo>
                <a:lnTo>
                  <a:pt x="1028282" y="89979"/>
                </a:lnTo>
                <a:lnTo>
                  <a:pt x="1066221" y="89979"/>
                </a:lnTo>
                <a:cubicBezTo>
                  <a:pt x="1072955" y="89979"/>
                  <a:pt x="1078806" y="88850"/>
                  <a:pt x="1083775" y="86592"/>
                </a:cubicBezTo>
                <a:cubicBezTo>
                  <a:pt x="1088743" y="84334"/>
                  <a:pt x="1092890" y="81235"/>
                  <a:pt x="1096216" y="77294"/>
                </a:cubicBezTo>
                <a:cubicBezTo>
                  <a:pt x="1099543" y="73353"/>
                  <a:pt x="1102027" y="68674"/>
                  <a:pt x="1103668" y="63256"/>
                </a:cubicBezTo>
                <a:cubicBezTo>
                  <a:pt x="1105311" y="57836"/>
                  <a:pt x="1106132" y="51924"/>
                  <a:pt x="1106132" y="45520"/>
                </a:cubicBezTo>
                <a:cubicBezTo>
                  <a:pt x="1106132" y="38212"/>
                  <a:pt x="1105126" y="31849"/>
                  <a:pt x="1103114" y="26431"/>
                </a:cubicBezTo>
                <a:cubicBezTo>
                  <a:pt x="1101103" y="21011"/>
                  <a:pt x="1098311" y="16495"/>
                  <a:pt x="1094738" y="12883"/>
                </a:cubicBezTo>
                <a:cubicBezTo>
                  <a:pt x="1091166" y="9270"/>
                  <a:pt x="1086936" y="6561"/>
                  <a:pt x="1082049" y="4755"/>
                </a:cubicBezTo>
                <a:cubicBezTo>
                  <a:pt x="1077164" y="2948"/>
                  <a:pt x="1071888" y="2045"/>
                  <a:pt x="1066221" y="2045"/>
                </a:cubicBezTo>
                <a:lnTo>
                  <a:pt x="1028282" y="2045"/>
                </a:lnTo>
                <a:close/>
                <a:moveTo>
                  <a:pt x="1116742" y="45881"/>
                </a:moveTo>
                <a:cubicBezTo>
                  <a:pt x="1116987" y="41774"/>
                  <a:pt x="1118014" y="38367"/>
                  <a:pt x="1119821" y="35658"/>
                </a:cubicBezTo>
                <a:cubicBezTo>
                  <a:pt x="1121628" y="32947"/>
                  <a:pt x="1123927" y="30771"/>
                  <a:pt x="1126719" y="29128"/>
                </a:cubicBezTo>
                <a:cubicBezTo>
                  <a:pt x="1129510" y="27485"/>
                  <a:pt x="1132651" y="26315"/>
                  <a:pt x="1136141" y="25617"/>
                </a:cubicBezTo>
                <a:cubicBezTo>
                  <a:pt x="1139632" y="24919"/>
                  <a:pt x="1143143" y="24570"/>
                  <a:pt x="1146674" y="24570"/>
                </a:cubicBezTo>
                <a:cubicBezTo>
                  <a:pt x="1149877" y="24570"/>
                  <a:pt x="1153121" y="24796"/>
                  <a:pt x="1156405" y="25248"/>
                </a:cubicBezTo>
                <a:cubicBezTo>
                  <a:pt x="1159690" y="25700"/>
                  <a:pt x="1162688" y="26582"/>
                  <a:pt x="1165397" y="27897"/>
                </a:cubicBezTo>
                <a:cubicBezTo>
                  <a:pt x="1168107" y="29210"/>
                  <a:pt x="1170324" y="31037"/>
                  <a:pt x="1172049" y="33378"/>
                </a:cubicBezTo>
                <a:cubicBezTo>
                  <a:pt x="1173774" y="35718"/>
                  <a:pt x="1174637" y="38818"/>
                  <a:pt x="1174637" y="42678"/>
                </a:cubicBezTo>
                <a:lnTo>
                  <a:pt x="1174637" y="75813"/>
                </a:lnTo>
                <a:cubicBezTo>
                  <a:pt x="1174637" y="78688"/>
                  <a:pt x="1174801" y="81439"/>
                  <a:pt x="1175129" y="84066"/>
                </a:cubicBezTo>
                <a:cubicBezTo>
                  <a:pt x="1175458" y="86694"/>
                  <a:pt x="1176032" y="88665"/>
                  <a:pt x="1176853" y="89979"/>
                </a:cubicBezTo>
                <a:lnTo>
                  <a:pt x="1159115" y="89979"/>
                </a:lnTo>
                <a:cubicBezTo>
                  <a:pt x="1158787" y="88995"/>
                  <a:pt x="1158520" y="87989"/>
                  <a:pt x="1158314" y="86963"/>
                </a:cubicBezTo>
                <a:cubicBezTo>
                  <a:pt x="1158109" y="85935"/>
                  <a:pt x="1157966" y="84888"/>
                  <a:pt x="1157884" y="83820"/>
                </a:cubicBezTo>
                <a:cubicBezTo>
                  <a:pt x="1155092" y="86695"/>
                  <a:pt x="1151807" y="88707"/>
                  <a:pt x="1148029" y="89857"/>
                </a:cubicBezTo>
                <a:cubicBezTo>
                  <a:pt x="1144251" y="91006"/>
                  <a:pt x="1140391" y="91581"/>
                  <a:pt x="1136449" y="91581"/>
                </a:cubicBezTo>
                <a:cubicBezTo>
                  <a:pt x="1133412" y="91581"/>
                  <a:pt x="1130579" y="91211"/>
                  <a:pt x="1127950" y="90472"/>
                </a:cubicBezTo>
                <a:cubicBezTo>
                  <a:pt x="1125322" y="89733"/>
                  <a:pt x="1123023" y="88583"/>
                  <a:pt x="1121052" y="87023"/>
                </a:cubicBezTo>
                <a:cubicBezTo>
                  <a:pt x="1119082" y="85463"/>
                  <a:pt x="1117543" y="83492"/>
                  <a:pt x="1116434" y="81112"/>
                </a:cubicBezTo>
                <a:cubicBezTo>
                  <a:pt x="1115325" y="78729"/>
                  <a:pt x="1114770" y="75896"/>
                  <a:pt x="1114770" y="72610"/>
                </a:cubicBezTo>
                <a:cubicBezTo>
                  <a:pt x="1114770" y="68998"/>
                  <a:pt x="1115407" y="66021"/>
                  <a:pt x="1116680" y="63680"/>
                </a:cubicBezTo>
                <a:cubicBezTo>
                  <a:pt x="1117953" y="61340"/>
                  <a:pt x="1119595" y="59471"/>
                  <a:pt x="1121606" y="58075"/>
                </a:cubicBezTo>
                <a:cubicBezTo>
                  <a:pt x="1123619" y="56679"/>
                  <a:pt x="1125918" y="55633"/>
                  <a:pt x="1128504" y="54935"/>
                </a:cubicBezTo>
                <a:cubicBezTo>
                  <a:pt x="1131092" y="54237"/>
                  <a:pt x="1133699" y="53683"/>
                  <a:pt x="1136327" y="53273"/>
                </a:cubicBezTo>
                <a:cubicBezTo>
                  <a:pt x="1138955" y="52862"/>
                  <a:pt x="1141541" y="52533"/>
                  <a:pt x="1144086" y="52286"/>
                </a:cubicBezTo>
                <a:cubicBezTo>
                  <a:pt x="1146632" y="52039"/>
                  <a:pt x="1148891" y="51670"/>
                  <a:pt x="1150862" y="51177"/>
                </a:cubicBezTo>
                <a:cubicBezTo>
                  <a:pt x="1152833" y="50685"/>
                  <a:pt x="1154393" y="49967"/>
                  <a:pt x="1155542" y="49023"/>
                </a:cubicBezTo>
                <a:cubicBezTo>
                  <a:pt x="1156692" y="48078"/>
                  <a:pt x="1157227" y="46703"/>
                  <a:pt x="1157145" y="44896"/>
                </a:cubicBezTo>
                <a:cubicBezTo>
                  <a:pt x="1157145" y="43006"/>
                  <a:pt x="1156837" y="41507"/>
                  <a:pt x="1156221" y="40400"/>
                </a:cubicBezTo>
                <a:cubicBezTo>
                  <a:pt x="1155604" y="39291"/>
                  <a:pt x="1154783" y="38429"/>
                  <a:pt x="1153756" y="37813"/>
                </a:cubicBezTo>
                <a:cubicBezTo>
                  <a:pt x="1152730" y="37197"/>
                  <a:pt x="1151539" y="36786"/>
                  <a:pt x="1150183" y="36580"/>
                </a:cubicBezTo>
                <a:cubicBezTo>
                  <a:pt x="1148829" y="36375"/>
                  <a:pt x="1147372" y="36272"/>
                  <a:pt x="1145811" y="36272"/>
                </a:cubicBezTo>
                <a:cubicBezTo>
                  <a:pt x="1142363" y="36272"/>
                  <a:pt x="1139653" y="37012"/>
                  <a:pt x="1137682" y="38490"/>
                </a:cubicBezTo>
                <a:cubicBezTo>
                  <a:pt x="1135711" y="39969"/>
                  <a:pt x="1134562" y="42432"/>
                  <a:pt x="1134233" y="45881"/>
                </a:cubicBezTo>
                <a:lnTo>
                  <a:pt x="1116742" y="45881"/>
                </a:lnTo>
                <a:moveTo>
                  <a:pt x="1157145" y="58814"/>
                </a:moveTo>
                <a:cubicBezTo>
                  <a:pt x="1156406" y="59472"/>
                  <a:pt x="1155482" y="59986"/>
                  <a:pt x="1154373" y="60355"/>
                </a:cubicBezTo>
                <a:cubicBezTo>
                  <a:pt x="1153264" y="60725"/>
                  <a:pt x="1152073" y="61033"/>
                  <a:pt x="1150800" y="61280"/>
                </a:cubicBezTo>
                <a:cubicBezTo>
                  <a:pt x="1149528" y="61526"/>
                  <a:pt x="1148194" y="61731"/>
                  <a:pt x="1146796" y="61895"/>
                </a:cubicBezTo>
                <a:cubicBezTo>
                  <a:pt x="1145400" y="62059"/>
                  <a:pt x="1144005" y="62264"/>
                  <a:pt x="1142609" y="62509"/>
                </a:cubicBezTo>
                <a:cubicBezTo>
                  <a:pt x="1141295" y="62756"/>
                  <a:pt x="1140002" y="63085"/>
                  <a:pt x="1138729" y="63496"/>
                </a:cubicBezTo>
                <a:cubicBezTo>
                  <a:pt x="1137456" y="63906"/>
                  <a:pt x="1136347" y="64460"/>
                  <a:pt x="1135402" y="65160"/>
                </a:cubicBezTo>
                <a:cubicBezTo>
                  <a:pt x="1134459" y="65857"/>
                  <a:pt x="1133699" y="66740"/>
                  <a:pt x="1133124" y="67808"/>
                </a:cubicBezTo>
                <a:cubicBezTo>
                  <a:pt x="1132549" y="68874"/>
                  <a:pt x="1132262" y="70229"/>
                  <a:pt x="1132262" y="71872"/>
                </a:cubicBezTo>
                <a:cubicBezTo>
                  <a:pt x="1132262" y="73432"/>
                  <a:pt x="1132549" y="74745"/>
                  <a:pt x="1133124" y="75813"/>
                </a:cubicBezTo>
                <a:cubicBezTo>
                  <a:pt x="1133699" y="76881"/>
                  <a:pt x="1134479" y="77723"/>
                  <a:pt x="1135464" y="78339"/>
                </a:cubicBezTo>
                <a:cubicBezTo>
                  <a:pt x="1136451" y="78954"/>
                  <a:pt x="1137600" y="79385"/>
                  <a:pt x="1138913" y="79632"/>
                </a:cubicBezTo>
                <a:cubicBezTo>
                  <a:pt x="1140228" y="79879"/>
                  <a:pt x="1141583" y="80003"/>
                  <a:pt x="1142979" y="80003"/>
                </a:cubicBezTo>
                <a:cubicBezTo>
                  <a:pt x="1146427" y="80003"/>
                  <a:pt x="1149096" y="79428"/>
                  <a:pt x="1150984" y="78279"/>
                </a:cubicBezTo>
                <a:cubicBezTo>
                  <a:pt x="1152874" y="77129"/>
                  <a:pt x="1154270" y="75753"/>
                  <a:pt x="1155174" y="74151"/>
                </a:cubicBezTo>
                <a:cubicBezTo>
                  <a:pt x="1156077" y="72550"/>
                  <a:pt x="1156632" y="70928"/>
                  <a:pt x="1156837" y="69285"/>
                </a:cubicBezTo>
                <a:cubicBezTo>
                  <a:pt x="1157043" y="67642"/>
                  <a:pt x="1157145" y="66329"/>
                  <a:pt x="1157145" y="65344"/>
                </a:cubicBezTo>
                <a:lnTo>
                  <a:pt x="1157145" y="58814"/>
                </a:lnTo>
                <a:close/>
                <a:moveTo>
                  <a:pt x="1210041" y="26344"/>
                </a:moveTo>
                <a:lnTo>
                  <a:pt x="1210041" y="7218"/>
                </a:lnTo>
                <a:lnTo>
                  <a:pt x="1192549" y="7218"/>
                </a:lnTo>
                <a:lnTo>
                  <a:pt x="1192549" y="26344"/>
                </a:lnTo>
                <a:lnTo>
                  <a:pt x="1181956" y="26344"/>
                </a:lnTo>
                <a:lnTo>
                  <a:pt x="1181956" y="38013"/>
                </a:lnTo>
                <a:lnTo>
                  <a:pt x="1192549" y="38013"/>
                </a:lnTo>
                <a:lnTo>
                  <a:pt x="1192549" y="75561"/>
                </a:lnTo>
                <a:cubicBezTo>
                  <a:pt x="1192549" y="78763"/>
                  <a:pt x="1193083" y="81348"/>
                  <a:pt x="1194151" y="83318"/>
                </a:cubicBezTo>
                <a:cubicBezTo>
                  <a:pt x="1195218" y="85288"/>
                  <a:pt x="1196676" y="86807"/>
                  <a:pt x="1198523" y="87874"/>
                </a:cubicBezTo>
                <a:cubicBezTo>
                  <a:pt x="1200371" y="88941"/>
                  <a:pt x="1202506" y="89658"/>
                  <a:pt x="1204928" y="90026"/>
                </a:cubicBezTo>
                <a:cubicBezTo>
                  <a:pt x="1207352" y="90396"/>
                  <a:pt x="1209918" y="90581"/>
                  <a:pt x="1212629" y="90581"/>
                </a:cubicBezTo>
                <a:cubicBezTo>
                  <a:pt x="1214353" y="90581"/>
                  <a:pt x="1216119" y="90541"/>
                  <a:pt x="1217925" y="90461"/>
                </a:cubicBezTo>
                <a:cubicBezTo>
                  <a:pt x="1219732" y="90380"/>
                  <a:pt x="1221375" y="90220"/>
                  <a:pt x="1222852" y="89979"/>
                </a:cubicBezTo>
                <a:lnTo>
                  <a:pt x="1222852" y="76375"/>
                </a:lnTo>
                <a:cubicBezTo>
                  <a:pt x="1222031" y="76539"/>
                  <a:pt x="1221169" y="76663"/>
                  <a:pt x="1220266" y="76745"/>
                </a:cubicBezTo>
                <a:cubicBezTo>
                  <a:pt x="1219362" y="76827"/>
                  <a:pt x="1218418" y="76867"/>
                  <a:pt x="1217433" y="76867"/>
                </a:cubicBezTo>
                <a:cubicBezTo>
                  <a:pt x="1214476" y="76867"/>
                  <a:pt x="1212504" y="76376"/>
                  <a:pt x="1211518" y="75392"/>
                </a:cubicBezTo>
                <a:cubicBezTo>
                  <a:pt x="1210533" y="74408"/>
                  <a:pt x="1210041" y="72441"/>
                  <a:pt x="1210041" y="69490"/>
                </a:cubicBezTo>
                <a:lnTo>
                  <a:pt x="1210041" y="38013"/>
                </a:lnTo>
                <a:lnTo>
                  <a:pt x="1222852" y="38013"/>
                </a:lnTo>
                <a:lnTo>
                  <a:pt x="1222852" y="26344"/>
                </a:lnTo>
                <a:lnTo>
                  <a:pt x="1210041" y="26344"/>
                </a:lnTo>
                <a:close/>
                <a:moveTo>
                  <a:pt x="1229975" y="45881"/>
                </a:moveTo>
                <a:cubicBezTo>
                  <a:pt x="1230221" y="41774"/>
                  <a:pt x="1231247" y="38367"/>
                  <a:pt x="1233054" y="35658"/>
                </a:cubicBezTo>
                <a:cubicBezTo>
                  <a:pt x="1234861" y="32947"/>
                  <a:pt x="1237160" y="30771"/>
                  <a:pt x="1239952" y="29128"/>
                </a:cubicBezTo>
                <a:cubicBezTo>
                  <a:pt x="1242744" y="27485"/>
                  <a:pt x="1245885" y="26315"/>
                  <a:pt x="1249375" y="25617"/>
                </a:cubicBezTo>
                <a:cubicBezTo>
                  <a:pt x="1252866" y="24919"/>
                  <a:pt x="1256377" y="24570"/>
                  <a:pt x="1259908" y="24570"/>
                </a:cubicBezTo>
                <a:cubicBezTo>
                  <a:pt x="1263111" y="24570"/>
                  <a:pt x="1266354" y="24796"/>
                  <a:pt x="1269638" y="25248"/>
                </a:cubicBezTo>
                <a:cubicBezTo>
                  <a:pt x="1272924" y="25700"/>
                  <a:pt x="1275921" y="26582"/>
                  <a:pt x="1278630" y="27897"/>
                </a:cubicBezTo>
                <a:cubicBezTo>
                  <a:pt x="1281341" y="29210"/>
                  <a:pt x="1283558" y="31037"/>
                  <a:pt x="1285282" y="33378"/>
                </a:cubicBezTo>
                <a:cubicBezTo>
                  <a:pt x="1287008" y="35718"/>
                  <a:pt x="1287870" y="38818"/>
                  <a:pt x="1287870" y="42678"/>
                </a:cubicBezTo>
                <a:lnTo>
                  <a:pt x="1287870" y="75813"/>
                </a:lnTo>
                <a:cubicBezTo>
                  <a:pt x="1287870" y="78688"/>
                  <a:pt x="1288035" y="81439"/>
                  <a:pt x="1288363" y="84066"/>
                </a:cubicBezTo>
                <a:cubicBezTo>
                  <a:pt x="1288691" y="86694"/>
                  <a:pt x="1289266" y="88665"/>
                  <a:pt x="1290086" y="89979"/>
                </a:cubicBezTo>
                <a:lnTo>
                  <a:pt x="1272349" y="89979"/>
                </a:lnTo>
                <a:cubicBezTo>
                  <a:pt x="1272020" y="88995"/>
                  <a:pt x="1271754" y="87989"/>
                  <a:pt x="1271548" y="86963"/>
                </a:cubicBezTo>
                <a:cubicBezTo>
                  <a:pt x="1271343" y="85935"/>
                  <a:pt x="1271199" y="84888"/>
                  <a:pt x="1271118" y="83820"/>
                </a:cubicBezTo>
                <a:cubicBezTo>
                  <a:pt x="1268326" y="86695"/>
                  <a:pt x="1265041" y="88707"/>
                  <a:pt x="1261263" y="89857"/>
                </a:cubicBezTo>
                <a:cubicBezTo>
                  <a:pt x="1257485" y="91006"/>
                  <a:pt x="1253625" y="91581"/>
                  <a:pt x="1249683" y="91581"/>
                </a:cubicBezTo>
                <a:cubicBezTo>
                  <a:pt x="1246645" y="91581"/>
                  <a:pt x="1243812" y="91211"/>
                  <a:pt x="1241183" y="90472"/>
                </a:cubicBezTo>
                <a:cubicBezTo>
                  <a:pt x="1238556" y="89733"/>
                  <a:pt x="1236256" y="88583"/>
                  <a:pt x="1234285" y="87023"/>
                </a:cubicBezTo>
                <a:cubicBezTo>
                  <a:pt x="1232316" y="85463"/>
                  <a:pt x="1230776" y="83492"/>
                  <a:pt x="1229667" y="81112"/>
                </a:cubicBezTo>
                <a:cubicBezTo>
                  <a:pt x="1228558" y="78729"/>
                  <a:pt x="1228004" y="75896"/>
                  <a:pt x="1228004" y="72610"/>
                </a:cubicBezTo>
                <a:cubicBezTo>
                  <a:pt x="1228004" y="68998"/>
                  <a:pt x="1228640" y="66021"/>
                  <a:pt x="1229913" y="63680"/>
                </a:cubicBezTo>
                <a:cubicBezTo>
                  <a:pt x="1231187" y="61340"/>
                  <a:pt x="1232829" y="59471"/>
                  <a:pt x="1234840" y="58075"/>
                </a:cubicBezTo>
                <a:cubicBezTo>
                  <a:pt x="1236852" y="56679"/>
                  <a:pt x="1239152" y="55633"/>
                  <a:pt x="1241738" y="54935"/>
                </a:cubicBezTo>
                <a:cubicBezTo>
                  <a:pt x="1244325" y="54237"/>
                  <a:pt x="1246933" y="53683"/>
                  <a:pt x="1249561" y="53273"/>
                </a:cubicBezTo>
                <a:cubicBezTo>
                  <a:pt x="1252188" y="52862"/>
                  <a:pt x="1254775" y="52533"/>
                  <a:pt x="1257320" y="52286"/>
                </a:cubicBezTo>
                <a:cubicBezTo>
                  <a:pt x="1259866" y="52039"/>
                  <a:pt x="1262124" y="51670"/>
                  <a:pt x="1264096" y="51177"/>
                </a:cubicBezTo>
                <a:cubicBezTo>
                  <a:pt x="1266067" y="50685"/>
                  <a:pt x="1267627" y="49967"/>
                  <a:pt x="1268776" y="49023"/>
                </a:cubicBezTo>
                <a:cubicBezTo>
                  <a:pt x="1269926" y="48078"/>
                  <a:pt x="1270460" y="46703"/>
                  <a:pt x="1270379" y="44896"/>
                </a:cubicBezTo>
                <a:cubicBezTo>
                  <a:pt x="1270379" y="43006"/>
                  <a:pt x="1270071" y="41507"/>
                  <a:pt x="1269454" y="40400"/>
                </a:cubicBezTo>
                <a:cubicBezTo>
                  <a:pt x="1268838" y="39291"/>
                  <a:pt x="1268016" y="38429"/>
                  <a:pt x="1266990" y="37813"/>
                </a:cubicBezTo>
                <a:cubicBezTo>
                  <a:pt x="1265964" y="37197"/>
                  <a:pt x="1264773" y="36786"/>
                  <a:pt x="1263417" y="36580"/>
                </a:cubicBezTo>
                <a:cubicBezTo>
                  <a:pt x="1262062" y="36375"/>
                  <a:pt x="1260605" y="36272"/>
                  <a:pt x="1259045" y="36272"/>
                </a:cubicBezTo>
                <a:cubicBezTo>
                  <a:pt x="1255597" y="36272"/>
                  <a:pt x="1252887" y="37012"/>
                  <a:pt x="1250916" y="38490"/>
                </a:cubicBezTo>
                <a:cubicBezTo>
                  <a:pt x="1248945" y="39969"/>
                  <a:pt x="1247795" y="42432"/>
                  <a:pt x="1247467" y="45881"/>
                </a:cubicBezTo>
                <a:lnTo>
                  <a:pt x="1229975" y="45881"/>
                </a:lnTo>
                <a:moveTo>
                  <a:pt x="1270379" y="58814"/>
                </a:moveTo>
                <a:cubicBezTo>
                  <a:pt x="1269640" y="59472"/>
                  <a:pt x="1268716" y="59986"/>
                  <a:pt x="1267607" y="60355"/>
                </a:cubicBezTo>
                <a:cubicBezTo>
                  <a:pt x="1266498" y="60725"/>
                  <a:pt x="1265307" y="61033"/>
                  <a:pt x="1264033" y="61280"/>
                </a:cubicBezTo>
                <a:cubicBezTo>
                  <a:pt x="1262762" y="61526"/>
                  <a:pt x="1261427" y="61731"/>
                  <a:pt x="1260030" y="61895"/>
                </a:cubicBezTo>
                <a:cubicBezTo>
                  <a:pt x="1258634" y="62059"/>
                  <a:pt x="1257238" y="62264"/>
                  <a:pt x="1255842" y="62509"/>
                </a:cubicBezTo>
                <a:cubicBezTo>
                  <a:pt x="1254529" y="62756"/>
                  <a:pt x="1253236" y="63085"/>
                  <a:pt x="1251963" y="63496"/>
                </a:cubicBezTo>
                <a:cubicBezTo>
                  <a:pt x="1250690" y="63906"/>
                  <a:pt x="1249581" y="64460"/>
                  <a:pt x="1248636" y="65160"/>
                </a:cubicBezTo>
                <a:cubicBezTo>
                  <a:pt x="1247692" y="65857"/>
                  <a:pt x="1246933" y="66740"/>
                  <a:pt x="1246358" y="67808"/>
                </a:cubicBezTo>
                <a:cubicBezTo>
                  <a:pt x="1245783" y="68874"/>
                  <a:pt x="1245495" y="70229"/>
                  <a:pt x="1245495" y="71872"/>
                </a:cubicBezTo>
                <a:cubicBezTo>
                  <a:pt x="1245495" y="73432"/>
                  <a:pt x="1245783" y="74745"/>
                  <a:pt x="1246358" y="75813"/>
                </a:cubicBezTo>
                <a:cubicBezTo>
                  <a:pt x="1246933" y="76881"/>
                  <a:pt x="1247713" y="77723"/>
                  <a:pt x="1248698" y="78339"/>
                </a:cubicBezTo>
                <a:cubicBezTo>
                  <a:pt x="1249684" y="78954"/>
                  <a:pt x="1250834" y="79385"/>
                  <a:pt x="1252147" y="79632"/>
                </a:cubicBezTo>
                <a:cubicBezTo>
                  <a:pt x="1253461" y="79879"/>
                  <a:pt x="1254817" y="80003"/>
                  <a:pt x="1256213" y="80003"/>
                </a:cubicBezTo>
                <a:cubicBezTo>
                  <a:pt x="1259661" y="80003"/>
                  <a:pt x="1262329" y="79428"/>
                  <a:pt x="1264218" y="78279"/>
                </a:cubicBezTo>
                <a:cubicBezTo>
                  <a:pt x="1266107" y="77129"/>
                  <a:pt x="1267504" y="75753"/>
                  <a:pt x="1268407" y="74151"/>
                </a:cubicBezTo>
                <a:cubicBezTo>
                  <a:pt x="1269311" y="72550"/>
                  <a:pt x="1269865" y="70928"/>
                  <a:pt x="1270071" y="69285"/>
                </a:cubicBezTo>
                <a:cubicBezTo>
                  <a:pt x="1270276" y="67642"/>
                  <a:pt x="1270379" y="66329"/>
                  <a:pt x="1270379" y="65344"/>
                </a:cubicBezTo>
                <a:lnTo>
                  <a:pt x="1270379" y="58814"/>
                </a:lnTo>
                <a:close/>
                <a:moveTo>
                  <a:pt x="1314652" y="69289"/>
                </a:moveTo>
                <a:lnTo>
                  <a:pt x="1298024" y="69289"/>
                </a:lnTo>
                <a:cubicBezTo>
                  <a:pt x="1298188" y="73552"/>
                  <a:pt x="1299153" y="77097"/>
                  <a:pt x="1300918" y="79926"/>
                </a:cubicBezTo>
                <a:cubicBezTo>
                  <a:pt x="1302684" y="82752"/>
                  <a:pt x="1304942" y="85027"/>
                  <a:pt x="1307692" y="86748"/>
                </a:cubicBezTo>
                <a:cubicBezTo>
                  <a:pt x="1310444" y="88470"/>
                  <a:pt x="1313585" y="89699"/>
                  <a:pt x="1317116" y="90436"/>
                </a:cubicBezTo>
                <a:cubicBezTo>
                  <a:pt x="1320648" y="91174"/>
                  <a:pt x="1324261" y="91543"/>
                  <a:pt x="1327956" y="91543"/>
                </a:cubicBezTo>
                <a:cubicBezTo>
                  <a:pt x="1331569" y="91543"/>
                  <a:pt x="1335120" y="91194"/>
                  <a:pt x="1338609" y="90494"/>
                </a:cubicBezTo>
                <a:cubicBezTo>
                  <a:pt x="1342100" y="89796"/>
                  <a:pt x="1345201" y="88585"/>
                  <a:pt x="1347910" y="86859"/>
                </a:cubicBezTo>
                <a:cubicBezTo>
                  <a:pt x="1350620" y="85134"/>
                  <a:pt x="1352817" y="82854"/>
                  <a:pt x="1354499" y="80020"/>
                </a:cubicBezTo>
                <a:cubicBezTo>
                  <a:pt x="1356184" y="77185"/>
                  <a:pt x="1357026" y="73673"/>
                  <a:pt x="1357026" y="69483"/>
                </a:cubicBezTo>
                <a:cubicBezTo>
                  <a:pt x="1357026" y="66525"/>
                  <a:pt x="1356450" y="64041"/>
                  <a:pt x="1355300" y="62028"/>
                </a:cubicBezTo>
                <a:cubicBezTo>
                  <a:pt x="1354151" y="60014"/>
                  <a:pt x="1352632" y="58330"/>
                  <a:pt x="1350742" y="56974"/>
                </a:cubicBezTo>
                <a:cubicBezTo>
                  <a:pt x="1348854" y="55618"/>
                  <a:pt x="1346699" y="54530"/>
                  <a:pt x="1344276" y="53709"/>
                </a:cubicBezTo>
                <a:cubicBezTo>
                  <a:pt x="1341854" y="52887"/>
                  <a:pt x="1339370" y="52189"/>
                  <a:pt x="1336824" y="51613"/>
                </a:cubicBezTo>
                <a:cubicBezTo>
                  <a:pt x="1334360" y="51038"/>
                  <a:pt x="1331938" y="50504"/>
                  <a:pt x="1329555" y="50012"/>
                </a:cubicBezTo>
                <a:cubicBezTo>
                  <a:pt x="1327175" y="49518"/>
                  <a:pt x="1325060" y="48964"/>
                  <a:pt x="1323212" y="48349"/>
                </a:cubicBezTo>
                <a:cubicBezTo>
                  <a:pt x="1321365" y="47732"/>
                  <a:pt x="1319866" y="46931"/>
                  <a:pt x="1318716" y="45945"/>
                </a:cubicBezTo>
                <a:cubicBezTo>
                  <a:pt x="1317567" y="44958"/>
                  <a:pt x="1316992" y="43685"/>
                  <a:pt x="1316992" y="42123"/>
                </a:cubicBezTo>
                <a:cubicBezTo>
                  <a:pt x="1316992" y="40809"/>
                  <a:pt x="1317321" y="39761"/>
                  <a:pt x="1317977" y="38981"/>
                </a:cubicBezTo>
                <a:cubicBezTo>
                  <a:pt x="1318635" y="38200"/>
                  <a:pt x="1319436" y="37605"/>
                  <a:pt x="1320379" y="37195"/>
                </a:cubicBezTo>
                <a:cubicBezTo>
                  <a:pt x="1321324" y="36784"/>
                  <a:pt x="1322371" y="36517"/>
                  <a:pt x="1323520" y="36394"/>
                </a:cubicBezTo>
                <a:cubicBezTo>
                  <a:pt x="1324670" y="36270"/>
                  <a:pt x="1325738" y="36208"/>
                  <a:pt x="1326723" y="36208"/>
                </a:cubicBezTo>
                <a:cubicBezTo>
                  <a:pt x="1329843" y="36208"/>
                  <a:pt x="1332553" y="36807"/>
                  <a:pt x="1334852" y="38003"/>
                </a:cubicBezTo>
                <a:cubicBezTo>
                  <a:pt x="1337152" y="39199"/>
                  <a:pt x="1338425" y="41487"/>
                  <a:pt x="1338671" y="44869"/>
                </a:cubicBezTo>
                <a:lnTo>
                  <a:pt x="1355302" y="44869"/>
                </a:lnTo>
                <a:cubicBezTo>
                  <a:pt x="1354974" y="40927"/>
                  <a:pt x="1353968" y="37662"/>
                  <a:pt x="1352283" y="35075"/>
                </a:cubicBezTo>
                <a:cubicBezTo>
                  <a:pt x="1350601" y="32487"/>
                  <a:pt x="1348486" y="30414"/>
                  <a:pt x="1345940" y="28853"/>
                </a:cubicBezTo>
                <a:cubicBezTo>
                  <a:pt x="1343395" y="27292"/>
                  <a:pt x="1340500" y="26183"/>
                  <a:pt x="1337256" y="25527"/>
                </a:cubicBezTo>
                <a:cubicBezTo>
                  <a:pt x="1334012" y="24869"/>
                  <a:pt x="1330666" y="24540"/>
                  <a:pt x="1327217" y="24540"/>
                </a:cubicBezTo>
                <a:cubicBezTo>
                  <a:pt x="1323768" y="24540"/>
                  <a:pt x="1320400" y="24848"/>
                  <a:pt x="1317115" y="25465"/>
                </a:cubicBezTo>
                <a:cubicBezTo>
                  <a:pt x="1313830" y="26080"/>
                  <a:pt x="1310874" y="27147"/>
                  <a:pt x="1308247" y="28667"/>
                </a:cubicBezTo>
                <a:cubicBezTo>
                  <a:pt x="1305619" y="30187"/>
                  <a:pt x="1303504" y="32262"/>
                  <a:pt x="1301903" y="34891"/>
                </a:cubicBezTo>
                <a:cubicBezTo>
                  <a:pt x="1300302" y="37520"/>
                  <a:pt x="1299501" y="40888"/>
                  <a:pt x="1299501" y="44997"/>
                </a:cubicBezTo>
                <a:cubicBezTo>
                  <a:pt x="1299501" y="47790"/>
                  <a:pt x="1300075" y="50152"/>
                  <a:pt x="1301225" y="52083"/>
                </a:cubicBezTo>
                <a:cubicBezTo>
                  <a:pt x="1302375" y="54013"/>
                  <a:pt x="1303894" y="55615"/>
                  <a:pt x="1305783" y="56889"/>
                </a:cubicBezTo>
                <a:cubicBezTo>
                  <a:pt x="1307672" y="58162"/>
                  <a:pt x="1309828" y="59189"/>
                  <a:pt x="1312250" y="59970"/>
                </a:cubicBezTo>
                <a:cubicBezTo>
                  <a:pt x="1314672" y="60751"/>
                  <a:pt x="1317156" y="61429"/>
                  <a:pt x="1319703" y="62004"/>
                </a:cubicBezTo>
                <a:cubicBezTo>
                  <a:pt x="1325943" y="63318"/>
                  <a:pt x="1330808" y="64633"/>
                  <a:pt x="1334298" y="65947"/>
                </a:cubicBezTo>
                <a:cubicBezTo>
                  <a:pt x="1337789" y="67262"/>
                  <a:pt x="1339534" y="69233"/>
                  <a:pt x="1339534" y="71862"/>
                </a:cubicBezTo>
                <a:cubicBezTo>
                  <a:pt x="1339534" y="73422"/>
                  <a:pt x="1339165" y="74716"/>
                  <a:pt x="1338425" y="75743"/>
                </a:cubicBezTo>
                <a:cubicBezTo>
                  <a:pt x="1337686" y="76771"/>
                  <a:pt x="1336762" y="77593"/>
                  <a:pt x="1335653" y="78209"/>
                </a:cubicBezTo>
                <a:cubicBezTo>
                  <a:pt x="1334545" y="78825"/>
                  <a:pt x="1333313" y="79276"/>
                  <a:pt x="1331958" y="79565"/>
                </a:cubicBezTo>
                <a:cubicBezTo>
                  <a:pt x="1330603" y="79852"/>
                  <a:pt x="1329310" y="79995"/>
                  <a:pt x="1328078" y="79995"/>
                </a:cubicBezTo>
                <a:cubicBezTo>
                  <a:pt x="1326354" y="79995"/>
                  <a:pt x="1324691" y="79790"/>
                  <a:pt x="1323090" y="79380"/>
                </a:cubicBezTo>
                <a:cubicBezTo>
                  <a:pt x="1321488" y="78969"/>
                  <a:pt x="1320072" y="78334"/>
                  <a:pt x="1318840" y="77473"/>
                </a:cubicBezTo>
                <a:cubicBezTo>
                  <a:pt x="1317608" y="76611"/>
                  <a:pt x="1316602" y="75503"/>
                  <a:pt x="1315821" y="74150"/>
                </a:cubicBezTo>
                <a:cubicBezTo>
                  <a:pt x="1315042" y="72796"/>
                  <a:pt x="1314652" y="71176"/>
                  <a:pt x="1314652" y="69289"/>
                </a:cubicBezTo>
                <a:close/>
                <a:moveTo>
                  <a:pt x="1409766" y="51365"/>
                </a:moveTo>
                <a:lnTo>
                  <a:pt x="1381313" y="51365"/>
                </a:lnTo>
                <a:cubicBezTo>
                  <a:pt x="1381395" y="50130"/>
                  <a:pt x="1381661" y="48729"/>
                  <a:pt x="1382112" y="47164"/>
                </a:cubicBezTo>
                <a:cubicBezTo>
                  <a:pt x="1382564" y="45598"/>
                  <a:pt x="1383345" y="44115"/>
                  <a:pt x="1384454" y="42715"/>
                </a:cubicBezTo>
                <a:cubicBezTo>
                  <a:pt x="1385563" y="41315"/>
                  <a:pt x="1387041" y="40140"/>
                  <a:pt x="1388888" y="39193"/>
                </a:cubicBezTo>
                <a:cubicBezTo>
                  <a:pt x="1390736" y="38246"/>
                  <a:pt x="1393056" y="37772"/>
                  <a:pt x="1395848" y="37772"/>
                </a:cubicBezTo>
                <a:cubicBezTo>
                  <a:pt x="1400118" y="37772"/>
                  <a:pt x="1403301" y="38926"/>
                  <a:pt x="1405394" y="41232"/>
                </a:cubicBezTo>
                <a:cubicBezTo>
                  <a:pt x="1407488" y="43539"/>
                  <a:pt x="1408946" y="46917"/>
                  <a:pt x="1409766" y="51365"/>
                </a:cubicBezTo>
                <a:moveTo>
                  <a:pt x="1381313" y="62432"/>
                </a:moveTo>
                <a:lnTo>
                  <a:pt x="1427260" y="62432"/>
                </a:lnTo>
                <a:cubicBezTo>
                  <a:pt x="1427588" y="57495"/>
                  <a:pt x="1427177" y="52764"/>
                  <a:pt x="1426027" y="48238"/>
                </a:cubicBezTo>
                <a:cubicBezTo>
                  <a:pt x="1424878" y="43712"/>
                  <a:pt x="1423009" y="39680"/>
                  <a:pt x="1420422" y="36143"/>
                </a:cubicBezTo>
                <a:cubicBezTo>
                  <a:pt x="1417835" y="32604"/>
                  <a:pt x="1414530" y="29786"/>
                  <a:pt x="1410505" y="27688"/>
                </a:cubicBezTo>
                <a:cubicBezTo>
                  <a:pt x="1406481" y="25589"/>
                  <a:pt x="1401760" y="24540"/>
                  <a:pt x="1396340" y="24540"/>
                </a:cubicBezTo>
                <a:cubicBezTo>
                  <a:pt x="1391495" y="24540"/>
                  <a:pt x="1387081" y="25404"/>
                  <a:pt x="1383099" y="27132"/>
                </a:cubicBezTo>
                <a:cubicBezTo>
                  <a:pt x="1379117" y="28859"/>
                  <a:pt x="1375688" y="31223"/>
                  <a:pt x="1372814" y="34225"/>
                </a:cubicBezTo>
                <a:cubicBezTo>
                  <a:pt x="1369939" y="37228"/>
                  <a:pt x="1367722" y="40786"/>
                  <a:pt x="1366162" y="44899"/>
                </a:cubicBezTo>
                <a:cubicBezTo>
                  <a:pt x="1364602" y="49012"/>
                  <a:pt x="1363822" y="53454"/>
                  <a:pt x="1363822" y="58226"/>
                </a:cubicBezTo>
                <a:cubicBezTo>
                  <a:pt x="1363822" y="63160"/>
                  <a:pt x="1364581" y="67684"/>
                  <a:pt x="1366100" y="71798"/>
                </a:cubicBezTo>
                <a:cubicBezTo>
                  <a:pt x="1367620" y="75911"/>
                  <a:pt x="1369776" y="79448"/>
                  <a:pt x="1372568" y="82410"/>
                </a:cubicBezTo>
                <a:cubicBezTo>
                  <a:pt x="1375359" y="85371"/>
                  <a:pt x="1378767" y="87654"/>
                  <a:pt x="1382791" y="89258"/>
                </a:cubicBezTo>
                <a:cubicBezTo>
                  <a:pt x="1386814" y="90862"/>
                  <a:pt x="1391331" y="91664"/>
                  <a:pt x="1396340" y="91664"/>
                </a:cubicBezTo>
                <a:cubicBezTo>
                  <a:pt x="1403567" y="91664"/>
                  <a:pt x="1409726" y="90023"/>
                  <a:pt x="1414817" y="86741"/>
                </a:cubicBezTo>
                <a:cubicBezTo>
                  <a:pt x="1419909" y="83459"/>
                  <a:pt x="1423687" y="78003"/>
                  <a:pt x="1426151" y="70372"/>
                </a:cubicBezTo>
                <a:lnTo>
                  <a:pt x="1410753" y="70372"/>
                </a:lnTo>
                <a:cubicBezTo>
                  <a:pt x="1410178" y="72325"/>
                  <a:pt x="1408617" y="74177"/>
                  <a:pt x="1406071" y="75928"/>
                </a:cubicBezTo>
                <a:cubicBezTo>
                  <a:pt x="1403526" y="77677"/>
                  <a:pt x="1400488" y="78552"/>
                  <a:pt x="1396957" y="78552"/>
                </a:cubicBezTo>
                <a:cubicBezTo>
                  <a:pt x="1392030" y="78552"/>
                  <a:pt x="1388252" y="77280"/>
                  <a:pt x="1385623" y="74738"/>
                </a:cubicBezTo>
                <a:cubicBezTo>
                  <a:pt x="1382995" y="72194"/>
                  <a:pt x="1381559" y="68092"/>
                  <a:pt x="1381313" y="62432"/>
                </a:cubicBezTo>
                <a:close/>
                <a:moveTo>
                  <a:pt x="1459460" y="26344"/>
                </a:moveTo>
                <a:lnTo>
                  <a:pt x="1459460" y="7218"/>
                </a:lnTo>
                <a:lnTo>
                  <a:pt x="1441969" y="7218"/>
                </a:lnTo>
                <a:lnTo>
                  <a:pt x="1441969" y="26344"/>
                </a:lnTo>
                <a:lnTo>
                  <a:pt x="1431376" y="26344"/>
                </a:lnTo>
                <a:lnTo>
                  <a:pt x="1431376" y="38013"/>
                </a:lnTo>
                <a:lnTo>
                  <a:pt x="1441969" y="38013"/>
                </a:lnTo>
                <a:lnTo>
                  <a:pt x="1441969" y="75561"/>
                </a:lnTo>
                <a:cubicBezTo>
                  <a:pt x="1441969" y="78763"/>
                  <a:pt x="1442503" y="81348"/>
                  <a:pt x="1443570" y="83318"/>
                </a:cubicBezTo>
                <a:cubicBezTo>
                  <a:pt x="1444638" y="85288"/>
                  <a:pt x="1446095" y="86807"/>
                  <a:pt x="1447942" y="87874"/>
                </a:cubicBezTo>
                <a:cubicBezTo>
                  <a:pt x="1449791" y="88941"/>
                  <a:pt x="1451926" y="89658"/>
                  <a:pt x="1454348" y="90026"/>
                </a:cubicBezTo>
                <a:cubicBezTo>
                  <a:pt x="1456771" y="90396"/>
                  <a:pt x="1459338" y="90581"/>
                  <a:pt x="1462049" y="90581"/>
                </a:cubicBezTo>
                <a:cubicBezTo>
                  <a:pt x="1463773" y="90581"/>
                  <a:pt x="1465538" y="90541"/>
                  <a:pt x="1467345" y="90461"/>
                </a:cubicBezTo>
                <a:cubicBezTo>
                  <a:pt x="1469152" y="90380"/>
                  <a:pt x="1470794" y="90220"/>
                  <a:pt x="1472272" y="89979"/>
                </a:cubicBezTo>
                <a:lnTo>
                  <a:pt x="1472272" y="76375"/>
                </a:lnTo>
                <a:cubicBezTo>
                  <a:pt x="1471451" y="76539"/>
                  <a:pt x="1470589" y="76663"/>
                  <a:pt x="1469685" y="76745"/>
                </a:cubicBezTo>
                <a:cubicBezTo>
                  <a:pt x="1468782" y="76827"/>
                  <a:pt x="1467838" y="76867"/>
                  <a:pt x="1466853" y="76867"/>
                </a:cubicBezTo>
                <a:cubicBezTo>
                  <a:pt x="1463896" y="76867"/>
                  <a:pt x="1461924" y="76376"/>
                  <a:pt x="1460938" y="75392"/>
                </a:cubicBezTo>
                <a:cubicBezTo>
                  <a:pt x="1459953" y="74408"/>
                  <a:pt x="1459460" y="72441"/>
                  <a:pt x="1459460" y="69490"/>
                </a:cubicBezTo>
                <a:lnTo>
                  <a:pt x="1459460" y="38013"/>
                </a:lnTo>
                <a:lnTo>
                  <a:pt x="1472272" y="38013"/>
                </a:lnTo>
                <a:lnTo>
                  <a:pt x="1472272" y="26344"/>
                </a:lnTo>
                <a:lnTo>
                  <a:pt x="1459460" y="26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ED4C5-8406-4C0E-92DC-7F1F781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892" y="5937147"/>
            <a:ext cx="130036" cy="400910"/>
          </a:xfrm>
          <a:custGeom xmlns:a="http://schemas.openxmlformats.org/drawingml/2006/main">
            <a:pathLst>
              <a:path w="130036" h="400910">
                <a:moveTo>
                  <a:pt x="76494" y="0"/>
                </a:moveTo>
                <a:lnTo>
                  <a:pt x="53541" y="0"/>
                </a:lnTo>
                <a:lnTo>
                  <a:pt x="53541" y="335685"/>
                </a:lnTo>
                <a:lnTo>
                  <a:pt x="21377" y="280545"/>
                </a:lnTo>
                <a:lnTo>
                  <a:pt x="19709" y="278342"/>
                </a:lnTo>
                <a:lnTo>
                  <a:pt x="17551" y="276597"/>
                </a:lnTo>
                <a:lnTo>
                  <a:pt x="15042" y="275419"/>
                </a:lnTo>
                <a:lnTo>
                  <a:pt x="12333" y="274884"/>
                </a:lnTo>
                <a:lnTo>
                  <a:pt x="9564" y="275006"/>
                </a:lnTo>
                <a:lnTo>
                  <a:pt x="6916" y="275786"/>
                </a:lnTo>
                <a:lnTo>
                  <a:pt x="4529" y="277179"/>
                </a:lnTo>
                <a:lnTo>
                  <a:pt x="2540" y="279107"/>
                </a:lnTo>
                <a:lnTo>
                  <a:pt x="1071" y="281448"/>
                </a:lnTo>
                <a:lnTo>
                  <a:pt x="214" y="284080"/>
                </a:lnTo>
                <a:lnTo>
                  <a:pt x="0" y="286834"/>
                </a:lnTo>
                <a:lnTo>
                  <a:pt x="459" y="289558"/>
                </a:lnTo>
                <a:lnTo>
                  <a:pt x="1545" y="292098"/>
                </a:lnTo>
                <a:lnTo>
                  <a:pt x="65018" y="400910"/>
                </a:lnTo>
                <a:lnTo>
                  <a:pt x="128490" y="292098"/>
                </a:lnTo>
                <a:lnTo>
                  <a:pt x="129577" y="289558"/>
                </a:lnTo>
                <a:lnTo>
                  <a:pt x="130036" y="286834"/>
                </a:lnTo>
                <a:lnTo>
                  <a:pt x="129837" y="284080"/>
                </a:lnTo>
                <a:lnTo>
                  <a:pt x="128965" y="281448"/>
                </a:lnTo>
                <a:lnTo>
                  <a:pt x="127496" y="279107"/>
                </a:lnTo>
                <a:lnTo>
                  <a:pt x="125506" y="277179"/>
                </a:lnTo>
                <a:lnTo>
                  <a:pt x="123119" y="275786"/>
                </a:lnTo>
                <a:lnTo>
                  <a:pt x="120472" y="275006"/>
                </a:lnTo>
                <a:lnTo>
                  <a:pt x="117702" y="274884"/>
                </a:lnTo>
                <a:lnTo>
                  <a:pt x="114994" y="275419"/>
                </a:lnTo>
                <a:lnTo>
                  <a:pt x="112484" y="276597"/>
                </a:lnTo>
                <a:lnTo>
                  <a:pt x="110327" y="278342"/>
                </a:lnTo>
                <a:lnTo>
                  <a:pt x="108659" y="280545"/>
                </a:lnTo>
                <a:lnTo>
                  <a:pt x="76494" y="335685"/>
                </a:lnTo>
                <a:lnTo>
                  <a:pt x="764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codeconver">
            <a:extLst xmlns:a="http://schemas.openxmlformats.org/drawingml/2006/main">
              <a:ext uri="{FF2B5EF4-FFF2-40B4-BE49-F238E27FC236}">
                <a16:creationId xmlns:a16="http://schemas.microsoft.com/office/drawing/2014/main" id="{7D7B4DAE-7925-418E-932F-0909FE21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67" y="6361127"/>
            <a:ext cx="814467" cy="100329"/>
          </a:xfrm>
          <a:custGeom xmlns:a="http://schemas.openxmlformats.org/drawingml/2006/main">
            <a:pathLst>
              <a:path w="814467" h="100329">
                <a:moveTo>
                  <a:pt x="45659" y="71683"/>
                </a:moveTo>
                <a:lnTo>
                  <a:pt x="64420" y="74709"/>
                </a:lnTo>
                <a:cubicBezTo>
                  <a:pt x="61327" y="83070"/>
                  <a:pt x="56755" y="89430"/>
                  <a:pt x="50703" y="93790"/>
                </a:cubicBezTo>
                <a:cubicBezTo>
                  <a:pt x="44651" y="98149"/>
                  <a:pt x="37635" y="100329"/>
                  <a:pt x="29655" y="100329"/>
                </a:cubicBezTo>
                <a:cubicBezTo>
                  <a:pt x="20554" y="100329"/>
                  <a:pt x="13337" y="97612"/>
                  <a:pt x="8002" y="92178"/>
                </a:cubicBezTo>
                <a:cubicBezTo>
                  <a:pt x="2667" y="86744"/>
                  <a:pt x="0" y="79266"/>
                  <a:pt x="0" y="69745"/>
                </a:cubicBezTo>
                <a:cubicBezTo>
                  <a:pt x="0" y="61976"/>
                  <a:pt x="1614" y="54633"/>
                  <a:pt x="4842" y="47716"/>
                </a:cubicBezTo>
                <a:cubicBezTo>
                  <a:pt x="8069" y="40800"/>
                  <a:pt x="12933" y="35355"/>
                  <a:pt x="19434" y="31380"/>
                </a:cubicBezTo>
                <a:cubicBezTo>
                  <a:pt x="25934" y="27406"/>
                  <a:pt x="33062" y="25419"/>
                  <a:pt x="40818" y="25419"/>
                </a:cubicBezTo>
                <a:cubicBezTo>
                  <a:pt x="49246" y="25419"/>
                  <a:pt x="55970" y="27631"/>
                  <a:pt x="60991" y="32055"/>
                </a:cubicBezTo>
                <a:cubicBezTo>
                  <a:pt x="66012" y="36479"/>
                  <a:pt x="68836" y="42303"/>
                  <a:pt x="69464" y="49526"/>
                </a:cubicBezTo>
                <a:lnTo>
                  <a:pt x="51106" y="51509"/>
                </a:lnTo>
                <a:cubicBezTo>
                  <a:pt x="50658" y="47451"/>
                  <a:pt x="49436" y="44464"/>
                  <a:pt x="47441" y="42549"/>
                </a:cubicBezTo>
                <a:cubicBezTo>
                  <a:pt x="45446" y="40633"/>
                  <a:pt x="42835" y="39674"/>
                  <a:pt x="39607" y="39674"/>
                </a:cubicBezTo>
                <a:cubicBezTo>
                  <a:pt x="35886" y="39674"/>
                  <a:pt x="32412" y="41066"/>
                  <a:pt x="29184" y="43850"/>
                </a:cubicBezTo>
                <a:cubicBezTo>
                  <a:pt x="25956" y="46634"/>
                  <a:pt x="23480" y="50798"/>
                  <a:pt x="21754" y="56343"/>
                </a:cubicBezTo>
                <a:cubicBezTo>
                  <a:pt x="20028" y="61888"/>
                  <a:pt x="19165" y="67084"/>
                  <a:pt x="19165" y="71933"/>
                </a:cubicBezTo>
                <a:cubicBezTo>
                  <a:pt x="19165" y="76153"/>
                  <a:pt x="20196" y="79408"/>
                  <a:pt x="22258" y="81698"/>
                </a:cubicBezTo>
                <a:cubicBezTo>
                  <a:pt x="24320" y="83987"/>
                  <a:pt x="26898" y="85132"/>
                  <a:pt x="29991" y="85132"/>
                </a:cubicBezTo>
                <a:cubicBezTo>
                  <a:pt x="33084" y="85132"/>
                  <a:pt x="36066" y="84011"/>
                  <a:pt x="38935" y="81770"/>
                </a:cubicBezTo>
                <a:cubicBezTo>
                  <a:pt x="41804" y="79528"/>
                  <a:pt x="44045" y="76166"/>
                  <a:pt x="45659" y="71683"/>
                </a:cubicBezTo>
                <a:close/>
                <a:moveTo>
                  <a:pt x="76577" y="68936"/>
                </a:moveTo>
                <a:cubicBezTo>
                  <a:pt x="76577" y="55688"/>
                  <a:pt x="80309" y="45123"/>
                  <a:pt x="87773" y="37241"/>
                </a:cubicBezTo>
                <a:cubicBezTo>
                  <a:pt x="95237" y="29359"/>
                  <a:pt x="105043" y="25419"/>
                  <a:pt x="117192" y="25419"/>
                </a:cubicBezTo>
                <a:cubicBezTo>
                  <a:pt x="127727" y="25419"/>
                  <a:pt x="135954" y="28327"/>
                  <a:pt x="141871" y="34144"/>
                </a:cubicBezTo>
                <a:cubicBezTo>
                  <a:pt x="147789" y="39959"/>
                  <a:pt x="150747" y="47784"/>
                  <a:pt x="150747" y="57620"/>
                </a:cubicBezTo>
                <a:cubicBezTo>
                  <a:pt x="150747" y="69206"/>
                  <a:pt x="147049" y="79221"/>
                  <a:pt x="139652" y="87664"/>
                </a:cubicBezTo>
                <a:cubicBezTo>
                  <a:pt x="132255" y="96107"/>
                  <a:pt x="122348" y="100329"/>
                  <a:pt x="109930" y="100329"/>
                </a:cubicBezTo>
                <a:cubicBezTo>
                  <a:pt x="103205" y="100329"/>
                  <a:pt x="97243" y="98982"/>
                  <a:pt x="92043" y="96288"/>
                </a:cubicBezTo>
                <a:cubicBezTo>
                  <a:pt x="86843" y="93593"/>
                  <a:pt x="82965" y="89775"/>
                  <a:pt x="80409" y="84836"/>
                </a:cubicBezTo>
                <a:cubicBezTo>
                  <a:pt x="77854" y="79894"/>
                  <a:pt x="76577" y="74595"/>
                  <a:pt x="76577" y="68936"/>
                </a:cubicBezTo>
                <a:moveTo>
                  <a:pt x="131583" y="55118"/>
                </a:moveTo>
                <a:cubicBezTo>
                  <a:pt x="131583" y="50532"/>
                  <a:pt x="130249" y="46857"/>
                  <a:pt x="127582" y="44092"/>
                </a:cubicBezTo>
                <a:cubicBezTo>
                  <a:pt x="124914" y="41326"/>
                  <a:pt x="121474" y="39943"/>
                  <a:pt x="117260" y="39943"/>
                </a:cubicBezTo>
                <a:cubicBezTo>
                  <a:pt x="113090" y="39943"/>
                  <a:pt x="109392" y="41236"/>
                  <a:pt x="106164" y="43823"/>
                </a:cubicBezTo>
                <a:cubicBezTo>
                  <a:pt x="102936" y="46407"/>
                  <a:pt x="100426" y="50162"/>
                  <a:pt x="98633" y="55086"/>
                </a:cubicBezTo>
                <a:cubicBezTo>
                  <a:pt x="96840" y="60009"/>
                  <a:pt x="95943" y="64538"/>
                  <a:pt x="95943" y="68674"/>
                </a:cubicBezTo>
                <a:cubicBezTo>
                  <a:pt x="95943" y="73800"/>
                  <a:pt x="97333" y="77869"/>
                  <a:pt x="100112" y="80883"/>
                </a:cubicBezTo>
                <a:cubicBezTo>
                  <a:pt x="102892" y="83895"/>
                  <a:pt x="106388" y="85401"/>
                  <a:pt x="110602" y="85401"/>
                </a:cubicBezTo>
                <a:cubicBezTo>
                  <a:pt x="115892" y="85401"/>
                  <a:pt x="120330" y="83130"/>
                  <a:pt x="123917" y="78588"/>
                </a:cubicBezTo>
                <a:cubicBezTo>
                  <a:pt x="129027" y="72159"/>
                  <a:pt x="131583" y="64336"/>
                  <a:pt x="131583" y="55118"/>
                </a:cubicBezTo>
                <a:close/>
                <a:moveTo>
                  <a:pt x="223880" y="98581"/>
                </a:moveTo>
                <a:lnTo>
                  <a:pt x="205590" y="98581"/>
                </a:lnTo>
                <a:lnTo>
                  <a:pt x="207203" y="90854"/>
                </a:lnTo>
                <a:cubicBezTo>
                  <a:pt x="203707" y="94239"/>
                  <a:pt x="200266" y="96664"/>
                  <a:pt x="196881" y="98131"/>
                </a:cubicBezTo>
                <a:cubicBezTo>
                  <a:pt x="193497" y="99596"/>
                  <a:pt x="189675" y="100329"/>
                  <a:pt x="185416" y="100329"/>
                </a:cubicBezTo>
                <a:cubicBezTo>
                  <a:pt x="178019" y="100329"/>
                  <a:pt x="172023" y="97803"/>
                  <a:pt x="167428" y="92751"/>
                </a:cubicBezTo>
                <a:cubicBezTo>
                  <a:pt x="162833" y="87698"/>
                  <a:pt x="160536" y="80231"/>
                  <a:pt x="160536" y="70351"/>
                </a:cubicBezTo>
                <a:cubicBezTo>
                  <a:pt x="160536" y="58899"/>
                  <a:pt x="163763" y="48548"/>
                  <a:pt x="170219" y="39296"/>
                </a:cubicBezTo>
                <a:cubicBezTo>
                  <a:pt x="176674" y="30044"/>
                  <a:pt x="185214" y="25419"/>
                  <a:pt x="195839" y="25419"/>
                </a:cubicBezTo>
                <a:cubicBezTo>
                  <a:pt x="205433" y="25419"/>
                  <a:pt x="212628" y="29229"/>
                  <a:pt x="217425" y="36850"/>
                </a:cubicBezTo>
                <a:lnTo>
                  <a:pt x="225158" y="0"/>
                </a:lnTo>
                <a:lnTo>
                  <a:pt x="244457" y="0"/>
                </a:lnTo>
                <a:lnTo>
                  <a:pt x="223880" y="98581"/>
                </a:lnTo>
                <a:moveTo>
                  <a:pt x="179297" y="69508"/>
                </a:moveTo>
                <a:cubicBezTo>
                  <a:pt x="179297" y="74626"/>
                  <a:pt x="180586" y="78621"/>
                  <a:pt x="183163" y="81494"/>
                </a:cubicBezTo>
                <a:cubicBezTo>
                  <a:pt x="185741" y="84368"/>
                  <a:pt x="188913" y="85804"/>
                  <a:pt x="192679" y="85804"/>
                </a:cubicBezTo>
                <a:cubicBezTo>
                  <a:pt x="196175" y="85804"/>
                  <a:pt x="199437" y="84604"/>
                  <a:pt x="202463" y="82202"/>
                </a:cubicBezTo>
                <a:cubicBezTo>
                  <a:pt x="205489" y="79800"/>
                  <a:pt x="207910" y="76129"/>
                  <a:pt x="209725" y="71191"/>
                </a:cubicBezTo>
                <a:cubicBezTo>
                  <a:pt x="211541" y="66253"/>
                  <a:pt x="212449" y="61516"/>
                  <a:pt x="212449" y="56982"/>
                </a:cubicBezTo>
                <a:cubicBezTo>
                  <a:pt x="212449" y="51819"/>
                  <a:pt x="211059" y="47644"/>
                  <a:pt x="208279" y="44457"/>
                </a:cubicBezTo>
                <a:cubicBezTo>
                  <a:pt x="205500" y="41269"/>
                  <a:pt x="202295" y="39674"/>
                  <a:pt x="198663" y="39674"/>
                </a:cubicBezTo>
                <a:cubicBezTo>
                  <a:pt x="193015" y="39674"/>
                  <a:pt x="188375" y="42817"/>
                  <a:pt x="184744" y="49103"/>
                </a:cubicBezTo>
                <a:cubicBezTo>
                  <a:pt x="181112" y="55388"/>
                  <a:pt x="179297" y="62189"/>
                  <a:pt x="179297" y="69508"/>
                </a:cubicBezTo>
                <a:close/>
                <a:moveTo>
                  <a:pt x="311605" y="68859"/>
                </a:moveTo>
                <a:lnTo>
                  <a:pt x="263188" y="68859"/>
                </a:lnTo>
                <a:cubicBezTo>
                  <a:pt x="263144" y="69621"/>
                  <a:pt x="263121" y="70203"/>
                  <a:pt x="263121" y="70607"/>
                </a:cubicBezTo>
                <a:cubicBezTo>
                  <a:pt x="263121" y="75359"/>
                  <a:pt x="264477" y="79192"/>
                  <a:pt x="267189" y="82106"/>
                </a:cubicBezTo>
                <a:cubicBezTo>
                  <a:pt x="269902" y="85020"/>
                  <a:pt x="273208" y="86477"/>
                  <a:pt x="277108" y="86477"/>
                </a:cubicBezTo>
                <a:cubicBezTo>
                  <a:pt x="283519" y="86477"/>
                  <a:pt x="288517" y="83159"/>
                  <a:pt x="292104" y="76525"/>
                </a:cubicBezTo>
                <a:lnTo>
                  <a:pt x="309386" y="79483"/>
                </a:lnTo>
                <a:cubicBezTo>
                  <a:pt x="306023" y="86432"/>
                  <a:pt x="301529" y="91643"/>
                  <a:pt x="295903" y="95118"/>
                </a:cubicBezTo>
                <a:cubicBezTo>
                  <a:pt x="290277" y="98592"/>
                  <a:pt x="283967" y="100329"/>
                  <a:pt x="276974" y="100329"/>
                </a:cubicBezTo>
                <a:cubicBezTo>
                  <a:pt x="267380" y="100329"/>
                  <a:pt x="259580" y="97286"/>
                  <a:pt x="253572" y="91201"/>
                </a:cubicBezTo>
                <a:cubicBezTo>
                  <a:pt x="247565" y="85115"/>
                  <a:pt x="244562" y="77065"/>
                  <a:pt x="244562" y="67051"/>
                </a:cubicBezTo>
                <a:cubicBezTo>
                  <a:pt x="244562" y="57260"/>
                  <a:pt x="247274" y="48547"/>
                  <a:pt x="252698" y="40912"/>
                </a:cubicBezTo>
                <a:cubicBezTo>
                  <a:pt x="260095" y="30583"/>
                  <a:pt x="270653" y="25419"/>
                  <a:pt x="284371" y="25419"/>
                </a:cubicBezTo>
                <a:cubicBezTo>
                  <a:pt x="293112" y="25419"/>
                  <a:pt x="300061" y="28124"/>
                  <a:pt x="305216" y="33534"/>
                </a:cubicBezTo>
                <a:cubicBezTo>
                  <a:pt x="310372" y="38945"/>
                  <a:pt x="312950" y="46521"/>
                  <a:pt x="312950" y="56265"/>
                </a:cubicBezTo>
                <a:cubicBezTo>
                  <a:pt x="312950" y="60934"/>
                  <a:pt x="312501" y="65132"/>
                  <a:pt x="311605" y="68859"/>
                </a:cubicBezTo>
                <a:moveTo>
                  <a:pt x="295331" y="57024"/>
                </a:moveTo>
                <a:cubicBezTo>
                  <a:pt x="295376" y="56175"/>
                  <a:pt x="295399" y="55527"/>
                  <a:pt x="295399" y="55082"/>
                </a:cubicBezTo>
                <a:cubicBezTo>
                  <a:pt x="295399" y="49812"/>
                  <a:pt x="294211" y="45859"/>
                  <a:pt x="291835" y="43224"/>
                </a:cubicBezTo>
                <a:cubicBezTo>
                  <a:pt x="289459" y="40588"/>
                  <a:pt x="286276" y="39271"/>
                  <a:pt x="282286" y="39271"/>
                </a:cubicBezTo>
                <a:cubicBezTo>
                  <a:pt x="278296" y="39271"/>
                  <a:pt x="274721" y="40767"/>
                  <a:pt x="271560" y="43760"/>
                </a:cubicBezTo>
                <a:cubicBezTo>
                  <a:pt x="268400" y="46752"/>
                  <a:pt x="266259" y="51173"/>
                  <a:pt x="265139" y="57024"/>
                </a:cubicBezTo>
                <a:lnTo>
                  <a:pt x="295331" y="57024"/>
                </a:lnTo>
                <a:close/>
                <a:moveTo>
                  <a:pt x="405254" y="71683"/>
                </a:moveTo>
                <a:lnTo>
                  <a:pt x="424016" y="74709"/>
                </a:lnTo>
                <a:cubicBezTo>
                  <a:pt x="420922" y="83070"/>
                  <a:pt x="416350" y="89430"/>
                  <a:pt x="410298" y="93790"/>
                </a:cubicBezTo>
                <a:cubicBezTo>
                  <a:pt x="404246" y="98149"/>
                  <a:pt x="397230" y="100329"/>
                  <a:pt x="389250" y="100329"/>
                </a:cubicBezTo>
                <a:cubicBezTo>
                  <a:pt x="380150" y="100329"/>
                  <a:pt x="372932" y="97612"/>
                  <a:pt x="367597" y="92178"/>
                </a:cubicBezTo>
                <a:cubicBezTo>
                  <a:pt x="362263" y="86744"/>
                  <a:pt x="359595" y="79266"/>
                  <a:pt x="359595" y="69745"/>
                </a:cubicBezTo>
                <a:cubicBezTo>
                  <a:pt x="359595" y="61976"/>
                  <a:pt x="361209" y="54633"/>
                  <a:pt x="364437" y="47716"/>
                </a:cubicBezTo>
                <a:cubicBezTo>
                  <a:pt x="367665" y="40800"/>
                  <a:pt x="372529" y="35355"/>
                  <a:pt x="379029" y="31380"/>
                </a:cubicBezTo>
                <a:cubicBezTo>
                  <a:pt x="385529" y="27406"/>
                  <a:pt x="392657" y="25419"/>
                  <a:pt x="400413" y="25419"/>
                </a:cubicBezTo>
                <a:cubicBezTo>
                  <a:pt x="408841" y="25419"/>
                  <a:pt x="415565" y="27631"/>
                  <a:pt x="420586" y="32055"/>
                </a:cubicBezTo>
                <a:cubicBezTo>
                  <a:pt x="425607" y="36479"/>
                  <a:pt x="428431" y="42303"/>
                  <a:pt x="429059" y="49526"/>
                </a:cubicBezTo>
                <a:lnTo>
                  <a:pt x="410701" y="51509"/>
                </a:lnTo>
                <a:cubicBezTo>
                  <a:pt x="410253" y="47451"/>
                  <a:pt x="409031" y="44464"/>
                  <a:pt x="407036" y="42549"/>
                </a:cubicBezTo>
                <a:cubicBezTo>
                  <a:pt x="405041" y="40633"/>
                  <a:pt x="402430" y="39674"/>
                  <a:pt x="399202" y="39674"/>
                </a:cubicBezTo>
                <a:cubicBezTo>
                  <a:pt x="395482" y="39674"/>
                  <a:pt x="392007" y="41066"/>
                  <a:pt x="388779" y="43850"/>
                </a:cubicBezTo>
                <a:cubicBezTo>
                  <a:pt x="385552" y="46634"/>
                  <a:pt x="383075" y="50798"/>
                  <a:pt x="381349" y="56343"/>
                </a:cubicBezTo>
                <a:cubicBezTo>
                  <a:pt x="379623" y="61888"/>
                  <a:pt x="378760" y="67084"/>
                  <a:pt x="378760" y="71933"/>
                </a:cubicBezTo>
                <a:cubicBezTo>
                  <a:pt x="378760" y="76153"/>
                  <a:pt x="379791" y="79408"/>
                  <a:pt x="381853" y="81698"/>
                </a:cubicBezTo>
                <a:cubicBezTo>
                  <a:pt x="383915" y="83987"/>
                  <a:pt x="386493" y="85132"/>
                  <a:pt x="389586" y="85132"/>
                </a:cubicBezTo>
                <a:cubicBezTo>
                  <a:pt x="392680" y="85132"/>
                  <a:pt x="395661" y="84011"/>
                  <a:pt x="398530" y="81770"/>
                </a:cubicBezTo>
                <a:cubicBezTo>
                  <a:pt x="401399" y="79528"/>
                  <a:pt x="403641" y="76166"/>
                  <a:pt x="405254" y="71683"/>
                </a:cubicBezTo>
                <a:close/>
                <a:moveTo>
                  <a:pt x="436172" y="68936"/>
                </a:moveTo>
                <a:cubicBezTo>
                  <a:pt x="436172" y="55688"/>
                  <a:pt x="439904" y="45123"/>
                  <a:pt x="447368" y="37241"/>
                </a:cubicBezTo>
                <a:cubicBezTo>
                  <a:pt x="454832" y="29359"/>
                  <a:pt x="464639" y="25419"/>
                  <a:pt x="476788" y="25419"/>
                </a:cubicBezTo>
                <a:cubicBezTo>
                  <a:pt x="487323" y="25419"/>
                  <a:pt x="495549" y="28327"/>
                  <a:pt x="501466" y="34144"/>
                </a:cubicBezTo>
                <a:cubicBezTo>
                  <a:pt x="507384" y="39959"/>
                  <a:pt x="510343" y="47784"/>
                  <a:pt x="510343" y="57620"/>
                </a:cubicBezTo>
                <a:cubicBezTo>
                  <a:pt x="510343" y="69206"/>
                  <a:pt x="506644" y="79221"/>
                  <a:pt x="499247" y="87664"/>
                </a:cubicBezTo>
                <a:cubicBezTo>
                  <a:pt x="491850" y="96107"/>
                  <a:pt x="481943" y="100329"/>
                  <a:pt x="469525" y="100329"/>
                </a:cubicBezTo>
                <a:cubicBezTo>
                  <a:pt x="462801" y="100329"/>
                  <a:pt x="456838" y="98982"/>
                  <a:pt x="451638" y="96288"/>
                </a:cubicBezTo>
                <a:cubicBezTo>
                  <a:pt x="446438" y="93593"/>
                  <a:pt x="442560" y="89775"/>
                  <a:pt x="440005" y="84836"/>
                </a:cubicBezTo>
                <a:cubicBezTo>
                  <a:pt x="437449" y="79894"/>
                  <a:pt x="436172" y="74595"/>
                  <a:pt x="436172" y="68936"/>
                </a:cubicBezTo>
                <a:moveTo>
                  <a:pt x="491178" y="55118"/>
                </a:moveTo>
                <a:cubicBezTo>
                  <a:pt x="491178" y="50532"/>
                  <a:pt x="489844" y="46857"/>
                  <a:pt x="487177" y="44092"/>
                </a:cubicBezTo>
                <a:cubicBezTo>
                  <a:pt x="484510" y="41326"/>
                  <a:pt x="481069" y="39943"/>
                  <a:pt x="476855" y="39943"/>
                </a:cubicBezTo>
                <a:cubicBezTo>
                  <a:pt x="472686" y="39943"/>
                  <a:pt x="468987" y="41236"/>
                  <a:pt x="465759" y="43823"/>
                </a:cubicBezTo>
                <a:cubicBezTo>
                  <a:pt x="462532" y="46407"/>
                  <a:pt x="460021" y="50162"/>
                  <a:pt x="458228" y="55086"/>
                </a:cubicBezTo>
                <a:cubicBezTo>
                  <a:pt x="456435" y="60009"/>
                  <a:pt x="455538" y="64538"/>
                  <a:pt x="455538" y="68674"/>
                </a:cubicBezTo>
                <a:cubicBezTo>
                  <a:pt x="455538" y="73800"/>
                  <a:pt x="456928" y="77869"/>
                  <a:pt x="459707" y="80883"/>
                </a:cubicBezTo>
                <a:cubicBezTo>
                  <a:pt x="462487" y="83895"/>
                  <a:pt x="465984" y="85401"/>
                  <a:pt x="470198" y="85401"/>
                </a:cubicBezTo>
                <a:cubicBezTo>
                  <a:pt x="475488" y="85401"/>
                  <a:pt x="479926" y="83130"/>
                  <a:pt x="483512" y="78588"/>
                </a:cubicBezTo>
                <a:cubicBezTo>
                  <a:pt x="488623" y="72159"/>
                  <a:pt x="491178" y="64336"/>
                  <a:pt x="491178" y="55118"/>
                </a:cubicBezTo>
                <a:close/>
                <a:moveTo>
                  <a:pt x="532705" y="27167"/>
                </a:moveTo>
                <a:lnTo>
                  <a:pt x="550996" y="27167"/>
                </a:lnTo>
                <a:lnTo>
                  <a:pt x="549113" y="36461"/>
                </a:lnTo>
                <a:cubicBezTo>
                  <a:pt x="553686" y="32487"/>
                  <a:pt x="557956" y="29653"/>
                  <a:pt x="561923" y="27959"/>
                </a:cubicBezTo>
                <a:cubicBezTo>
                  <a:pt x="565891" y="26265"/>
                  <a:pt x="570071" y="25419"/>
                  <a:pt x="574464" y="25419"/>
                </a:cubicBezTo>
                <a:cubicBezTo>
                  <a:pt x="580337" y="25419"/>
                  <a:pt x="584966" y="27105"/>
                  <a:pt x="588350" y="30479"/>
                </a:cubicBezTo>
                <a:cubicBezTo>
                  <a:pt x="591735" y="33852"/>
                  <a:pt x="593427" y="38328"/>
                  <a:pt x="593427" y="43907"/>
                </a:cubicBezTo>
                <a:cubicBezTo>
                  <a:pt x="593427" y="46414"/>
                  <a:pt x="592688" y="51168"/>
                  <a:pt x="591208" y="58167"/>
                </a:cubicBezTo>
                <a:lnTo>
                  <a:pt x="582803" y="98581"/>
                </a:lnTo>
                <a:lnTo>
                  <a:pt x="563503" y="98581"/>
                </a:lnTo>
                <a:lnTo>
                  <a:pt x="571976" y="58028"/>
                </a:lnTo>
                <a:cubicBezTo>
                  <a:pt x="573231" y="51969"/>
                  <a:pt x="573859" y="48357"/>
                  <a:pt x="573859" y="47193"/>
                </a:cubicBezTo>
                <a:cubicBezTo>
                  <a:pt x="573859" y="44732"/>
                  <a:pt x="573131" y="42796"/>
                  <a:pt x="571674" y="41387"/>
                </a:cubicBezTo>
                <a:cubicBezTo>
                  <a:pt x="570217" y="39976"/>
                  <a:pt x="568188" y="39271"/>
                  <a:pt x="565588" y="39271"/>
                </a:cubicBezTo>
                <a:cubicBezTo>
                  <a:pt x="562764" y="39271"/>
                  <a:pt x="559626" y="40459"/>
                  <a:pt x="556174" y="42835"/>
                </a:cubicBezTo>
                <a:cubicBezTo>
                  <a:pt x="552722" y="45211"/>
                  <a:pt x="550010" y="48349"/>
                  <a:pt x="548037" y="52249"/>
                </a:cubicBezTo>
                <a:cubicBezTo>
                  <a:pt x="546603" y="55030"/>
                  <a:pt x="544989" y="60702"/>
                  <a:pt x="543195" y="69264"/>
                </a:cubicBezTo>
                <a:lnTo>
                  <a:pt x="537076" y="98581"/>
                </a:lnTo>
                <a:lnTo>
                  <a:pt x="517777" y="98581"/>
                </a:lnTo>
                <a:lnTo>
                  <a:pt x="532705" y="27167"/>
                </a:lnTo>
                <a:close/>
                <a:moveTo>
                  <a:pt x="637376" y="98581"/>
                </a:moveTo>
                <a:lnTo>
                  <a:pt x="620766" y="98581"/>
                </a:lnTo>
                <a:lnTo>
                  <a:pt x="606443" y="27167"/>
                </a:lnTo>
                <a:lnTo>
                  <a:pt x="625406" y="27167"/>
                </a:lnTo>
                <a:lnTo>
                  <a:pt x="630450" y="58303"/>
                </a:lnTo>
                <a:cubicBezTo>
                  <a:pt x="631839" y="66727"/>
                  <a:pt x="632669" y="72308"/>
                  <a:pt x="632938" y="75045"/>
                </a:cubicBezTo>
                <a:cubicBezTo>
                  <a:pt x="633296" y="74361"/>
                  <a:pt x="634854" y="71494"/>
                  <a:pt x="637611" y="66442"/>
                </a:cubicBezTo>
                <a:cubicBezTo>
                  <a:pt x="640368" y="61390"/>
                  <a:pt x="642060" y="58341"/>
                  <a:pt x="642688" y="57295"/>
                </a:cubicBezTo>
                <a:lnTo>
                  <a:pt x="660441" y="27167"/>
                </a:lnTo>
                <a:lnTo>
                  <a:pt x="681287" y="27167"/>
                </a:lnTo>
                <a:lnTo>
                  <a:pt x="637376" y="98581"/>
                </a:lnTo>
                <a:close/>
                <a:moveTo>
                  <a:pt x="747709" y="68859"/>
                </a:moveTo>
                <a:lnTo>
                  <a:pt x="699293" y="68859"/>
                </a:lnTo>
                <a:cubicBezTo>
                  <a:pt x="699248" y="69621"/>
                  <a:pt x="699226" y="70203"/>
                  <a:pt x="699226" y="70607"/>
                </a:cubicBezTo>
                <a:cubicBezTo>
                  <a:pt x="699226" y="75359"/>
                  <a:pt x="700582" y="79192"/>
                  <a:pt x="703294" y="82106"/>
                </a:cubicBezTo>
                <a:cubicBezTo>
                  <a:pt x="706006" y="85020"/>
                  <a:pt x="709312" y="86477"/>
                  <a:pt x="713213" y="86477"/>
                </a:cubicBezTo>
                <a:cubicBezTo>
                  <a:pt x="719623" y="86477"/>
                  <a:pt x="724622" y="83159"/>
                  <a:pt x="728208" y="76525"/>
                </a:cubicBezTo>
                <a:lnTo>
                  <a:pt x="745490" y="79483"/>
                </a:lnTo>
                <a:cubicBezTo>
                  <a:pt x="742128" y="86432"/>
                  <a:pt x="737634" y="91643"/>
                  <a:pt x="732007" y="95118"/>
                </a:cubicBezTo>
                <a:cubicBezTo>
                  <a:pt x="726381" y="98592"/>
                  <a:pt x="720072" y="100329"/>
                  <a:pt x="713078" y="100329"/>
                </a:cubicBezTo>
                <a:cubicBezTo>
                  <a:pt x="703485" y="100329"/>
                  <a:pt x="695684" y="97286"/>
                  <a:pt x="689677" y="91201"/>
                </a:cubicBezTo>
                <a:cubicBezTo>
                  <a:pt x="683670" y="85115"/>
                  <a:pt x="680666" y="77065"/>
                  <a:pt x="680666" y="67051"/>
                </a:cubicBezTo>
                <a:cubicBezTo>
                  <a:pt x="680666" y="57260"/>
                  <a:pt x="683378" y="48547"/>
                  <a:pt x="688803" y="40912"/>
                </a:cubicBezTo>
                <a:cubicBezTo>
                  <a:pt x="696200" y="30583"/>
                  <a:pt x="706757" y="25419"/>
                  <a:pt x="720475" y="25419"/>
                </a:cubicBezTo>
                <a:cubicBezTo>
                  <a:pt x="729217" y="25419"/>
                  <a:pt x="736165" y="28124"/>
                  <a:pt x="741321" y="33534"/>
                </a:cubicBezTo>
                <a:cubicBezTo>
                  <a:pt x="746476" y="38945"/>
                  <a:pt x="749054" y="46521"/>
                  <a:pt x="749054" y="56265"/>
                </a:cubicBezTo>
                <a:cubicBezTo>
                  <a:pt x="749054" y="60934"/>
                  <a:pt x="748606" y="65132"/>
                  <a:pt x="747709" y="68859"/>
                </a:cubicBezTo>
                <a:moveTo>
                  <a:pt x="731436" y="57024"/>
                </a:moveTo>
                <a:cubicBezTo>
                  <a:pt x="731481" y="56175"/>
                  <a:pt x="731503" y="55527"/>
                  <a:pt x="731503" y="55082"/>
                </a:cubicBezTo>
                <a:cubicBezTo>
                  <a:pt x="731503" y="49812"/>
                  <a:pt x="730315" y="45859"/>
                  <a:pt x="727939" y="43224"/>
                </a:cubicBezTo>
                <a:cubicBezTo>
                  <a:pt x="725563" y="40588"/>
                  <a:pt x="722380" y="39271"/>
                  <a:pt x="718390" y="39271"/>
                </a:cubicBezTo>
                <a:cubicBezTo>
                  <a:pt x="714401" y="39271"/>
                  <a:pt x="710825" y="40767"/>
                  <a:pt x="707665" y="43760"/>
                </a:cubicBezTo>
                <a:cubicBezTo>
                  <a:pt x="704504" y="46752"/>
                  <a:pt x="702364" y="51173"/>
                  <a:pt x="701243" y="57024"/>
                </a:cubicBezTo>
                <a:lnTo>
                  <a:pt x="731436" y="57024"/>
                </a:lnTo>
                <a:close/>
                <a:moveTo>
                  <a:pt x="768539" y="27167"/>
                </a:moveTo>
                <a:lnTo>
                  <a:pt x="786561" y="27167"/>
                </a:lnTo>
                <a:lnTo>
                  <a:pt x="783669" y="40990"/>
                </a:lnTo>
                <a:cubicBezTo>
                  <a:pt x="790394" y="30609"/>
                  <a:pt x="797679" y="25419"/>
                  <a:pt x="805524" y="25419"/>
                </a:cubicBezTo>
                <a:cubicBezTo>
                  <a:pt x="808303" y="25419"/>
                  <a:pt x="811284" y="26113"/>
                  <a:pt x="814467" y="27503"/>
                </a:cubicBezTo>
                <a:lnTo>
                  <a:pt x="807070" y="43306"/>
                </a:lnTo>
                <a:cubicBezTo>
                  <a:pt x="805322" y="42678"/>
                  <a:pt x="803462" y="42364"/>
                  <a:pt x="801489" y="42364"/>
                </a:cubicBezTo>
                <a:cubicBezTo>
                  <a:pt x="798172" y="42364"/>
                  <a:pt x="794798" y="43622"/>
                  <a:pt x="791369" y="46138"/>
                </a:cubicBezTo>
                <a:cubicBezTo>
                  <a:pt x="787939" y="48653"/>
                  <a:pt x="785261" y="52010"/>
                  <a:pt x="783333" y="56210"/>
                </a:cubicBezTo>
                <a:cubicBezTo>
                  <a:pt x="781405" y="60409"/>
                  <a:pt x="779500" y="67068"/>
                  <a:pt x="777617" y="76186"/>
                </a:cubicBezTo>
                <a:lnTo>
                  <a:pt x="772910" y="98581"/>
                </a:lnTo>
                <a:lnTo>
                  <a:pt x="753611" y="98581"/>
                </a:lnTo>
                <a:lnTo>
                  <a:pt x="768539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sionand">
            <a:extLst xmlns:a="http://schemas.openxmlformats.org/drawingml/2006/main">
              <a:ext uri="{FF2B5EF4-FFF2-40B4-BE49-F238E27FC236}">
                <a16:creationId xmlns:a16="http://schemas.microsoft.com/office/drawing/2014/main" id="{DC404686-F73C-447E-883D-4FB1FD9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023" y="6361127"/>
            <a:ext cx="571043" cy="100329"/>
          </a:xfrm>
          <a:custGeom xmlns:a="http://schemas.openxmlformats.org/drawingml/2006/main">
            <a:pathLst>
              <a:path w="571043" h="100329">
                <a:moveTo>
                  <a:pt x="0" y="78561"/>
                </a:moveTo>
                <a:lnTo>
                  <a:pt x="18694" y="75583"/>
                </a:lnTo>
                <a:cubicBezTo>
                  <a:pt x="20353" y="79552"/>
                  <a:pt x="22415" y="82360"/>
                  <a:pt x="24881" y="84008"/>
                </a:cubicBezTo>
                <a:cubicBezTo>
                  <a:pt x="27346" y="85654"/>
                  <a:pt x="30708" y="86477"/>
                  <a:pt x="34967" y="86477"/>
                </a:cubicBezTo>
                <a:cubicBezTo>
                  <a:pt x="39361" y="86477"/>
                  <a:pt x="42880" y="85493"/>
                  <a:pt x="45525" y="83526"/>
                </a:cubicBezTo>
                <a:cubicBezTo>
                  <a:pt x="47363" y="82184"/>
                  <a:pt x="48282" y="80552"/>
                  <a:pt x="48282" y="78630"/>
                </a:cubicBezTo>
                <a:cubicBezTo>
                  <a:pt x="48282" y="77333"/>
                  <a:pt x="47811" y="76167"/>
                  <a:pt x="46870" y="75133"/>
                </a:cubicBezTo>
                <a:cubicBezTo>
                  <a:pt x="45883" y="74146"/>
                  <a:pt x="43216" y="72933"/>
                  <a:pt x="38867" y="71496"/>
                </a:cubicBezTo>
                <a:cubicBezTo>
                  <a:pt x="27212" y="67633"/>
                  <a:pt x="19994" y="64580"/>
                  <a:pt x="17215" y="62336"/>
                </a:cubicBezTo>
                <a:cubicBezTo>
                  <a:pt x="12866" y="58832"/>
                  <a:pt x="10692" y="54251"/>
                  <a:pt x="10692" y="48593"/>
                </a:cubicBezTo>
                <a:cubicBezTo>
                  <a:pt x="10692" y="42934"/>
                  <a:pt x="12799" y="38061"/>
                  <a:pt x="17013" y="33973"/>
                </a:cubicBezTo>
                <a:cubicBezTo>
                  <a:pt x="22886" y="28270"/>
                  <a:pt x="31605" y="25419"/>
                  <a:pt x="43171" y="25419"/>
                </a:cubicBezTo>
                <a:cubicBezTo>
                  <a:pt x="52361" y="25419"/>
                  <a:pt x="59310" y="27100"/>
                  <a:pt x="64017" y="30462"/>
                </a:cubicBezTo>
                <a:cubicBezTo>
                  <a:pt x="68724" y="33824"/>
                  <a:pt x="71705" y="38374"/>
                  <a:pt x="72961" y="44113"/>
                </a:cubicBezTo>
                <a:lnTo>
                  <a:pt x="55141" y="47206"/>
                </a:lnTo>
                <a:cubicBezTo>
                  <a:pt x="54199" y="44606"/>
                  <a:pt x="52675" y="42656"/>
                  <a:pt x="50568" y="41356"/>
                </a:cubicBezTo>
                <a:cubicBezTo>
                  <a:pt x="47699" y="39607"/>
                  <a:pt x="44247" y="38733"/>
                  <a:pt x="40212" y="38733"/>
                </a:cubicBezTo>
                <a:cubicBezTo>
                  <a:pt x="36178" y="38733"/>
                  <a:pt x="33275" y="39408"/>
                  <a:pt x="31504" y="40759"/>
                </a:cubicBezTo>
                <a:cubicBezTo>
                  <a:pt x="29733" y="42109"/>
                  <a:pt x="28848" y="43663"/>
                  <a:pt x="28848" y="45420"/>
                </a:cubicBezTo>
                <a:cubicBezTo>
                  <a:pt x="28848" y="47220"/>
                  <a:pt x="29745" y="48704"/>
                  <a:pt x="31538" y="49872"/>
                </a:cubicBezTo>
                <a:cubicBezTo>
                  <a:pt x="32659" y="50591"/>
                  <a:pt x="36267" y="51848"/>
                  <a:pt x="42364" y="53644"/>
                </a:cubicBezTo>
                <a:cubicBezTo>
                  <a:pt x="51778" y="56385"/>
                  <a:pt x="58077" y="59079"/>
                  <a:pt x="61260" y="61729"/>
                </a:cubicBezTo>
                <a:cubicBezTo>
                  <a:pt x="65743" y="65456"/>
                  <a:pt x="67984" y="69948"/>
                  <a:pt x="67984" y="75203"/>
                </a:cubicBezTo>
                <a:cubicBezTo>
                  <a:pt x="67984" y="81983"/>
                  <a:pt x="65138" y="87866"/>
                  <a:pt x="59444" y="92852"/>
                </a:cubicBezTo>
                <a:cubicBezTo>
                  <a:pt x="53751" y="97837"/>
                  <a:pt x="45726" y="100329"/>
                  <a:pt x="35371" y="100329"/>
                </a:cubicBezTo>
                <a:cubicBezTo>
                  <a:pt x="25060" y="100329"/>
                  <a:pt x="17091" y="98425"/>
                  <a:pt x="11465" y="94618"/>
                </a:cubicBezTo>
                <a:cubicBezTo>
                  <a:pt x="5839" y="90808"/>
                  <a:pt x="2017" y="85456"/>
                  <a:pt x="0" y="78561"/>
                </a:cubicBezTo>
                <a:close/>
                <a:moveTo>
                  <a:pt x="99574" y="0"/>
                </a:moveTo>
                <a:lnTo>
                  <a:pt x="118873" y="0"/>
                </a:lnTo>
                <a:lnTo>
                  <a:pt x="115242" y="17484"/>
                </a:lnTo>
                <a:lnTo>
                  <a:pt x="95943" y="17484"/>
                </a:lnTo>
                <a:lnTo>
                  <a:pt x="99574" y="0"/>
                </a:lnTo>
                <a:moveTo>
                  <a:pt x="93926" y="27167"/>
                </a:moveTo>
                <a:lnTo>
                  <a:pt x="113225" y="27167"/>
                </a:lnTo>
                <a:lnTo>
                  <a:pt x="98297" y="98581"/>
                </a:lnTo>
                <a:lnTo>
                  <a:pt x="78997" y="98581"/>
                </a:lnTo>
                <a:lnTo>
                  <a:pt x="93926" y="27167"/>
                </a:lnTo>
                <a:close/>
                <a:moveTo>
                  <a:pt x="120076" y="68936"/>
                </a:moveTo>
                <a:cubicBezTo>
                  <a:pt x="120076" y="55688"/>
                  <a:pt x="123808" y="45123"/>
                  <a:pt x="131272" y="37241"/>
                </a:cubicBezTo>
                <a:cubicBezTo>
                  <a:pt x="138736" y="29359"/>
                  <a:pt x="148543" y="25419"/>
                  <a:pt x="160692" y="25419"/>
                </a:cubicBezTo>
                <a:cubicBezTo>
                  <a:pt x="171227" y="25419"/>
                  <a:pt x="179453" y="28327"/>
                  <a:pt x="185370" y="34144"/>
                </a:cubicBezTo>
                <a:cubicBezTo>
                  <a:pt x="191288" y="39959"/>
                  <a:pt x="194247" y="47784"/>
                  <a:pt x="194247" y="57620"/>
                </a:cubicBezTo>
                <a:cubicBezTo>
                  <a:pt x="194247" y="69206"/>
                  <a:pt x="190548" y="79221"/>
                  <a:pt x="183151" y="87664"/>
                </a:cubicBezTo>
                <a:cubicBezTo>
                  <a:pt x="175754" y="96107"/>
                  <a:pt x="165847" y="100329"/>
                  <a:pt x="153429" y="100329"/>
                </a:cubicBezTo>
                <a:cubicBezTo>
                  <a:pt x="146705" y="100329"/>
                  <a:pt x="140742" y="98982"/>
                  <a:pt x="135542" y="96288"/>
                </a:cubicBezTo>
                <a:cubicBezTo>
                  <a:pt x="130342" y="93593"/>
                  <a:pt x="126464" y="89775"/>
                  <a:pt x="123909" y="84836"/>
                </a:cubicBezTo>
                <a:cubicBezTo>
                  <a:pt x="121353" y="79894"/>
                  <a:pt x="120076" y="74595"/>
                  <a:pt x="120076" y="68936"/>
                </a:cubicBezTo>
                <a:moveTo>
                  <a:pt x="175082" y="55118"/>
                </a:moveTo>
                <a:cubicBezTo>
                  <a:pt x="175082" y="50532"/>
                  <a:pt x="173748" y="46857"/>
                  <a:pt x="171081" y="44092"/>
                </a:cubicBezTo>
                <a:cubicBezTo>
                  <a:pt x="168414" y="41326"/>
                  <a:pt x="164973" y="39943"/>
                  <a:pt x="160759" y="39943"/>
                </a:cubicBezTo>
                <a:cubicBezTo>
                  <a:pt x="156590" y="39943"/>
                  <a:pt x="152891" y="41236"/>
                  <a:pt x="149664" y="43823"/>
                </a:cubicBezTo>
                <a:cubicBezTo>
                  <a:pt x="146436" y="46407"/>
                  <a:pt x="143925" y="50162"/>
                  <a:pt x="142132" y="55086"/>
                </a:cubicBezTo>
                <a:cubicBezTo>
                  <a:pt x="140339" y="60009"/>
                  <a:pt x="139442" y="64538"/>
                  <a:pt x="139442" y="68674"/>
                </a:cubicBezTo>
                <a:cubicBezTo>
                  <a:pt x="139442" y="73800"/>
                  <a:pt x="140832" y="77869"/>
                  <a:pt x="143611" y="80883"/>
                </a:cubicBezTo>
                <a:cubicBezTo>
                  <a:pt x="146391" y="83895"/>
                  <a:pt x="149888" y="85401"/>
                  <a:pt x="154102" y="85401"/>
                </a:cubicBezTo>
                <a:cubicBezTo>
                  <a:pt x="159392" y="85401"/>
                  <a:pt x="163830" y="83130"/>
                  <a:pt x="167416" y="78588"/>
                </a:cubicBezTo>
                <a:cubicBezTo>
                  <a:pt x="172527" y="72159"/>
                  <a:pt x="175082" y="64336"/>
                  <a:pt x="175082" y="55118"/>
                </a:cubicBezTo>
                <a:close/>
                <a:moveTo>
                  <a:pt x="216610" y="27167"/>
                </a:moveTo>
                <a:lnTo>
                  <a:pt x="234901" y="27167"/>
                </a:lnTo>
                <a:lnTo>
                  <a:pt x="233018" y="36461"/>
                </a:lnTo>
                <a:cubicBezTo>
                  <a:pt x="237590" y="32487"/>
                  <a:pt x="241860" y="29653"/>
                  <a:pt x="245828" y="27959"/>
                </a:cubicBezTo>
                <a:cubicBezTo>
                  <a:pt x="249795" y="26265"/>
                  <a:pt x="253976" y="25419"/>
                  <a:pt x="258369" y="25419"/>
                </a:cubicBezTo>
                <a:cubicBezTo>
                  <a:pt x="264242" y="25419"/>
                  <a:pt x="268870" y="27105"/>
                  <a:pt x="272255" y="30479"/>
                </a:cubicBezTo>
                <a:cubicBezTo>
                  <a:pt x="275640" y="33852"/>
                  <a:pt x="277332" y="38328"/>
                  <a:pt x="277332" y="43907"/>
                </a:cubicBezTo>
                <a:cubicBezTo>
                  <a:pt x="277332" y="46414"/>
                  <a:pt x="276592" y="51168"/>
                  <a:pt x="275113" y="58167"/>
                </a:cubicBezTo>
                <a:lnTo>
                  <a:pt x="266707" y="98581"/>
                </a:lnTo>
                <a:lnTo>
                  <a:pt x="247408" y="98581"/>
                </a:lnTo>
                <a:lnTo>
                  <a:pt x="255881" y="58028"/>
                </a:lnTo>
                <a:cubicBezTo>
                  <a:pt x="257136" y="51969"/>
                  <a:pt x="257764" y="48357"/>
                  <a:pt x="257764" y="47193"/>
                </a:cubicBezTo>
                <a:cubicBezTo>
                  <a:pt x="257764" y="44732"/>
                  <a:pt x="257035" y="42796"/>
                  <a:pt x="255578" y="41387"/>
                </a:cubicBezTo>
                <a:cubicBezTo>
                  <a:pt x="254121" y="39976"/>
                  <a:pt x="252093" y="39271"/>
                  <a:pt x="249493" y="39271"/>
                </a:cubicBezTo>
                <a:cubicBezTo>
                  <a:pt x="246668" y="39271"/>
                  <a:pt x="243530" y="40459"/>
                  <a:pt x="240078" y="42835"/>
                </a:cubicBezTo>
                <a:cubicBezTo>
                  <a:pt x="236626" y="45211"/>
                  <a:pt x="233914" y="48349"/>
                  <a:pt x="231942" y="52249"/>
                </a:cubicBezTo>
                <a:cubicBezTo>
                  <a:pt x="230507" y="55030"/>
                  <a:pt x="228893" y="60702"/>
                  <a:pt x="227100" y="69264"/>
                </a:cubicBezTo>
                <a:lnTo>
                  <a:pt x="220981" y="98581"/>
                </a:lnTo>
                <a:lnTo>
                  <a:pt x="201682" y="98581"/>
                </a:lnTo>
                <a:lnTo>
                  <a:pt x="216610" y="27167"/>
                </a:lnTo>
                <a:close/>
                <a:moveTo>
                  <a:pt x="351062" y="47340"/>
                </a:moveTo>
                <a:lnTo>
                  <a:pt x="332234" y="45739"/>
                </a:lnTo>
                <a:cubicBezTo>
                  <a:pt x="334385" y="39369"/>
                  <a:pt x="338140" y="34390"/>
                  <a:pt x="343497" y="30802"/>
                </a:cubicBezTo>
                <a:cubicBezTo>
                  <a:pt x="348854" y="27213"/>
                  <a:pt x="355949" y="25419"/>
                  <a:pt x="364780" y="25419"/>
                </a:cubicBezTo>
                <a:cubicBezTo>
                  <a:pt x="373970" y="25419"/>
                  <a:pt x="380762" y="27270"/>
                  <a:pt x="385155" y="30973"/>
                </a:cubicBezTo>
                <a:cubicBezTo>
                  <a:pt x="389548" y="34674"/>
                  <a:pt x="391745" y="39194"/>
                  <a:pt x="391745" y="44533"/>
                </a:cubicBezTo>
                <a:cubicBezTo>
                  <a:pt x="391745" y="46687"/>
                  <a:pt x="391555" y="48977"/>
                  <a:pt x="391174" y="51400"/>
                </a:cubicBezTo>
                <a:cubicBezTo>
                  <a:pt x="390792" y="53822"/>
                  <a:pt x="389459" y="60194"/>
                  <a:pt x="387172" y="70515"/>
                </a:cubicBezTo>
                <a:cubicBezTo>
                  <a:pt x="385290" y="79039"/>
                  <a:pt x="384348" y="85007"/>
                  <a:pt x="384348" y="88418"/>
                </a:cubicBezTo>
                <a:cubicBezTo>
                  <a:pt x="384348" y="91470"/>
                  <a:pt x="384886" y="94857"/>
                  <a:pt x="385962" y="98581"/>
                </a:cubicBezTo>
                <a:lnTo>
                  <a:pt x="367201" y="98581"/>
                </a:lnTo>
                <a:cubicBezTo>
                  <a:pt x="366439" y="95981"/>
                  <a:pt x="365968" y="93291"/>
                  <a:pt x="365789" y="90511"/>
                </a:cubicBezTo>
                <a:cubicBezTo>
                  <a:pt x="362964" y="93649"/>
                  <a:pt x="359714" y="96070"/>
                  <a:pt x="356038" y="97774"/>
                </a:cubicBezTo>
                <a:cubicBezTo>
                  <a:pt x="352362" y="99477"/>
                  <a:pt x="348664" y="100329"/>
                  <a:pt x="344943" y="100329"/>
                </a:cubicBezTo>
                <a:cubicBezTo>
                  <a:pt x="339025" y="100329"/>
                  <a:pt x="334139" y="98387"/>
                  <a:pt x="330283" y="94504"/>
                </a:cubicBezTo>
                <a:cubicBezTo>
                  <a:pt x="326428" y="90621"/>
                  <a:pt x="324500" y="85626"/>
                  <a:pt x="324500" y="79521"/>
                </a:cubicBezTo>
                <a:cubicBezTo>
                  <a:pt x="324500" y="72697"/>
                  <a:pt x="326619" y="67243"/>
                  <a:pt x="330855" y="63158"/>
                </a:cubicBezTo>
                <a:cubicBezTo>
                  <a:pt x="335091" y="59072"/>
                  <a:pt x="342656" y="56603"/>
                  <a:pt x="353550" y="55750"/>
                </a:cubicBezTo>
                <a:cubicBezTo>
                  <a:pt x="362740" y="54987"/>
                  <a:pt x="368882" y="54066"/>
                  <a:pt x="371975" y="52989"/>
                </a:cubicBezTo>
                <a:cubicBezTo>
                  <a:pt x="372782" y="50299"/>
                  <a:pt x="373186" y="48147"/>
                  <a:pt x="373186" y="46533"/>
                </a:cubicBezTo>
                <a:cubicBezTo>
                  <a:pt x="373186" y="44471"/>
                  <a:pt x="372356" y="42745"/>
                  <a:pt x="370698" y="41356"/>
                </a:cubicBezTo>
                <a:cubicBezTo>
                  <a:pt x="369039" y="39966"/>
                  <a:pt x="366573" y="39271"/>
                  <a:pt x="363301" y="39271"/>
                </a:cubicBezTo>
                <a:cubicBezTo>
                  <a:pt x="359849" y="39271"/>
                  <a:pt x="357125" y="39971"/>
                  <a:pt x="355130" y="41372"/>
                </a:cubicBezTo>
                <a:cubicBezTo>
                  <a:pt x="353135" y="42772"/>
                  <a:pt x="351779" y="44761"/>
                  <a:pt x="351062" y="47340"/>
                </a:cubicBezTo>
                <a:moveTo>
                  <a:pt x="369420" y="65227"/>
                </a:moveTo>
                <a:cubicBezTo>
                  <a:pt x="368254" y="65543"/>
                  <a:pt x="366708" y="65835"/>
                  <a:pt x="364780" y="66104"/>
                </a:cubicBezTo>
                <a:cubicBezTo>
                  <a:pt x="355097" y="67273"/>
                  <a:pt x="348776" y="68983"/>
                  <a:pt x="345817" y="71231"/>
                </a:cubicBezTo>
                <a:cubicBezTo>
                  <a:pt x="343710" y="72851"/>
                  <a:pt x="342656" y="75033"/>
                  <a:pt x="342656" y="77777"/>
                </a:cubicBezTo>
                <a:cubicBezTo>
                  <a:pt x="342656" y="80025"/>
                  <a:pt x="343463" y="81926"/>
                  <a:pt x="345077" y="83478"/>
                </a:cubicBezTo>
                <a:cubicBezTo>
                  <a:pt x="346691" y="85029"/>
                  <a:pt x="348821" y="85804"/>
                  <a:pt x="351466" y="85804"/>
                </a:cubicBezTo>
                <a:cubicBezTo>
                  <a:pt x="354379" y="85804"/>
                  <a:pt x="357125" y="85096"/>
                  <a:pt x="359703" y="83680"/>
                </a:cubicBezTo>
                <a:cubicBezTo>
                  <a:pt x="362281" y="82262"/>
                  <a:pt x="364208" y="80440"/>
                  <a:pt x="365486" y="78214"/>
                </a:cubicBezTo>
                <a:cubicBezTo>
                  <a:pt x="366764" y="75988"/>
                  <a:pt x="367896" y="72514"/>
                  <a:pt x="368882" y="67791"/>
                </a:cubicBezTo>
                <a:lnTo>
                  <a:pt x="369420" y="65227"/>
                </a:lnTo>
                <a:close/>
                <a:moveTo>
                  <a:pt x="415535" y="27167"/>
                </a:moveTo>
                <a:lnTo>
                  <a:pt x="433826" y="27167"/>
                </a:lnTo>
                <a:lnTo>
                  <a:pt x="431943" y="36461"/>
                </a:lnTo>
                <a:cubicBezTo>
                  <a:pt x="436516" y="32487"/>
                  <a:pt x="440786" y="29653"/>
                  <a:pt x="444753" y="27959"/>
                </a:cubicBezTo>
                <a:cubicBezTo>
                  <a:pt x="448721" y="26265"/>
                  <a:pt x="452901" y="25419"/>
                  <a:pt x="457294" y="25419"/>
                </a:cubicBezTo>
                <a:cubicBezTo>
                  <a:pt x="463167" y="25419"/>
                  <a:pt x="467796" y="27105"/>
                  <a:pt x="471180" y="30479"/>
                </a:cubicBezTo>
                <a:cubicBezTo>
                  <a:pt x="474565" y="33852"/>
                  <a:pt x="476257" y="38328"/>
                  <a:pt x="476257" y="43907"/>
                </a:cubicBezTo>
                <a:cubicBezTo>
                  <a:pt x="476257" y="46414"/>
                  <a:pt x="475518" y="51168"/>
                  <a:pt x="474038" y="58167"/>
                </a:cubicBezTo>
                <a:lnTo>
                  <a:pt x="465633" y="98581"/>
                </a:lnTo>
                <a:lnTo>
                  <a:pt x="446333" y="98581"/>
                </a:lnTo>
                <a:lnTo>
                  <a:pt x="454806" y="58028"/>
                </a:lnTo>
                <a:cubicBezTo>
                  <a:pt x="456062" y="51969"/>
                  <a:pt x="456689" y="48357"/>
                  <a:pt x="456689" y="47193"/>
                </a:cubicBezTo>
                <a:cubicBezTo>
                  <a:pt x="456689" y="44732"/>
                  <a:pt x="455961" y="42796"/>
                  <a:pt x="454504" y="41387"/>
                </a:cubicBezTo>
                <a:cubicBezTo>
                  <a:pt x="453047" y="39976"/>
                  <a:pt x="451018" y="39271"/>
                  <a:pt x="448418" y="39271"/>
                </a:cubicBezTo>
                <a:cubicBezTo>
                  <a:pt x="445594" y="39271"/>
                  <a:pt x="442456" y="40459"/>
                  <a:pt x="439004" y="42835"/>
                </a:cubicBezTo>
                <a:cubicBezTo>
                  <a:pt x="435552" y="45211"/>
                  <a:pt x="432840" y="48349"/>
                  <a:pt x="430867" y="52249"/>
                </a:cubicBezTo>
                <a:cubicBezTo>
                  <a:pt x="429433" y="55030"/>
                  <a:pt x="427819" y="60702"/>
                  <a:pt x="426026" y="69264"/>
                </a:cubicBezTo>
                <a:lnTo>
                  <a:pt x="419906" y="98581"/>
                </a:lnTo>
                <a:lnTo>
                  <a:pt x="400607" y="98581"/>
                </a:lnTo>
                <a:lnTo>
                  <a:pt x="415535" y="27167"/>
                </a:lnTo>
                <a:close/>
                <a:moveTo>
                  <a:pt x="550466" y="98581"/>
                </a:moveTo>
                <a:lnTo>
                  <a:pt x="532175" y="98581"/>
                </a:lnTo>
                <a:lnTo>
                  <a:pt x="533789" y="90854"/>
                </a:lnTo>
                <a:cubicBezTo>
                  <a:pt x="530292" y="94239"/>
                  <a:pt x="526852" y="96664"/>
                  <a:pt x="523467" y="98131"/>
                </a:cubicBezTo>
                <a:cubicBezTo>
                  <a:pt x="520082" y="99596"/>
                  <a:pt x="516261" y="100329"/>
                  <a:pt x="512002" y="100329"/>
                </a:cubicBezTo>
                <a:cubicBezTo>
                  <a:pt x="504605" y="100329"/>
                  <a:pt x="498609" y="97803"/>
                  <a:pt x="494014" y="92751"/>
                </a:cubicBezTo>
                <a:cubicBezTo>
                  <a:pt x="489419" y="87698"/>
                  <a:pt x="487121" y="80231"/>
                  <a:pt x="487121" y="70351"/>
                </a:cubicBezTo>
                <a:cubicBezTo>
                  <a:pt x="487121" y="58899"/>
                  <a:pt x="490349" y="48548"/>
                  <a:pt x="496804" y="39296"/>
                </a:cubicBezTo>
                <a:cubicBezTo>
                  <a:pt x="503260" y="30044"/>
                  <a:pt x="511800" y="25419"/>
                  <a:pt x="522425" y="25419"/>
                </a:cubicBezTo>
                <a:cubicBezTo>
                  <a:pt x="532018" y="25419"/>
                  <a:pt x="539213" y="29229"/>
                  <a:pt x="544010" y="36850"/>
                </a:cubicBezTo>
                <a:lnTo>
                  <a:pt x="551743" y="0"/>
                </a:lnTo>
                <a:lnTo>
                  <a:pt x="571043" y="0"/>
                </a:lnTo>
                <a:lnTo>
                  <a:pt x="550466" y="98581"/>
                </a:lnTo>
                <a:moveTo>
                  <a:pt x="505882" y="69508"/>
                </a:moveTo>
                <a:cubicBezTo>
                  <a:pt x="505882" y="74626"/>
                  <a:pt x="507171" y="78621"/>
                  <a:pt x="509749" y="81494"/>
                </a:cubicBezTo>
                <a:cubicBezTo>
                  <a:pt x="512327" y="84368"/>
                  <a:pt x="515498" y="85804"/>
                  <a:pt x="519264" y="85804"/>
                </a:cubicBezTo>
                <a:cubicBezTo>
                  <a:pt x="522761" y="85804"/>
                  <a:pt x="526022" y="84604"/>
                  <a:pt x="529048" y="82202"/>
                </a:cubicBezTo>
                <a:cubicBezTo>
                  <a:pt x="532074" y="79800"/>
                  <a:pt x="534495" y="76129"/>
                  <a:pt x="536311" y="71191"/>
                </a:cubicBezTo>
                <a:cubicBezTo>
                  <a:pt x="538126" y="66253"/>
                  <a:pt x="539034" y="61516"/>
                  <a:pt x="539034" y="56982"/>
                </a:cubicBezTo>
                <a:cubicBezTo>
                  <a:pt x="539034" y="51819"/>
                  <a:pt x="537644" y="47644"/>
                  <a:pt x="534865" y="44457"/>
                </a:cubicBezTo>
                <a:cubicBezTo>
                  <a:pt x="532085" y="41269"/>
                  <a:pt x="528880" y="39674"/>
                  <a:pt x="525249" y="39674"/>
                </a:cubicBezTo>
                <a:cubicBezTo>
                  <a:pt x="519600" y="39674"/>
                  <a:pt x="514960" y="42817"/>
                  <a:pt x="511329" y="49103"/>
                </a:cubicBezTo>
                <a:cubicBezTo>
                  <a:pt x="507698" y="55388"/>
                  <a:pt x="505882" y="62189"/>
                  <a:pt x="505882" y="695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codegeneration">
            <a:extLst xmlns:a="http://schemas.openxmlformats.org/drawingml/2006/main">
              <a:ext uri="{FF2B5EF4-FFF2-40B4-BE49-F238E27FC236}">
                <a16:creationId xmlns:a16="http://schemas.microsoft.com/office/drawing/2014/main" id="{547F54FB-26F4-4D65-A0F0-25E222D7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67" y="6526388"/>
            <a:ext cx="1052485" cy="127631"/>
          </a:xfrm>
          <a:custGeom xmlns:a="http://schemas.openxmlformats.org/drawingml/2006/main">
            <a:pathLst>
              <a:path w="1052485" h="127631">
                <a:moveTo>
                  <a:pt x="45659" y="71683"/>
                </a:moveTo>
                <a:lnTo>
                  <a:pt x="64420" y="74709"/>
                </a:lnTo>
                <a:cubicBezTo>
                  <a:pt x="61327" y="83070"/>
                  <a:pt x="56755" y="89430"/>
                  <a:pt x="50703" y="93790"/>
                </a:cubicBezTo>
                <a:cubicBezTo>
                  <a:pt x="44651" y="98149"/>
                  <a:pt x="37635" y="100329"/>
                  <a:pt x="29655" y="100329"/>
                </a:cubicBezTo>
                <a:cubicBezTo>
                  <a:pt x="20554" y="100329"/>
                  <a:pt x="13337" y="97612"/>
                  <a:pt x="8002" y="92178"/>
                </a:cubicBezTo>
                <a:cubicBezTo>
                  <a:pt x="2667" y="86744"/>
                  <a:pt x="0" y="79266"/>
                  <a:pt x="0" y="69745"/>
                </a:cubicBezTo>
                <a:cubicBezTo>
                  <a:pt x="0" y="61976"/>
                  <a:pt x="1614" y="54633"/>
                  <a:pt x="4842" y="47716"/>
                </a:cubicBezTo>
                <a:cubicBezTo>
                  <a:pt x="8069" y="40800"/>
                  <a:pt x="12933" y="35355"/>
                  <a:pt x="19434" y="31380"/>
                </a:cubicBezTo>
                <a:cubicBezTo>
                  <a:pt x="25934" y="27406"/>
                  <a:pt x="33062" y="25419"/>
                  <a:pt x="40818" y="25419"/>
                </a:cubicBezTo>
                <a:cubicBezTo>
                  <a:pt x="49246" y="25419"/>
                  <a:pt x="55970" y="27631"/>
                  <a:pt x="60991" y="32055"/>
                </a:cubicBezTo>
                <a:cubicBezTo>
                  <a:pt x="66012" y="36479"/>
                  <a:pt x="68836" y="42303"/>
                  <a:pt x="69464" y="49526"/>
                </a:cubicBezTo>
                <a:lnTo>
                  <a:pt x="51106" y="51509"/>
                </a:lnTo>
                <a:cubicBezTo>
                  <a:pt x="50658" y="47451"/>
                  <a:pt x="49436" y="44464"/>
                  <a:pt x="47441" y="42549"/>
                </a:cubicBezTo>
                <a:cubicBezTo>
                  <a:pt x="45446" y="40633"/>
                  <a:pt x="42835" y="39674"/>
                  <a:pt x="39607" y="39674"/>
                </a:cubicBezTo>
                <a:cubicBezTo>
                  <a:pt x="35886" y="39674"/>
                  <a:pt x="32412" y="41066"/>
                  <a:pt x="29184" y="43850"/>
                </a:cubicBezTo>
                <a:cubicBezTo>
                  <a:pt x="25956" y="46634"/>
                  <a:pt x="23480" y="50798"/>
                  <a:pt x="21754" y="56343"/>
                </a:cubicBezTo>
                <a:cubicBezTo>
                  <a:pt x="20028" y="61888"/>
                  <a:pt x="19165" y="67084"/>
                  <a:pt x="19165" y="71933"/>
                </a:cubicBezTo>
                <a:cubicBezTo>
                  <a:pt x="19165" y="76153"/>
                  <a:pt x="20196" y="79408"/>
                  <a:pt x="22258" y="81698"/>
                </a:cubicBezTo>
                <a:cubicBezTo>
                  <a:pt x="24320" y="83987"/>
                  <a:pt x="26898" y="85132"/>
                  <a:pt x="29991" y="85132"/>
                </a:cubicBezTo>
                <a:cubicBezTo>
                  <a:pt x="33084" y="85132"/>
                  <a:pt x="36066" y="84011"/>
                  <a:pt x="38935" y="81770"/>
                </a:cubicBezTo>
                <a:cubicBezTo>
                  <a:pt x="41804" y="79528"/>
                  <a:pt x="44045" y="76166"/>
                  <a:pt x="45659" y="71683"/>
                </a:cubicBezTo>
                <a:close/>
                <a:moveTo>
                  <a:pt x="76577" y="68936"/>
                </a:moveTo>
                <a:cubicBezTo>
                  <a:pt x="76577" y="55688"/>
                  <a:pt x="80309" y="45123"/>
                  <a:pt x="87773" y="37241"/>
                </a:cubicBezTo>
                <a:cubicBezTo>
                  <a:pt x="95237" y="29359"/>
                  <a:pt x="105043" y="25419"/>
                  <a:pt x="117192" y="25419"/>
                </a:cubicBezTo>
                <a:cubicBezTo>
                  <a:pt x="127727" y="25419"/>
                  <a:pt x="135954" y="28327"/>
                  <a:pt x="141871" y="34144"/>
                </a:cubicBezTo>
                <a:cubicBezTo>
                  <a:pt x="147789" y="39959"/>
                  <a:pt x="150747" y="47784"/>
                  <a:pt x="150747" y="57620"/>
                </a:cubicBezTo>
                <a:cubicBezTo>
                  <a:pt x="150747" y="69206"/>
                  <a:pt x="147049" y="79221"/>
                  <a:pt x="139652" y="87664"/>
                </a:cubicBezTo>
                <a:cubicBezTo>
                  <a:pt x="132255" y="96107"/>
                  <a:pt x="122348" y="100329"/>
                  <a:pt x="109930" y="100329"/>
                </a:cubicBezTo>
                <a:cubicBezTo>
                  <a:pt x="103205" y="100329"/>
                  <a:pt x="97243" y="98982"/>
                  <a:pt x="92043" y="96288"/>
                </a:cubicBezTo>
                <a:cubicBezTo>
                  <a:pt x="86843" y="93593"/>
                  <a:pt x="82965" y="89775"/>
                  <a:pt x="80409" y="84836"/>
                </a:cubicBezTo>
                <a:cubicBezTo>
                  <a:pt x="77854" y="79894"/>
                  <a:pt x="76577" y="74595"/>
                  <a:pt x="76577" y="68936"/>
                </a:cubicBezTo>
                <a:moveTo>
                  <a:pt x="131583" y="55118"/>
                </a:moveTo>
                <a:cubicBezTo>
                  <a:pt x="131583" y="50532"/>
                  <a:pt x="130249" y="46857"/>
                  <a:pt x="127582" y="44092"/>
                </a:cubicBezTo>
                <a:cubicBezTo>
                  <a:pt x="124914" y="41326"/>
                  <a:pt x="121474" y="39943"/>
                  <a:pt x="117260" y="39943"/>
                </a:cubicBezTo>
                <a:cubicBezTo>
                  <a:pt x="113090" y="39943"/>
                  <a:pt x="109392" y="41236"/>
                  <a:pt x="106164" y="43823"/>
                </a:cubicBezTo>
                <a:cubicBezTo>
                  <a:pt x="102936" y="46407"/>
                  <a:pt x="100426" y="50162"/>
                  <a:pt x="98633" y="55086"/>
                </a:cubicBezTo>
                <a:cubicBezTo>
                  <a:pt x="96840" y="60009"/>
                  <a:pt x="95943" y="64538"/>
                  <a:pt x="95943" y="68674"/>
                </a:cubicBezTo>
                <a:cubicBezTo>
                  <a:pt x="95943" y="73800"/>
                  <a:pt x="97333" y="77869"/>
                  <a:pt x="100112" y="80883"/>
                </a:cubicBezTo>
                <a:cubicBezTo>
                  <a:pt x="102892" y="83895"/>
                  <a:pt x="106388" y="85401"/>
                  <a:pt x="110602" y="85401"/>
                </a:cubicBezTo>
                <a:cubicBezTo>
                  <a:pt x="115892" y="85401"/>
                  <a:pt x="120330" y="83130"/>
                  <a:pt x="123917" y="78588"/>
                </a:cubicBezTo>
                <a:cubicBezTo>
                  <a:pt x="129027" y="72159"/>
                  <a:pt x="131583" y="64336"/>
                  <a:pt x="131583" y="55118"/>
                </a:cubicBezTo>
                <a:close/>
                <a:moveTo>
                  <a:pt x="223880" y="98581"/>
                </a:moveTo>
                <a:lnTo>
                  <a:pt x="205590" y="98581"/>
                </a:lnTo>
                <a:lnTo>
                  <a:pt x="207203" y="90854"/>
                </a:lnTo>
                <a:cubicBezTo>
                  <a:pt x="203707" y="94239"/>
                  <a:pt x="200266" y="96664"/>
                  <a:pt x="196881" y="98131"/>
                </a:cubicBezTo>
                <a:cubicBezTo>
                  <a:pt x="193497" y="99596"/>
                  <a:pt x="189675" y="100329"/>
                  <a:pt x="185416" y="100329"/>
                </a:cubicBezTo>
                <a:cubicBezTo>
                  <a:pt x="178019" y="100329"/>
                  <a:pt x="172023" y="97803"/>
                  <a:pt x="167428" y="92751"/>
                </a:cubicBezTo>
                <a:cubicBezTo>
                  <a:pt x="162833" y="87698"/>
                  <a:pt x="160536" y="80231"/>
                  <a:pt x="160536" y="70351"/>
                </a:cubicBezTo>
                <a:cubicBezTo>
                  <a:pt x="160536" y="58899"/>
                  <a:pt x="163763" y="48548"/>
                  <a:pt x="170219" y="39296"/>
                </a:cubicBezTo>
                <a:cubicBezTo>
                  <a:pt x="176674" y="30044"/>
                  <a:pt x="185214" y="25419"/>
                  <a:pt x="195839" y="25419"/>
                </a:cubicBezTo>
                <a:cubicBezTo>
                  <a:pt x="205433" y="25419"/>
                  <a:pt x="212628" y="29229"/>
                  <a:pt x="217425" y="36850"/>
                </a:cubicBezTo>
                <a:lnTo>
                  <a:pt x="225158" y="0"/>
                </a:lnTo>
                <a:lnTo>
                  <a:pt x="244457" y="0"/>
                </a:lnTo>
                <a:lnTo>
                  <a:pt x="223880" y="98581"/>
                </a:lnTo>
                <a:moveTo>
                  <a:pt x="179297" y="69508"/>
                </a:moveTo>
                <a:cubicBezTo>
                  <a:pt x="179297" y="74626"/>
                  <a:pt x="180586" y="78621"/>
                  <a:pt x="183163" y="81494"/>
                </a:cubicBezTo>
                <a:cubicBezTo>
                  <a:pt x="185741" y="84368"/>
                  <a:pt x="188913" y="85804"/>
                  <a:pt x="192679" y="85804"/>
                </a:cubicBezTo>
                <a:cubicBezTo>
                  <a:pt x="196175" y="85804"/>
                  <a:pt x="199437" y="84604"/>
                  <a:pt x="202463" y="82202"/>
                </a:cubicBezTo>
                <a:cubicBezTo>
                  <a:pt x="205489" y="79800"/>
                  <a:pt x="207910" y="76129"/>
                  <a:pt x="209725" y="71191"/>
                </a:cubicBezTo>
                <a:cubicBezTo>
                  <a:pt x="211541" y="66253"/>
                  <a:pt x="212449" y="61516"/>
                  <a:pt x="212449" y="56982"/>
                </a:cubicBezTo>
                <a:cubicBezTo>
                  <a:pt x="212449" y="51819"/>
                  <a:pt x="211059" y="47644"/>
                  <a:pt x="208279" y="44457"/>
                </a:cubicBezTo>
                <a:cubicBezTo>
                  <a:pt x="205500" y="41269"/>
                  <a:pt x="202295" y="39674"/>
                  <a:pt x="198663" y="39674"/>
                </a:cubicBezTo>
                <a:cubicBezTo>
                  <a:pt x="193015" y="39674"/>
                  <a:pt x="188375" y="42817"/>
                  <a:pt x="184744" y="49103"/>
                </a:cubicBezTo>
                <a:cubicBezTo>
                  <a:pt x="181112" y="55388"/>
                  <a:pt x="179297" y="62189"/>
                  <a:pt x="179297" y="69508"/>
                </a:cubicBezTo>
                <a:close/>
                <a:moveTo>
                  <a:pt x="311605" y="68859"/>
                </a:moveTo>
                <a:lnTo>
                  <a:pt x="263188" y="68859"/>
                </a:lnTo>
                <a:cubicBezTo>
                  <a:pt x="263144" y="69621"/>
                  <a:pt x="263121" y="70203"/>
                  <a:pt x="263121" y="70607"/>
                </a:cubicBezTo>
                <a:cubicBezTo>
                  <a:pt x="263121" y="75359"/>
                  <a:pt x="264477" y="79192"/>
                  <a:pt x="267189" y="82106"/>
                </a:cubicBezTo>
                <a:cubicBezTo>
                  <a:pt x="269902" y="85020"/>
                  <a:pt x="273208" y="86477"/>
                  <a:pt x="277108" y="86477"/>
                </a:cubicBezTo>
                <a:cubicBezTo>
                  <a:pt x="283519" y="86477"/>
                  <a:pt x="288517" y="83159"/>
                  <a:pt x="292104" y="76525"/>
                </a:cubicBezTo>
                <a:lnTo>
                  <a:pt x="309386" y="79483"/>
                </a:lnTo>
                <a:cubicBezTo>
                  <a:pt x="306023" y="86432"/>
                  <a:pt x="301529" y="91643"/>
                  <a:pt x="295903" y="95118"/>
                </a:cubicBezTo>
                <a:cubicBezTo>
                  <a:pt x="290277" y="98592"/>
                  <a:pt x="283967" y="100329"/>
                  <a:pt x="276974" y="100329"/>
                </a:cubicBezTo>
                <a:cubicBezTo>
                  <a:pt x="267380" y="100329"/>
                  <a:pt x="259580" y="97286"/>
                  <a:pt x="253572" y="91201"/>
                </a:cubicBezTo>
                <a:cubicBezTo>
                  <a:pt x="247565" y="85115"/>
                  <a:pt x="244562" y="77065"/>
                  <a:pt x="244562" y="67051"/>
                </a:cubicBezTo>
                <a:cubicBezTo>
                  <a:pt x="244562" y="57260"/>
                  <a:pt x="247274" y="48547"/>
                  <a:pt x="252698" y="40912"/>
                </a:cubicBezTo>
                <a:cubicBezTo>
                  <a:pt x="260095" y="30583"/>
                  <a:pt x="270653" y="25419"/>
                  <a:pt x="284371" y="25419"/>
                </a:cubicBezTo>
                <a:cubicBezTo>
                  <a:pt x="293112" y="25419"/>
                  <a:pt x="300061" y="28124"/>
                  <a:pt x="305216" y="33534"/>
                </a:cubicBezTo>
                <a:cubicBezTo>
                  <a:pt x="310372" y="38945"/>
                  <a:pt x="312950" y="46521"/>
                  <a:pt x="312950" y="56265"/>
                </a:cubicBezTo>
                <a:cubicBezTo>
                  <a:pt x="312950" y="60934"/>
                  <a:pt x="312501" y="65132"/>
                  <a:pt x="311605" y="68859"/>
                </a:cubicBezTo>
                <a:moveTo>
                  <a:pt x="295331" y="57024"/>
                </a:moveTo>
                <a:cubicBezTo>
                  <a:pt x="295376" y="56175"/>
                  <a:pt x="295399" y="55527"/>
                  <a:pt x="295399" y="55082"/>
                </a:cubicBezTo>
                <a:cubicBezTo>
                  <a:pt x="295399" y="49812"/>
                  <a:pt x="294211" y="45859"/>
                  <a:pt x="291835" y="43224"/>
                </a:cubicBezTo>
                <a:cubicBezTo>
                  <a:pt x="289459" y="40588"/>
                  <a:pt x="286276" y="39271"/>
                  <a:pt x="282286" y="39271"/>
                </a:cubicBezTo>
                <a:cubicBezTo>
                  <a:pt x="278296" y="39271"/>
                  <a:pt x="274721" y="40767"/>
                  <a:pt x="271560" y="43760"/>
                </a:cubicBezTo>
                <a:cubicBezTo>
                  <a:pt x="268400" y="46752"/>
                  <a:pt x="266259" y="51173"/>
                  <a:pt x="265139" y="57024"/>
                </a:cubicBezTo>
                <a:lnTo>
                  <a:pt x="295331" y="57024"/>
                </a:lnTo>
                <a:close/>
                <a:moveTo>
                  <a:pt x="355830" y="102346"/>
                </a:moveTo>
                <a:lnTo>
                  <a:pt x="376205" y="105305"/>
                </a:lnTo>
                <a:cubicBezTo>
                  <a:pt x="376205" y="107367"/>
                  <a:pt x="376541" y="108925"/>
                  <a:pt x="377213" y="109979"/>
                </a:cubicBezTo>
                <a:cubicBezTo>
                  <a:pt x="377886" y="111032"/>
                  <a:pt x="378973" y="111929"/>
                  <a:pt x="380475" y="112669"/>
                </a:cubicBezTo>
                <a:cubicBezTo>
                  <a:pt x="381977" y="113408"/>
                  <a:pt x="384027" y="113778"/>
                  <a:pt x="386628" y="113778"/>
                </a:cubicBezTo>
                <a:cubicBezTo>
                  <a:pt x="390707" y="113778"/>
                  <a:pt x="393980" y="112970"/>
                  <a:pt x="396445" y="111355"/>
                </a:cubicBezTo>
                <a:cubicBezTo>
                  <a:pt x="398283" y="110099"/>
                  <a:pt x="399785" y="108078"/>
                  <a:pt x="400951" y="105295"/>
                </a:cubicBezTo>
                <a:cubicBezTo>
                  <a:pt x="401668" y="103545"/>
                  <a:pt x="402587" y="99730"/>
                  <a:pt x="403708" y="93851"/>
                </a:cubicBezTo>
                <a:lnTo>
                  <a:pt x="404380" y="90511"/>
                </a:lnTo>
                <a:cubicBezTo>
                  <a:pt x="397701" y="96070"/>
                  <a:pt x="390797" y="98850"/>
                  <a:pt x="383669" y="98850"/>
                </a:cubicBezTo>
                <a:cubicBezTo>
                  <a:pt x="376675" y="98850"/>
                  <a:pt x="370937" y="96382"/>
                  <a:pt x="366454" y="91447"/>
                </a:cubicBezTo>
                <a:cubicBezTo>
                  <a:pt x="361971" y="86511"/>
                  <a:pt x="359730" y="79286"/>
                  <a:pt x="359730" y="69773"/>
                </a:cubicBezTo>
                <a:cubicBezTo>
                  <a:pt x="359730" y="61383"/>
                  <a:pt x="361254" y="53688"/>
                  <a:pt x="364302" y="46689"/>
                </a:cubicBezTo>
                <a:cubicBezTo>
                  <a:pt x="367351" y="39688"/>
                  <a:pt x="371632" y="34394"/>
                  <a:pt x="377146" y="30804"/>
                </a:cubicBezTo>
                <a:cubicBezTo>
                  <a:pt x="382660" y="27214"/>
                  <a:pt x="388286" y="25419"/>
                  <a:pt x="394025" y="25419"/>
                </a:cubicBezTo>
                <a:cubicBezTo>
                  <a:pt x="398776" y="25419"/>
                  <a:pt x="403125" y="26678"/>
                  <a:pt x="407070" y="29197"/>
                </a:cubicBezTo>
                <a:cubicBezTo>
                  <a:pt x="411015" y="31716"/>
                  <a:pt x="414086" y="35247"/>
                  <a:pt x="416283" y="39790"/>
                </a:cubicBezTo>
                <a:lnTo>
                  <a:pt x="418972" y="27167"/>
                </a:lnTo>
                <a:lnTo>
                  <a:pt x="437061" y="27167"/>
                </a:lnTo>
                <a:lnTo>
                  <a:pt x="424688" y="86618"/>
                </a:lnTo>
                <a:cubicBezTo>
                  <a:pt x="422671" y="96196"/>
                  <a:pt x="420967" y="103031"/>
                  <a:pt x="419578" y="107123"/>
                </a:cubicBezTo>
                <a:cubicBezTo>
                  <a:pt x="418188" y="111216"/>
                  <a:pt x="416596" y="114477"/>
                  <a:pt x="414803" y="116905"/>
                </a:cubicBezTo>
                <a:cubicBezTo>
                  <a:pt x="413010" y="119333"/>
                  <a:pt x="410746" y="121368"/>
                  <a:pt x="408011" y="123010"/>
                </a:cubicBezTo>
                <a:cubicBezTo>
                  <a:pt x="405277" y="124651"/>
                  <a:pt x="402049" y="125832"/>
                  <a:pt x="398328" y="126550"/>
                </a:cubicBezTo>
                <a:cubicBezTo>
                  <a:pt x="394607" y="127270"/>
                  <a:pt x="390573" y="127631"/>
                  <a:pt x="386224" y="127631"/>
                </a:cubicBezTo>
                <a:cubicBezTo>
                  <a:pt x="376137" y="127631"/>
                  <a:pt x="368516" y="125900"/>
                  <a:pt x="363361" y="122438"/>
                </a:cubicBezTo>
                <a:cubicBezTo>
                  <a:pt x="358206" y="118978"/>
                  <a:pt x="355628" y="113225"/>
                  <a:pt x="355628" y="105179"/>
                </a:cubicBezTo>
                <a:cubicBezTo>
                  <a:pt x="355628" y="104325"/>
                  <a:pt x="355695" y="103380"/>
                  <a:pt x="355830" y="102346"/>
                </a:cubicBezTo>
                <a:moveTo>
                  <a:pt x="378558" y="67808"/>
                </a:moveTo>
                <a:cubicBezTo>
                  <a:pt x="378558" y="73224"/>
                  <a:pt x="379780" y="77353"/>
                  <a:pt x="382223" y="80196"/>
                </a:cubicBezTo>
                <a:cubicBezTo>
                  <a:pt x="384666" y="83038"/>
                  <a:pt x="387726" y="84459"/>
                  <a:pt x="391402" y="84459"/>
                </a:cubicBezTo>
                <a:cubicBezTo>
                  <a:pt x="394764" y="84459"/>
                  <a:pt x="398026" y="83184"/>
                  <a:pt x="401186" y="80633"/>
                </a:cubicBezTo>
                <a:cubicBezTo>
                  <a:pt x="404347" y="78080"/>
                  <a:pt x="406767" y="74454"/>
                  <a:pt x="408449" y="69754"/>
                </a:cubicBezTo>
                <a:cubicBezTo>
                  <a:pt x="410130" y="65054"/>
                  <a:pt x="410970" y="60510"/>
                  <a:pt x="410970" y="56124"/>
                </a:cubicBezTo>
                <a:cubicBezTo>
                  <a:pt x="410970" y="51065"/>
                  <a:pt x="409603" y="46992"/>
                  <a:pt x="406868" y="43905"/>
                </a:cubicBezTo>
                <a:cubicBezTo>
                  <a:pt x="404134" y="40815"/>
                  <a:pt x="400973" y="39271"/>
                  <a:pt x="397387" y="39271"/>
                </a:cubicBezTo>
                <a:cubicBezTo>
                  <a:pt x="393935" y="39271"/>
                  <a:pt x="390763" y="40636"/>
                  <a:pt x="387872" y="43367"/>
                </a:cubicBezTo>
                <a:cubicBezTo>
                  <a:pt x="384980" y="46097"/>
                  <a:pt x="382593" y="50305"/>
                  <a:pt x="380710" y="55990"/>
                </a:cubicBezTo>
                <a:cubicBezTo>
                  <a:pt x="379276" y="60377"/>
                  <a:pt x="378558" y="64317"/>
                  <a:pt x="378558" y="67808"/>
                </a:cubicBezTo>
                <a:close/>
                <a:moveTo>
                  <a:pt x="510530" y="68859"/>
                </a:moveTo>
                <a:lnTo>
                  <a:pt x="462114" y="68859"/>
                </a:lnTo>
                <a:cubicBezTo>
                  <a:pt x="462069" y="69621"/>
                  <a:pt x="462046" y="70203"/>
                  <a:pt x="462046" y="70607"/>
                </a:cubicBezTo>
                <a:cubicBezTo>
                  <a:pt x="462046" y="75359"/>
                  <a:pt x="463402" y="79192"/>
                  <a:pt x="466115" y="82106"/>
                </a:cubicBezTo>
                <a:cubicBezTo>
                  <a:pt x="468827" y="85020"/>
                  <a:pt x="472133" y="86477"/>
                  <a:pt x="476033" y="86477"/>
                </a:cubicBezTo>
                <a:cubicBezTo>
                  <a:pt x="482444" y="86477"/>
                  <a:pt x="487442" y="83159"/>
                  <a:pt x="491029" y="76525"/>
                </a:cubicBezTo>
                <a:lnTo>
                  <a:pt x="508311" y="79483"/>
                </a:lnTo>
                <a:cubicBezTo>
                  <a:pt x="504948" y="86432"/>
                  <a:pt x="500454" y="91643"/>
                  <a:pt x="494828" y="95118"/>
                </a:cubicBezTo>
                <a:cubicBezTo>
                  <a:pt x="489202" y="98592"/>
                  <a:pt x="482892" y="100329"/>
                  <a:pt x="475899" y="100329"/>
                </a:cubicBezTo>
                <a:cubicBezTo>
                  <a:pt x="466305" y="100329"/>
                  <a:pt x="458505" y="97286"/>
                  <a:pt x="452498" y="91201"/>
                </a:cubicBezTo>
                <a:cubicBezTo>
                  <a:pt x="446490" y="85115"/>
                  <a:pt x="443487" y="77065"/>
                  <a:pt x="443487" y="67051"/>
                </a:cubicBezTo>
                <a:cubicBezTo>
                  <a:pt x="443487" y="57260"/>
                  <a:pt x="446199" y="48547"/>
                  <a:pt x="451623" y="40912"/>
                </a:cubicBezTo>
                <a:cubicBezTo>
                  <a:pt x="459020" y="30583"/>
                  <a:pt x="469578" y="25419"/>
                  <a:pt x="483296" y="25419"/>
                </a:cubicBezTo>
                <a:cubicBezTo>
                  <a:pt x="492037" y="25419"/>
                  <a:pt x="498986" y="28124"/>
                  <a:pt x="504142" y="33534"/>
                </a:cubicBezTo>
                <a:cubicBezTo>
                  <a:pt x="509297" y="38945"/>
                  <a:pt x="511875" y="46521"/>
                  <a:pt x="511875" y="56265"/>
                </a:cubicBezTo>
                <a:cubicBezTo>
                  <a:pt x="511875" y="60934"/>
                  <a:pt x="511426" y="65132"/>
                  <a:pt x="510530" y="68859"/>
                </a:cubicBezTo>
                <a:moveTo>
                  <a:pt x="494257" y="57024"/>
                </a:moveTo>
                <a:cubicBezTo>
                  <a:pt x="494301" y="56175"/>
                  <a:pt x="494324" y="55527"/>
                  <a:pt x="494324" y="55082"/>
                </a:cubicBezTo>
                <a:cubicBezTo>
                  <a:pt x="494324" y="49812"/>
                  <a:pt x="493136" y="45859"/>
                  <a:pt x="490760" y="43224"/>
                </a:cubicBezTo>
                <a:cubicBezTo>
                  <a:pt x="488384" y="40588"/>
                  <a:pt x="485201" y="39271"/>
                  <a:pt x="481211" y="39271"/>
                </a:cubicBezTo>
                <a:cubicBezTo>
                  <a:pt x="477221" y="39271"/>
                  <a:pt x="473646" y="40767"/>
                  <a:pt x="470486" y="43760"/>
                </a:cubicBezTo>
                <a:cubicBezTo>
                  <a:pt x="467325" y="46752"/>
                  <a:pt x="465184" y="51173"/>
                  <a:pt x="464064" y="57024"/>
                </a:cubicBezTo>
                <a:lnTo>
                  <a:pt x="494257" y="57024"/>
                </a:lnTo>
                <a:close/>
                <a:moveTo>
                  <a:pt x="532705" y="27167"/>
                </a:moveTo>
                <a:lnTo>
                  <a:pt x="550996" y="27167"/>
                </a:lnTo>
                <a:lnTo>
                  <a:pt x="549113" y="36461"/>
                </a:lnTo>
                <a:cubicBezTo>
                  <a:pt x="553686" y="32487"/>
                  <a:pt x="557956" y="29653"/>
                  <a:pt x="561923" y="27959"/>
                </a:cubicBezTo>
                <a:cubicBezTo>
                  <a:pt x="565891" y="26265"/>
                  <a:pt x="570071" y="25419"/>
                  <a:pt x="574464" y="25419"/>
                </a:cubicBezTo>
                <a:cubicBezTo>
                  <a:pt x="580337" y="25419"/>
                  <a:pt x="584966" y="27105"/>
                  <a:pt x="588350" y="30479"/>
                </a:cubicBezTo>
                <a:cubicBezTo>
                  <a:pt x="591735" y="33852"/>
                  <a:pt x="593427" y="38328"/>
                  <a:pt x="593427" y="43907"/>
                </a:cubicBezTo>
                <a:cubicBezTo>
                  <a:pt x="593427" y="46414"/>
                  <a:pt x="592688" y="51168"/>
                  <a:pt x="591208" y="58167"/>
                </a:cubicBezTo>
                <a:lnTo>
                  <a:pt x="582803" y="98581"/>
                </a:lnTo>
                <a:lnTo>
                  <a:pt x="563503" y="98581"/>
                </a:lnTo>
                <a:lnTo>
                  <a:pt x="571976" y="58028"/>
                </a:lnTo>
                <a:cubicBezTo>
                  <a:pt x="573231" y="51969"/>
                  <a:pt x="573859" y="48357"/>
                  <a:pt x="573859" y="47193"/>
                </a:cubicBezTo>
                <a:cubicBezTo>
                  <a:pt x="573859" y="44732"/>
                  <a:pt x="573131" y="42796"/>
                  <a:pt x="571674" y="41387"/>
                </a:cubicBezTo>
                <a:cubicBezTo>
                  <a:pt x="570217" y="39976"/>
                  <a:pt x="568188" y="39271"/>
                  <a:pt x="565588" y="39271"/>
                </a:cubicBezTo>
                <a:cubicBezTo>
                  <a:pt x="562764" y="39271"/>
                  <a:pt x="559626" y="40459"/>
                  <a:pt x="556174" y="42835"/>
                </a:cubicBezTo>
                <a:cubicBezTo>
                  <a:pt x="552722" y="45211"/>
                  <a:pt x="550010" y="48349"/>
                  <a:pt x="548037" y="52249"/>
                </a:cubicBezTo>
                <a:cubicBezTo>
                  <a:pt x="546603" y="55030"/>
                  <a:pt x="544989" y="60702"/>
                  <a:pt x="543195" y="69264"/>
                </a:cubicBezTo>
                <a:lnTo>
                  <a:pt x="537076" y="98581"/>
                </a:lnTo>
                <a:lnTo>
                  <a:pt x="517777" y="98581"/>
                </a:lnTo>
                <a:lnTo>
                  <a:pt x="532705" y="27167"/>
                </a:lnTo>
                <a:close/>
                <a:moveTo>
                  <a:pt x="671200" y="68859"/>
                </a:moveTo>
                <a:lnTo>
                  <a:pt x="622784" y="68859"/>
                </a:lnTo>
                <a:cubicBezTo>
                  <a:pt x="622739" y="69621"/>
                  <a:pt x="622716" y="70203"/>
                  <a:pt x="622716" y="70607"/>
                </a:cubicBezTo>
                <a:cubicBezTo>
                  <a:pt x="622716" y="75359"/>
                  <a:pt x="624072" y="79192"/>
                  <a:pt x="626785" y="82106"/>
                </a:cubicBezTo>
                <a:cubicBezTo>
                  <a:pt x="629497" y="85020"/>
                  <a:pt x="632803" y="86477"/>
                  <a:pt x="636703" y="86477"/>
                </a:cubicBezTo>
                <a:cubicBezTo>
                  <a:pt x="643114" y="86477"/>
                  <a:pt x="648112" y="83159"/>
                  <a:pt x="651699" y="76525"/>
                </a:cubicBezTo>
                <a:lnTo>
                  <a:pt x="668981" y="79483"/>
                </a:lnTo>
                <a:cubicBezTo>
                  <a:pt x="665619" y="86432"/>
                  <a:pt x="661124" y="91643"/>
                  <a:pt x="655498" y="95118"/>
                </a:cubicBezTo>
                <a:cubicBezTo>
                  <a:pt x="649872" y="98592"/>
                  <a:pt x="643562" y="100329"/>
                  <a:pt x="636569" y="100329"/>
                </a:cubicBezTo>
                <a:cubicBezTo>
                  <a:pt x="626975" y="100329"/>
                  <a:pt x="619175" y="97286"/>
                  <a:pt x="613168" y="91201"/>
                </a:cubicBezTo>
                <a:cubicBezTo>
                  <a:pt x="607160" y="85115"/>
                  <a:pt x="604157" y="77065"/>
                  <a:pt x="604157" y="67051"/>
                </a:cubicBezTo>
                <a:cubicBezTo>
                  <a:pt x="604157" y="57260"/>
                  <a:pt x="606869" y="48547"/>
                  <a:pt x="612293" y="40912"/>
                </a:cubicBezTo>
                <a:cubicBezTo>
                  <a:pt x="619690" y="30583"/>
                  <a:pt x="630248" y="25419"/>
                  <a:pt x="643966" y="25419"/>
                </a:cubicBezTo>
                <a:cubicBezTo>
                  <a:pt x="652708" y="25419"/>
                  <a:pt x="659656" y="28124"/>
                  <a:pt x="664812" y="33534"/>
                </a:cubicBezTo>
                <a:cubicBezTo>
                  <a:pt x="669967" y="38945"/>
                  <a:pt x="672545" y="46521"/>
                  <a:pt x="672545" y="56265"/>
                </a:cubicBezTo>
                <a:cubicBezTo>
                  <a:pt x="672545" y="60934"/>
                  <a:pt x="672096" y="65132"/>
                  <a:pt x="671200" y="68859"/>
                </a:cubicBezTo>
                <a:moveTo>
                  <a:pt x="654927" y="57024"/>
                </a:moveTo>
                <a:cubicBezTo>
                  <a:pt x="654971" y="56175"/>
                  <a:pt x="654994" y="55527"/>
                  <a:pt x="654994" y="55082"/>
                </a:cubicBezTo>
                <a:cubicBezTo>
                  <a:pt x="654994" y="49812"/>
                  <a:pt x="653806" y="45859"/>
                  <a:pt x="651430" y="43224"/>
                </a:cubicBezTo>
                <a:cubicBezTo>
                  <a:pt x="649054" y="40588"/>
                  <a:pt x="645871" y="39271"/>
                  <a:pt x="641881" y="39271"/>
                </a:cubicBezTo>
                <a:cubicBezTo>
                  <a:pt x="637891" y="39271"/>
                  <a:pt x="634316" y="40767"/>
                  <a:pt x="631156" y="43760"/>
                </a:cubicBezTo>
                <a:cubicBezTo>
                  <a:pt x="627995" y="46752"/>
                  <a:pt x="625854" y="51173"/>
                  <a:pt x="624734" y="57024"/>
                </a:cubicBezTo>
                <a:lnTo>
                  <a:pt x="654927" y="57024"/>
                </a:lnTo>
                <a:close/>
                <a:moveTo>
                  <a:pt x="692030" y="27167"/>
                </a:moveTo>
                <a:lnTo>
                  <a:pt x="710052" y="27167"/>
                </a:lnTo>
                <a:lnTo>
                  <a:pt x="707161" y="40990"/>
                </a:lnTo>
                <a:cubicBezTo>
                  <a:pt x="713885" y="30609"/>
                  <a:pt x="721170" y="25419"/>
                  <a:pt x="729015" y="25419"/>
                </a:cubicBezTo>
                <a:cubicBezTo>
                  <a:pt x="731795" y="25419"/>
                  <a:pt x="734776" y="26113"/>
                  <a:pt x="737959" y="27503"/>
                </a:cubicBezTo>
                <a:lnTo>
                  <a:pt x="730562" y="43306"/>
                </a:lnTo>
                <a:cubicBezTo>
                  <a:pt x="728813" y="42678"/>
                  <a:pt x="726953" y="42364"/>
                  <a:pt x="724980" y="42364"/>
                </a:cubicBezTo>
                <a:cubicBezTo>
                  <a:pt x="721663" y="42364"/>
                  <a:pt x="718290" y="43622"/>
                  <a:pt x="714860" y="46138"/>
                </a:cubicBezTo>
                <a:cubicBezTo>
                  <a:pt x="711431" y="48653"/>
                  <a:pt x="708752" y="52010"/>
                  <a:pt x="706824" y="56210"/>
                </a:cubicBezTo>
                <a:cubicBezTo>
                  <a:pt x="704897" y="60409"/>
                  <a:pt x="702991" y="67068"/>
                  <a:pt x="701109" y="76186"/>
                </a:cubicBezTo>
                <a:lnTo>
                  <a:pt x="696401" y="98581"/>
                </a:lnTo>
                <a:lnTo>
                  <a:pt x="677102" y="98581"/>
                </a:lnTo>
                <a:lnTo>
                  <a:pt x="692030" y="27167"/>
                </a:lnTo>
                <a:close/>
                <a:moveTo>
                  <a:pt x="758969" y="47340"/>
                </a:moveTo>
                <a:lnTo>
                  <a:pt x="740141" y="45739"/>
                </a:lnTo>
                <a:cubicBezTo>
                  <a:pt x="742292" y="39369"/>
                  <a:pt x="746047" y="34390"/>
                  <a:pt x="751404" y="30802"/>
                </a:cubicBezTo>
                <a:cubicBezTo>
                  <a:pt x="756761" y="27213"/>
                  <a:pt x="763856" y="25419"/>
                  <a:pt x="772687" y="25419"/>
                </a:cubicBezTo>
                <a:cubicBezTo>
                  <a:pt x="781877" y="25419"/>
                  <a:pt x="788669" y="27270"/>
                  <a:pt x="793062" y="30973"/>
                </a:cubicBezTo>
                <a:cubicBezTo>
                  <a:pt x="797456" y="34674"/>
                  <a:pt x="799652" y="39194"/>
                  <a:pt x="799652" y="44533"/>
                </a:cubicBezTo>
                <a:cubicBezTo>
                  <a:pt x="799652" y="46687"/>
                  <a:pt x="799462" y="48977"/>
                  <a:pt x="799081" y="51400"/>
                </a:cubicBezTo>
                <a:cubicBezTo>
                  <a:pt x="798700" y="53822"/>
                  <a:pt x="797366" y="60194"/>
                  <a:pt x="795080" y="70515"/>
                </a:cubicBezTo>
                <a:cubicBezTo>
                  <a:pt x="793197" y="79039"/>
                  <a:pt x="792255" y="85007"/>
                  <a:pt x="792255" y="88418"/>
                </a:cubicBezTo>
                <a:cubicBezTo>
                  <a:pt x="792255" y="91470"/>
                  <a:pt x="792793" y="94857"/>
                  <a:pt x="793869" y="98581"/>
                </a:cubicBezTo>
                <a:lnTo>
                  <a:pt x="775108" y="98581"/>
                </a:lnTo>
                <a:cubicBezTo>
                  <a:pt x="774346" y="95981"/>
                  <a:pt x="773875" y="93291"/>
                  <a:pt x="773696" y="90511"/>
                </a:cubicBezTo>
                <a:cubicBezTo>
                  <a:pt x="770871" y="93649"/>
                  <a:pt x="767621" y="96070"/>
                  <a:pt x="763945" y="97774"/>
                </a:cubicBezTo>
                <a:cubicBezTo>
                  <a:pt x="760269" y="99477"/>
                  <a:pt x="756571" y="100329"/>
                  <a:pt x="752850" y="100329"/>
                </a:cubicBezTo>
                <a:cubicBezTo>
                  <a:pt x="746932" y="100329"/>
                  <a:pt x="742046" y="98387"/>
                  <a:pt x="738191" y="94504"/>
                </a:cubicBezTo>
                <a:cubicBezTo>
                  <a:pt x="734335" y="90621"/>
                  <a:pt x="732407" y="85626"/>
                  <a:pt x="732407" y="79521"/>
                </a:cubicBezTo>
                <a:cubicBezTo>
                  <a:pt x="732407" y="72697"/>
                  <a:pt x="734526" y="67243"/>
                  <a:pt x="738762" y="63158"/>
                </a:cubicBezTo>
                <a:cubicBezTo>
                  <a:pt x="742999" y="59072"/>
                  <a:pt x="750564" y="56603"/>
                  <a:pt x="761457" y="55750"/>
                </a:cubicBezTo>
                <a:cubicBezTo>
                  <a:pt x="770647" y="54987"/>
                  <a:pt x="776789" y="54066"/>
                  <a:pt x="779882" y="52989"/>
                </a:cubicBezTo>
                <a:cubicBezTo>
                  <a:pt x="780689" y="50299"/>
                  <a:pt x="781093" y="48147"/>
                  <a:pt x="781093" y="46533"/>
                </a:cubicBezTo>
                <a:cubicBezTo>
                  <a:pt x="781093" y="44471"/>
                  <a:pt x="780263" y="42745"/>
                  <a:pt x="778605" y="41356"/>
                </a:cubicBezTo>
                <a:cubicBezTo>
                  <a:pt x="776946" y="39966"/>
                  <a:pt x="774480" y="39271"/>
                  <a:pt x="771208" y="39271"/>
                </a:cubicBezTo>
                <a:cubicBezTo>
                  <a:pt x="767756" y="39271"/>
                  <a:pt x="765032" y="39971"/>
                  <a:pt x="763037" y="41372"/>
                </a:cubicBezTo>
                <a:cubicBezTo>
                  <a:pt x="761043" y="42772"/>
                  <a:pt x="759686" y="44761"/>
                  <a:pt x="758969" y="47340"/>
                </a:cubicBezTo>
                <a:moveTo>
                  <a:pt x="777327" y="65227"/>
                </a:moveTo>
                <a:cubicBezTo>
                  <a:pt x="776161" y="65543"/>
                  <a:pt x="774615" y="65835"/>
                  <a:pt x="772687" y="66104"/>
                </a:cubicBezTo>
                <a:cubicBezTo>
                  <a:pt x="763004" y="67273"/>
                  <a:pt x="756683" y="68983"/>
                  <a:pt x="753724" y="71231"/>
                </a:cubicBezTo>
                <a:cubicBezTo>
                  <a:pt x="751617" y="72851"/>
                  <a:pt x="750564" y="75033"/>
                  <a:pt x="750564" y="77777"/>
                </a:cubicBezTo>
                <a:cubicBezTo>
                  <a:pt x="750564" y="80025"/>
                  <a:pt x="751371" y="81926"/>
                  <a:pt x="752984" y="83478"/>
                </a:cubicBezTo>
                <a:cubicBezTo>
                  <a:pt x="754598" y="85029"/>
                  <a:pt x="756728" y="85804"/>
                  <a:pt x="759373" y="85804"/>
                </a:cubicBezTo>
                <a:cubicBezTo>
                  <a:pt x="762287" y="85804"/>
                  <a:pt x="765032" y="85096"/>
                  <a:pt x="767610" y="83680"/>
                </a:cubicBezTo>
                <a:cubicBezTo>
                  <a:pt x="770188" y="82262"/>
                  <a:pt x="772116" y="80440"/>
                  <a:pt x="773393" y="78214"/>
                </a:cubicBezTo>
                <a:cubicBezTo>
                  <a:pt x="774671" y="75988"/>
                  <a:pt x="775803" y="72514"/>
                  <a:pt x="776789" y="67791"/>
                </a:cubicBezTo>
                <a:lnTo>
                  <a:pt x="777327" y="65227"/>
                </a:lnTo>
                <a:close/>
                <a:moveTo>
                  <a:pt x="813086" y="41557"/>
                </a:moveTo>
                <a:lnTo>
                  <a:pt x="816045" y="27167"/>
                </a:lnTo>
                <a:lnTo>
                  <a:pt x="825539" y="27167"/>
                </a:lnTo>
                <a:lnTo>
                  <a:pt x="827884" y="15735"/>
                </a:lnTo>
                <a:lnTo>
                  <a:pt x="849936" y="2421"/>
                </a:lnTo>
                <a:lnTo>
                  <a:pt x="844838" y="27167"/>
                </a:lnTo>
                <a:lnTo>
                  <a:pt x="856526" y="27167"/>
                </a:lnTo>
                <a:lnTo>
                  <a:pt x="853567" y="41557"/>
                </a:lnTo>
                <a:lnTo>
                  <a:pt x="841873" y="41557"/>
                </a:lnTo>
                <a:lnTo>
                  <a:pt x="835478" y="71490"/>
                </a:lnTo>
                <a:cubicBezTo>
                  <a:pt x="834358" y="76907"/>
                  <a:pt x="833797" y="79996"/>
                  <a:pt x="833797" y="80757"/>
                </a:cubicBezTo>
                <a:cubicBezTo>
                  <a:pt x="833797" y="82238"/>
                  <a:pt x="834268" y="83393"/>
                  <a:pt x="835209" y="84224"/>
                </a:cubicBezTo>
                <a:cubicBezTo>
                  <a:pt x="836151" y="85053"/>
                  <a:pt x="837854" y="85468"/>
                  <a:pt x="840320" y="85468"/>
                </a:cubicBezTo>
                <a:cubicBezTo>
                  <a:pt x="841172" y="85468"/>
                  <a:pt x="843301" y="85311"/>
                  <a:pt x="846708" y="84997"/>
                </a:cubicBezTo>
                <a:lnTo>
                  <a:pt x="843682" y="99320"/>
                </a:lnTo>
                <a:cubicBezTo>
                  <a:pt x="840365" y="99993"/>
                  <a:pt x="836958" y="100329"/>
                  <a:pt x="833461" y="100329"/>
                </a:cubicBezTo>
                <a:cubicBezTo>
                  <a:pt x="826647" y="100329"/>
                  <a:pt x="821693" y="99012"/>
                  <a:pt x="818600" y="96379"/>
                </a:cubicBezTo>
                <a:cubicBezTo>
                  <a:pt x="815507" y="93743"/>
                  <a:pt x="813960" y="90084"/>
                  <a:pt x="813960" y="85401"/>
                </a:cubicBezTo>
                <a:cubicBezTo>
                  <a:pt x="813960" y="83204"/>
                  <a:pt x="814789" y="78138"/>
                  <a:pt x="816448" y="70201"/>
                </a:cubicBezTo>
                <a:lnTo>
                  <a:pt x="822679" y="41557"/>
                </a:lnTo>
                <a:lnTo>
                  <a:pt x="813086" y="41557"/>
                </a:lnTo>
                <a:close/>
                <a:moveTo>
                  <a:pt x="874727" y="0"/>
                </a:moveTo>
                <a:lnTo>
                  <a:pt x="894026" y="0"/>
                </a:lnTo>
                <a:lnTo>
                  <a:pt x="890395" y="17484"/>
                </a:lnTo>
                <a:lnTo>
                  <a:pt x="871096" y="17484"/>
                </a:lnTo>
                <a:lnTo>
                  <a:pt x="874727" y="0"/>
                </a:lnTo>
                <a:moveTo>
                  <a:pt x="869079" y="27167"/>
                </a:moveTo>
                <a:lnTo>
                  <a:pt x="888378" y="27167"/>
                </a:lnTo>
                <a:lnTo>
                  <a:pt x="873450" y="98581"/>
                </a:lnTo>
                <a:lnTo>
                  <a:pt x="854150" y="98581"/>
                </a:lnTo>
                <a:lnTo>
                  <a:pt x="869079" y="27167"/>
                </a:lnTo>
                <a:close/>
                <a:moveTo>
                  <a:pt x="895229" y="68936"/>
                </a:moveTo>
                <a:cubicBezTo>
                  <a:pt x="895229" y="55688"/>
                  <a:pt x="898961" y="45123"/>
                  <a:pt x="906426" y="37241"/>
                </a:cubicBezTo>
                <a:cubicBezTo>
                  <a:pt x="913890" y="29359"/>
                  <a:pt x="923696" y="25419"/>
                  <a:pt x="935845" y="25419"/>
                </a:cubicBezTo>
                <a:cubicBezTo>
                  <a:pt x="946380" y="25419"/>
                  <a:pt x="954607" y="28327"/>
                  <a:pt x="960524" y="34144"/>
                </a:cubicBezTo>
                <a:cubicBezTo>
                  <a:pt x="966442" y="39959"/>
                  <a:pt x="969400" y="47784"/>
                  <a:pt x="969400" y="57620"/>
                </a:cubicBezTo>
                <a:cubicBezTo>
                  <a:pt x="969400" y="69206"/>
                  <a:pt x="965702" y="79221"/>
                  <a:pt x="958305" y="87664"/>
                </a:cubicBezTo>
                <a:cubicBezTo>
                  <a:pt x="950908" y="96107"/>
                  <a:pt x="941001" y="100329"/>
                  <a:pt x="928583" y="100329"/>
                </a:cubicBezTo>
                <a:cubicBezTo>
                  <a:pt x="921858" y="100329"/>
                  <a:pt x="915896" y="98982"/>
                  <a:pt x="910696" y="96288"/>
                </a:cubicBezTo>
                <a:cubicBezTo>
                  <a:pt x="905495" y="93593"/>
                  <a:pt x="901618" y="89775"/>
                  <a:pt x="899062" y="84836"/>
                </a:cubicBezTo>
                <a:cubicBezTo>
                  <a:pt x="896507" y="79894"/>
                  <a:pt x="895229" y="74595"/>
                  <a:pt x="895229" y="68936"/>
                </a:cubicBezTo>
                <a:moveTo>
                  <a:pt x="950236" y="55118"/>
                </a:moveTo>
                <a:cubicBezTo>
                  <a:pt x="950236" y="50532"/>
                  <a:pt x="948902" y="46857"/>
                  <a:pt x="946235" y="44092"/>
                </a:cubicBezTo>
                <a:cubicBezTo>
                  <a:pt x="943567" y="41326"/>
                  <a:pt x="940126" y="39943"/>
                  <a:pt x="935912" y="39943"/>
                </a:cubicBezTo>
                <a:cubicBezTo>
                  <a:pt x="931743" y="39943"/>
                  <a:pt x="928045" y="41236"/>
                  <a:pt x="924817" y="43823"/>
                </a:cubicBezTo>
                <a:cubicBezTo>
                  <a:pt x="921589" y="46407"/>
                  <a:pt x="919079" y="50162"/>
                  <a:pt x="917286" y="55086"/>
                </a:cubicBezTo>
                <a:cubicBezTo>
                  <a:pt x="915492" y="60009"/>
                  <a:pt x="914596" y="64538"/>
                  <a:pt x="914596" y="68674"/>
                </a:cubicBezTo>
                <a:cubicBezTo>
                  <a:pt x="914596" y="73800"/>
                  <a:pt x="915986" y="77869"/>
                  <a:pt x="918765" y="80883"/>
                </a:cubicBezTo>
                <a:cubicBezTo>
                  <a:pt x="921545" y="83895"/>
                  <a:pt x="925041" y="85401"/>
                  <a:pt x="929255" y="85401"/>
                </a:cubicBezTo>
                <a:cubicBezTo>
                  <a:pt x="934545" y="85401"/>
                  <a:pt x="938983" y="83130"/>
                  <a:pt x="942570" y="78588"/>
                </a:cubicBezTo>
                <a:cubicBezTo>
                  <a:pt x="947680" y="72159"/>
                  <a:pt x="950236" y="64336"/>
                  <a:pt x="950236" y="55118"/>
                </a:cubicBezTo>
                <a:close/>
                <a:moveTo>
                  <a:pt x="991763" y="27167"/>
                </a:moveTo>
                <a:lnTo>
                  <a:pt x="1010054" y="27167"/>
                </a:lnTo>
                <a:lnTo>
                  <a:pt x="1008171" y="36461"/>
                </a:lnTo>
                <a:cubicBezTo>
                  <a:pt x="1012743" y="32487"/>
                  <a:pt x="1017013" y="29653"/>
                  <a:pt x="1020981" y="27959"/>
                </a:cubicBezTo>
                <a:cubicBezTo>
                  <a:pt x="1024948" y="26265"/>
                  <a:pt x="1029129" y="25419"/>
                  <a:pt x="1033522" y="25419"/>
                </a:cubicBezTo>
                <a:cubicBezTo>
                  <a:pt x="1039395" y="25419"/>
                  <a:pt x="1044023" y="27105"/>
                  <a:pt x="1047408" y="30479"/>
                </a:cubicBezTo>
                <a:cubicBezTo>
                  <a:pt x="1050793" y="33852"/>
                  <a:pt x="1052485" y="38328"/>
                  <a:pt x="1052485" y="43907"/>
                </a:cubicBezTo>
                <a:cubicBezTo>
                  <a:pt x="1052485" y="46414"/>
                  <a:pt x="1051745" y="51168"/>
                  <a:pt x="1050266" y="58167"/>
                </a:cubicBezTo>
                <a:lnTo>
                  <a:pt x="1041860" y="98581"/>
                </a:lnTo>
                <a:lnTo>
                  <a:pt x="1022561" y="98581"/>
                </a:lnTo>
                <a:lnTo>
                  <a:pt x="1031034" y="58028"/>
                </a:lnTo>
                <a:cubicBezTo>
                  <a:pt x="1032289" y="51969"/>
                  <a:pt x="1032917" y="48357"/>
                  <a:pt x="1032917" y="47193"/>
                </a:cubicBezTo>
                <a:cubicBezTo>
                  <a:pt x="1032917" y="44732"/>
                  <a:pt x="1032188" y="42796"/>
                  <a:pt x="1030731" y="41387"/>
                </a:cubicBezTo>
                <a:cubicBezTo>
                  <a:pt x="1029274" y="39976"/>
                  <a:pt x="1027246" y="39271"/>
                  <a:pt x="1024646" y="39271"/>
                </a:cubicBezTo>
                <a:cubicBezTo>
                  <a:pt x="1021821" y="39271"/>
                  <a:pt x="1018683" y="40459"/>
                  <a:pt x="1015231" y="42835"/>
                </a:cubicBezTo>
                <a:cubicBezTo>
                  <a:pt x="1011779" y="45211"/>
                  <a:pt x="1009067" y="48349"/>
                  <a:pt x="1007095" y="52249"/>
                </a:cubicBezTo>
                <a:cubicBezTo>
                  <a:pt x="1005660" y="55030"/>
                  <a:pt x="1004046" y="60702"/>
                  <a:pt x="1002253" y="69264"/>
                </a:cubicBezTo>
                <a:lnTo>
                  <a:pt x="996134" y="98581"/>
                </a:lnTo>
                <a:lnTo>
                  <a:pt x="976835" y="98581"/>
                </a:lnTo>
                <a:lnTo>
                  <a:pt x="991763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2D40C-04F8-455F-AB35-3B554AE3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679" y="5259273"/>
            <a:ext cx="130036" cy="345058"/>
          </a:xfrm>
          <a:custGeom xmlns:a="http://schemas.openxmlformats.org/drawingml/2006/main">
            <a:pathLst>
              <a:path w="130036" h="345058">
                <a:moveTo>
                  <a:pt x="108659" y="120365"/>
                </a:moveTo>
                <a:lnTo>
                  <a:pt x="110327" y="122568"/>
                </a:lnTo>
                <a:lnTo>
                  <a:pt x="112484" y="124313"/>
                </a:lnTo>
                <a:lnTo>
                  <a:pt x="114994" y="125491"/>
                </a:lnTo>
                <a:lnTo>
                  <a:pt x="117702" y="126027"/>
                </a:lnTo>
                <a:lnTo>
                  <a:pt x="120472" y="125904"/>
                </a:lnTo>
                <a:lnTo>
                  <a:pt x="123119" y="125124"/>
                </a:lnTo>
                <a:lnTo>
                  <a:pt x="125506" y="123731"/>
                </a:lnTo>
                <a:lnTo>
                  <a:pt x="127496" y="121803"/>
                </a:lnTo>
                <a:lnTo>
                  <a:pt x="128965" y="119462"/>
                </a:lnTo>
                <a:lnTo>
                  <a:pt x="129821" y="116830"/>
                </a:lnTo>
                <a:lnTo>
                  <a:pt x="130036" y="114076"/>
                </a:lnTo>
                <a:lnTo>
                  <a:pt x="129577" y="111352"/>
                </a:lnTo>
                <a:lnTo>
                  <a:pt x="128490" y="108812"/>
                </a:lnTo>
                <a:lnTo>
                  <a:pt x="65018" y="0"/>
                </a:lnTo>
                <a:lnTo>
                  <a:pt x="1545" y="108812"/>
                </a:lnTo>
                <a:lnTo>
                  <a:pt x="459" y="111352"/>
                </a:lnTo>
                <a:lnTo>
                  <a:pt x="0" y="114076"/>
                </a:lnTo>
                <a:lnTo>
                  <a:pt x="199" y="116830"/>
                </a:lnTo>
                <a:lnTo>
                  <a:pt x="1071" y="119462"/>
                </a:lnTo>
                <a:lnTo>
                  <a:pt x="2540" y="121803"/>
                </a:lnTo>
                <a:lnTo>
                  <a:pt x="4529" y="123731"/>
                </a:lnTo>
                <a:lnTo>
                  <a:pt x="6916" y="125124"/>
                </a:lnTo>
                <a:lnTo>
                  <a:pt x="9564" y="125904"/>
                </a:lnTo>
                <a:lnTo>
                  <a:pt x="12333" y="126027"/>
                </a:lnTo>
                <a:lnTo>
                  <a:pt x="15042" y="125491"/>
                </a:lnTo>
                <a:lnTo>
                  <a:pt x="17551" y="124313"/>
                </a:lnTo>
                <a:lnTo>
                  <a:pt x="19709" y="122568"/>
                </a:lnTo>
                <a:lnTo>
                  <a:pt x="21377" y="120365"/>
                </a:lnTo>
                <a:lnTo>
                  <a:pt x="53541" y="65225"/>
                </a:lnTo>
                <a:lnTo>
                  <a:pt x="53541" y="345058"/>
                </a:lnTo>
                <a:lnTo>
                  <a:pt x="76494" y="345058"/>
                </a:lnTo>
                <a:lnTo>
                  <a:pt x="76494" y="65225"/>
                </a:lnTo>
                <a:lnTo>
                  <a:pt x="108659" y="1203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Errormessages">
            <a:extLst xmlns:a="http://schemas.openxmlformats.org/drawingml/2006/main">
              <a:ext uri="{FF2B5EF4-FFF2-40B4-BE49-F238E27FC236}">
                <a16:creationId xmlns:a16="http://schemas.microsoft.com/office/drawing/2014/main" id="{B0DE812A-7EAD-4E19-B1F0-6817212E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0824" y="2571161"/>
            <a:ext cx="913277" cy="111993"/>
          </a:xfrm>
          <a:custGeom xmlns:a="http://schemas.openxmlformats.org/drawingml/2006/main">
            <a:pathLst>
              <a:path w="913277" h="111993">
                <a:moveTo>
                  <a:pt x="0" y="0"/>
                </a:moveTo>
                <a:lnTo>
                  <a:pt x="0" y="87934"/>
                </a:lnTo>
                <a:lnTo>
                  <a:pt x="66763" y="87934"/>
                </a:lnTo>
                <a:lnTo>
                  <a:pt x="66763" y="71695"/>
                </a:lnTo>
                <a:lnTo>
                  <a:pt x="19339" y="71695"/>
                </a:lnTo>
                <a:lnTo>
                  <a:pt x="19339" y="50162"/>
                </a:lnTo>
                <a:lnTo>
                  <a:pt x="61960" y="50162"/>
                </a:lnTo>
                <a:lnTo>
                  <a:pt x="61960" y="35126"/>
                </a:lnTo>
                <a:lnTo>
                  <a:pt x="19339" y="35126"/>
                </a:lnTo>
                <a:lnTo>
                  <a:pt x="19339" y="16240"/>
                </a:lnTo>
                <a:lnTo>
                  <a:pt x="65778" y="16240"/>
                </a:lnTo>
                <a:lnTo>
                  <a:pt x="65778" y="0"/>
                </a:lnTo>
                <a:lnTo>
                  <a:pt x="0" y="0"/>
                </a:lnTo>
                <a:close/>
                <a:moveTo>
                  <a:pt x="77722" y="24203"/>
                </a:moveTo>
                <a:lnTo>
                  <a:pt x="77722" y="87934"/>
                </a:lnTo>
                <a:lnTo>
                  <a:pt x="95214" y="87934"/>
                </a:lnTo>
                <a:lnTo>
                  <a:pt x="95214" y="59203"/>
                </a:lnTo>
                <a:cubicBezTo>
                  <a:pt x="95214" y="56326"/>
                  <a:pt x="95501" y="53655"/>
                  <a:pt x="96076" y="51189"/>
                </a:cubicBezTo>
                <a:cubicBezTo>
                  <a:pt x="96652" y="48723"/>
                  <a:pt x="97616" y="46565"/>
                  <a:pt x="98971" y="44715"/>
                </a:cubicBezTo>
                <a:cubicBezTo>
                  <a:pt x="100326" y="42866"/>
                  <a:pt x="102111" y="41407"/>
                  <a:pt x="104328" y="40338"/>
                </a:cubicBezTo>
                <a:cubicBezTo>
                  <a:pt x="106546" y="39269"/>
                  <a:pt x="109256" y="38734"/>
                  <a:pt x="112459" y="38734"/>
                </a:cubicBezTo>
                <a:cubicBezTo>
                  <a:pt x="113527" y="38734"/>
                  <a:pt x="114635" y="38796"/>
                  <a:pt x="115784" y="38921"/>
                </a:cubicBezTo>
                <a:cubicBezTo>
                  <a:pt x="116934" y="39043"/>
                  <a:pt x="117920" y="39187"/>
                  <a:pt x="118740" y="39351"/>
                </a:cubicBezTo>
                <a:lnTo>
                  <a:pt x="118740" y="23109"/>
                </a:lnTo>
                <a:cubicBezTo>
                  <a:pt x="117345" y="22700"/>
                  <a:pt x="116072" y="22495"/>
                  <a:pt x="114923" y="22495"/>
                </a:cubicBezTo>
                <a:cubicBezTo>
                  <a:pt x="112705" y="22495"/>
                  <a:pt x="110570" y="22823"/>
                  <a:pt x="108517" y="23480"/>
                </a:cubicBezTo>
                <a:cubicBezTo>
                  <a:pt x="106465" y="24135"/>
                  <a:pt x="104535" y="25057"/>
                  <a:pt x="102728" y="26247"/>
                </a:cubicBezTo>
                <a:cubicBezTo>
                  <a:pt x="100921" y="27436"/>
                  <a:pt x="99320" y="28871"/>
                  <a:pt x="97924" y="30553"/>
                </a:cubicBezTo>
                <a:cubicBezTo>
                  <a:pt x="96528" y="32234"/>
                  <a:pt x="95419" y="34059"/>
                  <a:pt x="94597" y="36028"/>
                </a:cubicBezTo>
                <a:lnTo>
                  <a:pt x="94351" y="36028"/>
                </a:lnTo>
                <a:lnTo>
                  <a:pt x="94351" y="24203"/>
                </a:lnTo>
                <a:lnTo>
                  <a:pt x="77722" y="24203"/>
                </a:lnTo>
                <a:close/>
                <a:moveTo>
                  <a:pt x="125159" y="24203"/>
                </a:moveTo>
                <a:lnTo>
                  <a:pt x="125159" y="87934"/>
                </a:lnTo>
                <a:lnTo>
                  <a:pt x="142650" y="87934"/>
                </a:lnTo>
                <a:lnTo>
                  <a:pt x="142650" y="59203"/>
                </a:lnTo>
                <a:cubicBezTo>
                  <a:pt x="142650" y="56326"/>
                  <a:pt x="142938" y="53655"/>
                  <a:pt x="143513" y="51189"/>
                </a:cubicBezTo>
                <a:cubicBezTo>
                  <a:pt x="144088" y="48723"/>
                  <a:pt x="145053" y="46565"/>
                  <a:pt x="146407" y="44715"/>
                </a:cubicBezTo>
                <a:cubicBezTo>
                  <a:pt x="147762" y="42866"/>
                  <a:pt x="149547" y="41407"/>
                  <a:pt x="151764" y="40338"/>
                </a:cubicBezTo>
                <a:cubicBezTo>
                  <a:pt x="153982" y="39269"/>
                  <a:pt x="156692" y="38734"/>
                  <a:pt x="159895" y="38734"/>
                </a:cubicBezTo>
                <a:cubicBezTo>
                  <a:pt x="160963" y="38734"/>
                  <a:pt x="162071" y="38796"/>
                  <a:pt x="163220" y="38921"/>
                </a:cubicBezTo>
                <a:cubicBezTo>
                  <a:pt x="164370" y="39043"/>
                  <a:pt x="165356" y="39187"/>
                  <a:pt x="166177" y="39351"/>
                </a:cubicBezTo>
                <a:lnTo>
                  <a:pt x="166177" y="23109"/>
                </a:lnTo>
                <a:cubicBezTo>
                  <a:pt x="164781" y="22700"/>
                  <a:pt x="163508" y="22495"/>
                  <a:pt x="162359" y="22495"/>
                </a:cubicBezTo>
                <a:cubicBezTo>
                  <a:pt x="160141" y="22495"/>
                  <a:pt x="158006" y="22823"/>
                  <a:pt x="155954" y="23480"/>
                </a:cubicBezTo>
                <a:cubicBezTo>
                  <a:pt x="153901" y="24135"/>
                  <a:pt x="151971" y="25057"/>
                  <a:pt x="150165" y="26247"/>
                </a:cubicBezTo>
                <a:cubicBezTo>
                  <a:pt x="148358" y="27436"/>
                  <a:pt x="146756" y="28871"/>
                  <a:pt x="145360" y="30553"/>
                </a:cubicBezTo>
                <a:cubicBezTo>
                  <a:pt x="143964" y="32234"/>
                  <a:pt x="142855" y="34059"/>
                  <a:pt x="142033" y="36028"/>
                </a:cubicBezTo>
                <a:lnTo>
                  <a:pt x="141787" y="36028"/>
                </a:lnTo>
                <a:lnTo>
                  <a:pt x="141787" y="24203"/>
                </a:lnTo>
                <a:lnTo>
                  <a:pt x="125159" y="24203"/>
                </a:lnTo>
                <a:close/>
                <a:moveTo>
                  <a:pt x="188114" y="56179"/>
                </a:moveTo>
                <a:cubicBezTo>
                  <a:pt x="188114" y="53633"/>
                  <a:pt x="188360" y="51128"/>
                  <a:pt x="188853" y="48664"/>
                </a:cubicBezTo>
                <a:cubicBezTo>
                  <a:pt x="189345" y="46200"/>
                  <a:pt x="190186" y="44023"/>
                  <a:pt x="191377" y="42135"/>
                </a:cubicBezTo>
                <a:cubicBezTo>
                  <a:pt x="192569" y="40245"/>
                  <a:pt x="194150" y="38705"/>
                  <a:pt x="196121" y="37515"/>
                </a:cubicBezTo>
                <a:cubicBezTo>
                  <a:pt x="198092" y="36323"/>
                  <a:pt x="200555" y="35727"/>
                  <a:pt x="203511" y="35727"/>
                </a:cubicBezTo>
                <a:cubicBezTo>
                  <a:pt x="206469" y="35727"/>
                  <a:pt x="208953" y="36323"/>
                  <a:pt x="210964" y="37515"/>
                </a:cubicBezTo>
                <a:cubicBezTo>
                  <a:pt x="212976" y="38705"/>
                  <a:pt x="214578" y="40245"/>
                  <a:pt x="215768" y="42135"/>
                </a:cubicBezTo>
                <a:cubicBezTo>
                  <a:pt x="216960" y="44023"/>
                  <a:pt x="217802" y="46200"/>
                  <a:pt x="218294" y="48664"/>
                </a:cubicBezTo>
                <a:cubicBezTo>
                  <a:pt x="218787" y="51128"/>
                  <a:pt x="219033" y="53633"/>
                  <a:pt x="219033" y="56179"/>
                </a:cubicBezTo>
                <a:cubicBezTo>
                  <a:pt x="219033" y="58725"/>
                  <a:pt x="218787" y="61210"/>
                  <a:pt x="218294" y="63633"/>
                </a:cubicBezTo>
                <a:cubicBezTo>
                  <a:pt x="217802" y="66055"/>
                  <a:pt x="216960" y="68232"/>
                  <a:pt x="215768" y="70163"/>
                </a:cubicBezTo>
                <a:cubicBezTo>
                  <a:pt x="214578" y="72093"/>
                  <a:pt x="212976" y="73633"/>
                  <a:pt x="210964" y="74783"/>
                </a:cubicBezTo>
                <a:cubicBezTo>
                  <a:pt x="208953" y="75932"/>
                  <a:pt x="206469" y="76507"/>
                  <a:pt x="203511" y="76507"/>
                </a:cubicBezTo>
                <a:cubicBezTo>
                  <a:pt x="200555" y="76507"/>
                  <a:pt x="198092" y="75932"/>
                  <a:pt x="196121" y="74783"/>
                </a:cubicBezTo>
                <a:cubicBezTo>
                  <a:pt x="194150" y="73633"/>
                  <a:pt x="192569" y="72093"/>
                  <a:pt x="191377" y="70163"/>
                </a:cubicBezTo>
                <a:cubicBezTo>
                  <a:pt x="190186" y="68232"/>
                  <a:pt x="189345" y="66055"/>
                  <a:pt x="188853" y="63633"/>
                </a:cubicBezTo>
                <a:cubicBezTo>
                  <a:pt x="188360" y="61210"/>
                  <a:pt x="188114" y="58725"/>
                  <a:pt x="188114" y="56179"/>
                </a:cubicBezTo>
                <a:moveTo>
                  <a:pt x="170622" y="56181"/>
                </a:moveTo>
                <a:cubicBezTo>
                  <a:pt x="170622" y="61281"/>
                  <a:pt x="171403" y="65887"/>
                  <a:pt x="172963" y="69999"/>
                </a:cubicBezTo>
                <a:cubicBezTo>
                  <a:pt x="174523" y="74112"/>
                  <a:pt x="176740" y="77629"/>
                  <a:pt x="179614" y="80550"/>
                </a:cubicBezTo>
                <a:cubicBezTo>
                  <a:pt x="182489" y="83469"/>
                  <a:pt x="185938" y="85711"/>
                  <a:pt x="189962" y="87275"/>
                </a:cubicBezTo>
                <a:cubicBezTo>
                  <a:pt x="193986" y="88837"/>
                  <a:pt x="198503" y="89619"/>
                  <a:pt x="203511" y="89619"/>
                </a:cubicBezTo>
                <a:cubicBezTo>
                  <a:pt x="208521" y="89619"/>
                  <a:pt x="213058" y="88837"/>
                  <a:pt x="217123" y="87275"/>
                </a:cubicBezTo>
                <a:cubicBezTo>
                  <a:pt x="221188" y="85711"/>
                  <a:pt x="224658" y="83469"/>
                  <a:pt x="227533" y="80550"/>
                </a:cubicBezTo>
                <a:cubicBezTo>
                  <a:pt x="230407" y="77629"/>
                  <a:pt x="232624" y="74112"/>
                  <a:pt x="234184" y="69999"/>
                </a:cubicBezTo>
                <a:cubicBezTo>
                  <a:pt x="235744" y="65887"/>
                  <a:pt x="236524" y="61281"/>
                  <a:pt x="236524" y="56181"/>
                </a:cubicBezTo>
                <a:cubicBezTo>
                  <a:pt x="236524" y="51081"/>
                  <a:pt x="235744" y="46454"/>
                  <a:pt x="234184" y="42300"/>
                </a:cubicBezTo>
                <a:cubicBezTo>
                  <a:pt x="232624" y="38145"/>
                  <a:pt x="230407" y="34608"/>
                  <a:pt x="227533" y="31688"/>
                </a:cubicBezTo>
                <a:cubicBezTo>
                  <a:pt x="224658" y="28767"/>
                  <a:pt x="221188" y="26505"/>
                  <a:pt x="217123" y="24901"/>
                </a:cubicBezTo>
                <a:cubicBezTo>
                  <a:pt x="213058" y="23297"/>
                  <a:pt x="208521" y="22495"/>
                  <a:pt x="203511" y="22495"/>
                </a:cubicBezTo>
                <a:cubicBezTo>
                  <a:pt x="198503" y="22495"/>
                  <a:pt x="193986" y="23297"/>
                  <a:pt x="189962" y="24901"/>
                </a:cubicBezTo>
                <a:cubicBezTo>
                  <a:pt x="185938" y="26505"/>
                  <a:pt x="182489" y="28767"/>
                  <a:pt x="179614" y="31688"/>
                </a:cubicBezTo>
                <a:cubicBezTo>
                  <a:pt x="176740" y="34608"/>
                  <a:pt x="174523" y="38145"/>
                  <a:pt x="172963" y="42300"/>
                </a:cubicBezTo>
                <a:cubicBezTo>
                  <a:pt x="171403" y="46454"/>
                  <a:pt x="170622" y="51081"/>
                  <a:pt x="170622" y="56181"/>
                </a:cubicBezTo>
                <a:close/>
                <a:moveTo>
                  <a:pt x="247575" y="24203"/>
                </a:moveTo>
                <a:lnTo>
                  <a:pt x="247575" y="87934"/>
                </a:lnTo>
                <a:lnTo>
                  <a:pt x="265066" y="87934"/>
                </a:lnTo>
                <a:lnTo>
                  <a:pt x="265066" y="59203"/>
                </a:lnTo>
                <a:cubicBezTo>
                  <a:pt x="265066" y="56326"/>
                  <a:pt x="265354" y="53655"/>
                  <a:pt x="265929" y="51189"/>
                </a:cubicBezTo>
                <a:cubicBezTo>
                  <a:pt x="266504" y="48723"/>
                  <a:pt x="267469" y="46565"/>
                  <a:pt x="268823" y="44715"/>
                </a:cubicBezTo>
                <a:cubicBezTo>
                  <a:pt x="270178" y="42866"/>
                  <a:pt x="271964" y="41407"/>
                  <a:pt x="274180" y="40338"/>
                </a:cubicBezTo>
                <a:cubicBezTo>
                  <a:pt x="276398" y="39269"/>
                  <a:pt x="279108" y="38734"/>
                  <a:pt x="282311" y="38734"/>
                </a:cubicBezTo>
                <a:cubicBezTo>
                  <a:pt x="283379" y="38734"/>
                  <a:pt x="284487" y="38796"/>
                  <a:pt x="285636" y="38921"/>
                </a:cubicBezTo>
                <a:cubicBezTo>
                  <a:pt x="286787" y="39043"/>
                  <a:pt x="287772" y="39187"/>
                  <a:pt x="288593" y="39351"/>
                </a:cubicBezTo>
                <a:lnTo>
                  <a:pt x="288593" y="23109"/>
                </a:lnTo>
                <a:cubicBezTo>
                  <a:pt x="287197" y="22700"/>
                  <a:pt x="285924" y="22495"/>
                  <a:pt x="284775" y="22495"/>
                </a:cubicBezTo>
                <a:cubicBezTo>
                  <a:pt x="282557" y="22495"/>
                  <a:pt x="280422" y="22823"/>
                  <a:pt x="278370" y="23480"/>
                </a:cubicBezTo>
                <a:cubicBezTo>
                  <a:pt x="276317" y="24135"/>
                  <a:pt x="274388" y="25057"/>
                  <a:pt x="272581" y="26247"/>
                </a:cubicBezTo>
                <a:cubicBezTo>
                  <a:pt x="270774" y="27436"/>
                  <a:pt x="269172" y="28871"/>
                  <a:pt x="267776" y="30553"/>
                </a:cubicBezTo>
                <a:cubicBezTo>
                  <a:pt x="266381" y="32234"/>
                  <a:pt x="265272" y="34059"/>
                  <a:pt x="264450" y="36028"/>
                </a:cubicBezTo>
                <a:lnTo>
                  <a:pt x="264203" y="36028"/>
                </a:lnTo>
                <a:lnTo>
                  <a:pt x="264203" y="24203"/>
                </a:lnTo>
                <a:lnTo>
                  <a:pt x="247575" y="24203"/>
                </a:lnTo>
                <a:close/>
                <a:moveTo>
                  <a:pt x="329166" y="24249"/>
                </a:moveTo>
                <a:lnTo>
                  <a:pt x="329166" y="87934"/>
                </a:lnTo>
                <a:lnTo>
                  <a:pt x="346658" y="87934"/>
                </a:lnTo>
                <a:lnTo>
                  <a:pt x="346658" y="50986"/>
                </a:lnTo>
                <a:cubicBezTo>
                  <a:pt x="346658" y="47865"/>
                  <a:pt x="347109" y="45341"/>
                  <a:pt x="348013" y="43411"/>
                </a:cubicBezTo>
                <a:cubicBezTo>
                  <a:pt x="348916" y="41481"/>
                  <a:pt x="350004" y="40003"/>
                  <a:pt x="351278" y="38977"/>
                </a:cubicBezTo>
                <a:cubicBezTo>
                  <a:pt x="352551" y="37951"/>
                  <a:pt x="353864" y="37253"/>
                  <a:pt x="355219" y="36883"/>
                </a:cubicBezTo>
                <a:cubicBezTo>
                  <a:pt x="356574" y="36513"/>
                  <a:pt x="357662" y="36329"/>
                  <a:pt x="358484" y="36329"/>
                </a:cubicBezTo>
                <a:cubicBezTo>
                  <a:pt x="361276" y="36329"/>
                  <a:pt x="363390" y="36801"/>
                  <a:pt x="364827" y="37746"/>
                </a:cubicBezTo>
                <a:cubicBezTo>
                  <a:pt x="366265" y="38689"/>
                  <a:pt x="367291" y="39941"/>
                  <a:pt x="367906" y="41501"/>
                </a:cubicBezTo>
                <a:cubicBezTo>
                  <a:pt x="368523" y="43061"/>
                  <a:pt x="368872" y="44765"/>
                  <a:pt x="368953" y="46614"/>
                </a:cubicBezTo>
                <a:cubicBezTo>
                  <a:pt x="369036" y="48461"/>
                  <a:pt x="369077" y="50328"/>
                  <a:pt x="369077" y="52217"/>
                </a:cubicBezTo>
                <a:lnTo>
                  <a:pt x="369077" y="87934"/>
                </a:lnTo>
                <a:lnTo>
                  <a:pt x="386569" y="87934"/>
                </a:lnTo>
                <a:lnTo>
                  <a:pt x="386569" y="52463"/>
                </a:lnTo>
                <a:cubicBezTo>
                  <a:pt x="386569" y="50492"/>
                  <a:pt x="386712" y="48542"/>
                  <a:pt x="386999" y="46614"/>
                </a:cubicBezTo>
                <a:cubicBezTo>
                  <a:pt x="387287" y="44684"/>
                  <a:pt x="387862" y="42960"/>
                  <a:pt x="388724" y="41441"/>
                </a:cubicBezTo>
                <a:cubicBezTo>
                  <a:pt x="389587" y="39921"/>
                  <a:pt x="390777" y="38689"/>
                  <a:pt x="392296" y="37746"/>
                </a:cubicBezTo>
                <a:cubicBezTo>
                  <a:pt x="393816" y="36801"/>
                  <a:pt x="395807" y="36329"/>
                  <a:pt x="398271" y="36329"/>
                </a:cubicBezTo>
                <a:cubicBezTo>
                  <a:pt x="400734" y="36329"/>
                  <a:pt x="402684" y="36740"/>
                  <a:pt x="404120" y="37562"/>
                </a:cubicBezTo>
                <a:cubicBezTo>
                  <a:pt x="405557" y="38382"/>
                  <a:pt x="406646" y="39491"/>
                  <a:pt x="407385" y="40887"/>
                </a:cubicBezTo>
                <a:cubicBezTo>
                  <a:pt x="408124" y="42281"/>
                  <a:pt x="408576" y="43923"/>
                  <a:pt x="408740" y="45813"/>
                </a:cubicBezTo>
                <a:cubicBezTo>
                  <a:pt x="408904" y="47701"/>
                  <a:pt x="408986" y="49712"/>
                  <a:pt x="408986" y="51846"/>
                </a:cubicBezTo>
                <a:lnTo>
                  <a:pt x="408986" y="87934"/>
                </a:lnTo>
                <a:lnTo>
                  <a:pt x="426480" y="87934"/>
                </a:lnTo>
                <a:lnTo>
                  <a:pt x="426480" y="45294"/>
                </a:lnTo>
                <a:cubicBezTo>
                  <a:pt x="426480" y="41187"/>
                  <a:pt x="425905" y="37674"/>
                  <a:pt x="424754" y="34757"/>
                </a:cubicBezTo>
                <a:cubicBezTo>
                  <a:pt x="423605" y="31840"/>
                  <a:pt x="422004" y="29478"/>
                  <a:pt x="419950" y="27671"/>
                </a:cubicBezTo>
                <a:cubicBezTo>
                  <a:pt x="417898" y="25863"/>
                  <a:pt x="415434" y="24549"/>
                  <a:pt x="412559" y="23728"/>
                </a:cubicBezTo>
                <a:cubicBezTo>
                  <a:pt x="409686" y="22906"/>
                  <a:pt x="406566" y="22495"/>
                  <a:pt x="403199" y="22495"/>
                </a:cubicBezTo>
                <a:cubicBezTo>
                  <a:pt x="398765" y="22495"/>
                  <a:pt x="394925" y="23566"/>
                  <a:pt x="391681" y="25707"/>
                </a:cubicBezTo>
                <a:cubicBezTo>
                  <a:pt x="388437" y="27847"/>
                  <a:pt x="385871" y="30317"/>
                  <a:pt x="383982" y="33116"/>
                </a:cubicBezTo>
                <a:cubicBezTo>
                  <a:pt x="382258" y="29164"/>
                  <a:pt x="379733" y="26406"/>
                  <a:pt x="376406" y="24842"/>
                </a:cubicBezTo>
                <a:cubicBezTo>
                  <a:pt x="373080" y="23277"/>
                  <a:pt x="369406" y="22495"/>
                  <a:pt x="365382" y="22495"/>
                </a:cubicBezTo>
                <a:cubicBezTo>
                  <a:pt x="361194" y="22495"/>
                  <a:pt x="357478" y="23401"/>
                  <a:pt x="354234" y="25213"/>
                </a:cubicBezTo>
                <a:cubicBezTo>
                  <a:pt x="350990" y="27023"/>
                  <a:pt x="348218" y="29576"/>
                  <a:pt x="345919" y="32870"/>
                </a:cubicBezTo>
                <a:lnTo>
                  <a:pt x="345673" y="32870"/>
                </a:lnTo>
                <a:lnTo>
                  <a:pt x="345673" y="24249"/>
                </a:lnTo>
                <a:lnTo>
                  <a:pt x="329166" y="24249"/>
                </a:lnTo>
                <a:close/>
                <a:moveTo>
                  <a:pt x="482479" y="49320"/>
                </a:moveTo>
                <a:lnTo>
                  <a:pt x="454026" y="49320"/>
                </a:lnTo>
                <a:cubicBezTo>
                  <a:pt x="454107" y="48085"/>
                  <a:pt x="454374" y="46684"/>
                  <a:pt x="454825" y="45119"/>
                </a:cubicBezTo>
                <a:cubicBezTo>
                  <a:pt x="455277" y="43553"/>
                  <a:pt x="456058" y="42070"/>
                  <a:pt x="457167" y="40670"/>
                </a:cubicBezTo>
                <a:cubicBezTo>
                  <a:pt x="458276" y="39270"/>
                  <a:pt x="459754" y="38095"/>
                  <a:pt x="461601" y="37148"/>
                </a:cubicBezTo>
                <a:cubicBezTo>
                  <a:pt x="463449" y="36201"/>
                  <a:pt x="465769" y="35727"/>
                  <a:pt x="468561" y="35727"/>
                </a:cubicBezTo>
                <a:cubicBezTo>
                  <a:pt x="472831" y="35727"/>
                  <a:pt x="476013" y="36881"/>
                  <a:pt x="478107" y="39187"/>
                </a:cubicBezTo>
                <a:cubicBezTo>
                  <a:pt x="480201" y="41494"/>
                  <a:pt x="481658" y="44872"/>
                  <a:pt x="482479" y="49320"/>
                </a:cubicBezTo>
                <a:moveTo>
                  <a:pt x="454026" y="60387"/>
                </a:moveTo>
                <a:lnTo>
                  <a:pt x="499972" y="60387"/>
                </a:lnTo>
                <a:cubicBezTo>
                  <a:pt x="500301" y="55450"/>
                  <a:pt x="499890" y="50719"/>
                  <a:pt x="498739" y="46193"/>
                </a:cubicBezTo>
                <a:cubicBezTo>
                  <a:pt x="497590" y="41667"/>
                  <a:pt x="495722" y="37635"/>
                  <a:pt x="493134" y="34098"/>
                </a:cubicBezTo>
                <a:cubicBezTo>
                  <a:pt x="490548" y="30559"/>
                  <a:pt x="487243" y="27741"/>
                  <a:pt x="483218" y="25643"/>
                </a:cubicBezTo>
                <a:cubicBezTo>
                  <a:pt x="479194" y="23544"/>
                  <a:pt x="474473" y="22495"/>
                  <a:pt x="469053" y="22495"/>
                </a:cubicBezTo>
                <a:cubicBezTo>
                  <a:pt x="464208" y="22495"/>
                  <a:pt x="459794" y="23359"/>
                  <a:pt x="455812" y="25087"/>
                </a:cubicBezTo>
                <a:cubicBezTo>
                  <a:pt x="451829" y="26814"/>
                  <a:pt x="448401" y="29178"/>
                  <a:pt x="445526" y="32180"/>
                </a:cubicBezTo>
                <a:cubicBezTo>
                  <a:pt x="442652" y="35183"/>
                  <a:pt x="440435" y="38741"/>
                  <a:pt x="438875" y="42855"/>
                </a:cubicBezTo>
                <a:cubicBezTo>
                  <a:pt x="437315" y="46967"/>
                  <a:pt x="436535" y="51409"/>
                  <a:pt x="436535" y="56181"/>
                </a:cubicBezTo>
                <a:cubicBezTo>
                  <a:pt x="436535" y="61115"/>
                  <a:pt x="437294" y="65639"/>
                  <a:pt x="438813" y="69753"/>
                </a:cubicBezTo>
                <a:cubicBezTo>
                  <a:pt x="440333" y="73866"/>
                  <a:pt x="442488" y="77403"/>
                  <a:pt x="445280" y="80365"/>
                </a:cubicBezTo>
                <a:cubicBezTo>
                  <a:pt x="448072" y="83326"/>
                  <a:pt x="451480" y="85609"/>
                  <a:pt x="455503" y="87213"/>
                </a:cubicBezTo>
                <a:cubicBezTo>
                  <a:pt x="459527" y="88817"/>
                  <a:pt x="464043" y="89619"/>
                  <a:pt x="469053" y="89619"/>
                </a:cubicBezTo>
                <a:cubicBezTo>
                  <a:pt x="476280" y="89619"/>
                  <a:pt x="482438" y="87978"/>
                  <a:pt x="487529" y="84696"/>
                </a:cubicBezTo>
                <a:cubicBezTo>
                  <a:pt x="492622" y="81414"/>
                  <a:pt x="496400" y="75958"/>
                  <a:pt x="498863" y="68327"/>
                </a:cubicBezTo>
                <a:lnTo>
                  <a:pt x="483466" y="68327"/>
                </a:lnTo>
                <a:cubicBezTo>
                  <a:pt x="482891" y="70280"/>
                  <a:pt x="481330" y="72132"/>
                  <a:pt x="478784" y="73883"/>
                </a:cubicBezTo>
                <a:cubicBezTo>
                  <a:pt x="476239" y="75632"/>
                  <a:pt x="473201" y="76507"/>
                  <a:pt x="469670" y="76507"/>
                </a:cubicBezTo>
                <a:cubicBezTo>
                  <a:pt x="464743" y="76507"/>
                  <a:pt x="460965" y="75235"/>
                  <a:pt x="458336" y="72693"/>
                </a:cubicBezTo>
                <a:cubicBezTo>
                  <a:pt x="455708" y="70149"/>
                  <a:pt x="454272" y="66047"/>
                  <a:pt x="454026" y="60387"/>
                </a:cubicBezTo>
                <a:close/>
                <a:moveTo>
                  <a:pt x="523552" y="67244"/>
                </a:moveTo>
                <a:lnTo>
                  <a:pt x="506923" y="67244"/>
                </a:lnTo>
                <a:cubicBezTo>
                  <a:pt x="507087" y="71507"/>
                  <a:pt x="508052" y="75052"/>
                  <a:pt x="509818" y="77881"/>
                </a:cubicBezTo>
                <a:cubicBezTo>
                  <a:pt x="511583" y="80707"/>
                  <a:pt x="513841" y="82982"/>
                  <a:pt x="516592" y="84703"/>
                </a:cubicBezTo>
                <a:cubicBezTo>
                  <a:pt x="519343" y="86425"/>
                  <a:pt x="522485" y="87654"/>
                  <a:pt x="526016" y="88391"/>
                </a:cubicBezTo>
                <a:cubicBezTo>
                  <a:pt x="529547" y="89129"/>
                  <a:pt x="533160" y="89498"/>
                  <a:pt x="536855" y="89498"/>
                </a:cubicBezTo>
                <a:cubicBezTo>
                  <a:pt x="540468" y="89498"/>
                  <a:pt x="544019" y="89149"/>
                  <a:pt x="547509" y="88449"/>
                </a:cubicBezTo>
                <a:cubicBezTo>
                  <a:pt x="551000" y="87751"/>
                  <a:pt x="554100" y="86540"/>
                  <a:pt x="556809" y="84814"/>
                </a:cubicBezTo>
                <a:cubicBezTo>
                  <a:pt x="559519" y="83089"/>
                  <a:pt x="561716" y="80809"/>
                  <a:pt x="563399" y="77975"/>
                </a:cubicBezTo>
                <a:cubicBezTo>
                  <a:pt x="565083" y="75140"/>
                  <a:pt x="565925" y="71628"/>
                  <a:pt x="565925" y="67438"/>
                </a:cubicBezTo>
                <a:cubicBezTo>
                  <a:pt x="565925" y="64480"/>
                  <a:pt x="565350" y="61996"/>
                  <a:pt x="564200" y="59983"/>
                </a:cubicBezTo>
                <a:cubicBezTo>
                  <a:pt x="563051" y="57969"/>
                  <a:pt x="561531" y="56285"/>
                  <a:pt x="559642" y="54929"/>
                </a:cubicBezTo>
                <a:cubicBezTo>
                  <a:pt x="557753" y="53573"/>
                  <a:pt x="555598" y="52485"/>
                  <a:pt x="553176" y="51664"/>
                </a:cubicBezTo>
                <a:cubicBezTo>
                  <a:pt x="550754" y="50842"/>
                  <a:pt x="548269" y="50144"/>
                  <a:pt x="545723" y="49568"/>
                </a:cubicBezTo>
                <a:cubicBezTo>
                  <a:pt x="543260" y="48993"/>
                  <a:pt x="540837" y="48459"/>
                  <a:pt x="538455" y="47967"/>
                </a:cubicBezTo>
                <a:cubicBezTo>
                  <a:pt x="536074" y="47473"/>
                  <a:pt x="533960" y="46919"/>
                  <a:pt x="532111" y="46304"/>
                </a:cubicBezTo>
                <a:cubicBezTo>
                  <a:pt x="530264" y="45687"/>
                  <a:pt x="528766" y="44886"/>
                  <a:pt x="527615" y="43900"/>
                </a:cubicBezTo>
                <a:cubicBezTo>
                  <a:pt x="526466" y="42913"/>
                  <a:pt x="525892" y="41640"/>
                  <a:pt x="525892" y="40078"/>
                </a:cubicBezTo>
                <a:cubicBezTo>
                  <a:pt x="525892" y="38764"/>
                  <a:pt x="526220" y="37716"/>
                  <a:pt x="526877" y="36936"/>
                </a:cubicBezTo>
                <a:cubicBezTo>
                  <a:pt x="527535" y="36155"/>
                  <a:pt x="528335" y="35560"/>
                  <a:pt x="529279" y="35150"/>
                </a:cubicBezTo>
                <a:cubicBezTo>
                  <a:pt x="530224" y="34739"/>
                  <a:pt x="531271" y="34472"/>
                  <a:pt x="532420" y="34349"/>
                </a:cubicBezTo>
                <a:cubicBezTo>
                  <a:pt x="533570" y="34225"/>
                  <a:pt x="534637" y="34163"/>
                  <a:pt x="535622" y="34163"/>
                </a:cubicBezTo>
                <a:cubicBezTo>
                  <a:pt x="538742" y="34163"/>
                  <a:pt x="541452" y="34762"/>
                  <a:pt x="543752" y="35958"/>
                </a:cubicBezTo>
                <a:cubicBezTo>
                  <a:pt x="546051" y="37154"/>
                  <a:pt x="547324" y="39442"/>
                  <a:pt x="547571" y="42824"/>
                </a:cubicBezTo>
                <a:lnTo>
                  <a:pt x="564201" y="42824"/>
                </a:lnTo>
                <a:cubicBezTo>
                  <a:pt x="563873" y="38882"/>
                  <a:pt x="562867" y="35617"/>
                  <a:pt x="561183" y="33030"/>
                </a:cubicBezTo>
                <a:cubicBezTo>
                  <a:pt x="559500" y="30442"/>
                  <a:pt x="557385" y="28369"/>
                  <a:pt x="554839" y="26809"/>
                </a:cubicBezTo>
                <a:cubicBezTo>
                  <a:pt x="552294" y="25247"/>
                  <a:pt x="549400" y="24138"/>
                  <a:pt x="546156" y="23482"/>
                </a:cubicBezTo>
                <a:cubicBezTo>
                  <a:pt x="542911" y="22824"/>
                  <a:pt x="539565" y="22495"/>
                  <a:pt x="536117" y="22495"/>
                </a:cubicBezTo>
                <a:cubicBezTo>
                  <a:pt x="532667" y="22495"/>
                  <a:pt x="529299" y="22803"/>
                  <a:pt x="526014" y="23420"/>
                </a:cubicBezTo>
                <a:cubicBezTo>
                  <a:pt x="522730" y="24035"/>
                  <a:pt x="519774" y="25102"/>
                  <a:pt x="517146" y="26622"/>
                </a:cubicBezTo>
                <a:cubicBezTo>
                  <a:pt x="514518" y="28142"/>
                  <a:pt x="512404" y="30217"/>
                  <a:pt x="510802" y="32846"/>
                </a:cubicBezTo>
                <a:cubicBezTo>
                  <a:pt x="509201" y="35475"/>
                  <a:pt x="508400" y="38843"/>
                  <a:pt x="508400" y="42952"/>
                </a:cubicBezTo>
                <a:cubicBezTo>
                  <a:pt x="508400" y="45745"/>
                  <a:pt x="508975" y="48107"/>
                  <a:pt x="510124" y="50038"/>
                </a:cubicBezTo>
                <a:cubicBezTo>
                  <a:pt x="511274" y="51968"/>
                  <a:pt x="512794" y="53570"/>
                  <a:pt x="514682" y="54844"/>
                </a:cubicBezTo>
                <a:cubicBezTo>
                  <a:pt x="516572" y="56117"/>
                  <a:pt x="518727" y="57144"/>
                  <a:pt x="521150" y="57925"/>
                </a:cubicBezTo>
                <a:cubicBezTo>
                  <a:pt x="523572" y="58706"/>
                  <a:pt x="526056" y="59384"/>
                  <a:pt x="528602" y="59959"/>
                </a:cubicBezTo>
                <a:cubicBezTo>
                  <a:pt x="534842" y="61273"/>
                  <a:pt x="539707" y="62588"/>
                  <a:pt x="543197" y="63902"/>
                </a:cubicBezTo>
                <a:cubicBezTo>
                  <a:pt x="546688" y="65217"/>
                  <a:pt x="548434" y="67188"/>
                  <a:pt x="548434" y="69817"/>
                </a:cubicBezTo>
                <a:cubicBezTo>
                  <a:pt x="548434" y="71377"/>
                  <a:pt x="548064" y="72671"/>
                  <a:pt x="547325" y="73698"/>
                </a:cubicBezTo>
                <a:cubicBezTo>
                  <a:pt x="546585" y="74726"/>
                  <a:pt x="545661" y="75548"/>
                  <a:pt x="544552" y="76164"/>
                </a:cubicBezTo>
                <a:cubicBezTo>
                  <a:pt x="543445" y="76780"/>
                  <a:pt x="542213" y="77231"/>
                  <a:pt x="540857" y="77520"/>
                </a:cubicBezTo>
                <a:cubicBezTo>
                  <a:pt x="539502" y="77807"/>
                  <a:pt x="538209" y="77950"/>
                  <a:pt x="536978" y="77950"/>
                </a:cubicBezTo>
                <a:cubicBezTo>
                  <a:pt x="535253" y="77950"/>
                  <a:pt x="533591" y="77745"/>
                  <a:pt x="531989" y="77335"/>
                </a:cubicBezTo>
                <a:cubicBezTo>
                  <a:pt x="530388" y="76924"/>
                  <a:pt x="528971" y="76289"/>
                  <a:pt x="527739" y="75428"/>
                </a:cubicBezTo>
                <a:cubicBezTo>
                  <a:pt x="526508" y="74566"/>
                  <a:pt x="525501" y="73458"/>
                  <a:pt x="524721" y="72105"/>
                </a:cubicBezTo>
                <a:cubicBezTo>
                  <a:pt x="523941" y="70751"/>
                  <a:pt x="523552" y="69131"/>
                  <a:pt x="523552" y="67244"/>
                </a:cubicBezTo>
                <a:close/>
                <a:moveTo>
                  <a:pt x="589350" y="67244"/>
                </a:moveTo>
                <a:lnTo>
                  <a:pt x="572721" y="67244"/>
                </a:lnTo>
                <a:cubicBezTo>
                  <a:pt x="572885" y="71507"/>
                  <a:pt x="573850" y="75052"/>
                  <a:pt x="575616" y="77881"/>
                </a:cubicBezTo>
                <a:cubicBezTo>
                  <a:pt x="577381" y="80707"/>
                  <a:pt x="579639" y="82982"/>
                  <a:pt x="582390" y="84703"/>
                </a:cubicBezTo>
                <a:cubicBezTo>
                  <a:pt x="585142" y="86425"/>
                  <a:pt x="588283" y="87654"/>
                  <a:pt x="591814" y="88391"/>
                </a:cubicBezTo>
                <a:cubicBezTo>
                  <a:pt x="595345" y="89129"/>
                  <a:pt x="598958" y="89498"/>
                  <a:pt x="602654" y="89498"/>
                </a:cubicBezTo>
                <a:cubicBezTo>
                  <a:pt x="606266" y="89498"/>
                  <a:pt x="609817" y="89149"/>
                  <a:pt x="613307" y="88449"/>
                </a:cubicBezTo>
                <a:cubicBezTo>
                  <a:pt x="616798" y="87751"/>
                  <a:pt x="619898" y="86540"/>
                  <a:pt x="622607" y="84814"/>
                </a:cubicBezTo>
                <a:cubicBezTo>
                  <a:pt x="625318" y="83089"/>
                  <a:pt x="627514" y="80809"/>
                  <a:pt x="629197" y="77975"/>
                </a:cubicBezTo>
                <a:cubicBezTo>
                  <a:pt x="630881" y="75140"/>
                  <a:pt x="631723" y="71628"/>
                  <a:pt x="631723" y="67438"/>
                </a:cubicBezTo>
                <a:cubicBezTo>
                  <a:pt x="631723" y="64480"/>
                  <a:pt x="631148" y="61996"/>
                  <a:pt x="629998" y="59983"/>
                </a:cubicBezTo>
                <a:cubicBezTo>
                  <a:pt x="628849" y="57969"/>
                  <a:pt x="627329" y="56285"/>
                  <a:pt x="625440" y="54929"/>
                </a:cubicBezTo>
                <a:cubicBezTo>
                  <a:pt x="623551" y="53573"/>
                  <a:pt x="621396" y="52485"/>
                  <a:pt x="618974" y="51664"/>
                </a:cubicBezTo>
                <a:cubicBezTo>
                  <a:pt x="616552" y="50842"/>
                  <a:pt x="614068" y="50144"/>
                  <a:pt x="611521" y="49568"/>
                </a:cubicBezTo>
                <a:cubicBezTo>
                  <a:pt x="609058" y="48993"/>
                  <a:pt x="606635" y="48459"/>
                  <a:pt x="604253" y="47967"/>
                </a:cubicBezTo>
                <a:cubicBezTo>
                  <a:pt x="601872" y="47473"/>
                  <a:pt x="599758" y="46919"/>
                  <a:pt x="597910" y="46304"/>
                </a:cubicBezTo>
                <a:cubicBezTo>
                  <a:pt x="596063" y="45687"/>
                  <a:pt x="594564" y="44886"/>
                  <a:pt x="593414" y="43900"/>
                </a:cubicBezTo>
                <a:cubicBezTo>
                  <a:pt x="592265" y="42913"/>
                  <a:pt x="591690" y="41640"/>
                  <a:pt x="591690" y="40078"/>
                </a:cubicBezTo>
                <a:cubicBezTo>
                  <a:pt x="591690" y="38764"/>
                  <a:pt x="592018" y="37716"/>
                  <a:pt x="592675" y="36936"/>
                </a:cubicBezTo>
                <a:cubicBezTo>
                  <a:pt x="593333" y="36155"/>
                  <a:pt x="594133" y="35560"/>
                  <a:pt x="595077" y="35150"/>
                </a:cubicBezTo>
                <a:cubicBezTo>
                  <a:pt x="596022" y="34739"/>
                  <a:pt x="597069" y="34472"/>
                  <a:pt x="598218" y="34349"/>
                </a:cubicBezTo>
                <a:cubicBezTo>
                  <a:pt x="599368" y="34225"/>
                  <a:pt x="600436" y="34163"/>
                  <a:pt x="601421" y="34163"/>
                </a:cubicBezTo>
                <a:cubicBezTo>
                  <a:pt x="604541" y="34163"/>
                  <a:pt x="607250" y="34762"/>
                  <a:pt x="609550" y="35958"/>
                </a:cubicBezTo>
                <a:cubicBezTo>
                  <a:pt x="611849" y="37154"/>
                  <a:pt x="613122" y="39442"/>
                  <a:pt x="613369" y="42824"/>
                </a:cubicBezTo>
                <a:lnTo>
                  <a:pt x="630000" y="42824"/>
                </a:lnTo>
                <a:cubicBezTo>
                  <a:pt x="629671" y="38882"/>
                  <a:pt x="628665" y="35617"/>
                  <a:pt x="626981" y="33030"/>
                </a:cubicBezTo>
                <a:cubicBezTo>
                  <a:pt x="625298" y="30442"/>
                  <a:pt x="623184" y="28369"/>
                  <a:pt x="620637" y="26809"/>
                </a:cubicBezTo>
                <a:cubicBezTo>
                  <a:pt x="618093" y="25247"/>
                  <a:pt x="615198" y="24138"/>
                  <a:pt x="611954" y="23482"/>
                </a:cubicBezTo>
                <a:cubicBezTo>
                  <a:pt x="608710" y="22824"/>
                  <a:pt x="605363" y="22495"/>
                  <a:pt x="601915" y="22495"/>
                </a:cubicBezTo>
                <a:cubicBezTo>
                  <a:pt x="598465" y="22495"/>
                  <a:pt x="595098" y="22803"/>
                  <a:pt x="591812" y="23420"/>
                </a:cubicBezTo>
                <a:cubicBezTo>
                  <a:pt x="588528" y="24035"/>
                  <a:pt x="585572" y="25102"/>
                  <a:pt x="582944" y="26622"/>
                </a:cubicBezTo>
                <a:cubicBezTo>
                  <a:pt x="580317" y="28142"/>
                  <a:pt x="578202" y="30217"/>
                  <a:pt x="576601" y="32846"/>
                </a:cubicBezTo>
                <a:cubicBezTo>
                  <a:pt x="574999" y="35475"/>
                  <a:pt x="574199" y="38843"/>
                  <a:pt x="574199" y="42952"/>
                </a:cubicBezTo>
                <a:cubicBezTo>
                  <a:pt x="574199" y="45745"/>
                  <a:pt x="574773" y="48107"/>
                  <a:pt x="575922" y="50038"/>
                </a:cubicBezTo>
                <a:cubicBezTo>
                  <a:pt x="577072" y="51968"/>
                  <a:pt x="578592" y="53570"/>
                  <a:pt x="580480" y="54844"/>
                </a:cubicBezTo>
                <a:cubicBezTo>
                  <a:pt x="582370" y="56117"/>
                  <a:pt x="584526" y="57144"/>
                  <a:pt x="586948" y="57925"/>
                </a:cubicBezTo>
                <a:cubicBezTo>
                  <a:pt x="589370" y="58706"/>
                  <a:pt x="591854" y="59384"/>
                  <a:pt x="594400" y="59959"/>
                </a:cubicBezTo>
                <a:cubicBezTo>
                  <a:pt x="600641" y="61273"/>
                  <a:pt x="605506" y="62588"/>
                  <a:pt x="608995" y="63902"/>
                </a:cubicBezTo>
                <a:cubicBezTo>
                  <a:pt x="612486" y="65217"/>
                  <a:pt x="614232" y="67188"/>
                  <a:pt x="614232" y="69817"/>
                </a:cubicBezTo>
                <a:cubicBezTo>
                  <a:pt x="614232" y="71377"/>
                  <a:pt x="613862" y="72671"/>
                  <a:pt x="613123" y="73698"/>
                </a:cubicBezTo>
                <a:cubicBezTo>
                  <a:pt x="612384" y="74726"/>
                  <a:pt x="611459" y="75548"/>
                  <a:pt x="610351" y="76164"/>
                </a:cubicBezTo>
                <a:cubicBezTo>
                  <a:pt x="609243" y="76780"/>
                  <a:pt x="608011" y="77231"/>
                  <a:pt x="606655" y="77520"/>
                </a:cubicBezTo>
                <a:cubicBezTo>
                  <a:pt x="605301" y="77807"/>
                  <a:pt x="604008" y="77950"/>
                  <a:pt x="602776" y="77950"/>
                </a:cubicBezTo>
                <a:cubicBezTo>
                  <a:pt x="601052" y="77950"/>
                  <a:pt x="599389" y="77745"/>
                  <a:pt x="597787" y="77335"/>
                </a:cubicBezTo>
                <a:cubicBezTo>
                  <a:pt x="596186" y="76924"/>
                  <a:pt x="594769" y="76289"/>
                  <a:pt x="593538" y="75428"/>
                </a:cubicBezTo>
                <a:cubicBezTo>
                  <a:pt x="592306" y="74566"/>
                  <a:pt x="591300" y="73458"/>
                  <a:pt x="590519" y="72105"/>
                </a:cubicBezTo>
                <a:cubicBezTo>
                  <a:pt x="589740" y="70751"/>
                  <a:pt x="589350" y="69131"/>
                  <a:pt x="589350" y="67244"/>
                </a:cubicBezTo>
                <a:close/>
                <a:moveTo>
                  <a:pt x="640859" y="43836"/>
                </a:moveTo>
                <a:cubicBezTo>
                  <a:pt x="641105" y="39729"/>
                  <a:pt x="642131" y="36322"/>
                  <a:pt x="643938" y="33613"/>
                </a:cubicBezTo>
                <a:cubicBezTo>
                  <a:pt x="645745" y="30902"/>
                  <a:pt x="648044" y="28726"/>
                  <a:pt x="650836" y="27083"/>
                </a:cubicBezTo>
                <a:cubicBezTo>
                  <a:pt x="653628" y="25440"/>
                  <a:pt x="656769" y="24270"/>
                  <a:pt x="660258" y="23572"/>
                </a:cubicBezTo>
                <a:cubicBezTo>
                  <a:pt x="663749" y="22874"/>
                  <a:pt x="667261" y="22525"/>
                  <a:pt x="670792" y="22525"/>
                </a:cubicBezTo>
                <a:cubicBezTo>
                  <a:pt x="673994" y="22525"/>
                  <a:pt x="677238" y="22751"/>
                  <a:pt x="680522" y="23203"/>
                </a:cubicBezTo>
                <a:cubicBezTo>
                  <a:pt x="683808" y="23655"/>
                  <a:pt x="686805" y="24537"/>
                  <a:pt x="689514" y="25852"/>
                </a:cubicBezTo>
                <a:cubicBezTo>
                  <a:pt x="692225" y="27165"/>
                  <a:pt x="694442" y="28992"/>
                  <a:pt x="696166" y="31333"/>
                </a:cubicBezTo>
                <a:cubicBezTo>
                  <a:pt x="697891" y="33673"/>
                  <a:pt x="698754" y="36773"/>
                  <a:pt x="698754" y="40633"/>
                </a:cubicBezTo>
                <a:lnTo>
                  <a:pt x="698754" y="73768"/>
                </a:lnTo>
                <a:cubicBezTo>
                  <a:pt x="698754" y="76643"/>
                  <a:pt x="698918" y="79394"/>
                  <a:pt x="699247" y="82021"/>
                </a:cubicBezTo>
                <a:cubicBezTo>
                  <a:pt x="699575" y="84649"/>
                  <a:pt x="700149" y="86620"/>
                  <a:pt x="700970" y="87934"/>
                </a:cubicBezTo>
                <a:lnTo>
                  <a:pt x="683233" y="87934"/>
                </a:lnTo>
                <a:cubicBezTo>
                  <a:pt x="682904" y="86950"/>
                  <a:pt x="682637" y="85944"/>
                  <a:pt x="682432" y="84918"/>
                </a:cubicBezTo>
                <a:cubicBezTo>
                  <a:pt x="682226" y="83890"/>
                  <a:pt x="682083" y="82843"/>
                  <a:pt x="682001" y="81775"/>
                </a:cubicBezTo>
                <a:cubicBezTo>
                  <a:pt x="679210" y="84650"/>
                  <a:pt x="675925" y="86662"/>
                  <a:pt x="672147" y="87812"/>
                </a:cubicBezTo>
                <a:cubicBezTo>
                  <a:pt x="668369" y="88961"/>
                  <a:pt x="664509" y="89536"/>
                  <a:pt x="660567" y="89536"/>
                </a:cubicBezTo>
                <a:cubicBezTo>
                  <a:pt x="657529" y="89536"/>
                  <a:pt x="654696" y="89166"/>
                  <a:pt x="652067" y="88427"/>
                </a:cubicBezTo>
                <a:cubicBezTo>
                  <a:pt x="649440" y="87688"/>
                  <a:pt x="647140" y="86538"/>
                  <a:pt x="645169" y="84978"/>
                </a:cubicBezTo>
                <a:cubicBezTo>
                  <a:pt x="643199" y="83418"/>
                  <a:pt x="641660" y="81447"/>
                  <a:pt x="640551" y="79067"/>
                </a:cubicBezTo>
                <a:cubicBezTo>
                  <a:pt x="639442" y="76685"/>
                  <a:pt x="638888" y="73851"/>
                  <a:pt x="638888" y="70565"/>
                </a:cubicBezTo>
                <a:cubicBezTo>
                  <a:pt x="638888" y="66953"/>
                  <a:pt x="639524" y="63976"/>
                  <a:pt x="640797" y="61635"/>
                </a:cubicBezTo>
                <a:cubicBezTo>
                  <a:pt x="642070" y="59295"/>
                  <a:pt x="643712" y="57426"/>
                  <a:pt x="645724" y="56030"/>
                </a:cubicBezTo>
                <a:cubicBezTo>
                  <a:pt x="647736" y="54634"/>
                  <a:pt x="650035" y="53588"/>
                  <a:pt x="652622" y="52890"/>
                </a:cubicBezTo>
                <a:cubicBezTo>
                  <a:pt x="655209" y="52192"/>
                  <a:pt x="657817" y="51638"/>
                  <a:pt x="660445" y="51228"/>
                </a:cubicBezTo>
                <a:cubicBezTo>
                  <a:pt x="663072" y="50817"/>
                  <a:pt x="665658" y="50488"/>
                  <a:pt x="668203" y="50241"/>
                </a:cubicBezTo>
                <a:cubicBezTo>
                  <a:pt x="670750" y="49994"/>
                  <a:pt x="673008" y="49625"/>
                  <a:pt x="674979" y="49132"/>
                </a:cubicBezTo>
                <a:cubicBezTo>
                  <a:pt x="676950" y="48640"/>
                  <a:pt x="678510" y="47922"/>
                  <a:pt x="679660" y="46978"/>
                </a:cubicBezTo>
                <a:cubicBezTo>
                  <a:pt x="680810" y="46034"/>
                  <a:pt x="681344" y="44658"/>
                  <a:pt x="681263" y="42851"/>
                </a:cubicBezTo>
                <a:cubicBezTo>
                  <a:pt x="681263" y="40961"/>
                  <a:pt x="680955" y="39462"/>
                  <a:pt x="680338" y="38355"/>
                </a:cubicBezTo>
                <a:cubicBezTo>
                  <a:pt x="679722" y="37246"/>
                  <a:pt x="678900" y="36384"/>
                  <a:pt x="677874" y="35768"/>
                </a:cubicBezTo>
                <a:cubicBezTo>
                  <a:pt x="676848" y="35152"/>
                  <a:pt x="675657" y="34741"/>
                  <a:pt x="674301" y="34535"/>
                </a:cubicBezTo>
                <a:cubicBezTo>
                  <a:pt x="672946" y="34330"/>
                  <a:pt x="671489" y="34227"/>
                  <a:pt x="669929" y="34227"/>
                </a:cubicBezTo>
                <a:cubicBezTo>
                  <a:pt x="666480" y="34227"/>
                  <a:pt x="663771" y="34967"/>
                  <a:pt x="661800" y="36445"/>
                </a:cubicBezTo>
                <a:cubicBezTo>
                  <a:pt x="659829" y="37924"/>
                  <a:pt x="658679" y="40387"/>
                  <a:pt x="658351" y="43836"/>
                </a:cubicBezTo>
                <a:lnTo>
                  <a:pt x="640859" y="43836"/>
                </a:lnTo>
                <a:moveTo>
                  <a:pt x="681263" y="56769"/>
                </a:moveTo>
                <a:cubicBezTo>
                  <a:pt x="680523" y="57427"/>
                  <a:pt x="679599" y="57941"/>
                  <a:pt x="678490" y="58310"/>
                </a:cubicBezTo>
                <a:cubicBezTo>
                  <a:pt x="677381" y="58680"/>
                  <a:pt x="676190" y="58988"/>
                  <a:pt x="674917" y="59235"/>
                </a:cubicBezTo>
                <a:cubicBezTo>
                  <a:pt x="673645" y="59481"/>
                  <a:pt x="672311" y="59686"/>
                  <a:pt x="670914" y="59850"/>
                </a:cubicBezTo>
                <a:cubicBezTo>
                  <a:pt x="669518" y="60014"/>
                  <a:pt x="668122" y="60219"/>
                  <a:pt x="666726" y="60464"/>
                </a:cubicBezTo>
                <a:cubicBezTo>
                  <a:pt x="665413" y="60711"/>
                  <a:pt x="664120" y="61040"/>
                  <a:pt x="662847" y="61451"/>
                </a:cubicBezTo>
                <a:cubicBezTo>
                  <a:pt x="661574" y="61861"/>
                  <a:pt x="660465" y="62415"/>
                  <a:pt x="659520" y="63115"/>
                </a:cubicBezTo>
                <a:cubicBezTo>
                  <a:pt x="658576" y="63812"/>
                  <a:pt x="657817" y="64695"/>
                  <a:pt x="657242" y="65763"/>
                </a:cubicBezTo>
                <a:cubicBezTo>
                  <a:pt x="656667" y="66829"/>
                  <a:pt x="656379" y="68184"/>
                  <a:pt x="656379" y="69827"/>
                </a:cubicBezTo>
                <a:cubicBezTo>
                  <a:pt x="656379" y="71387"/>
                  <a:pt x="656667" y="72700"/>
                  <a:pt x="657242" y="73768"/>
                </a:cubicBezTo>
                <a:cubicBezTo>
                  <a:pt x="657817" y="74836"/>
                  <a:pt x="658597" y="75678"/>
                  <a:pt x="659582" y="76294"/>
                </a:cubicBezTo>
                <a:cubicBezTo>
                  <a:pt x="660568" y="76909"/>
                  <a:pt x="661718" y="77340"/>
                  <a:pt x="663031" y="77587"/>
                </a:cubicBezTo>
                <a:cubicBezTo>
                  <a:pt x="664345" y="77834"/>
                  <a:pt x="665700" y="77958"/>
                  <a:pt x="667096" y="77958"/>
                </a:cubicBezTo>
                <a:cubicBezTo>
                  <a:pt x="670545" y="77958"/>
                  <a:pt x="673213" y="77383"/>
                  <a:pt x="675102" y="76234"/>
                </a:cubicBezTo>
                <a:cubicBezTo>
                  <a:pt x="676991" y="75084"/>
                  <a:pt x="678388" y="73708"/>
                  <a:pt x="679291" y="72106"/>
                </a:cubicBezTo>
                <a:cubicBezTo>
                  <a:pt x="680195" y="70505"/>
                  <a:pt x="680749" y="68883"/>
                  <a:pt x="680955" y="67240"/>
                </a:cubicBezTo>
                <a:cubicBezTo>
                  <a:pt x="681160" y="65597"/>
                  <a:pt x="681263" y="64284"/>
                  <a:pt x="681263" y="63299"/>
                </a:cubicBezTo>
                <a:lnTo>
                  <a:pt x="681263" y="56769"/>
                </a:lnTo>
                <a:close/>
                <a:moveTo>
                  <a:pt x="741673" y="72898"/>
                </a:moveTo>
                <a:cubicBezTo>
                  <a:pt x="738962" y="72898"/>
                  <a:pt x="736704" y="72323"/>
                  <a:pt x="734897" y="71174"/>
                </a:cubicBezTo>
                <a:cubicBezTo>
                  <a:pt x="733090" y="70025"/>
                  <a:pt x="731632" y="68548"/>
                  <a:pt x="730523" y="66744"/>
                </a:cubicBezTo>
                <a:cubicBezTo>
                  <a:pt x="729415" y="64938"/>
                  <a:pt x="728635" y="62908"/>
                  <a:pt x="728183" y="60652"/>
                </a:cubicBezTo>
                <a:cubicBezTo>
                  <a:pt x="727732" y="58396"/>
                  <a:pt x="727506" y="56118"/>
                  <a:pt x="727506" y="53820"/>
                </a:cubicBezTo>
                <a:cubicBezTo>
                  <a:pt x="727506" y="51440"/>
                  <a:pt x="727773" y="49164"/>
                  <a:pt x="728307" y="46990"/>
                </a:cubicBezTo>
                <a:cubicBezTo>
                  <a:pt x="728841" y="44814"/>
                  <a:pt x="729703" y="42886"/>
                  <a:pt x="730893" y="41204"/>
                </a:cubicBezTo>
                <a:cubicBezTo>
                  <a:pt x="732085" y="39523"/>
                  <a:pt x="733563" y="38189"/>
                  <a:pt x="735329" y="37204"/>
                </a:cubicBezTo>
                <a:cubicBezTo>
                  <a:pt x="737095" y="36220"/>
                  <a:pt x="739209" y="35727"/>
                  <a:pt x="741673" y="35727"/>
                </a:cubicBezTo>
                <a:cubicBezTo>
                  <a:pt x="744547" y="35727"/>
                  <a:pt x="746929" y="36261"/>
                  <a:pt x="748817" y="37329"/>
                </a:cubicBezTo>
                <a:cubicBezTo>
                  <a:pt x="750705" y="38395"/>
                  <a:pt x="752225" y="39831"/>
                  <a:pt x="753375" y="41637"/>
                </a:cubicBezTo>
                <a:cubicBezTo>
                  <a:pt x="754525" y="43441"/>
                  <a:pt x="755347" y="45512"/>
                  <a:pt x="755839" y="47850"/>
                </a:cubicBezTo>
                <a:cubicBezTo>
                  <a:pt x="756331" y="50189"/>
                  <a:pt x="756578" y="52671"/>
                  <a:pt x="756578" y="55297"/>
                </a:cubicBezTo>
                <a:cubicBezTo>
                  <a:pt x="756578" y="57594"/>
                  <a:pt x="756269" y="59789"/>
                  <a:pt x="755653" y="61882"/>
                </a:cubicBezTo>
                <a:cubicBezTo>
                  <a:pt x="755038" y="63974"/>
                  <a:pt x="754114" y="65841"/>
                  <a:pt x="752882" y="67483"/>
                </a:cubicBezTo>
                <a:cubicBezTo>
                  <a:pt x="751651" y="69123"/>
                  <a:pt x="750090" y="70436"/>
                  <a:pt x="748200" y="71420"/>
                </a:cubicBezTo>
                <a:cubicBezTo>
                  <a:pt x="746312" y="72405"/>
                  <a:pt x="744136" y="72898"/>
                  <a:pt x="741673" y="72898"/>
                </a:cubicBezTo>
                <a:moveTo>
                  <a:pt x="773206" y="83897"/>
                </a:moveTo>
                <a:lnTo>
                  <a:pt x="773206" y="24260"/>
                </a:lnTo>
                <a:lnTo>
                  <a:pt x="756578" y="24260"/>
                </a:lnTo>
                <a:lnTo>
                  <a:pt x="756578" y="32759"/>
                </a:lnTo>
                <a:lnTo>
                  <a:pt x="756331" y="32759"/>
                </a:lnTo>
                <a:cubicBezTo>
                  <a:pt x="754196" y="29049"/>
                  <a:pt x="751548" y="26411"/>
                  <a:pt x="748386" y="24844"/>
                </a:cubicBezTo>
                <a:cubicBezTo>
                  <a:pt x="745225" y="23278"/>
                  <a:pt x="741550" y="22495"/>
                  <a:pt x="737361" y="22495"/>
                </a:cubicBezTo>
                <a:cubicBezTo>
                  <a:pt x="732926" y="22495"/>
                  <a:pt x="729005" y="23358"/>
                  <a:pt x="725597" y="25085"/>
                </a:cubicBezTo>
                <a:cubicBezTo>
                  <a:pt x="722189" y="26812"/>
                  <a:pt x="719336" y="29134"/>
                  <a:pt x="717037" y="32053"/>
                </a:cubicBezTo>
                <a:cubicBezTo>
                  <a:pt x="714738" y="34971"/>
                  <a:pt x="712992" y="38342"/>
                  <a:pt x="711800" y="42165"/>
                </a:cubicBezTo>
                <a:cubicBezTo>
                  <a:pt x="710610" y="45988"/>
                  <a:pt x="710015" y="49955"/>
                  <a:pt x="710015" y="54066"/>
                </a:cubicBezTo>
                <a:cubicBezTo>
                  <a:pt x="710015" y="58423"/>
                  <a:pt x="710528" y="62554"/>
                  <a:pt x="711554" y="66460"/>
                </a:cubicBezTo>
                <a:cubicBezTo>
                  <a:pt x="712580" y="70365"/>
                  <a:pt x="714202" y="73777"/>
                  <a:pt x="716419" y="76696"/>
                </a:cubicBezTo>
                <a:cubicBezTo>
                  <a:pt x="718636" y="79615"/>
                  <a:pt x="721470" y="81917"/>
                  <a:pt x="724920" y="83602"/>
                </a:cubicBezTo>
                <a:cubicBezTo>
                  <a:pt x="728370" y="85287"/>
                  <a:pt x="732476" y="86130"/>
                  <a:pt x="737239" y="86130"/>
                </a:cubicBezTo>
                <a:cubicBezTo>
                  <a:pt x="741098" y="86130"/>
                  <a:pt x="744773" y="85326"/>
                  <a:pt x="748262" y="83719"/>
                </a:cubicBezTo>
                <a:cubicBezTo>
                  <a:pt x="751753" y="82111"/>
                  <a:pt x="754443" y="79617"/>
                  <a:pt x="756331" y="76236"/>
                </a:cubicBezTo>
                <a:lnTo>
                  <a:pt x="756578" y="76236"/>
                </a:lnTo>
                <a:lnTo>
                  <a:pt x="756578" y="84636"/>
                </a:lnTo>
                <a:cubicBezTo>
                  <a:pt x="756660" y="89166"/>
                  <a:pt x="755572" y="92913"/>
                  <a:pt x="753313" y="95878"/>
                </a:cubicBezTo>
                <a:cubicBezTo>
                  <a:pt x="751055" y="98842"/>
                  <a:pt x="747462" y="100325"/>
                  <a:pt x="742535" y="100325"/>
                </a:cubicBezTo>
                <a:cubicBezTo>
                  <a:pt x="739415" y="100325"/>
                  <a:pt x="736664" y="99686"/>
                  <a:pt x="734282" y="98407"/>
                </a:cubicBezTo>
                <a:cubicBezTo>
                  <a:pt x="731900" y="97129"/>
                  <a:pt x="730299" y="94841"/>
                  <a:pt x="729478" y="91543"/>
                </a:cubicBezTo>
                <a:lnTo>
                  <a:pt x="712109" y="91543"/>
                </a:lnTo>
                <a:cubicBezTo>
                  <a:pt x="712355" y="95157"/>
                  <a:pt x="713362" y="98257"/>
                  <a:pt x="715127" y="100843"/>
                </a:cubicBezTo>
                <a:cubicBezTo>
                  <a:pt x="716893" y="103431"/>
                  <a:pt x="719110" y="105546"/>
                  <a:pt x="721779" y="107189"/>
                </a:cubicBezTo>
                <a:cubicBezTo>
                  <a:pt x="724448" y="108832"/>
                  <a:pt x="727404" y="110043"/>
                  <a:pt x="730647" y="110822"/>
                </a:cubicBezTo>
                <a:cubicBezTo>
                  <a:pt x="733891" y="111603"/>
                  <a:pt x="737074" y="111993"/>
                  <a:pt x="740195" y="111993"/>
                </a:cubicBezTo>
                <a:cubicBezTo>
                  <a:pt x="747503" y="111993"/>
                  <a:pt x="753333" y="111007"/>
                  <a:pt x="757685" y="109035"/>
                </a:cubicBezTo>
                <a:cubicBezTo>
                  <a:pt x="762038" y="107064"/>
                  <a:pt x="765364" y="104661"/>
                  <a:pt x="767663" y="101826"/>
                </a:cubicBezTo>
                <a:cubicBezTo>
                  <a:pt x="769963" y="98992"/>
                  <a:pt x="771461" y="95932"/>
                  <a:pt x="772159" y="92647"/>
                </a:cubicBezTo>
                <a:cubicBezTo>
                  <a:pt x="772857" y="89361"/>
                  <a:pt x="773206" y="86445"/>
                  <a:pt x="773206" y="83897"/>
                </a:cubicBezTo>
                <a:close/>
                <a:moveTo>
                  <a:pt x="829832" y="49320"/>
                </a:moveTo>
                <a:lnTo>
                  <a:pt x="801379" y="49320"/>
                </a:lnTo>
                <a:cubicBezTo>
                  <a:pt x="801460" y="48085"/>
                  <a:pt x="801726" y="46684"/>
                  <a:pt x="802178" y="45119"/>
                </a:cubicBezTo>
                <a:cubicBezTo>
                  <a:pt x="802630" y="43553"/>
                  <a:pt x="803411" y="42070"/>
                  <a:pt x="804520" y="40670"/>
                </a:cubicBezTo>
                <a:cubicBezTo>
                  <a:pt x="805628" y="39270"/>
                  <a:pt x="807106" y="38095"/>
                  <a:pt x="808953" y="37148"/>
                </a:cubicBezTo>
                <a:cubicBezTo>
                  <a:pt x="810802" y="36201"/>
                  <a:pt x="813122" y="35727"/>
                  <a:pt x="815914" y="35727"/>
                </a:cubicBezTo>
                <a:cubicBezTo>
                  <a:pt x="820184" y="35727"/>
                  <a:pt x="823366" y="36881"/>
                  <a:pt x="825460" y="39187"/>
                </a:cubicBezTo>
                <a:cubicBezTo>
                  <a:pt x="827554" y="41494"/>
                  <a:pt x="829011" y="44872"/>
                  <a:pt x="829832" y="49320"/>
                </a:cubicBezTo>
                <a:moveTo>
                  <a:pt x="801379" y="60387"/>
                </a:moveTo>
                <a:lnTo>
                  <a:pt x="847325" y="60387"/>
                </a:lnTo>
                <a:cubicBezTo>
                  <a:pt x="847653" y="55450"/>
                  <a:pt x="847242" y="50719"/>
                  <a:pt x="846092" y="46193"/>
                </a:cubicBezTo>
                <a:cubicBezTo>
                  <a:pt x="844943" y="41667"/>
                  <a:pt x="843075" y="37635"/>
                  <a:pt x="840487" y="34098"/>
                </a:cubicBezTo>
                <a:cubicBezTo>
                  <a:pt x="837901" y="30559"/>
                  <a:pt x="834595" y="27741"/>
                  <a:pt x="830571" y="25643"/>
                </a:cubicBezTo>
                <a:cubicBezTo>
                  <a:pt x="826547" y="23544"/>
                  <a:pt x="821825" y="22495"/>
                  <a:pt x="816406" y="22495"/>
                </a:cubicBezTo>
                <a:cubicBezTo>
                  <a:pt x="811560" y="22495"/>
                  <a:pt x="807147" y="23359"/>
                  <a:pt x="803164" y="25087"/>
                </a:cubicBezTo>
                <a:cubicBezTo>
                  <a:pt x="799182" y="26814"/>
                  <a:pt x="795754" y="29178"/>
                  <a:pt x="792879" y="32180"/>
                </a:cubicBezTo>
                <a:cubicBezTo>
                  <a:pt x="790005" y="35183"/>
                  <a:pt x="787787" y="38741"/>
                  <a:pt x="786227" y="42855"/>
                </a:cubicBezTo>
                <a:cubicBezTo>
                  <a:pt x="784667" y="46967"/>
                  <a:pt x="783887" y="51409"/>
                  <a:pt x="783887" y="56181"/>
                </a:cubicBezTo>
                <a:cubicBezTo>
                  <a:pt x="783887" y="61115"/>
                  <a:pt x="784647" y="65639"/>
                  <a:pt x="786165" y="69753"/>
                </a:cubicBezTo>
                <a:cubicBezTo>
                  <a:pt x="787685" y="73866"/>
                  <a:pt x="789841" y="77403"/>
                  <a:pt x="792633" y="80365"/>
                </a:cubicBezTo>
                <a:cubicBezTo>
                  <a:pt x="795425" y="83326"/>
                  <a:pt x="798833" y="85609"/>
                  <a:pt x="802856" y="87213"/>
                </a:cubicBezTo>
                <a:cubicBezTo>
                  <a:pt x="806880" y="88817"/>
                  <a:pt x="811396" y="89619"/>
                  <a:pt x="816406" y="89619"/>
                </a:cubicBezTo>
                <a:cubicBezTo>
                  <a:pt x="823632" y="89619"/>
                  <a:pt x="829791" y="87978"/>
                  <a:pt x="834882" y="84696"/>
                </a:cubicBezTo>
                <a:cubicBezTo>
                  <a:pt x="839975" y="81414"/>
                  <a:pt x="843753" y="75958"/>
                  <a:pt x="846216" y="68327"/>
                </a:cubicBezTo>
                <a:lnTo>
                  <a:pt x="830819" y="68327"/>
                </a:lnTo>
                <a:cubicBezTo>
                  <a:pt x="830244" y="70280"/>
                  <a:pt x="828683" y="72132"/>
                  <a:pt x="826137" y="73883"/>
                </a:cubicBezTo>
                <a:cubicBezTo>
                  <a:pt x="823592" y="75632"/>
                  <a:pt x="820554" y="76507"/>
                  <a:pt x="817023" y="76507"/>
                </a:cubicBezTo>
                <a:cubicBezTo>
                  <a:pt x="812096" y="76507"/>
                  <a:pt x="808318" y="75235"/>
                  <a:pt x="805689" y="72693"/>
                </a:cubicBezTo>
                <a:cubicBezTo>
                  <a:pt x="803061" y="70149"/>
                  <a:pt x="801624" y="66047"/>
                  <a:pt x="801379" y="60387"/>
                </a:cubicBezTo>
                <a:close/>
                <a:moveTo>
                  <a:pt x="870904" y="67244"/>
                </a:moveTo>
                <a:lnTo>
                  <a:pt x="854275" y="67244"/>
                </a:lnTo>
                <a:cubicBezTo>
                  <a:pt x="854439" y="71507"/>
                  <a:pt x="855404" y="75052"/>
                  <a:pt x="857170" y="77881"/>
                </a:cubicBezTo>
                <a:cubicBezTo>
                  <a:pt x="858935" y="80707"/>
                  <a:pt x="861193" y="82982"/>
                  <a:pt x="863944" y="84703"/>
                </a:cubicBezTo>
                <a:cubicBezTo>
                  <a:pt x="866696" y="86425"/>
                  <a:pt x="869837" y="87654"/>
                  <a:pt x="873368" y="88391"/>
                </a:cubicBezTo>
                <a:cubicBezTo>
                  <a:pt x="876899" y="89129"/>
                  <a:pt x="880512" y="89498"/>
                  <a:pt x="884208" y="89498"/>
                </a:cubicBezTo>
                <a:cubicBezTo>
                  <a:pt x="887820" y="89498"/>
                  <a:pt x="891371" y="89149"/>
                  <a:pt x="894861" y="88449"/>
                </a:cubicBezTo>
                <a:cubicBezTo>
                  <a:pt x="898352" y="87751"/>
                  <a:pt x="901452" y="86540"/>
                  <a:pt x="904161" y="84814"/>
                </a:cubicBezTo>
                <a:cubicBezTo>
                  <a:pt x="906872" y="83089"/>
                  <a:pt x="909068" y="80809"/>
                  <a:pt x="910751" y="77975"/>
                </a:cubicBezTo>
                <a:cubicBezTo>
                  <a:pt x="912435" y="75140"/>
                  <a:pt x="913277" y="71628"/>
                  <a:pt x="913277" y="67438"/>
                </a:cubicBezTo>
                <a:cubicBezTo>
                  <a:pt x="913277" y="64480"/>
                  <a:pt x="912702" y="61996"/>
                  <a:pt x="911552" y="59983"/>
                </a:cubicBezTo>
                <a:cubicBezTo>
                  <a:pt x="910403" y="57969"/>
                  <a:pt x="908883" y="56285"/>
                  <a:pt x="906994" y="54929"/>
                </a:cubicBezTo>
                <a:cubicBezTo>
                  <a:pt x="905105" y="53573"/>
                  <a:pt x="902950" y="52485"/>
                  <a:pt x="900528" y="51664"/>
                </a:cubicBezTo>
                <a:cubicBezTo>
                  <a:pt x="898106" y="50842"/>
                  <a:pt x="895622" y="50144"/>
                  <a:pt x="893076" y="49568"/>
                </a:cubicBezTo>
                <a:cubicBezTo>
                  <a:pt x="890612" y="48993"/>
                  <a:pt x="888189" y="48459"/>
                  <a:pt x="885807" y="47967"/>
                </a:cubicBezTo>
                <a:cubicBezTo>
                  <a:pt x="883426" y="47473"/>
                  <a:pt x="881312" y="46919"/>
                  <a:pt x="879464" y="46304"/>
                </a:cubicBezTo>
                <a:cubicBezTo>
                  <a:pt x="877617" y="45687"/>
                  <a:pt x="876118" y="44886"/>
                  <a:pt x="874968" y="43900"/>
                </a:cubicBezTo>
                <a:cubicBezTo>
                  <a:pt x="873819" y="42913"/>
                  <a:pt x="873244" y="41640"/>
                  <a:pt x="873244" y="40078"/>
                </a:cubicBezTo>
                <a:cubicBezTo>
                  <a:pt x="873244" y="38764"/>
                  <a:pt x="873572" y="37716"/>
                  <a:pt x="874229" y="36936"/>
                </a:cubicBezTo>
                <a:cubicBezTo>
                  <a:pt x="874887" y="36155"/>
                  <a:pt x="875688" y="35560"/>
                  <a:pt x="876631" y="35150"/>
                </a:cubicBezTo>
                <a:cubicBezTo>
                  <a:pt x="877576" y="34739"/>
                  <a:pt x="878623" y="34472"/>
                  <a:pt x="879772" y="34349"/>
                </a:cubicBezTo>
                <a:cubicBezTo>
                  <a:pt x="880922" y="34225"/>
                  <a:pt x="881990" y="34163"/>
                  <a:pt x="882975" y="34163"/>
                </a:cubicBezTo>
                <a:cubicBezTo>
                  <a:pt x="886095" y="34163"/>
                  <a:pt x="888804" y="34762"/>
                  <a:pt x="891104" y="35958"/>
                </a:cubicBezTo>
                <a:cubicBezTo>
                  <a:pt x="893403" y="37154"/>
                  <a:pt x="894676" y="39442"/>
                  <a:pt x="894923" y="42824"/>
                </a:cubicBezTo>
                <a:lnTo>
                  <a:pt x="911554" y="42824"/>
                </a:lnTo>
                <a:cubicBezTo>
                  <a:pt x="911225" y="38882"/>
                  <a:pt x="910219" y="35617"/>
                  <a:pt x="908535" y="33030"/>
                </a:cubicBezTo>
                <a:cubicBezTo>
                  <a:pt x="906852" y="30442"/>
                  <a:pt x="904738" y="28369"/>
                  <a:pt x="902192" y="26809"/>
                </a:cubicBezTo>
                <a:cubicBezTo>
                  <a:pt x="899647" y="25247"/>
                  <a:pt x="896752" y="24138"/>
                  <a:pt x="893508" y="23482"/>
                </a:cubicBezTo>
                <a:cubicBezTo>
                  <a:pt x="890264" y="22824"/>
                  <a:pt x="886917" y="22495"/>
                  <a:pt x="883469" y="22495"/>
                </a:cubicBezTo>
                <a:cubicBezTo>
                  <a:pt x="880019" y="22495"/>
                  <a:pt x="876652" y="22803"/>
                  <a:pt x="873366" y="23420"/>
                </a:cubicBezTo>
                <a:cubicBezTo>
                  <a:pt x="870082" y="24035"/>
                  <a:pt x="867126" y="25102"/>
                  <a:pt x="864498" y="26622"/>
                </a:cubicBezTo>
                <a:cubicBezTo>
                  <a:pt x="861871" y="28142"/>
                  <a:pt x="859756" y="30217"/>
                  <a:pt x="858155" y="32846"/>
                </a:cubicBezTo>
                <a:cubicBezTo>
                  <a:pt x="856553" y="35475"/>
                  <a:pt x="855753" y="38843"/>
                  <a:pt x="855753" y="42952"/>
                </a:cubicBezTo>
                <a:cubicBezTo>
                  <a:pt x="855753" y="45745"/>
                  <a:pt x="856327" y="48107"/>
                  <a:pt x="857476" y="50038"/>
                </a:cubicBezTo>
                <a:cubicBezTo>
                  <a:pt x="858627" y="51968"/>
                  <a:pt x="860146" y="53570"/>
                  <a:pt x="862034" y="54844"/>
                </a:cubicBezTo>
                <a:cubicBezTo>
                  <a:pt x="863924" y="56117"/>
                  <a:pt x="866080" y="57144"/>
                  <a:pt x="868502" y="57925"/>
                </a:cubicBezTo>
                <a:cubicBezTo>
                  <a:pt x="870924" y="58706"/>
                  <a:pt x="873408" y="59384"/>
                  <a:pt x="875954" y="59959"/>
                </a:cubicBezTo>
                <a:cubicBezTo>
                  <a:pt x="882195" y="61273"/>
                  <a:pt x="887060" y="62588"/>
                  <a:pt x="890549" y="63902"/>
                </a:cubicBezTo>
                <a:cubicBezTo>
                  <a:pt x="894040" y="65217"/>
                  <a:pt x="895786" y="67188"/>
                  <a:pt x="895786" y="69817"/>
                </a:cubicBezTo>
                <a:cubicBezTo>
                  <a:pt x="895786" y="71377"/>
                  <a:pt x="895416" y="72671"/>
                  <a:pt x="894677" y="73698"/>
                </a:cubicBezTo>
                <a:cubicBezTo>
                  <a:pt x="893938" y="74726"/>
                  <a:pt x="893014" y="75548"/>
                  <a:pt x="891905" y="76164"/>
                </a:cubicBezTo>
                <a:cubicBezTo>
                  <a:pt x="890797" y="76780"/>
                  <a:pt x="889565" y="77231"/>
                  <a:pt x="888209" y="77520"/>
                </a:cubicBezTo>
                <a:cubicBezTo>
                  <a:pt x="886855" y="77807"/>
                  <a:pt x="885562" y="77950"/>
                  <a:pt x="884330" y="77950"/>
                </a:cubicBezTo>
                <a:cubicBezTo>
                  <a:pt x="882606" y="77950"/>
                  <a:pt x="880943" y="77745"/>
                  <a:pt x="879341" y="77335"/>
                </a:cubicBezTo>
                <a:cubicBezTo>
                  <a:pt x="877740" y="76924"/>
                  <a:pt x="876323" y="76289"/>
                  <a:pt x="875092" y="75428"/>
                </a:cubicBezTo>
                <a:cubicBezTo>
                  <a:pt x="873860" y="74566"/>
                  <a:pt x="872854" y="73458"/>
                  <a:pt x="872073" y="72105"/>
                </a:cubicBezTo>
                <a:cubicBezTo>
                  <a:pt x="871294" y="70751"/>
                  <a:pt x="870904" y="69131"/>
                  <a:pt x="870904" y="672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NanandInfcases">
            <a:extLst xmlns:a="http://schemas.openxmlformats.org/drawingml/2006/main">
              <a:ext uri="{FF2B5EF4-FFF2-40B4-BE49-F238E27FC236}">
                <a16:creationId xmlns:a16="http://schemas.microsoft.com/office/drawing/2014/main" id="{5ABE4199-C0E6-413E-AE82-0C2660D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743" y="2880642"/>
            <a:ext cx="1033397" cy="89619"/>
          </a:xfrm>
          <a:custGeom xmlns:a="http://schemas.openxmlformats.org/drawingml/2006/main">
            <a:pathLst>
              <a:path w="1033397" h="89619">
                <a:moveTo>
                  <a:pt x="0" y="0"/>
                </a:moveTo>
                <a:lnTo>
                  <a:pt x="0" y="87934"/>
                </a:lnTo>
                <a:lnTo>
                  <a:pt x="18108" y="87934"/>
                </a:lnTo>
                <a:lnTo>
                  <a:pt x="18108" y="29066"/>
                </a:lnTo>
                <a:lnTo>
                  <a:pt x="18354" y="29066"/>
                </a:lnTo>
                <a:lnTo>
                  <a:pt x="54938" y="87934"/>
                </a:lnTo>
                <a:lnTo>
                  <a:pt x="74277" y="87934"/>
                </a:lnTo>
                <a:lnTo>
                  <a:pt x="74277" y="0"/>
                </a:lnTo>
                <a:lnTo>
                  <a:pt x="56169" y="0"/>
                </a:lnTo>
                <a:lnTo>
                  <a:pt x="56169" y="58993"/>
                </a:lnTo>
                <a:lnTo>
                  <a:pt x="55923" y="58993"/>
                </a:lnTo>
                <a:lnTo>
                  <a:pt x="19215" y="0"/>
                </a:lnTo>
                <a:lnTo>
                  <a:pt x="0" y="0"/>
                </a:lnTo>
                <a:close/>
                <a:moveTo>
                  <a:pt x="88460" y="43836"/>
                </a:moveTo>
                <a:cubicBezTo>
                  <a:pt x="88706" y="39729"/>
                  <a:pt x="89732" y="36322"/>
                  <a:pt x="91539" y="33613"/>
                </a:cubicBezTo>
                <a:cubicBezTo>
                  <a:pt x="93346" y="30902"/>
                  <a:pt x="95645" y="28726"/>
                  <a:pt x="98437" y="27083"/>
                </a:cubicBezTo>
                <a:cubicBezTo>
                  <a:pt x="101229" y="25440"/>
                  <a:pt x="104369" y="24270"/>
                  <a:pt x="107859" y="23572"/>
                </a:cubicBezTo>
                <a:cubicBezTo>
                  <a:pt x="111350" y="22874"/>
                  <a:pt x="114861" y="22525"/>
                  <a:pt x="118392" y="22525"/>
                </a:cubicBezTo>
                <a:cubicBezTo>
                  <a:pt x="121595" y="22525"/>
                  <a:pt x="124839" y="22751"/>
                  <a:pt x="128123" y="23203"/>
                </a:cubicBezTo>
                <a:cubicBezTo>
                  <a:pt x="131408" y="23655"/>
                  <a:pt x="134406" y="24537"/>
                  <a:pt x="137115" y="25852"/>
                </a:cubicBezTo>
                <a:cubicBezTo>
                  <a:pt x="139825" y="27165"/>
                  <a:pt x="142042" y="28992"/>
                  <a:pt x="143767" y="31333"/>
                </a:cubicBezTo>
                <a:cubicBezTo>
                  <a:pt x="145492" y="33673"/>
                  <a:pt x="146355" y="36773"/>
                  <a:pt x="146355" y="40633"/>
                </a:cubicBezTo>
                <a:lnTo>
                  <a:pt x="146355" y="73768"/>
                </a:lnTo>
                <a:cubicBezTo>
                  <a:pt x="146355" y="76643"/>
                  <a:pt x="146519" y="79394"/>
                  <a:pt x="146847" y="82021"/>
                </a:cubicBezTo>
                <a:cubicBezTo>
                  <a:pt x="147176" y="84649"/>
                  <a:pt x="147750" y="86620"/>
                  <a:pt x="148571" y="87934"/>
                </a:cubicBezTo>
                <a:lnTo>
                  <a:pt x="130833" y="87934"/>
                </a:lnTo>
                <a:cubicBezTo>
                  <a:pt x="130505" y="86950"/>
                  <a:pt x="130238" y="85944"/>
                  <a:pt x="130033" y="84918"/>
                </a:cubicBezTo>
                <a:cubicBezTo>
                  <a:pt x="129827" y="83890"/>
                  <a:pt x="129684" y="82843"/>
                  <a:pt x="129602" y="81775"/>
                </a:cubicBezTo>
                <a:cubicBezTo>
                  <a:pt x="126810" y="84650"/>
                  <a:pt x="123525" y="86662"/>
                  <a:pt x="119747" y="87812"/>
                </a:cubicBezTo>
                <a:cubicBezTo>
                  <a:pt x="115970" y="88961"/>
                  <a:pt x="112109" y="89536"/>
                  <a:pt x="108167" y="89536"/>
                </a:cubicBezTo>
                <a:cubicBezTo>
                  <a:pt x="105130" y="89536"/>
                  <a:pt x="102297" y="89166"/>
                  <a:pt x="99668" y="88427"/>
                </a:cubicBezTo>
                <a:cubicBezTo>
                  <a:pt x="97040" y="87688"/>
                  <a:pt x="94741" y="86538"/>
                  <a:pt x="92770" y="84978"/>
                </a:cubicBezTo>
                <a:cubicBezTo>
                  <a:pt x="90800" y="83418"/>
                  <a:pt x="89261" y="81447"/>
                  <a:pt x="88152" y="79067"/>
                </a:cubicBezTo>
                <a:cubicBezTo>
                  <a:pt x="87043" y="76685"/>
                  <a:pt x="86488" y="73851"/>
                  <a:pt x="86488" y="70565"/>
                </a:cubicBezTo>
                <a:cubicBezTo>
                  <a:pt x="86488" y="66953"/>
                  <a:pt x="87125" y="63976"/>
                  <a:pt x="88398" y="61635"/>
                </a:cubicBezTo>
                <a:cubicBezTo>
                  <a:pt x="89671" y="59295"/>
                  <a:pt x="91313" y="57426"/>
                  <a:pt x="93324" y="56030"/>
                </a:cubicBezTo>
                <a:cubicBezTo>
                  <a:pt x="95337" y="54634"/>
                  <a:pt x="97636" y="53588"/>
                  <a:pt x="100222" y="52890"/>
                </a:cubicBezTo>
                <a:cubicBezTo>
                  <a:pt x="102810" y="52192"/>
                  <a:pt x="105418" y="51638"/>
                  <a:pt x="108045" y="51228"/>
                </a:cubicBezTo>
                <a:cubicBezTo>
                  <a:pt x="110673" y="50817"/>
                  <a:pt x="113259" y="50488"/>
                  <a:pt x="115804" y="50241"/>
                </a:cubicBezTo>
                <a:cubicBezTo>
                  <a:pt x="118350" y="49994"/>
                  <a:pt x="120609" y="49625"/>
                  <a:pt x="122580" y="49132"/>
                </a:cubicBezTo>
                <a:cubicBezTo>
                  <a:pt x="124551" y="48640"/>
                  <a:pt x="126111" y="47922"/>
                  <a:pt x="127260" y="46978"/>
                </a:cubicBezTo>
                <a:cubicBezTo>
                  <a:pt x="128410" y="46034"/>
                  <a:pt x="128945" y="44658"/>
                  <a:pt x="128863" y="42851"/>
                </a:cubicBezTo>
                <a:cubicBezTo>
                  <a:pt x="128863" y="40961"/>
                  <a:pt x="128555" y="39462"/>
                  <a:pt x="127939" y="38355"/>
                </a:cubicBezTo>
                <a:cubicBezTo>
                  <a:pt x="127322" y="37246"/>
                  <a:pt x="126501" y="36384"/>
                  <a:pt x="125475" y="35768"/>
                </a:cubicBezTo>
                <a:cubicBezTo>
                  <a:pt x="124448" y="35152"/>
                  <a:pt x="123257" y="34741"/>
                  <a:pt x="121901" y="34535"/>
                </a:cubicBezTo>
                <a:cubicBezTo>
                  <a:pt x="120547" y="34330"/>
                  <a:pt x="119090" y="34227"/>
                  <a:pt x="117530" y="34227"/>
                </a:cubicBezTo>
                <a:cubicBezTo>
                  <a:pt x="114081" y="34227"/>
                  <a:pt x="111371" y="34967"/>
                  <a:pt x="109400" y="36445"/>
                </a:cubicBezTo>
                <a:cubicBezTo>
                  <a:pt x="107429" y="37924"/>
                  <a:pt x="106280" y="40387"/>
                  <a:pt x="105951" y="43836"/>
                </a:cubicBezTo>
                <a:lnTo>
                  <a:pt x="88460" y="43836"/>
                </a:lnTo>
                <a:moveTo>
                  <a:pt x="128863" y="56769"/>
                </a:moveTo>
                <a:cubicBezTo>
                  <a:pt x="128124" y="57427"/>
                  <a:pt x="127200" y="57941"/>
                  <a:pt x="126091" y="58310"/>
                </a:cubicBezTo>
                <a:cubicBezTo>
                  <a:pt x="124982" y="58680"/>
                  <a:pt x="123791" y="58988"/>
                  <a:pt x="122518" y="59235"/>
                </a:cubicBezTo>
                <a:cubicBezTo>
                  <a:pt x="121246" y="59481"/>
                  <a:pt x="119912" y="59686"/>
                  <a:pt x="118514" y="59850"/>
                </a:cubicBezTo>
                <a:cubicBezTo>
                  <a:pt x="117119" y="60014"/>
                  <a:pt x="115723" y="60219"/>
                  <a:pt x="114327" y="60464"/>
                </a:cubicBezTo>
                <a:cubicBezTo>
                  <a:pt x="113014" y="60711"/>
                  <a:pt x="111720" y="61040"/>
                  <a:pt x="110447" y="61451"/>
                </a:cubicBezTo>
                <a:cubicBezTo>
                  <a:pt x="109174" y="61861"/>
                  <a:pt x="108065" y="62415"/>
                  <a:pt x="107120" y="63115"/>
                </a:cubicBezTo>
                <a:cubicBezTo>
                  <a:pt x="106177" y="63812"/>
                  <a:pt x="105418" y="64695"/>
                  <a:pt x="104842" y="65763"/>
                </a:cubicBezTo>
                <a:cubicBezTo>
                  <a:pt x="104267" y="66829"/>
                  <a:pt x="103980" y="68184"/>
                  <a:pt x="103980" y="69827"/>
                </a:cubicBezTo>
                <a:cubicBezTo>
                  <a:pt x="103980" y="71387"/>
                  <a:pt x="104267" y="72700"/>
                  <a:pt x="104842" y="73768"/>
                </a:cubicBezTo>
                <a:cubicBezTo>
                  <a:pt x="105418" y="74836"/>
                  <a:pt x="106198" y="75678"/>
                  <a:pt x="107182" y="76294"/>
                </a:cubicBezTo>
                <a:cubicBezTo>
                  <a:pt x="108169" y="76909"/>
                  <a:pt x="109318" y="77340"/>
                  <a:pt x="110631" y="77587"/>
                </a:cubicBezTo>
                <a:cubicBezTo>
                  <a:pt x="111946" y="77834"/>
                  <a:pt x="113301" y="77958"/>
                  <a:pt x="114697" y="77958"/>
                </a:cubicBezTo>
                <a:cubicBezTo>
                  <a:pt x="118145" y="77958"/>
                  <a:pt x="120814" y="77383"/>
                  <a:pt x="122702" y="76234"/>
                </a:cubicBezTo>
                <a:cubicBezTo>
                  <a:pt x="124592" y="75084"/>
                  <a:pt x="125988" y="73708"/>
                  <a:pt x="126892" y="72106"/>
                </a:cubicBezTo>
                <a:cubicBezTo>
                  <a:pt x="127795" y="70505"/>
                  <a:pt x="128350" y="68883"/>
                  <a:pt x="128555" y="67240"/>
                </a:cubicBezTo>
                <a:cubicBezTo>
                  <a:pt x="128761" y="65597"/>
                  <a:pt x="128863" y="64284"/>
                  <a:pt x="128863" y="63299"/>
                </a:cubicBezTo>
                <a:lnTo>
                  <a:pt x="128863" y="56769"/>
                </a:lnTo>
                <a:close/>
                <a:moveTo>
                  <a:pt x="159587" y="24249"/>
                </a:moveTo>
                <a:lnTo>
                  <a:pt x="159587" y="87934"/>
                </a:lnTo>
                <a:lnTo>
                  <a:pt x="177079" y="87934"/>
                </a:lnTo>
                <a:lnTo>
                  <a:pt x="177079" y="54557"/>
                </a:lnTo>
                <a:cubicBezTo>
                  <a:pt x="177079" y="48070"/>
                  <a:pt x="178146" y="43410"/>
                  <a:pt x="180281" y="40578"/>
                </a:cubicBezTo>
                <a:cubicBezTo>
                  <a:pt x="182417" y="37745"/>
                  <a:pt x="185866" y="36329"/>
                  <a:pt x="190628" y="36329"/>
                </a:cubicBezTo>
                <a:cubicBezTo>
                  <a:pt x="194817" y="36329"/>
                  <a:pt x="197733" y="37622"/>
                  <a:pt x="199374" y="40208"/>
                </a:cubicBezTo>
                <a:cubicBezTo>
                  <a:pt x="201017" y="42794"/>
                  <a:pt x="201838" y="46715"/>
                  <a:pt x="201838" y="51970"/>
                </a:cubicBezTo>
                <a:lnTo>
                  <a:pt x="201838" y="87934"/>
                </a:lnTo>
                <a:lnTo>
                  <a:pt x="219330" y="87934"/>
                </a:lnTo>
                <a:lnTo>
                  <a:pt x="219330" y="48745"/>
                </a:lnTo>
                <a:cubicBezTo>
                  <a:pt x="219330" y="44802"/>
                  <a:pt x="218981" y="41207"/>
                  <a:pt x="218283" y="37962"/>
                </a:cubicBezTo>
                <a:cubicBezTo>
                  <a:pt x="217585" y="34717"/>
                  <a:pt x="216373" y="31964"/>
                  <a:pt x="214648" y="29705"/>
                </a:cubicBezTo>
                <a:cubicBezTo>
                  <a:pt x="212923" y="27446"/>
                  <a:pt x="210563" y="25679"/>
                  <a:pt x="207565" y="24406"/>
                </a:cubicBezTo>
                <a:cubicBezTo>
                  <a:pt x="204568" y="23132"/>
                  <a:pt x="200729" y="22495"/>
                  <a:pt x="196047" y="22495"/>
                </a:cubicBezTo>
                <a:cubicBezTo>
                  <a:pt x="192352" y="22495"/>
                  <a:pt x="188739" y="23339"/>
                  <a:pt x="185208" y="25027"/>
                </a:cubicBezTo>
                <a:cubicBezTo>
                  <a:pt x="181677" y="26715"/>
                  <a:pt x="178803" y="29411"/>
                  <a:pt x="176586" y="33116"/>
                </a:cubicBezTo>
                <a:lnTo>
                  <a:pt x="176216" y="33116"/>
                </a:lnTo>
                <a:lnTo>
                  <a:pt x="176216" y="24249"/>
                </a:lnTo>
                <a:lnTo>
                  <a:pt x="159587" y="24249"/>
                </a:lnTo>
                <a:close/>
                <a:moveTo>
                  <a:pt x="265197" y="43836"/>
                </a:moveTo>
                <a:cubicBezTo>
                  <a:pt x="265443" y="39729"/>
                  <a:pt x="266469" y="36322"/>
                  <a:pt x="268276" y="33613"/>
                </a:cubicBezTo>
                <a:cubicBezTo>
                  <a:pt x="270083" y="30902"/>
                  <a:pt x="272382" y="28726"/>
                  <a:pt x="275174" y="27083"/>
                </a:cubicBezTo>
                <a:cubicBezTo>
                  <a:pt x="277966" y="25440"/>
                  <a:pt x="281107" y="24270"/>
                  <a:pt x="284596" y="23572"/>
                </a:cubicBezTo>
                <a:cubicBezTo>
                  <a:pt x="288087" y="22874"/>
                  <a:pt x="291598" y="22525"/>
                  <a:pt x="295130" y="22525"/>
                </a:cubicBezTo>
                <a:cubicBezTo>
                  <a:pt x="298332" y="22525"/>
                  <a:pt x="301576" y="22751"/>
                  <a:pt x="304860" y="23203"/>
                </a:cubicBezTo>
                <a:cubicBezTo>
                  <a:pt x="308146" y="23655"/>
                  <a:pt x="311143" y="24537"/>
                  <a:pt x="313852" y="25852"/>
                </a:cubicBezTo>
                <a:cubicBezTo>
                  <a:pt x="316562" y="27165"/>
                  <a:pt x="318780" y="28992"/>
                  <a:pt x="320504" y="31333"/>
                </a:cubicBezTo>
                <a:cubicBezTo>
                  <a:pt x="322229" y="33673"/>
                  <a:pt x="323092" y="36773"/>
                  <a:pt x="323092" y="40633"/>
                </a:cubicBezTo>
                <a:lnTo>
                  <a:pt x="323092" y="73768"/>
                </a:lnTo>
                <a:cubicBezTo>
                  <a:pt x="323092" y="76643"/>
                  <a:pt x="323256" y="79394"/>
                  <a:pt x="323585" y="82021"/>
                </a:cubicBezTo>
                <a:cubicBezTo>
                  <a:pt x="323913" y="84649"/>
                  <a:pt x="324487" y="86620"/>
                  <a:pt x="325308" y="87934"/>
                </a:cubicBezTo>
                <a:lnTo>
                  <a:pt x="307570" y="87934"/>
                </a:lnTo>
                <a:cubicBezTo>
                  <a:pt x="307242" y="86950"/>
                  <a:pt x="306975" y="85944"/>
                  <a:pt x="306770" y="84918"/>
                </a:cubicBezTo>
                <a:cubicBezTo>
                  <a:pt x="306564" y="83890"/>
                  <a:pt x="306421" y="82843"/>
                  <a:pt x="306339" y="81775"/>
                </a:cubicBezTo>
                <a:cubicBezTo>
                  <a:pt x="303548" y="84650"/>
                  <a:pt x="300263" y="86662"/>
                  <a:pt x="296485" y="87812"/>
                </a:cubicBezTo>
                <a:cubicBezTo>
                  <a:pt x="292707" y="88961"/>
                  <a:pt x="288847" y="89536"/>
                  <a:pt x="284905" y="89536"/>
                </a:cubicBezTo>
                <a:cubicBezTo>
                  <a:pt x="281867" y="89536"/>
                  <a:pt x="279034" y="89166"/>
                  <a:pt x="276405" y="88427"/>
                </a:cubicBezTo>
                <a:cubicBezTo>
                  <a:pt x="273777" y="87688"/>
                  <a:pt x="271478" y="86538"/>
                  <a:pt x="269507" y="84978"/>
                </a:cubicBezTo>
                <a:cubicBezTo>
                  <a:pt x="267537" y="83418"/>
                  <a:pt x="265998" y="81447"/>
                  <a:pt x="264889" y="79067"/>
                </a:cubicBezTo>
                <a:cubicBezTo>
                  <a:pt x="263780" y="76685"/>
                  <a:pt x="263225" y="73851"/>
                  <a:pt x="263225" y="70565"/>
                </a:cubicBezTo>
                <a:cubicBezTo>
                  <a:pt x="263225" y="66953"/>
                  <a:pt x="263862" y="63976"/>
                  <a:pt x="265135" y="61635"/>
                </a:cubicBezTo>
                <a:cubicBezTo>
                  <a:pt x="266408" y="59295"/>
                  <a:pt x="268050" y="57426"/>
                  <a:pt x="270062" y="56030"/>
                </a:cubicBezTo>
                <a:cubicBezTo>
                  <a:pt x="272074" y="54634"/>
                  <a:pt x="274373" y="53588"/>
                  <a:pt x="276960" y="52890"/>
                </a:cubicBezTo>
                <a:cubicBezTo>
                  <a:pt x="279547" y="52192"/>
                  <a:pt x="282155" y="51638"/>
                  <a:pt x="284782" y="51228"/>
                </a:cubicBezTo>
                <a:cubicBezTo>
                  <a:pt x="287410" y="50817"/>
                  <a:pt x="289996" y="50488"/>
                  <a:pt x="292541" y="50241"/>
                </a:cubicBezTo>
                <a:cubicBezTo>
                  <a:pt x="295088" y="49994"/>
                  <a:pt x="297346" y="49625"/>
                  <a:pt x="299317" y="49132"/>
                </a:cubicBezTo>
                <a:cubicBezTo>
                  <a:pt x="301288" y="48640"/>
                  <a:pt x="302848" y="47922"/>
                  <a:pt x="303997" y="46978"/>
                </a:cubicBezTo>
                <a:cubicBezTo>
                  <a:pt x="305148" y="46034"/>
                  <a:pt x="305682" y="44658"/>
                  <a:pt x="305601" y="42851"/>
                </a:cubicBezTo>
                <a:cubicBezTo>
                  <a:pt x="305601" y="40961"/>
                  <a:pt x="305292" y="39462"/>
                  <a:pt x="304676" y="38355"/>
                </a:cubicBezTo>
                <a:cubicBezTo>
                  <a:pt x="304059" y="37246"/>
                  <a:pt x="303238" y="36384"/>
                  <a:pt x="302212" y="35768"/>
                </a:cubicBezTo>
                <a:cubicBezTo>
                  <a:pt x="301186" y="35152"/>
                  <a:pt x="299995" y="34741"/>
                  <a:pt x="298639" y="34535"/>
                </a:cubicBezTo>
                <a:cubicBezTo>
                  <a:pt x="297284" y="34330"/>
                  <a:pt x="295827" y="34227"/>
                  <a:pt x="294267" y="34227"/>
                </a:cubicBezTo>
                <a:cubicBezTo>
                  <a:pt x="290818" y="34227"/>
                  <a:pt x="288109" y="34967"/>
                  <a:pt x="286138" y="36445"/>
                </a:cubicBezTo>
                <a:cubicBezTo>
                  <a:pt x="284167" y="37924"/>
                  <a:pt x="283017" y="40387"/>
                  <a:pt x="282689" y="43836"/>
                </a:cubicBezTo>
                <a:lnTo>
                  <a:pt x="265197" y="43836"/>
                </a:lnTo>
                <a:moveTo>
                  <a:pt x="305601" y="56769"/>
                </a:moveTo>
                <a:cubicBezTo>
                  <a:pt x="304861" y="57427"/>
                  <a:pt x="303937" y="57941"/>
                  <a:pt x="302828" y="58310"/>
                </a:cubicBezTo>
                <a:cubicBezTo>
                  <a:pt x="301719" y="58680"/>
                  <a:pt x="300528" y="58988"/>
                  <a:pt x="299255" y="59235"/>
                </a:cubicBezTo>
                <a:cubicBezTo>
                  <a:pt x="297983" y="59481"/>
                  <a:pt x="296649" y="59686"/>
                  <a:pt x="295252" y="59850"/>
                </a:cubicBezTo>
                <a:cubicBezTo>
                  <a:pt x="293856" y="60014"/>
                  <a:pt x="292460" y="60219"/>
                  <a:pt x="291064" y="60464"/>
                </a:cubicBezTo>
                <a:cubicBezTo>
                  <a:pt x="289751" y="60711"/>
                  <a:pt x="288458" y="61040"/>
                  <a:pt x="287185" y="61451"/>
                </a:cubicBezTo>
                <a:cubicBezTo>
                  <a:pt x="285911" y="61861"/>
                  <a:pt x="284802" y="62415"/>
                  <a:pt x="283858" y="63115"/>
                </a:cubicBezTo>
                <a:cubicBezTo>
                  <a:pt x="282914" y="63812"/>
                  <a:pt x="282155" y="64695"/>
                  <a:pt x="281580" y="65763"/>
                </a:cubicBezTo>
                <a:cubicBezTo>
                  <a:pt x="281004" y="66829"/>
                  <a:pt x="280717" y="68184"/>
                  <a:pt x="280717" y="69827"/>
                </a:cubicBezTo>
                <a:cubicBezTo>
                  <a:pt x="280717" y="71387"/>
                  <a:pt x="281004" y="72700"/>
                  <a:pt x="281580" y="73768"/>
                </a:cubicBezTo>
                <a:cubicBezTo>
                  <a:pt x="282155" y="74836"/>
                  <a:pt x="282935" y="75678"/>
                  <a:pt x="283920" y="76294"/>
                </a:cubicBezTo>
                <a:cubicBezTo>
                  <a:pt x="284906" y="76909"/>
                  <a:pt x="286056" y="77340"/>
                  <a:pt x="287369" y="77587"/>
                </a:cubicBezTo>
                <a:cubicBezTo>
                  <a:pt x="288683" y="77834"/>
                  <a:pt x="290038" y="77958"/>
                  <a:pt x="291434" y="77958"/>
                </a:cubicBezTo>
                <a:cubicBezTo>
                  <a:pt x="294883" y="77958"/>
                  <a:pt x="297551" y="77383"/>
                  <a:pt x="299439" y="76234"/>
                </a:cubicBezTo>
                <a:cubicBezTo>
                  <a:pt x="301329" y="75084"/>
                  <a:pt x="302726" y="73708"/>
                  <a:pt x="303629" y="72106"/>
                </a:cubicBezTo>
                <a:cubicBezTo>
                  <a:pt x="304532" y="70505"/>
                  <a:pt x="305087" y="68883"/>
                  <a:pt x="305292" y="67240"/>
                </a:cubicBezTo>
                <a:cubicBezTo>
                  <a:pt x="305498" y="65597"/>
                  <a:pt x="305601" y="64284"/>
                  <a:pt x="305601" y="63299"/>
                </a:cubicBezTo>
                <a:lnTo>
                  <a:pt x="305601" y="56769"/>
                </a:lnTo>
                <a:close/>
                <a:moveTo>
                  <a:pt x="336324" y="24249"/>
                </a:moveTo>
                <a:lnTo>
                  <a:pt x="336324" y="87934"/>
                </a:lnTo>
                <a:lnTo>
                  <a:pt x="353816" y="87934"/>
                </a:lnTo>
                <a:lnTo>
                  <a:pt x="353816" y="54557"/>
                </a:lnTo>
                <a:cubicBezTo>
                  <a:pt x="353816" y="48070"/>
                  <a:pt x="354883" y="43410"/>
                  <a:pt x="357019" y="40578"/>
                </a:cubicBezTo>
                <a:cubicBezTo>
                  <a:pt x="359154" y="37745"/>
                  <a:pt x="362603" y="36329"/>
                  <a:pt x="367366" y="36329"/>
                </a:cubicBezTo>
                <a:cubicBezTo>
                  <a:pt x="371555" y="36329"/>
                  <a:pt x="374470" y="37622"/>
                  <a:pt x="376111" y="40208"/>
                </a:cubicBezTo>
                <a:cubicBezTo>
                  <a:pt x="377754" y="42794"/>
                  <a:pt x="378576" y="46715"/>
                  <a:pt x="378576" y="51970"/>
                </a:cubicBezTo>
                <a:lnTo>
                  <a:pt x="378576" y="87934"/>
                </a:lnTo>
                <a:lnTo>
                  <a:pt x="396067" y="87934"/>
                </a:lnTo>
                <a:lnTo>
                  <a:pt x="396067" y="48745"/>
                </a:lnTo>
                <a:cubicBezTo>
                  <a:pt x="396067" y="44802"/>
                  <a:pt x="395718" y="41207"/>
                  <a:pt x="395020" y="37962"/>
                </a:cubicBezTo>
                <a:cubicBezTo>
                  <a:pt x="394322" y="34717"/>
                  <a:pt x="393110" y="31964"/>
                  <a:pt x="391385" y="29705"/>
                </a:cubicBezTo>
                <a:cubicBezTo>
                  <a:pt x="389661" y="27446"/>
                  <a:pt x="387300" y="25679"/>
                  <a:pt x="384303" y="24406"/>
                </a:cubicBezTo>
                <a:cubicBezTo>
                  <a:pt x="381305" y="23132"/>
                  <a:pt x="377466" y="22495"/>
                  <a:pt x="372785" y="22495"/>
                </a:cubicBezTo>
                <a:cubicBezTo>
                  <a:pt x="369089" y="22495"/>
                  <a:pt x="365476" y="23339"/>
                  <a:pt x="361945" y="25027"/>
                </a:cubicBezTo>
                <a:cubicBezTo>
                  <a:pt x="358414" y="26715"/>
                  <a:pt x="355540" y="29411"/>
                  <a:pt x="353323" y="33116"/>
                </a:cubicBezTo>
                <a:lnTo>
                  <a:pt x="352953" y="33116"/>
                </a:lnTo>
                <a:lnTo>
                  <a:pt x="352953" y="24249"/>
                </a:lnTo>
                <a:lnTo>
                  <a:pt x="336324" y="24249"/>
                </a:lnTo>
                <a:close/>
                <a:moveTo>
                  <a:pt x="454216" y="55933"/>
                </a:moveTo>
                <a:cubicBezTo>
                  <a:pt x="454216" y="58560"/>
                  <a:pt x="453970" y="61107"/>
                  <a:pt x="453478" y="63571"/>
                </a:cubicBezTo>
                <a:cubicBezTo>
                  <a:pt x="452985" y="66035"/>
                  <a:pt x="452164" y="68232"/>
                  <a:pt x="451014" y="70163"/>
                </a:cubicBezTo>
                <a:cubicBezTo>
                  <a:pt x="449863" y="72093"/>
                  <a:pt x="448323" y="73633"/>
                  <a:pt x="446393" y="74783"/>
                </a:cubicBezTo>
                <a:cubicBezTo>
                  <a:pt x="444464" y="75932"/>
                  <a:pt x="442062" y="76507"/>
                  <a:pt x="439187" y="76507"/>
                </a:cubicBezTo>
                <a:cubicBezTo>
                  <a:pt x="436478" y="76507"/>
                  <a:pt x="434158" y="75911"/>
                  <a:pt x="432227" y="74721"/>
                </a:cubicBezTo>
                <a:cubicBezTo>
                  <a:pt x="430297" y="73529"/>
                  <a:pt x="428696" y="71969"/>
                  <a:pt x="427423" y="70039"/>
                </a:cubicBezTo>
                <a:cubicBezTo>
                  <a:pt x="426151" y="68108"/>
                  <a:pt x="425228" y="65911"/>
                  <a:pt x="424652" y="63447"/>
                </a:cubicBezTo>
                <a:cubicBezTo>
                  <a:pt x="424077" y="60984"/>
                  <a:pt x="423790" y="58520"/>
                  <a:pt x="423790" y="56055"/>
                </a:cubicBezTo>
                <a:cubicBezTo>
                  <a:pt x="423790" y="53427"/>
                  <a:pt x="424057" y="50902"/>
                  <a:pt x="424590" y="48478"/>
                </a:cubicBezTo>
                <a:cubicBezTo>
                  <a:pt x="425124" y="46055"/>
                  <a:pt x="425986" y="43899"/>
                  <a:pt x="427177" y="42011"/>
                </a:cubicBezTo>
                <a:cubicBezTo>
                  <a:pt x="428368" y="40121"/>
                  <a:pt x="429949" y="38602"/>
                  <a:pt x="431919" y="37453"/>
                </a:cubicBezTo>
                <a:cubicBezTo>
                  <a:pt x="433890" y="36302"/>
                  <a:pt x="436313" y="35727"/>
                  <a:pt x="439187" y="35727"/>
                </a:cubicBezTo>
                <a:cubicBezTo>
                  <a:pt x="442062" y="35727"/>
                  <a:pt x="444443" y="36302"/>
                  <a:pt x="446331" y="37453"/>
                </a:cubicBezTo>
                <a:cubicBezTo>
                  <a:pt x="448221" y="38602"/>
                  <a:pt x="449761" y="40100"/>
                  <a:pt x="450951" y="41949"/>
                </a:cubicBezTo>
                <a:cubicBezTo>
                  <a:pt x="452143" y="43797"/>
                  <a:pt x="452985" y="45933"/>
                  <a:pt x="453478" y="48356"/>
                </a:cubicBezTo>
                <a:cubicBezTo>
                  <a:pt x="453970" y="50778"/>
                  <a:pt x="454216" y="53304"/>
                  <a:pt x="454216" y="55933"/>
                </a:cubicBezTo>
                <a:moveTo>
                  <a:pt x="454463" y="79880"/>
                </a:moveTo>
                <a:lnTo>
                  <a:pt x="454463" y="88015"/>
                </a:lnTo>
                <a:lnTo>
                  <a:pt x="471091" y="88015"/>
                </a:lnTo>
                <a:lnTo>
                  <a:pt x="471091" y="0"/>
                </a:lnTo>
                <a:lnTo>
                  <a:pt x="453600" y="0"/>
                </a:lnTo>
                <a:lnTo>
                  <a:pt x="453600" y="32017"/>
                </a:lnTo>
                <a:lnTo>
                  <a:pt x="453354" y="32017"/>
                </a:lnTo>
                <a:cubicBezTo>
                  <a:pt x="451383" y="28884"/>
                  <a:pt x="448693" y="26514"/>
                  <a:pt x="445285" y="24906"/>
                </a:cubicBezTo>
                <a:cubicBezTo>
                  <a:pt x="441877" y="23299"/>
                  <a:pt x="438285" y="22495"/>
                  <a:pt x="434507" y="22495"/>
                </a:cubicBezTo>
                <a:cubicBezTo>
                  <a:pt x="429826" y="22495"/>
                  <a:pt x="425719" y="23420"/>
                  <a:pt x="422188" y="25271"/>
                </a:cubicBezTo>
                <a:cubicBezTo>
                  <a:pt x="418657" y="27122"/>
                  <a:pt x="415721" y="29569"/>
                  <a:pt x="413380" y="32613"/>
                </a:cubicBezTo>
                <a:cubicBezTo>
                  <a:pt x="411041" y="35656"/>
                  <a:pt x="409275" y="39173"/>
                  <a:pt x="408084" y="43163"/>
                </a:cubicBezTo>
                <a:cubicBezTo>
                  <a:pt x="406893" y="47152"/>
                  <a:pt x="406298" y="51286"/>
                  <a:pt x="406298" y="55562"/>
                </a:cubicBezTo>
                <a:cubicBezTo>
                  <a:pt x="406298" y="60004"/>
                  <a:pt x="406893" y="64282"/>
                  <a:pt x="408084" y="68396"/>
                </a:cubicBezTo>
                <a:cubicBezTo>
                  <a:pt x="409275" y="72509"/>
                  <a:pt x="411041" y="76149"/>
                  <a:pt x="413380" y="79317"/>
                </a:cubicBezTo>
                <a:cubicBezTo>
                  <a:pt x="415721" y="82483"/>
                  <a:pt x="418698" y="84992"/>
                  <a:pt x="422310" y="86842"/>
                </a:cubicBezTo>
                <a:cubicBezTo>
                  <a:pt x="425924" y="88693"/>
                  <a:pt x="430113" y="89619"/>
                  <a:pt x="434877" y="89619"/>
                </a:cubicBezTo>
                <a:cubicBezTo>
                  <a:pt x="439065" y="89619"/>
                  <a:pt x="442822" y="88859"/>
                  <a:pt x="446147" y="87339"/>
                </a:cubicBezTo>
                <a:cubicBezTo>
                  <a:pt x="449474" y="85817"/>
                  <a:pt x="452164" y="83331"/>
                  <a:pt x="454216" y="79880"/>
                </a:cubicBezTo>
                <a:lnTo>
                  <a:pt x="454463" y="79880"/>
                </a:lnTo>
                <a:close/>
                <a:moveTo>
                  <a:pt x="519500" y="0"/>
                </a:moveTo>
                <a:lnTo>
                  <a:pt x="519500" y="87934"/>
                </a:lnTo>
                <a:lnTo>
                  <a:pt x="538839" y="87934"/>
                </a:lnTo>
                <a:lnTo>
                  <a:pt x="538839" y="0"/>
                </a:lnTo>
                <a:lnTo>
                  <a:pt x="519500" y="0"/>
                </a:lnTo>
                <a:close/>
                <a:moveTo>
                  <a:pt x="553611" y="24249"/>
                </a:moveTo>
                <a:lnTo>
                  <a:pt x="553611" y="87934"/>
                </a:lnTo>
                <a:lnTo>
                  <a:pt x="571103" y="87934"/>
                </a:lnTo>
                <a:lnTo>
                  <a:pt x="571103" y="54557"/>
                </a:lnTo>
                <a:cubicBezTo>
                  <a:pt x="571103" y="48070"/>
                  <a:pt x="572170" y="43410"/>
                  <a:pt x="574305" y="40578"/>
                </a:cubicBezTo>
                <a:cubicBezTo>
                  <a:pt x="576441" y="37745"/>
                  <a:pt x="579890" y="36329"/>
                  <a:pt x="584653" y="36329"/>
                </a:cubicBezTo>
                <a:cubicBezTo>
                  <a:pt x="588842" y="36329"/>
                  <a:pt x="591757" y="37622"/>
                  <a:pt x="593398" y="40208"/>
                </a:cubicBezTo>
                <a:cubicBezTo>
                  <a:pt x="595041" y="42794"/>
                  <a:pt x="595862" y="46715"/>
                  <a:pt x="595862" y="51970"/>
                </a:cubicBezTo>
                <a:lnTo>
                  <a:pt x="595862" y="87934"/>
                </a:lnTo>
                <a:lnTo>
                  <a:pt x="613354" y="87934"/>
                </a:lnTo>
                <a:lnTo>
                  <a:pt x="613354" y="48745"/>
                </a:lnTo>
                <a:cubicBezTo>
                  <a:pt x="613354" y="44802"/>
                  <a:pt x="613005" y="41207"/>
                  <a:pt x="612307" y="37962"/>
                </a:cubicBezTo>
                <a:cubicBezTo>
                  <a:pt x="611609" y="34717"/>
                  <a:pt x="610397" y="31964"/>
                  <a:pt x="608672" y="29705"/>
                </a:cubicBezTo>
                <a:cubicBezTo>
                  <a:pt x="606948" y="27446"/>
                  <a:pt x="604587" y="25679"/>
                  <a:pt x="601589" y="24406"/>
                </a:cubicBezTo>
                <a:cubicBezTo>
                  <a:pt x="598592" y="23132"/>
                  <a:pt x="594753" y="22495"/>
                  <a:pt x="590071" y="22495"/>
                </a:cubicBezTo>
                <a:cubicBezTo>
                  <a:pt x="586376" y="22495"/>
                  <a:pt x="582763" y="23339"/>
                  <a:pt x="579232" y="25027"/>
                </a:cubicBezTo>
                <a:cubicBezTo>
                  <a:pt x="575701" y="26715"/>
                  <a:pt x="572827" y="29411"/>
                  <a:pt x="570610" y="33116"/>
                </a:cubicBezTo>
                <a:lnTo>
                  <a:pt x="570240" y="33116"/>
                </a:lnTo>
                <a:lnTo>
                  <a:pt x="570240" y="24249"/>
                </a:lnTo>
                <a:lnTo>
                  <a:pt x="553611" y="24249"/>
                </a:lnTo>
                <a:close/>
                <a:moveTo>
                  <a:pt x="630115" y="35968"/>
                </a:moveTo>
                <a:lnTo>
                  <a:pt x="630115" y="87934"/>
                </a:lnTo>
                <a:lnTo>
                  <a:pt x="647606" y="87934"/>
                </a:lnTo>
                <a:lnTo>
                  <a:pt x="647606" y="35968"/>
                </a:lnTo>
                <a:lnTo>
                  <a:pt x="659677" y="35968"/>
                </a:lnTo>
                <a:lnTo>
                  <a:pt x="659677" y="24299"/>
                </a:lnTo>
                <a:lnTo>
                  <a:pt x="647606" y="24299"/>
                </a:lnTo>
                <a:lnTo>
                  <a:pt x="647606" y="20487"/>
                </a:lnTo>
                <a:cubicBezTo>
                  <a:pt x="647606" y="17864"/>
                  <a:pt x="648120" y="15998"/>
                  <a:pt x="649146" y="14892"/>
                </a:cubicBezTo>
                <a:cubicBezTo>
                  <a:pt x="650172" y="13785"/>
                  <a:pt x="651876" y="13232"/>
                  <a:pt x="654258" y="13232"/>
                </a:cubicBezTo>
                <a:cubicBezTo>
                  <a:pt x="656475" y="13232"/>
                  <a:pt x="658610" y="13353"/>
                  <a:pt x="660662" y="13593"/>
                </a:cubicBezTo>
                <a:lnTo>
                  <a:pt x="660662" y="481"/>
                </a:lnTo>
                <a:cubicBezTo>
                  <a:pt x="659185" y="401"/>
                  <a:pt x="657665" y="301"/>
                  <a:pt x="656104" y="180"/>
                </a:cubicBezTo>
                <a:cubicBezTo>
                  <a:pt x="654544" y="60"/>
                  <a:pt x="652984" y="0"/>
                  <a:pt x="651424" y="0"/>
                </a:cubicBezTo>
                <a:cubicBezTo>
                  <a:pt x="644280" y="0"/>
                  <a:pt x="638943" y="1809"/>
                  <a:pt x="635412" y="5428"/>
                </a:cubicBezTo>
                <a:cubicBezTo>
                  <a:pt x="631881" y="9046"/>
                  <a:pt x="630115" y="13692"/>
                  <a:pt x="630115" y="19365"/>
                </a:cubicBezTo>
                <a:lnTo>
                  <a:pt x="630115" y="24299"/>
                </a:lnTo>
                <a:lnTo>
                  <a:pt x="619644" y="24299"/>
                </a:lnTo>
                <a:lnTo>
                  <a:pt x="619644" y="35968"/>
                </a:lnTo>
                <a:lnTo>
                  <a:pt x="630115" y="35968"/>
                </a:lnTo>
                <a:close/>
                <a:moveTo>
                  <a:pt x="743871" y="46674"/>
                </a:moveTo>
                <a:lnTo>
                  <a:pt x="760992" y="46674"/>
                </a:lnTo>
                <a:cubicBezTo>
                  <a:pt x="760746" y="42561"/>
                  <a:pt x="759761" y="39004"/>
                  <a:pt x="758035" y="36003"/>
                </a:cubicBezTo>
                <a:cubicBezTo>
                  <a:pt x="756311" y="33001"/>
                  <a:pt x="754073" y="30492"/>
                  <a:pt x="751322" y="28478"/>
                </a:cubicBezTo>
                <a:cubicBezTo>
                  <a:pt x="748571" y="26463"/>
                  <a:pt x="745451" y="24962"/>
                  <a:pt x="741961" y="23976"/>
                </a:cubicBezTo>
                <a:cubicBezTo>
                  <a:pt x="738471" y="22989"/>
                  <a:pt x="734838" y="22495"/>
                  <a:pt x="731060" y="22495"/>
                </a:cubicBezTo>
                <a:cubicBezTo>
                  <a:pt x="725886" y="22495"/>
                  <a:pt x="721286" y="23359"/>
                  <a:pt x="717262" y="25087"/>
                </a:cubicBezTo>
                <a:cubicBezTo>
                  <a:pt x="713238" y="26814"/>
                  <a:pt x="709830" y="29219"/>
                  <a:pt x="707039" y="32304"/>
                </a:cubicBezTo>
                <a:cubicBezTo>
                  <a:pt x="704247" y="35389"/>
                  <a:pt x="702132" y="39050"/>
                  <a:pt x="700695" y="43287"/>
                </a:cubicBezTo>
                <a:cubicBezTo>
                  <a:pt x="699258" y="47522"/>
                  <a:pt x="698539" y="52108"/>
                  <a:pt x="698539" y="57043"/>
                </a:cubicBezTo>
                <a:cubicBezTo>
                  <a:pt x="698539" y="61815"/>
                  <a:pt x="699319" y="66196"/>
                  <a:pt x="700879" y="70186"/>
                </a:cubicBezTo>
                <a:cubicBezTo>
                  <a:pt x="702439" y="74174"/>
                  <a:pt x="704615" y="77608"/>
                  <a:pt x="707407" y="80488"/>
                </a:cubicBezTo>
                <a:cubicBezTo>
                  <a:pt x="710200" y="83367"/>
                  <a:pt x="713588" y="85609"/>
                  <a:pt x="717570" y="87213"/>
                </a:cubicBezTo>
                <a:cubicBezTo>
                  <a:pt x="721553" y="88817"/>
                  <a:pt x="725926" y="89619"/>
                  <a:pt x="730689" y="89619"/>
                </a:cubicBezTo>
                <a:cubicBezTo>
                  <a:pt x="739147" y="89619"/>
                  <a:pt x="746086" y="87392"/>
                  <a:pt x="751506" y="82940"/>
                </a:cubicBezTo>
                <a:cubicBezTo>
                  <a:pt x="756926" y="78487"/>
                  <a:pt x="760212" y="72031"/>
                  <a:pt x="761362" y="63573"/>
                </a:cubicBezTo>
                <a:lnTo>
                  <a:pt x="744485" y="63573"/>
                </a:lnTo>
                <a:cubicBezTo>
                  <a:pt x="743912" y="67515"/>
                  <a:pt x="742495" y="70657"/>
                  <a:pt x="740236" y="72997"/>
                </a:cubicBezTo>
                <a:cubicBezTo>
                  <a:pt x="737978" y="75337"/>
                  <a:pt x="734755" y="76507"/>
                  <a:pt x="730567" y="76507"/>
                </a:cubicBezTo>
                <a:cubicBezTo>
                  <a:pt x="727857" y="76507"/>
                  <a:pt x="725557" y="75891"/>
                  <a:pt x="723667" y="74659"/>
                </a:cubicBezTo>
                <a:cubicBezTo>
                  <a:pt x="721779" y="73427"/>
                  <a:pt x="720280" y="71846"/>
                  <a:pt x="719171" y="69917"/>
                </a:cubicBezTo>
                <a:cubicBezTo>
                  <a:pt x="718064" y="67986"/>
                  <a:pt x="717263" y="65829"/>
                  <a:pt x="716769" y="63447"/>
                </a:cubicBezTo>
                <a:cubicBezTo>
                  <a:pt x="716277" y="61065"/>
                  <a:pt x="716030" y="58724"/>
                  <a:pt x="716030" y="56425"/>
                </a:cubicBezTo>
                <a:cubicBezTo>
                  <a:pt x="716030" y="54043"/>
                  <a:pt x="716277" y="51641"/>
                  <a:pt x="716769" y="49219"/>
                </a:cubicBezTo>
                <a:cubicBezTo>
                  <a:pt x="717263" y="46795"/>
                  <a:pt x="718105" y="44577"/>
                  <a:pt x="719295" y="42565"/>
                </a:cubicBezTo>
                <a:cubicBezTo>
                  <a:pt x="720486" y="40553"/>
                  <a:pt x="722025" y="38910"/>
                  <a:pt x="723913" y="37637"/>
                </a:cubicBezTo>
                <a:cubicBezTo>
                  <a:pt x="725803" y="36364"/>
                  <a:pt x="728144" y="35727"/>
                  <a:pt x="730936" y="35727"/>
                </a:cubicBezTo>
                <a:cubicBezTo>
                  <a:pt x="738409" y="35727"/>
                  <a:pt x="742721" y="39376"/>
                  <a:pt x="743871" y="46674"/>
                </a:cubicBezTo>
                <a:close/>
                <a:moveTo>
                  <a:pt x="770161" y="43836"/>
                </a:moveTo>
                <a:cubicBezTo>
                  <a:pt x="770406" y="39729"/>
                  <a:pt x="771432" y="36322"/>
                  <a:pt x="773239" y="33613"/>
                </a:cubicBezTo>
                <a:cubicBezTo>
                  <a:pt x="775046" y="30902"/>
                  <a:pt x="777346" y="28726"/>
                  <a:pt x="780137" y="27083"/>
                </a:cubicBezTo>
                <a:cubicBezTo>
                  <a:pt x="782929" y="25440"/>
                  <a:pt x="786070" y="24270"/>
                  <a:pt x="789560" y="23572"/>
                </a:cubicBezTo>
                <a:cubicBezTo>
                  <a:pt x="793051" y="22874"/>
                  <a:pt x="796562" y="22525"/>
                  <a:pt x="800093" y="22525"/>
                </a:cubicBezTo>
                <a:cubicBezTo>
                  <a:pt x="803296" y="22525"/>
                  <a:pt x="806539" y="22751"/>
                  <a:pt x="809824" y="23203"/>
                </a:cubicBezTo>
                <a:cubicBezTo>
                  <a:pt x="813109" y="23655"/>
                  <a:pt x="816106" y="24537"/>
                  <a:pt x="818815" y="25852"/>
                </a:cubicBezTo>
                <a:cubicBezTo>
                  <a:pt x="821526" y="27165"/>
                  <a:pt x="823743" y="28992"/>
                  <a:pt x="825467" y="31333"/>
                </a:cubicBezTo>
                <a:cubicBezTo>
                  <a:pt x="827193" y="33673"/>
                  <a:pt x="828055" y="36773"/>
                  <a:pt x="828055" y="40633"/>
                </a:cubicBezTo>
                <a:lnTo>
                  <a:pt x="828055" y="73768"/>
                </a:lnTo>
                <a:cubicBezTo>
                  <a:pt x="828055" y="76643"/>
                  <a:pt x="828220" y="79394"/>
                  <a:pt x="828548" y="82021"/>
                </a:cubicBezTo>
                <a:cubicBezTo>
                  <a:pt x="828876" y="84649"/>
                  <a:pt x="829451" y="86620"/>
                  <a:pt x="830272" y="87934"/>
                </a:cubicBezTo>
                <a:lnTo>
                  <a:pt x="812534" y="87934"/>
                </a:lnTo>
                <a:cubicBezTo>
                  <a:pt x="812206" y="86950"/>
                  <a:pt x="811939" y="85944"/>
                  <a:pt x="811733" y="84918"/>
                </a:cubicBezTo>
                <a:cubicBezTo>
                  <a:pt x="811528" y="83890"/>
                  <a:pt x="811384" y="82843"/>
                  <a:pt x="811303" y="81775"/>
                </a:cubicBezTo>
                <a:cubicBezTo>
                  <a:pt x="808511" y="84650"/>
                  <a:pt x="805226" y="86662"/>
                  <a:pt x="801448" y="87812"/>
                </a:cubicBezTo>
                <a:cubicBezTo>
                  <a:pt x="797670" y="88961"/>
                  <a:pt x="793810" y="89536"/>
                  <a:pt x="789868" y="89536"/>
                </a:cubicBezTo>
                <a:cubicBezTo>
                  <a:pt x="786831" y="89536"/>
                  <a:pt x="783997" y="89166"/>
                  <a:pt x="781369" y="88427"/>
                </a:cubicBezTo>
                <a:cubicBezTo>
                  <a:pt x="778741" y="87688"/>
                  <a:pt x="776442" y="86538"/>
                  <a:pt x="774470" y="84978"/>
                </a:cubicBezTo>
                <a:cubicBezTo>
                  <a:pt x="772501" y="83418"/>
                  <a:pt x="770961" y="81447"/>
                  <a:pt x="769852" y="79067"/>
                </a:cubicBezTo>
                <a:cubicBezTo>
                  <a:pt x="768743" y="76685"/>
                  <a:pt x="768189" y="73851"/>
                  <a:pt x="768189" y="70565"/>
                </a:cubicBezTo>
                <a:cubicBezTo>
                  <a:pt x="768189" y="66953"/>
                  <a:pt x="768825" y="63976"/>
                  <a:pt x="770099" y="61635"/>
                </a:cubicBezTo>
                <a:cubicBezTo>
                  <a:pt x="771372" y="59295"/>
                  <a:pt x="773014" y="57426"/>
                  <a:pt x="775025" y="56030"/>
                </a:cubicBezTo>
                <a:cubicBezTo>
                  <a:pt x="777037" y="54634"/>
                  <a:pt x="779337" y="53588"/>
                  <a:pt x="781923" y="52890"/>
                </a:cubicBezTo>
                <a:cubicBezTo>
                  <a:pt x="784511" y="52192"/>
                  <a:pt x="787118" y="51638"/>
                  <a:pt x="789746" y="51228"/>
                </a:cubicBezTo>
                <a:cubicBezTo>
                  <a:pt x="792373" y="50817"/>
                  <a:pt x="794960" y="50488"/>
                  <a:pt x="797505" y="50241"/>
                </a:cubicBezTo>
                <a:cubicBezTo>
                  <a:pt x="800051" y="49994"/>
                  <a:pt x="802310" y="49625"/>
                  <a:pt x="804281" y="49132"/>
                </a:cubicBezTo>
                <a:cubicBezTo>
                  <a:pt x="806252" y="48640"/>
                  <a:pt x="807812" y="47922"/>
                  <a:pt x="808961" y="46978"/>
                </a:cubicBezTo>
                <a:cubicBezTo>
                  <a:pt x="810111" y="46034"/>
                  <a:pt x="810646" y="44658"/>
                  <a:pt x="810564" y="42851"/>
                </a:cubicBezTo>
                <a:cubicBezTo>
                  <a:pt x="810564" y="40961"/>
                  <a:pt x="810256" y="39462"/>
                  <a:pt x="809639" y="38355"/>
                </a:cubicBezTo>
                <a:cubicBezTo>
                  <a:pt x="809023" y="37246"/>
                  <a:pt x="808201" y="36384"/>
                  <a:pt x="807175" y="35768"/>
                </a:cubicBezTo>
                <a:cubicBezTo>
                  <a:pt x="806149" y="35152"/>
                  <a:pt x="804958" y="34741"/>
                  <a:pt x="803602" y="34535"/>
                </a:cubicBezTo>
                <a:cubicBezTo>
                  <a:pt x="802248" y="34330"/>
                  <a:pt x="800790" y="34227"/>
                  <a:pt x="799230" y="34227"/>
                </a:cubicBezTo>
                <a:cubicBezTo>
                  <a:pt x="795782" y="34227"/>
                  <a:pt x="793072" y="34967"/>
                  <a:pt x="791101" y="36445"/>
                </a:cubicBezTo>
                <a:cubicBezTo>
                  <a:pt x="789130" y="37924"/>
                  <a:pt x="787980" y="40387"/>
                  <a:pt x="787652" y="43836"/>
                </a:cubicBezTo>
                <a:lnTo>
                  <a:pt x="770161" y="43836"/>
                </a:lnTo>
                <a:moveTo>
                  <a:pt x="810564" y="56769"/>
                </a:moveTo>
                <a:cubicBezTo>
                  <a:pt x="809825" y="57427"/>
                  <a:pt x="808901" y="57941"/>
                  <a:pt x="807792" y="58310"/>
                </a:cubicBezTo>
                <a:cubicBezTo>
                  <a:pt x="806683" y="58680"/>
                  <a:pt x="805492" y="58988"/>
                  <a:pt x="804219" y="59235"/>
                </a:cubicBezTo>
                <a:cubicBezTo>
                  <a:pt x="802947" y="59481"/>
                  <a:pt x="801612" y="59686"/>
                  <a:pt x="800215" y="59850"/>
                </a:cubicBezTo>
                <a:cubicBezTo>
                  <a:pt x="798819" y="60014"/>
                  <a:pt x="797423" y="60219"/>
                  <a:pt x="796027" y="60464"/>
                </a:cubicBezTo>
                <a:cubicBezTo>
                  <a:pt x="794714" y="60711"/>
                  <a:pt x="793421" y="61040"/>
                  <a:pt x="792148" y="61451"/>
                </a:cubicBezTo>
                <a:cubicBezTo>
                  <a:pt x="790875" y="61861"/>
                  <a:pt x="789766" y="62415"/>
                  <a:pt x="788821" y="63115"/>
                </a:cubicBezTo>
                <a:cubicBezTo>
                  <a:pt x="787878" y="63812"/>
                  <a:pt x="787118" y="64695"/>
                  <a:pt x="786543" y="65763"/>
                </a:cubicBezTo>
                <a:cubicBezTo>
                  <a:pt x="785968" y="66829"/>
                  <a:pt x="785680" y="68184"/>
                  <a:pt x="785680" y="69827"/>
                </a:cubicBezTo>
                <a:cubicBezTo>
                  <a:pt x="785680" y="71387"/>
                  <a:pt x="785968" y="72700"/>
                  <a:pt x="786543" y="73768"/>
                </a:cubicBezTo>
                <a:cubicBezTo>
                  <a:pt x="787118" y="74836"/>
                  <a:pt x="787898" y="75678"/>
                  <a:pt x="788883" y="76294"/>
                </a:cubicBezTo>
                <a:cubicBezTo>
                  <a:pt x="789869" y="76909"/>
                  <a:pt x="791019" y="77340"/>
                  <a:pt x="792332" y="77587"/>
                </a:cubicBezTo>
                <a:cubicBezTo>
                  <a:pt x="793647" y="77834"/>
                  <a:pt x="795002" y="77958"/>
                  <a:pt x="796398" y="77958"/>
                </a:cubicBezTo>
                <a:cubicBezTo>
                  <a:pt x="799846" y="77958"/>
                  <a:pt x="802514" y="77383"/>
                  <a:pt x="804403" y="76234"/>
                </a:cubicBezTo>
                <a:cubicBezTo>
                  <a:pt x="806292" y="75084"/>
                  <a:pt x="807689" y="73708"/>
                  <a:pt x="808592" y="72106"/>
                </a:cubicBezTo>
                <a:cubicBezTo>
                  <a:pt x="809496" y="70505"/>
                  <a:pt x="810050" y="68883"/>
                  <a:pt x="810256" y="67240"/>
                </a:cubicBezTo>
                <a:cubicBezTo>
                  <a:pt x="810461" y="65597"/>
                  <a:pt x="810564" y="64284"/>
                  <a:pt x="810564" y="63299"/>
                </a:cubicBezTo>
                <a:lnTo>
                  <a:pt x="810564" y="56769"/>
                </a:lnTo>
                <a:close/>
                <a:moveTo>
                  <a:pt x="854838" y="67244"/>
                </a:moveTo>
                <a:lnTo>
                  <a:pt x="838209" y="67244"/>
                </a:lnTo>
                <a:cubicBezTo>
                  <a:pt x="838373" y="71507"/>
                  <a:pt x="839338" y="75052"/>
                  <a:pt x="841104" y="77881"/>
                </a:cubicBezTo>
                <a:cubicBezTo>
                  <a:pt x="842869" y="80707"/>
                  <a:pt x="845127" y="82982"/>
                  <a:pt x="847878" y="84703"/>
                </a:cubicBezTo>
                <a:cubicBezTo>
                  <a:pt x="850629" y="86425"/>
                  <a:pt x="853771" y="87654"/>
                  <a:pt x="857302" y="88391"/>
                </a:cubicBezTo>
                <a:cubicBezTo>
                  <a:pt x="860833" y="89129"/>
                  <a:pt x="864446" y="89498"/>
                  <a:pt x="868141" y="89498"/>
                </a:cubicBezTo>
                <a:cubicBezTo>
                  <a:pt x="871754" y="89498"/>
                  <a:pt x="875305" y="89149"/>
                  <a:pt x="878795" y="88449"/>
                </a:cubicBezTo>
                <a:cubicBezTo>
                  <a:pt x="882286" y="87751"/>
                  <a:pt x="885386" y="86540"/>
                  <a:pt x="888095" y="84814"/>
                </a:cubicBezTo>
                <a:cubicBezTo>
                  <a:pt x="890805" y="83089"/>
                  <a:pt x="893002" y="80809"/>
                  <a:pt x="894685" y="77975"/>
                </a:cubicBezTo>
                <a:cubicBezTo>
                  <a:pt x="896369" y="75140"/>
                  <a:pt x="897211" y="71628"/>
                  <a:pt x="897211" y="67438"/>
                </a:cubicBezTo>
                <a:cubicBezTo>
                  <a:pt x="897211" y="64480"/>
                  <a:pt x="896636" y="61996"/>
                  <a:pt x="895486" y="59983"/>
                </a:cubicBezTo>
                <a:cubicBezTo>
                  <a:pt x="894336" y="57969"/>
                  <a:pt x="892817" y="56285"/>
                  <a:pt x="890928" y="54929"/>
                </a:cubicBezTo>
                <a:cubicBezTo>
                  <a:pt x="889039" y="53573"/>
                  <a:pt x="886884" y="52485"/>
                  <a:pt x="884462" y="51664"/>
                </a:cubicBezTo>
                <a:cubicBezTo>
                  <a:pt x="882040" y="50842"/>
                  <a:pt x="879555" y="50144"/>
                  <a:pt x="877009" y="49568"/>
                </a:cubicBezTo>
                <a:cubicBezTo>
                  <a:pt x="874546" y="48993"/>
                  <a:pt x="872123" y="48459"/>
                  <a:pt x="869741" y="47967"/>
                </a:cubicBezTo>
                <a:cubicBezTo>
                  <a:pt x="867360" y="47473"/>
                  <a:pt x="865246" y="46919"/>
                  <a:pt x="863397" y="46304"/>
                </a:cubicBezTo>
                <a:cubicBezTo>
                  <a:pt x="861550" y="45687"/>
                  <a:pt x="860052" y="44886"/>
                  <a:pt x="858901" y="43900"/>
                </a:cubicBezTo>
                <a:cubicBezTo>
                  <a:pt x="857752" y="42913"/>
                  <a:pt x="857178" y="41640"/>
                  <a:pt x="857178" y="40078"/>
                </a:cubicBezTo>
                <a:cubicBezTo>
                  <a:pt x="857178" y="38764"/>
                  <a:pt x="857506" y="37716"/>
                  <a:pt x="858163" y="36936"/>
                </a:cubicBezTo>
                <a:cubicBezTo>
                  <a:pt x="858821" y="36155"/>
                  <a:pt x="859621" y="35560"/>
                  <a:pt x="860565" y="35150"/>
                </a:cubicBezTo>
                <a:cubicBezTo>
                  <a:pt x="861510" y="34739"/>
                  <a:pt x="862556" y="34472"/>
                  <a:pt x="863706" y="34349"/>
                </a:cubicBezTo>
                <a:cubicBezTo>
                  <a:pt x="864856" y="34225"/>
                  <a:pt x="865923" y="34163"/>
                  <a:pt x="866908" y="34163"/>
                </a:cubicBezTo>
                <a:cubicBezTo>
                  <a:pt x="870028" y="34163"/>
                  <a:pt x="872738" y="34762"/>
                  <a:pt x="875038" y="35958"/>
                </a:cubicBezTo>
                <a:cubicBezTo>
                  <a:pt x="877337" y="37154"/>
                  <a:pt x="878610" y="39442"/>
                  <a:pt x="878857" y="42824"/>
                </a:cubicBezTo>
                <a:lnTo>
                  <a:pt x="895487" y="42824"/>
                </a:lnTo>
                <a:cubicBezTo>
                  <a:pt x="895159" y="38882"/>
                  <a:pt x="894153" y="35617"/>
                  <a:pt x="892469" y="33030"/>
                </a:cubicBezTo>
                <a:cubicBezTo>
                  <a:pt x="890786" y="30442"/>
                  <a:pt x="888671" y="28369"/>
                  <a:pt x="886125" y="26809"/>
                </a:cubicBezTo>
                <a:cubicBezTo>
                  <a:pt x="883580" y="25247"/>
                  <a:pt x="880686" y="24138"/>
                  <a:pt x="877442" y="23482"/>
                </a:cubicBezTo>
                <a:cubicBezTo>
                  <a:pt x="874197" y="22824"/>
                  <a:pt x="870851" y="22495"/>
                  <a:pt x="867403" y="22495"/>
                </a:cubicBezTo>
                <a:cubicBezTo>
                  <a:pt x="863953" y="22495"/>
                  <a:pt x="860585" y="22803"/>
                  <a:pt x="857300" y="23420"/>
                </a:cubicBezTo>
                <a:cubicBezTo>
                  <a:pt x="854016" y="24035"/>
                  <a:pt x="851060" y="25102"/>
                  <a:pt x="848432" y="26622"/>
                </a:cubicBezTo>
                <a:cubicBezTo>
                  <a:pt x="845804" y="28142"/>
                  <a:pt x="843690" y="30217"/>
                  <a:pt x="842088" y="32846"/>
                </a:cubicBezTo>
                <a:cubicBezTo>
                  <a:pt x="840487" y="35475"/>
                  <a:pt x="839686" y="38843"/>
                  <a:pt x="839686" y="42952"/>
                </a:cubicBezTo>
                <a:cubicBezTo>
                  <a:pt x="839686" y="45745"/>
                  <a:pt x="840261" y="48107"/>
                  <a:pt x="841410" y="50038"/>
                </a:cubicBezTo>
                <a:cubicBezTo>
                  <a:pt x="842560" y="51968"/>
                  <a:pt x="844080" y="53570"/>
                  <a:pt x="845968" y="54844"/>
                </a:cubicBezTo>
                <a:cubicBezTo>
                  <a:pt x="847858" y="56117"/>
                  <a:pt x="850013" y="57144"/>
                  <a:pt x="852436" y="57925"/>
                </a:cubicBezTo>
                <a:cubicBezTo>
                  <a:pt x="854858" y="58706"/>
                  <a:pt x="857342" y="59384"/>
                  <a:pt x="859888" y="59959"/>
                </a:cubicBezTo>
                <a:cubicBezTo>
                  <a:pt x="866128" y="61273"/>
                  <a:pt x="870993" y="62588"/>
                  <a:pt x="874483" y="63902"/>
                </a:cubicBezTo>
                <a:cubicBezTo>
                  <a:pt x="877974" y="65217"/>
                  <a:pt x="879720" y="67188"/>
                  <a:pt x="879720" y="69817"/>
                </a:cubicBezTo>
                <a:cubicBezTo>
                  <a:pt x="879720" y="71377"/>
                  <a:pt x="879350" y="72671"/>
                  <a:pt x="878611" y="73698"/>
                </a:cubicBezTo>
                <a:cubicBezTo>
                  <a:pt x="877871" y="74726"/>
                  <a:pt x="876947" y="75548"/>
                  <a:pt x="875838" y="76164"/>
                </a:cubicBezTo>
                <a:cubicBezTo>
                  <a:pt x="874731" y="76780"/>
                  <a:pt x="873499" y="77231"/>
                  <a:pt x="872143" y="77520"/>
                </a:cubicBezTo>
                <a:cubicBezTo>
                  <a:pt x="870788" y="77807"/>
                  <a:pt x="869495" y="77950"/>
                  <a:pt x="868264" y="77950"/>
                </a:cubicBezTo>
                <a:cubicBezTo>
                  <a:pt x="866539" y="77950"/>
                  <a:pt x="864877" y="77745"/>
                  <a:pt x="863275" y="77335"/>
                </a:cubicBezTo>
                <a:cubicBezTo>
                  <a:pt x="861674" y="76924"/>
                  <a:pt x="860257" y="76289"/>
                  <a:pt x="859025" y="75428"/>
                </a:cubicBezTo>
                <a:cubicBezTo>
                  <a:pt x="857794" y="74566"/>
                  <a:pt x="856787" y="73458"/>
                  <a:pt x="856007" y="72105"/>
                </a:cubicBezTo>
                <a:cubicBezTo>
                  <a:pt x="855227" y="70751"/>
                  <a:pt x="854838" y="69131"/>
                  <a:pt x="854838" y="67244"/>
                </a:cubicBezTo>
                <a:close/>
                <a:moveTo>
                  <a:pt x="949951" y="49320"/>
                </a:moveTo>
                <a:lnTo>
                  <a:pt x="921498" y="49320"/>
                </a:lnTo>
                <a:cubicBezTo>
                  <a:pt x="921579" y="48085"/>
                  <a:pt x="921845" y="46684"/>
                  <a:pt x="922297" y="45119"/>
                </a:cubicBezTo>
                <a:cubicBezTo>
                  <a:pt x="922749" y="43553"/>
                  <a:pt x="923530" y="42070"/>
                  <a:pt x="924639" y="40670"/>
                </a:cubicBezTo>
                <a:cubicBezTo>
                  <a:pt x="925748" y="39270"/>
                  <a:pt x="927225" y="38095"/>
                  <a:pt x="929072" y="37148"/>
                </a:cubicBezTo>
                <a:cubicBezTo>
                  <a:pt x="930921" y="36201"/>
                  <a:pt x="933241" y="35727"/>
                  <a:pt x="936033" y="35727"/>
                </a:cubicBezTo>
                <a:cubicBezTo>
                  <a:pt x="940303" y="35727"/>
                  <a:pt x="943485" y="36881"/>
                  <a:pt x="945579" y="39187"/>
                </a:cubicBezTo>
                <a:cubicBezTo>
                  <a:pt x="947673" y="41494"/>
                  <a:pt x="949130" y="44872"/>
                  <a:pt x="949951" y="49320"/>
                </a:cubicBezTo>
                <a:moveTo>
                  <a:pt x="921498" y="60387"/>
                </a:moveTo>
                <a:lnTo>
                  <a:pt x="967444" y="60387"/>
                </a:lnTo>
                <a:cubicBezTo>
                  <a:pt x="967772" y="55450"/>
                  <a:pt x="967361" y="50719"/>
                  <a:pt x="966211" y="46193"/>
                </a:cubicBezTo>
                <a:cubicBezTo>
                  <a:pt x="965062" y="41667"/>
                  <a:pt x="963194" y="37635"/>
                  <a:pt x="960606" y="34098"/>
                </a:cubicBezTo>
                <a:cubicBezTo>
                  <a:pt x="958020" y="30559"/>
                  <a:pt x="954714" y="27741"/>
                  <a:pt x="950690" y="25643"/>
                </a:cubicBezTo>
                <a:cubicBezTo>
                  <a:pt x="946666" y="23544"/>
                  <a:pt x="941945" y="22495"/>
                  <a:pt x="936525" y="22495"/>
                </a:cubicBezTo>
                <a:cubicBezTo>
                  <a:pt x="931679" y="22495"/>
                  <a:pt x="927266" y="23359"/>
                  <a:pt x="923283" y="25087"/>
                </a:cubicBezTo>
                <a:cubicBezTo>
                  <a:pt x="919301" y="26814"/>
                  <a:pt x="915873" y="29178"/>
                  <a:pt x="912998" y="32180"/>
                </a:cubicBezTo>
                <a:cubicBezTo>
                  <a:pt x="910124" y="35183"/>
                  <a:pt x="907906" y="38741"/>
                  <a:pt x="906346" y="42855"/>
                </a:cubicBezTo>
                <a:cubicBezTo>
                  <a:pt x="904786" y="46967"/>
                  <a:pt x="904006" y="51409"/>
                  <a:pt x="904006" y="56181"/>
                </a:cubicBezTo>
                <a:cubicBezTo>
                  <a:pt x="904006" y="61115"/>
                  <a:pt x="904766" y="65639"/>
                  <a:pt x="906284" y="69753"/>
                </a:cubicBezTo>
                <a:cubicBezTo>
                  <a:pt x="907804" y="73866"/>
                  <a:pt x="909960" y="77403"/>
                  <a:pt x="912752" y="80365"/>
                </a:cubicBezTo>
                <a:cubicBezTo>
                  <a:pt x="915544" y="83326"/>
                  <a:pt x="918952" y="85609"/>
                  <a:pt x="922975" y="87213"/>
                </a:cubicBezTo>
                <a:cubicBezTo>
                  <a:pt x="926999" y="88817"/>
                  <a:pt x="931515" y="89619"/>
                  <a:pt x="936525" y="89619"/>
                </a:cubicBezTo>
                <a:cubicBezTo>
                  <a:pt x="943751" y="89619"/>
                  <a:pt x="949910" y="87978"/>
                  <a:pt x="955001" y="84696"/>
                </a:cubicBezTo>
                <a:cubicBezTo>
                  <a:pt x="960094" y="81414"/>
                  <a:pt x="963872" y="75958"/>
                  <a:pt x="966335" y="68327"/>
                </a:cubicBezTo>
                <a:lnTo>
                  <a:pt x="950938" y="68327"/>
                </a:lnTo>
                <a:cubicBezTo>
                  <a:pt x="950363" y="70280"/>
                  <a:pt x="948802" y="72132"/>
                  <a:pt x="946256" y="73883"/>
                </a:cubicBezTo>
                <a:cubicBezTo>
                  <a:pt x="943711" y="75632"/>
                  <a:pt x="940673" y="76507"/>
                  <a:pt x="937142" y="76507"/>
                </a:cubicBezTo>
                <a:cubicBezTo>
                  <a:pt x="932215" y="76507"/>
                  <a:pt x="928437" y="75235"/>
                  <a:pt x="925808" y="72693"/>
                </a:cubicBezTo>
                <a:cubicBezTo>
                  <a:pt x="923180" y="70149"/>
                  <a:pt x="921743" y="66047"/>
                  <a:pt x="921498" y="60387"/>
                </a:cubicBezTo>
                <a:close/>
                <a:moveTo>
                  <a:pt x="991024" y="67244"/>
                </a:moveTo>
                <a:lnTo>
                  <a:pt x="974395" y="67244"/>
                </a:lnTo>
                <a:cubicBezTo>
                  <a:pt x="974559" y="71507"/>
                  <a:pt x="975524" y="75052"/>
                  <a:pt x="977290" y="77881"/>
                </a:cubicBezTo>
                <a:cubicBezTo>
                  <a:pt x="979055" y="80707"/>
                  <a:pt x="981313" y="82982"/>
                  <a:pt x="984064" y="84703"/>
                </a:cubicBezTo>
                <a:cubicBezTo>
                  <a:pt x="986815" y="86425"/>
                  <a:pt x="989957" y="87654"/>
                  <a:pt x="993488" y="88391"/>
                </a:cubicBezTo>
                <a:cubicBezTo>
                  <a:pt x="997019" y="89129"/>
                  <a:pt x="1000632" y="89498"/>
                  <a:pt x="1004328" y="89498"/>
                </a:cubicBezTo>
                <a:cubicBezTo>
                  <a:pt x="1007940" y="89498"/>
                  <a:pt x="1011491" y="89149"/>
                  <a:pt x="1014981" y="88449"/>
                </a:cubicBezTo>
                <a:cubicBezTo>
                  <a:pt x="1018472" y="87751"/>
                  <a:pt x="1021572" y="86540"/>
                  <a:pt x="1024281" y="84814"/>
                </a:cubicBezTo>
                <a:cubicBezTo>
                  <a:pt x="1026992" y="83089"/>
                  <a:pt x="1029188" y="80809"/>
                  <a:pt x="1030871" y="77975"/>
                </a:cubicBezTo>
                <a:cubicBezTo>
                  <a:pt x="1032555" y="75140"/>
                  <a:pt x="1033397" y="71628"/>
                  <a:pt x="1033397" y="67438"/>
                </a:cubicBezTo>
                <a:cubicBezTo>
                  <a:pt x="1033397" y="64480"/>
                  <a:pt x="1032822" y="61996"/>
                  <a:pt x="1031672" y="59983"/>
                </a:cubicBezTo>
                <a:cubicBezTo>
                  <a:pt x="1030523" y="57969"/>
                  <a:pt x="1029003" y="56285"/>
                  <a:pt x="1027114" y="54929"/>
                </a:cubicBezTo>
                <a:cubicBezTo>
                  <a:pt x="1025225" y="53573"/>
                  <a:pt x="1023070" y="52485"/>
                  <a:pt x="1020648" y="51664"/>
                </a:cubicBezTo>
                <a:cubicBezTo>
                  <a:pt x="1018226" y="50842"/>
                  <a:pt x="1015742" y="50144"/>
                  <a:pt x="1013195" y="49568"/>
                </a:cubicBezTo>
                <a:cubicBezTo>
                  <a:pt x="1010732" y="48993"/>
                  <a:pt x="1008309" y="48459"/>
                  <a:pt x="1005927" y="47967"/>
                </a:cubicBezTo>
                <a:cubicBezTo>
                  <a:pt x="1003546" y="47473"/>
                  <a:pt x="1001432" y="46919"/>
                  <a:pt x="999583" y="46304"/>
                </a:cubicBezTo>
                <a:cubicBezTo>
                  <a:pt x="997736" y="45687"/>
                  <a:pt x="996238" y="44886"/>
                  <a:pt x="995087" y="43900"/>
                </a:cubicBezTo>
                <a:cubicBezTo>
                  <a:pt x="993938" y="42913"/>
                  <a:pt x="993364" y="41640"/>
                  <a:pt x="993364" y="40078"/>
                </a:cubicBezTo>
                <a:cubicBezTo>
                  <a:pt x="993364" y="38764"/>
                  <a:pt x="993692" y="37716"/>
                  <a:pt x="994349" y="36936"/>
                </a:cubicBezTo>
                <a:cubicBezTo>
                  <a:pt x="995007" y="36155"/>
                  <a:pt x="995807" y="35560"/>
                  <a:pt x="996751" y="35150"/>
                </a:cubicBezTo>
                <a:cubicBezTo>
                  <a:pt x="997696" y="34739"/>
                  <a:pt x="998743" y="34472"/>
                  <a:pt x="999892" y="34349"/>
                </a:cubicBezTo>
                <a:cubicBezTo>
                  <a:pt x="1001042" y="34225"/>
                  <a:pt x="1002110" y="34163"/>
                  <a:pt x="1003095" y="34163"/>
                </a:cubicBezTo>
                <a:cubicBezTo>
                  <a:pt x="1006215" y="34163"/>
                  <a:pt x="1008924" y="34762"/>
                  <a:pt x="1011224" y="35958"/>
                </a:cubicBezTo>
                <a:cubicBezTo>
                  <a:pt x="1013523" y="37154"/>
                  <a:pt x="1014796" y="39442"/>
                  <a:pt x="1015043" y="42824"/>
                </a:cubicBezTo>
                <a:lnTo>
                  <a:pt x="1031674" y="42824"/>
                </a:lnTo>
                <a:cubicBezTo>
                  <a:pt x="1031345" y="38882"/>
                  <a:pt x="1030339" y="35617"/>
                  <a:pt x="1028655" y="33030"/>
                </a:cubicBezTo>
                <a:cubicBezTo>
                  <a:pt x="1026972" y="30442"/>
                  <a:pt x="1024858" y="28369"/>
                  <a:pt x="1022311" y="26809"/>
                </a:cubicBezTo>
                <a:cubicBezTo>
                  <a:pt x="1019766" y="25247"/>
                  <a:pt x="1016872" y="24138"/>
                  <a:pt x="1013628" y="23482"/>
                </a:cubicBezTo>
                <a:cubicBezTo>
                  <a:pt x="1010384" y="22824"/>
                  <a:pt x="1007037" y="22495"/>
                  <a:pt x="1003589" y="22495"/>
                </a:cubicBezTo>
                <a:cubicBezTo>
                  <a:pt x="1000139" y="22495"/>
                  <a:pt x="996772" y="22803"/>
                  <a:pt x="993486" y="23420"/>
                </a:cubicBezTo>
                <a:cubicBezTo>
                  <a:pt x="990202" y="24035"/>
                  <a:pt x="987246" y="25102"/>
                  <a:pt x="984618" y="26622"/>
                </a:cubicBezTo>
                <a:cubicBezTo>
                  <a:pt x="981991" y="28142"/>
                  <a:pt x="979876" y="30217"/>
                  <a:pt x="978275" y="32846"/>
                </a:cubicBezTo>
                <a:cubicBezTo>
                  <a:pt x="976673" y="35475"/>
                  <a:pt x="975873" y="38843"/>
                  <a:pt x="975873" y="42952"/>
                </a:cubicBezTo>
                <a:cubicBezTo>
                  <a:pt x="975873" y="45745"/>
                  <a:pt x="976447" y="48107"/>
                  <a:pt x="977596" y="50038"/>
                </a:cubicBezTo>
                <a:cubicBezTo>
                  <a:pt x="978746" y="51968"/>
                  <a:pt x="980266" y="53570"/>
                  <a:pt x="982154" y="54844"/>
                </a:cubicBezTo>
                <a:cubicBezTo>
                  <a:pt x="984044" y="56117"/>
                  <a:pt x="986200" y="57144"/>
                  <a:pt x="988622" y="57925"/>
                </a:cubicBezTo>
                <a:cubicBezTo>
                  <a:pt x="991044" y="58706"/>
                  <a:pt x="993528" y="59384"/>
                  <a:pt x="996074" y="59959"/>
                </a:cubicBezTo>
                <a:cubicBezTo>
                  <a:pt x="1002314" y="61273"/>
                  <a:pt x="1007179" y="62588"/>
                  <a:pt x="1010669" y="63902"/>
                </a:cubicBezTo>
                <a:cubicBezTo>
                  <a:pt x="1014160" y="65217"/>
                  <a:pt x="1015906" y="67188"/>
                  <a:pt x="1015906" y="69817"/>
                </a:cubicBezTo>
                <a:cubicBezTo>
                  <a:pt x="1015906" y="71377"/>
                  <a:pt x="1015536" y="72671"/>
                  <a:pt x="1014797" y="73698"/>
                </a:cubicBezTo>
                <a:cubicBezTo>
                  <a:pt x="1014058" y="74726"/>
                  <a:pt x="1013133" y="75548"/>
                  <a:pt x="1012024" y="76164"/>
                </a:cubicBezTo>
                <a:cubicBezTo>
                  <a:pt x="1010917" y="76780"/>
                  <a:pt x="1009685" y="77231"/>
                  <a:pt x="1008329" y="77520"/>
                </a:cubicBezTo>
                <a:cubicBezTo>
                  <a:pt x="1006975" y="77807"/>
                  <a:pt x="1005681" y="77950"/>
                  <a:pt x="1004450" y="77950"/>
                </a:cubicBezTo>
                <a:cubicBezTo>
                  <a:pt x="1002725" y="77950"/>
                  <a:pt x="1001063" y="77745"/>
                  <a:pt x="999461" y="77335"/>
                </a:cubicBezTo>
                <a:cubicBezTo>
                  <a:pt x="997860" y="76924"/>
                  <a:pt x="996443" y="76289"/>
                  <a:pt x="995212" y="75428"/>
                </a:cubicBezTo>
                <a:cubicBezTo>
                  <a:pt x="993980" y="74566"/>
                  <a:pt x="992974" y="73458"/>
                  <a:pt x="992193" y="72105"/>
                </a:cubicBezTo>
                <a:cubicBezTo>
                  <a:pt x="991414" y="70751"/>
                  <a:pt x="991024" y="69131"/>
                  <a:pt x="991024" y="6724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137d6d40e482e"/>
          <a:stretch xmlns:a="http://schemas.openxmlformats.org/drawingml/2006/main"/>
        </p:blipFill>
        <p:spPr>
          <a:xfrm xmlns:a="http://schemas.openxmlformats.org/drawingml/2006/main">
            <a:off x="7558866" y="3093211"/>
            <a:ext cx="1802473" cy="768185"/>
          </a:xfrm>
          <a:prstGeom xmlns:a="http://schemas.openxmlformats.org/drawingml/2006/main" prst="rect">
            <a:avLst/>
          </a:prstGeom>
        </p:spPr>
      </p:pic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f3a1497f74fea"/>
          <a:stretch xmlns:a="http://schemas.openxmlformats.org/drawingml/2006/main"/>
        </p:blipFill>
        <p:spPr>
          <a:xfrm xmlns:a="http://schemas.openxmlformats.org/drawingml/2006/main">
            <a:off x="7494267" y="3132674"/>
            <a:ext cx="1800840" cy="770360"/>
          </a:xfrm>
          <a:prstGeom xmlns:a="http://schemas.openxmlformats.org/drawingml/2006/main" prst="rect">
            <a:avLst/>
          </a:prstGeom>
        </p:spPr>
      </p:pic>
      <p:pic>
        <p:nvPicPr>
          <p:cNvPr id="4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5abeeaff840a8"/>
          <a:stretch xmlns:a="http://schemas.openxmlformats.org/drawingml/2006/main"/>
        </p:blipFill>
        <p:spPr>
          <a:xfrm xmlns:a="http://schemas.openxmlformats.org/drawingml/2006/main">
            <a:off x="7428469" y="3173224"/>
            <a:ext cx="1800840" cy="770360"/>
          </a:xfrm>
          <a:prstGeom xmlns:a="http://schemas.openxmlformats.org/drawingml/2006/main" prst="rect">
            <a:avLst/>
          </a:prstGeom>
        </p:spPr>
      </p:pic>
      <p:sp>
        <p:nvSpPr>
          <p:cNvPr id="180" name="Text #T">
            <a:extLst xmlns:a="http://schemas.openxmlformats.org/drawingml/2006/main">
              <a:ext uri="{FF2B5EF4-FFF2-40B4-BE49-F238E27FC236}">
                <a16:creationId xmlns:a16="http://schemas.microsoft.com/office/drawing/2014/main" id="{55479F32-F82C-4127-99DA-BC22630B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154" y="3279845"/>
            <a:ext cx="136370" cy="65541"/>
          </a:xfrm>
          <a:custGeom xmlns:a="http://schemas.openxmlformats.org/drawingml/2006/main">
            <a:pathLst>
              <a:path w="136370" h="65541">
                <a:moveTo>
                  <a:pt x="19280" y="27705"/>
                </a:moveTo>
                <a:lnTo>
                  <a:pt x="28094" y="27705"/>
                </a:lnTo>
                <a:lnTo>
                  <a:pt x="26534" y="39092"/>
                </a:lnTo>
                <a:lnTo>
                  <a:pt x="17628" y="39092"/>
                </a:lnTo>
                <a:lnTo>
                  <a:pt x="19280" y="27705"/>
                </a:lnTo>
                <a:moveTo>
                  <a:pt x="7620" y="47340"/>
                </a:moveTo>
                <a:lnTo>
                  <a:pt x="5049" y="65541"/>
                </a:lnTo>
                <a:lnTo>
                  <a:pt x="13955" y="65541"/>
                </a:lnTo>
                <a:lnTo>
                  <a:pt x="16525" y="47340"/>
                </a:lnTo>
                <a:lnTo>
                  <a:pt x="25340" y="47340"/>
                </a:lnTo>
                <a:lnTo>
                  <a:pt x="22860" y="65541"/>
                </a:lnTo>
                <a:lnTo>
                  <a:pt x="31766" y="65541"/>
                </a:lnTo>
                <a:lnTo>
                  <a:pt x="34246" y="47340"/>
                </a:lnTo>
                <a:lnTo>
                  <a:pt x="42232" y="47340"/>
                </a:lnTo>
                <a:lnTo>
                  <a:pt x="43152" y="39092"/>
                </a:lnTo>
                <a:lnTo>
                  <a:pt x="35439" y="39092"/>
                </a:lnTo>
                <a:lnTo>
                  <a:pt x="37000" y="27705"/>
                </a:lnTo>
                <a:lnTo>
                  <a:pt x="44988" y="27705"/>
                </a:lnTo>
                <a:lnTo>
                  <a:pt x="45906" y="19456"/>
                </a:lnTo>
                <a:lnTo>
                  <a:pt x="38194" y="19456"/>
                </a:lnTo>
                <a:lnTo>
                  <a:pt x="40672" y="1255"/>
                </a:lnTo>
                <a:lnTo>
                  <a:pt x="31766" y="1255"/>
                </a:lnTo>
                <a:lnTo>
                  <a:pt x="29288" y="19456"/>
                </a:lnTo>
                <a:lnTo>
                  <a:pt x="20382" y="19456"/>
                </a:lnTo>
                <a:lnTo>
                  <a:pt x="22953" y="1255"/>
                </a:lnTo>
                <a:lnTo>
                  <a:pt x="14047" y="1255"/>
                </a:lnTo>
                <a:lnTo>
                  <a:pt x="11476" y="19456"/>
                </a:lnTo>
                <a:lnTo>
                  <a:pt x="3672" y="19456"/>
                </a:lnTo>
                <a:lnTo>
                  <a:pt x="2754" y="27705"/>
                </a:lnTo>
                <a:lnTo>
                  <a:pt x="10375" y="27705"/>
                </a:lnTo>
                <a:lnTo>
                  <a:pt x="8722" y="39092"/>
                </a:lnTo>
                <a:lnTo>
                  <a:pt x="918" y="39092"/>
                </a:lnTo>
                <a:lnTo>
                  <a:pt x="0" y="47340"/>
                </a:lnTo>
                <a:lnTo>
                  <a:pt x="7620" y="47340"/>
                </a:lnTo>
                <a:close/>
                <a:moveTo>
                  <a:pt x="99646" y="12104"/>
                </a:moveTo>
                <a:lnTo>
                  <a:pt x="88445" y="65541"/>
                </a:lnTo>
                <a:lnTo>
                  <a:pt x="102950" y="65541"/>
                </a:lnTo>
                <a:lnTo>
                  <a:pt x="114152" y="12104"/>
                </a:lnTo>
                <a:lnTo>
                  <a:pt x="133799" y="12104"/>
                </a:lnTo>
                <a:lnTo>
                  <a:pt x="136370" y="0"/>
                </a:lnTo>
                <a:lnTo>
                  <a:pt x="81651" y="0"/>
                </a:lnTo>
                <a:lnTo>
                  <a:pt x="79080" y="12104"/>
                </a:lnTo>
                <a:lnTo>
                  <a:pt x="99646" y="121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arcode">
            <a:extLst xmlns:a="http://schemas.openxmlformats.org/drawingml/2006/main">
              <a:ext uri="{FF2B5EF4-FFF2-40B4-BE49-F238E27FC236}">
                <a16:creationId xmlns:a16="http://schemas.microsoft.com/office/drawing/2014/main" id="{E6ACA41C-17BB-43B3-9355-E0C9D52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578" y="3279845"/>
            <a:ext cx="299947" cy="66796"/>
          </a:xfrm>
          <a:custGeom xmlns:a="http://schemas.openxmlformats.org/drawingml/2006/main">
            <a:pathLst>
              <a:path w="299947" h="66796">
                <a:moveTo>
                  <a:pt x="6059" y="32457"/>
                </a:moveTo>
                <a:lnTo>
                  <a:pt x="18270" y="32457"/>
                </a:lnTo>
                <a:cubicBezTo>
                  <a:pt x="18698" y="30064"/>
                  <a:pt x="19831" y="28300"/>
                  <a:pt x="21667" y="27165"/>
                </a:cubicBezTo>
                <a:cubicBezTo>
                  <a:pt x="23503" y="26031"/>
                  <a:pt x="25584" y="25463"/>
                  <a:pt x="27911" y="25463"/>
                </a:cubicBezTo>
                <a:cubicBezTo>
                  <a:pt x="28767" y="25463"/>
                  <a:pt x="29670" y="25540"/>
                  <a:pt x="30619" y="25693"/>
                </a:cubicBezTo>
                <a:cubicBezTo>
                  <a:pt x="31568" y="25846"/>
                  <a:pt x="32455" y="26137"/>
                  <a:pt x="33281" y="26566"/>
                </a:cubicBezTo>
                <a:cubicBezTo>
                  <a:pt x="34107" y="26995"/>
                  <a:pt x="34796" y="27576"/>
                  <a:pt x="35347" y="28311"/>
                </a:cubicBezTo>
                <a:cubicBezTo>
                  <a:pt x="35898" y="29046"/>
                  <a:pt x="36173" y="30025"/>
                  <a:pt x="36173" y="31251"/>
                </a:cubicBezTo>
                <a:cubicBezTo>
                  <a:pt x="36173" y="32781"/>
                  <a:pt x="35806" y="33930"/>
                  <a:pt x="35071" y="34695"/>
                </a:cubicBezTo>
                <a:cubicBezTo>
                  <a:pt x="34337" y="35460"/>
                  <a:pt x="33220" y="36042"/>
                  <a:pt x="31720" y="36441"/>
                </a:cubicBezTo>
                <a:cubicBezTo>
                  <a:pt x="30221" y="36839"/>
                  <a:pt x="28339" y="37130"/>
                  <a:pt x="26074" y="37314"/>
                </a:cubicBezTo>
                <a:cubicBezTo>
                  <a:pt x="23809" y="37497"/>
                  <a:pt x="21147" y="37772"/>
                  <a:pt x="18087" y="38139"/>
                </a:cubicBezTo>
                <a:cubicBezTo>
                  <a:pt x="12333" y="38813"/>
                  <a:pt x="7880" y="40528"/>
                  <a:pt x="4728" y="43285"/>
                </a:cubicBezTo>
                <a:cubicBezTo>
                  <a:pt x="1576" y="46040"/>
                  <a:pt x="0" y="49713"/>
                  <a:pt x="0" y="54306"/>
                </a:cubicBezTo>
                <a:cubicBezTo>
                  <a:pt x="0" y="55960"/>
                  <a:pt x="306" y="57537"/>
                  <a:pt x="918" y="59037"/>
                </a:cubicBezTo>
                <a:cubicBezTo>
                  <a:pt x="1530" y="60537"/>
                  <a:pt x="2479" y="61853"/>
                  <a:pt x="3764" y="62987"/>
                </a:cubicBezTo>
                <a:cubicBezTo>
                  <a:pt x="5049" y="64120"/>
                  <a:pt x="6656" y="65023"/>
                  <a:pt x="8584" y="65697"/>
                </a:cubicBezTo>
                <a:cubicBezTo>
                  <a:pt x="10512" y="66370"/>
                  <a:pt x="12762" y="66707"/>
                  <a:pt x="15332" y="66707"/>
                </a:cubicBezTo>
                <a:cubicBezTo>
                  <a:pt x="18087" y="66707"/>
                  <a:pt x="20750" y="66234"/>
                  <a:pt x="23320" y="65288"/>
                </a:cubicBezTo>
                <a:cubicBezTo>
                  <a:pt x="25890" y="64342"/>
                  <a:pt x="28063" y="62861"/>
                  <a:pt x="29838" y="60847"/>
                </a:cubicBezTo>
                <a:lnTo>
                  <a:pt x="29838" y="65541"/>
                </a:lnTo>
                <a:lnTo>
                  <a:pt x="42876" y="65516"/>
                </a:lnTo>
                <a:cubicBezTo>
                  <a:pt x="42569" y="64476"/>
                  <a:pt x="42416" y="63557"/>
                  <a:pt x="42416" y="62762"/>
                </a:cubicBezTo>
                <a:cubicBezTo>
                  <a:pt x="42416" y="61844"/>
                  <a:pt x="42462" y="60757"/>
                  <a:pt x="42553" y="59503"/>
                </a:cubicBezTo>
                <a:cubicBezTo>
                  <a:pt x="42646" y="58248"/>
                  <a:pt x="42814" y="57192"/>
                  <a:pt x="43059" y="56336"/>
                </a:cubicBezTo>
                <a:lnTo>
                  <a:pt x="47283" y="37240"/>
                </a:lnTo>
                <a:cubicBezTo>
                  <a:pt x="47956" y="34179"/>
                  <a:pt x="48293" y="31516"/>
                  <a:pt x="48293" y="29251"/>
                </a:cubicBezTo>
                <a:cubicBezTo>
                  <a:pt x="48354" y="26559"/>
                  <a:pt x="47756" y="24402"/>
                  <a:pt x="46501" y="22781"/>
                </a:cubicBezTo>
                <a:cubicBezTo>
                  <a:pt x="45247" y="21158"/>
                  <a:pt x="43640" y="19904"/>
                  <a:pt x="41682" y="19016"/>
                </a:cubicBezTo>
                <a:cubicBezTo>
                  <a:pt x="39723" y="18128"/>
                  <a:pt x="37581" y="17531"/>
                  <a:pt x="35254" y="17226"/>
                </a:cubicBezTo>
                <a:cubicBezTo>
                  <a:pt x="32929" y="16920"/>
                  <a:pt x="30695" y="16766"/>
                  <a:pt x="28552" y="16766"/>
                </a:cubicBezTo>
                <a:cubicBezTo>
                  <a:pt x="25860" y="16766"/>
                  <a:pt x="23259" y="17026"/>
                  <a:pt x="20749" y="17547"/>
                </a:cubicBezTo>
                <a:cubicBezTo>
                  <a:pt x="18240" y="18066"/>
                  <a:pt x="15975" y="18937"/>
                  <a:pt x="13955" y="20161"/>
                </a:cubicBezTo>
                <a:cubicBezTo>
                  <a:pt x="11935" y="21384"/>
                  <a:pt x="10222" y="22990"/>
                  <a:pt x="8813" y="24979"/>
                </a:cubicBezTo>
                <a:cubicBezTo>
                  <a:pt x="7406" y="26967"/>
                  <a:pt x="6488" y="29460"/>
                  <a:pt x="6059" y="32457"/>
                </a:cubicBezTo>
                <a:moveTo>
                  <a:pt x="33603" y="42766"/>
                </a:moveTo>
                <a:lnTo>
                  <a:pt x="32317" y="47357"/>
                </a:lnTo>
                <a:cubicBezTo>
                  <a:pt x="31950" y="48642"/>
                  <a:pt x="31491" y="49928"/>
                  <a:pt x="30940" y="51214"/>
                </a:cubicBezTo>
                <a:cubicBezTo>
                  <a:pt x="30389" y="52499"/>
                  <a:pt x="29640" y="53646"/>
                  <a:pt x="28691" y="54656"/>
                </a:cubicBezTo>
                <a:cubicBezTo>
                  <a:pt x="27742" y="55666"/>
                  <a:pt x="26579" y="56492"/>
                  <a:pt x="25201" y="57136"/>
                </a:cubicBezTo>
                <a:cubicBezTo>
                  <a:pt x="23825" y="57778"/>
                  <a:pt x="22126" y="58099"/>
                  <a:pt x="20106" y="58099"/>
                </a:cubicBezTo>
                <a:cubicBezTo>
                  <a:pt x="18208" y="58099"/>
                  <a:pt x="16540" y="57656"/>
                  <a:pt x="15102" y="56769"/>
                </a:cubicBezTo>
                <a:cubicBezTo>
                  <a:pt x="13664" y="55880"/>
                  <a:pt x="12945" y="54549"/>
                  <a:pt x="12945" y="52773"/>
                </a:cubicBezTo>
                <a:cubicBezTo>
                  <a:pt x="12945" y="51305"/>
                  <a:pt x="13220" y="50096"/>
                  <a:pt x="13771" y="49147"/>
                </a:cubicBezTo>
                <a:cubicBezTo>
                  <a:pt x="14322" y="48199"/>
                  <a:pt x="15041" y="47449"/>
                  <a:pt x="15929" y="46898"/>
                </a:cubicBezTo>
                <a:cubicBezTo>
                  <a:pt x="16816" y="46347"/>
                  <a:pt x="17841" y="45934"/>
                  <a:pt x="19004" y="45659"/>
                </a:cubicBezTo>
                <a:cubicBezTo>
                  <a:pt x="20167" y="45384"/>
                  <a:pt x="21361" y="45184"/>
                  <a:pt x="22584" y="45061"/>
                </a:cubicBezTo>
                <a:cubicBezTo>
                  <a:pt x="24482" y="44939"/>
                  <a:pt x="26380" y="44771"/>
                  <a:pt x="28276" y="44557"/>
                </a:cubicBezTo>
                <a:cubicBezTo>
                  <a:pt x="30174" y="44343"/>
                  <a:pt x="31950" y="43746"/>
                  <a:pt x="33603" y="42766"/>
                </a:cubicBezTo>
                <a:close/>
                <a:moveTo>
                  <a:pt x="62155" y="18022"/>
                </a:moveTo>
                <a:lnTo>
                  <a:pt x="52332" y="65541"/>
                </a:lnTo>
                <a:lnTo>
                  <a:pt x="65278" y="65541"/>
                </a:lnTo>
                <a:lnTo>
                  <a:pt x="69684" y="44495"/>
                </a:lnTo>
                <a:cubicBezTo>
                  <a:pt x="70113" y="42473"/>
                  <a:pt x="70679" y="40528"/>
                  <a:pt x="71382" y="38659"/>
                </a:cubicBezTo>
                <a:cubicBezTo>
                  <a:pt x="72086" y="36790"/>
                  <a:pt x="73035" y="35120"/>
                  <a:pt x="74229" y="33650"/>
                </a:cubicBezTo>
                <a:cubicBezTo>
                  <a:pt x="75422" y="32179"/>
                  <a:pt x="76891" y="31015"/>
                  <a:pt x="78636" y="30158"/>
                </a:cubicBezTo>
                <a:cubicBezTo>
                  <a:pt x="80380" y="29300"/>
                  <a:pt x="82508" y="28870"/>
                  <a:pt x="85017" y="28870"/>
                </a:cubicBezTo>
                <a:cubicBezTo>
                  <a:pt x="85935" y="28870"/>
                  <a:pt x="86853" y="28962"/>
                  <a:pt x="87771" y="29146"/>
                </a:cubicBezTo>
                <a:cubicBezTo>
                  <a:pt x="88689" y="29329"/>
                  <a:pt x="89607" y="29513"/>
                  <a:pt x="90526" y="29697"/>
                </a:cubicBezTo>
                <a:lnTo>
                  <a:pt x="93189" y="17041"/>
                </a:lnTo>
                <a:cubicBezTo>
                  <a:pt x="91842" y="16858"/>
                  <a:pt x="90495" y="16766"/>
                  <a:pt x="89148" y="16766"/>
                </a:cubicBezTo>
                <a:cubicBezTo>
                  <a:pt x="85659" y="16766"/>
                  <a:pt x="82430" y="17607"/>
                  <a:pt x="79461" y="19288"/>
                </a:cubicBezTo>
                <a:cubicBezTo>
                  <a:pt x="76493" y="20969"/>
                  <a:pt x="74275" y="23460"/>
                  <a:pt x="72807" y="26762"/>
                </a:cubicBezTo>
                <a:lnTo>
                  <a:pt x="72623" y="26578"/>
                </a:lnTo>
                <a:lnTo>
                  <a:pt x="74551" y="18022"/>
                </a:lnTo>
                <a:lnTo>
                  <a:pt x="62155" y="18022"/>
                </a:lnTo>
                <a:close/>
                <a:moveTo>
                  <a:pt x="125291" y="34519"/>
                </a:moveTo>
                <a:lnTo>
                  <a:pt x="138328" y="34519"/>
                </a:lnTo>
                <a:cubicBezTo>
                  <a:pt x="138266" y="31391"/>
                  <a:pt x="137669" y="28693"/>
                  <a:pt x="136537" y="26424"/>
                </a:cubicBezTo>
                <a:cubicBezTo>
                  <a:pt x="135405" y="24156"/>
                  <a:pt x="133875" y="22316"/>
                  <a:pt x="131947" y="20906"/>
                </a:cubicBezTo>
                <a:cubicBezTo>
                  <a:pt x="130019" y="19495"/>
                  <a:pt x="127769" y="18452"/>
                  <a:pt x="125198" y="17778"/>
                </a:cubicBezTo>
                <a:cubicBezTo>
                  <a:pt x="122628" y="17104"/>
                  <a:pt x="119905" y="16766"/>
                  <a:pt x="117028" y="16766"/>
                </a:cubicBezTo>
                <a:cubicBezTo>
                  <a:pt x="112743" y="16766"/>
                  <a:pt x="108948" y="17548"/>
                  <a:pt x="105643" y="19112"/>
                </a:cubicBezTo>
                <a:cubicBezTo>
                  <a:pt x="102337" y="20675"/>
                  <a:pt x="99537" y="22821"/>
                  <a:pt x="97241" y="25550"/>
                </a:cubicBezTo>
                <a:cubicBezTo>
                  <a:pt x="94947" y="28278"/>
                  <a:pt x="93202" y="31436"/>
                  <a:pt x="92009" y="35022"/>
                </a:cubicBezTo>
                <a:cubicBezTo>
                  <a:pt x="90815" y="38608"/>
                  <a:pt x="90218" y="42425"/>
                  <a:pt x="90218" y="46472"/>
                </a:cubicBezTo>
                <a:cubicBezTo>
                  <a:pt x="90218" y="53461"/>
                  <a:pt x="92070" y="58596"/>
                  <a:pt x="95773" y="61876"/>
                </a:cubicBezTo>
                <a:cubicBezTo>
                  <a:pt x="99476" y="65156"/>
                  <a:pt x="104664" y="66796"/>
                  <a:pt x="111336" y="66796"/>
                </a:cubicBezTo>
                <a:cubicBezTo>
                  <a:pt x="117579" y="66796"/>
                  <a:pt x="122735" y="65183"/>
                  <a:pt x="126805" y="61956"/>
                </a:cubicBezTo>
                <a:cubicBezTo>
                  <a:pt x="130876" y="58729"/>
                  <a:pt x="133891" y="54147"/>
                  <a:pt x="135850" y="48210"/>
                </a:cubicBezTo>
                <a:lnTo>
                  <a:pt x="122812" y="48210"/>
                </a:lnTo>
                <a:cubicBezTo>
                  <a:pt x="122445" y="49373"/>
                  <a:pt x="121970" y="50490"/>
                  <a:pt x="121388" y="51561"/>
                </a:cubicBezTo>
                <a:cubicBezTo>
                  <a:pt x="120807" y="52633"/>
                  <a:pt x="120073" y="53566"/>
                  <a:pt x="119185" y="54362"/>
                </a:cubicBezTo>
                <a:cubicBezTo>
                  <a:pt x="118298" y="55157"/>
                  <a:pt x="117288" y="55800"/>
                  <a:pt x="116155" y="56289"/>
                </a:cubicBezTo>
                <a:cubicBezTo>
                  <a:pt x="115023" y="56779"/>
                  <a:pt x="113723" y="57024"/>
                  <a:pt x="112254" y="57024"/>
                </a:cubicBezTo>
                <a:cubicBezTo>
                  <a:pt x="110601" y="57024"/>
                  <a:pt x="109208" y="56748"/>
                  <a:pt x="108075" y="56197"/>
                </a:cubicBezTo>
                <a:cubicBezTo>
                  <a:pt x="106943" y="55646"/>
                  <a:pt x="106009" y="54911"/>
                  <a:pt x="105274" y="53993"/>
                </a:cubicBezTo>
                <a:cubicBezTo>
                  <a:pt x="104540" y="53075"/>
                  <a:pt x="104020" y="51989"/>
                  <a:pt x="103714" y="50733"/>
                </a:cubicBezTo>
                <a:cubicBezTo>
                  <a:pt x="103408" y="49478"/>
                  <a:pt x="103255" y="48147"/>
                  <a:pt x="103255" y="46739"/>
                </a:cubicBezTo>
                <a:cubicBezTo>
                  <a:pt x="103255" y="44719"/>
                  <a:pt x="103485" y="42531"/>
                  <a:pt x="103943" y="40175"/>
                </a:cubicBezTo>
                <a:cubicBezTo>
                  <a:pt x="104403" y="37817"/>
                  <a:pt x="105153" y="35629"/>
                  <a:pt x="106193" y="33608"/>
                </a:cubicBezTo>
                <a:cubicBezTo>
                  <a:pt x="107234" y="31588"/>
                  <a:pt x="108611" y="29920"/>
                  <a:pt x="110325" y="28604"/>
                </a:cubicBezTo>
                <a:cubicBezTo>
                  <a:pt x="112038" y="27287"/>
                  <a:pt x="114120" y="26629"/>
                  <a:pt x="116569" y="26629"/>
                </a:cubicBezTo>
                <a:cubicBezTo>
                  <a:pt x="119507" y="26629"/>
                  <a:pt x="121695" y="27241"/>
                  <a:pt x="123133" y="28464"/>
                </a:cubicBezTo>
                <a:cubicBezTo>
                  <a:pt x="124572" y="29688"/>
                  <a:pt x="125291" y="31706"/>
                  <a:pt x="125291" y="34519"/>
                </a:cubicBezTo>
                <a:close/>
                <a:moveTo>
                  <a:pt x="154517" y="46372"/>
                </a:moveTo>
                <a:cubicBezTo>
                  <a:pt x="154517" y="44352"/>
                  <a:pt x="154793" y="42194"/>
                  <a:pt x="155344" y="39899"/>
                </a:cubicBezTo>
                <a:cubicBezTo>
                  <a:pt x="155895" y="37603"/>
                  <a:pt x="156721" y="35476"/>
                  <a:pt x="157822" y="33517"/>
                </a:cubicBezTo>
                <a:cubicBezTo>
                  <a:pt x="158924" y="31558"/>
                  <a:pt x="160348" y="29920"/>
                  <a:pt x="162092" y="28604"/>
                </a:cubicBezTo>
                <a:cubicBezTo>
                  <a:pt x="163837" y="27287"/>
                  <a:pt x="165903" y="26629"/>
                  <a:pt x="168290" y="26629"/>
                </a:cubicBezTo>
                <a:cubicBezTo>
                  <a:pt x="171779" y="26629"/>
                  <a:pt x="174243" y="27578"/>
                  <a:pt x="175681" y="29476"/>
                </a:cubicBezTo>
                <a:cubicBezTo>
                  <a:pt x="177119" y="31373"/>
                  <a:pt x="177839" y="33914"/>
                  <a:pt x="177839" y="37097"/>
                </a:cubicBezTo>
                <a:cubicBezTo>
                  <a:pt x="177839" y="39117"/>
                  <a:pt x="177563" y="41290"/>
                  <a:pt x="177012" y="43617"/>
                </a:cubicBezTo>
                <a:cubicBezTo>
                  <a:pt x="176461" y="45943"/>
                  <a:pt x="175619" y="48101"/>
                  <a:pt x="174486" y="50090"/>
                </a:cubicBezTo>
                <a:cubicBezTo>
                  <a:pt x="173354" y="52080"/>
                  <a:pt x="171916" y="53733"/>
                  <a:pt x="170171" y="55050"/>
                </a:cubicBezTo>
                <a:cubicBezTo>
                  <a:pt x="168428" y="56366"/>
                  <a:pt x="166331" y="57024"/>
                  <a:pt x="163883" y="57024"/>
                </a:cubicBezTo>
                <a:cubicBezTo>
                  <a:pt x="162353" y="57024"/>
                  <a:pt x="161006" y="56733"/>
                  <a:pt x="159842" y="56152"/>
                </a:cubicBezTo>
                <a:cubicBezTo>
                  <a:pt x="158679" y="55570"/>
                  <a:pt x="157700" y="54790"/>
                  <a:pt x="156905" y="53810"/>
                </a:cubicBezTo>
                <a:cubicBezTo>
                  <a:pt x="156109" y="52830"/>
                  <a:pt x="155512" y="51698"/>
                  <a:pt x="155114" y="50413"/>
                </a:cubicBezTo>
                <a:cubicBezTo>
                  <a:pt x="154716" y="49126"/>
                  <a:pt x="154517" y="47780"/>
                  <a:pt x="154517" y="46372"/>
                </a:cubicBezTo>
                <a:moveTo>
                  <a:pt x="141480" y="46379"/>
                </a:moveTo>
                <a:cubicBezTo>
                  <a:pt x="141480" y="53185"/>
                  <a:pt x="143454" y="58290"/>
                  <a:pt x="147402" y="61693"/>
                </a:cubicBezTo>
                <a:cubicBezTo>
                  <a:pt x="151350" y="65095"/>
                  <a:pt x="156629" y="66796"/>
                  <a:pt x="163240" y="66796"/>
                </a:cubicBezTo>
                <a:cubicBezTo>
                  <a:pt x="167585" y="66796"/>
                  <a:pt x="171456" y="66030"/>
                  <a:pt x="174853" y="64498"/>
                </a:cubicBezTo>
                <a:cubicBezTo>
                  <a:pt x="178251" y="62965"/>
                  <a:pt x="181143" y="60850"/>
                  <a:pt x="183531" y="58153"/>
                </a:cubicBezTo>
                <a:cubicBezTo>
                  <a:pt x="185918" y="55454"/>
                  <a:pt x="187739" y="52281"/>
                  <a:pt x="188993" y="48633"/>
                </a:cubicBezTo>
                <a:cubicBezTo>
                  <a:pt x="190248" y="44985"/>
                  <a:pt x="190876" y="41077"/>
                  <a:pt x="190876" y="36908"/>
                </a:cubicBezTo>
                <a:cubicBezTo>
                  <a:pt x="190876" y="33473"/>
                  <a:pt x="190340" y="30500"/>
                  <a:pt x="189269" y="27986"/>
                </a:cubicBezTo>
                <a:cubicBezTo>
                  <a:pt x="188198" y="25472"/>
                  <a:pt x="186683" y="23388"/>
                  <a:pt x="184724" y="21733"/>
                </a:cubicBezTo>
                <a:cubicBezTo>
                  <a:pt x="182766" y="20077"/>
                  <a:pt x="180424" y="18835"/>
                  <a:pt x="177700" y="18008"/>
                </a:cubicBezTo>
                <a:cubicBezTo>
                  <a:pt x="174977" y="17180"/>
                  <a:pt x="171993" y="16766"/>
                  <a:pt x="168749" y="16766"/>
                </a:cubicBezTo>
                <a:cubicBezTo>
                  <a:pt x="164525" y="16766"/>
                  <a:pt x="160730" y="17548"/>
                  <a:pt x="157363" y="19112"/>
                </a:cubicBezTo>
                <a:cubicBezTo>
                  <a:pt x="153997" y="20675"/>
                  <a:pt x="151135" y="22806"/>
                  <a:pt x="148779" y="25504"/>
                </a:cubicBezTo>
                <a:cubicBezTo>
                  <a:pt x="146423" y="28201"/>
                  <a:pt x="144617" y="31344"/>
                  <a:pt x="143362" y="34931"/>
                </a:cubicBezTo>
                <a:cubicBezTo>
                  <a:pt x="142107" y="38517"/>
                  <a:pt x="141480" y="42333"/>
                  <a:pt x="141480" y="46379"/>
                </a:cubicBezTo>
                <a:close/>
                <a:moveTo>
                  <a:pt x="223071" y="26629"/>
                </a:moveTo>
                <a:cubicBezTo>
                  <a:pt x="226253" y="26629"/>
                  <a:pt x="228609" y="27562"/>
                  <a:pt x="230139" y="29429"/>
                </a:cubicBezTo>
                <a:cubicBezTo>
                  <a:pt x="231670" y="31296"/>
                  <a:pt x="232435" y="33791"/>
                  <a:pt x="232435" y="36913"/>
                </a:cubicBezTo>
                <a:cubicBezTo>
                  <a:pt x="232435" y="38933"/>
                  <a:pt x="232144" y="41122"/>
                  <a:pt x="231562" y="43479"/>
                </a:cubicBezTo>
                <a:cubicBezTo>
                  <a:pt x="230981" y="45836"/>
                  <a:pt x="230094" y="48024"/>
                  <a:pt x="228901" y="50044"/>
                </a:cubicBezTo>
                <a:cubicBezTo>
                  <a:pt x="227707" y="52064"/>
                  <a:pt x="226222" y="53733"/>
                  <a:pt x="224447" y="55050"/>
                </a:cubicBezTo>
                <a:cubicBezTo>
                  <a:pt x="222673" y="56366"/>
                  <a:pt x="220561" y="57024"/>
                  <a:pt x="218113" y="57024"/>
                </a:cubicBezTo>
                <a:cubicBezTo>
                  <a:pt x="216583" y="57024"/>
                  <a:pt x="215236" y="56733"/>
                  <a:pt x="214073" y="56152"/>
                </a:cubicBezTo>
                <a:cubicBezTo>
                  <a:pt x="212910" y="55570"/>
                  <a:pt x="211946" y="54805"/>
                  <a:pt x="211180" y="53856"/>
                </a:cubicBezTo>
                <a:cubicBezTo>
                  <a:pt x="210415" y="52907"/>
                  <a:pt x="209834" y="51790"/>
                  <a:pt x="209436" y="50505"/>
                </a:cubicBezTo>
                <a:cubicBezTo>
                  <a:pt x="209038" y="49219"/>
                  <a:pt x="208839" y="47872"/>
                  <a:pt x="208839" y="46463"/>
                </a:cubicBezTo>
                <a:cubicBezTo>
                  <a:pt x="208839" y="44382"/>
                  <a:pt x="209115" y="42179"/>
                  <a:pt x="209666" y="39852"/>
                </a:cubicBezTo>
                <a:cubicBezTo>
                  <a:pt x="210217" y="37526"/>
                  <a:pt x="211074" y="35383"/>
                  <a:pt x="212237" y="33425"/>
                </a:cubicBezTo>
                <a:cubicBezTo>
                  <a:pt x="213399" y="31465"/>
                  <a:pt x="214883" y="29843"/>
                  <a:pt x="216689" y="28558"/>
                </a:cubicBezTo>
                <a:cubicBezTo>
                  <a:pt x="218495" y="27272"/>
                  <a:pt x="220622" y="26629"/>
                  <a:pt x="223071" y="26629"/>
                </a:cubicBezTo>
                <a:moveTo>
                  <a:pt x="228304" y="59666"/>
                </a:moveTo>
                <a:lnTo>
                  <a:pt x="227019" y="65541"/>
                </a:lnTo>
                <a:lnTo>
                  <a:pt x="239597" y="65541"/>
                </a:lnTo>
                <a:lnTo>
                  <a:pt x="253460" y="0"/>
                </a:lnTo>
                <a:lnTo>
                  <a:pt x="240423" y="0"/>
                </a:lnTo>
                <a:lnTo>
                  <a:pt x="235189" y="24417"/>
                </a:lnTo>
                <a:lnTo>
                  <a:pt x="235006" y="24417"/>
                </a:lnTo>
                <a:cubicBezTo>
                  <a:pt x="233965" y="21775"/>
                  <a:pt x="232175" y="19839"/>
                  <a:pt x="229635" y="18610"/>
                </a:cubicBezTo>
                <a:cubicBezTo>
                  <a:pt x="227095" y="17381"/>
                  <a:pt x="224448" y="16766"/>
                  <a:pt x="221694" y="16766"/>
                </a:cubicBezTo>
                <a:cubicBezTo>
                  <a:pt x="217287" y="16766"/>
                  <a:pt x="213461" y="17671"/>
                  <a:pt x="210216" y="19480"/>
                </a:cubicBezTo>
                <a:cubicBezTo>
                  <a:pt x="206973" y="21288"/>
                  <a:pt x="204280" y="23664"/>
                  <a:pt x="202137" y="26606"/>
                </a:cubicBezTo>
                <a:cubicBezTo>
                  <a:pt x="199996" y="29549"/>
                  <a:pt x="198404" y="32891"/>
                  <a:pt x="197363" y="36632"/>
                </a:cubicBezTo>
                <a:cubicBezTo>
                  <a:pt x="196322" y="40371"/>
                  <a:pt x="195802" y="44203"/>
                  <a:pt x="195802" y="48128"/>
                </a:cubicBezTo>
                <a:cubicBezTo>
                  <a:pt x="195802" y="53890"/>
                  <a:pt x="197378" y="58442"/>
                  <a:pt x="200530" y="61784"/>
                </a:cubicBezTo>
                <a:cubicBezTo>
                  <a:pt x="203683" y="65126"/>
                  <a:pt x="208136" y="66796"/>
                  <a:pt x="213890" y="66796"/>
                </a:cubicBezTo>
                <a:cubicBezTo>
                  <a:pt x="216828" y="66796"/>
                  <a:pt x="219567" y="66220"/>
                  <a:pt x="222106" y="65068"/>
                </a:cubicBezTo>
                <a:cubicBezTo>
                  <a:pt x="224646" y="63914"/>
                  <a:pt x="226651" y="62052"/>
                  <a:pt x="228120" y="59482"/>
                </a:cubicBezTo>
                <a:lnTo>
                  <a:pt x="228304" y="59666"/>
                </a:lnTo>
                <a:close/>
                <a:moveTo>
                  <a:pt x="287369" y="36760"/>
                </a:moveTo>
                <a:lnTo>
                  <a:pt x="265610" y="36760"/>
                </a:lnTo>
                <a:cubicBezTo>
                  <a:pt x="266099" y="35410"/>
                  <a:pt x="266696" y="34121"/>
                  <a:pt x="267399" y="32892"/>
                </a:cubicBezTo>
                <a:cubicBezTo>
                  <a:pt x="268103" y="31664"/>
                  <a:pt x="268975" y="30590"/>
                  <a:pt x="270016" y="29669"/>
                </a:cubicBezTo>
                <a:cubicBezTo>
                  <a:pt x="271057" y="28747"/>
                  <a:pt x="272282" y="28010"/>
                  <a:pt x="273689" y="27458"/>
                </a:cubicBezTo>
                <a:cubicBezTo>
                  <a:pt x="275096" y="26905"/>
                  <a:pt x="276718" y="26629"/>
                  <a:pt x="278554" y="26629"/>
                </a:cubicBezTo>
                <a:cubicBezTo>
                  <a:pt x="280452" y="26629"/>
                  <a:pt x="281983" y="26921"/>
                  <a:pt x="283145" y="27504"/>
                </a:cubicBezTo>
                <a:cubicBezTo>
                  <a:pt x="284308" y="28087"/>
                  <a:pt x="285195" y="28870"/>
                  <a:pt x="285807" y="29852"/>
                </a:cubicBezTo>
                <a:cubicBezTo>
                  <a:pt x="286420" y="30835"/>
                  <a:pt x="286833" y="31925"/>
                  <a:pt x="287047" y="33122"/>
                </a:cubicBezTo>
                <a:cubicBezTo>
                  <a:pt x="287262" y="34320"/>
                  <a:pt x="287369" y="35532"/>
                  <a:pt x="287369" y="36760"/>
                </a:cubicBezTo>
                <a:moveTo>
                  <a:pt x="264233" y="45009"/>
                </a:moveTo>
                <a:lnTo>
                  <a:pt x="299213" y="45009"/>
                </a:lnTo>
                <a:cubicBezTo>
                  <a:pt x="299702" y="42372"/>
                  <a:pt x="299947" y="39888"/>
                  <a:pt x="299947" y="37558"/>
                </a:cubicBezTo>
                <a:cubicBezTo>
                  <a:pt x="299947" y="34123"/>
                  <a:pt x="299411" y="31103"/>
                  <a:pt x="298340" y="28496"/>
                </a:cubicBezTo>
                <a:cubicBezTo>
                  <a:pt x="297269" y="25890"/>
                  <a:pt x="295770" y="23713"/>
                  <a:pt x="293841" y="21965"/>
                </a:cubicBezTo>
                <a:cubicBezTo>
                  <a:pt x="291914" y="20217"/>
                  <a:pt x="289588" y="18914"/>
                  <a:pt x="286863" y="18055"/>
                </a:cubicBezTo>
                <a:cubicBezTo>
                  <a:pt x="284140" y="17196"/>
                  <a:pt x="281126" y="16766"/>
                  <a:pt x="277820" y="16766"/>
                </a:cubicBezTo>
                <a:cubicBezTo>
                  <a:pt x="273781" y="16766"/>
                  <a:pt x="270139" y="17579"/>
                  <a:pt x="266894" y="19204"/>
                </a:cubicBezTo>
                <a:cubicBezTo>
                  <a:pt x="263651" y="20828"/>
                  <a:pt x="260912" y="23005"/>
                  <a:pt x="258677" y="25734"/>
                </a:cubicBezTo>
                <a:cubicBezTo>
                  <a:pt x="256443" y="28462"/>
                  <a:pt x="254713" y="31589"/>
                  <a:pt x="253489" y="35114"/>
                </a:cubicBezTo>
                <a:cubicBezTo>
                  <a:pt x="252265" y="38639"/>
                  <a:pt x="251654" y="42302"/>
                  <a:pt x="251654" y="46103"/>
                </a:cubicBezTo>
                <a:cubicBezTo>
                  <a:pt x="251654" y="49537"/>
                  <a:pt x="252159" y="52542"/>
                  <a:pt x="253168" y="55117"/>
                </a:cubicBezTo>
                <a:cubicBezTo>
                  <a:pt x="254179" y="57692"/>
                  <a:pt x="255602" y="59853"/>
                  <a:pt x="257438" y="61600"/>
                </a:cubicBezTo>
                <a:cubicBezTo>
                  <a:pt x="259274" y="63348"/>
                  <a:pt x="261493" y="64651"/>
                  <a:pt x="264094" y="65509"/>
                </a:cubicBezTo>
                <a:cubicBezTo>
                  <a:pt x="266696" y="66367"/>
                  <a:pt x="269588" y="66796"/>
                  <a:pt x="272771" y="66796"/>
                </a:cubicBezTo>
                <a:cubicBezTo>
                  <a:pt x="276199" y="66796"/>
                  <a:pt x="279213" y="66460"/>
                  <a:pt x="281814" y="65788"/>
                </a:cubicBezTo>
                <a:cubicBezTo>
                  <a:pt x="284415" y="65115"/>
                  <a:pt x="286695" y="64092"/>
                  <a:pt x="288654" y="62717"/>
                </a:cubicBezTo>
                <a:cubicBezTo>
                  <a:pt x="290613" y="61341"/>
                  <a:pt x="292297" y="59645"/>
                  <a:pt x="293704" y="57629"/>
                </a:cubicBezTo>
                <a:cubicBezTo>
                  <a:pt x="295112" y="55611"/>
                  <a:pt x="296336" y="53258"/>
                  <a:pt x="297376" y="50568"/>
                </a:cubicBezTo>
                <a:lnTo>
                  <a:pt x="284339" y="50568"/>
                </a:lnTo>
                <a:cubicBezTo>
                  <a:pt x="283849" y="51296"/>
                  <a:pt x="283314" y="52053"/>
                  <a:pt x="282732" y="52842"/>
                </a:cubicBezTo>
                <a:cubicBezTo>
                  <a:pt x="282151" y="53629"/>
                  <a:pt x="281478" y="54326"/>
                  <a:pt x="280712" y="54932"/>
                </a:cubicBezTo>
                <a:cubicBezTo>
                  <a:pt x="279947" y="55538"/>
                  <a:pt x="279060" y="56038"/>
                  <a:pt x="278050" y="56432"/>
                </a:cubicBezTo>
                <a:cubicBezTo>
                  <a:pt x="277040" y="56826"/>
                  <a:pt x="275893" y="57024"/>
                  <a:pt x="274607" y="57024"/>
                </a:cubicBezTo>
                <a:cubicBezTo>
                  <a:pt x="271057" y="57024"/>
                  <a:pt x="268425" y="56168"/>
                  <a:pt x="266711" y="54456"/>
                </a:cubicBezTo>
                <a:cubicBezTo>
                  <a:pt x="264997" y="52744"/>
                  <a:pt x="264140" y="50512"/>
                  <a:pt x="264140" y="47761"/>
                </a:cubicBezTo>
                <a:lnTo>
                  <a:pt x="264140" y="46568"/>
                </a:lnTo>
                <a:cubicBezTo>
                  <a:pt x="264140" y="46324"/>
                  <a:pt x="264140" y="46079"/>
                  <a:pt x="264140" y="45834"/>
                </a:cubicBezTo>
                <a:cubicBezTo>
                  <a:pt x="264140" y="45590"/>
                  <a:pt x="264171" y="45315"/>
                  <a:pt x="264233" y="45009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import">
            <a:extLst xmlns:a="http://schemas.openxmlformats.org/drawingml/2006/main">
              <a:ext uri="{FF2B5EF4-FFF2-40B4-BE49-F238E27FC236}">
                <a16:creationId xmlns:a16="http://schemas.microsoft.com/office/drawing/2014/main" id="{DA28A96C-C8A6-4F92-B3C1-EE26EC87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092" y="3390019"/>
            <a:ext cx="280483" cy="82128"/>
          </a:xfrm>
          <a:custGeom xmlns:a="http://schemas.openxmlformats.org/drawingml/2006/main">
            <a:pathLst>
              <a:path w="280483" h="82128">
                <a:moveTo>
                  <a:pt x="13037" y="10759"/>
                </a:moveTo>
                <a:lnTo>
                  <a:pt x="13037" y="0"/>
                </a:lnTo>
                <a:lnTo>
                  <a:pt x="0" y="0"/>
                </a:lnTo>
                <a:lnTo>
                  <a:pt x="0" y="10759"/>
                </a:lnTo>
                <a:lnTo>
                  <a:pt x="13037" y="10759"/>
                </a:lnTo>
                <a:moveTo>
                  <a:pt x="0" y="18075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18075"/>
                </a:lnTo>
                <a:lnTo>
                  <a:pt x="0" y="18075"/>
                </a:lnTo>
                <a:close/>
                <a:moveTo>
                  <a:pt x="23718" y="18073"/>
                </a:moveTo>
                <a:lnTo>
                  <a:pt x="23718" y="65541"/>
                </a:lnTo>
                <a:lnTo>
                  <a:pt x="36755" y="65541"/>
                </a:lnTo>
                <a:lnTo>
                  <a:pt x="36755" y="38002"/>
                </a:lnTo>
                <a:cubicBezTo>
                  <a:pt x="36755" y="35676"/>
                  <a:pt x="37092" y="33794"/>
                  <a:pt x="37765" y="32356"/>
                </a:cubicBezTo>
                <a:cubicBezTo>
                  <a:pt x="38438" y="30918"/>
                  <a:pt x="39249" y="29816"/>
                  <a:pt x="40198" y="29051"/>
                </a:cubicBezTo>
                <a:cubicBezTo>
                  <a:pt x="41147" y="28286"/>
                  <a:pt x="42127" y="27766"/>
                  <a:pt x="43136" y="27490"/>
                </a:cubicBezTo>
                <a:cubicBezTo>
                  <a:pt x="44146" y="27215"/>
                  <a:pt x="44957" y="27077"/>
                  <a:pt x="45570" y="27077"/>
                </a:cubicBezTo>
                <a:cubicBezTo>
                  <a:pt x="47650" y="27077"/>
                  <a:pt x="49226" y="27429"/>
                  <a:pt x="50298" y="28134"/>
                </a:cubicBezTo>
                <a:cubicBezTo>
                  <a:pt x="51369" y="28837"/>
                  <a:pt x="52134" y="29770"/>
                  <a:pt x="52592" y="30933"/>
                </a:cubicBezTo>
                <a:cubicBezTo>
                  <a:pt x="53052" y="32095"/>
                  <a:pt x="53312" y="33366"/>
                  <a:pt x="53373" y="34743"/>
                </a:cubicBezTo>
                <a:cubicBezTo>
                  <a:pt x="53434" y="36120"/>
                  <a:pt x="53465" y="37512"/>
                  <a:pt x="53465" y="38919"/>
                </a:cubicBezTo>
                <a:lnTo>
                  <a:pt x="53465" y="65541"/>
                </a:lnTo>
                <a:lnTo>
                  <a:pt x="66502" y="65541"/>
                </a:lnTo>
                <a:lnTo>
                  <a:pt x="66502" y="39103"/>
                </a:lnTo>
                <a:cubicBezTo>
                  <a:pt x="66502" y="37634"/>
                  <a:pt x="66609" y="36180"/>
                  <a:pt x="66823" y="34743"/>
                </a:cubicBezTo>
                <a:cubicBezTo>
                  <a:pt x="67038" y="33305"/>
                  <a:pt x="67467" y="32020"/>
                  <a:pt x="68109" y="30888"/>
                </a:cubicBezTo>
                <a:cubicBezTo>
                  <a:pt x="68752" y="29755"/>
                  <a:pt x="69639" y="28837"/>
                  <a:pt x="70771" y="28134"/>
                </a:cubicBezTo>
                <a:cubicBezTo>
                  <a:pt x="71904" y="27429"/>
                  <a:pt x="73388" y="27077"/>
                  <a:pt x="75224" y="27077"/>
                </a:cubicBezTo>
                <a:cubicBezTo>
                  <a:pt x="77061" y="27077"/>
                  <a:pt x="78514" y="27384"/>
                  <a:pt x="79584" y="27996"/>
                </a:cubicBezTo>
                <a:cubicBezTo>
                  <a:pt x="80655" y="28608"/>
                  <a:pt x="81467" y="29434"/>
                  <a:pt x="82018" y="30474"/>
                </a:cubicBezTo>
                <a:cubicBezTo>
                  <a:pt x="82569" y="31514"/>
                  <a:pt x="82905" y="32738"/>
                  <a:pt x="83028" y="34146"/>
                </a:cubicBezTo>
                <a:cubicBezTo>
                  <a:pt x="83150" y="35554"/>
                  <a:pt x="83211" y="37053"/>
                  <a:pt x="83211" y="38643"/>
                </a:cubicBezTo>
                <a:lnTo>
                  <a:pt x="83211" y="65541"/>
                </a:lnTo>
                <a:lnTo>
                  <a:pt x="96250" y="65541"/>
                </a:lnTo>
                <a:lnTo>
                  <a:pt x="96250" y="33760"/>
                </a:lnTo>
                <a:cubicBezTo>
                  <a:pt x="96250" y="30698"/>
                  <a:pt x="95821" y="28080"/>
                  <a:pt x="94964" y="25906"/>
                </a:cubicBezTo>
                <a:cubicBezTo>
                  <a:pt x="94107" y="23732"/>
                  <a:pt x="92914" y="21971"/>
                  <a:pt x="91383" y="20625"/>
                </a:cubicBezTo>
                <a:cubicBezTo>
                  <a:pt x="89853" y="19277"/>
                  <a:pt x="88017" y="18297"/>
                  <a:pt x="85874" y="17685"/>
                </a:cubicBezTo>
                <a:cubicBezTo>
                  <a:pt x="83733" y="17073"/>
                  <a:pt x="81407" y="16766"/>
                  <a:pt x="78898" y="16766"/>
                </a:cubicBezTo>
                <a:cubicBezTo>
                  <a:pt x="75592" y="16766"/>
                  <a:pt x="72731" y="17564"/>
                  <a:pt x="70313" y="19161"/>
                </a:cubicBezTo>
                <a:cubicBezTo>
                  <a:pt x="67895" y="20756"/>
                  <a:pt x="65982" y="22597"/>
                  <a:pt x="64575" y="24683"/>
                </a:cubicBezTo>
                <a:cubicBezTo>
                  <a:pt x="63289" y="21737"/>
                  <a:pt x="61407" y="19682"/>
                  <a:pt x="58927" y="18516"/>
                </a:cubicBezTo>
                <a:cubicBezTo>
                  <a:pt x="56449" y="17350"/>
                  <a:pt x="53710" y="16766"/>
                  <a:pt x="50711" y="16766"/>
                </a:cubicBezTo>
                <a:cubicBezTo>
                  <a:pt x="47590" y="16766"/>
                  <a:pt x="44820" y="17442"/>
                  <a:pt x="42402" y="18792"/>
                </a:cubicBezTo>
                <a:cubicBezTo>
                  <a:pt x="39984" y="20142"/>
                  <a:pt x="37918" y="22044"/>
                  <a:pt x="36204" y="24499"/>
                </a:cubicBezTo>
                <a:lnTo>
                  <a:pt x="36021" y="24499"/>
                </a:lnTo>
                <a:lnTo>
                  <a:pt x="36021" y="18073"/>
                </a:lnTo>
                <a:lnTo>
                  <a:pt x="23718" y="18073"/>
                </a:lnTo>
                <a:close/>
                <a:moveTo>
                  <a:pt x="130709" y="57024"/>
                </a:moveTo>
                <a:cubicBezTo>
                  <a:pt x="128627" y="57024"/>
                  <a:pt x="126852" y="56595"/>
                  <a:pt x="125383" y="55739"/>
                </a:cubicBezTo>
                <a:cubicBezTo>
                  <a:pt x="123915" y="54882"/>
                  <a:pt x="122737" y="53764"/>
                  <a:pt x="121848" y="52386"/>
                </a:cubicBezTo>
                <a:cubicBezTo>
                  <a:pt x="120961" y="51009"/>
                  <a:pt x="120319" y="49402"/>
                  <a:pt x="119921" y="47566"/>
                </a:cubicBezTo>
                <a:cubicBezTo>
                  <a:pt x="119523" y="45729"/>
                  <a:pt x="119324" y="43861"/>
                  <a:pt x="119324" y="41964"/>
                </a:cubicBezTo>
                <a:cubicBezTo>
                  <a:pt x="119324" y="40005"/>
                  <a:pt x="119507" y="38108"/>
                  <a:pt x="119874" y="36272"/>
                </a:cubicBezTo>
                <a:cubicBezTo>
                  <a:pt x="120242" y="34434"/>
                  <a:pt x="120869" y="32812"/>
                  <a:pt x="121756" y="31405"/>
                </a:cubicBezTo>
                <a:cubicBezTo>
                  <a:pt x="122644" y="29996"/>
                  <a:pt x="123807" y="28848"/>
                  <a:pt x="125246" y="27961"/>
                </a:cubicBezTo>
                <a:cubicBezTo>
                  <a:pt x="126684" y="27073"/>
                  <a:pt x="128474" y="26629"/>
                  <a:pt x="130617" y="26629"/>
                </a:cubicBezTo>
                <a:cubicBezTo>
                  <a:pt x="132699" y="26629"/>
                  <a:pt x="134459" y="27073"/>
                  <a:pt x="135897" y="27961"/>
                </a:cubicBezTo>
                <a:cubicBezTo>
                  <a:pt x="137335" y="28848"/>
                  <a:pt x="138513" y="30012"/>
                  <a:pt x="139431" y="31451"/>
                </a:cubicBezTo>
                <a:cubicBezTo>
                  <a:pt x="140350" y="32889"/>
                  <a:pt x="141008" y="34526"/>
                  <a:pt x="141405" y="36363"/>
                </a:cubicBezTo>
                <a:cubicBezTo>
                  <a:pt x="141803" y="38199"/>
                  <a:pt x="142002" y="40066"/>
                  <a:pt x="142002" y="41964"/>
                </a:cubicBezTo>
                <a:cubicBezTo>
                  <a:pt x="142002" y="43861"/>
                  <a:pt x="141819" y="45729"/>
                  <a:pt x="141452" y="47566"/>
                </a:cubicBezTo>
                <a:cubicBezTo>
                  <a:pt x="141085" y="49402"/>
                  <a:pt x="140457" y="51009"/>
                  <a:pt x="139569" y="52386"/>
                </a:cubicBezTo>
                <a:cubicBezTo>
                  <a:pt x="138682" y="53764"/>
                  <a:pt x="137519" y="54882"/>
                  <a:pt x="136080" y="55739"/>
                </a:cubicBezTo>
                <a:cubicBezTo>
                  <a:pt x="134642" y="56595"/>
                  <a:pt x="132852" y="57024"/>
                  <a:pt x="130709" y="57024"/>
                </a:cubicBezTo>
                <a:moveTo>
                  <a:pt x="106746" y="18082"/>
                </a:moveTo>
                <a:lnTo>
                  <a:pt x="106746" y="82128"/>
                </a:lnTo>
                <a:lnTo>
                  <a:pt x="119783" y="82128"/>
                </a:lnTo>
                <a:lnTo>
                  <a:pt x="119783" y="59698"/>
                </a:lnTo>
                <a:lnTo>
                  <a:pt x="119967" y="59698"/>
                </a:lnTo>
                <a:cubicBezTo>
                  <a:pt x="121558" y="62034"/>
                  <a:pt x="123593" y="63801"/>
                  <a:pt x="126072" y="64999"/>
                </a:cubicBezTo>
                <a:cubicBezTo>
                  <a:pt x="128551" y="66197"/>
                  <a:pt x="131259" y="66796"/>
                  <a:pt x="134198" y="66796"/>
                </a:cubicBezTo>
                <a:cubicBezTo>
                  <a:pt x="137687" y="66796"/>
                  <a:pt x="140732" y="66122"/>
                  <a:pt x="143333" y="64773"/>
                </a:cubicBezTo>
                <a:cubicBezTo>
                  <a:pt x="145934" y="63425"/>
                  <a:pt x="148107" y="61616"/>
                  <a:pt x="149852" y="59348"/>
                </a:cubicBezTo>
                <a:cubicBezTo>
                  <a:pt x="151596" y="57079"/>
                  <a:pt x="152897" y="54473"/>
                  <a:pt x="153753" y="51530"/>
                </a:cubicBezTo>
                <a:cubicBezTo>
                  <a:pt x="154611" y="48588"/>
                  <a:pt x="155039" y="45522"/>
                  <a:pt x="155039" y="42333"/>
                </a:cubicBezTo>
                <a:cubicBezTo>
                  <a:pt x="155039" y="38961"/>
                  <a:pt x="154611" y="35727"/>
                  <a:pt x="153753" y="32631"/>
                </a:cubicBezTo>
                <a:cubicBezTo>
                  <a:pt x="152897" y="29534"/>
                  <a:pt x="151581" y="26822"/>
                  <a:pt x="149805" y="24492"/>
                </a:cubicBezTo>
                <a:cubicBezTo>
                  <a:pt x="148031" y="22162"/>
                  <a:pt x="145797" y="20292"/>
                  <a:pt x="143103" y="18882"/>
                </a:cubicBezTo>
                <a:cubicBezTo>
                  <a:pt x="140411" y="17471"/>
                  <a:pt x="137197" y="16766"/>
                  <a:pt x="133464" y="16766"/>
                </a:cubicBezTo>
                <a:cubicBezTo>
                  <a:pt x="130525" y="16766"/>
                  <a:pt x="127832" y="17350"/>
                  <a:pt x="125383" y="18518"/>
                </a:cubicBezTo>
                <a:cubicBezTo>
                  <a:pt x="122935" y="19685"/>
                  <a:pt x="120915" y="21559"/>
                  <a:pt x="119324" y="24141"/>
                </a:cubicBezTo>
                <a:lnTo>
                  <a:pt x="119140" y="24141"/>
                </a:lnTo>
                <a:lnTo>
                  <a:pt x="119140" y="18082"/>
                </a:lnTo>
                <a:lnTo>
                  <a:pt x="106746" y="18082"/>
                </a:lnTo>
                <a:close/>
                <a:moveTo>
                  <a:pt x="174165" y="41872"/>
                </a:moveTo>
                <a:cubicBezTo>
                  <a:pt x="174165" y="39975"/>
                  <a:pt x="174349" y="38108"/>
                  <a:pt x="174716" y="36272"/>
                </a:cubicBezTo>
                <a:cubicBezTo>
                  <a:pt x="175083" y="34434"/>
                  <a:pt x="175710" y="32812"/>
                  <a:pt x="176597" y="31405"/>
                </a:cubicBezTo>
                <a:cubicBezTo>
                  <a:pt x="177485" y="29996"/>
                  <a:pt x="178664" y="28848"/>
                  <a:pt x="180133" y="27961"/>
                </a:cubicBezTo>
                <a:cubicBezTo>
                  <a:pt x="181602" y="27073"/>
                  <a:pt x="183438" y="26629"/>
                  <a:pt x="185642" y="26629"/>
                </a:cubicBezTo>
                <a:cubicBezTo>
                  <a:pt x="187846" y="26629"/>
                  <a:pt x="189697" y="27073"/>
                  <a:pt x="191196" y="27961"/>
                </a:cubicBezTo>
                <a:cubicBezTo>
                  <a:pt x="192696" y="28848"/>
                  <a:pt x="193890" y="29996"/>
                  <a:pt x="194777" y="31405"/>
                </a:cubicBezTo>
                <a:cubicBezTo>
                  <a:pt x="195665" y="32812"/>
                  <a:pt x="196293" y="34434"/>
                  <a:pt x="196660" y="36272"/>
                </a:cubicBezTo>
                <a:cubicBezTo>
                  <a:pt x="197027" y="38108"/>
                  <a:pt x="197210" y="39975"/>
                  <a:pt x="197210" y="41872"/>
                </a:cubicBezTo>
                <a:cubicBezTo>
                  <a:pt x="197210" y="43770"/>
                  <a:pt x="197027" y="45622"/>
                  <a:pt x="196660" y="47429"/>
                </a:cubicBezTo>
                <a:cubicBezTo>
                  <a:pt x="196293" y="49234"/>
                  <a:pt x="195665" y="50856"/>
                  <a:pt x="194777" y="52295"/>
                </a:cubicBezTo>
                <a:cubicBezTo>
                  <a:pt x="193890" y="53734"/>
                  <a:pt x="192696" y="54882"/>
                  <a:pt x="191196" y="55739"/>
                </a:cubicBezTo>
                <a:cubicBezTo>
                  <a:pt x="189697" y="56595"/>
                  <a:pt x="187846" y="57024"/>
                  <a:pt x="185642" y="57024"/>
                </a:cubicBezTo>
                <a:cubicBezTo>
                  <a:pt x="183438" y="57024"/>
                  <a:pt x="181602" y="56595"/>
                  <a:pt x="180133" y="55739"/>
                </a:cubicBezTo>
                <a:cubicBezTo>
                  <a:pt x="178664" y="54882"/>
                  <a:pt x="177485" y="53734"/>
                  <a:pt x="176597" y="52295"/>
                </a:cubicBezTo>
                <a:cubicBezTo>
                  <a:pt x="175710" y="50856"/>
                  <a:pt x="175083" y="49234"/>
                  <a:pt x="174716" y="47429"/>
                </a:cubicBezTo>
                <a:cubicBezTo>
                  <a:pt x="174349" y="45622"/>
                  <a:pt x="174165" y="43770"/>
                  <a:pt x="174165" y="41872"/>
                </a:cubicBezTo>
                <a:moveTo>
                  <a:pt x="161128" y="41874"/>
                </a:moveTo>
                <a:cubicBezTo>
                  <a:pt x="161128" y="45675"/>
                  <a:pt x="161709" y="49108"/>
                  <a:pt x="162872" y="52174"/>
                </a:cubicBezTo>
                <a:cubicBezTo>
                  <a:pt x="164035" y="55239"/>
                  <a:pt x="165688" y="57860"/>
                  <a:pt x="167830" y="60037"/>
                </a:cubicBezTo>
                <a:cubicBezTo>
                  <a:pt x="169973" y="62213"/>
                  <a:pt x="172543" y="63884"/>
                  <a:pt x="175542" y="65049"/>
                </a:cubicBezTo>
                <a:cubicBezTo>
                  <a:pt x="178542" y="66214"/>
                  <a:pt x="181909" y="66796"/>
                  <a:pt x="185642" y="66796"/>
                </a:cubicBezTo>
                <a:cubicBezTo>
                  <a:pt x="189375" y="66796"/>
                  <a:pt x="192757" y="66214"/>
                  <a:pt x="195787" y="65049"/>
                </a:cubicBezTo>
                <a:cubicBezTo>
                  <a:pt x="198817" y="63884"/>
                  <a:pt x="201403" y="62213"/>
                  <a:pt x="203545" y="60037"/>
                </a:cubicBezTo>
                <a:cubicBezTo>
                  <a:pt x="205688" y="57860"/>
                  <a:pt x="207341" y="55239"/>
                  <a:pt x="208503" y="52174"/>
                </a:cubicBezTo>
                <a:cubicBezTo>
                  <a:pt x="209666" y="49108"/>
                  <a:pt x="210248" y="45675"/>
                  <a:pt x="210248" y="41874"/>
                </a:cubicBezTo>
                <a:cubicBezTo>
                  <a:pt x="210248" y="38073"/>
                  <a:pt x="209666" y="34624"/>
                  <a:pt x="208503" y="31528"/>
                </a:cubicBezTo>
                <a:cubicBezTo>
                  <a:pt x="207341" y="28431"/>
                  <a:pt x="205688" y="25794"/>
                  <a:pt x="203545" y="23618"/>
                </a:cubicBezTo>
                <a:cubicBezTo>
                  <a:pt x="201403" y="21441"/>
                  <a:pt x="198817" y="19755"/>
                  <a:pt x="195787" y="18560"/>
                </a:cubicBezTo>
                <a:cubicBezTo>
                  <a:pt x="192757" y="17364"/>
                  <a:pt x="189375" y="16766"/>
                  <a:pt x="185642" y="16766"/>
                </a:cubicBezTo>
                <a:cubicBezTo>
                  <a:pt x="181909" y="16766"/>
                  <a:pt x="178542" y="17364"/>
                  <a:pt x="175542" y="18560"/>
                </a:cubicBezTo>
                <a:cubicBezTo>
                  <a:pt x="172543" y="19755"/>
                  <a:pt x="169973" y="21441"/>
                  <a:pt x="167830" y="23618"/>
                </a:cubicBezTo>
                <a:cubicBezTo>
                  <a:pt x="165688" y="25794"/>
                  <a:pt x="164035" y="28431"/>
                  <a:pt x="162872" y="31528"/>
                </a:cubicBezTo>
                <a:cubicBezTo>
                  <a:pt x="161709" y="34624"/>
                  <a:pt x="161128" y="38073"/>
                  <a:pt x="161128" y="41874"/>
                </a:cubicBezTo>
                <a:close/>
                <a:moveTo>
                  <a:pt x="218450" y="18040"/>
                </a:moveTo>
                <a:lnTo>
                  <a:pt x="218450" y="65541"/>
                </a:lnTo>
                <a:lnTo>
                  <a:pt x="231487" y="65541"/>
                </a:lnTo>
                <a:lnTo>
                  <a:pt x="231487" y="44127"/>
                </a:lnTo>
                <a:cubicBezTo>
                  <a:pt x="231487" y="41982"/>
                  <a:pt x="231702" y="39991"/>
                  <a:pt x="232130" y="38153"/>
                </a:cubicBezTo>
                <a:cubicBezTo>
                  <a:pt x="232559" y="36315"/>
                  <a:pt x="233278" y="34707"/>
                  <a:pt x="234288" y="33328"/>
                </a:cubicBezTo>
                <a:cubicBezTo>
                  <a:pt x="235297" y="31950"/>
                  <a:pt x="236628" y="30862"/>
                  <a:pt x="238280" y="30065"/>
                </a:cubicBezTo>
                <a:cubicBezTo>
                  <a:pt x="239934" y="29269"/>
                  <a:pt x="241954" y="28870"/>
                  <a:pt x="244341" y="28870"/>
                </a:cubicBezTo>
                <a:cubicBezTo>
                  <a:pt x="245137" y="28870"/>
                  <a:pt x="245963" y="28917"/>
                  <a:pt x="246819" y="29009"/>
                </a:cubicBezTo>
                <a:cubicBezTo>
                  <a:pt x="247677" y="29101"/>
                  <a:pt x="248411" y="29208"/>
                  <a:pt x="249023" y="29330"/>
                </a:cubicBezTo>
                <a:lnTo>
                  <a:pt x="249023" y="17224"/>
                </a:lnTo>
                <a:cubicBezTo>
                  <a:pt x="247982" y="16919"/>
                  <a:pt x="247034" y="16766"/>
                  <a:pt x="246178" y="16766"/>
                </a:cubicBezTo>
                <a:cubicBezTo>
                  <a:pt x="244524" y="16766"/>
                  <a:pt x="242933" y="17011"/>
                  <a:pt x="241403" y="17500"/>
                </a:cubicBezTo>
                <a:cubicBezTo>
                  <a:pt x="239873" y="17989"/>
                  <a:pt x="238435" y="18676"/>
                  <a:pt x="237088" y="19563"/>
                </a:cubicBezTo>
                <a:cubicBezTo>
                  <a:pt x="235742" y="20449"/>
                  <a:pt x="234548" y="21519"/>
                  <a:pt x="233508" y="22772"/>
                </a:cubicBezTo>
                <a:cubicBezTo>
                  <a:pt x="232467" y="24026"/>
                  <a:pt x="231641" y="25386"/>
                  <a:pt x="231028" y="26853"/>
                </a:cubicBezTo>
                <a:lnTo>
                  <a:pt x="230844" y="26853"/>
                </a:lnTo>
                <a:lnTo>
                  <a:pt x="230844" y="18040"/>
                </a:lnTo>
                <a:lnTo>
                  <a:pt x="218450" y="18040"/>
                </a:lnTo>
                <a:close/>
                <a:moveTo>
                  <a:pt x="270934" y="18111"/>
                </a:moveTo>
                <a:lnTo>
                  <a:pt x="270934" y="3855"/>
                </a:lnTo>
                <a:lnTo>
                  <a:pt x="257897" y="3855"/>
                </a:lnTo>
                <a:lnTo>
                  <a:pt x="257897" y="18111"/>
                </a:lnTo>
                <a:lnTo>
                  <a:pt x="250002" y="18111"/>
                </a:lnTo>
                <a:lnTo>
                  <a:pt x="250002" y="26808"/>
                </a:lnTo>
                <a:lnTo>
                  <a:pt x="257897" y="26808"/>
                </a:lnTo>
                <a:lnTo>
                  <a:pt x="257897" y="54795"/>
                </a:lnTo>
                <a:cubicBezTo>
                  <a:pt x="257897" y="57181"/>
                  <a:pt x="258295" y="59108"/>
                  <a:pt x="259091" y="60576"/>
                </a:cubicBezTo>
                <a:cubicBezTo>
                  <a:pt x="259887" y="62044"/>
                  <a:pt x="260973" y="63176"/>
                  <a:pt x="262350" y="63972"/>
                </a:cubicBezTo>
                <a:cubicBezTo>
                  <a:pt x="263727" y="64767"/>
                  <a:pt x="265319" y="65302"/>
                  <a:pt x="267124" y="65576"/>
                </a:cubicBezTo>
                <a:cubicBezTo>
                  <a:pt x="268930" y="65852"/>
                  <a:pt x="270843" y="65989"/>
                  <a:pt x="272864" y="65989"/>
                </a:cubicBezTo>
                <a:cubicBezTo>
                  <a:pt x="274149" y="65989"/>
                  <a:pt x="275465" y="65960"/>
                  <a:pt x="276811" y="65900"/>
                </a:cubicBezTo>
                <a:cubicBezTo>
                  <a:pt x="278158" y="65840"/>
                  <a:pt x="279382" y="65721"/>
                  <a:pt x="280483" y="65541"/>
                </a:cubicBezTo>
                <a:lnTo>
                  <a:pt x="280483" y="55401"/>
                </a:lnTo>
                <a:cubicBezTo>
                  <a:pt x="279871" y="55524"/>
                  <a:pt x="279229" y="55616"/>
                  <a:pt x="278556" y="55677"/>
                </a:cubicBezTo>
                <a:cubicBezTo>
                  <a:pt x="277882" y="55738"/>
                  <a:pt x="277178" y="55768"/>
                  <a:pt x="276444" y="55768"/>
                </a:cubicBezTo>
                <a:cubicBezTo>
                  <a:pt x="274240" y="55768"/>
                  <a:pt x="272771" y="55402"/>
                  <a:pt x="272036" y="54669"/>
                </a:cubicBezTo>
                <a:cubicBezTo>
                  <a:pt x="271302" y="53935"/>
                  <a:pt x="270934" y="52469"/>
                  <a:pt x="270934" y="50270"/>
                </a:cubicBezTo>
                <a:lnTo>
                  <a:pt x="270934" y="26808"/>
                </a:lnTo>
                <a:lnTo>
                  <a:pt x="280483" y="26808"/>
                </a:lnTo>
                <a:lnTo>
                  <a:pt x="280483" y="18111"/>
                </a:lnTo>
                <a:lnTo>
                  <a:pt x="270934" y="18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mlx.core">
            <a:extLst xmlns:a="http://schemas.openxmlformats.org/drawingml/2006/main">
              <a:ext uri="{FF2B5EF4-FFF2-40B4-BE49-F238E27FC236}">
                <a16:creationId xmlns:a16="http://schemas.microsoft.com/office/drawing/2014/main" id="{0D376251-7F0D-4006-90E5-6A9A30A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251" y="3390019"/>
            <a:ext cx="370798" cy="66796"/>
          </a:xfrm>
          <a:custGeom xmlns:a="http://schemas.openxmlformats.org/drawingml/2006/main">
            <a:pathLst>
              <a:path w="370798" h="66796">
                <a:moveTo>
                  <a:pt x="0" y="18073"/>
                </a:moveTo>
                <a:lnTo>
                  <a:pt x="0" y="65541"/>
                </a:lnTo>
                <a:lnTo>
                  <a:pt x="13037" y="65541"/>
                </a:lnTo>
                <a:lnTo>
                  <a:pt x="13037" y="38002"/>
                </a:lnTo>
                <a:cubicBezTo>
                  <a:pt x="13037" y="35676"/>
                  <a:pt x="13374" y="33794"/>
                  <a:pt x="14047" y="32356"/>
                </a:cubicBezTo>
                <a:cubicBezTo>
                  <a:pt x="14721" y="30918"/>
                  <a:pt x="15532" y="29816"/>
                  <a:pt x="16481" y="29051"/>
                </a:cubicBezTo>
                <a:cubicBezTo>
                  <a:pt x="17429" y="28286"/>
                  <a:pt x="18409" y="27766"/>
                  <a:pt x="19418" y="27490"/>
                </a:cubicBezTo>
                <a:cubicBezTo>
                  <a:pt x="20428" y="27215"/>
                  <a:pt x="21239" y="27077"/>
                  <a:pt x="21852" y="27077"/>
                </a:cubicBezTo>
                <a:cubicBezTo>
                  <a:pt x="23933" y="27077"/>
                  <a:pt x="25509" y="27429"/>
                  <a:pt x="26580" y="28134"/>
                </a:cubicBezTo>
                <a:cubicBezTo>
                  <a:pt x="27651" y="28837"/>
                  <a:pt x="28416" y="29770"/>
                  <a:pt x="28875" y="30933"/>
                </a:cubicBezTo>
                <a:cubicBezTo>
                  <a:pt x="29334" y="32095"/>
                  <a:pt x="29594" y="33366"/>
                  <a:pt x="29655" y="34743"/>
                </a:cubicBezTo>
                <a:cubicBezTo>
                  <a:pt x="29717" y="36120"/>
                  <a:pt x="29747" y="37512"/>
                  <a:pt x="29747" y="38919"/>
                </a:cubicBezTo>
                <a:lnTo>
                  <a:pt x="29747" y="65541"/>
                </a:lnTo>
                <a:lnTo>
                  <a:pt x="42784" y="65541"/>
                </a:lnTo>
                <a:lnTo>
                  <a:pt x="42784" y="39103"/>
                </a:lnTo>
                <a:cubicBezTo>
                  <a:pt x="42784" y="37634"/>
                  <a:pt x="42891" y="36180"/>
                  <a:pt x="43105" y="34743"/>
                </a:cubicBezTo>
                <a:cubicBezTo>
                  <a:pt x="43320" y="33305"/>
                  <a:pt x="43749" y="32020"/>
                  <a:pt x="44391" y="30888"/>
                </a:cubicBezTo>
                <a:cubicBezTo>
                  <a:pt x="45034" y="29755"/>
                  <a:pt x="45921" y="28837"/>
                  <a:pt x="47053" y="28134"/>
                </a:cubicBezTo>
                <a:cubicBezTo>
                  <a:pt x="48186" y="27429"/>
                  <a:pt x="49671" y="27077"/>
                  <a:pt x="51507" y="27077"/>
                </a:cubicBezTo>
                <a:cubicBezTo>
                  <a:pt x="53343" y="27077"/>
                  <a:pt x="54796" y="27384"/>
                  <a:pt x="55866" y="27996"/>
                </a:cubicBezTo>
                <a:cubicBezTo>
                  <a:pt x="56938" y="28608"/>
                  <a:pt x="57749" y="29434"/>
                  <a:pt x="58300" y="30474"/>
                </a:cubicBezTo>
                <a:cubicBezTo>
                  <a:pt x="58851" y="31514"/>
                  <a:pt x="59188" y="32738"/>
                  <a:pt x="59310" y="34146"/>
                </a:cubicBezTo>
                <a:cubicBezTo>
                  <a:pt x="59432" y="35554"/>
                  <a:pt x="59493" y="37053"/>
                  <a:pt x="59493" y="38643"/>
                </a:cubicBezTo>
                <a:lnTo>
                  <a:pt x="59493" y="65541"/>
                </a:lnTo>
                <a:lnTo>
                  <a:pt x="72532" y="65541"/>
                </a:lnTo>
                <a:lnTo>
                  <a:pt x="72532" y="33760"/>
                </a:lnTo>
                <a:cubicBezTo>
                  <a:pt x="72532" y="30698"/>
                  <a:pt x="72103" y="28080"/>
                  <a:pt x="71246" y="25906"/>
                </a:cubicBezTo>
                <a:cubicBezTo>
                  <a:pt x="70389" y="23732"/>
                  <a:pt x="69196" y="21971"/>
                  <a:pt x="67665" y="20625"/>
                </a:cubicBezTo>
                <a:cubicBezTo>
                  <a:pt x="66135" y="19277"/>
                  <a:pt x="64299" y="18297"/>
                  <a:pt x="62157" y="17685"/>
                </a:cubicBezTo>
                <a:cubicBezTo>
                  <a:pt x="60015" y="17073"/>
                  <a:pt x="57689" y="16766"/>
                  <a:pt x="55180" y="16766"/>
                </a:cubicBezTo>
                <a:cubicBezTo>
                  <a:pt x="51875" y="16766"/>
                  <a:pt x="49013" y="17564"/>
                  <a:pt x="46595" y="19161"/>
                </a:cubicBezTo>
                <a:cubicBezTo>
                  <a:pt x="44177" y="20756"/>
                  <a:pt x="42264" y="22597"/>
                  <a:pt x="40857" y="24683"/>
                </a:cubicBezTo>
                <a:cubicBezTo>
                  <a:pt x="39572" y="21737"/>
                  <a:pt x="37689" y="19682"/>
                  <a:pt x="35210" y="18516"/>
                </a:cubicBezTo>
                <a:cubicBezTo>
                  <a:pt x="32731" y="17350"/>
                  <a:pt x="29992" y="16766"/>
                  <a:pt x="26993" y="16766"/>
                </a:cubicBezTo>
                <a:cubicBezTo>
                  <a:pt x="23872" y="16766"/>
                  <a:pt x="21102" y="17442"/>
                  <a:pt x="18684" y="18792"/>
                </a:cubicBezTo>
                <a:cubicBezTo>
                  <a:pt x="16266" y="20142"/>
                  <a:pt x="14200" y="22044"/>
                  <a:pt x="12487" y="24499"/>
                </a:cubicBezTo>
                <a:lnTo>
                  <a:pt x="12303" y="24499"/>
                </a:lnTo>
                <a:lnTo>
                  <a:pt x="12303" y="18073"/>
                </a:lnTo>
                <a:lnTo>
                  <a:pt x="0" y="18073"/>
                </a:lnTo>
                <a:close/>
                <a:moveTo>
                  <a:pt x="83396" y="0"/>
                </a:moveTo>
                <a:lnTo>
                  <a:pt x="83396" y="65541"/>
                </a:lnTo>
                <a:lnTo>
                  <a:pt x="96433" y="65541"/>
                </a:lnTo>
                <a:lnTo>
                  <a:pt x="96433" y="0"/>
                </a:lnTo>
                <a:lnTo>
                  <a:pt x="83396" y="0"/>
                </a:lnTo>
                <a:close/>
                <a:moveTo>
                  <a:pt x="118866" y="40588"/>
                </a:moveTo>
                <a:lnTo>
                  <a:pt x="101789" y="65541"/>
                </a:lnTo>
                <a:lnTo>
                  <a:pt x="116386" y="65541"/>
                </a:lnTo>
                <a:lnTo>
                  <a:pt x="126302" y="50588"/>
                </a:lnTo>
                <a:lnTo>
                  <a:pt x="136218" y="65541"/>
                </a:lnTo>
                <a:lnTo>
                  <a:pt x="151092" y="65541"/>
                </a:lnTo>
                <a:lnTo>
                  <a:pt x="133555" y="40312"/>
                </a:lnTo>
                <a:lnTo>
                  <a:pt x="149164" y="18111"/>
                </a:lnTo>
                <a:lnTo>
                  <a:pt x="134748" y="18111"/>
                </a:lnTo>
                <a:lnTo>
                  <a:pt x="126486" y="30497"/>
                </a:lnTo>
                <a:lnTo>
                  <a:pt x="118131" y="18111"/>
                </a:lnTo>
                <a:lnTo>
                  <a:pt x="103258" y="18111"/>
                </a:lnTo>
                <a:lnTo>
                  <a:pt x="118866" y="40588"/>
                </a:lnTo>
                <a:close/>
                <a:moveTo>
                  <a:pt x="156264" y="51375"/>
                </a:moveTo>
                <a:lnTo>
                  <a:pt x="156264" y="65541"/>
                </a:lnTo>
                <a:lnTo>
                  <a:pt x="170678" y="65541"/>
                </a:lnTo>
                <a:lnTo>
                  <a:pt x="170678" y="51375"/>
                </a:lnTo>
                <a:lnTo>
                  <a:pt x="156264" y="51375"/>
                </a:lnTo>
                <a:close/>
                <a:moveTo>
                  <a:pt x="213280" y="34788"/>
                </a:moveTo>
                <a:lnTo>
                  <a:pt x="226041" y="34788"/>
                </a:lnTo>
                <a:cubicBezTo>
                  <a:pt x="225858" y="31723"/>
                  <a:pt x="225123" y="29072"/>
                  <a:pt x="223837" y="26835"/>
                </a:cubicBezTo>
                <a:cubicBezTo>
                  <a:pt x="222552" y="24597"/>
                  <a:pt x="220884" y="22727"/>
                  <a:pt x="218833" y="21226"/>
                </a:cubicBezTo>
                <a:cubicBezTo>
                  <a:pt x="216783" y="19724"/>
                  <a:pt x="214457" y="18605"/>
                  <a:pt x="211856" y="17870"/>
                </a:cubicBezTo>
                <a:cubicBezTo>
                  <a:pt x="209255" y="17134"/>
                  <a:pt x="206547" y="16766"/>
                  <a:pt x="203731" y="16766"/>
                </a:cubicBezTo>
                <a:cubicBezTo>
                  <a:pt x="199875" y="16766"/>
                  <a:pt x="196447" y="17410"/>
                  <a:pt x="193447" y="18698"/>
                </a:cubicBezTo>
                <a:cubicBezTo>
                  <a:pt x="190448" y="19985"/>
                  <a:pt x="187908" y="21778"/>
                  <a:pt x="185827" y="24078"/>
                </a:cubicBezTo>
                <a:cubicBezTo>
                  <a:pt x="183746" y="26377"/>
                  <a:pt x="182170" y="29106"/>
                  <a:pt x="181099" y="32263"/>
                </a:cubicBezTo>
                <a:cubicBezTo>
                  <a:pt x="180028" y="35420"/>
                  <a:pt x="179492" y="38838"/>
                  <a:pt x="179492" y="42517"/>
                </a:cubicBezTo>
                <a:cubicBezTo>
                  <a:pt x="179492" y="46073"/>
                  <a:pt x="180073" y="49338"/>
                  <a:pt x="181236" y="52312"/>
                </a:cubicBezTo>
                <a:cubicBezTo>
                  <a:pt x="182399" y="55285"/>
                  <a:pt x="184021" y="57844"/>
                  <a:pt x="186102" y="59991"/>
                </a:cubicBezTo>
                <a:cubicBezTo>
                  <a:pt x="188183" y="62137"/>
                  <a:pt x="190708" y="63808"/>
                  <a:pt x="193676" y="65003"/>
                </a:cubicBezTo>
                <a:cubicBezTo>
                  <a:pt x="196646" y="66199"/>
                  <a:pt x="199905" y="66796"/>
                  <a:pt x="203455" y="66796"/>
                </a:cubicBezTo>
                <a:cubicBezTo>
                  <a:pt x="209759" y="66796"/>
                  <a:pt x="214931" y="65137"/>
                  <a:pt x="218970" y="61819"/>
                </a:cubicBezTo>
                <a:cubicBezTo>
                  <a:pt x="223011" y="58500"/>
                  <a:pt x="225459" y="53688"/>
                  <a:pt x="226317" y="47384"/>
                </a:cubicBezTo>
                <a:lnTo>
                  <a:pt x="213738" y="47384"/>
                </a:lnTo>
                <a:cubicBezTo>
                  <a:pt x="213310" y="50322"/>
                  <a:pt x="212254" y="52663"/>
                  <a:pt x="210570" y="54408"/>
                </a:cubicBezTo>
                <a:cubicBezTo>
                  <a:pt x="208887" y="56152"/>
                  <a:pt x="206485" y="57024"/>
                  <a:pt x="203364" y="57024"/>
                </a:cubicBezTo>
                <a:cubicBezTo>
                  <a:pt x="201344" y="57024"/>
                  <a:pt x="199630" y="56564"/>
                  <a:pt x="198221" y="55646"/>
                </a:cubicBezTo>
                <a:cubicBezTo>
                  <a:pt x="196814" y="54728"/>
                  <a:pt x="195697" y="53550"/>
                  <a:pt x="194870" y="52112"/>
                </a:cubicBezTo>
                <a:cubicBezTo>
                  <a:pt x="194044" y="50673"/>
                  <a:pt x="193448" y="49065"/>
                  <a:pt x="193080" y="47290"/>
                </a:cubicBezTo>
                <a:cubicBezTo>
                  <a:pt x="192713" y="45514"/>
                  <a:pt x="192529" y="43770"/>
                  <a:pt x="192529" y="42056"/>
                </a:cubicBezTo>
                <a:cubicBezTo>
                  <a:pt x="192529" y="40281"/>
                  <a:pt x="192713" y="38490"/>
                  <a:pt x="193080" y="36685"/>
                </a:cubicBezTo>
                <a:cubicBezTo>
                  <a:pt x="193448" y="34879"/>
                  <a:pt x="194075" y="33225"/>
                  <a:pt x="194963" y="31726"/>
                </a:cubicBezTo>
                <a:cubicBezTo>
                  <a:pt x="195850" y="30226"/>
                  <a:pt x="196997" y="29001"/>
                  <a:pt x="198405" y="28052"/>
                </a:cubicBezTo>
                <a:cubicBezTo>
                  <a:pt x="199813" y="27103"/>
                  <a:pt x="201558" y="26629"/>
                  <a:pt x="203639" y="26629"/>
                </a:cubicBezTo>
                <a:cubicBezTo>
                  <a:pt x="209209" y="26629"/>
                  <a:pt x="212422" y="29349"/>
                  <a:pt x="213280" y="34788"/>
                </a:cubicBezTo>
                <a:close/>
                <a:moveTo>
                  <a:pt x="245320" y="41872"/>
                </a:moveTo>
                <a:cubicBezTo>
                  <a:pt x="245320" y="39975"/>
                  <a:pt x="245504" y="38108"/>
                  <a:pt x="245871" y="36272"/>
                </a:cubicBezTo>
                <a:cubicBezTo>
                  <a:pt x="246238" y="34434"/>
                  <a:pt x="246865" y="32812"/>
                  <a:pt x="247752" y="31405"/>
                </a:cubicBezTo>
                <a:cubicBezTo>
                  <a:pt x="248640" y="29996"/>
                  <a:pt x="249819" y="28848"/>
                  <a:pt x="251288" y="27961"/>
                </a:cubicBezTo>
                <a:cubicBezTo>
                  <a:pt x="252757" y="27073"/>
                  <a:pt x="254593" y="26629"/>
                  <a:pt x="256796" y="26629"/>
                </a:cubicBezTo>
                <a:cubicBezTo>
                  <a:pt x="259001" y="26629"/>
                  <a:pt x="260852" y="27073"/>
                  <a:pt x="262351" y="27961"/>
                </a:cubicBezTo>
                <a:cubicBezTo>
                  <a:pt x="263851" y="28848"/>
                  <a:pt x="265045" y="29996"/>
                  <a:pt x="265932" y="31405"/>
                </a:cubicBezTo>
                <a:cubicBezTo>
                  <a:pt x="266820" y="32812"/>
                  <a:pt x="267448" y="34434"/>
                  <a:pt x="267815" y="36272"/>
                </a:cubicBezTo>
                <a:cubicBezTo>
                  <a:pt x="268182" y="38108"/>
                  <a:pt x="268365" y="39975"/>
                  <a:pt x="268365" y="41872"/>
                </a:cubicBezTo>
                <a:cubicBezTo>
                  <a:pt x="268365" y="43770"/>
                  <a:pt x="268182" y="45622"/>
                  <a:pt x="267815" y="47429"/>
                </a:cubicBezTo>
                <a:cubicBezTo>
                  <a:pt x="267448" y="49234"/>
                  <a:pt x="266820" y="50856"/>
                  <a:pt x="265932" y="52295"/>
                </a:cubicBezTo>
                <a:cubicBezTo>
                  <a:pt x="265045" y="53734"/>
                  <a:pt x="263851" y="54882"/>
                  <a:pt x="262351" y="55739"/>
                </a:cubicBezTo>
                <a:cubicBezTo>
                  <a:pt x="260852" y="56595"/>
                  <a:pt x="259001" y="57024"/>
                  <a:pt x="256796" y="57024"/>
                </a:cubicBezTo>
                <a:cubicBezTo>
                  <a:pt x="254593" y="57024"/>
                  <a:pt x="252757" y="56595"/>
                  <a:pt x="251288" y="55739"/>
                </a:cubicBezTo>
                <a:cubicBezTo>
                  <a:pt x="249819" y="54882"/>
                  <a:pt x="248640" y="53734"/>
                  <a:pt x="247752" y="52295"/>
                </a:cubicBezTo>
                <a:cubicBezTo>
                  <a:pt x="246865" y="50856"/>
                  <a:pt x="246238" y="49234"/>
                  <a:pt x="245871" y="47429"/>
                </a:cubicBezTo>
                <a:cubicBezTo>
                  <a:pt x="245504" y="45622"/>
                  <a:pt x="245320" y="43770"/>
                  <a:pt x="245320" y="41872"/>
                </a:cubicBezTo>
                <a:moveTo>
                  <a:pt x="232283" y="41874"/>
                </a:moveTo>
                <a:cubicBezTo>
                  <a:pt x="232283" y="45675"/>
                  <a:pt x="232864" y="49108"/>
                  <a:pt x="234027" y="52174"/>
                </a:cubicBezTo>
                <a:cubicBezTo>
                  <a:pt x="235190" y="55239"/>
                  <a:pt x="236842" y="57860"/>
                  <a:pt x="238985" y="60037"/>
                </a:cubicBezTo>
                <a:cubicBezTo>
                  <a:pt x="241127" y="62213"/>
                  <a:pt x="243698" y="63884"/>
                  <a:pt x="246697" y="65049"/>
                </a:cubicBezTo>
                <a:cubicBezTo>
                  <a:pt x="249697" y="66214"/>
                  <a:pt x="253063" y="66796"/>
                  <a:pt x="256796" y="66796"/>
                </a:cubicBezTo>
                <a:cubicBezTo>
                  <a:pt x="260530" y="66796"/>
                  <a:pt x="263912" y="66214"/>
                  <a:pt x="266942" y="65049"/>
                </a:cubicBezTo>
                <a:cubicBezTo>
                  <a:pt x="269972" y="63884"/>
                  <a:pt x="272558" y="62213"/>
                  <a:pt x="274700" y="60037"/>
                </a:cubicBezTo>
                <a:cubicBezTo>
                  <a:pt x="276843" y="57860"/>
                  <a:pt x="278495" y="55239"/>
                  <a:pt x="279658" y="52174"/>
                </a:cubicBezTo>
                <a:cubicBezTo>
                  <a:pt x="280821" y="49108"/>
                  <a:pt x="281402" y="45675"/>
                  <a:pt x="281402" y="41874"/>
                </a:cubicBezTo>
                <a:cubicBezTo>
                  <a:pt x="281402" y="38073"/>
                  <a:pt x="280821" y="34624"/>
                  <a:pt x="279658" y="31528"/>
                </a:cubicBezTo>
                <a:cubicBezTo>
                  <a:pt x="278495" y="28431"/>
                  <a:pt x="276843" y="25794"/>
                  <a:pt x="274700" y="23618"/>
                </a:cubicBezTo>
                <a:cubicBezTo>
                  <a:pt x="272558" y="21441"/>
                  <a:pt x="269972" y="19755"/>
                  <a:pt x="266942" y="18560"/>
                </a:cubicBezTo>
                <a:cubicBezTo>
                  <a:pt x="263912" y="17364"/>
                  <a:pt x="260530" y="16766"/>
                  <a:pt x="256796" y="16766"/>
                </a:cubicBezTo>
                <a:cubicBezTo>
                  <a:pt x="253063" y="16766"/>
                  <a:pt x="249697" y="17364"/>
                  <a:pt x="246697" y="18560"/>
                </a:cubicBezTo>
                <a:cubicBezTo>
                  <a:pt x="243698" y="19755"/>
                  <a:pt x="241127" y="21441"/>
                  <a:pt x="238985" y="23618"/>
                </a:cubicBezTo>
                <a:cubicBezTo>
                  <a:pt x="236842" y="25794"/>
                  <a:pt x="235190" y="28431"/>
                  <a:pt x="234027" y="31528"/>
                </a:cubicBezTo>
                <a:cubicBezTo>
                  <a:pt x="232864" y="34624"/>
                  <a:pt x="232283" y="38073"/>
                  <a:pt x="232283" y="41874"/>
                </a:cubicBezTo>
                <a:close/>
                <a:moveTo>
                  <a:pt x="289605" y="18040"/>
                </a:moveTo>
                <a:lnTo>
                  <a:pt x="289605" y="65541"/>
                </a:lnTo>
                <a:lnTo>
                  <a:pt x="302642" y="65541"/>
                </a:lnTo>
                <a:lnTo>
                  <a:pt x="302642" y="44127"/>
                </a:lnTo>
                <a:cubicBezTo>
                  <a:pt x="302642" y="41982"/>
                  <a:pt x="302857" y="39991"/>
                  <a:pt x="303285" y="38153"/>
                </a:cubicBezTo>
                <a:cubicBezTo>
                  <a:pt x="303714" y="36315"/>
                  <a:pt x="304433" y="34707"/>
                  <a:pt x="305443" y="33328"/>
                </a:cubicBezTo>
                <a:cubicBezTo>
                  <a:pt x="306452" y="31950"/>
                  <a:pt x="307783" y="30862"/>
                  <a:pt x="309435" y="30065"/>
                </a:cubicBezTo>
                <a:cubicBezTo>
                  <a:pt x="311088" y="29269"/>
                  <a:pt x="313109" y="28870"/>
                  <a:pt x="315496" y="28870"/>
                </a:cubicBezTo>
                <a:cubicBezTo>
                  <a:pt x="316292" y="28870"/>
                  <a:pt x="317118" y="28917"/>
                  <a:pt x="317974" y="29009"/>
                </a:cubicBezTo>
                <a:cubicBezTo>
                  <a:pt x="318831" y="29101"/>
                  <a:pt x="319566" y="29208"/>
                  <a:pt x="320178" y="29330"/>
                </a:cubicBezTo>
                <a:lnTo>
                  <a:pt x="320178" y="17224"/>
                </a:lnTo>
                <a:cubicBezTo>
                  <a:pt x="319137" y="16919"/>
                  <a:pt x="318189" y="16766"/>
                  <a:pt x="317332" y="16766"/>
                </a:cubicBezTo>
                <a:cubicBezTo>
                  <a:pt x="315679" y="16766"/>
                  <a:pt x="314088" y="17011"/>
                  <a:pt x="312558" y="17500"/>
                </a:cubicBezTo>
                <a:cubicBezTo>
                  <a:pt x="311028" y="17989"/>
                  <a:pt x="309590" y="18676"/>
                  <a:pt x="308243" y="19563"/>
                </a:cubicBezTo>
                <a:cubicBezTo>
                  <a:pt x="306896" y="20449"/>
                  <a:pt x="305703" y="21519"/>
                  <a:pt x="304662" y="22772"/>
                </a:cubicBezTo>
                <a:cubicBezTo>
                  <a:pt x="303622" y="24026"/>
                  <a:pt x="302795" y="25386"/>
                  <a:pt x="302183" y="26853"/>
                </a:cubicBezTo>
                <a:lnTo>
                  <a:pt x="301999" y="26853"/>
                </a:lnTo>
                <a:lnTo>
                  <a:pt x="301999" y="18040"/>
                </a:lnTo>
                <a:lnTo>
                  <a:pt x="289605" y="18040"/>
                </a:lnTo>
                <a:close/>
                <a:moveTo>
                  <a:pt x="357514" y="36760"/>
                </a:moveTo>
                <a:lnTo>
                  <a:pt x="336307" y="36760"/>
                </a:lnTo>
                <a:cubicBezTo>
                  <a:pt x="336368" y="35840"/>
                  <a:pt x="336566" y="34796"/>
                  <a:pt x="336903" y="33629"/>
                </a:cubicBezTo>
                <a:cubicBezTo>
                  <a:pt x="337240" y="32462"/>
                  <a:pt x="337822" y="31357"/>
                  <a:pt x="338648" y="30313"/>
                </a:cubicBezTo>
                <a:cubicBezTo>
                  <a:pt x="339475" y="29269"/>
                  <a:pt x="340576" y="28394"/>
                  <a:pt x="341953" y="27688"/>
                </a:cubicBezTo>
                <a:cubicBezTo>
                  <a:pt x="343331" y="26982"/>
                  <a:pt x="345060" y="26629"/>
                  <a:pt x="347141" y="26629"/>
                </a:cubicBezTo>
                <a:cubicBezTo>
                  <a:pt x="350324" y="26629"/>
                  <a:pt x="352695" y="27489"/>
                  <a:pt x="354256" y="29208"/>
                </a:cubicBezTo>
                <a:cubicBezTo>
                  <a:pt x="355817" y="30927"/>
                  <a:pt x="356903" y="33445"/>
                  <a:pt x="357514" y="36760"/>
                </a:cubicBezTo>
                <a:moveTo>
                  <a:pt x="336307" y="45009"/>
                </a:moveTo>
                <a:lnTo>
                  <a:pt x="370553" y="45009"/>
                </a:lnTo>
                <a:cubicBezTo>
                  <a:pt x="370798" y="41329"/>
                  <a:pt x="370491" y="37803"/>
                  <a:pt x="369634" y="34429"/>
                </a:cubicBezTo>
                <a:cubicBezTo>
                  <a:pt x="368778" y="31056"/>
                  <a:pt x="367385" y="28051"/>
                  <a:pt x="365456" y="25414"/>
                </a:cubicBezTo>
                <a:cubicBezTo>
                  <a:pt x="363529" y="22777"/>
                  <a:pt x="361065" y="20676"/>
                  <a:pt x="358065" y="19113"/>
                </a:cubicBezTo>
                <a:cubicBezTo>
                  <a:pt x="355066" y="17549"/>
                  <a:pt x="351547" y="16766"/>
                  <a:pt x="347508" y="16766"/>
                </a:cubicBezTo>
                <a:cubicBezTo>
                  <a:pt x="343896" y="16766"/>
                  <a:pt x="340606" y="17410"/>
                  <a:pt x="337638" y="18698"/>
                </a:cubicBezTo>
                <a:cubicBezTo>
                  <a:pt x="334670" y="19985"/>
                  <a:pt x="332115" y="21748"/>
                  <a:pt x="329972" y="23985"/>
                </a:cubicBezTo>
                <a:cubicBezTo>
                  <a:pt x="327830" y="26223"/>
                  <a:pt x="326177" y="28875"/>
                  <a:pt x="325014" y="31941"/>
                </a:cubicBezTo>
                <a:cubicBezTo>
                  <a:pt x="323851" y="35006"/>
                  <a:pt x="323270" y="38317"/>
                  <a:pt x="323270" y="41874"/>
                </a:cubicBezTo>
                <a:cubicBezTo>
                  <a:pt x="323270" y="45552"/>
                  <a:pt x="323836" y="48924"/>
                  <a:pt x="324968" y="51990"/>
                </a:cubicBezTo>
                <a:cubicBezTo>
                  <a:pt x="326101" y="55055"/>
                  <a:pt x="327708" y="57692"/>
                  <a:pt x="329789" y="59900"/>
                </a:cubicBezTo>
                <a:cubicBezTo>
                  <a:pt x="331869" y="62107"/>
                  <a:pt x="334409" y="63808"/>
                  <a:pt x="337408" y="65003"/>
                </a:cubicBezTo>
                <a:cubicBezTo>
                  <a:pt x="340407" y="66199"/>
                  <a:pt x="343774" y="66796"/>
                  <a:pt x="347508" y="66796"/>
                </a:cubicBezTo>
                <a:cubicBezTo>
                  <a:pt x="352894" y="66796"/>
                  <a:pt x="357484" y="65573"/>
                  <a:pt x="361279" y="63127"/>
                </a:cubicBezTo>
                <a:cubicBezTo>
                  <a:pt x="365074" y="60681"/>
                  <a:pt x="367890" y="56614"/>
                  <a:pt x="369726" y="50927"/>
                </a:cubicBezTo>
                <a:lnTo>
                  <a:pt x="358250" y="50927"/>
                </a:lnTo>
                <a:cubicBezTo>
                  <a:pt x="357821" y="52383"/>
                  <a:pt x="356658" y="53763"/>
                  <a:pt x="354760" y="55068"/>
                </a:cubicBezTo>
                <a:cubicBezTo>
                  <a:pt x="352863" y="56372"/>
                  <a:pt x="350599" y="57024"/>
                  <a:pt x="347967" y="57024"/>
                </a:cubicBezTo>
                <a:cubicBezTo>
                  <a:pt x="344295" y="57024"/>
                  <a:pt x="341479" y="56076"/>
                  <a:pt x="339520" y="54181"/>
                </a:cubicBezTo>
                <a:cubicBezTo>
                  <a:pt x="337561" y="52285"/>
                  <a:pt x="336490" y="49228"/>
                  <a:pt x="336307" y="45009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asmx">
            <a:extLst xmlns:a="http://schemas.openxmlformats.org/drawingml/2006/main">
              <a:ext uri="{FF2B5EF4-FFF2-40B4-BE49-F238E27FC236}">
                <a16:creationId xmlns:a16="http://schemas.microsoft.com/office/drawing/2014/main" id="{FEEF4C3F-9ACE-4AAF-BC2A-35AABFC4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835" y="3406785"/>
            <a:ext cx="256768" cy="49968"/>
          </a:xfrm>
          <a:custGeom xmlns:a="http://schemas.openxmlformats.org/drawingml/2006/main">
            <a:pathLst>
              <a:path w="256768" h="49968">
                <a:moveTo>
                  <a:pt x="1470" y="15906"/>
                </a:moveTo>
                <a:cubicBezTo>
                  <a:pt x="1653" y="12846"/>
                  <a:pt x="2418" y="10306"/>
                  <a:pt x="3764" y="8287"/>
                </a:cubicBezTo>
                <a:cubicBezTo>
                  <a:pt x="5111" y="6266"/>
                  <a:pt x="6825" y="4644"/>
                  <a:pt x="8906" y="3420"/>
                </a:cubicBezTo>
                <a:cubicBezTo>
                  <a:pt x="10987" y="2195"/>
                  <a:pt x="13328" y="1323"/>
                  <a:pt x="15929" y="803"/>
                </a:cubicBezTo>
                <a:cubicBezTo>
                  <a:pt x="18531" y="283"/>
                  <a:pt x="21148" y="22"/>
                  <a:pt x="23779" y="22"/>
                </a:cubicBezTo>
                <a:cubicBezTo>
                  <a:pt x="26167" y="22"/>
                  <a:pt x="28584" y="191"/>
                  <a:pt x="31032" y="528"/>
                </a:cubicBezTo>
                <a:cubicBezTo>
                  <a:pt x="33481" y="864"/>
                  <a:pt x="35715" y="1522"/>
                  <a:pt x="37734" y="2502"/>
                </a:cubicBezTo>
                <a:cubicBezTo>
                  <a:pt x="39754" y="3481"/>
                  <a:pt x="41407" y="4843"/>
                  <a:pt x="42692" y="6587"/>
                </a:cubicBezTo>
                <a:cubicBezTo>
                  <a:pt x="43978" y="8332"/>
                  <a:pt x="44621" y="10642"/>
                  <a:pt x="44621" y="13519"/>
                </a:cubicBezTo>
                <a:lnTo>
                  <a:pt x="44621" y="38216"/>
                </a:lnTo>
                <a:cubicBezTo>
                  <a:pt x="44621" y="40359"/>
                  <a:pt x="44743" y="42409"/>
                  <a:pt x="44988" y="44368"/>
                </a:cubicBezTo>
                <a:cubicBezTo>
                  <a:pt x="45233" y="46326"/>
                  <a:pt x="45661" y="47795"/>
                  <a:pt x="46273" y="48775"/>
                </a:cubicBezTo>
                <a:lnTo>
                  <a:pt x="33052" y="48775"/>
                </a:lnTo>
                <a:cubicBezTo>
                  <a:pt x="32807" y="48041"/>
                  <a:pt x="32609" y="47291"/>
                  <a:pt x="32455" y="46526"/>
                </a:cubicBezTo>
                <a:cubicBezTo>
                  <a:pt x="32302" y="45761"/>
                  <a:pt x="32195" y="44980"/>
                  <a:pt x="32135" y="44184"/>
                </a:cubicBezTo>
                <a:cubicBezTo>
                  <a:pt x="30054" y="46326"/>
                  <a:pt x="27605" y="47826"/>
                  <a:pt x="24789" y="48684"/>
                </a:cubicBezTo>
                <a:cubicBezTo>
                  <a:pt x="21974" y="49540"/>
                  <a:pt x="19097" y="49968"/>
                  <a:pt x="16158" y="49968"/>
                </a:cubicBezTo>
                <a:cubicBezTo>
                  <a:pt x="13894" y="49968"/>
                  <a:pt x="11783" y="49693"/>
                  <a:pt x="9823" y="49142"/>
                </a:cubicBezTo>
                <a:cubicBezTo>
                  <a:pt x="7865" y="48591"/>
                  <a:pt x="6151" y="47734"/>
                  <a:pt x="4682" y="46571"/>
                </a:cubicBezTo>
                <a:cubicBezTo>
                  <a:pt x="3214" y="45408"/>
                  <a:pt x="2066" y="43940"/>
                  <a:pt x="1240" y="42165"/>
                </a:cubicBezTo>
                <a:cubicBezTo>
                  <a:pt x="413" y="40390"/>
                  <a:pt x="0" y="38278"/>
                  <a:pt x="0" y="35829"/>
                </a:cubicBezTo>
                <a:cubicBezTo>
                  <a:pt x="0" y="33136"/>
                  <a:pt x="474" y="30918"/>
                  <a:pt x="1423" y="29173"/>
                </a:cubicBezTo>
                <a:cubicBezTo>
                  <a:pt x="2372" y="27428"/>
                  <a:pt x="3596" y="26036"/>
                  <a:pt x="5095" y="24995"/>
                </a:cubicBezTo>
                <a:cubicBezTo>
                  <a:pt x="6595" y="23955"/>
                  <a:pt x="8309" y="23175"/>
                  <a:pt x="10237" y="22654"/>
                </a:cubicBezTo>
                <a:cubicBezTo>
                  <a:pt x="12165" y="22134"/>
                  <a:pt x="14109" y="21721"/>
                  <a:pt x="16067" y="21416"/>
                </a:cubicBezTo>
                <a:cubicBezTo>
                  <a:pt x="18026" y="21110"/>
                  <a:pt x="19953" y="20865"/>
                  <a:pt x="21850" y="20681"/>
                </a:cubicBezTo>
                <a:cubicBezTo>
                  <a:pt x="23748" y="20497"/>
                  <a:pt x="25432" y="20221"/>
                  <a:pt x="26901" y="19854"/>
                </a:cubicBezTo>
                <a:cubicBezTo>
                  <a:pt x="28370" y="19487"/>
                  <a:pt x="29533" y="18952"/>
                  <a:pt x="30389" y="18249"/>
                </a:cubicBezTo>
                <a:cubicBezTo>
                  <a:pt x="31246" y="17544"/>
                  <a:pt x="31645" y="16519"/>
                  <a:pt x="31584" y="15172"/>
                </a:cubicBezTo>
                <a:cubicBezTo>
                  <a:pt x="31584" y="13764"/>
                  <a:pt x="31354" y="12647"/>
                  <a:pt x="30895" y="11821"/>
                </a:cubicBezTo>
                <a:cubicBezTo>
                  <a:pt x="30435" y="10995"/>
                  <a:pt x="29823" y="10352"/>
                  <a:pt x="29058" y="9893"/>
                </a:cubicBezTo>
                <a:cubicBezTo>
                  <a:pt x="28293" y="9434"/>
                  <a:pt x="27405" y="9128"/>
                  <a:pt x="26395" y="8974"/>
                </a:cubicBezTo>
                <a:cubicBezTo>
                  <a:pt x="25385" y="8821"/>
                  <a:pt x="24299" y="8745"/>
                  <a:pt x="23136" y="8745"/>
                </a:cubicBezTo>
                <a:cubicBezTo>
                  <a:pt x="20566" y="8745"/>
                  <a:pt x="18546" y="9296"/>
                  <a:pt x="17077" y="10398"/>
                </a:cubicBezTo>
                <a:cubicBezTo>
                  <a:pt x="15608" y="11500"/>
                  <a:pt x="14751" y="13336"/>
                  <a:pt x="14507" y="15906"/>
                </a:cubicBezTo>
                <a:lnTo>
                  <a:pt x="1470" y="15906"/>
                </a:lnTo>
                <a:moveTo>
                  <a:pt x="31584" y="25546"/>
                </a:moveTo>
                <a:cubicBezTo>
                  <a:pt x="31033" y="26036"/>
                  <a:pt x="30344" y="26419"/>
                  <a:pt x="29518" y="26695"/>
                </a:cubicBezTo>
                <a:cubicBezTo>
                  <a:pt x="28691" y="26970"/>
                  <a:pt x="27803" y="27200"/>
                  <a:pt x="26854" y="27384"/>
                </a:cubicBezTo>
                <a:cubicBezTo>
                  <a:pt x="25907" y="27567"/>
                  <a:pt x="24912" y="27720"/>
                  <a:pt x="23870" y="27842"/>
                </a:cubicBezTo>
                <a:cubicBezTo>
                  <a:pt x="22830" y="27964"/>
                  <a:pt x="21790" y="28117"/>
                  <a:pt x="20749" y="28300"/>
                </a:cubicBezTo>
                <a:cubicBezTo>
                  <a:pt x="19770" y="28484"/>
                  <a:pt x="18807" y="28729"/>
                  <a:pt x="17858" y="29036"/>
                </a:cubicBezTo>
                <a:cubicBezTo>
                  <a:pt x="16909" y="29341"/>
                  <a:pt x="16082" y="29754"/>
                  <a:pt x="15378" y="30276"/>
                </a:cubicBezTo>
                <a:cubicBezTo>
                  <a:pt x="14675" y="30796"/>
                  <a:pt x="14109" y="31454"/>
                  <a:pt x="13680" y="32249"/>
                </a:cubicBezTo>
                <a:cubicBezTo>
                  <a:pt x="13251" y="33044"/>
                  <a:pt x="13037" y="34054"/>
                  <a:pt x="13037" y="35278"/>
                </a:cubicBezTo>
                <a:cubicBezTo>
                  <a:pt x="13037" y="36441"/>
                  <a:pt x="13251" y="37420"/>
                  <a:pt x="13680" y="38216"/>
                </a:cubicBezTo>
                <a:cubicBezTo>
                  <a:pt x="14109" y="39012"/>
                  <a:pt x="14690" y="39639"/>
                  <a:pt x="15424" y="40099"/>
                </a:cubicBezTo>
                <a:cubicBezTo>
                  <a:pt x="16159" y="40557"/>
                  <a:pt x="17016" y="40879"/>
                  <a:pt x="17995" y="41063"/>
                </a:cubicBezTo>
                <a:cubicBezTo>
                  <a:pt x="18975" y="41247"/>
                  <a:pt x="19985" y="41339"/>
                  <a:pt x="21025" y="41339"/>
                </a:cubicBezTo>
                <a:cubicBezTo>
                  <a:pt x="23595" y="41339"/>
                  <a:pt x="25584" y="40910"/>
                  <a:pt x="26992" y="40054"/>
                </a:cubicBezTo>
                <a:cubicBezTo>
                  <a:pt x="28400" y="39197"/>
                  <a:pt x="29441" y="38171"/>
                  <a:pt x="30114" y="36978"/>
                </a:cubicBezTo>
                <a:cubicBezTo>
                  <a:pt x="30788" y="35784"/>
                  <a:pt x="31201" y="34575"/>
                  <a:pt x="31354" y="33351"/>
                </a:cubicBezTo>
                <a:cubicBezTo>
                  <a:pt x="31507" y="32126"/>
                  <a:pt x="31584" y="31147"/>
                  <a:pt x="31584" y="30413"/>
                </a:cubicBezTo>
                <a:lnTo>
                  <a:pt x="31584" y="25546"/>
                </a:lnTo>
                <a:close/>
                <a:moveTo>
                  <a:pt x="64911" y="33353"/>
                </a:moveTo>
                <a:lnTo>
                  <a:pt x="52517" y="33353"/>
                </a:lnTo>
                <a:cubicBezTo>
                  <a:pt x="52639" y="36531"/>
                  <a:pt x="53358" y="39173"/>
                  <a:pt x="54674" y="41281"/>
                </a:cubicBezTo>
                <a:cubicBezTo>
                  <a:pt x="55990" y="43388"/>
                  <a:pt x="57673" y="45083"/>
                  <a:pt x="59723" y="46367"/>
                </a:cubicBezTo>
                <a:cubicBezTo>
                  <a:pt x="61774" y="47650"/>
                  <a:pt x="64116" y="48566"/>
                  <a:pt x="66748" y="49115"/>
                </a:cubicBezTo>
                <a:cubicBezTo>
                  <a:pt x="69379" y="49665"/>
                  <a:pt x="72072" y="49940"/>
                  <a:pt x="74827" y="49940"/>
                </a:cubicBezTo>
                <a:cubicBezTo>
                  <a:pt x="77519" y="49940"/>
                  <a:pt x="80166" y="49680"/>
                  <a:pt x="82767" y="49159"/>
                </a:cubicBezTo>
                <a:cubicBezTo>
                  <a:pt x="85369" y="48638"/>
                  <a:pt x="87680" y="47735"/>
                  <a:pt x="89699" y="46449"/>
                </a:cubicBezTo>
                <a:cubicBezTo>
                  <a:pt x="91719" y="45163"/>
                  <a:pt x="93356" y="43464"/>
                  <a:pt x="94611" y="41351"/>
                </a:cubicBezTo>
                <a:cubicBezTo>
                  <a:pt x="95866" y="39239"/>
                  <a:pt x="96494" y="36621"/>
                  <a:pt x="96494" y="33498"/>
                </a:cubicBezTo>
                <a:cubicBezTo>
                  <a:pt x="96494" y="31294"/>
                  <a:pt x="96065" y="29442"/>
                  <a:pt x="95207" y="27942"/>
                </a:cubicBezTo>
                <a:cubicBezTo>
                  <a:pt x="94351" y="26441"/>
                  <a:pt x="93219" y="25185"/>
                  <a:pt x="91810" y="24174"/>
                </a:cubicBezTo>
                <a:cubicBezTo>
                  <a:pt x="90403" y="23164"/>
                  <a:pt x="88796" y="22353"/>
                  <a:pt x="86991" y="21741"/>
                </a:cubicBezTo>
                <a:cubicBezTo>
                  <a:pt x="85186" y="21128"/>
                  <a:pt x="83334" y="20608"/>
                  <a:pt x="81436" y="20179"/>
                </a:cubicBezTo>
                <a:cubicBezTo>
                  <a:pt x="79600" y="19750"/>
                  <a:pt x="77794" y="19352"/>
                  <a:pt x="76019" y="18985"/>
                </a:cubicBezTo>
                <a:cubicBezTo>
                  <a:pt x="74244" y="18617"/>
                  <a:pt x="72668" y="18204"/>
                  <a:pt x="71291" y="17746"/>
                </a:cubicBezTo>
                <a:cubicBezTo>
                  <a:pt x="69914" y="17286"/>
                  <a:pt x="68797" y="16689"/>
                  <a:pt x="67940" y="15954"/>
                </a:cubicBezTo>
                <a:cubicBezTo>
                  <a:pt x="67083" y="15219"/>
                  <a:pt x="66655" y="14269"/>
                  <a:pt x="66655" y="13106"/>
                </a:cubicBezTo>
                <a:cubicBezTo>
                  <a:pt x="66655" y="12126"/>
                  <a:pt x="66900" y="11345"/>
                  <a:pt x="67389" y="10763"/>
                </a:cubicBezTo>
                <a:cubicBezTo>
                  <a:pt x="67879" y="10182"/>
                  <a:pt x="68476" y="9738"/>
                  <a:pt x="69180" y="9432"/>
                </a:cubicBezTo>
                <a:cubicBezTo>
                  <a:pt x="69884" y="9126"/>
                  <a:pt x="70664" y="8927"/>
                  <a:pt x="71521" y="8836"/>
                </a:cubicBezTo>
                <a:cubicBezTo>
                  <a:pt x="72378" y="8743"/>
                  <a:pt x="73174" y="8697"/>
                  <a:pt x="73908" y="8697"/>
                </a:cubicBezTo>
                <a:cubicBezTo>
                  <a:pt x="76233" y="8697"/>
                  <a:pt x="78253" y="9143"/>
                  <a:pt x="79967" y="10035"/>
                </a:cubicBezTo>
                <a:cubicBezTo>
                  <a:pt x="81681" y="10926"/>
                  <a:pt x="82629" y="12632"/>
                  <a:pt x="82813" y="15152"/>
                </a:cubicBezTo>
                <a:lnTo>
                  <a:pt x="95209" y="15152"/>
                </a:lnTo>
                <a:cubicBezTo>
                  <a:pt x="94964" y="12214"/>
                  <a:pt x="94214" y="9781"/>
                  <a:pt x="92959" y="7852"/>
                </a:cubicBezTo>
                <a:cubicBezTo>
                  <a:pt x="91705" y="5924"/>
                  <a:pt x="90129" y="4378"/>
                  <a:pt x="88231" y="3215"/>
                </a:cubicBezTo>
                <a:cubicBezTo>
                  <a:pt x="86334" y="2051"/>
                  <a:pt x="84177" y="1225"/>
                  <a:pt x="81759" y="735"/>
                </a:cubicBezTo>
                <a:cubicBezTo>
                  <a:pt x="79341" y="245"/>
                  <a:pt x="76846" y="0"/>
                  <a:pt x="74276" y="0"/>
                </a:cubicBezTo>
                <a:cubicBezTo>
                  <a:pt x="71705" y="0"/>
                  <a:pt x="69195" y="230"/>
                  <a:pt x="66746" y="689"/>
                </a:cubicBezTo>
                <a:cubicBezTo>
                  <a:pt x="64298" y="1148"/>
                  <a:pt x="62095" y="1944"/>
                  <a:pt x="60137" y="3076"/>
                </a:cubicBezTo>
                <a:cubicBezTo>
                  <a:pt x="58178" y="4209"/>
                  <a:pt x="56602" y="5755"/>
                  <a:pt x="55408" y="7715"/>
                </a:cubicBezTo>
                <a:cubicBezTo>
                  <a:pt x="54215" y="9674"/>
                  <a:pt x="53618" y="12185"/>
                  <a:pt x="53618" y="15248"/>
                </a:cubicBezTo>
                <a:cubicBezTo>
                  <a:pt x="53618" y="17330"/>
                  <a:pt x="54046" y="19090"/>
                  <a:pt x="54903" y="20529"/>
                </a:cubicBezTo>
                <a:cubicBezTo>
                  <a:pt x="55760" y="21968"/>
                  <a:pt x="56892" y="23162"/>
                  <a:pt x="58300" y="24111"/>
                </a:cubicBezTo>
                <a:cubicBezTo>
                  <a:pt x="59708" y="25060"/>
                  <a:pt x="61315" y="25826"/>
                  <a:pt x="63121" y="26408"/>
                </a:cubicBezTo>
                <a:cubicBezTo>
                  <a:pt x="64926" y="26989"/>
                  <a:pt x="66777" y="27495"/>
                  <a:pt x="68675" y="27923"/>
                </a:cubicBezTo>
                <a:cubicBezTo>
                  <a:pt x="73326" y="28903"/>
                  <a:pt x="76952" y="29883"/>
                  <a:pt x="79553" y="30863"/>
                </a:cubicBezTo>
                <a:cubicBezTo>
                  <a:pt x="82155" y="31842"/>
                  <a:pt x="83456" y="33312"/>
                  <a:pt x="83456" y="35271"/>
                </a:cubicBezTo>
                <a:cubicBezTo>
                  <a:pt x="83456" y="36434"/>
                  <a:pt x="83181" y="37398"/>
                  <a:pt x="82630" y="38164"/>
                </a:cubicBezTo>
                <a:cubicBezTo>
                  <a:pt x="82079" y="38930"/>
                  <a:pt x="81390" y="39543"/>
                  <a:pt x="80564" y="40002"/>
                </a:cubicBezTo>
                <a:cubicBezTo>
                  <a:pt x="79738" y="40461"/>
                  <a:pt x="78820" y="40797"/>
                  <a:pt x="77809" y="41012"/>
                </a:cubicBezTo>
                <a:cubicBezTo>
                  <a:pt x="76800" y="41226"/>
                  <a:pt x="75836" y="41333"/>
                  <a:pt x="74918" y="41333"/>
                </a:cubicBezTo>
                <a:cubicBezTo>
                  <a:pt x="73633" y="41333"/>
                  <a:pt x="72393" y="41180"/>
                  <a:pt x="71200" y="40875"/>
                </a:cubicBezTo>
                <a:cubicBezTo>
                  <a:pt x="70006" y="40569"/>
                  <a:pt x="68950" y="40095"/>
                  <a:pt x="68032" y="39453"/>
                </a:cubicBezTo>
                <a:cubicBezTo>
                  <a:pt x="67114" y="38810"/>
                  <a:pt x="66364" y="37985"/>
                  <a:pt x="65782" y="36976"/>
                </a:cubicBezTo>
                <a:cubicBezTo>
                  <a:pt x="65201" y="35968"/>
                  <a:pt x="64911" y="34760"/>
                  <a:pt x="64911" y="33353"/>
                </a:cubicBezTo>
                <a:close/>
                <a:moveTo>
                  <a:pt x="129394" y="1307"/>
                </a:moveTo>
                <a:lnTo>
                  <a:pt x="129394" y="48775"/>
                </a:lnTo>
                <a:lnTo>
                  <a:pt x="142431" y="48775"/>
                </a:lnTo>
                <a:lnTo>
                  <a:pt x="142431" y="21235"/>
                </a:lnTo>
                <a:cubicBezTo>
                  <a:pt x="142431" y="18910"/>
                  <a:pt x="142767" y="17028"/>
                  <a:pt x="143441" y="15590"/>
                </a:cubicBezTo>
                <a:cubicBezTo>
                  <a:pt x="144114" y="14151"/>
                  <a:pt x="144925" y="13050"/>
                  <a:pt x="145874" y="12285"/>
                </a:cubicBezTo>
                <a:cubicBezTo>
                  <a:pt x="146823" y="11520"/>
                  <a:pt x="147802" y="11000"/>
                  <a:pt x="148812" y="10724"/>
                </a:cubicBezTo>
                <a:cubicBezTo>
                  <a:pt x="149822" y="10449"/>
                  <a:pt x="150633" y="10311"/>
                  <a:pt x="151245" y="10311"/>
                </a:cubicBezTo>
                <a:cubicBezTo>
                  <a:pt x="153326" y="10311"/>
                  <a:pt x="154902" y="10663"/>
                  <a:pt x="155974" y="11367"/>
                </a:cubicBezTo>
                <a:cubicBezTo>
                  <a:pt x="157045" y="12070"/>
                  <a:pt x="157810" y="13003"/>
                  <a:pt x="158268" y="14166"/>
                </a:cubicBezTo>
                <a:cubicBezTo>
                  <a:pt x="158728" y="15329"/>
                  <a:pt x="158988" y="16599"/>
                  <a:pt x="159049" y="17977"/>
                </a:cubicBezTo>
                <a:cubicBezTo>
                  <a:pt x="159110" y="19353"/>
                  <a:pt x="159141" y="20745"/>
                  <a:pt x="159141" y="22153"/>
                </a:cubicBezTo>
                <a:lnTo>
                  <a:pt x="159141" y="48775"/>
                </a:lnTo>
                <a:lnTo>
                  <a:pt x="172178" y="48775"/>
                </a:lnTo>
                <a:lnTo>
                  <a:pt x="172178" y="22336"/>
                </a:lnTo>
                <a:cubicBezTo>
                  <a:pt x="172178" y="20867"/>
                  <a:pt x="172285" y="19414"/>
                  <a:pt x="172499" y="17977"/>
                </a:cubicBezTo>
                <a:cubicBezTo>
                  <a:pt x="172714" y="16538"/>
                  <a:pt x="173142" y="15253"/>
                  <a:pt x="173785" y="14121"/>
                </a:cubicBezTo>
                <a:cubicBezTo>
                  <a:pt x="174428" y="12989"/>
                  <a:pt x="175315" y="12070"/>
                  <a:pt x="176447" y="11367"/>
                </a:cubicBezTo>
                <a:cubicBezTo>
                  <a:pt x="177580" y="10663"/>
                  <a:pt x="179064" y="10311"/>
                  <a:pt x="180900" y="10311"/>
                </a:cubicBezTo>
                <a:cubicBezTo>
                  <a:pt x="182736" y="10311"/>
                  <a:pt x="184190" y="10617"/>
                  <a:pt x="185260" y="11230"/>
                </a:cubicBezTo>
                <a:cubicBezTo>
                  <a:pt x="186331" y="11842"/>
                  <a:pt x="187142" y="12668"/>
                  <a:pt x="187693" y="13708"/>
                </a:cubicBezTo>
                <a:cubicBezTo>
                  <a:pt x="188244" y="14748"/>
                  <a:pt x="188581" y="15972"/>
                  <a:pt x="188703" y="17380"/>
                </a:cubicBezTo>
                <a:cubicBezTo>
                  <a:pt x="188826" y="18787"/>
                  <a:pt x="188887" y="20286"/>
                  <a:pt x="188887" y="21877"/>
                </a:cubicBezTo>
                <a:lnTo>
                  <a:pt x="188887" y="48775"/>
                </a:lnTo>
                <a:lnTo>
                  <a:pt x="201925" y="48775"/>
                </a:lnTo>
                <a:lnTo>
                  <a:pt x="201925" y="16993"/>
                </a:lnTo>
                <a:cubicBezTo>
                  <a:pt x="201925" y="13932"/>
                  <a:pt x="201497" y="11314"/>
                  <a:pt x="200639" y="9140"/>
                </a:cubicBezTo>
                <a:cubicBezTo>
                  <a:pt x="199783" y="6965"/>
                  <a:pt x="198589" y="5205"/>
                  <a:pt x="197059" y="3858"/>
                </a:cubicBezTo>
                <a:cubicBezTo>
                  <a:pt x="195529" y="2510"/>
                  <a:pt x="193693" y="1531"/>
                  <a:pt x="191550" y="919"/>
                </a:cubicBezTo>
                <a:cubicBezTo>
                  <a:pt x="189409" y="306"/>
                  <a:pt x="187083" y="0"/>
                  <a:pt x="184574" y="0"/>
                </a:cubicBezTo>
                <a:cubicBezTo>
                  <a:pt x="181268" y="0"/>
                  <a:pt x="178407" y="798"/>
                  <a:pt x="175989" y="2394"/>
                </a:cubicBezTo>
                <a:cubicBezTo>
                  <a:pt x="173571" y="3989"/>
                  <a:pt x="171658" y="5830"/>
                  <a:pt x="170250" y="7917"/>
                </a:cubicBezTo>
                <a:cubicBezTo>
                  <a:pt x="168965" y="4971"/>
                  <a:pt x="167083" y="2915"/>
                  <a:pt x="164603" y="1750"/>
                </a:cubicBezTo>
                <a:cubicBezTo>
                  <a:pt x="162125" y="583"/>
                  <a:pt x="159386" y="0"/>
                  <a:pt x="156387" y="0"/>
                </a:cubicBezTo>
                <a:cubicBezTo>
                  <a:pt x="153266" y="0"/>
                  <a:pt x="150496" y="675"/>
                  <a:pt x="148078" y="2026"/>
                </a:cubicBezTo>
                <a:cubicBezTo>
                  <a:pt x="145660" y="3375"/>
                  <a:pt x="143594" y="5278"/>
                  <a:pt x="141880" y="7733"/>
                </a:cubicBezTo>
                <a:lnTo>
                  <a:pt x="141697" y="7733"/>
                </a:lnTo>
                <a:lnTo>
                  <a:pt x="141697" y="1307"/>
                </a:lnTo>
                <a:lnTo>
                  <a:pt x="129394" y="1307"/>
                </a:lnTo>
                <a:close/>
                <a:moveTo>
                  <a:pt x="224542" y="23821"/>
                </a:moveTo>
                <a:lnTo>
                  <a:pt x="207465" y="48775"/>
                </a:lnTo>
                <a:lnTo>
                  <a:pt x="222062" y="48775"/>
                </a:lnTo>
                <a:lnTo>
                  <a:pt x="231978" y="33821"/>
                </a:lnTo>
                <a:lnTo>
                  <a:pt x="241894" y="48775"/>
                </a:lnTo>
                <a:lnTo>
                  <a:pt x="256768" y="48775"/>
                </a:lnTo>
                <a:lnTo>
                  <a:pt x="239231" y="23545"/>
                </a:lnTo>
                <a:lnTo>
                  <a:pt x="254840" y="1345"/>
                </a:lnTo>
                <a:lnTo>
                  <a:pt x="240424" y="1345"/>
                </a:lnTo>
                <a:lnTo>
                  <a:pt x="232162" y="13731"/>
                </a:lnTo>
                <a:lnTo>
                  <a:pt x="223806" y="1345"/>
                </a:lnTo>
                <a:lnTo>
                  <a:pt x="208934" y="1345"/>
                </a:lnTo>
                <a:lnTo>
                  <a:pt x="224542" y="23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a=mx.array([1,float('nan'),3])">
            <a:extLst xmlns:a="http://schemas.openxmlformats.org/drawingml/2006/main">
              <a:ext uri="{FF2B5EF4-FFF2-40B4-BE49-F238E27FC236}">
                <a16:creationId xmlns:a16="http://schemas.microsoft.com/office/drawing/2014/main" id="{BD8C38D2-D61F-4367-8F2E-6B536271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705" y="3498578"/>
            <a:ext cx="1340020" cy="83742"/>
          </a:xfrm>
          <a:custGeom xmlns:a="http://schemas.openxmlformats.org/drawingml/2006/main">
            <a:pathLst>
              <a:path w="1340020" h="83742">
                <a:moveTo>
                  <a:pt x="1470" y="34286"/>
                </a:moveTo>
                <a:cubicBezTo>
                  <a:pt x="1653" y="31226"/>
                  <a:pt x="2418" y="28686"/>
                  <a:pt x="3764" y="26667"/>
                </a:cubicBezTo>
                <a:cubicBezTo>
                  <a:pt x="5111" y="24647"/>
                  <a:pt x="6825" y="23024"/>
                  <a:pt x="8906" y="21800"/>
                </a:cubicBezTo>
                <a:cubicBezTo>
                  <a:pt x="10987" y="20575"/>
                  <a:pt x="13328" y="19703"/>
                  <a:pt x="15929" y="19183"/>
                </a:cubicBezTo>
                <a:cubicBezTo>
                  <a:pt x="18531" y="18663"/>
                  <a:pt x="21148" y="18403"/>
                  <a:pt x="23779" y="18403"/>
                </a:cubicBezTo>
                <a:cubicBezTo>
                  <a:pt x="26167" y="18403"/>
                  <a:pt x="28584" y="18571"/>
                  <a:pt x="31032" y="18908"/>
                </a:cubicBezTo>
                <a:cubicBezTo>
                  <a:pt x="33481" y="19245"/>
                  <a:pt x="35715" y="19903"/>
                  <a:pt x="37734" y="20882"/>
                </a:cubicBezTo>
                <a:cubicBezTo>
                  <a:pt x="39754" y="21861"/>
                  <a:pt x="41407" y="23223"/>
                  <a:pt x="42692" y="24967"/>
                </a:cubicBezTo>
                <a:cubicBezTo>
                  <a:pt x="43978" y="26712"/>
                  <a:pt x="44621" y="29023"/>
                  <a:pt x="44621" y="31899"/>
                </a:cubicBezTo>
                <a:lnTo>
                  <a:pt x="44621" y="56596"/>
                </a:lnTo>
                <a:cubicBezTo>
                  <a:pt x="44621" y="58739"/>
                  <a:pt x="44743" y="60789"/>
                  <a:pt x="44988" y="62748"/>
                </a:cubicBezTo>
                <a:cubicBezTo>
                  <a:pt x="45233" y="64706"/>
                  <a:pt x="45661" y="66175"/>
                  <a:pt x="46273" y="67155"/>
                </a:cubicBezTo>
                <a:lnTo>
                  <a:pt x="33052" y="67155"/>
                </a:lnTo>
                <a:cubicBezTo>
                  <a:pt x="32807" y="66421"/>
                  <a:pt x="32609" y="65671"/>
                  <a:pt x="32455" y="64907"/>
                </a:cubicBezTo>
                <a:cubicBezTo>
                  <a:pt x="32302" y="64141"/>
                  <a:pt x="32195" y="63360"/>
                  <a:pt x="32135" y="62564"/>
                </a:cubicBezTo>
                <a:cubicBezTo>
                  <a:pt x="30054" y="64707"/>
                  <a:pt x="27605" y="66207"/>
                  <a:pt x="24789" y="67064"/>
                </a:cubicBezTo>
                <a:cubicBezTo>
                  <a:pt x="21974" y="67920"/>
                  <a:pt x="19097" y="68349"/>
                  <a:pt x="16158" y="68349"/>
                </a:cubicBezTo>
                <a:cubicBezTo>
                  <a:pt x="13894" y="68349"/>
                  <a:pt x="11783" y="68073"/>
                  <a:pt x="9823" y="67522"/>
                </a:cubicBezTo>
                <a:cubicBezTo>
                  <a:pt x="7865" y="66971"/>
                  <a:pt x="6151" y="66114"/>
                  <a:pt x="4682" y="64951"/>
                </a:cubicBezTo>
                <a:cubicBezTo>
                  <a:pt x="3214" y="63789"/>
                  <a:pt x="2066" y="62320"/>
                  <a:pt x="1240" y="60545"/>
                </a:cubicBezTo>
                <a:cubicBezTo>
                  <a:pt x="413" y="58770"/>
                  <a:pt x="0" y="56658"/>
                  <a:pt x="0" y="54209"/>
                </a:cubicBezTo>
                <a:cubicBezTo>
                  <a:pt x="0" y="51516"/>
                  <a:pt x="474" y="49298"/>
                  <a:pt x="1423" y="47553"/>
                </a:cubicBezTo>
                <a:cubicBezTo>
                  <a:pt x="2372" y="45809"/>
                  <a:pt x="3596" y="44416"/>
                  <a:pt x="5095" y="43376"/>
                </a:cubicBezTo>
                <a:cubicBezTo>
                  <a:pt x="6595" y="42335"/>
                  <a:pt x="8309" y="41555"/>
                  <a:pt x="10237" y="41035"/>
                </a:cubicBezTo>
                <a:cubicBezTo>
                  <a:pt x="12165" y="40514"/>
                  <a:pt x="14109" y="40102"/>
                  <a:pt x="16067" y="39796"/>
                </a:cubicBezTo>
                <a:cubicBezTo>
                  <a:pt x="18026" y="39490"/>
                  <a:pt x="19953" y="39245"/>
                  <a:pt x="21850" y="39061"/>
                </a:cubicBezTo>
                <a:cubicBezTo>
                  <a:pt x="23748" y="38877"/>
                  <a:pt x="25432" y="38601"/>
                  <a:pt x="26901" y="38234"/>
                </a:cubicBezTo>
                <a:cubicBezTo>
                  <a:pt x="28370" y="37867"/>
                  <a:pt x="29533" y="37332"/>
                  <a:pt x="30389" y="36629"/>
                </a:cubicBezTo>
                <a:cubicBezTo>
                  <a:pt x="31246" y="35925"/>
                  <a:pt x="31645" y="34899"/>
                  <a:pt x="31584" y="33552"/>
                </a:cubicBezTo>
                <a:cubicBezTo>
                  <a:pt x="31584" y="32144"/>
                  <a:pt x="31354" y="31027"/>
                  <a:pt x="30895" y="30201"/>
                </a:cubicBezTo>
                <a:cubicBezTo>
                  <a:pt x="30435" y="29375"/>
                  <a:pt x="29823" y="28732"/>
                  <a:pt x="29058" y="28274"/>
                </a:cubicBezTo>
                <a:cubicBezTo>
                  <a:pt x="28293" y="27814"/>
                  <a:pt x="27405" y="27508"/>
                  <a:pt x="26395" y="27355"/>
                </a:cubicBezTo>
                <a:cubicBezTo>
                  <a:pt x="25385" y="27201"/>
                  <a:pt x="24299" y="27125"/>
                  <a:pt x="23136" y="27125"/>
                </a:cubicBezTo>
                <a:cubicBezTo>
                  <a:pt x="20566" y="27125"/>
                  <a:pt x="18546" y="27676"/>
                  <a:pt x="17077" y="28778"/>
                </a:cubicBezTo>
                <a:cubicBezTo>
                  <a:pt x="15608" y="29880"/>
                  <a:pt x="14751" y="31716"/>
                  <a:pt x="14507" y="34286"/>
                </a:cubicBezTo>
                <a:lnTo>
                  <a:pt x="1470" y="34286"/>
                </a:lnTo>
                <a:moveTo>
                  <a:pt x="31584" y="43926"/>
                </a:moveTo>
                <a:cubicBezTo>
                  <a:pt x="31033" y="44417"/>
                  <a:pt x="30344" y="44799"/>
                  <a:pt x="29518" y="45075"/>
                </a:cubicBezTo>
                <a:cubicBezTo>
                  <a:pt x="28691" y="45350"/>
                  <a:pt x="27803" y="45580"/>
                  <a:pt x="26854" y="45764"/>
                </a:cubicBezTo>
                <a:cubicBezTo>
                  <a:pt x="25907" y="45947"/>
                  <a:pt x="24912" y="46100"/>
                  <a:pt x="23870" y="46222"/>
                </a:cubicBezTo>
                <a:cubicBezTo>
                  <a:pt x="22830" y="46345"/>
                  <a:pt x="21790" y="46497"/>
                  <a:pt x="20749" y="46680"/>
                </a:cubicBezTo>
                <a:cubicBezTo>
                  <a:pt x="19770" y="46864"/>
                  <a:pt x="18807" y="47110"/>
                  <a:pt x="17858" y="47416"/>
                </a:cubicBezTo>
                <a:cubicBezTo>
                  <a:pt x="16909" y="47721"/>
                  <a:pt x="16082" y="48135"/>
                  <a:pt x="15378" y="48656"/>
                </a:cubicBezTo>
                <a:cubicBezTo>
                  <a:pt x="14675" y="49176"/>
                  <a:pt x="14109" y="49834"/>
                  <a:pt x="13680" y="50630"/>
                </a:cubicBezTo>
                <a:cubicBezTo>
                  <a:pt x="13251" y="51424"/>
                  <a:pt x="13037" y="52434"/>
                  <a:pt x="13037" y="53658"/>
                </a:cubicBezTo>
                <a:cubicBezTo>
                  <a:pt x="13037" y="54821"/>
                  <a:pt x="13251" y="55801"/>
                  <a:pt x="13680" y="56596"/>
                </a:cubicBezTo>
                <a:cubicBezTo>
                  <a:pt x="14109" y="57392"/>
                  <a:pt x="14690" y="58020"/>
                  <a:pt x="15424" y="58479"/>
                </a:cubicBezTo>
                <a:cubicBezTo>
                  <a:pt x="16159" y="58938"/>
                  <a:pt x="17016" y="59259"/>
                  <a:pt x="17995" y="59443"/>
                </a:cubicBezTo>
                <a:cubicBezTo>
                  <a:pt x="18975" y="59627"/>
                  <a:pt x="19985" y="59719"/>
                  <a:pt x="21025" y="59719"/>
                </a:cubicBezTo>
                <a:cubicBezTo>
                  <a:pt x="23595" y="59719"/>
                  <a:pt x="25584" y="59291"/>
                  <a:pt x="26992" y="58434"/>
                </a:cubicBezTo>
                <a:cubicBezTo>
                  <a:pt x="28400" y="57577"/>
                  <a:pt x="29441" y="56551"/>
                  <a:pt x="30114" y="55358"/>
                </a:cubicBezTo>
                <a:cubicBezTo>
                  <a:pt x="30788" y="54164"/>
                  <a:pt x="31201" y="52955"/>
                  <a:pt x="31354" y="51731"/>
                </a:cubicBezTo>
                <a:cubicBezTo>
                  <a:pt x="31507" y="50506"/>
                  <a:pt x="31584" y="49527"/>
                  <a:pt x="31584" y="48793"/>
                </a:cubicBezTo>
                <a:lnTo>
                  <a:pt x="31584" y="43926"/>
                </a:lnTo>
                <a:close/>
                <a:moveTo>
                  <a:pt x="125873" y="58727"/>
                </a:moveTo>
                <a:lnTo>
                  <a:pt x="125873" y="48865"/>
                </a:lnTo>
                <a:lnTo>
                  <a:pt x="79509" y="48865"/>
                </a:lnTo>
                <a:lnTo>
                  <a:pt x="79509" y="58727"/>
                </a:lnTo>
                <a:lnTo>
                  <a:pt x="125873" y="58727"/>
                </a:lnTo>
                <a:moveTo>
                  <a:pt x="125873" y="39092"/>
                </a:moveTo>
                <a:lnTo>
                  <a:pt x="125873" y="29229"/>
                </a:lnTo>
                <a:lnTo>
                  <a:pt x="79509" y="29229"/>
                </a:lnTo>
                <a:lnTo>
                  <a:pt x="79509" y="39092"/>
                </a:lnTo>
                <a:lnTo>
                  <a:pt x="125873" y="39092"/>
                </a:lnTo>
                <a:close/>
                <a:moveTo>
                  <a:pt x="160762" y="19687"/>
                </a:moveTo>
                <a:lnTo>
                  <a:pt x="160762" y="67155"/>
                </a:lnTo>
                <a:lnTo>
                  <a:pt x="173799" y="67155"/>
                </a:lnTo>
                <a:lnTo>
                  <a:pt x="173799" y="39616"/>
                </a:lnTo>
                <a:cubicBezTo>
                  <a:pt x="173799" y="37290"/>
                  <a:pt x="174136" y="35408"/>
                  <a:pt x="174809" y="33970"/>
                </a:cubicBezTo>
                <a:cubicBezTo>
                  <a:pt x="175482" y="32532"/>
                  <a:pt x="176294" y="31430"/>
                  <a:pt x="177242" y="30665"/>
                </a:cubicBezTo>
                <a:cubicBezTo>
                  <a:pt x="178191" y="29900"/>
                  <a:pt x="179171" y="29380"/>
                  <a:pt x="180180" y="29104"/>
                </a:cubicBezTo>
                <a:cubicBezTo>
                  <a:pt x="181190" y="28829"/>
                  <a:pt x="182001" y="28691"/>
                  <a:pt x="182614" y="28691"/>
                </a:cubicBezTo>
                <a:cubicBezTo>
                  <a:pt x="184694" y="28691"/>
                  <a:pt x="186270" y="29043"/>
                  <a:pt x="187342" y="29747"/>
                </a:cubicBezTo>
                <a:cubicBezTo>
                  <a:pt x="188413" y="30451"/>
                  <a:pt x="189178" y="31384"/>
                  <a:pt x="189636" y="32546"/>
                </a:cubicBezTo>
                <a:cubicBezTo>
                  <a:pt x="190096" y="33709"/>
                  <a:pt x="190356" y="34979"/>
                  <a:pt x="190417" y="36357"/>
                </a:cubicBezTo>
                <a:cubicBezTo>
                  <a:pt x="190478" y="37734"/>
                  <a:pt x="190509" y="39126"/>
                  <a:pt x="190509" y="40533"/>
                </a:cubicBezTo>
                <a:lnTo>
                  <a:pt x="190509" y="67155"/>
                </a:lnTo>
                <a:lnTo>
                  <a:pt x="203546" y="67155"/>
                </a:lnTo>
                <a:lnTo>
                  <a:pt x="203546" y="40717"/>
                </a:lnTo>
                <a:cubicBezTo>
                  <a:pt x="203546" y="39248"/>
                  <a:pt x="203653" y="37794"/>
                  <a:pt x="203867" y="36357"/>
                </a:cubicBezTo>
                <a:cubicBezTo>
                  <a:pt x="204082" y="34919"/>
                  <a:pt x="204511" y="33634"/>
                  <a:pt x="205153" y="32502"/>
                </a:cubicBezTo>
                <a:cubicBezTo>
                  <a:pt x="205796" y="31369"/>
                  <a:pt x="206683" y="30451"/>
                  <a:pt x="207815" y="29747"/>
                </a:cubicBezTo>
                <a:cubicBezTo>
                  <a:pt x="208948" y="29043"/>
                  <a:pt x="210432" y="28691"/>
                  <a:pt x="212269" y="28691"/>
                </a:cubicBezTo>
                <a:cubicBezTo>
                  <a:pt x="214105" y="28691"/>
                  <a:pt x="215558" y="28997"/>
                  <a:pt x="216628" y="29610"/>
                </a:cubicBezTo>
                <a:cubicBezTo>
                  <a:pt x="217699" y="30222"/>
                  <a:pt x="218511" y="31048"/>
                  <a:pt x="219062" y="32088"/>
                </a:cubicBezTo>
                <a:cubicBezTo>
                  <a:pt x="219613" y="33128"/>
                  <a:pt x="219949" y="34352"/>
                  <a:pt x="220072" y="35760"/>
                </a:cubicBezTo>
                <a:cubicBezTo>
                  <a:pt x="220194" y="37168"/>
                  <a:pt x="220255" y="38667"/>
                  <a:pt x="220255" y="40257"/>
                </a:cubicBezTo>
                <a:lnTo>
                  <a:pt x="220255" y="67155"/>
                </a:lnTo>
                <a:lnTo>
                  <a:pt x="233294" y="67155"/>
                </a:lnTo>
                <a:lnTo>
                  <a:pt x="233294" y="35374"/>
                </a:lnTo>
                <a:cubicBezTo>
                  <a:pt x="233294" y="32312"/>
                  <a:pt x="232865" y="29694"/>
                  <a:pt x="232008" y="27520"/>
                </a:cubicBezTo>
                <a:cubicBezTo>
                  <a:pt x="231151" y="25346"/>
                  <a:pt x="229958" y="23585"/>
                  <a:pt x="228427" y="22238"/>
                </a:cubicBezTo>
                <a:cubicBezTo>
                  <a:pt x="226897" y="20891"/>
                  <a:pt x="225061" y="19911"/>
                  <a:pt x="222918" y="19299"/>
                </a:cubicBezTo>
                <a:cubicBezTo>
                  <a:pt x="220777" y="18687"/>
                  <a:pt x="218451" y="18380"/>
                  <a:pt x="215942" y="18380"/>
                </a:cubicBezTo>
                <a:cubicBezTo>
                  <a:pt x="212636" y="18380"/>
                  <a:pt x="209775" y="19178"/>
                  <a:pt x="207357" y="20774"/>
                </a:cubicBezTo>
                <a:cubicBezTo>
                  <a:pt x="204939" y="22370"/>
                  <a:pt x="203026" y="24210"/>
                  <a:pt x="201619" y="26297"/>
                </a:cubicBezTo>
                <a:cubicBezTo>
                  <a:pt x="200333" y="23351"/>
                  <a:pt x="198451" y="21296"/>
                  <a:pt x="195971" y="20130"/>
                </a:cubicBezTo>
                <a:cubicBezTo>
                  <a:pt x="193493" y="18963"/>
                  <a:pt x="190754" y="18380"/>
                  <a:pt x="187755" y="18380"/>
                </a:cubicBezTo>
                <a:cubicBezTo>
                  <a:pt x="184634" y="18380"/>
                  <a:pt x="181864" y="19055"/>
                  <a:pt x="179446" y="20406"/>
                </a:cubicBezTo>
                <a:cubicBezTo>
                  <a:pt x="177028" y="21756"/>
                  <a:pt x="174962" y="23658"/>
                  <a:pt x="173248" y="26113"/>
                </a:cubicBezTo>
                <a:lnTo>
                  <a:pt x="173065" y="26113"/>
                </a:lnTo>
                <a:lnTo>
                  <a:pt x="173065" y="19687"/>
                </a:lnTo>
                <a:lnTo>
                  <a:pt x="160762" y="19687"/>
                </a:lnTo>
                <a:close/>
                <a:moveTo>
                  <a:pt x="255910" y="42202"/>
                </a:moveTo>
                <a:lnTo>
                  <a:pt x="238833" y="67155"/>
                </a:lnTo>
                <a:lnTo>
                  <a:pt x="253430" y="67155"/>
                </a:lnTo>
                <a:lnTo>
                  <a:pt x="263346" y="52202"/>
                </a:lnTo>
                <a:lnTo>
                  <a:pt x="273262" y="67155"/>
                </a:lnTo>
                <a:lnTo>
                  <a:pt x="288136" y="67155"/>
                </a:lnTo>
                <a:lnTo>
                  <a:pt x="270599" y="41926"/>
                </a:lnTo>
                <a:lnTo>
                  <a:pt x="286208" y="19725"/>
                </a:lnTo>
                <a:lnTo>
                  <a:pt x="271792" y="19725"/>
                </a:lnTo>
                <a:lnTo>
                  <a:pt x="263530" y="32111"/>
                </a:lnTo>
                <a:lnTo>
                  <a:pt x="255175" y="19725"/>
                </a:lnTo>
                <a:lnTo>
                  <a:pt x="240302" y="19725"/>
                </a:lnTo>
                <a:lnTo>
                  <a:pt x="255910" y="42202"/>
                </a:lnTo>
                <a:close/>
                <a:moveTo>
                  <a:pt x="293307" y="52989"/>
                </a:moveTo>
                <a:lnTo>
                  <a:pt x="293307" y="67155"/>
                </a:lnTo>
                <a:lnTo>
                  <a:pt x="307721" y="67155"/>
                </a:lnTo>
                <a:lnTo>
                  <a:pt x="307721" y="52989"/>
                </a:lnTo>
                <a:lnTo>
                  <a:pt x="293307" y="52989"/>
                </a:lnTo>
                <a:close/>
                <a:moveTo>
                  <a:pt x="317453" y="34286"/>
                </a:moveTo>
                <a:cubicBezTo>
                  <a:pt x="317636" y="31226"/>
                  <a:pt x="318401" y="28686"/>
                  <a:pt x="319748" y="26667"/>
                </a:cubicBezTo>
                <a:cubicBezTo>
                  <a:pt x="321095" y="24647"/>
                  <a:pt x="322809" y="23024"/>
                  <a:pt x="324890" y="21800"/>
                </a:cubicBezTo>
                <a:cubicBezTo>
                  <a:pt x="326970" y="20575"/>
                  <a:pt x="329311" y="19703"/>
                  <a:pt x="331912" y="19183"/>
                </a:cubicBezTo>
                <a:cubicBezTo>
                  <a:pt x="334514" y="18663"/>
                  <a:pt x="337131" y="18403"/>
                  <a:pt x="339763" y="18403"/>
                </a:cubicBezTo>
                <a:cubicBezTo>
                  <a:pt x="342150" y="18403"/>
                  <a:pt x="344568" y="18571"/>
                  <a:pt x="347016" y="18908"/>
                </a:cubicBezTo>
                <a:cubicBezTo>
                  <a:pt x="349465" y="19245"/>
                  <a:pt x="351699" y="19903"/>
                  <a:pt x="353718" y="20882"/>
                </a:cubicBezTo>
                <a:cubicBezTo>
                  <a:pt x="355738" y="21861"/>
                  <a:pt x="357391" y="23223"/>
                  <a:pt x="358676" y="24967"/>
                </a:cubicBezTo>
                <a:cubicBezTo>
                  <a:pt x="359962" y="26712"/>
                  <a:pt x="360605" y="29023"/>
                  <a:pt x="360605" y="31899"/>
                </a:cubicBezTo>
                <a:lnTo>
                  <a:pt x="360605" y="56596"/>
                </a:lnTo>
                <a:cubicBezTo>
                  <a:pt x="360605" y="58739"/>
                  <a:pt x="360727" y="60789"/>
                  <a:pt x="360972" y="62748"/>
                </a:cubicBezTo>
                <a:cubicBezTo>
                  <a:pt x="361217" y="64706"/>
                  <a:pt x="361645" y="66175"/>
                  <a:pt x="362257" y="67155"/>
                </a:cubicBezTo>
                <a:lnTo>
                  <a:pt x="349036" y="67155"/>
                </a:lnTo>
                <a:cubicBezTo>
                  <a:pt x="348791" y="66421"/>
                  <a:pt x="348592" y="65671"/>
                  <a:pt x="348439" y="64907"/>
                </a:cubicBezTo>
                <a:cubicBezTo>
                  <a:pt x="348286" y="64141"/>
                  <a:pt x="348179" y="63360"/>
                  <a:pt x="348118" y="62564"/>
                </a:cubicBezTo>
                <a:cubicBezTo>
                  <a:pt x="346038" y="64707"/>
                  <a:pt x="343589" y="66207"/>
                  <a:pt x="340773" y="67064"/>
                </a:cubicBezTo>
                <a:cubicBezTo>
                  <a:pt x="337957" y="67920"/>
                  <a:pt x="335080" y="68349"/>
                  <a:pt x="332142" y="68349"/>
                </a:cubicBezTo>
                <a:cubicBezTo>
                  <a:pt x="329878" y="68349"/>
                  <a:pt x="327767" y="68073"/>
                  <a:pt x="325807" y="67522"/>
                </a:cubicBezTo>
                <a:cubicBezTo>
                  <a:pt x="323849" y="66971"/>
                  <a:pt x="322135" y="66114"/>
                  <a:pt x="320666" y="64951"/>
                </a:cubicBezTo>
                <a:cubicBezTo>
                  <a:pt x="319198" y="63789"/>
                  <a:pt x="318050" y="62320"/>
                  <a:pt x="317224" y="60545"/>
                </a:cubicBezTo>
                <a:cubicBezTo>
                  <a:pt x="316397" y="58770"/>
                  <a:pt x="315984" y="56658"/>
                  <a:pt x="315984" y="54209"/>
                </a:cubicBezTo>
                <a:cubicBezTo>
                  <a:pt x="315984" y="51516"/>
                  <a:pt x="316458" y="49298"/>
                  <a:pt x="317407" y="47553"/>
                </a:cubicBezTo>
                <a:cubicBezTo>
                  <a:pt x="318356" y="45809"/>
                  <a:pt x="319580" y="44416"/>
                  <a:pt x="321079" y="43376"/>
                </a:cubicBezTo>
                <a:cubicBezTo>
                  <a:pt x="322579" y="42335"/>
                  <a:pt x="324293" y="41555"/>
                  <a:pt x="326220" y="41035"/>
                </a:cubicBezTo>
                <a:cubicBezTo>
                  <a:pt x="328149" y="40514"/>
                  <a:pt x="330093" y="40102"/>
                  <a:pt x="332051" y="39796"/>
                </a:cubicBezTo>
                <a:cubicBezTo>
                  <a:pt x="334010" y="39490"/>
                  <a:pt x="335937" y="39245"/>
                  <a:pt x="337834" y="39061"/>
                </a:cubicBezTo>
                <a:cubicBezTo>
                  <a:pt x="339732" y="38877"/>
                  <a:pt x="341415" y="38601"/>
                  <a:pt x="342884" y="38234"/>
                </a:cubicBezTo>
                <a:cubicBezTo>
                  <a:pt x="344354" y="37867"/>
                  <a:pt x="345516" y="37332"/>
                  <a:pt x="346373" y="36629"/>
                </a:cubicBezTo>
                <a:cubicBezTo>
                  <a:pt x="347230" y="35925"/>
                  <a:pt x="347628" y="34899"/>
                  <a:pt x="347568" y="33552"/>
                </a:cubicBezTo>
                <a:cubicBezTo>
                  <a:pt x="347568" y="32144"/>
                  <a:pt x="347338" y="31027"/>
                  <a:pt x="346879" y="30201"/>
                </a:cubicBezTo>
                <a:cubicBezTo>
                  <a:pt x="346419" y="29375"/>
                  <a:pt x="345807" y="28732"/>
                  <a:pt x="345042" y="28274"/>
                </a:cubicBezTo>
                <a:cubicBezTo>
                  <a:pt x="344277" y="27814"/>
                  <a:pt x="343389" y="27508"/>
                  <a:pt x="342379" y="27355"/>
                </a:cubicBezTo>
                <a:cubicBezTo>
                  <a:pt x="341369" y="27201"/>
                  <a:pt x="340283" y="27125"/>
                  <a:pt x="339120" y="27125"/>
                </a:cubicBezTo>
                <a:cubicBezTo>
                  <a:pt x="336550" y="27125"/>
                  <a:pt x="334530" y="27676"/>
                  <a:pt x="333061" y="28778"/>
                </a:cubicBezTo>
                <a:cubicBezTo>
                  <a:pt x="331592" y="29880"/>
                  <a:pt x="330735" y="31716"/>
                  <a:pt x="330490" y="34286"/>
                </a:cubicBezTo>
                <a:lnTo>
                  <a:pt x="317453" y="34286"/>
                </a:lnTo>
                <a:moveTo>
                  <a:pt x="347568" y="43926"/>
                </a:moveTo>
                <a:cubicBezTo>
                  <a:pt x="347017" y="44417"/>
                  <a:pt x="346328" y="44799"/>
                  <a:pt x="345501" y="45075"/>
                </a:cubicBezTo>
                <a:cubicBezTo>
                  <a:pt x="344675" y="45350"/>
                  <a:pt x="343787" y="45580"/>
                  <a:pt x="342838" y="45764"/>
                </a:cubicBezTo>
                <a:cubicBezTo>
                  <a:pt x="341890" y="45947"/>
                  <a:pt x="340896" y="46100"/>
                  <a:pt x="339854" y="46222"/>
                </a:cubicBezTo>
                <a:cubicBezTo>
                  <a:pt x="338814" y="46345"/>
                  <a:pt x="337773" y="46497"/>
                  <a:pt x="336733" y="46680"/>
                </a:cubicBezTo>
                <a:cubicBezTo>
                  <a:pt x="335754" y="46864"/>
                  <a:pt x="334790" y="47110"/>
                  <a:pt x="333841" y="47416"/>
                </a:cubicBezTo>
                <a:cubicBezTo>
                  <a:pt x="332893" y="47721"/>
                  <a:pt x="332066" y="48135"/>
                  <a:pt x="331362" y="48656"/>
                </a:cubicBezTo>
                <a:cubicBezTo>
                  <a:pt x="330659" y="49176"/>
                  <a:pt x="330093" y="49834"/>
                  <a:pt x="329664" y="50630"/>
                </a:cubicBezTo>
                <a:cubicBezTo>
                  <a:pt x="329235" y="51424"/>
                  <a:pt x="329021" y="52434"/>
                  <a:pt x="329021" y="53658"/>
                </a:cubicBezTo>
                <a:cubicBezTo>
                  <a:pt x="329021" y="54821"/>
                  <a:pt x="329235" y="55801"/>
                  <a:pt x="329664" y="56596"/>
                </a:cubicBezTo>
                <a:cubicBezTo>
                  <a:pt x="330093" y="57392"/>
                  <a:pt x="330674" y="58020"/>
                  <a:pt x="331408" y="58479"/>
                </a:cubicBezTo>
                <a:cubicBezTo>
                  <a:pt x="332143" y="58938"/>
                  <a:pt x="333000" y="59259"/>
                  <a:pt x="333979" y="59443"/>
                </a:cubicBezTo>
                <a:cubicBezTo>
                  <a:pt x="334958" y="59627"/>
                  <a:pt x="335969" y="59719"/>
                  <a:pt x="337009" y="59719"/>
                </a:cubicBezTo>
                <a:cubicBezTo>
                  <a:pt x="339579" y="59719"/>
                  <a:pt x="341568" y="59291"/>
                  <a:pt x="342976" y="58434"/>
                </a:cubicBezTo>
                <a:cubicBezTo>
                  <a:pt x="344384" y="57577"/>
                  <a:pt x="345425" y="56551"/>
                  <a:pt x="346098" y="55358"/>
                </a:cubicBezTo>
                <a:cubicBezTo>
                  <a:pt x="346772" y="54164"/>
                  <a:pt x="347185" y="52955"/>
                  <a:pt x="347338" y="51731"/>
                </a:cubicBezTo>
                <a:cubicBezTo>
                  <a:pt x="347491" y="50506"/>
                  <a:pt x="347568" y="49527"/>
                  <a:pt x="347568" y="48793"/>
                </a:cubicBezTo>
                <a:lnTo>
                  <a:pt x="347568" y="43926"/>
                </a:lnTo>
                <a:close/>
                <a:moveTo>
                  <a:pt x="370797" y="19654"/>
                </a:moveTo>
                <a:lnTo>
                  <a:pt x="370797" y="67155"/>
                </a:lnTo>
                <a:lnTo>
                  <a:pt x="383834" y="67155"/>
                </a:lnTo>
                <a:lnTo>
                  <a:pt x="383834" y="45740"/>
                </a:lnTo>
                <a:cubicBezTo>
                  <a:pt x="383834" y="43596"/>
                  <a:pt x="384049" y="41605"/>
                  <a:pt x="384477" y="39767"/>
                </a:cubicBezTo>
                <a:cubicBezTo>
                  <a:pt x="384906" y="37929"/>
                  <a:pt x="385625" y="36321"/>
                  <a:pt x="386635" y="34942"/>
                </a:cubicBezTo>
                <a:cubicBezTo>
                  <a:pt x="387644" y="33564"/>
                  <a:pt x="388975" y="32476"/>
                  <a:pt x="390627" y="31679"/>
                </a:cubicBezTo>
                <a:cubicBezTo>
                  <a:pt x="392280" y="30883"/>
                  <a:pt x="394301" y="30484"/>
                  <a:pt x="396688" y="30484"/>
                </a:cubicBezTo>
                <a:cubicBezTo>
                  <a:pt x="397483" y="30484"/>
                  <a:pt x="398310" y="30531"/>
                  <a:pt x="399166" y="30623"/>
                </a:cubicBezTo>
                <a:cubicBezTo>
                  <a:pt x="400023" y="30714"/>
                  <a:pt x="400758" y="30821"/>
                  <a:pt x="401370" y="30944"/>
                </a:cubicBezTo>
                <a:lnTo>
                  <a:pt x="401370" y="18838"/>
                </a:lnTo>
                <a:cubicBezTo>
                  <a:pt x="400329" y="18533"/>
                  <a:pt x="399381" y="18380"/>
                  <a:pt x="398524" y="18380"/>
                </a:cubicBezTo>
                <a:cubicBezTo>
                  <a:pt x="396871" y="18380"/>
                  <a:pt x="395280" y="18625"/>
                  <a:pt x="393750" y="19114"/>
                </a:cubicBezTo>
                <a:cubicBezTo>
                  <a:pt x="392220" y="19603"/>
                  <a:pt x="390782" y="20290"/>
                  <a:pt x="389435" y="21176"/>
                </a:cubicBezTo>
                <a:cubicBezTo>
                  <a:pt x="388088" y="22063"/>
                  <a:pt x="386895" y="23133"/>
                  <a:pt x="385854" y="24386"/>
                </a:cubicBezTo>
                <a:cubicBezTo>
                  <a:pt x="384814" y="25639"/>
                  <a:pt x="383987" y="27000"/>
                  <a:pt x="383375" y="28467"/>
                </a:cubicBezTo>
                <a:lnTo>
                  <a:pt x="383191" y="28467"/>
                </a:lnTo>
                <a:lnTo>
                  <a:pt x="383191" y="19654"/>
                </a:lnTo>
                <a:lnTo>
                  <a:pt x="370797" y="19654"/>
                </a:lnTo>
                <a:close/>
                <a:moveTo>
                  <a:pt x="406755" y="19654"/>
                </a:moveTo>
                <a:lnTo>
                  <a:pt x="406755" y="67155"/>
                </a:lnTo>
                <a:lnTo>
                  <a:pt x="419792" y="67155"/>
                </a:lnTo>
                <a:lnTo>
                  <a:pt x="419792" y="45740"/>
                </a:lnTo>
                <a:cubicBezTo>
                  <a:pt x="419792" y="43596"/>
                  <a:pt x="420006" y="41605"/>
                  <a:pt x="420435" y="39767"/>
                </a:cubicBezTo>
                <a:cubicBezTo>
                  <a:pt x="420864" y="37929"/>
                  <a:pt x="421583" y="36321"/>
                  <a:pt x="422593" y="34942"/>
                </a:cubicBezTo>
                <a:cubicBezTo>
                  <a:pt x="423602" y="33564"/>
                  <a:pt x="424933" y="32476"/>
                  <a:pt x="426585" y="31679"/>
                </a:cubicBezTo>
                <a:cubicBezTo>
                  <a:pt x="428238" y="30883"/>
                  <a:pt x="430258" y="30484"/>
                  <a:pt x="432646" y="30484"/>
                </a:cubicBezTo>
                <a:cubicBezTo>
                  <a:pt x="433441" y="30484"/>
                  <a:pt x="434267" y="30531"/>
                  <a:pt x="435124" y="30623"/>
                </a:cubicBezTo>
                <a:cubicBezTo>
                  <a:pt x="435981" y="30714"/>
                  <a:pt x="436716" y="30821"/>
                  <a:pt x="437328" y="30944"/>
                </a:cubicBezTo>
                <a:lnTo>
                  <a:pt x="437328" y="18838"/>
                </a:lnTo>
                <a:cubicBezTo>
                  <a:pt x="436287" y="18533"/>
                  <a:pt x="435339" y="18380"/>
                  <a:pt x="434482" y="18380"/>
                </a:cubicBezTo>
                <a:cubicBezTo>
                  <a:pt x="432829" y="18380"/>
                  <a:pt x="431238" y="18625"/>
                  <a:pt x="429708" y="19114"/>
                </a:cubicBezTo>
                <a:cubicBezTo>
                  <a:pt x="428178" y="19603"/>
                  <a:pt x="426740" y="20290"/>
                  <a:pt x="425393" y="21176"/>
                </a:cubicBezTo>
                <a:cubicBezTo>
                  <a:pt x="424046" y="22063"/>
                  <a:pt x="422853" y="23133"/>
                  <a:pt x="421812" y="24386"/>
                </a:cubicBezTo>
                <a:cubicBezTo>
                  <a:pt x="420772" y="25639"/>
                  <a:pt x="419945" y="27000"/>
                  <a:pt x="419333" y="28467"/>
                </a:cubicBezTo>
                <a:lnTo>
                  <a:pt x="419149" y="28467"/>
                </a:lnTo>
                <a:lnTo>
                  <a:pt x="419149" y="19654"/>
                </a:lnTo>
                <a:lnTo>
                  <a:pt x="406755" y="19654"/>
                </a:lnTo>
                <a:close/>
                <a:moveTo>
                  <a:pt x="442164" y="34286"/>
                </a:moveTo>
                <a:cubicBezTo>
                  <a:pt x="442347" y="31226"/>
                  <a:pt x="443112" y="28686"/>
                  <a:pt x="444459" y="26667"/>
                </a:cubicBezTo>
                <a:cubicBezTo>
                  <a:pt x="445806" y="24647"/>
                  <a:pt x="447520" y="23024"/>
                  <a:pt x="449601" y="21800"/>
                </a:cubicBezTo>
                <a:cubicBezTo>
                  <a:pt x="451681" y="20575"/>
                  <a:pt x="454022" y="19703"/>
                  <a:pt x="456623" y="19183"/>
                </a:cubicBezTo>
                <a:cubicBezTo>
                  <a:pt x="459225" y="18663"/>
                  <a:pt x="461842" y="18403"/>
                  <a:pt x="464474" y="18403"/>
                </a:cubicBezTo>
                <a:cubicBezTo>
                  <a:pt x="466861" y="18403"/>
                  <a:pt x="469279" y="18571"/>
                  <a:pt x="471727" y="18908"/>
                </a:cubicBezTo>
                <a:cubicBezTo>
                  <a:pt x="474176" y="19245"/>
                  <a:pt x="476410" y="19903"/>
                  <a:pt x="478429" y="20882"/>
                </a:cubicBezTo>
                <a:cubicBezTo>
                  <a:pt x="480449" y="21861"/>
                  <a:pt x="482102" y="23223"/>
                  <a:pt x="483387" y="24967"/>
                </a:cubicBezTo>
                <a:cubicBezTo>
                  <a:pt x="484673" y="26712"/>
                  <a:pt x="485316" y="29023"/>
                  <a:pt x="485316" y="31899"/>
                </a:cubicBezTo>
                <a:lnTo>
                  <a:pt x="485316" y="56596"/>
                </a:lnTo>
                <a:cubicBezTo>
                  <a:pt x="485316" y="58739"/>
                  <a:pt x="485438" y="60789"/>
                  <a:pt x="485683" y="62748"/>
                </a:cubicBezTo>
                <a:cubicBezTo>
                  <a:pt x="485928" y="64706"/>
                  <a:pt x="486356" y="66175"/>
                  <a:pt x="486968" y="67155"/>
                </a:cubicBezTo>
                <a:lnTo>
                  <a:pt x="473747" y="67155"/>
                </a:lnTo>
                <a:cubicBezTo>
                  <a:pt x="473502" y="66421"/>
                  <a:pt x="473303" y="65671"/>
                  <a:pt x="473150" y="64907"/>
                </a:cubicBezTo>
                <a:cubicBezTo>
                  <a:pt x="472997" y="64141"/>
                  <a:pt x="472890" y="63360"/>
                  <a:pt x="472829" y="62564"/>
                </a:cubicBezTo>
                <a:cubicBezTo>
                  <a:pt x="470749" y="64707"/>
                  <a:pt x="468300" y="66207"/>
                  <a:pt x="465484" y="67064"/>
                </a:cubicBezTo>
                <a:cubicBezTo>
                  <a:pt x="462668" y="67920"/>
                  <a:pt x="459791" y="68349"/>
                  <a:pt x="456853" y="68349"/>
                </a:cubicBezTo>
                <a:cubicBezTo>
                  <a:pt x="454589" y="68349"/>
                  <a:pt x="452478" y="68073"/>
                  <a:pt x="450518" y="67522"/>
                </a:cubicBezTo>
                <a:cubicBezTo>
                  <a:pt x="448560" y="66971"/>
                  <a:pt x="446846" y="66114"/>
                  <a:pt x="445377" y="64951"/>
                </a:cubicBezTo>
                <a:cubicBezTo>
                  <a:pt x="443909" y="63789"/>
                  <a:pt x="442761" y="62320"/>
                  <a:pt x="441935" y="60545"/>
                </a:cubicBezTo>
                <a:cubicBezTo>
                  <a:pt x="441108" y="58770"/>
                  <a:pt x="440695" y="56658"/>
                  <a:pt x="440695" y="54209"/>
                </a:cubicBezTo>
                <a:cubicBezTo>
                  <a:pt x="440695" y="51516"/>
                  <a:pt x="441169" y="49298"/>
                  <a:pt x="442118" y="47553"/>
                </a:cubicBezTo>
                <a:cubicBezTo>
                  <a:pt x="443067" y="45809"/>
                  <a:pt x="444291" y="44416"/>
                  <a:pt x="445790" y="43376"/>
                </a:cubicBezTo>
                <a:cubicBezTo>
                  <a:pt x="447290" y="42335"/>
                  <a:pt x="449004" y="41555"/>
                  <a:pt x="450931" y="41035"/>
                </a:cubicBezTo>
                <a:cubicBezTo>
                  <a:pt x="452860" y="40514"/>
                  <a:pt x="454804" y="40102"/>
                  <a:pt x="456762" y="39796"/>
                </a:cubicBezTo>
                <a:cubicBezTo>
                  <a:pt x="458721" y="39490"/>
                  <a:pt x="460648" y="39245"/>
                  <a:pt x="462545" y="39061"/>
                </a:cubicBezTo>
                <a:cubicBezTo>
                  <a:pt x="464443" y="38877"/>
                  <a:pt x="466126" y="38601"/>
                  <a:pt x="467595" y="38234"/>
                </a:cubicBezTo>
                <a:cubicBezTo>
                  <a:pt x="469065" y="37867"/>
                  <a:pt x="470227" y="37332"/>
                  <a:pt x="471084" y="36629"/>
                </a:cubicBezTo>
                <a:cubicBezTo>
                  <a:pt x="471941" y="35925"/>
                  <a:pt x="472340" y="34899"/>
                  <a:pt x="472279" y="33552"/>
                </a:cubicBezTo>
                <a:cubicBezTo>
                  <a:pt x="472279" y="32144"/>
                  <a:pt x="472049" y="31027"/>
                  <a:pt x="471590" y="30201"/>
                </a:cubicBezTo>
                <a:cubicBezTo>
                  <a:pt x="471130" y="29375"/>
                  <a:pt x="470518" y="28732"/>
                  <a:pt x="469753" y="28274"/>
                </a:cubicBezTo>
                <a:cubicBezTo>
                  <a:pt x="468988" y="27814"/>
                  <a:pt x="468100" y="27508"/>
                  <a:pt x="467090" y="27355"/>
                </a:cubicBezTo>
                <a:cubicBezTo>
                  <a:pt x="466080" y="27201"/>
                  <a:pt x="464994" y="27125"/>
                  <a:pt x="463831" y="27125"/>
                </a:cubicBezTo>
                <a:cubicBezTo>
                  <a:pt x="461261" y="27125"/>
                  <a:pt x="459241" y="27676"/>
                  <a:pt x="457772" y="28778"/>
                </a:cubicBezTo>
                <a:cubicBezTo>
                  <a:pt x="456303" y="29880"/>
                  <a:pt x="455446" y="31716"/>
                  <a:pt x="455201" y="34286"/>
                </a:cubicBezTo>
                <a:lnTo>
                  <a:pt x="442164" y="34286"/>
                </a:lnTo>
                <a:moveTo>
                  <a:pt x="472279" y="43926"/>
                </a:moveTo>
                <a:cubicBezTo>
                  <a:pt x="471728" y="44417"/>
                  <a:pt x="471039" y="44799"/>
                  <a:pt x="470212" y="45075"/>
                </a:cubicBezTo>
                <a:cubicBezTo>
                  <a:pt x="469386" y="45350"/>
                  <a:pt x="468498" y="45580"/>
                  <a:pt x="467549" y="45764"/>
                </a:cubicBezTo>
                <a:cubicBezTo>
                  <a:pt x="466601" y="45947"/>
                  <a:pt x="465607" y="46100"/>
                  <a:pt x="464565" y="46222"/>
                </a:cubicBezTo>
                <a:cubicBezTo>
                  <a:pt x="463525" y="46345"/>
                  <a:pt x="462484" y="46497"/>
                  <a:pt x="461444" y="46680"/>
                </a:cubicBezTo>
                <a:cubicBezTo>
                  <a:pt x="460465" y="46864"/>
                  <a:pt x="459501" y="47110"/>
                  <a:pt x="458552" y="47416"/>
                </a:cubicBezTo>
                <a:cubicBezTo>
                  <a:pt x="457604" y="47721"/>
                  <a:pt x="456777" y="48135"/>
                  <a:pt x="456073" y="48656"/>
                </a:cubicBezTo>
                <a:cubicBezTo>
                  <a:pt x="455370" y="49176"/>
                  <a:pt x="454804" y="49834"/>
                  <a:pt x="454375" y="50630"/>
                </a:cubicBezTo>
                <a:cubicBezTo>
                  <a:pt x="453946" y="51424"/>
                  <a:pt x="453732" y="52434"/>
                  <a:pt x="453732" y="53658"/>
                </a:cubicBezTo>
                <a:cubicBezTo>
                  <a:pt x="453732" y="54821"/>
                  <a:pt x="453946" y="55801"/>
                  <a:pt x="454375" y="56596"/>
                </a:cubicBezTo>
                <a:cubicBezTo>
                  <a:pt x="454804" y="57392"/>
                  <a:pt x="455385" y="58020"/>
                  <a:pt x="456119" y="58479"/>
                </a:cubicBezTo>
                <a:cubicBezTo>
                  <a:pt x="456854" y="58938"/>
                  <a:pt x="457711" y="59259"/>
                  <a:pt x="458690" y="59443"/>
                </a:cubicBezTo>
                <a:cubicBezTo>
                  <a:pt x="459669" y="59627"/>
                  <a:pt x="460680" y="59719"/>
                  <a:pt x="461720" y="59719"/>
                </a:cubicBezTo>
                <a:cubicBezTo>
                  <a:pt x="464290" y="59719"/>
                  <a:pt x="466279" y="59291"/>
                  <a:pt x="467687" y="58434"/>
                </a:cubicBezTo>
                <a:cubicBezTo>
                  <a:pt x="469095" y="57577"/>
                  <a:pt x="470136" y="56551"/>
                  <a:pt x="470809" y="55358"/>
                </a:cubicBezTo>
                <a:cubicBezTo>
                  <a:pt x="471483" y="54164"/>
                  <a:pt x="471896" y="52955"/>
                  <a:pt x="472049" y="51731"/>
                </a:cubicBezTo>
                <a:cubicBezTo>
                  <a:pt x="472202" y="50506"/>
                  <a:pt x="472279" y="49527"/>
                  <a:pt x="472279" y="48793"/>
                </a:cubicBezTo>
                <a:lnTo>
                  <a:pt x="472279" y="43926"/>
                </a:lnTo>
                <a:close/>
                <a:moveTo>
                  <a:pt x="518918" y="73011"/>
                </a:moveTo>
                <a:lnTo>
                  <a:pt x="538749" y="19725"/>
                </a:lnTo>
                <a:lnTo>
                  <a:pt x="525253" y="19725"/>
                </a:lnTo>
                <a:lnTo>
                  <a:pt x="514878" y="52192"/>
                </a:lnTo>
                <a:lnTo>
                  <a:pt x="514695" y="52192"/>
                </a:lnTo>
                <a:lnTo>
                  <a:pt x="503952" y="19725"/>
                </a:lnTo>
                <a:lnTo>
                  <a:pt x="490089" y="19725"/>
                </a:lnTo>
                <a:lnTo>
                  <a:pt x="506707" y="64215"/>
                </a:lnTo>
                <a:cubicBezTo>
                  <a:pt x="507075" y="65132"/>
                  <a:pt x="507259" y="66110"/>
                  <a:pt x="507259" y="67149"/>
                </a:cubicBezTo>
                <a:cubicBezTo>
                  <a:pt x="507259" y="68556"/>
                  <a:pt x="506845" y="69840"/>
                  <a:pt x="506019" y="71002"/>
                </a:cubicBezTo>
                <a:cubicBezTo>
                  <a:pt x="505192" y="72164"/>
                  <a:pt x="503922" y="72837"/>
                  <a:pt x="502208" y="73021"/>
                </a:cubicBezTo>
                <a:cubicBezTo>
                  <a:pt x="500923" y="73081"/>
                  <a:pt x="499637" y="73051"/>
                  <a:pt x="498351" y="72928"/>
                </a:cubicBezTo>
                <a:cubicBezTo>
                  <a:pt x="497066" y="72806"/>
                  <a:pt x="495812" y="72684"/>
                  <a:pt x="494588" y="72561"/>
                </a:cubicBezTo>
                <a:lnTo>
                  <a:pt x="494588" y="83294"/>
                </a:lnTo>
                <a:cubicBezTo>
                  <a:pt x="495934" y="83413"/>
                  <a:pt x="497265" y="83518"/>
                  <a:pt x="498581" y="83608"/>
                </a:cubicBezTo>
                <a:cubicBezTo>
                  <a:pt x="499897" y="83697"/>
                  <a:pt x="501228" y="83742"/>
                  <a:pt x="502575" y="83742"/>
                </a:cubicBezTo>
                <a:cubicBezTo>
                  <a:pt x="507043" y="83742"/>
                  <a:pt x="510532" y="82916"/>
                  <a:pt x="513042" y="81265"/>
                </a:cubicBezTo>
                <a:cubicBezTo>
                  <a:pt x="515551" y="79615"/>
                  <a:pt x="517510" y="76864"/>
                  <a:pt x="518918" y="73011"/>
                </a:cubicBezTo>
                <a:close/>
                <a:moveTo>
                  <a:pt x="565802" y="0"/>
                </a:moveTo>
                <a:lnTo>
                  <a:pt x="554878" y="0"/>
                </a:lnTo>
                <a:cubicBezTo>
                  <a:pt x="552858" y="2938"/>
                  <a:pt x="551098" y="6152"/>
                  <a:pt x="549598" y="9641"/>
                </a:cubicBezTo>
                <a:cubicBezTo>
                  <a:pt x="548099" y="13130"/>
                  <a:pt x="546844" y="16742"/>
                  <a:pt x="545834" y="20476"/>
                </a:cubicBezTo>
                <a:cubicBezTo>
                  <a:pt x="544824" y="24210"/>
                  <a:pt x="544059" y="27959"/>
                  <a:pt x="543539" y="31724"/>
                </a:cubicBezTo>
                <a:cubicBezTo>
                  <a:pt x="543019" y="35489"/>
                  <a:pt x="542759" y="39086"/>
                  <a:pt x="542759" y="42514"/>
                </a:cubicBezTo>
                <a:cubicBezTo>
                  <a:pt x="542759" y="49737"/>
                  <a:pt x="543814" y="56838"/>
                  <a:pt x="545926" y="63817"/>
                </a:cubicBezTo>
                <a:cubicBezTo>
                  <a:pt x="548038" y="70795"/>
                  <a:pt x="551022" y="77437"/>
                  <a:pt x="554878" y="83742"/>
                </a:cubicBezTo>
                <a:lnTo>
                  <a:pt x="565711" y="83742"/>
                </a:lnTo>
                <a:cubicBezTo>
                  <a:pt x="562222" y="77070"/>
                  <a:pt x="559697" y="70214"/>
                  <a:pt x="558137" y="63175"/>
                </a:cubicBezTo>
                <a:cubicBezTo>
                  <a:pt x="556576" y="56135"/>
                  <a:pt x="555796" y="48942"/>
                  <a:pt x="555796" y="41595"/>
                </a:cubicBezTo>
                <a:cubicBezTo>
                  <a:pt x="555796" y="34372"/>
                  <a:pt x="556591" y="27256"/>
                  <a:pt x="558183" y="20248"/>
                </a:cubicBezTo>
                <a:cubicBezTo>
                  <a:pt x="559774" y="13238"/>
                  <a:pt x="562314" y="6489"/>
                  <a:pt x="565802" y="0"/>
                </a:cubicBezTo>
                <a:close/>
                <a:moveTo>
                  <a:pt x="571770" y="0"/>
                </a:moveTo>
                <a:lnTo>
                  <a:pt x="571770" y="83742"/>
                </a:lnTo>
                <a:lnTo>
                  <a:pt x="596009" y="83742"/>
                </a:lnTo>
                <a:lnTo>
                  <a:pt x="596009" y="73431"/>
                </a:lnTo>
                <a:lnTo>
                  <a:pt x="584809" y="73431"/>
                </a:lnTo>
                <a:lnTo>
                  <a:pt x="584809" y="10311"/>
                </a:lnTo>
                <a:lnTo>
                  <a:pt x="596009" y="10311"/>
                </a:lnTo>
                <a:lnTo>
                  <a:pt x="596009" y="0"/>
                </a:lnTo>
                <a:lnTo>
                  <a:pt x="571770" y="0"/>
                </a:lnTo>
                <a:close/>
                <a:moveTo>
                  <a:pt x="632122" y="67155"/>
                </a:moveTo>
                <a:lnTo>
                  <a:pt x="632122" y="2869"/>
                </a:lnTo>
                <a:lnTo>
                  <a:pt x="621748" y="2869"/>
                </a:lnTo>
                <a:cubicBezTo>
                  <a:pt x="621380" y="5311"/>
                  <a:pt x="620614" y="7357"/>
                  <a:pt x="619452" y="9007"/>
                </a:cubicBezTo>
                <a:cubicBezTo>
                  <a:pt x="618289" y="10655"/>
                  <a:pt x="616865" y="11983"/>
                  <a:pt x="615182" y="12991"/>
                </a:cubicBezTo>
                <a:cubicBezTo>
                  <a:pt x="613499" y="13998"/>
                  <a:pt x="611601" y="14700"/>
                  <a:pt x="609490" y="15098"/>
                </a:cubicBezTo>
                <a:cubicBezTo>
                  <a:pt x="607378" y="15495"/>
                  <a:pt x="605190" y="15662"/>
                  <a:pt x="602926" y="15601"/>
                </a:cubicBezTo>
                <a:lnTo>
                  <a:pt x="602926" y="25463"/>
                </a:lnTo>
                <a:lnTo>
                  <a:pt x="619085" y="25463"/>
                </a:lnTo>
                <a:lnTo>
                  <a:pt x="619085" y="67155"/>
                </a:lnTo>
                <a:lnTo>
                  <a:pt x="632122" y="67155"/>
                </a:lnTo>
                <a:close/>
                <a:moveTo>
                  <a:pt x="652994" y="52989"/>
                </a:moveTo>
                <a:lnTo>
                  <a:pt x="652994" y="67155"/>
                </a:lnTo>
                <a:lnTo>
                  <a:pt x="659603" y="67155"/>
                </a:lnTo>
                <a:cubicBezTo>
                  <a:pt x="659665" y="68135"/>
                  <a:pt x="659543" y="69099"/>
                  <a:pt x="659236" y="70048"/>
                </a:cubicBezTo>
                <a:cubicBezTo>
                  <a:pt x="658930" y="70997"/>
                  <a:pt x="658471" y="71854"/>
                  <a:pt x="657859" y="72619"/>
                </a:cubicBezTo>
                <a:cubicBezTo>
                  <a:pt x="657248" y="73385"/>
                  <a:pt x="656528" y="74043"/>
                  <a:pt x="655702" y="74594"/>
                </a:cubicBezTo>
                <a:cubicBezTo>
                  <a:pt x="654875" y="75145"/>
                  <a:pt x="654003" y="75512"/>
                  <a:pt x="653085" y="75695"/>
                </a:cubicBezTo>
                <a:lnTo>
                  <a:pt x="653085" y="82308"/>
                </a:lnTo>
                <a:cubicBezTo>
                  <a:pt x="655043" y="82001"/>
                  <a:pt x="656895" y="81434"/>
                  <a:pt x="658640" y="80607"/>
                </a:cubicBezTo>
                <a:cubicBezTo>
                  <a:pt x="660384" y="79780"/>
                  <a:pt x="661899" y="78723"/>
                  <a:pt x="663184" y="77437"/>
                </a:cubicBezTo>
                <a:cubicBezTo>
                  <a:pt x="664470" y="76150"/>
                  <a:pt x="665496" y="74633"/>
                  <a:pt x="666261" y="72886"/>
                </a:cubicBezTo>
                <a:cubicBezTo>
                  <a:pt x="667026" y="71141"/>
                  <a:pt x="667408" y="69226"/>
                  <a:pt x="667408" y="67142"/>
                </a:cubicBezTo>
                <a:lnTo>
                  <a:pt x="667408" y="52989"/>
                </a:lnTo>
                <a:lnTo>
                  <a:pt x="652994" y="52989"/>
                </a:lnTo>
                <a:close/>
                <a:moveTo>
                  <a:pt x="730943" y="28422"/>
                </a:moveTo>
                <a:lnTo>
                  <a:pt x="730943" y="67155"/>
                </a:lnTo>
                <a:lnTo>
                  <a:pt x="743980" y="67155"/>
                </a:lnTo>
                <a:lnTo>
                  <a:pt x="743980" y="28422"/>
                </a:lnTo>
                <a:lnTo>
                  <a:pt x="752977" y="28422"/>
                </a:lnTo>
                <a:lnTo>
                  <a:pt x="752977" y="19725"/>
                </a:lnTo>
                <a:lnTo>
                  <a:pt x="743980" y="19725"/>
                </a:lnTo>
                <a:lnTo>
                  <a:pt x="743980" y="16884"/>
                </a:lnTo>
                <a:cubicBezTo>
                  <a:pt x="743980" y="14928"/>
                  <a:pt x="744362" y="13538"/>
                  <a:pt x="745127" y="12713"/>
                </a:cubicBezTo>
                <a:cubicBezTo>
                  <a:pt x="745892" y="11889"/>
                  <a:pt x="747162" y="11476"/>
                  <a:pt x="748938" y="11476"/>
                </a:cubicBezTo>
                <a:cubicBezTo>
                  <a:pt x="750590" y="11476"/>
                  <a:pt x="752181" y="11566"/>
                  <a:pt x="753711" y="11745"/>
                </a:cubicBezTo>
                <a:lnTo>
                  <a:pt x="753711" y="1973"/>
                </a:lnTo>
                <a:cubicBezTo>
                  <a:pt x="752610" y="1913"/>
                  <a:pt x="751477" y="1838"/>
                  <a:pt x="750313" y="1748"/>
                </a:cubicBezTo>
                <a:cubicBezTo>
                  <a:pt x="749151" y="1659"/>
                  <a:pt x="747988" y="1614"/>
                  <a:pt x="746825" y="1614"/>
                </a:cubicBezTo>
                <a:cubicBezTo>
                  <a:pt x="741501" y="1614"/>
                  <a:pt x="737522" y="2963"/>
                  <a:pt x="734891" y="5660"/>
                </a:cubicBezTo>
                <a:cubicBezTo>
                  <a:pt x="732259" y="8356"/>
                  <a:pt x="730943" y="11819"/>
                  <a:pt x="730943" y="16048"/>
                </a:cubicBezTo>
                <a:lnTo>
                  <a:pt x="730943" y="19725"/>
                </a:lnTo>
                <a:lnTo>
                  <a:pt x="723138" y="19725"/>
                </a:lnTo>
                <a:lnTo>
                  <a:pt x="723138" y="28422"/>
                </a:lnTo>
                <a:lnTo>
                  <a:pt x="730943" y="28422"/>
                </a:lnTo>
                <a:close/>
                <a:moveTo>
                  <a:pt x="759066" y="1614"/>
                </a:moveTo>
                <a:lnTo>
                  <a:pt x="759066" y="67155"/>
                </a:lnTo>
                <a:lnTo>
                  <a:pt x="772103" y="67155"/>
                </a:lnTo>
                <a:lnTo>
                  <a:pt x="772103" y="1614"/>
                </a:lnTo>
                <a:lnTo>
                  <a:pt x="759066" y="1614"/>
                </a:lnTo>
                <a:close/>
                <a:moveTo>
                  <a:pt x="793985" y="43486"/>
                </a:moveTo>
                <a:cubicBezTo>
                  <a:pt x="793985" y="41589"/>
                  <a:pt x="794168" y="39722"/>
                  <a:pt x="794535" y="37885"/>
                </a:cubicBezTo>
                <a:cubicBezTo>
                  <a:pt x="794902" y="36048"/>
                  <a:pt x="795529" y="34426"/>
                  <a:pt x="796417" y="33019"/>
                </a:cubicBezTo>
                <a:cubicBezTo>
                  <a:pt x="797305" y="31610"/>
                  <a:pt x="798483" y="30462"/>
                  <a:pt x="799953" y="29575"/>
                </a:cubicBezTo>
                <a:cubicBezTo>
                  <a:pt x="801422" y="28687"/>
                  <a:pt x="803258" y="28243"/>
                  <a:pt x="805461" y="28243"/>
                </a:cubicBezTo>
                <a:cubicBezTo>
                  <a:pt x="807665" y="28243"/>
                  <a:pt x="809517" y="28687"/>
                  <a:pt x="811016" y="29575"/>
                </a:cubicBezTo>
                <a:cubicBezTo>
                  <a:pt x="812516" y="30462"/>
                  <a:pt x="813709" y="31610"/>
                  <a:pt x="814597" y="33019"/>
                </a:cubicBezTo>
                <a:cubicBezTo>
                  <a:pt x="815485" y="34426"/>
                  <a:pt x="816112" y="36048"/>
                  <a:pt x="816479" y="37885"/>
                </a:cubicBezTo>
                <a:cubicBezTo>
                  <a:pt x="816846" y="39722"/>
                  <a:pt x="817030" y="41589"/>
                  <a:pt x="817030" y="43486"/>
                </a:cubicBezTo>
                <a:cubicBezTo>
                  <a:pt x="817030" y="45384"/>
                  <a:pt x="816846" y="47236"/>
                  <a:pt x="816479" y="49042"/>
                </a:cubicBezTo>
                <a:cubicBezTo>
                  <a:pt x="816112" y="50848"/>
                  <a:pt x="815485" y="52470"/>
                  <a:pt x="814597" y="53909"/>
                </a:cubicBezTo>
                <a:cubicBezTo>
                  <a:pt x="813709" y="55348"/>
                  <a:pt x="812516" y="56495"/>
                  <a:pt x="811016" y="57353"/>
                </a:cubicBezTo>
                <a:cubicBezTo>
                  <a:pt x="809517" y="58209"/>
                  <a:pt x="807665" y="58637"/>
                  <a:pt x="805461" y="58637"/>
                </a:cubicBezTo>
                <a:cubicBezTo>
                  <a:pt x="803258" y="58637"/>
                  <a:pt x="801422" y="58209"/>
                  <a:pt x="799953" y="57353"/>
                </a:cubicBezTo>
                <a:cubicBezTo>
                  <a:pt x="798483" y="56495"/>
                  <a:pt x="797305" y="55348"/>
                  <a:pt x="796417" y="53909"/>
                </a:cubicBezTo>
                <a:cubicBezTo>
                  <a:pt x="795529" y="52470"/>
                  <a:pt x="794902" y="50848"/>
                  <a:pt x="794535" y="49042"/>
                </a:cubicBezTo>
                <a:cubicBezTo>
                  <a:pt x="794168" y="47236"/>
                  <a:pt x="793985" y="45384"/>
                  <a:pt x="793985" y="43486"/>
                </a:cubicBezTo>
                <a:moveTo>
                  <a:pt x="780948" y="43488"/>
                </a:moveTo>
                <a:cubicBezTo>
                  <a:pt x="780948" y="47289"/>
                  <a:pt x="781529" y="50722"/>
                  <a:pt x="782692" y="53787"/>
                </a:cubicBezTo>
                <a:cubicBezTo>
                  <a:pt x="783854" y="56853"/>
                  <a:pt x="785507" y="59474"/>
                  <a:pt x="787650" y="61651"/>
                </a:cubicBezTo>
                <a:cubicBezTo>
                  <a:pt x="789792" y="63827"/>
                  <a:pt x="792363" y="65498"/>
                  <a:pt x="795362" y="66663"/>
                </a:cubicBezTo>
                <a:cubicBezTo>
                  <a:pt x="798362" y="67828"/>
                  <a:pt x="801728" y="68410"/>
                  <a:pt x="805461" y="68410"/>
                </a:cubicBezTo>
                <a:cubicBezTo>
                  <a:pt x="809195" y="68410"/>
                  <a:pt x="812577" y="67828"/>
                  <a:pt x="815607" y="66663"/>
                </a:cubicBezTo>
                <a:cubicBezTo>
                  <a:pt x="818636" y="65498"/>
                  <a:pt x="821222" y="63827"/>
                  <a:pt x="823365" y="61651"/>
                </a:cubicBezTo>
                <a:cubicBezTo>
                  <a:pt x="825507" y="59474"/>
                  <a:pt x="827160" y="56853"/>
                  <a:pt x="828323" y="53787"/>
                </a:cubicBezTo>
                <a:cubicBezTo>
                  <a:pt x="829486" y="50722"/>
                  <a:pt x="830067" y="47289"/>
                  <a:pt x="830067" y="43488"/>
                </a:cubicBezTo>
                <a:cubicBezTo>
                  <a:pt x="830067" y="39687"/>
                  <a:pt x="829486" y="36238"/>
                  <a:pt x="828323" y="33142"/>
                </a:cubicBezTo>
                <a:cubicBezTo>
                  <a:pt x="827160" y="30045"/>
                  <a:pt x="825507" y="27408"/>
                  <a:pt x="823365" y="25232"/>
                </a:cubicBezTo>
                <a:cubicBezTo>
                  <a:pt x="821222" y="23055"/>
                  <a:pt x="818636" y="21369"/>
                  <a:pt x="815607" y="20173"/>
                </a:cubicBezTo>
                <a:cubicBezTo>
                  <a:pt x="812577" y="18978"/>
                  <a:pt x="809195" y="18380"/>
                  <a:pt x="805461" y="18380"/>
                </a:cubicBezTo>
                <a:cubicBezTo>
                  <a:pt x="801728" y="18380"/>
                  <a:pt x="798362" y="18978"/>
                  <a:pt x="795362" y="20173"/>
                </a:cubicBezTo>
                <a:cubicBezTo>
                  <a:pt x="792363" y="21369"/>
                  <a:pt x="789792" y="23055"/>
                  <a:pt x="787650" y="25232"/>
                </a:cubicBezTo>
                <a:cubicBezTo>
                  <a:pt x="785507" y="27408"/>
                  <a:pt x="783854" y="30045"/>
                  <a:pt x="782692" y="33142"/>
                </a:cubicBezTo>
                <a:cubicBezTo>
                  <a:pt x="781529" y="36238"/>
                  <a:pt x="780948" y="39687"/>
                  <a:pt x="780948" y="43488"/>
                </a:cubicBezTo>
                <a:close/>
                <a:moveTo>
                  <a:pt x="837718" y="34286"/>
                </a:moveTo>
                <a:cubicBezTo>
                  <a:pt x="837901" y="31226"/>
                  <a:pt x="838666" y="28686"/>
                  <a:pt x="840013" y="26667"/>
                </a:cubicBezTo>
                <a:cubicBezTo>
                  <a:pt x="841360" y="24647"/>
                  <a:pt x="843074" y="23024"/>
                  <a:pt x="845155" y="21800"/>
                </a:cubicBezTo>
                <a:cubicBezTo>
                  <a:pt x="847235" y="20575"/>
                  <a:pt x="849576" y="19703"/>
                  <a:pt x="852177" y="19183"/>
                </a:cubicBezTo>
                <a:cubicBezTo>
                  <a:pt x="854779" y="18663"/>
                  <a:pt x="857396" y="18403"/>
                  <a:pt x="860028" y="18403"/>
                </a:cubicBezTo>
                <a:cubicBezTo>
                  <a:pt x="862415" y="18403"/>
                  <a:pt x="864833" y="18571"/>
                  <a:pt x="867281" y="18908"/>
                </a:cubicBezTo>
                <a:cubicBezTo>
                  <a:pt x="869730" y="19245"/>
                  <a:pt x="871964" y="19903"/>
                  <a:pt x="873983" y="20882"/>
                </a:cubicBezTo>
                <a:cubicBezTo>
                  <a:pt x="876003" y="21861"/>
                  <a:pt x="877656" y="23223"/>
                  <a:pt x="878941" y="24967"/>
                </a:cubicBezTo>
                <a:cubicBezTo>
                  <a:pt x="880227" y="26712"/>
                  <a:pt x="880870" y="29023"/>
                  <a:pt x="880870" y="31899"/>
                </a:cubicBezTo>
                <a:lnTo>
                  <a:pt x="880870" y="56596"/>
                </a:lnTo>
                <a:cubicBezTo>
                  <a:pt x="880870" y="58739"/>
                  <a:pt x="880992" y="60789"/>
                  <a:pt x="881237" y="62748"/>
                </a:cubicBezTo>
                <a:cubicBezTo>
                  <a:pt x="881482" y="64706"/>
                  <a:pt x="881910" y="66175"/>
                  <a:pt x="882522" y="67155"/>
                </a:cubicBezTo>
                <a:lnTo>
                  <a:pt x="869301" y="67155"/>
                </a:lnTo>
                <a:cubicBezTo>
                  <a:pt x="869056" y="66421"/>
                  <a:pt x="868857" y="65671"/>
                  <a:pt x="868704" y="64907"/>
                </a:cubicBezTo>
                <a:cubicBezTo>
                  <a:pt x="868551" y="64141"/>
                  <a:pt x="868444" y="63360"/>
                  <a:pt x="868383" y="62564"/>
                </a:cubicBezTo>
                <a:cubicBezTo>
                  <a:pt x="866303" y="64707"/>
                  <a:pt x="863854" y="66207"/>
                  <a:pt x="861038" y="67064"/>
                </a:cubicBezTo>
                <a:cubicBezTo>
                  <a:pt x="858222" y="67920"/>
                  <a:pt x="855345" y="68349"/>
                  <a:pt x="852407" y="68349"/>
                </a:cubicBezTo>
                <a:cubicBezTo>
                  <a:pt x="850143" y="68349"/>
                  <a:pt x="848032" y="68073"/>
                  <a:pt x="846072" y="67522"/>
                </a:cubicBezTo>
                <a:cubicBezTo>
                  <a:pt x="844114" y="66971"/>
                  <a:pt x="842400" y="66114"/>
                  <a:pt x="840931" y="64951"/>
                </a:cubicBezTo>
                <a:cubicBezTo>
                  <a:pt x="839463" y="63789"/>
                  <a:pt x="838315" y="62320"/>
                  <a:pt x="837489" y="60545"/>
                </a:cubicBezTo>
                <a:cubicBezTo>
                  <a:pt x="836662" y="58770"/>
                  <a:pt x="836249" y="56658"/>
                  <a:pt x="836249" y="54209"/>
                </a:cubicBezTo>
                <a:cubicBezTo>
                  <a:pt x="836249" y="51516"/>
                  <a:pt x="836723" y="49298"/>
                  <a:pt x="837672" y="47553"/>
                </a:cubicBezTo>
                <a:cubicBezTo>
                  <a:pt x="838621" y="45809"/>
                  <a:pt x="839845" y="44416"/>
                  <a:pt x="841344" y="43376"/>
                </a:cubicBezTo>
                <a:cubicBezTo>
                  <a:pt x="842844" y="42335"/>
                  <a:pt x="844558" y="41555"/>
                  <a:pt x="846485" y="41035"/>
                </a:cubicBezTo>
                <a:cubicBezTo>
                  <a:pt x="848414" y="40514"/>
                  <a:pt x="850358" y="40102"/>
                  <a:pt x="852316" y="39796"/>
                </a:cubicBezTo>
                <a:cubicBezTo>
                  <a:pt x="854275" y="39490"/>
                  <a:pt x="856202" y="39245"/>
                  <a:pt x="858099" y="39061"/>
                </a:cubicBezTo>
                <a:cubicBezTo>
                  <a:pt x="859997" y="38877"/>
                  <a:pt x="861680" y="38601"/>
                  <a:pt x="863149" y="38234"/>
                </a:cubicBezTo>
                <a:cubicBezTo>
                  <a:pt x="864619" y="37867"/>
                  <a:pt x="865781" y="37332"/>
                  <a:pt x="866638" y="36629"/>
                </a:cubicBezTo>
                <a:cubicBezTo>
                  <a:pt x="867495" y="35925"/>
                  <a:pt x="867894" y="34899"/>
                  <a:pt x="867833" y="33552"/>
                </a:cubicBezTo>
                <a:cubicBezTo>
                  <a:pt x="867833" y="32144"/>
                  <a:pt x="867603" y="31027"/>
                  <a:pt x="867144" y="30201"/>
                </a:cubicBezTo>
                <a:cubicBezTo>
                  <a:pt x="866684" y="29375"/>
                  <a:pt x="866072" y="28732"/>
                  <a:pt x="865307" y="28274"/>
                </a:cubicBezTo>
                <a:cubicBezTo>
                  <a:pt x="864542" y="27814"/>
                  <a:pt x="863654" y="27508"/>
                  <a:pt x="862644" y="27355"/>
                </a:cubicBezTo>
                <a:cubicBezTo>
                  <a:pt x="861634" y="27201"/>
                  <a:pt x="860548" y="27125"/>
                  <a:pt x="859385" y="27125"/>
                </a:cubicBezTo>
                <a:cubicBezTo>
                  <a:pt x="856815" y="27125"/>
                  <a:pt x="854795" y="27676"/>
                  <a:pt x="853326" y="28778"/>
                </a:cubicBezTo>
                <a:cubicBezTo>
                  <a:pt x="851857" y="29880"/>
                  <a:pt x="851000" y="31716"/>
                  <a:pt x="850755" y="34286"/>
                </a:cubicBezTo>
                <a:lnTo>
                  <a:pt x="837718" y="34286"/>
                </a:lnTo>
                <a:moveTo>
                  <a:pt x="867833" y="43926"/>
                </a:moveTo>
                <a:cubicBezTo>
                  <a:pt x="867282" y="44417"/>
                  <a:pt x="866593" y="44799"/>
                  <a:pt x="865766" y="45075"/>
                </a:cubicBezTo>
                <a:cubicBezTo>
                  <a:pt x="864940" y="45350"/>
                  <a:pt x="864052" y="45580"/>
                  <a:pt x="863103" y="45764"/>
                </a:cubicBezTo>
                <a:cubicBezTo>
                  <a:pt x="862155" y="45947"/>
                  <a:pt x="861161" y="46100"/>
                  <a:pt x="860119" y="46222"/>
                </a:cubicBezTo>
                <a:cubicBezTo>
                  <a:pt x="859079" y="46345"/>
                  <a:pt x="858038" y="46497"/>
                  <a:pt x="856998" y="46680"/>
                </a:cubicBezTo>
                <a:cubicBezTo>
                  <a:pt x="856019" y="46864"/>
                  <a:pt x="855055" y="47110"/>
                  <a:pt x="854106" y="47416"/>
                </a:cubicBezTo>
                <a:cubicBezTo>
                  <a:pt x="853158" y="47721"/>
                  <a:pt x="852331" y="48135"/>
                  <a:pt x="851627" y="48656"/>
                </a:cubicBezTo>
                <a:cubicBezTo>
                  <a:pt x="850924" y="49176"/>
                  <a:pt x="850358" y="49834"/>
                  <a:pt x="849929" y="50630"/>
                </a:cubicBezTo>
                <a:cubicBezTo>
                  <a:pt x="849500" y="51424"/>
                  <a:pt x="849286" y="52434"/>
                  <a:pt x="849286" y="53658"/>
                </a:cubicBezTo>
                <a:cubicBezTo>
                  <a:pt x="849286" y="54821"/>
                  <a:pt x="849500" y="55801"/>
                  <a:pt x="849929" y="56596"/>
                </a:cubicBezTo>
                <a:cubicBezTo>
                  <a:pt x="850358" y="57392"/>
                  <a:pt x="850939" y="58020"/>
                  <a:pt x="851673" y="58479"/>
                </a:cubicBezTo>
                <a:cubicBezTo>
                  <a:pt x="852408" y="58938"/>
                  <a:pt x="853265" y="59259"/>
                  <a:pt x="854244" y="59443"/>
                </a:cubicBezTo>
                <a:cubicBezTo>
                  <a:pt x="855223" y="59627"/>
                  <a:pt x="856234" y="59719"/>
                  <a:pt x="857274" y="59719"/>
                </a:cubicBezTo>
                <a:cubicBezTo>
                  <a:pt x="859844" y="59719"/>
                  <a:pt x="861833" y="59291"/>
                  <a:pt x="863241" y="58434"/>
                </a:cubicBezTo>
                <a:cubicBezTo>
                  <a:pt x="864649" y="57577"/>
                  <a:pt x="865690" y="56551"/>
                  <a:pt x="866363" y="55358"/>
                </a:cubicBezTo>
                <a:cubicBezTo>
                  <a:pt x="867037" y="54164"/>
                  <a:pt x="867450" y="52955"/>
                  <a:pt x="867603" y="51731"/>
                </a:cubicBezTo>
                <a:cubicBezTo>
                  <a:pt x="867756" y="50506"/>
                  <a:pt x="867833" y="49527"/>
                  <a:pt x="867833" y="48793"/>
                </a:cubicBezTo>
                <a:lnTo>
                  <a:pt x="867833" y="43926"/>
                </a:lnTo>
                <a:close/>
                <a:moveTo>
                  <a:pt x="907588" y="19725"/>
                </a:moveTo>
                <a:lnTo>
                  <a:pt x="907588" y="5469"/>
                </a:lnTo>
                <a:lnTo>
                  <a:pt x="894550" y="5469"/>
                </a:lnTo>
                <a:lnTo>
                  <a:pt x="894550" y="19725"/>
                </a:lnTo>
                <a:lnTo>
                  <a:pt x="886655" y="19725"/>
                </a:lnTo>
                <a:lnTo>
                  <a:pt x="886655" y="28422"/>
                </a:lnTo>
                <a:lnTo>
                  <a:pt x="894550" y="28422"/>
                </a:lnTo>
                <a:lnTo>
                  <a:pt x="894550" y="56409"/>
                </a:lnTo>
                <a:cubicBezTo>
                  <a:pt x="894550" y="58795"/>
                  <a:pt x="894948" y="60722"/>
                  <a:pt x="895744" y="62190"/>
                </a:cubicBezTo>
                <a:cubicBezTo>
                  <a:pt x="896540" y="63658"/>
                  <a:pt x="897626" y="64790"/>
                  <a:pt x="899003" y="65586"/>
                </a:cubicBezTo>
                <a:cubicBezTo>
                  <a:pt x="900380" y="66381"/>
                  <a:pt x="901972" y="66916"/>
                  <a:pt x="903777" y="67190"/>
                </a:cubicBezTo>
                <a:cubicBezTo>
                  <a:pt x="905583" y="67466"/>
                  <a:pt x="907496" y="67603"/>
                  <a:pt x="909517" y="67603"/>
                </a:cubicBezTo>
                <a:cubicBezTo>
                  <a:pt x="910802" y="67603"/>
                  <a:pt x="912118" y="67573"/>
                  <a:pt x="913464" y="67514"/>
                </a:cubicBezTo>
                <a:cubicBezTo>
                  <a:pt x="914811" y="67454"/>
                  <a:pt x="916035" y="67334"/>
                  <a:pt x="917136" y="67155"/>
                </a:cubicBezTo>
                <a:lnTo>
                  <a:pt x="917136" y="57015"/>
                </a:lnTo>
                <a:cubicBezTo>
                  <a:pt x="916525" y="57137"/>
                  <a:pt x="915882" y="57229"/>
                  <a:pt x="915209" y="57291"/>
                </a:cubicBezTo>
                <a:cubicBezTo>
                  <a:pt x="914535" y="57352"/>
                  <a:pt x="913831" y="57382"/>
                  <a:pt x="913097" y="57382"/>
                </a:cubicBezTo>
                <a:cubicBezTo>
                  <a:pt x="910893" y="57382"/>
                  <a:pt x="909424" y="57016"/>
                  <a:pt x="908689" y="56282"/>
                </a:cubicBezTo>
                <a:cubicBezTo>
                  <a:pt x="907955" y="55549"/>
                  <a:pt x="907588" y="54083"/>
                  <a:pt x="907588" y="51884"/>
                </a:cubicBezTo>
                <a:lnTo>
                  <a:pt x="907588" y="28422"/>
                </a:lnTo>
                <a:lnTo>
                  <a:pt x="917136" y="28422"/>
                </a:lnTo>
                <a:lnTo>
                  <a:pt x="917136" y="19725"/>
                </a:lnTo>
                <a:lnTo>
                  <a:pt x="907588" y="19725"/>
                </a:lnTo>
                <a:close/>
                <a:moveTo>
                  <a:pt x="946055" y="0"/>
                </a:moveTo>
                <a:lnTo>
                  <a:pt x="935131" y="0"/>
                </a:lnTo>
                <a:cubicBezTo>
                  <a:pt x="933111" y="2938"/>
                  <a:pt x="931351" y="6152"/>
                  <a:pt x="929851" y="9641"/>
                </a:cubicBezTo>
                <a:cubicBezTo>
                  <a:pt x="928352" y="13130"/>
                  <a:pt x="927097" y="16742"/>
                  <a:pt x="926087" y="20476"/>
                </a:cubicBezTo>
                <a:cubicBezTo>
                  <a:pt x="925077" y="24210"/>
                  <a:pt x="924312" y="27959"/>
                  <a:pt x="923792" y="31724"/>
                </a:cubicBezTo>
                <a:cubicBezTo>
                  <a:pt x="923272" y="35489"/>
                  <a:pt x="923011" y="39086"/>
                  <a:pt x="923011" y="42514"/>
                </a:cubicBezTo>
                <a:cubicBezTo>
                  <a:pt x="923011" y="49737"/>
                  <a:pt x="924067" y="56838"/>
                  <a:pt x="926179" y="63817"/>
                </a:cubicBezTo>
                <a:cubicBezTo>
                  <a:pt x="928291" y="70795"/>
                  <a:pt x="931275" y="77437"/>
                  <a:pt x="935131" y="83742"/>
                </a:cubicBezTo>
                <a:lnTo>
                  <a:pt x="945964" y="83742"/>
                </a:lnTo>
                <a:cubicBezTo>
                  <a:pt x="942475" y="77070"/>
                  <a:pt x="939950" y="70214"/>
                  <a:pt x="938389" y="63175"/>
                </a:cubicBezTo>
                <a:cubicBezTo>
                  <a:pt x="936829" y="56135"/>
                  <a:pt x="936049" y="48942"/>
                  <a:pt x="936049" y="41595"/>
                </a:cubicBezTo>
                <a:cubicBezTo>
                  <a:pt x="936049" y="34372"/>
                  <a:pt x="936844" y="27256"/>
                  <a:pt x="938436" y="20248"/>
                </a:cubicBezTo>
                <a:cubicBezTo>
                  <a:pt x="940027" y="13238"/>
                  <a:pt x="942567" y="6489"/>
                  <a:pt x="946055" y="0"/>
                </a:cubicBezTo>
                <a:close/>
                <a:moveTo>
                  <a:pt x="953676" y="1614"/>
                </a:moveTo>
                <a:lnTo>
                  <a:pt x="953676" y="31112"/>
                </a:lnTo>
                <a:lnTo>
                  <a:pt x="963500" y="31112"/>
                </a:lnTo>
                <a:lnTo>
                  <a:pt x="963500" y="1614"/>
                </a:lnTo>
                <a:lnTo>
                  <a:pt x="953676" y="1614"/>
                </a:lnTo>
                <a:close/>
                <a:moveTo>
                  <a:pt x="975987" y="19687"/>
                </a:moveTo>
                <a:lnTo>
                  <a:pt x="975987" y="67155"/>
                </a:lnTo>
                <a:lnTo>
                  <a:pt x="989024" y="67155"/>
                </a:lnTo>
                <a:lnTo>
                  <a:pt x="989024" y="42277"/>
                </a:lnTo>
                <a:cubicBezTo>
                  <a:pt x="989024" y="37442"/>
                  <a:pt x="989820" y="33969"/>
                  <a:pt x="991412" y="31859"/>
                </a:cubicBezTo>
                <a:cubicBezTo>
                  <a:pt x="993003" y="29747"/>
                  <a:pt x="995574" y="28691"/>
                  <a:pt x="999124" y="28691"/>
                </a:cubicBezTo>
                <a:cubicBezTo>
                  <a:pt x="1002246" y="28691"/>
                  <a:pt x="1004419" y="29655"/>
                  <a:pt x="1005642" y="31583"/>
                </a:cubicBezTo>
                <a:cubicBezTo>
                  <a:pt x="1006867" y="33510"/>
                  <a:pt x="1007479" y="36433"/>
                  <a:pt x="1007479" y="40350"/>
                </a:cubicBezTo>
                <a:lnTo>
                  <a:pt x="1007479" y="67155"/>
                </a:lnTo>
                <a:lnTo>
                  <a:pt x="1020516" y="67155"/>
                </a:lnTo>
                <a:lnTo>
                  <a:pt x="1020516" y="37946"/>
                </a:lnTo>
                <a:cubicBezTo>
                  <a:pt x="1020516" y="35006"/>
                  <a:pt x="1020256" y="32327"/>
                  <a:pt x="1019736" y="29908"/>
                </a:cubicBezTo>
                <a:cubicBezTo>
                  <a:pt x="1019215" y="27490"/>
                  <a:pt x="1018312" y="25438"/>
                  <a:pt x="1017026" y="23754"/>
                </a:cubicBezTo>
                <a:cubicBezTo>
                  <a:pt x="1015741" y="22070"/>
                  <a:pt x="1013982" y="20754"/>
                  <a:pt x="1011747" y="19805"/>
                </a:cubicBezTo>
                <a:cubicBezTo>
                  <a:pt x="1009513" y="18855"/>
                  <a:pt x="1006652" y="18380"/>
                  <a:pt x="1003163" y="18380"/>
                </a:cubicBezTo>
                <a:cubicBezTo>
                  <a:pt x="1000408" y="18380"/>
                  <a:pt x="997715" y="19009"/>
                  <a:pt x="995083" y="20267"/>
                </a:cubicBezTo>
                <a:cubicBezTo>
                  <a:pt x="992452" y="21525"/>
                  <a:pt x="990309" y="23535"/>
                  <a:pt x="988657" y="26297"/>
                </a:cubicBezTo>
                <a:lnTo>
                  <a:pt x="988381" y="26297"/>
                </a:lnTo>
                <a:lnTo>
                  <a:pt x="988381" y="19687"/>
                </a:lnTo>
                <a:lnTo>
                  <a:pt x="975987" y="19687"/>
                </a:lnTo>
                <a:close/>
                <a:moveTo>
                  <a:pt x="1029758" y="34286"/>
                </a:moveTo>
                <a:cubicBezTo>
                  <a:pt x="1029941" y="31226"/>
                  <a:pt x="1030706" y="28686"/>
                  <a:pt x="1032053" y="26667"/>
                </a:cubicBezTo>
                <a:cubicBezTo>
                  <a:pt x="1033399" y="24647"/>
                  <a:pt x="1035113" y="23024"/>
                  <a:pt x="1037194" y="21800"/>
                </a:cubicBezTo>
                <a:cubicBezTo>
                  <a:pt x="1039275" y="20575"/>
                  <a:pt x="1041616" y="19703"/>
                  <a:pt x="1044217" y="19183"/>
                </a:cubicBezTo>
                <a:cubicBezTo>
                  <a:pt x="1046819" y="18663"/>
                  <a:pt x="1049436" y="18403"/>
                  <a:pt x="1052068" y="18403"/>
                </a:cubicBezTo>
                <a:cubicBezTo>
                  <a:pt x="1054455" y="18403"/>
                  <a:pt x="1056872" y="18571"/>
                  <a:pt x="1059320" y="18908"/>
                </a:cubicBezTo>
                <a:cubicBezTo>
                  <a:pt x="1061769" y="19245"/>
                  <a:pt x="1064003" y="19903"/>
                  <a:pt x="1066022" y="20882"/>
                </a:cubicBezTo>
                <a:cubicBezTo>
                  <a:pt x="1068042" y="21861"/>
                  <a:pt x="1069695" y="23223"/>
                  <a:pt x="1070980" y="24967"/>
                </a:cubicBezTo>
                <a:cubicBezTo>
                  <a:pt x="1072266" y="26712"/>
                  <a:pt x="1072909" y="29023"/>
                  <a:pt x="1072909" y="31899"/>
                </a:cubicBezTo>
                <a:lnTo>
                  <a:pt x="1072909" y="56596"/>
                </a:lnTo>
                <a:cubicBezTo>
                  <a:pt x="1072909" y="58739"/>
                  <a:pt x="1073032" y="60789"/>
                  <a:pt x="1073276" y="62748"/>
                </a:cubicBezTo>
                <a:cubicBezTo>
                  <a:pt x="1073521" y="64706"/>
                  <a:pt x="1073949" y="66175"/>
                  <a:pt x="1074561" y="67155"/>
                </a:cubicBezTo>
                <a:lnTo>
                  <a:pt x="1061340" y="67155"/>
                </a:lnTo>
                <a:cubicBezTo>
                  <a:pt x="1061096" y="66421"/>
                  <a:pt x="1060897" y="65671"/>
                  <a:pt x="1060744" y="64907"/>
                </a:cubicBezTo>
                <a:cubicBezTo>
                  <a:pt x="1060590" y="64141"/>
                  <a:pt x="1060484" y="63360"/>
                  <a:pt x="1060423" y="62564"/>
                </a:cubicBezTo>
                <a:cubicBezTo>
                  <a:pt x="1058342" y="64707"/>
                  <a:pt x="1055894" y="66207"/>
                  <a:pt x="1053078" y="67064"/>
                </a:cubicBezTo>
                <a:cubicBezTo>
                  <a:pt x="1050262" y="67920"/>
                  <a:pt x="1047385" y="68349"/>
                  <a:pt x="1044447" y="68349"/>
                </a:cubicBezTo>
                <a:cubicBezTo>
                  <a:pt x="1042183" y="68349"/>
                  <a:pt x="1040071" y="68073"/>
                  <a:pt x="1038112" y="67522"/>
                </a:cubicBezTo>
                <a:cubicBezTo>
                  <a:pt x="1036153" y="66971"/>
                  <a:pt x="1034439" y="66114"/>
                  <a:pt x="1032970" y="64951"/>
                </a:cubicBezTo>
                <a:cubicBezTo>
                  <a:pt x="1031502" y="63789"/>
                  <a:pt x="1030355" y="62320"/>
                  <a:pt x="1029528" y="60545"/>
                </a:cubicBezTo>
                <a:cubicBezTo>
                  <a:pt x="1028702" y="58770"/>
                  <a:pt x="1028288" y="56658"/>
                  <a:pt x="1028288" y="54209"/>
                </a:cubicBezTo>
                <a:cubicBezTo>
                  <a:pt x="1028288" y="51516"/>
                  <a:pt x="1028763" y="49298"/>
                  <a:pt x="1029712" y="47553"/>
                </a:cubicBezTo>
                <a:cubicBezTo>
                  <a:pt x="1030660" y="45809"/>
                  <a:pt x="1031884" y="44416"/>
                  <a:pt x="1033383" y="43376"/>
                </a:cubicBezTo>
                <a:cubicBezTo>
                  <a:pt x="1034883" y="42335"/>
                  <a:pt x="1036597" y="41555"/>
                  <a:pt x="1038525" y="41035"/>
                </a:cubicBezTo>
                <a:cubicBezTo>
                  <a:pt x="1040453" y="40514"/>
                  <a:pt x="1042397" y="40102"/>
                  <a:pt x="1044356" y="39796"/>
                </a:cubicBezTo>
                <a:cubicBezTo>
                  <a:pt x="1046314" y="39490"/>
                  <a:pt x="1048242" y="39245"/>
                  <a:pt x="1050139" y="39061"/>
                </a:cubicBezTo>
                <a:cubicBezTo>
                  <a:pt x="1052036" y="38877"/>
                  <a:pt x="1053720" y="38601"/>
                  <a:pt x="1055189" y="38234"/>
                </a:cubicBezTo>
                <a:cubicBezTo>
                  <a:pt x="1056658" y="37867"/>
                  <a:pt x="1057821" y="37332"/>
                  <a:pt x="1058677" y="36629"/>
                </a:cubicBezTo>
                <a:cubicBezTo>
                  <a:pt x="1059535" y="35925"/>
                  <a:pt x="1059933" y="34899"/>
                  <a:pt x="1059872" y="33552"/>
                </a:cubicBezTo>
                <a:cubicBezTo>
                  <a:pt x="1059872" y="32144"/>
                  <a:pt x="1059642" y="31027"/>
                  <a:pt x="1059183" y="30201"/>
                </a:cubicBezTo>
                <a:cubicBezTo>
                  <a:pt x="1058723" y="29375"/>
                  <a:pt x="1058111" y="28732"/>
                  <a:pt x="1057346" y="28274"/>
                </a:cubicBezTo>
                <a:cubicBezTo>
                  <a:pt x="1056581" y="27814"/>
                  <a:pt x="1055694" y="27508"/>
                  <a:pt x="1054683" y="27355"/>
                </a:cubicBezTo>
                <a:cubicBezTo>
                  <a:pt x="1053674" y="27201"/>
                  <a:pt x="1052587" y="27125"/>
                  <a:pt x="1051425" y="27125"/>
                </a:cubicBezTo>
                <a:cubicBezTo>
                  <a:pt x="1048854" y="27125"/>
                  <a:pt x="1046835" y="27676"/>
                  <a:pt x="1045366" y="28778"/>
                </a:cubicBezTo>
                <a:cubicBezTo>
                  <a:pt x="1043896" y="29880"/>
                  <a:pt x="1043040" y="31716"/>
                  <a:pt x="1042795" y="34286"/>
                </a:cubicBezTo>
                <a:lnTo>
                  <a:pt x="1029758" y="34286"/>
                </a:lnTo>
                <a:moveTo>
                  <a:pt x="1059872" y="43926"/>
                </a:moveTo>
                <a:cubicBezTo>
                  <a:pt x="1059321" y="44417"/>
                  <a:pt x="1058632" y="44799"/>
                  <a:pt x="1057806" y="45075"/>
                </a:cubicBezTo>
                <a:cubicBezTo>
                  <a:pt x="1056979" y="45350"/>
                  <a:pt x="1056092" y="45580"/>
                  <a:pt x="1055143" y="45764"/>
                </a:cubicBezTo>
                <a:cubicBezTo>
                  <a:pt x="1054195" y="45947"/>
                  <a:pt x="1053200" y="46100"/>
                  <a:pt x="1052159" y="46222"/>
                </a:cubicBezTo>
                <a:cubicBezTo>
                  <a:pt x="1051118" y="46345"/>
                  <a:pt x="1050078" y="46497"/>
                  <a:pt x="1049037" y="46680"/>
                </a:cubicBezTo>
                <a:cubicBezTo>
                  <a:pt x="1048059" y="46864"/>
                  <a:pt x="1047095" y="47110"/>
                  <a:pt x="1046146" y="47416"/>
                </a:cubicBezTo>
                <a:cubicBezTo>
                  <a:pt x="1045197" y="47721"/>
                  <a:pt x="1044370" y="48135"/>
                  <a:pt x="1043666" y="48656"/>
                </a:cubicBezTo>
                <a:cubicBezTo>
                  <a:pt x="1042963" y="49176"/>
                  <a:pt x="1042397" y="49834"/>
                  <a:pt x="1041968" y="50630"/>
                </a:cubicBezTo>
                <a:cubicBezTo>
                  <a:pt x="1041540" y="51424"/>
                  <a:pt x="1041325" y="52434"/>
                  <a:pt x="1041325" y="53658"/>
                </a:cubicBezTo>
                <a:cubicBezTo>
                  <a:pt x="1041325" y="54821"/>
                  <a:pt x="1041540" y="55801"/>
                  <a:pt x="1041968" y="56596"/>
                </a:cubicBezTo>
                <a:cubicBezTo>
                  <a:pt x="1042397" y="57392"/>
                  <a:pt x="1042978" y="58020"/>
                  <a:pt x="1043712" y="58479"/>
                </a:cubicBezTo>
                <a:cubicBezTo>
                  <a:pt x="1044448" y="58938"/>
                  <a:pt x="1045304" y="59259"/>
                  <a:pt x="1046283" y="59443"/>
                </a:cubicBezTo>
                <a:cubicBezTo>
                  <a:pt x="1047263" y="59627"/>
                  <a:pt x="1048273" y="59719"/>
                  <a:pt x="1049313" y="59719"/>
                </a:cubicBezTo>
                <a:cubicBezTo>
                  <a:pt x="1051884" y="59719"/>
                  <a:pt x="1053873" y="59291"/>
                  <a:pt x="1055280" y="58434"/>
                </a:cubicBezTo>
                <a:cubicBezTo>
                  <a:pt x="1056688" y="57577"/>
                  <a:pt x="1057729" y="56551"/>
                  <a:pt x="1058403" y="55358"/>
                </a:cubicBezTo>
                <a:cubicBezTo>
                  <a:pt x="1059076" y="54164"/>
                  <a:pt x="1059489" y="52955"/>
                  <a:pt x="1059642" y="51731"/>
                </a:cubicBezTo>
                <a:cubicBezTo>
                  <a:pt x="1059796" y="50506"/>
                  <a:pt x="1059872" y="49527"/>
                  <a:pt x="1059872" y="48793"/>
                </a:cubicBezTo>
                <a:lnTo>
                  <a:pt x="1059872" y="43926"/>
                </a:lnTo>
                <a:close/>
                <a:moveTo>
                  <a:pt x="1083100" y="19687"/>
                </a:moveTo>
                <a:lnTo>
                  <a:pt x="1083100" y="67155"/>
                </a:lnTo>
                <a:lnTo>
                  <a:pt x="1096137" y="67155"/>
                </a:lnTo>
                <a:lnTo>
                  <a:pt x="1096137" y="42277"/>
                </a:lnTo>
                <a:cubicBezTo>
                  <a:pt x="1096137" y="37442"/>
                  <a:pt x="1096932" y="33969"/>
                  <a:pt x="1098524" y="31859"/>
                </a:cubicBezTo>
                <a:cubicBezTo>
                  <a:pt x="1100115" y="29747"/>
                  <a:pt x="1102686" y="28691"/>
                  <a:pt x="1106236" y="28691"/>
                </a:cubicBezTo>
                <a:cubicBezTo>
                  <a:pt x="1109358" y="28691"/>
                  <a:pt x="1111531" y="29655"/>
                  <a:pt x="1112754" y="31583"/>
                </a:cubicBezTo>
                <a:cubicBezTo>
                  <a:pt x="1113979" y="33510"/>
                  <a:pt x="1114591" y="36433"/>
                  <a:pt x="1114591" y="40350"/>
                </a:cubicBezTo>
                <a:lnTo>
                  <a:pt x="1114591" y="67155"/>
                </a:lnTo>
                <a:lnTo>
                  <a:pt x="1127628" y="67155"/>
                </a:lnTo>
                <a:lnTo>
                  <a:pt x="1127628" y="37946"/>
                </a:lnTo>
                <a:cubicBezTo>
                  <a:pt x="1127628" y="35006"/>
                  <a:pt x="1127368" y="32327"/>
                  <a:pt x="1126848" y="29908"/>
                </a:cubicBezTo>
                <a:cubicBezTo>
                  <a:pt x="1126328" y="27490"/>
                  <a:pt x="1125425" y="25438"/>
                  <a:pt x="1124138" y="23754"/>
                </a:cubicBezTo>
                <a:cubicBezTo>
                  <a:pt x="1122853" y="22070"/>
                  <a:pt x="1121094" y="20754"/>
                  <a:pt x="1118860" y="19805"/>
                </a:cubicBezTo>
                <a:cubicBezTo>
                  <a:pt x="1116626" y="18855"/>
                  <a:pt x="1113764" y="18380"/>
                  <a:pt x="1110275" y="18380"/>
                </a:cubicBezTo>
                <a:cubicBezTo>
                  <a:pt x="1107521" y="18380"/>
                  <a:pt x="1104828" y="19009"/>
                  <a:pt x="1102196" y="20267"/>
                </a:cubicBezTo>
                <a:cubicBezTo>
                  <a:pt x="1099564" y="21525"/>
                  <a:pt x="1097422" y="23535"/>
                  <a:pt x="1095770" y="26297"/>
                </a:cubicBezTo>
                <a:lnTo>
                  <a:pt x="1095494" y="26297"/>
                </a:lnTo>
                <a:lnTo>
                  <a:pt x="1095494" y="19687"/>
                </a:lnTo>
                <a:lnTo>
                  <a:pt x="1083100" y="19687"/>
                </a:lnTo>
                <a:close/>
                <a:moveTo>
                  <a:pt x="1140360" y="1614"/>
                </a:moveTo>
                <a:lnTo>
                  <a:pt x="1140360" y="31112"/>
                </a:lnTo>
                <a:lnTo>
                  <a:pt x="1150183" y="31112"/>
                </a:lnTo>
                <a:lnTo>
                  <a:pt x="1150183" y="1614"/>
                </a:lnTo>
                <a:lnTo>
                  <a:pt x="1140360" y="1614"/>
                </a:lnTo>
                <a:close/>
                <a:moveTo>
                  <a:pt x="1157161" y="83742"/>
                </a:moveTo>
                <a:lnTo>
                  <a:pt x="1167994" y="83742"/>
                </a:lnTo>
                <a:cubicBezTo>
                  <a:pt x="1170015" y="80865"/>
                  <a:pt x="1171790" y="77681"/>
                  <a:pt x="1173319" y="74192"/>
                </a:cubicBezTo>
                <a:cubicBezTo>
                  <a:pt x="1174850" y="70703"/>
                  <a:pt x="1176120" y="67107"/>
                  <a:pt x="1177130" y="63403"/>
                </a:cubicBezTo>
                <a:cubicBezTo>
                  <a:pt x="1178140" y="59700"/>
                  <a:pt x="1178889" y="55966"/>
                  <a:pt x="1179378" y="52202"/>
                </a:cubicBezTo>
                <a:cubicBezTo>
                  <a:pt x="1179869" y="48437"/>
                  <a:pt x="1180114" y="44840"/>
                  <a:pt x="1180114" y="41412"/>
                </a:cubicBezTo>
                <a:cubicBezTo>
                  <a:pt x="1180114" y="34188"/>
                  <a:pt x="1179058" y="27057"/>
                  <a:pt x="1176946" y="20018"/>
                </a:cubicBezTo>
                <a:cubicBezTo>
                  <a:pt x="1174835" y="12978"/>
                  <a:pt x="1171851" y="6305"/>
                  <a:pt x="1167994" y="0"/>
                </a:cubicBezTo>
                <a:lnTo>
                  <a:pt x="1157252" y="0"/>
                </a:lnTo>
                <a:cubicBezTo>
                  <a:pt x="1160619" y="6672"/>
                  <a:pt x="1163098" y="13559"/>
                  <a:pt x="1164690" y="20660"/>
                </a:cubicBezTo>
                <a:cubicBezTo>
                  <a:pt x="1166281" y="27760"/>
                  <a:pt x="1167077" y="34984"/>
                  <a:pt x="1167077" y="42331"/>
                </a:cubicBezTo>
                <a:cubicBezTo>
                  <a:pt x="1167077" y="49554"/>
                  <a:pt x="1166266" y="56639"/>
                  <a:pt x="1164643" y="63587"/>
                </a:cubicBezTo>
                <a:cubicBezTo>
                  <a:pt x="1163021" y="70535"/>
                  <a:pt x="1160527" y="77253"/>
                  <a:pt x="1157161" y="83742"/>
                </a:cubicBezTo>
                <a:close/>
                <a:moveTo>
                  <a:pt x="1190856" y="52989"/>
                </a:moveTo>
                <a:lnTo>
                  <a:pt x="1190856" y="67155"/>
                </a:lnTo>
                <a:lnTo>
                  <a:pt x="1197466" y="67155"/>
                </a:lnTo>
                <a:cubicBezTo>
                  <a:pt x="1197527" y="68135"/>
                  <a:pt x="1197405" y="69099"/>
                  <a:pt x="1197099" y="70048"/>
                </a:cubicBezTo>
                <a:cubicBezTo>
                  <a:pt x="1196792" y="70997"/>
                  <a:pt x="1196333" y="71854"/>
                  <a:pt x="1195721" y="72619"/>
                </a:cubicBezTo>
                <a:cubicBezTo>
                  <a:pt x="1195110" y="73385"/>
                  <a:pt x="1194391" y="74043"/>
                  <a:pt x="1193564" y="74594"/>
                </a:cubicBezTo>
                <a:cubicBezTo>
                  <a:pt x="1192737" y="75145"/>
                  <a:pt x="1191865" y="75512"/>
                  <a:pt x="1190947" y="75695"/>
                </a:cubicBezTo>
                <a:lnTo>
                  <a:pt x="1190947" y="82308"/>
                </a:lnTo>
                <a:cubicBezTo>
                  <a:pt x="1192906" y="82001"/>
                  <a:pt x="1194757" y="81434"/>
                  <a:pt x="1196502" y="80607"/>
                </a:cubicBezTo>
                <a:cubicBezTo>
                  <a:pt x="1198246" y="79780"/>
                  <a:pt x="1199761" y="78723"/>
                  <a:pt x="1201046" y="77437"/>
                </a:cubicBezTo>
                <a:cubicBezTo>
                  <a:pt x="1202332" y="76150"/>
                  <a:pt x="1203358" y="74633"/>
                  <a:pt x="1204123" y="72886"/>
                </a:cubicBezTo>
                <a:cubicBezTo>
                  <a:pt x="1204888" y="71141"/>
                  <a:pt x="1205270" y="69226"/>
                  <a:pt x="1205270" y="67142"/>
                </a:cubicBezTo>
                <a:lnTo>
                  <a:pt x="1205270" y="52989"/>
                </a:lnTo>
                <a:lnTo>
                  <a:pt x="1190856" y="52989"/>
                </a:lnTo>
                <a:close/>
                <a:moveTo>
                  <a:pt x="1256686" y="28870"/>
                </a:moveTo>
                <a:lnTo>
                  <a:pt x="1256686" y="38016"/>
                </a:lnTo>
                <a:cubicBezTo>
                  <a:pt x="1258277" y="38016"/>
                  <a:pt x="1259945" y="38061"/>
                  <a:pt x="1261690" y="38153"/>
                </a:cubicBezTo>
                <a:cubicBezTo>
                  <a:pt x="1263434" y="38245"/>
                  <a:pt x="1265041" y="38581"/>
                  <a:pt x="1266509" y="39163"/>
                </a:cubicBezTo>
                <a:cubicBezTo>
                  <a:pt x="1267978" y="39744"/>
                  <a:pt x="1269187" y="40677"/>
                  <a:pt x="1270136" y="41962"/>
                </a:cubicBezTo>
                <a:cubicBezTo>
                  <a:pt x="1271085" y="43246"/>
                  <a:pt x="1271559" y="45112"/>
                  <a:pt x="1271559" y="47559"/>
                </a:cubicBezTo>
                <a:cubicBezTo>
                  <a:pt x="1271559" y="50678"/>
                  <a:pt x="1270549" y="53140"/>
                  <a:pt x="1268529" y="54945"/>
                </a:cubicBezTo>
                <a:cubicBezTo>
                  <a:pt x="1266510" y="56749"/>
                  <a:pt x="1264031" y="57651"/>
                  <a:pt x="1261093" y="57651"/>
                </a:cubicBezTo>
                <a:cubicBezTo>
                  <a:pt x="1259195" y="57651"/>
                  <a:pt x="1257557" y="57314"/>
                  <a:pt x="1256180" y="56641"/>
                </a:cubicBezTo>
                <a:cubicBezTo>
                  <a:pt x="1254803" y="55968"/>
                  <a:pt x="1253656" y="55065"/>
                  <a:pt x="1252738" y="53933"/>
                </a:cubicBezTo>
                <a:cubicBezTo>
                  <a:pt x="1251820" y="52800"/>
                  <a:pt x="1251116" y="51453"/>
                  <a:pt x="1250626" y="49893"/>
                </a:cubicBezTo>
                <a:cubicBezTo>
                  <a:pt x="1250137" y="48332"/>
                  <a:pt x="1249862" y="46695"/>
                  <a:pt x="1249800" y="44981"/>
                </a:cubicBezTo>
                <a:lnTo>
                  <a:pt x="1237406" y="44981"/>
                </a:lnTo>
                <a:cubicBezTo>
                  <a:pt x="1237344" y="48715"/>
                  <a:pt x="1237879" y="52021"/>
                  <a:pt x="1239011" y="54898"/>
                </a:cubicBezTo>
                <a:cubicBezTo>
                  <a:pt x="1240144" y="57776"/>
                  <a:pt x="1241751" y="60211"/>
                  <a:pt x="1243832" y="62204"/>
                </a:cubicBezTo>
                <a:cubicBezTo>
                  <a:pt x="1245914" y="64197"/>
                  <a:pt x="1248439" y="65715"/>
                  <a:pt x="1251407" y="66757"/>
                </a:cubicBezTo>
                <a:cubicBezTo>
                  <a:pt x="1254375" y="67799"/>
                  <a:pt x="1257665" y="68321"/>
                  <a:pt x="1261276" y="68321"/>
                </a:cubicBezTo>
                <a:cubicBezTo>
                  <a:pt x="1264398" y="68321"/>
                  <a:pt x="1267397" y="67862"/>
                  <a:pt x="1270273" y="66945"/>
                </a:cubicBezTo>
                <a:cubicBezTo>
                  <a:pt x="1273151" y="66027"/>
                  <a:pt x="1275691" y="64681"/>
                  <a:pt x="1277894" y="62906"/>
                </a:cubicBezTo>
                <a:cubicBezTo>
                  <a:pt x="1280097" y="61132"/>
                  <a:pt x="1281857" y="58929"/>
                  <a:pt x="1283173" y="56298"/>
                </a:cubicBezTo>
                <a:cubicBezTo>
                  <a:pt x="1284489" y="53667"/>
                  <a:pt x="1285147" y="50669"/>
                  <a:pt x="1285147" y="47304"/>
                </a:cubicBezTo>
                <a:cubicBezTo>
                  <a:pt x="1285147" y="43633"/>
                  <a:pt x="1284137" y="40483"/>
                  <a:pt x="1282117" y="37852"/>
                </a:cubicBezTo>
                <a:cubicBezTo>
                  <a:pt x="1280097" y="35221"/>
                  <a:pt x="1277313" y="33507"/>
                  <a:pt x="1273763" y="32712"/>
                </a:cubicBezTo>
                <a:lnTo>
                  <a:pt x="1273763" y="32528"/>
                </a:lnTo>
                <a:cubicBezTo>
                  <a:pt x="1276762" y="31672"/>
                  <a:pt x="1279011" y="30051"/>
                  <a:pt x="1280510" y="27667"/>
                </a:cubicBezTo>
                <a:cubicBezTo>
                  <a:pt x="1282010" y="25282"/>
                  <a:pt x="1282760" y="22529"/>
                  <a:pt x="1282760" y="19410"/>
                </a:cubicBezTo>
                <a:cubicBezTo>
                  <a:pt x="1282760" y="16536"/>
                  <a:pt x="1282117" y="13999"/>
                  <a:pt x="1280832" y="11797"/>
                </a:cubicBezTo>
                <a:cubicBezTo>
                  <a:pt x="1279547" y="9595"/>
                  <a:pt x="1277879" y="7729"/>
                  <a:pt x="1275828" y="6201"/>
                </a:cubicBezTo>
                <a:cubicBezTo>
                  <a:pt x="1273778" y="4672"/>
                  <a:pt x="1271467" y="3525"/>
                  <a:pt x="1268896" y="2761"/>
                </a:cubicBezTo>
                <a:cubicBezTo>
                  <a:pt x="1266326" y="1996"/>
                  <a:pt x="1263755" y="1614"/>
                  <a:pt x="1261184" y="1614"/>
                </a:cubicBezTo>
                <a:cubicBezTo>
                  <a:pt x="1257880" y="1614"/>
                  <a:pt x="1254881" y="2150"/>
                  <a:pt x="1252187" y="3224"/>
                </a:cubicBezTo>
                <a:cubicBezTo>
                  <a:pt x="1249494" y="4296"/>
                  <a:pt x="1247183" y="5813"/>
                  <a:pt x="1245255" y="7775"/>
                </a:cubicBezTo>
                <a:cubicBezTo>
                  <a:pt x="1243328" y="9736"/>
                  <a:pt x="1241828" y="12080"/>
                  <a:pt x="1240757" y="14805"/>
                </a:cubicBezTo>
                <a:cubicBezTo>
                  <a:pt x="1239686" y="17529"/>
                  <a:pt x="1239089" y="20544"/>
                  <a:pt x="1238967" y="23849"/>
                </a:cubicBezTo>
                <a:lnTo>
                  <a:pt x="1251361" y="23849"/>
                </a:lnTo>
                <a:cubicBezTo>
                  <a:pt x="1251300" y="20544"/>
                  <a:pt x="1252111" y="17805"/>
                  <a:pt x="1253794" y="15633"/>
                </a:cubicBezTo>
                <a:cubicBezTo>
                  <a:pt x="1255477" y="13460"/>
                  <a:pt x="1257971" y="12373"/>
                  <a:pt x="1261276" y="12373"/>
                </a:cubicBezTo>
                <a:cubicBezTo>
                  <a:pt x="1263664" y="12373"/>
                  <a:pt x="1265775" y="13106"/>
                  <a:pt x="1267611" y="14572"/>
                </a:cubicBezTo>
                <a:cubicBezTo>
                  <a:pt x="1269448" y="16039"/>
                  <a:pt x="1270366" y="18147"/>
                  <a:pt x="1270366" y="20896"/>
                </a:cubicBezTo>
                <a:cubicBezTo>
                  <a:pt x="1270366" y="22730"/>
                  <a:pt x="1269922" y="24196"/>
                  <a:pt x="1269035" y="25297"/>
                </a:cubicBezTo>
                <a:cubicBezTo>
                  <a:pt x="1268147" y="26396"/>
                  <a:pt x="1267015" y="27236"/>
                  <a:pt x="1265637" y="27817"/>
                </a:cubicBezTo>
                <a:cubicBezTo>
                  <a:pt x="1264260" y="28397"/>
                  <a:pt x="1262775" y="28749"/>
                  <a:pt x="1261184" y="28872"/>
                </a:cubicBezTo>
                <a:cubicBezTo>
                  <a:pt x="1259593" y="28994"/>
                  <a:pt x="1258094" y="28994"/>
                  <a:pt x="1256686" y="28870"/>
                </a:cubicBezTo>
                <a:close/>
                <a:moveTo>
                  <a:pt x="1311343" y="83742"/>
                </a:moveTo>
                <a:lnTo>
                  <a:pt x="1311343" y="0"/>
                </a:lnTo>
                <a:lnTo>
                  <a:pt x="1287106" y="0"/>
                </a:lnTo>
                <a:lnTo>
                  <a:pt x="1287106" y="10311"/>
                </a:lnTo>
                <a:lnTo>
                  <a:pt x="1298306" y="10311"/>
                </a:lnTo>
                <a:lnTo>
                  <a:pt x="1298306" y="73431"/>
                </a:lnTo>
                <a:lnTo>
                  <a:pt x="1287106" y="73431"/>
                </a:lnTo>
                <a:lnTo>
                  <a:pt x="1287106" y="83742"/>
                </a:lnTo>
                <a:lnTo>
                  <a:pt x="1311343" y="83742"/>
                </a:lnTo>
                <a:close/>
                <a:moveTo>
                  <a:pt x="1317068" y="83742"/>
                </a:moveTo>
                <a:lnTo>
                  <a:pt x="1327901" y="83742"/>
                </a:lnTo>
                <a:cubicBezTo>
                  <a:pt x="1329921" y="80865"/>
                  <a:pt x="1331696" y="77681"/>
                  <a:pt x="1333226" y="74192"/>
                </a:cubicBezTo>
                <a:cubicBezTo>
                  <a:pt x="1334757" y="70703"/>
                  <a:pt x="1336027" y="67107"/>
                  <a:pt x="1337036" y="63403"/>
                </a:cubicBezTo>
                <a:cubicBezTo>
                  <a:pt x="1338046" y="59700"/>
                  <a:pt x="1338796" y="55966"/>
                  <a:pt x="1339285" y="52202"/>
                </a:cubicBezTo>
                <a:cubicBezTo>
                  <a:pt x="1339775" y="48437"/>
                  <a:pt x="1340020" y="44840"/>
                  <a:pt x="1340020" y="41412"/>
                </a:cubicBezTo>
                <a:cubicBezTo>
                  <a:pt x="1340020" y="34188"/>
                  <a:pt x="1338965" y="27057"/>
                  <a:pt x="1336853" y="20018"/>
                </a:cubicBezTo>
                <a:cubicBezTo>
                  <a:pt x="1334741" y="12978"/>
                  <a:pt x="1331757" y="6305"/>
                  <a:pt x="1327901" y="0"/>
                </a:cubicBezTo>
                <a:lnTo>
                  <a:pt x="1317159" y="0"/>
                </a:lnTo>
                <a:cubicBezTo>
                  <a:pt x="1320526" y="6672"/>
                  <a:pt x="1323005" y="13559"/>
                  <a:pt x="1324596" y="20660"/>
                </a:cubicBezTo>
                <a:cubicBezTo>
                  <a:pt x="1326188" y="27760"/>
                  <a:pt x="1326983" y="34984"/>
                  <a:pt x="1326983" y="42331"/>
                </a:cubicBezTo>
                <a:cubicBezTo>
                  <a:pt x="1326983" y="49554"/>
                  <a:pt x="1326172" y="56639"/>
                  <a:pt x="1324550" y="63587"/>
                </a:cubicBezTo>
                <a:cubicBezTo>
                  <a:pt x="1322928" y="70535"/>
                  <a:pt x="1320434" y="77253"/>
                  <a:pt x="1317068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abs_a=mx.abs(a)">
            <a:extLst xmlns:a="http://schemas.openxmlformats.org/drawingml/2006/main">
              <a:ext uri="{FF2B5EF4-FFF2-40B4-BE49-F238E27FC236}">
                <a16:creationId xmlns:a16="http://schemas.microsoft.com/office/drawing/2014/main" id="{736F14E6-2FB0-4D80-A19B-D89BF80A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705" y="3608752"/>
            <a:ext cx="776911" cy="83742"/>
          </a:xfrm>
          <a:custGeom xmlns:a="http://schemas.openxmlformats.org/drawingml/2006/main">
            <a:pathLst>
              <a:path w="776911" h="83742">
                <a:moveTo>
                  <a:pt x="1470" y="34286"/>
                </a:moveTo>
                <a:cubicBezTo>
                  <a:pt x="1653" y="31226"/>
                  <a:pt x="2418" y="28686"/>
                  <a:pt x="3764" y="26667"/>
                </a:cubicBezTo>
                <a:cubicBezTo>
                  <a:pt x="5111" y="24647"/>
                  <a:pt x="6825" y="23024"/>
                  <a:pt x="8906" y="21800"/>
                </a:cubicBezTo>
                <a:cubicBezTo>
                  <a:pt x="10987" y="20575"/>
                  <a:pt x="13328" y="19703"/>
                  <a:pt x="15929" y="19183"/>
                </a:cubicBezTo>
                <a:cubicBezTo>
                  <a:pt x="18531" y="18663"/>
                  <a:pt x="21148" y="18403"/>
                  <a:pt x="23779" y="18403"/>
                </a:cubicBezTo>
                <a:cubicBezTo>
                  <a:pt x="26167" y="18403"/>
                  <a:pt x="28584" y="18571"/>
                  <a:pt x="31032" y="18908"/>
                </a:cubicBezTo>
                <a:cubicBezTo>
                  <a:pt x="33481" y="19245"/>
                  <a:pt x="35715" y="19903"/>
                  <a:pt x="37734" y="20882"/>
                </a:cubicBezTo>
                <a:cubicBezTo>
                  <a:pt x="39754" y="21861"/>
                  <a:pt x="41407" y="23223"/>
                  <a:pt x="42692" y="24967"/>
                </a:cubicBezTo>
                <a:cubicBezTo>
                  <a:pt x="43978" y="26712"/>
                  <a:pt x="44621" y="29023"/>
                  <a:pt x="44621" y="31899"/>
                </a:cubicBezTo>
                <a:lnTo>
                  <a:pt x="44621" y="56596"/>
                </a:lnTo>
                <a:cubicBezTo>
                  <a:pt x="44621" y="58739"/>
                  <a:pt x="44743" y="60789"/>
                  <a:pt x="44988" y="62748"/>
                </a:cubicBezTo>
                <a:cubicBezTo>
                  <a:pt x="45233" y="64706"/>
                  <a:pt x="45661" y="66175"/>
                  <a:pt x="46273" y="67155"/>
                </a:cubicBezTo>
                <a:lnTo>
                  <a:pt x="33052" y="67155"/>
                </a:lnTo>
                <a:cubicBezTo>
                  <a:pt x="32807" y="66421"/>
                  <a:pt x="32609" y="65671"/>
                  <a:pt x="32455" y="64907"/>
                </a:cubicBezTo>
                <a:cubicBezTo>
                  <a:pt x="32302" y="64141"/>
                  <a:pt x="32195" y="63360"/>
                  <a:pt x="32135" y="62564"/>
                </a:cubicBezTo>
                <a:cubicBezTo>
                  <a:pt x="30054" y="64707"/>
                  <a:pt x="27605" y="66207"/>
                  <a:pt x="24789" y="67064"/>
                </a:cubicBezTo>
                <a:cubicBezTo>
                  <a:pt x="21974" y="67920"/>
                  <a:pt x="19097" y="68349"/>
                  <a:pt x="16158" y="68349"/>
                </a:cubicBezTo>
                <a:cubicBezTo>
                  <a:pt x="13894" y="68349"/>
                  <a:pt x="11783" y="68073"/>
                  <a:pt x="9823" y="67522"/>
                </a:cubicBezTo>
                <a:cubicBezTo>
                  <a:pt x="7865" y="66971"/>
                  <a:pt x="6151" y="66114"/>
                  <a:pt x="4682" y="64951"/>
                </a:cubicBezTo>
                <a:cubicBezTo>
                  <a:pt x="3214" y="63789"/>
                  <a:pt x="2066" y="62320"/>
                  <a:pt x="1240" y="60545"/>
                </a:cubicBezTo>
                <a:cubicBezTo>
                  <a:pt x="413" y="58770"/>
                  <a:pt x="0" y="56658"/>
                  <a:pt x="0" y="54209"/>
                </a:cubicBezTo>
                <a:cubicBezTo>
                  <a:pt x="0" y="51516"/>
                  <a:pt x="474" y="49298"/>
                  <a:pt x="1423" y="47553"/>
                </a:cubicBezTo>
                <a:cubicBezTo>
                  <a:pt x="2372" y="45809"/>
                  <a:pt x="3596" y="44416"/>
                  <a:pt x="5095" y="43376"/>
                </a:cubicBezTo>
                <a:cubicBezTo>
                  <a:pt x="6595" y="42335"/>
                  <a:pt x="8309" y="41555"/>
                  <a:pt x="10237" y="41035"/>
                </a:cubicBezTo>
                <a:cubicBezTo>
                  <a:pt x="12165" y="40514"/>
                  <a:pt x="14109" y="40102"/>
                  <a:pt x="16067" y="39796"/>
                </a:cubicBezTo>
                <a:cubicBezTo>
                  <a:pt x="18026" y="39490"/>
                  <a:pt x="19953" y="39245"/>
                  <a:pt x="21850" y="39061"/>
                </a:cubicBezTo>
                <a:cubicBezTo>
                  <a:pt x="23748" y="38877"/>
                  <a:pt x="25432" y="38601"/>
                  <a:pt x="26901" y="38234"/>
                </a:cubicBezTo>
                <a:cubicBezTo>
                  <a:pt x="28370" y="37867"/>
                  <a:pt x="29533" y="37332"/>
                  <a:pt x="30389" y="36629"/>
                </a:cubicBezTo>
                <a:cubicBezTo>
                  <a:pt x="31246" y="35925"/>
                  <a:pt x="31645" y="34899"/>
                  <a:pt x="31584" y="33552"/>
                </a:cubicBezTo>
                <a:cubicBezTo>
                  <a:pt x="31584" y="32144"/>
                  <a:pt x="31354" y="31027"/>
                  <a:pt x="30895" y="30201"/>
                </a:cubicBezTo>
                <a:cubicBezTo>
                  <a:pt x="30435" y="29375"/>
                  <a:pt x="29823" y="28732"/>
                  <a:pt x="29058" y="28274"/>
                </a:cubicBezTo>
                <a:cubicBezTo>
                  <a:pt x="28293" y="27814"/>
                  <a:pt x="27405" y="27508"/>
                  <a:pt x="26395" y="27355"/>
                </a:cubicBezTo>
                <a:cubicBezTo>
                  <a:pt x="25385" y="27201"/>
                  <a:pt x="24299" y="27125"/>
                  <a:pt x="23136" y="27125"/>
                </a:cubicBezTo>
                <a:cubicBezTo>
                  <a:pt x="20566" y="27125"/>
                  <a:pt x="18546" y="27676"/>
                  <a:pt x="17077" y="28778"/>
                </a:cubicBezTo>
                <a:cubicBezTo>
                  <a:pt x="15608" y="29880"/>
                  <a:pt x="14751" y="31716"/>
                  <a:pt x="14507" y="34286"/>
                </a:cubicBezTo>
                <a:lnTo>
                  <a:pt x="1470" y="34286"/>
                </a:lnTo>
                <a:moveTo>
                  <a:pt x="31584" y="43926"/>
                </a:moveTo>
                <a:cubicBezTo>
                  <a:pt x="31033" y="44417"/>
                  <a:pt x="30344" y="44799"/>
                  <a:pt x="29518" y="45075"/>
                </a:cubicBezTo>
                <a:cubicBezTo>
                  <a:pt x="28691" y="45350"/>
                  <a:pt x="27803" y="45580"/>
                  <a:pt x="26854" y="45764"/>
                </a:cubicBezTo>
                <a:cubicBezTo>
                  <a:pt x="25907" y="45947"/>
                  <a:pt x="24912" y="46100"/>
                  <a:pt x="23870" y="46222"/>
                </a:cubicBezTo>
                <a:cubicBezTo>
                  <a:pt x="22830" y="46345"/>
                  <a:pt x="21790" y="46497"/>
                  <a:pt x="20749" y="46680"/>
                </a:cubicBezTo>
                <a:cubicBezTo>
                  <a:pt x="19770" y="46864"/>
                  <a:pt x="18807" y="47110"/>
                  <a:pt x="17858" y="47416"/>
                </a:cubicBezTo>
                <a:cubicBezTo>
                  <a:pt x="16909" y="47721"/>
                  <a:pt x="16082" y="48135"/>
                  <a:pt x="15378" y="48656"/>
                </a:cubicBezTo>
                <a:cubicBezTo>
                  <a:pt x="14675" y="49176"/>
                  <a:pt x="14109" y="49834"/>
                  <a:pt x="13680" y="50630"/>
                </a:cubicBezTo>
                <a:cubicBezTo>
                  <a:pt x="13251" y="51424"/>
                  <a:pt x="13037" y="52434"/>
                  <a:pt x="13037" y="53658"/>
                </a:cubicBezTo>
                <a:cubicBezTo>
                  <a:pt x="13037" y="54821"/>
                  <a:pt x="13251" y="55801"/>
                  <a:pt x="13680" y="56596"/>
                </a:cubicBezTo>
                <a:cubicBezTo>
                  <a:pt x="14109" y="57392"/>
                  <a:pt x="14690" y="58020"/>
                  <a:pt x="15424" y="58479"/>
                </a:cubicBezTo>
                <a:cubicBezTo>
                  <a:pt x="16159" y="58938"/>
                  <a:pt x="17016" y="59259"/>
                  <a:pt x="17995" y="59443"/>
                </a:cubicBezTo>
                <a:cubicBezTo>
                  <a:pt x="18975" y="59627"/>
                  <a:pt x="19985" y="59719"/>
                  <a:pt x="21025" y="59719"/>
                </a:cubicBezTo>
                <a:cubicBezTo>
                  <a:pt x="23595" y="59719"/>
                  <a:pt x="25584" y="59291"/>
                  <a:pt x="26992" y="58434"/>
                </a:cubicBezTo>
                <a:cubicBezTo>
                  <a:pt x="28400" y="57577"/>
                  <a:pt x="29441" y="56551"/>
                  <a:pt x="30114" y="55358"/>
                </a:cubicBezTo>
                <a:cubicBezTo>
                  <a:pt x="30788" y="54164"/>
                  <a:pt x="31201" y="52955"/>
                  <a:pt x="31354" y="51731"/>
                </a:cubicBezTo>
                <a:cubicBezTo>
                  <a:pt x="31507" y="50506"/>
                  <a:pt x="31584" y="49527"/>
                  <a:pt x="31584" y="48793"/>
                </a:cubicBezTo>
                <a:lnTo>
                  <a:pt x="31584" y="43926"/>
                </a:lnTo>
                <a:close/>
                <a:moveTo>
                  <a:pt x="89607" y="43486"/>
                </a:moveTo>
                <a:cubicBezTo>
                  <a:pt x="89607" y="45445"/>
                  <a:pt x="89393" y="47343"/>
                  <a:pt x="88964" y="49180"/>
                </a:cubicBezTo>
                <a:cubicBezTo>
                  <a:pt x="88536" y="51016"/>
                  <a:pt x="87862" y="52638"/>
                  <a:pt x="86944" y="54047"/>
                </a:cubicBezTo>
                <a:cubicBezTo>
                  <a:pt x="86026" y="55454"/>
                  <a:pt x="84878" y="56571"/>
                  <a:pt x="83501" y="57398"/>
                </a:cubicBezTo>
                <a:cubicBezTo>
                  <a:pt x="82124" y="58224"/>
                  <a:pt x="80456" y="58637"/>
                  <a:pt x="78498" y="58637"/>
                </a:cubicBezTo>
                <a:cubicBezTo>
                  <a:pt x="76600" y="58637"/>
                  <a:pt x="74948" y="58224"/>
                  <a:pt x="73540" y="57398"/>
                </a:cubicBezTo>
                <a:cubicBezTo>
                  <a:pt x="72133" y="56571"/>
                  <a:pt x="70970" y="55454"/>
                  <a:pt x="70052" y="54047"/>
                </a:cubicBezTo>
                <a:cubicBezTo>
                  <a:pt x="69134" y="52638"/>
                  <a:pt x="68460" y="51016"/>
                  <a:pt x="68032" y="49180"/>
                </a:cubicBezTo>
                <a:cubicBezTo>
                  <a:pt x="67603" y="47343"/>
                  <a:pt x="67389" y="45445"/>
                  <a:pt x="67389" y="43486"/>
                </a:cubicBezTo>
                <a:cubicBezTo>
                  <a:pt x="67389" y="41466"/>
                  <a:pt x="67603" y="39538"/>
                  <a:pt x="68032" y="37702"/>
                </a:cubicBezTo>
                <a:cubicBezTo>
                  <a:pt x="68460" y="35865"/>
                  <a:pt x="69134" y="34243"/>
                  <a:pt x="70052" y="32835"/>
                </a:cubicBezTo>
                <a:cubicBezTo>
                  <a:pt x="70970" y="31427"/>
                  <a:pt x="72133" y="30309"/>
                  <a:pt x="73540" y="29483"/>
                </a:cubicBezTo>
                <a:cubicBezTo>
                  <a:pt x="74948" y="28656"/>
                  <a:pt x="76600" y="28243"/>
                  <a:pt x="78498" y="28243"/>
                </a:cubicBezTo>
                <a:cubicBezTo>
                  <a:pt x="80456" y="28243"/>
                  <a:pt x="82124" y="28656"/>
                  <a:pt x="83501" y="29483"/>
                </a:cubicBezTo>
                <a:cubicBezTo>
                  <a:pt x="84878" y="30309"/>
                  <a:pt x="86026" y="31427"/>
                  <a:pt x="86944" y="32835"/>
                </a:cubicBezTo>
                <a:cubicBezTo>
                  <a:pt x="87862" y="34243"/>
                  <a:pt x="88536" y="35865"/>
                  <a:pt x="88964" y="37702"/>
                </a:cubicBezTo>
                <a:cubicBezTo>
                  <a:pt x="89393" y="39538"/>
                  <a:pt x="89607" y="41466"/>
                  <a:pt x="89607" y="43486"/>
                </a:cubicBezTo>
                <a:moveTo>
                  <a:pt x="54811" y="1614"/>
                </a:moveTo>
                <a:lnTo>
                  <a:pt x="54811" y="67186"/>
                </a:lnTo>
                <a:lnTo>
                  <a:pt x="67205" y="67186"/>
                </a:lnTo>
                <a:lnTo>
                  <a:pt x="67205" y="61127"/>
                </a:lnTo>
                <a:lnTo>
                  <a:pt x="67389" y="61127"/>
                </a:lnTo>
                <a:cubicBezTo>
                  <a:pt x="68796" y="63770"/>
                  <a:pt x="70877" y="65645"/>
                  <a:pt x="73631" y="66752"/>
                </a:cubicBezTo>
                <a:cubicBezTo>
                  <a:pt x="76386" y="67857"/>
                  <a:pt x="79508" y="68410"/>
                  <a:pt x="82996" y="68410"/>
                </a:cubicBezTo>
                <a:cubicBezTo>
                  <a:pt x="85384" y="68410"/>
                  <a:pt x="87740" y="67920"/>
                  <a:pt x="90065" y="66939"/>
                </a:cubicBezTo>
                <a:cubicBezTo>
                  <a:pt x="92392" y="65958"/>
                  <a:pt x="94489" y="64455"/>
                  <a:pt x="96356" y="62433"/>
                </a:cubicBezTo>
                <a:cubicBezTo>
                  <a:pt x="98223" y="60410"/>
                  <a:pt x="99738" y="57819"/>
                  <a:pt x="100900" y="54662"/>
                </a:cubicBezTo>
                <a:cubicBezTo>
                  <a:pt x="102063" y="51504"/>
                  <a:pt x="102644" y="47748"/>
                  <a:pt x="102644" y="43395"/>
                </a:cubicBezTo>
                <a:cubicBezTo>
                  <a:pt x="102644" y="39042"/>
                  <a:pt x="102063" y="35287"/>
                  <a:pt x="100900" y="32129"/>
                </a:cubicBezTo>
                <a:cubicBezTo>
                  <a:pt x="99738" y="28971"/>
                  <a:pt x="98223" y="26381"/>
                  <a:pt x="96356" y="24358"/>
                </a:cubicBezTo>
                <a:cubicBezTo>
                  <a:pt x="94489" y="22335"/>
                  <a:pt x="92392" y="20833"/>
                  <a:pt x="90065" y="19853"/>
                </a:cubicBezTo>
                <a:cubicBezTo>
                  <a:pt x="87740" y="18871"/>
                  <a:pt x="85384" y="18380"/>
                  <a:pt x="82996" y="18380"/>
                </a:cubicBezTo>
                <a:cubicBezTo>
                  <a:pt x="80059" y="18380"/>
                  <a:pt x="77228" y="18949"/>
                  <a:pt x="74504" y="20085"/>
                </a:cubicBezTo>
                <a:cubicBezTo>
                  <a:pt x="71781" y="21222"/>
                  <a:pt x="69623" y="23019"/>
                  <a:pt x="68032" y="25477"/>
                </a:cubicBezTo>
                <a:lnTo>
                  <a:pt x="67848" y="25477"/>
                </a:lnTo>
                <a:lnTo>
                  <a:pt x="67848" y="1614"/>
                </a:lnTo>
                <a:lnTo>
                  <a:pt x="54811" y="1614"/>
                </a:lnTo>
                <a:close/>
                <a:moveTo>
                  <a:pt x="120763" y="51734"/>
                </a:moveTo>
                <a:lnTo>
                  <a:pt x="108369" y="51734"/>
                </a:lnTo>
                <a:cubicBezTo>
                  <a:pt x="108491" y="54911"/>
                  <a:pt x="109210" y="57554"/>
                  <a:pt x="110526" y="59661"/>
                </a:cubicBezTo>
                <a:cubicBezTo>
                  <a:pt x="111842" y="61768"/>
                  <a:pt x="113525" y="63464"/>
                  <a:pt x="115575" y="64747"/>
                </a:cubicBezTo>
                <a:cubicBezTo>
                  <a:pt x="117626" y="66030"/>
                  <a:pt x="119968" y="66946"/>
                  <a:pt x="122600" y="67495"/>
                </a:cubicBezTo>
                <a:cubicBezTo>
                  <a:pt x="125232" y="68046"/>
                  <a:pt x="127925" y="68321"/>
                  <a:pt x="130679" y="68321"/>
                </a:cubicBezTo>
                <a:cubicBezTo>
                  <a:pt x="133371" y="68321"/>
                  <a:pt x="136018" y="68060"/>
                  <a:pt x="138619" y="67539"/>
                </a:cubicBezTo>
                <a:cubicBezTo>
                  <a:pt x="141221" y="67019"/>
                  <a:pt x="143532" y="66116"/>
                  <a:pt x="145551" y="64830"/>
                </a:cubicBezTo>
                <a:cubicBezTo>
                  <a:pt x="147571" y="63543"/>
                  <a:pt x="149208" y="61844"/>
                  <a:pt x="150463" y="59732"/>
                </a:cubicBezTo>
                <a:cubicBezTo>
                  <a:pt x="151718" y="57619"/>
                  <a:pt x="152346" y="55001"/>
                  <a:pt x="152346" y="51878"/>
                </a:cubicBezTo>
                <a:cubicBezTo>
                  <a:pt x="152346" y="49674"/>
                  <a:pt x="151917" y="47822"/>
                  <a:pt x="151060" y="46322"/>
                </a:cubicBezTo>
                <a:cubicBezTo>
                  <a:pt x="150203" y="44821"/>
                  <a:pt x="149071" y="43565"/>
                  <a:pt x="147662" y="42555"/>
                </a:cubicBezTo>
                <a:cubicBezTo>
                  <a:pt x="146255" y="41544"/>
                  <a:pt x="144648" y="40733"/>
                  <a:pt x="142843" y="40121"/>
                </a:cubicBezTo>
                <a:cubicBezTo>
                  <a:pt x="141038" y="39509"/>
                  <a:pt x="139186" y="38988"/>
                  <a:pt x="137288" y="38559"/>
                </a:cubicBezTo>
                <a:cubicBezTo>
                  <a:pt x="135452" y="38131"/>
                  <a:pt x="133646" y="37733"/>
                  <a:pt x="131871" y="37366"/>
                </a:cubicBezTo>
                <a:cubicBezTo>
                  <a:pt x="130097" y="36998"/>
                  <a:pt x="128520" y="36584"/>
                  <a:pt x="127143" y="36126"/>
                </a:cubicBezTo>
                <a:cubicBezTo>
                  <a:pt x="125766" y="35666"/>
                  <a:pt x="124649" y="35069"/>
                  <a:pt x="123792" y="34334"/>
                </a:cubicBezTo>
                <a:cubicBezTo>
                  <a:pt x="122935" y="33599"/>
                  <a:pt x="122507" y="32650"/>
                  <a:pt x="122507" y="31486"/>
                </a:cubicBezTo>
                <a:cubicBezTo>
                  <a:pt x="122507" y="30506"/>
                  <a:pt x="122752" y="29725"/>
                  <a:pt x="123241" y="29144"/>
                </a:cubicBezTo>
                <a:cubicBezTo>
                  <a:pt x="123732" y="28562"/>
                  <a:pt x="124328" y="28118"/>
                  <a:pt x="125032" y="27813"/>
                </a:cubicBezTo>
                <a:cubicBezTo>
                  <a:pt x="125736" y="27506"/>
                  <a:pt x="126516" y="27307"/>
                  <a:pt x="127373" y="27216"/>
                </a:cubicBezTo>
                <a:cubicBezTo>
                  <a:pt x="128230" y="27123"/>
                  <a:pt x="129026" y="27077"/>
                  <a:pt x="129760" y="27077"/>
                </a:cubicBezTo>
                <a:cubicBezTo>
                  <a:pt x="132085" y="27077"/>
                  <a:pt x="134105" y="27523"/>
                  <a:pt x="135819" y="28415"/>
                </a:cubicBezTo>
                <a:cubicBezTo>
                  <a:pt x="137533" y="29306"/>
                  <a:pt x="138482" y="31012"/>
                  <a:pt x="138666" y="33533"/>
                </a:cubicBezTo>
                <a:lnTo>
                  <a:pt x="151061" y="33533"/>
                </a:lnTo>
                <a:cubicBezTo>
                  <a:pt x="150816" y="30594"/>
                  <a:pt x="150066" y="28161"/>
                  <a:pt x="148811" y="26232"/>
                </a:cubicBezTo>
                <a:cubicBezTo>
                  <a:pt x="147557" y="24304"/>
                  <a:pt x="145981" y="22758"/>
                  <a:pt x="144083" y="21595"/>
                </a:cubicBezTo>
                <a:cubicBezTo>
                  <a:pt x="142186" y="20432"/>
                  <a:pt x="140029" y="19605"/>
                  <a:pt x="137611" y="19116"/>
                </a:cubicBezTo>
                <a:cubicBezTo>
                  <a:pt x="135193" y="18625"/>
                  <a:pt x="132699" y="18380"/>
                  <a:pt x="130128" y="18380"/>
                </a:cubicBezTo>
                <a:cubicBezTo>
                  <a:pt x="127557" y="18380"/>
                  <a:pt x="125047" y="18610"/>
                  <a:pt x="122598" y="19069"/>
                </a:cubicBezTo>
                <a:cubicBezTo>
                  <a:pt x="120150" y="19528"/>
                  <a:pt x="117947" y="20324"/>
                  <a:pt x="115989" y="21457"/>
                </a:cubicBezTo>
                <a:cubicBezTo>
                  <a:pt x="114030" y="22590"/>
                  <a:pt x="112454" y="24136"/>
                  <a:pt x="111261" y="26095"/>
                </a:cubicBezTo>
                <a:cubicBezTo>
                  <a:pt x="110067" y="28055"/>
                  <a:pt x="109470" y="30566"/>
                  <a:pt x="109470" y="33628"/>
                </a:cubicBezTo>
                <a:cubicBezTo>
                  <a:pt x="109470" y="35710"/>
                  <a:pt x="109898" y="37470"/>
                  <a:pt x="110755" y="38909"/>
                </a:cubicBezTo>
                <a:cubicBezTo>
                  <a:pt x="111612" y="40348"/>
                  <a:pt x="112745" y="41542"/>
                  <a:pt x="114152" y="42492"/>
                </a:cubicBezTo>
                <a:cubicBezTo>
                  <a:pt x="115560" y="43441"/>
                  <a:pt x="117167" y="44206"/>
                  <a:pt x="118973" y="44788"/>
                </a:cubicBezTo>
                <a:cubicBezTo>
                  <a:pt x="120778" y="45370"/>
                  <a:pt x="122630" y="45875"/>
                  <a:pt x="124527" y="46304"/>
                </a:cubicBezTo>
                <a:cubicBezTo>
                  <a:pt x="129178" y="47283"/>
                  <a:pt x="132805" y="48263"/>
                  <a:pt x="135406" y="49243"/>
                </a:cubicBezTo>
                <a:cubicBezTo>
                  <a:pt x="138008" y="50222"/>
                  <a:pt x="139309" y="51692"/>
                  <a:pt x="139309" y="53651"/>
                </a:cubicBezTo>
                <a:cubicBezTo>
                  <a:pt x="139309" y="54814"/>
                  <a:pt x="139033" y="55779"/>
                  <a:pt x="138482" y="56544"/>
                </a:cubicBezTo>
                <a:cubicBezTo>
                  <a:pt x="137931" y="57310"/>
                  <a:pt x="137242" y="57923"/>
                  <a:pt x="136416" y="58382"/>
                </a:cubicBezTo>
                <a:cubicBezTo>
                  <a:pt x="135590" y="58841"/>
                  <a:pt x="134672" y="59178"/>
                  <a:pt x="133661" y="59393"/>
                </a:cubicBezTo>
                <a:cubicBezTo>
                  <a:pt x="132652" y="59606"/>
                  <a:pt x="131688" y="59713"/>
                  <a:pt x="130770" y="59713"/>
                </a:cubicBezTo>
                <a:cubicBezTo>
                  <a:pt x="129485" y="59713"/>
                  <a:pt x="128245" y="59561"/>
                  <a:pt x="127052" y="59255"/>
                </a:cubicBezTo>
                <a:cubicBezTo>
                  <a:pt x="125858" y="58949"/>
                  <a:pt x="124802" y="58475"/>
                  <a:pt x="123884" y="57833"/>
                </a:cubicBezTo>
                <a:cubicBezTo>
                  <a:pt x="122966" y="57191"/>
                  <a:pt x="122216" y="56365"/>
                  <a:pt x="121634" y="55356"/>
                </a:cubicBezTo>
                <a:cubicBezTo>
                  <a:pt x="121054" y="54348"/>
                  <a:pt x="120763" y="53140"/>
                  <a:pt x="120763" y="51734"/>
                </a:cubicBezTo>
                <a:close/>
                <a:moveTo>
                  <a:pt x="154672" y="73969"/>
                </a:moveTo>
                <a:lnTo>
                  <a:pt x="154672" y="78542"/>
                </a:lnTo>
                <a:lnTo>
                  <a:pt x="200578" y="78542"/>
                </a:lnTo>
                <a:lnTo>
                  <a:pt x="200578" y="73969"/>
                </a:lnTo>
                <a:lnTo>
                  <a:pt x="154672" y="73969"/>
                </a:lnTo>
                <a:close/>
                <a:moveTo>
                  <a:pt x="204985" y="34286"/>
                </a:moveTo>
                <a:cubicBezTo>
                  <a:pt x="205168" y="31226"/>
                  <a:pt x="205933" y="28686"/>
                  <a:pt x="207280" y="26667"/>
                </a:cubicBezTo>
                <a:cubicBezTo>
                  <a:pt x="208627" y="24647"/>
                  <a:pt x="210340" y="23024"/>
                  <a:pt x="212421" y="21800"/>
                </a:cubicBezTo>
                <a:cubicBezTo>
                  <a:pt x="214502" y="20575"/>
                  <a:pt x="216843" y="19703"/>
                  <a:pt x="219444" y="19183"/>
                </a:cubicBezTo>
                <a:cubicBezTo>
                  <a:pt x="222046" y="18663"/>
                  <a:pt x="224663" y="18403"/>
                  <a:pt x="227295" y="18403"/>
                </a:cubicBezTo>
                <a:cubicBezTo>
                  <a:pt x="229682" y="18403"/>
                  <a:pt x="232100" y="18571"/>
                  <a:pt x="234547" y="18908"/>
                </a:cubicBezTo>
                <a:cubicBezTo>
                  <a:pt x="236996" y="19245"/>
                  <a:pt x="239230" y="19903"/>
                  <a:pt x="241250" y="20882"/>
                </a:cubicBezTo>
                <a:cubicBezTo>
                  <a:pt x="243270" y="21861"/>
                  <a:pt x="244922" y="23223"/>
                  <a:pt x="246207" y="24967"/>
                </a:cubicBezTo>
                <a:cubicBezTo>
                  <a:pt x="247493" y="26712"/>
                  <a:pt x="248137" y="29023"/>
                  <a:pt x="248137" y="31899"/>
                </a:cubicBezTo>
                <a:lnTo>
                  <a:pt x="248137" y="56596"/>
                </a:lnTo>
                <a:cubicBezTo>
                  <a:pt x="248137" y="58739"/>
                  <a:pt x="248259" y="60789"/>
                  <a:pt x="248504" y="62748"/>
                </a:cubicBezTo>
                <a:cubicBezTo>
                  <a:pt x="248748" y="64706"/>
                  <a:pt x="249176" y="66175"/>
                  <a:pt x="249788" y="67155"/>
                </a:cubicBezTo>
                <a:lnTo>
                  <a:pt x="236568" y="67155"/>
                </a:lnTo>
                <a:cubicBezTo>
                  <a:pt x="236323" y="66421"/>
                  <a:pt x="236124" y="65671"/>
                  <a:pt x="235971" y="64907"/>
                </a:cubicBezTo>
                <a:cubicBezTo>
                  <a:pt x="235818" y="64141"/>
                  <a:pt x="235711" y="63360"/>
                  <a:pt x="235650" y="62564"/>
                </a:cubicBezTo>
                <a:cubicBezTo>
                  <a:pt x="233569" y="64707"/>
                  <a:pt x="231121" y="66207"/>
                  <a:pt x="228305" y="67064"/>
                </a:cubicBezTo>
                <a:cubicBezTo>
                  <a:pt x="225489" y="67920"/>
                  <a:pt x="222612" y="68349"/>
                  <a:pt x="219674" y="68349"/>
                </a:cubicBezTo>
                <a:cubicBezTo>
                  <a:pt x="217410" y="68349"/>
                  <a:pt x="215298" y="68073"/>
                  <a:pt x="213339" y="67522"/>
                </a:cubicBezTo>
                <a:cubicBezTo>
                  <a:pt x="211380" y="66971"/>
                  <a:pt x="209666" y="66114"/>
                  <a:pt x="208197" y="64951"/>
                </a:cubicBezTo>
                <a:cubicBezTo>
                  <a:pt x="206729" y="63789"/>
                  <a:pt x="205582" y="62320"/>
                  <a:pt x="204755" y="60545"/>
                </a:cubicBezTo>
                <a:cubicBezTo>
                  <a:pt x="203929" y="58770"/>
                  <a:pt x="203515" y="56658"/>
                  <a:pt x="203515" y="54209"/>
                </a:cubicBezTo>
                <a:cubicBezTo>
                  <a:pt x="203515" y="51516"/>
                  <a:pt x="203990" y="49298"/>
                  <a:pt x="204939" y="47553"/>
                </a:cubicBezTo>
                <a:cubicBezTo>
                  <a:pt x="205888" y="45809"/>
                  <a:pt x="207112" y="44416"/>
                  <a:pt x="208611" y="43376"/>
                </a:cubicBezTo>
                <a:cubicBezTo>
                  <a:pt x="210111" y="42335"/>
                  <a:pt x="211824" y="41555"/>
                  <a:pt x="213752" y="41035"/>
                </a:cubicBezTo>
                <a:cubicBezTo>
                  <a:pt x="215681" y="40514"/>
                  <a:pt x="217624" y="40102"/>
                  <a:pt x="219583" y="39796"/>
                </a:cubicBezTo>
                <a:cubicBezTo>
                  <a:pt x="221541" y="39490"/>
                  <a:pt x="223469" y="39245"/>
                  <a:pt x="225366" y="39061"/>
                </a:cubicBezTo>
                <a:cubicBezTo>
                  <a:pt x="227264" y="38877"/>
                  <a:pt x="228947" y="38601"/>
                  <a:pt x="230416" y="38234"/>
                </a:cubicBezTo>
                <a:cubicBezTo>
                  <a:pt x="231885" y="37867"/>
                  <a:pt x="233048" y="37332"/>
                  <a:pt x="233904" y="36629"/>
                </a:cubicBezTo>
                <a:cubicBezTo>
                  <a:pt x="234762" y="35925"/>
                  <a:pt x="235160" y="34899"/>
                  <a:pt x="235099" y="33552"/>
                </a:cubicBezTo>
                <a:cubicBezTo>
                  <a:pt x="235099" y="32144"/>
                  <a:pt x="234870" y="31027"/>
                  <a:pt x="234410" y="30201"/>
                </a:cubicBezTo>
                <a:cubicBezTo>
                  <a:pt x="233951" y="29375"/>
                  <a:pt x="233338" y="28732"/>
                  <a:pt x="232574" y="28274"/>
                </a:cubicBezTo>
                <a:cubicBezTo>
                  <a:pt x="231809" y="27814"/>
                  <a:pt x="230921" y="27508"/>
                  <a:pt x="229910" y="27355"/>
                </a:cubicBezTo>
                <a:cubicBezTo>
                  <a:pt x="228901" y="27201"/>
                  <a:pt x="227815" y="27125"/>
                  <a:pt x="226652" y="27125"/>
                </a:cubicBezTo>
                <a:cubicBezTo>
                  <a:pt x="224082" y="27125"/>
                  <a:pt x="222062" y="27676"/>
                  <a:pt x="220593" y="28778"/>
                </a:cubicBezTo>
                <a:cubicBezTo>
                  <a:pt x="219124" y="29880"/>
                  <a:pt x="218267" y="31716"/>
                  <a:pt x="218022" y="34286"/>
                </a:cubicBezTo>
                <a:lnTo>
                  <a:pt x="204985" y="34286"/>
                </a:lnTo>
                <a:moveTo>
                  <a:pt x="235099" y="43926"/>
                </a:moveTo>
                <a:cubicBezTo>
                  <a:pt x="234548" y="44417"/>
                  <a:pt x="233860" y="44799"/>
                  <a:pt x="233033" y="45075"/>
                </a:cubicBezTo>
                <a:cubicBezTo>
                  <a:pt x="232207" y="45350"/>
                  <a:pt x="231319" y="45580"/>
                  <a:pt x="230370" y="45764"/>
                </a:cubicBezTo>
                <a:cubicBezTo>
                  <a:pt x="229422" y="45947"/>
                  <a:pt x="228427" y="46100"/>
                  <a:pt x="227386" y="46222"/>
                </a:cubicBezTo>
                <a:cubicBezTo>
                  <a:pt x="226345" y="46345"/>
                  <a:pt x="225305" y="46497"/>
                  <a:pt x="224265" y="46680"/>
                </a:cubicBezTo>
                <a:cubicBezTo>
                  <a:pt x="223286" y="46864"/>
                  <a:pt x="222322" y="47110"/>
                  <a:pt x="221373" y="47416"/>
                </a:cubicBezTo>
                <a:cubicBezTo>
                  <a:pt x="220424" y="47721"/>
                  <a:pt x="219598" y="48135"/>
                  <a:pt x="218893" y="48656"/>
                </a:cubicBezTo>
                <a:cubicBezTo>
                  <a:pt x="218190" y="49176"/>
                  <a:pt x="217624" y="49834"/>
                  <a:pt x="217196" y="50630"/>
                </a:cubicBezTo>
                <a:cubicBezTo>
                  <a:pt x="216767" y="51424"/>
                  <a:pt x="216553" y="52434"/>
                  <a:pt x="216553" y="53658"/>
                </a:cubicBezTo>
                <a:cubicBezTo>
                  <a:pt x="216553" y="54821"/>
                  <a:pt x="216767" y="55801"/>
                  <a:pt x="217196" y="56596"/>
                </a:cubicBezTo>
                <a:cubicBezTo>
                  <a:pt x="217624" y="57392"/>
                  <a:pt x="218206" y="58020"/>
                  <a:pt x="218940" y="58479"/>
                </a:cubicBezTo>
                <a:cubicBezTo>
                  <a:pt x="219675" y="58938"/>
                  <a:pt x="220532" y="59259"/>
                  <a:pt x="221510" y="59443"/>
                </a:cubicBezTo>
                <a:cubicBezTo>
                  <a:pt x="222490" y="59627"/>
                  <a:pt x="223500" y="59719"/>
                  <a:pt x="224541" y="59719"/>
                </a:cubicBezTo>
                <a:cubicBezTo>
                  <a:pt x="227111" y="59719"/>
                  <a:pt x="229100" y="59291"/>
                  <a:pt x="230507" y="58434"/>
                </a:cubicBezTo>
                <a:cubicBezTo>
                  <a:pt x="231916" y="57577"/>
                  <a:pt x="232956" y="56551"/>
                  <a:pt x="233630" y="55358"/>
                </a:cubicBezTo>
                <a:cubicBezTo>
                  <a:pt x="234303" y="54164"/>
                  <a:pt x="234717" y="52955"/>
                  <a:pt x="234870" y="51731"/>
                </a:cubicBezTo>
                <a:cubicBezTo>
                  <a:pt x="235023" y="50506"/>
                  <a:pt x="235099" y="49527"/>
                  <a:pt x="235099" y="48793"/>
                </a:cubicBezTo>
                <a:lnTo>
                  <a:pt x="235099" y="43926"/>
                </a:lnTo>
                <a:close/>
                <a:moveTo>
                  <a:pt x="329389" y="58727"/>
                </a:moveTo>
                <a:lnTo>
                  <a:pt x="329389" y="48865"/>
                </a:lnTo>
                <a:lnTo>
                  <a:pt x="283025" y="48865"/>
                </a:lnTo>
                <a:lnTo>
                  <a:pt x="283025" y="58727"/>
                </a:lnTo>
                <a:lnTo>
                  <a:pt x="329389" y="58727"/>
                </a:lnTo>
                <a:moveTo>
                  <a:pt x="329389" y="39092"/>
                </a:moveTo>
                <a:lnTo>
                  <a:pt x="329389" y="29229"/>
                </a:lnTo>
                <a:lnTo>
                  <a:pt x="283025" y="29229"/>
                </a:lnTo>
                <a:lnTo>
                  <a:pt x="283025" y="39092"/>
                </a:lnTo>
                <a:lnTo>
                  <a:pt x="329389" y="39092"/>
                </a:lnTo>
                <a:close/>
                <a:moveTo>
                  <a:pt x="364278" y="19687"/>
                </a:moveTo>
                <a:lnTo>
                  <a:pt x="364278" y="67155"/>
                </a:lnTo>
                <a:lnTo>
                  <a:pt x="377315" y="67155"/>
                </a:lnTo>
                <a:lnTo>
                  <a:pt x="377315" y="39616"/>
                </a:lnTo>
                <a:cubicBezTo>
                  <a:pt x="377315" y="37290"/>
                  <a:pt x="377651" y="35408"/>
                  <a:pt x="378325" y="33970"/>
                </a:cubicBezTo>
                <a:cubicBezTo>
                  <a:pt x="378998" y="32532"/>
                  <a:pt x="379809" y="31430"/>
                  <a:pt x="380758" y="30665"/>
                </a:cubicBezTo>
                <a:cubicBezTo>
                  <a:pt x="381707" y="29900"/>
                  <a:pt x="382686" y="29380"/>
                  <a:pt x="383696" y="29104"/>
                </a:cubicBezTo>
                <a:cubicBezTo>
                  <a:pt x="384705" y="28829"/>
                  <a:pt x="385517" y="28691"/>
                  <a:pt x="386129" y="28691"/>
                </a:cubicBezTo>
                <a:cubicBezTo>
                  <a:pt x="388210" y="28691"/>
                  <a:pt x="389786" y="29043"/>
                  <a:pt x="390857" y="29747"/>
                </a:cubicBezTo>
                <a:cubicBezTo>
                  <a:pt x="391929" y="30451"/>
                  <a:pt x="392694" y="31384"/>
                  <a:pt x="393152" y="32546"/>
                </a:cubicBezTo>
                <a:cubicBezTo>
                  <a:pt x="393612" y="33709"/>
                  <a:pt x="393872" y="34979"/>
                  <a:pt x="393932" y="36357"/>
                </a:cubicBezTo>
                <a:cubicBezTo>
                  <a:pt x="393994" y="37734"/>
                  <a:pt x="394025" y="39126"/>
                  <a:pt x="394025" y="40533"/>
                </a:cubicBezTo>
                <a:lnTo>
                  <a:pt x="394025" y="67155"/>
                </a:lnTo>
                <a:lnTo>
                  <a:pt x="407062" y="67155"/>
                </a:lnTo>
                <a:lnTo>
                  <a:pt x="407062" y="40717"/>
                </a:lnTo>
                <a:cubicBezTo>
                  <a:pt x="407062" y="39248"/>
                  <a:pt x="407169" y="37794"/>
                  <a:pt x="407383" y="36357"/>
                </a:cubicBezTo>
                <a:cubicBezTo>
                  <a:pt x="407598" y="34919"/>
                  <a:pt x="408026" y="33634"/>
                  <a:pt x="408669" y="32502"/>
                </a:cubicBezTo>
                <a:cubicBezTo>
                  <a:pt x="409311" y="31369"/>
                  <a:pt x="410199" y="30451"/>
                  <a:pt x="411331" y="29747"/>
                </a:cubicBezTo>
                <a:cubicBezTo>
                  <a:pt x="412464" y="29043"/>
                  <a:pt x="413948" y="28691"/>
                  <a:pt x="415784" y="28691"/>
                </a:cubicBezTo>
                <a:cubicBezTo>
                  <a:pt x="417620" y="28691"/>
                  <a:pt x="419074" y="28997"/>
                  <a:pt x="420144" y="29610"/>
                </a:cubicBezTo>
                <a:cubicBezTo>
                  <a:pt x="421215" y="30222"/>
                  <a:pt x="422026" y="31048"/>
                  <a:pt x="422577" y="32088"/>
                </a:cubicBezTo>
                <a:cubicBezTo>
                  <a:pt x="423128" y="33128"/>
                  <a:pt x="423465" y="34352"/>
                  <a:pt x="423587" y="35760"/>
                </a:cubicBezTo>
                <a:cubicBezTo>
                  <a:pt x="423710" y="37168"/>
                  <a:pt x="423771" y="38667"/>
                  <a:pt x="423771" y="40257"/>
                </a:cubicBezTo>
                <a:lnTo>
                  <a:pt x="423771" y="67155"/>
                </a:lnTo>
                <a:lnTo>
                  <a:pt x="436809" y="67155"/>
                </a:lnTo>
                <a:lnTo>
                  <a:pt x="436809" y="35374"/>
                </a:lnTo>
                <a:cubicBezTo>
                  <a:pt x="436809" y="32312"/>
                  <a:pt x="436381" y="29694"/>
                  <a:pt x="435523" y="27520"/>
                </a:cubicBezTo>
                <a:cubicBezTo>
                  <a:pt x="434667" y="25346"/>
                  <a:pt x="433473" y="23585"/>
                  <a:pt x="431943" y="22238"/>
                </a:cubicBezTo>
                <a:cubicBezTo>
                  <a:pt x="430413" y="20891"/>
                  <a:pt x="428577" y="19911"/>
                  <a:pt x="426434" y="19299"/>
                </a:cubicBezTo>
                <a:cubicBezTo>
                  <a:pt x="424293" y="18687"/>
                  <a:pt x="421967" y="18380"/>
                  <a:pt x="419457" y="18380"/>
                </a:cubicBezTo>
                <a:cubicBezTo>
                  <a:pt x="416152" y="18380"/>
                  <a:pt x="413291" y="19178"/>
                  <a:pt x="410873" y="20774"/>
                </a:cubicBezTo>
                <a:cubicBezTo>
                  <a:pt x="408455" y="22370"/>
                  <a:pt x="406542" y="24210"/>
                  <a:pt x="405134" y="26297"/>
                </a:cubicBezTo>
                <a:cubicBezTo>
                  <a:pt x="403849" y="23351"/>
                  <a:pt x="401967" y="21296"/>
                  <a:pt x="399487" y="20130"/>
                </a:cubicBezTo>
                <a:cubicBezTo>
                  <a:pt x="397008" y="18963"/>
                  <a:pt x="394270" y="18380"/>
                  <a:pt x="391271" y="18380"/>
                </a:cubicBezTo>
                <a:cubicBezTo>
                  <a:pt x="388149" y="18380"/>
                  <a:pt x="385380" y="19055"/>
                  <a:pt x="382962" y="20406"/>
                </a:cubicBezTo>
                <a:cubicBezTo>
                  <a:pt x="380544" y="21756"/>
                  <a:pt x="378478" y="23658"/>
                  <a:pt x="376764" y="26113"/>
                </a:cubicBezTo>
                <a:lnTo>
                  <a:pt x="376581" y="26113"/>
                </a:lnTo>
                <a:lnTo>
                  <a:pt x="376581" y="19687"/>
                </a:lnTo>
                <a:lnTo>
                  <a:pt x="364278" y="19687"/>
                </a:lnTo>
                <a:close/>
                <a:moveTo>
                  <a:pt x="459425" y="42202"/>
                </a:moveTo>
                <a:lnTo>
                  <a:pt x="442348" y="67155"/>
                </a:lnTo>
                <a:lnTo>
                  <a:pt x="456946" y="67155"/>
                </a:lnTo>
                <a:lnTo>
                  <a:pt x="466861" y="52202"/>
                </a:lnTo>
                <a:lnTo>
                  <a:pt x="476777" y="67155"/>
                </a:lnTo>
                <a:lnTo>
                  <a:pt x="491651" y="67155"/>
                </a:lnTo>
                <a:lnTo>
                  <a:pt x="474114" y="41926"/>
                </a:lnTo>
                <a:lnTo>
                  <a:pt x="489723" y="19725"/>
                </a:lnTo>
                <a:lnTo>
                  <a:pt x="475308" y="19725"/>
                </a:lnTo>
                <a:lnTo>
                  <a:pt x="467045" y="32111"/>
                </a:lnTo>
                <a:lnTo>
                  <a:pt x="458690" y="19725"/>
                </a:lnTo>
                <a:lnTo>
                  <a:pt x="443817" y="19725"/>
                </a:lnTo>
                <a:lnTo>
                  <a:pt x="459425" y="42202"/>
                </a:lnTo>
                <a:close/>
                <a:moveTo>
                  <a:pt x="496822" y="52989"/>
                </a:moveTo>
                <a:lnTo>
                  <a:pt x="496822" y="67155"/>
                </a:lnTo>
                <a:lnTo>
                  <a:pt x="511237" y="67155"/>
                </a:lnTo>
                <a:lnTo>
                  <a:pt x="511237" y="52989"/>
                </a:lnTo>
                <a:lnTo>
                  <a:pt x="496822" y="52989"/>
                </a:lnTo>
                <a:close/>
                <a:moveTo>
                  <a:pt x="520970" y="34286"/>
                </a:moveTo>
                <a:cubicBezTo>
                  <a:pt x="521153" y="31226"/>
                  <a:pt x="521918" y="28686"/>
                  <a:pt x="523265" y="26667"/>
                </a:cubicBezTo>
                <a:cubicBezTo>
                  <a:pt x="524612" y="24647"/>
                  <a:pt x="526326" y="23024"/>
                  <a:pt x="528406" y="21800"/>
                </a:cubicBezTo>
                <a:cubicBezTo>
                  <a:pt x="530487" y="20575"/>
                  <a:pt x="532828" y="19703"/>
                  <a:pt x="535429" y="19183"/>
                </a:cubicBezTo>
                <a:cubicBezTo>
                  <a:pt x="538031" y="18663"/>
                  <a:pt x="540648" y="18403"/>
                  <a:pt x="543280" y="18403"/>
                </a:cubicBezTo>
                <a:cubicBezTo>
                  <a:pt x="545667" y="18403"/>
                  <a:pt x="548085" y="18571"/>
                  <a:pt x="550533" y="18908"/>
                </a:cubicBezTo>
                <a:cubicBezTo>
                  <a:pt x="552982" y="19245"/>
                  <a:pt x="555216" y="19903"/>
                  <a:pt x="557235" y="20882"/>
                </a:cubicBezTo>
                <a:cubicBezTo>
                  <a:pt x="559255" y="21861"/>
                  <a:pt x="560908" y="23223"/>
                  <a:pt x="562193" y="24967"/>
                </a:cubicBezTo>
                <a:cubicBezTo>
                  <a:pt x="563479" y="26712"/>
                  <a:pt x="564122" y="29023"/>
                  <a:pt x="564122" y="31899"/>
                </a:cubicBezTo>
                <a:lnTo>
                  <a:pt x="564122" y="56596"/>
                </a:lnTo>
                <a:cubicBezTo>
                  <a:pt x="564122" y="58739"/>
                  <a:pt x="564244" y="60789"/>
                  <a:pt x="564489" y="62748"/>
                </a:cubicBezTo>
                <a:cubicBezTo>
                  <a:pt x="564733" y="64706"/>
                  <a:pt x="565162" y="66175"/>
                  <a:pt x="565773" y="67155"/>
                </a:cubicBezTo>
                <a:lnTo>
                  <a:pt x="552553" y="67155"/>
                </a:lnTo>
                <a:cubicBezTo>
                  <a:pt x="552308" y="66421"/>
                  <a:pt x="552109" y="65671"/>
                  <a:pt x="551956" y="64907"/>
                </a:cubicBezTo>
                <a:cubicBezTo>
                  <a:pt x="551803" y="64141"/>
                  <a:pt x="551696" y="63360"/>
                  <a:pt x="551635" y="62564"/>
                </a:cubicBezTo>
                <a:cubicBezTo>
                  <a:pt x="549554" y="64707"/>
                  <a:pt x="547106" y="66207"/>
                  <a:pt x="544290" y="67064"/>
                </a:cubicBezTo>
                <a:cubicBezTo>
                  <a:pt x="541474" y="67920"/>
                  <a:pt x="538597" y="68349"/>
                  <a:pt x="535659" y="68349"/>
                </a:cubicBezTo>
                <a:cubicBezTo>
                  <a:pt x="533395" y="68349"/>
                  <a:pt x="531283" y="68073"/>
                  <a:pt x="529324" y="67522"/>
                </a:cubicBezTo>
                <a:cubicBezTo>
                  <a:pt x="527365" y="66971"/>
                  <a:pt x="525652" y="66114"/>
                  <a:pt x="524183" y="64951"/>
                </a:cubicBezTo>
                <a:cubicBezTo>
                  <a:pt x="522714" y="63789"/>
                  <a:pt x="521567" y="62320"/>
                  <a:pt x="520740" y="60545"/>
                </a:cubicBezTo>
                <a:cubicBezTo>
                  <a:pt x="519914" y="58770"/>
                  <a:pt x="519501" y="56658"/>
                  <a:pt x="519501" y="54209"/>
                </a:cubicBezTo>
                <a:cubicBezTo>
                  <a:pt x="519501" y="51516"/>
                  <a:pt x="519975" y="49298"/>
                  <a:pt x="520924" y="47553"/>
                </a:cubicBezTo>
                <a:cubicBezTo>
                  <a:pt x="521873" y="45809"/>
                  <a:pt x="523097" y="44416"/>
                  <a:pt x="524596" y="43376"/>
                </a:cubicBezTo>
                <a:cubicBezTo>
                  <a:pt x="526096" y="42335"/>
                  <a:pt x="527810" y="41555"/>
                  <a:pt x="529737" y="41035"/>
                </a:cubicBezTo>
                <a:cubicBezTo>
                  <a:pt x="531666" y="40514"/>
                  <a:pt x="533609" y="40102"/>
                  <a:pt x="535568" y="39796"/>
                </a:cubicBezTo>
                <a:cubicBezTo>
                  <a:pt x="537526" y="39490"/>
                  <a:pt x="539454" y="39245"/>
                  <a:pt x="541351" y="39061"/>
                </a:cubicBezTo>
                <a:cubicBezTo>
                  <a:pt x="543249" y="38877"/>
                  <a:pt x="544932" y="38601"/>
                  <a:pt x="546401" y="38234"/>
                </a:cubicBezTo>
                <a:cubicBezTo>
                  <a:pt x="547870" y="37867"/>
                  <a:pt x="549033" y="37332"/>
                  <a:pt x="549890" y="36629"/>
                </a:cubicBezTo>
                <a:cubicBezTo>
                  <a:pt x="550747" y="35925"/>
                  <a:pt x="551145" y="34899"/>
                  <a:pt x="551085" y="33552"/>
                </a:cubicBezTo>
                <a:cubicBezTo>
                  <a:pt x="551085" y="32144"/>
                  <a:pt x="550855" y="31027"/>
                  <a:pt x="550395" y="30201"/>
                </a:cubicBezTo>
                <a:cubicBezTo>
                  <a:pt x="549936" y="29375"/>
                  <a:pt x="549324" y="28732"/>
                  <a:pt x="548559" y="28274"/>
                </a:cubicBezTo>
                <a:cubicBezTo>
                  <a:pt x="547794" y="27814"/>
                  <a:pt x="546906" y="27508"/>
                  <a:pt x="545896" y="27355"/>
                </a:cubicBezTo>
                <a:cubicBezTo>
                  <a:pt x="544886" y="27201"/>
                  <a:pt x="543800" y="27125"/>
                  <a:pt x="542637" y="27125"/>
                </a:cubicBezTo>
                <a:cubicBezTo>
                  <a:pt x="540067" y="27125"/>
                  <a:pt x="538047" y="27676"/>
                  <a:pt x="536578" y="28778"/>
                </a:cubicBezTo>
                <a:cubicBezTo>
                  <a:pt x="535109" y="29880"/>
                  <a:pt x="534252" y="31716"/>
                  <a:pt x="534007" y="34286"/>
                </a:cubicBezTo>
                <a:lnTo>
                  <a:pt x="520970" y="34286"/>
                </a:lnTo>
                <a:moveTo>
                  <a:pt x="551085" y="43926"/>
                </a:moveTo>
                <a:cubicBezTo>
                  <a:pt x="550534" y="44417"/>
                  <a:pt x="549845" y="44799"/>
                  <a:pt x="549018" y="45075"/>
                </a:cubicBezTo>
                <a:cubicBezTo>
                  <a:pt x="548192" y="45350"/>
                  <a:pt x="547304" y="45580"/>
                  <a:pt x="546355" y="45764"/>
                </a:cubicBezTo>
                <a:cubicBezTo>
                  <a:pt x="545407" y="45947"/>
                  <a:pt x="544412" y="46100"/>
                  <a:pt x="543371" y="46222"/>
                </a:cubicBezTo>
                <a:cubicBezTo>
                  <a:pt x="542331" y="46345"/>
                  <a:pt x="541290" y="46497"/>
                  <a:pt x="540250" y="46680"/>
                </a:cubicBezTo>
                <a:cubicBezTo>
                  <a:pt x="539271" y="46864"/>
                  <a:pt x="538307" y="47110"/>
                  <a:pt x="537358" y="47416"/>
                </a:cubicBezTo>
                <a:cubicBezTo>
                  <a:pt x="536409" y="47721"/>
                  <a:pt x="535583" y="48135"/>
                  <a:pt x="534879" y="48656"/>
                </a:cubicBezTo>
                <a:cubicBezTo>
                  <a:pt x="534175" y="49176"/>
                  <a:pt x="533609" y="49834"/>
                  <a:pt x="533181" y="50630"/>
                </a:cubicBezTo>
                <a:cubicBezTo>
                  <a:pt x="532752" y="51424"/>
                  <a:pt x="532538" y="52434"/>
                  <a:pt x="532538" y="53658"/>
                </a:cubicBezTo>
                <a:cubicBezTo>
                  <a:pt x="532538" y="54821"/>
                  <a:pt x="532752" y="55801"/>
                  <a:pt x="533181" y="56596"/>
                </a:cubicBezTo>
                <a:cubicBezTo>
                  <a:pt x="533609" y="57392"/>
                  <a:pt x="534191" y="58020"/>
                  <a:pt x="534925" y="58479"/>
                </a:cubicBezTo>
                <a:cubicBezTo>
                  <a:pt x="535660" y="58938"/>
                  <a:pt x="536517" y="59259"/>
                  <a:pt x="537496" y="59443"/>
                </a:cubicBezTo>
                <a:cubicBezTo>
                  <a:pt x="538475" y="59627"/>
                  <a:pt x="539485" y="59719"/>
                  <a:pt x="540526" y="59719"/>
                </a:cubicBezTo>
                <a:cubicBezTo>
                  <a:pt x="543096" y="59719"/>
                  <a:pt x="545085" y="59291"/>
                  <a:pt x="546492" y="58434"/>
                </a:cubicBezTo>
                <a:cubicBezTo>
                  <a:pt x="547901" y="57577"/>
                  <a:pt x="548942" y="56551"/>
                  <a:pt x="549615" y="55358"/>
                </a:cubicBezTo>
                <a:cubicBezTo>
                  <a:pt x="550288" y="54164"/>
                  <a:pt x="550702" y="52955"/>
                  <a:pt x="550855" y="51731"/>
                </a:cubicBezTo>
                <a:cubicBezTo>
                  <a:pt x="551008" y="50506"/>
                  <a:pt x="551085" y="49527"/>
                  <a:pt x="551085" y="48793"/>
                </a:cubicBezTo>
                <a:lnTo>
                  <a:pt x="551085" y="43926"/>
                </a:lnTo>
                <a:close/>
                <a:moveTo>
                  <a:pt x="609109" y="43486"/>
                </a:moveTo>
                <a:cubicBezTo>
                  <a:pt x="609109" y="45445"/>
                  <a:pt x="608895" y="47343"/>
                  <a:pt x="608466" y="49180"/>
                </a:cubicBezTo>
                <a:cubicBezTo>
                  <a:pt x="608037" y="51016"/>
                  <a:pt x="607364" y="52638"/>
                  <a:pt x="606446" y="54047"/>
                </a:cubicBezTo>
                <a:cubicBezTo>
                  <a:pt x="605528" y="55454"/>
                  <a:pt x="604380" y="56571"/>
                  <a:pt x="603002" y="57398"/>
                </a:cubicBezTo>
                <a:cubicBezTo>
                  <a:pt x="601626" y="58224"/>
                  <a:pt x="599958" y="58637"/>
                  <a:pt x="598000" y="58637"/>
                </a:cubicBezTo>
                <a:cubicBezTo>
                  <a:pt x="596102" y="58637"/>
                  <a:pt x="594449" y="58224"/>
                  <a:pt x="593042" y="57398"/>
                </a:cubicBezTo>
                <a:cubicBezTo>
                  <a:pt x="591634" y="56571"/>
                  <a:pt x="590472" y="55454"/>
                  <a:pt x="589554" y="54047"/>
                </a:cubicBezTo>
                <a:cubicBezTo>
                  <a:pt x="588635" y="52638"/>
                  <a:pt x="587962" y="51016"/>
                  <a:pt x="587533" y="49180"/>
                </a:cubicBezTo>
                <a:cubicBezTo>
                  <a:pt x="587105" y="47343"/>
                  <a:pt x="586890" y="45445"/>
                  <a:pt x="586890" y="43486"/>
                </a:cubicBezTo>
                <a:cubicBezTo>
                  <a:pt x="586890" y="41466"/>
                  <a:pt x="587105" y="39538"/>
                  <a:pt x="587533" y="37702"/>
                </a:cubicBezTo>
                <a:cubicBezTo>
                  <a:pt x="587962" y="35865"/>
                  <a:pt x="588635" y="34243"/>
                  <a:pt x="589554" y="32835"/>
                </a:cubicBezTo>
                <a:cubicBezTo>
                  <a:pt x="590472" y="31427"/>
                  <a:pt x="591634" y="30309"/>
                  <a:pt x="593042" y="29483"/>
                </a:cubicBezTo>
                <a:cubicBezTo>
                  <a:pt x="594449" y="28656"/>
                  <a:pt x="596102" y="28243"/>
                  <a:pt x="598000" y="28243"/>
                </a:cubicBezTo>
                <a:cubicBezTo>
                  <a:pt x="599958" y="28243"/>
                  <a:pt x="601626" y="28656"/>
                  <a:pt x="603002" y="29483"/>
                </a:cubicBezTo>
                <a:cubicBezTo>
                  <a:pt x="604380" y="30309"/>
                  <a:pt x="605528" y="31427"/>
                  <a:pt x="606446" y="32835"/>
                </a:cubicBezTo>
                <a:cubicBezTo>
                  <a:pt x="607364" y="34243"/>
                  <a:pt x="608037" y="35865"/>
                  <a:pt x="608466" y="37702"/>
                </a:cubicBezTo>
                <a:cubicBezTo>
                  <a:pt x="608895" y="39538"/>
                  <a:pt x="609109" y="41466"/>
                  <a:pt x="609109" y="43486"/>
                </a:cubicBezTo>
                <a:moveTo>
                  <a:pt x="574313" y="1614"/>
                </a:moveTo>
                <a:lnTo>
                  <a:pt x="574313" y="67186"/>
                </a:lnTo>
                <a:lnTo>
                  <a:pt x="586707" y="67186"/>
                </a:lnTo>
                <a:lnTo>
                  <a:pt x="586707" y="61127"/>
                </a:lnTo>
                <a:lnTo>
                  <a:pt x="586890" y="61127"/>
                </a:lnTo>
                <a:cubicBezTo>
                  <a:pt x="588298" y="63770"/>
                  <a:pt x="590379" y="65645"/>
                  <a:pt x="593133" y="66752"/>
                </a:cubicBezTo>
                <a:cubicBezTo>
                  <a:pt x="595888" y="67857"/>
                  <a:pt x="599010" y="68410"/>
                  <a:pt x="602498" y="68410"/>
                </a:cubicBezTo>
                <a:cubicBezTo>
                  <a:pt x="604885" y="68410"/>
                  <a:pt x="607242" y="67920"/>
                  <a:pt x="609567" y="66939"/>
                </a:cubicBezTo>
                <a:cubicBezTo>
                  <a:pt x="611894" y="65958"/>
                  <a:pt x="613990" y="64455"/>
                  <a:pt x="615857" y="62433"/>
                </a:cubicBezTo>
                <a:cubicBezTo>
                  <a:pt x="617724" y="60410"/>
                  <a:pt x="619239" y="57819"/>
                  <a:pt x="620402" y="54662"/>
                </a:cubicBezTo>
                <a:cubicBezTo>
                  <a:pt x="621565" y="51504"/>
                  <a:pt x="622146" y="47748"/>
                  <a:pt x="622146" y="43395"/>
                </a:cubicBezTo>
                <a:cubicBezTo>
                  <a:pt x="622146" y="39042"/>
                  <a:pt x="621565" y="35287"/>
                  <a:pt x="620402" y="32129"/>
                </a:cubicBezTo>
                <a:cubicBezTo>
                  <a:pt x="619239" y="28971"/>
                  <a:pt x="617724" y="26381"/>
                  <a:pt x="615857" y="24358"/>
                </a:cubicBezTo>
                <a:cubicBezTo>
                  <a:pt x="613990" y="22335"/>
                  <a:pt x="611894" y="20833"/>
                  <a:pt x="609567" y="19853"/>
                </a:cubicBezTo>
                <a:cubicBezTo>
                  <a:pt x="607242" y="18871"/>
                  <a:pt x="604885" y="18380"/>
                  <a:pt x="602498" y="18380"/>
                </a:cubicBezTo>
                <a:cubicBezTo>
                  <a:pt x="599561" y="18380"/>
                  <a:pt x="596730" y="18949"/>
                  <a:pt x="594006" y="20085"/>
                </a:cubicBezTo>
                <a:cubicBezTo>
                  <a:pt x="591282" y="21222"/>
                  <a:pt x="589125" y="23019"/>
                  <a:pt x="587533" y="25477"/>
                </a:cubicBezTo>
                <a:lnTo>
                  <a:pt x="587350" y="25477"/>
                </a:lnTo>
                <a:lnTo>
                  <a:pt x="587350" y="1614"/>
                </a:lnTo>
                <a:lnTo>
                  <a:pt x="574313" y="1614"/>
                </a:lnTo>
                <a:close/>
                <a:moveTo>
                  <a:pt x="640265" y="51734"/>
                </a:moveTo>
                <a:lnTo>
                  <a:pt x="627870" y="51734"/>
                </a:lnTo>
                <a:cubicBezTo>
                  <a:pt x="627993" y="54911"/>
                  <a:pt x="628712" y="57554"/>
                  <a:pt x="630028" y="59661"/>
                </a:cubicBezTo>
                <a:cubicBezTo>
                  <a:pt x="631344" y="61768"/>
                  <a:pt x="633027" y="63464"/>
                  <a:pt x="635077" y="64747"/>
                </a:cubicBezTo>
                <a:cubicBezTo>
                  <a:pt x="637128" y="66030"/>
                  <a:pt x="639469" y="66946"/>
                  <a:pt x="642101" y="67495"/>
                </a:cubicBezTo>
                <a:cubicBezTo>
                  <a:pt x="644733" y="68046"/>
                  <a:pt x="647426" y="68321"/>
                  <a:pt x="650180" y="68321"/>
                </a:cubicBezTo>
                <a:cubicBezTo>
                  <a:pt x="652873" y="68321"/>
                  <a:pt x="655520" y="68060"/>
                  <a:pt x="658121" y="67539"/>
                </a:cubicBezTo>
                <a:cubicBezTo>
                  <a:pt x="660723" y="67019"/>
                  <a:pt x="663033" y="66116"/>
                  <a:pt x="665053" y="64830"/>
                </a:cubicBezTo>
                <a:cubicBezTo>
                  <a:pt x="667073" y="63543"/>
                  <a:pt x="668710" y="61844"/>
                  <a:pt x="669964" y="59732"/>
                </a:cubicBezTo>
                <a:cubicBezTo>
                  <a:pt x="671220" y="57619"/>
                  <a:pt x="671847" y="55001"/>
                  <a:pt x="671847" y="51878"/>
                </a:cubicBezTo>
                <a:cubicBezTo>
                  <a:pt x="671847" y="49674"/>
                  <a:pt x="671418" y="47822"/>
                  <a:pt x="670561" y="46322"/>
                </a:cubicBezTo>
                <a:cubicBezTo>
                  <a:pt x="669705" y="44821"/>
                  <a:pt x="668572" y="43565"/>
                  <a:pt x="667164" y="42555"/>
                </a:cubicBezTo>
                <a:cubicBezTo>
                  <a:pt x="665756" y="41544"/>
                  <a:pt x="664150" y="40733"/>
                  <a:pt x="662345" y="40121"/>
                </a:cubicBezTo>
                <a:cubicBezTo>
                  <a:pt x="660539" y="39509"/>
                  <a:pt x="658688" y="38988"/>
                  <a:pt x="656790" y="38559"/>
                </a:cubicBezTo>
                <a:cubicBezTo>
                  <a:pt x="654954" y="38131"/>
                  <a:pt x="653148" y="37733"/>
                  <a:pt x="651373" y="37366"/>
                </a:cubicBezTo>
                <a:cubicBezTo>
                  <a:pt x="649598" y="36998"/>
                  <a:pt x="648022" y="36584"/>
                  <a:pt x="646644" y="36126"/>
                </a:cubicBezTo>
                <a:cubicBezTo>
                  <a:pt x="645268" y="35666"/>
                  <a:pt x="644151" y="35069"/>
                  <a:pt x="643293" y="34334"/>
                </a:cubicBezTo>
                <a:cubicBezTo>
                  <a:pt x="642437" y="33599"/>
                  <a:pt x="642009" y="32650"/>
                  <a:pt x="642009" y="31486"/>
                </a:cubicBezTo>
                <a:cubicBezTo>
                  <a:pt x="642009" y="30506"/>
                  <a:pt x="642253" y="29725"/>
                  <a:pt x="642743" y="29144"/>
                </a:cubicBezTo>
                <a:cubicBezTo>
                  <a:pt x="643233" y="28562"/>
                  <a:pt x="643830" y="28118"/>
                  <a:pt x="644533" y="27813"/>
                </a:cubicBezTo>
                <a:cubicBezTo>
                  <a:pt x="645237" y="27506"/>
                  <a:pt x="646018" y="27307"/>
                  <a:pt x="646874" y="27216"/>
                </a:cubicBezTo>
                <a:cubicBezTo>
                  <a:pt x="647732" y="27123"/>
                  <a:pt x="648527" y="27077"/>
                  <a:pt x="649261" y="27077"/>
                </a:cubicBezTo>
                <a:cubicBezTo>
                  <a:pt x="651587" y="27077"/>
                  <a:pt x="653607" y="27523"/>
                  <a:pt x="655320" y="28415"/>
                </a:cubicBezTo>
                <a:cubicBezTo>
                  <a:pt x="657034" y="29306"/>
                  <a:pt x="657983" y="31012"/>
                  <a:pt x="658167" y="33533"/>
                </a:cubicBezTo>
                <a:lnTo>
                  <a:pt x="670562" y="33533"/>
                </a:lnTo>
                <a:cubicBezTo>
                  <a:pt x="670318" y="30594"/>
                  <a:pt x="669568" y="28161"/>
                  <a:pt x="668313" y="26232"/>
                </a:cubicBezTo>
                <a:cubicBezTo>
                  <a:pt x="667058" y="24304"/>
                  <a:pt x="665482" y="22758"/>
                  <a:pt x="663584" y="21595"/>
                </a:cubicBezTo>
                <a:cubicBezTo>
                  <a:pt x="661688" y="20432"/>
                  <a:pt x="659530" y="19605"/>
                  <a:pt x="657112" y="19116"/>
                </a:cubicBezTo>
                <a:cubicBezTo>
                  <a:pt x="654694" y="18625"/>
                  <a:pt x="652200" y="18380"/>
                  <a:pt x="649630" y="18380"/>
                </a:cubicBezTo>
                <a:cubicBezTo>
                  <a:pt x="647059" y="18380"/>
                  <a:pt x="644549" y="18610"/>
                  <a:pt x="642100" y="19069"/>
                </a:cubicBezTo>
                <a:cubicBezTo>
                  <a:pt x="639652" y="19528"/>
                  <a:pt x="637449" y="20324"/>
                  <a:pt x="635490" y="21457"/>
                </a:cubicBezTo>
                <a:cubicBezTo>
                  <a:pt x="633532" y="22590"/>
                  <a:pt x="631956" y="24136"/>
                  <a:pt x="630762" y="26095"/>
                </a:cubicBezTo>
                <a:cubicBezTo>
                  <a:pt x="629568" y="28055"/>
                  <a:pt x="628972" y="30566"/>
                  <a:pt x="628972" y="33628"/>
                </a:cubicBezTo>
                <a:cubicBezTo>
                  <a:pt x="628972" y="35710"/>
                  <a:pt x="629400" y="37470"/>
                  <a:pt x="630256" y="38909"/>
                </a:cubicBezTo>
                <a:cubicBezTo>
                  <a:pt x="631114" y="40348"/>
                  <a:pt x="632246" y="41542"/>
                  <a:pt x="633654" y="42492"/>
                </a:cubicBezTo>
                <a:cubicBezTo>
                  <a:pt x="635062" y="43441"/>
                  <a:pt x="636669" y="44206"/>
                  <a:pt x="638474" y="44788"/>
                </a:cubicBezTo>
                <a:cubicBezTo>
                  <a:pt x="640279" y="45370"/>
                  <a:pt x="642131" y="45875"/>
                  <a:pt x="644029" y="46304"/>
                </a:cubicBezTo>
                <a:cubicBezTo>
                  <a:pt x="648680" y="47283"/>
                  <a:pt x="652306" y="48263"/>
                  <a:pt x="654907" y="49243"/>
                </a:cubicBezTo>
                <a:cubicBezTo>
                  <a:pt x="657509" y="50222"/>
                  <a:pt x="658810" y="51692"/>
                  <a:pt x="658810" y="53651"/>
                </a:cubicBezTo>
                <a:cubicBezTo>
                  <a:pt x="658810" y="54814"/>
                  <a:pt x="658535" y="55779"/>
                  <a:pt x="657984" y="56544"/>
                </a:cubicBezTo>
                <a:cubicBezTo>
                  <a:pt x="657432" y="57310"/>
                  <a:pt x="656744" y="57923"/>
                  <a:pt x="655917" y="58382"/>
                </a:cubicBezTo>
                <a:cubicBezTo>
                  <a:pt x="655092" y="58841"/>
                  <a:pt x="654173" y="59178"/>
                  <a:pt x="653163" y="59393"/>
                </a:cubicBezTo>
                <a:cubicBezTo>
                  <a:pt x="652153" y="59606"/>
                  <a:pt x="651189" y="59713"/>
                  <a:pt x="650271" y="59713"/>
                </a:cubicBezTo>
                <a:cubicBezTo>
                  <a:pt x="648986" y="59713"/>
                  <a:pt x="647747" y="59561"/>
                  <a:pt x="646553" y="59255"/>
                </a:cubicBezTo>
                <a:cubicBezTo>
                  <a:pt x="645360" y="58949"/>
                  <a:pt x="644304" y="58475"/>
                  <a:pt x="643386" y="57833"/>
                </a:cubicBezTo>
                <a:cubicBezTo>
                  <a:pt x="642468" y="57191"/>
                  <a:pt x="641718" y="56365"/>
                  <a:pt x="641136" y="55356"/>
                </a:cubicBezTo>
                <a:cubicBezTo>
                  <a:pt x="640555" y="54348"/>
                  <a:pt x="640265" y="53140"/>
                  <a:pt x="640265" y="51734"/>
                </a:cubicBezTo>
                <a:close/>
                <a:moveTo>
                  <a:pt x="701991" y="0"/>
                </a:moveTo>
                <a:lnTo>
                  <a:pt x="691067" y="0"/>
                </a:lnTo>
                <a:cubicBezTo>
                  <a:pt x="689047" y="2938"/>
                  <a:pt x="687287" y="6152"/>
                  <a:pt x="685787" y="9641"/>
                </a:cubicBezTo>
                <a:cubicBezTo>
                  <a:pt x="684288" y="13130"/>
                  <a:pt x="683033" y="16742"/>
                  <a:pt x="682023" y="20476"/>
                </a:cubicBezTo>
                <a:cubicBezTo>
                  <a:pt x="681013" y="24210"/>
                  <a:pt x="680248" y="27959"/>
                  <a:pt x="679728" y="31724"/>
                </a:cubicBezTo>
                <a:cubicBezTo>
                  <a:pt x="679208" y="35489"/>
                  <a:pt x="678948" y="39086"/>
                  <a:pt x="678948" y="42514"/>
                </a:cubicBezTo>
                <a:cubicBezTo>
                  <a:pt x="678948" y="49737"/>
                  <a:pt x="680003" y="56838"/>
                  <a:pt x="682115" y="63817"/>
                </a:cubicBezTo>
                <a:cubicBezTo>
                  <a:pt x="684227" y="70795"/>
                  <a:pt x="687211" y="77437"/>
                  <a:pt x="691067" y="83742"/>
                </a:cubicBezTo>
                <a:lnTo>
                  <a:pt x="701900" y="83742"/>
                </a:lnTo>
                <a:cubicBezTo>
                  <a:pt x="698411" y="77070"/>
                  <a:pt x="695886" y="70214"/>
                  <a:pt x="694326" y="63175"/>
                </a:cubicBezTo>
                <a:cubicBezTo>
                  <a:pt x="692765" y="56135"/>
                  <a:pt x="691985" y="48942"/>
                  <a:pt x="691985" y="41595"/>
                </a:cubicBezTo>
                <a:cubicBezTo>
                  <a:pt x="691985" y="34372"/>
                  <a:pt x="692780" y="27256"/>
                  <a:pt x="694372" y="20248"/>
                </a:cubicBezTo>
                <a:cubicBezTo>
                  <a:pt x="695963" y="13238"/>
                  <a:pt x="698503" y="6489"/>
                  <a:pt x="701991" y="0"/>
                </a:cubicBezTo>
                <a:close/>
                <a:moveTo>
                  <a:pt x="706124" y="34286"/>
                </a:moveTo>
                <a:cubicBezTo>
                  <a:pt x="706307" y="31226"/>
                  <a:pt x="707072" y="28686"/>
                  <a:pt x="708419" y="26667"/>
                </a:cubicBezTo>
                <a:cubicBezTo>
                  <a:pt x="709765" y="24647"/>
                  <a:pt x="711479" y="23024"/>
                  <a:pt x="713560" y="21800"/>
                </a:cubicBezTo>
                <a:cubicBezTo>
                  <a:pt x="715641" y="20575"/>
                  <a:pt x="717982" y="19703"/>
                  <a:pt x="720583" y="19183"/>
                </a:cubicBezTo>
                <a:cubicBezTo>
                  <a:pt x="723185" y="18663"/>
                  <a:pt x="725802" y="18403"/>
                  <a:pt x="728434" y="18403"/>
                </a:cubicBezTo>
                <a:cubicBezTo>
                  <a:pt x="730821" y="18403"/>
                  <a:pt x="733239" y="18571"/>
                  <a:pt x="735686" y="18908"/>
                </a:cubicBezTo>
                <a:cubicBezTo>
                  <a:pt x="738135" y="19245"/>
                  <a:pt x="740369" y="19903"/>
                  <a:pt x="742388" y="20882"/>
                </a:cubicBezTo>
                <a:cubicBezTo>
                  <a:pt x="744409" y="21861"/>
                  <a:pt x="746061" y="23223"/>
                  <a:pt x="747346" y="24967"/>
                </a:cubicBezTo>
                <a:cubicBezTo>
                  <a:pt x="748632" y="26712"/>
                  <a:pt x="749275" y="29023"/>
                  <a:pt x="749275" y="31899"/>
                </a:cubicBezTo>
                <a:lnTo>
                  <a:pt x="749275" y="56596"/>
                </a:lnTo>
                <a:cubicBezTo>
                  <a:pt x="749275" y="58739"/>
                  <a:pt x="749398" y="60789"/>
                  <a:pt x="749642" y="62748"/>
                </a:cubicBezTo>
                <a:cubicBezTo>
                  <a:pt x="749887" y="64706"/>
                  <a:pt x="750315" y="66175"/>
                  <a:pt x="750927" y="67155"/>
                </a:cubicBezTo>
                <a:lnTo>
                  <a:pt x="737707" y="67155"/>
                </a:lnTo>
                <a:cubicBezTo>
                  <a:pt x="737462" y="66421"/>
                  <a:pt x="737263" y="65671"/>
                  <a:pt x="737110" y="64907"/>
                </a:cubicBezTo>
                <a:cubicBezTo>
                  <a:pt x="736957" y="64141"/>
                  <a:pt x="736850" y="63360"/>
                  <a:pt x="736789" y="62564"/>
                </a:cubicBezTo>
                <a:cubicBezTo>
                  <a:pt x="734708" y="64707"/>
                  <a:pt x="732260" y="66207"/>
                  <a:pt x="729444" y="67064"/>
                </a:cubicBezTo>
                <a:cubicBezTo>
                  <a:pt x="726628" y="67920"/>
                  <a:pt x="723751" y="68349"/>
                  <a:pt x="720813" y="68349"/>
                </a:cubicBezTo>
                <a:cubicBezTo>
                  <a:pt x="718549" y="68349"/>
                  <a:pt x="716437" y="68073"/>
                  <a:pt x="714478" y="67522"/>
                </a:cubicBezTo>
                <a:cubicBezTo>
                  <a:pt x="712519" y="66971"/>
                  <a:pt x="710805" y="66114"/>
                  <a:pt x="709336" y="64951"/>
                </a:cubicBezTo>
                <a:cubicBezTo>
                  <a:pt x="707868" y="63789"/>
                  <a:pt x="706721" y="62320"/>
                  <a:pt x="705894" y="60545"/>
                </a:cubicBezTo>
                <a:cubicBezTo>
                  <a:pt x="705068" y="58770"/>
                  <a:pt x="704654" y="56658"/>
                  <a:pt x="704654" y="54209"/>
                </a:cubicBezTo>
                <a:cubicBezTo>
                  <a:pt x="704654" y="51516"/>
                  <a:pt x="705129" y="49298"/>
                  <a:pt x="706078" y="47553"/>
                </a:cubicBezTo>
                <a:cubicBezTo>
                  <a:pt x="707027" y="45809"/>
                  <a:pt x="708251" y="44416"/>
                  <a:pt x="709750" y="43376"/>
                </a:cubicBezTo>
                <a:cubicBezTo>
                  <a:pt x="711249" y="42335"/>
                  <a:pt x="712963" y="41555"/>
                  <a:pt x="714891" y="41035"/>
                </a:cubicBezTo>
                <a:cubicBezTo>
                  <a:pt x="716820" y="40514"/>
                  <a:pt x="718763" y="40102"/>
                  <a:pt x="720722" y="39796"/>
                </a:cubicBezTo>
                <a:cubicBezTo>
                  <a:pt x="722680" y="39490"/>
                  <a:pt x="724608" y="39245"/>
                  <a:pt x="726505" y="39061"/>
                </a:cubicBezTo>
                <a:cubicBezTo>
                  <a:pt x="728402" y="38877"/>
                  <a:pt x="730086" y="38601"/>
                  <a:pt x="731555" y="38234"/>
                </a:cubicBezTo>
                <a:cubicBezTo>
                  <a:pt x="733024" y="37867"/>
                  <a:pt x="734187" y="37332"/>
                  <a:pt x="735043" y="36629"/>
                </a:cubicBezTo>
                <a:cubicBezTo>
                  <a:pt x="735901" y="35925"/>
                  <a:pt x="736299" y="34899"/>
                  <a:pt x="736238" y="33552"/>
                </a:cubicBezTo>
                <a:cubicBezTo>
                  <a:pt x="736238" y="32144"/>
                  <a:pt x="736009" y="31027"/>
                  <a:pt x="735549" y="30201"/>
                </a:cubicBezTo>
                <a:cubicBezTo>
                  <a:pt x="735090" y="29375"/>
                  <a:pt x="734477" y="28732"/>
                  <a:pt x="733712" y="28274"/>
                </a:cubicBezTo>
                <a:cubicBezTo>
                  <a:pt x="732948" y="27814"/>
                  <a:pt x="732060" y="27508"/>
                  <a:pt x="731049" y="27355"/>
                </a:cubicBezTo>
                <a:cubicBezTo>
                  <a:pt x="730040" y="27201"/>
                  <a:pt x="728954" y="27125"/>
                  <a:pt x="727791" y="27125"/>
                </a:cubicBezTo>
                <a:cubicBezTo>
                  <a:pt x="725221" y="27125"/>
                  <a:pt x="723201" y="27676"/>
                  <a:pt x="721732" y="28778"/>
                </a:cubicBezTo>
                <a:cubicBezTo>
                  <a:pt x="720263" y="29880"/>
                  <a:pt x="719406" y="31716"/>
                  <a:pt x="719161" y="34286"/>
                </a:cubicBezTo>
                <a:lnTo>
                  <a:pt x="706124" y="34286"/>
                </a:lnTo>
                <a:moveTo>
                  <a:pt x="736238" y="43926"/>
                </a:moveTo>
                <a:cubicBezTo>
                  <a:pt x="735687" y="44417"/>
                  <a:pt x="734999" y="44799"/>
                  <a:pt x="734172" y="45075"/>
                </a:cubicBezTo>
                <a:cubicBezTo>
                  <a:pt x="733345" y="45350"/>
                  <a:pt x="732458" y="45580"/>
                  <a:pt x="731509" y="45764"/>
                </a:cubicBezTo>
                <a:cubicBezTo>
                  <a:pt x="730561" y="45947"/>
                  <a:pt x="729566" y="46100"/>
                  <a:pt x="728525" y="46222"/>
                </a:cubicBezTo>
                <a:cubicBezTo>
                  <a:pt x="727484" y="46345"/>
                  <a:pt x="726444" y="46497"/>
                  <a:pt x="725404" y="46680"/>
                </a:cubicBezTo>
                <a:cubicBezTo>
                  <a:pt x="724425" y="46864"/>
                  <a:pt x="723461" y="47110"/>
                  <a:pt x="722512" y="47416"/>
                </a:cubicBezTo>
                <a:cubicBezTo>
                  <a:pt x="721563" y="47721"/>
                  <a:pt x="720737" y="48135"/>
                  <a:pt x="720032" y="48656"/>
                </a:cubicBezTo>
                <a:cubicBezTo>
                  <a:pt x="719329" y="49176"/>
                  <a:pt x="718763" y="49834"/>
                  <a:pt x="718334" y="50630"/>
                </a:cubicBezTo>
                <a:cubicBezTo>
                  <a:pt x="717906" y="51424"/>
                  <a:pt x="717691" y="52434"/>
                  <a:pt x="717691" y="53658"/>
                </a:cubicBezTo>
                <a:cubicBezTo>
                  <a:pt x="717691" y="54821"/>
                  <a:pt x="717906" y="55801"/>
                  <a:pt x="718334" y="56596"/>
                </a:cubicBezTo>
                <a:cubicBezTo>
                  <a:pt x="718763" y="57392"/>
                  <a:pt x="719345" y="58020"/>
                  <a:pt x="720079" y="58479"/>
                </a:cubicBezTo>
                <a:cubicBezTo>
                  <a:pt x="720814" y="58938"/>
                  <a:pt x="721671" y="59259"/>
                  <a:pt x="722649" y="59443"/>
                </a:cubicBezTo>
                <a:cubicBezTo>
                  <a:pt x="723629" y="59627"/>
                  <a:pt x="724639" y="59719"/>
                  <a:pt x="725680" y="59719"/>
                </a:cubicBezTo>
                <a:cubicBezTo>
                  <a:pt x="728250" y="59719"/>
                  <a:pt x="730239" y="59291"/>
                  <a:pt x="731646" y="58434"/>
                </a:cubicBezTo>
                <a:cubicBezTo>
                  <a:pt x="733055" y="57577"/>
                  <a:pt x="734095" y="56551"/>
                  <a:pt x="734769" y="55358"/>
                </a:cubicBezTo>
                <a:cubicBezTo>
                  <a:pt x="735442" y="54164"/>
                  <a:pt x="735855" y="52955"/>
                  <a:pt x="736009" y="51731"/>
                </a:cubicBezTo>
                <a:cubicBezTo>
                  <a:pt x="736162" y="50506"/>
                  <a:pt x="736238" y="49527"/>
                  <a:pt x="736238" y="48793"/>
                </a:cubicBezTo>
                <a:lnTo>
                  <a:pt x="736238" y="43926"/>
                </a:lnTo>
                <a:close/>
                <a:moveTo>
                  <a:pt x="753958" y="83742"/>
                </a:moveTo>
                <a:lnTo>
                  <a:pt x="764792" y="83742"/>
                </a:lnTo>
                <a:cubicBezTo>
                  <a:pt x="766812" y="80865"/>
                  <a:pt x="768587" y="77681"/>
                  <a:pt x="770117" y="74192"/>
                </a:cubicBezTo>
                <a:cubicBezTo>
                  <a:pt x="771647" y="70703"/>
                  <a:pt x="772918" y="67107"/>
                  <a:pt x="773927" y="63403"/>
                </a:cubicBezTo>
                <a:cubicBezTo>
                  <a:pt x="774937" y="59700"/>
                  <a:pt x="775686" y="55966"/>
                  <a:pt x="776176" y="52202"/>
                </a:cubicBezTo>
                <a:cubicBezTo>
                  <a:pt x="776666" y="48437"/>
                  <a:pt x="776911" y="44840"/>
                  <a:pt x="776911" y="41412"/>
                </a:cubicBezTo>
                <a:cubicBezTo>
                  <a:pt x="776911" y="34188"/>
                  <a:pt x="775855" y="27057"/>
                  <a:pt x="773744" y="20018"/>
                </a:cubicBezTo>
                <a:cubicBezTo>
                  <a:pt x="771632" y="12978"/>
                  <a:pt x="768648" y="6305"/>
                  <a:pt x="764792" y="0"/>
                </a:cubicBezTo>
                <a:lnTo>
                  <a:pt x="754049" y="0"/>
                </a:lnTo>
                <a:cubicBezTo>
                  <a:pt x="757416" y="6672"/>
                  <a:pt x="759895" y="13559"/>
                  <a:pt x="761487" y="20660"/>
                </a:cubicBezTo>
                <a:cubicBezTo>
                  <a:pt x="763078" y="27760"/>
                  <a:pt x="763874" y="34984"/>
                  <a:pt x="763874" y="42331"/>
                </a:cubicBezTo>
                <a:cubicBezTo>
                  <a:pt x="763874" y="49554"/>
                  <a:pt x="763063" y="56639"/>
                  <a:pt x="761441" y="63587"/>
                </a:cubicBezTo>
                <a:cubicBezTo>
                  <a:pt x="759818" y="70535"/>
                  <a:pt x="757324" y="77253"/>
                  <a:pt x="753958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print('MLX:',abs_a)">
            <a:extLst xmlns:a="http://schemas.openxmlformats.org/drawingml/2006/main">
              <a:ext uri="{FF2B5EF4-FFF2-40B4-BE49-F238E27FC236}">
                <a16:creationId xmlns:a16="http://schemas.microsoft.com/office/drawing/2014/main" id="{1C4F9F8E-6B28-442C-BCD5-A3819B6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725" y="3718926"/>
            <a:ext cx="828447" cy="83742"/>
          </a:xfrm>
          <a:custGeom xmlns:a="http://schemas.openxmlformats.org/drawingml/2006/main">
            <a:pathLst>
              <a:path w="828447" h="83742">
                <a:moveTo>
                  <a:pt x="23963" y="58637"/>
                </a:moveTo>
                <a:cubicBezTo>
                  <a:pt x="21881" y="58637"/>
                  <a:pt x="20106" y="58209"/>
                  <a:pt x="18637" y="57353"/>
                </a:cubicBezTo>
                <a:cubicBezTo>
                  <a:pt x="17168" y="56495"/>
                  <a:pt x="15990" y="55378"/>
                  <a:pt x="15102" y="54000"/>
                </a:cubicBezTo>
                <a:cubicBezTo>
                  <a:pt x="14215" y="52623"/>
                  <a:pt x="13572" y="51016"/>
                  <a:pt x="13174" y="49180"/>
                </a:cubicBezTo>
                <a:cubicBezTo>
                  <a:pt x="12776" y="47343"/>
                  <a:pt x="12578" y="45475"/>
                  <a:pt x="12578" y="43577"/>
                </a:cubicBezTo>
                <a:cubicBezTo>
                  <a:pt x="12578" y="41619"/>
                  <a:pt x="12761" y="39722"/>
                  <a:pt x="13128" y="37885"/>
                </a:cubicBezTo>
                <a:cubicBezTo>
                  <a:pt x="13495" y="36048"/>
                  <a:pt x="14122" y="34426"/>
                  <a:pt x="15010" y="33019"/>
                </a:cubicBezTo>
                <a:cubicBezTo>
                  <a:pt x="15898" y="31610"/>
                  <a:pt x="17061" y="30462"/>
                  <a:pt x="18499" y="29575"/>
                </a:cubicBezTo>
                <a:cubicBezTo>
                  <a:pt x="19938" y="28687"/>
                  <a:pt x="21728" y="28243"/>
                  <a:pt x="23870" y="28243"/>
                </a:cubicBezTo>
                <a:cubicBezTo>
                  <a:pt x="25952" y="28243"/>
                  <a:pt x="27712" y="28687"/>
                  <a:pt x="29151" y="29575"/>
                </a:cubicBezTo>
                <a:cubicBezTo>
                  <a:pt x="30589" y="30462"/>
                  <a:pt x="31767" y="31626"/>
                  <a:pt x="32685" y="33065"/>
                </a:cubicBezTo>
                <a:cubicBezTo>
                  <a:pt x="33603" y="34503"/>
                  <a:pt x="34261" y="36140"/>
                  <a:pt x="34659" y="37976"/>
                </a:cubicBezTo>
                <a:cubicBezTo>
                  <a:pt x="35057" y="39813"/>
                  <a:pt x="35256" y="41680"/>
                  <a:pt x="35256" y="43577"/>
                </a:cubicBezTo>
                <a:cubicBezTo>
                  <a:pt x="35256" y="45475"/>
                  <a:pt x="35072" y="47343"/>
                  <a:pt x="34705" y="49180"/>
                </a:cubicBezTo>
                <a:cubicBezTo>
                  <a:pt x="34338" y="51016"/>
                  <a:pt x="33711" y="52623"/>
                  <a:pt x="32822" y="54000"/>
                </a:cubicBezTo>
                <a:cubicBezTo>
                  <a:pt x="31935" y="55378"/>
                  <a:pt x="30772" y="56495"/>
                  <a:pt x="29334" y="57353"/>
                </a:cubicBezTo>
                <a:cubicBezTo>
                  <a:pt x="27896" y="58209"/>
                  <a:pt x="26105" y="58637"/>
                  <a:pt x="23963" y="58637"/>
                </a:cubicBezTo>
                <a:moveTo>
                  <a:pt x="0" y="19696"/>
                </a:moveTo>
                <a:lnTo>
                  <a:pt x="0" y="83742"/>
                </a:lnTo>
                <a:lnTo>
                  <a:pt x="13037" y="83742"/>
                </a:lnTo>
                <a:lnTo>
                  <a:pt x="13037" y="61312"/>
                </a:lnTo>
                <a:lnTo>
                  <a:pt x="13221" y="61312"/>
                </a:lnTo>
                <a:cubicBezTo>
                  <a:pt x="14812" y="63648"/>
                  <a:pt x="16847" y="65415"/>
                  <a:pt x="19326" y="66613"/>
                </a:cubicBezTo>
                <a:cubicBezTo>
                  <a:pt x="21805" y="67811"/>
                  <a:pt x="24513" y="68410"/>
                  <a:pt x="27451" y="68410"/>
                </a:cubicBezTo>
                <a:cubicBezTo>
                  <a:pt x="30941" y="68410"/>
                  <a:pt x="33986" y="67736"/>
                  <a:pt x="36587" y="66387"/>
                </a:cubicBezTo>
                <a:cubicBezTo>
                  <a:pt x="39188" y="65039"/>
                  <a:pt x="41361" y="63230"/>
                  <a:pt x="43105" y="60962"/>
                </a:cubicBezTo>
                <a:cubicBezTo>
                  <a:pt x="44850" y="58693"/>
                  <a:pt x="46150" y="56087"/>
                  <a:pt x="47007" y="53144"/>
                </a:cubicBezTo>
                <a:cubicBezTo>
                  <a:pt x="47864" y="50201"/>
                  <a:pt x="48293" y="47136"/>
                  <a:pt x="48293" y="43947"/>
                </a:cubicBezTo>
                <a:cubicBezTo>
                  <a:pt x="48293" y="40575"/>
                  <a:pt x="47864" y="37340"/>
                  <a:pt x="47007" y="34244"/>
                </a:cubicBezTo>
                <a:cubicBezTo>
                  <a:pt x="46150" y="31148"/>
                  <a:pt x="44834" y="28436"/>
                  <a:pt x="43059" y="26106"/>
                </a:cubicBezTo>
                <a:cubicBezTo>
                  <a:pt x="41285" y="23776"/>
                  <a:pt x="39051" y="21906"/>
                  <a:pt x="36357" y="20496"/>
                </a:cubicBezTo>
                <a:cubicBezTo>
                  <a:pt x="33664" y="19085"/>
                  <a:pt x="30451" y="18380"/>
                  <a:pt x="26717" y="18380"/>
                </a:cubicBezTo>
                <a:cubicBezTo>
                  <a:pt x="23779" y="18380"/>
                  <a:pt x="21085" y="18964"/>
                  <a:pt x="18637" y="20131"/>
                </a:cubicBezTo>
                <a:cubicBezTo>
                  <a:pt x="16189" y="21299"/>
                  <a:pt x="14169" y="23173"/>
                  <a:pt x="12578" y="25755"/>
                </a:cubicBezTo>
                <a:lnTo>
                  <a:pt x="12394" y="25755"/>
                </a:lnTo>
                <a:lnTo>
                  <a:pt x="12394" y="19696"/>
                </a:lnTo>
                <a:lnTo>
                  <a:pt x="0" y="19696"/>
                </a:lnTo>
                <a:close/>
                <a:moveTo>
                  <a:pt x="55851" y="19654"/>
                </a:moveTo>
                <a:lnTo>
                  <a:pt x="55851" y="67155"/>
                </a:lnTo>
                <a:lnTo>
                  <a:pt x="68888" y="67155"/>
                </a:lnTo>
                <a:lnTo>
                  <a:pt x="68888" y="45740"/>
                </a:lnTo>
                <a:cubicBezTo>
                  <a:pt x="68888" y="43596"/>
                  <a:pt x="69103" y="41605"/>
                  <a:pt x="69531" y="39767"/>
                </a:cubicBezTo>
                <a:cubicBezTo>
                  <a:pt x="69960" y="37929"/>
                  <a:pt x="70679" y="36321"/>
                  <a:pt x="71689" y="34942"/>
                </a:cubicBezTo>
                <a:cubicBezTo>
                  <a:pt x="72698" y="33564"/>
                  <a:pt x="74029" y="32476"/>
                  <a:pt x="75681" y="31679"/>
                </a:cubicBezTo>
                <a:cubicBezTo>
                  <a:pt x="77335" y="30883"/>
                  <a:pt x="79355" y="30484"/>
                  <a:pt x="81742" y="30484"/>
                </a:cubicBezTo>
                <a:cubicBezTo>
                  <a:pt x="82538" y="30484"/>
                  <a:pt x="83364" y="30531"/>
                  <a:pt x="84220" y="30623"/>
                </a:cubicBezTo>
                <a:cubicBezTo>
                  <a:pt x="85078" y="30714"/>
                  <a:pt x="85812" y="30821"/>
                  <a:pt x="86424" y="30944"/>
                </a:cubicBezTo>
                <a:lnTo>
                  <a:pt x="86424" y="18838"/>
                </a:lnTo>
                <a:cubicBezTo>
                  <a:pt x="85383" y="18533"/>
                  <a:pt x="84435" y="18380"/>
                  <a:pt x="83579" y="18380"/>
                </a:cubicBezTo>
                <a:cubicBezTo>
                  <a:pt x="81925" y="18380"/>
                  <a:pt x="80334" y="18625"/>
                  <a:pt x="78804" y="19114"/>
                </a:cubicBezTo>
                <a:cubicBezTo>
                  <a:pt x="77274" y="19603"/>
                  <a:pt x="75836" y="20290"/>
                  <a:pt x="74489" y="21176"/>
                </a:cubicBezTo>
                <a:cubicBezTo>
                  <a:pt x="73143" y="22063"/>
                  <a:pt x="71949" y="23133"/>
                  <a:pt x="70908" y="24386"/>
                </a:cubicBezTo>
                <a:cubicBezTo>
                  <a:pt x="69868" y="25639"/>
                  <a:pt x="69042" y="27000"/>
                  <a:pt x="68429" y="28467"/>
                </a:cubicBezTo>
                <a:lnTo>
                  <a:pt x="68245" y="28467"/>
                </a:lnTo>
                <a:lnTo>
                  <a:pt x="68245" y="19654"/>
                </a:lnTo>
                <a:lnTo>
                  <a:pt x="55851" y="19654"/>
                </a:lnTo>
                <a:close/>
                <a:moveTo>
                  <a:pt x="105215" y="12373"/>
                </a:moveTo>
                <a:lnTo>
                  <a:pt x="105215" y="1614"/>
                </a:lnTo>
                <a:lnTo>
                  <a:pt x="92178" y="1614"/>
                </a:lnTo>
                <a:lnTo>
                  <a:pt x="92178" y="12373"/>
                </a:lnTo>
                <a:lnTo>
                  <a:pt x="105215" y="12373"/>
                </a:lnTo>
                <a:moveTo>
                  <a:pt x="92178" y="19689"/>
                </a:moveTo>
                <a:lnTo>
                  <a:pt x="92178" y="67155"/>
                </a:lnTo>
                <a:lnTo>
                  <a:pt x="105215" y="67155"/>
                </a:lnTo>
                <a:lnTo>
                  <a:pt x="105215" y="19689"/>
                </a:lnTo>
                <a:lnTo>
                  <a:pt x="92178" y="19689"/>
                </a:lnTo>
                <a:close/>
                <a:moveTo>
                  <a:pt x="115530" y="19687"/>
                </a:moveTo>
                <a:lnTo>
                  <a:pt x="115530" y="67155"/>
                </a:lnTo>
                <a:lnTo>
                  <a:pt x="128567" y="67155"/>
                </a:lnTo>
                <a:lnTo>
                  <a:pt x="128567" y="42277"/>
                </a:lnTo>
                <a:cubicBezTo>
                  <a:pt x="128567" y="37442"/>
                  <a:pt x="129362" y="33969"/>
                  <a:pt x="130954" y="31859"/>
                </a:cubicBezTo>
                <a:cubicBezTo>
                  <a:pt x="132545" y="29747"/>
                  <a:pt x="135116" y="28691"/>
                  <a:pt x="138666" y="28691"/>
                </a:cubicBezTo>
                <a:cubicBezTo>
                  <a:pt x="141788" y="28691"/>
                  <a:pt x="143961" y="29655"/>
                  <a:pt x="145185" y="31583"/>
                </a:cubicBezTo>
                <a:cubicBezTo>
                  <a:pt x="146409" y="33510"/>
                  <a:pt x="147021" y="36433"/>
                  <a:pt x="147021" y="40350"/>
                </a:cubicBezTo>
                <a:lnTo>
                  <a:pt x="147021" y="67155"/>
                </a:lnTo>
                <a:lnTo>
                  <a:pt x="160058" y="67155"/>
                </a:lnTo>
                <a:lnTo>
                  <a:pt x="160058" y="37946"/>
                </a:lnTo>
                <a:cubicBezTo>
                  <a:pt x="160058" y="35006"/>
                  <a:pt x="159798" y="32327"/>
                  <a:pt x="159278" y="29908"/>
                </a:cubicBezTo>
                <a:cubicBezTo>
                  <a:pt x="158758" y="27490"/>
                  <a:pt x="157855" y="25438"/>
                  <a:pt x="156568" y="23754"/>
                </a:cubicBezTo>
                <a:cubicBezTo>
                  <a:pt x="155283" y="22070"/>
                  <a:pt x="153524" y="20754"/>
                  <a:pt x="151290" y="19805"/>
                </a:cubicBezTo>
                <a:cubicBezTo>
                  <a:pt x="149056" y="18855"/>
                  <a:pt x="146194" y="18380"/>
                  <a:pt x="142705" y="18380"/>
                </a:cubicBezTo>
                <a:cubicBezTo>
                  <a:pt x="139951" y="18380"/>
                  <a:pt x="137258" y="19009"/>
                  <a:pt x="134626" y="20267"/>
                </a:cubicBezTo>
                <a:cubicBezTo>
                  <a:pt x="131994" y="21525"/>
                  <a:pt x="129852" y="23535"/>
                  <a:pt x="128200" y="26297"/>
                </a:cubicBezTo>
                <a:lnTo>
                  <a:pt x="127924" y="26297"/>
                </a:lnTo>
                <a:lnTo>
                  <a:pt x="127924" y="19687"/>
                </a:lnTo>
                <a:lnTo>
                  <a:pt x="115530" y="19687"/>
                </a:lnTo>
                <a:close/>
                <a:moveTo>
                  <a:pt x="186376" y="19725"/>
                </a:moveTo>
                <a:lnTo>
                  <a:pt x="186376" y="5469"/>
                </a:lnTo>
                <a:lnTo>
                  <a:pt x="173339" y="5469"/>
                </a:lnTo>
                <a:lnTo>
                  <a:pt x="173339" y="19725"/>
                </a:lnTo>
                <a:lnTo>
                  <a:pt x="165443" y="19725"/>
                </a:lnTo>
                <a:lnTo>
                  <a:pt x="165443" y="28422"/>
                </a:lnTo>
                <a:lnTo>
                  <a:pt x="173339" y="28422"/>
                </a:lnTo>
                <a:lnTo>
                  <a:pt x="173339" y="56409"/>
                </a:lnTo>
                <a:cubicBezTo>
                  <a:pt x="173339" y="58795"/>
                  <a:pt x="173737" y="60722"/>
                  <a:pt x="174533" y="62190"/>
                </a:cubicBezTo>
                <a:cubicBezTo>
                  <a:pt x="175328" y="63658"/>
                  <a:pt x="176414" y="64790"/>
                  <a:pt x="177791" y="65586"/>
                </a:cubicBezTo>
                <a:cubicBezTo>
                  <a:pt x="179169" y="66381"/>
                  <a:pt x="180760" y="66916"/>
                  <a:pt x="182566" y="67190"/>
                </a:cubicBezTo>
                <a:cubicBezTo>
                  <a:pt x="184372" y="67466"/>
                  <a:pt x="186285" y="67603"/>
                  <a:pt x="188305" y="67603"/>
                </a:cubicBezTo>
                <a:cubicBezTo>
                  <a:pt x="189590" y="67603"/>
                  <a:pt x="190906" y="67573"/>
                  <a:pt x="192253" y="67514"/>
                </a:cubicBezTo>
                <a:cubicBezTo>
                  <a:pt x="193600" y="67454"/>
                  <a:pt x="194824" y="67334"/>
                  <a:pt x="195925" y="67155"/>
                </a:cubicBezTo>
                <a:lnTo>
                  <a:pt x="195925" y="57015"/>
                </a:lnTo>
                <a:cubicBezTo>
                  <a:pt x="195313" y="57137"/>
                  <a:pt x="194671" y="57229"/>
                  <a:pt x="193997" y="57291"/>
                </a:cubicBezTo>
                <a:cubicBezTo>
                  <a:pt x="193324" y="57352"/>
                  <a:pt x="192620" y="57382"/>
                  <a:pt x="191886" y="57382"/>
                </a:cubicBezTo>
                <a:cubicBezTo>
                  <a:pt x="189682" y="57382"/>
                  <a:pt x="188212" y="57016"/>
                  <a:pt x="187477" y="56282"/>
                </a:cubicBezTo>
                <a:cubicBezTo>
                  <a:pt x="186743" y="55549"/>
                  <a:pt x="186376" y="54083"/>
                  <a:pt x="186376" y="51884"/>
                </a:cubicBezTo>
                <a:lnTo>
                  <a:pt x="186376" y="28422"/>
                </a:lnTo>
                <a:lnTo>
                  <a:pt x="195925" y="28422"/>
                </a:lnTo>
                <a:lnTo>
                  <a:pt x="195925" y="19725"/>
                </a:lnTo>
                <a:lnTo>
                  <a:pt x="186376" y="19725"/>
                </a:lnTo>
                <a:close/>
                <a:moveTo>
                  <a:pt x="224844" y="0"/>
                </a:moveTo>
                <a:lnTo>
                  <a:pt x="213920" y="0"/>
                </a:lnTo>
                <a:cubicBezTo>
                  <a:pt x="211900" y="2938"/>
                  <a:pt x="210140" y="6152"/>
                  <a:pt x="208640" y="9641"/>
                </a:cubicBezTo>
                <a:cubicBezTo>
                  <a:pt x="207141" y="13130"/>
                  <a:pt x="205886" y="16742"/>
                  <a:pt x="204875" y="20476"/>
                </a:cubicBezTo>
                <a:cubicBezTo>
                  <a:pt x="203866" y="24210"/>
                  <a:pt x="203101" y="27959"/>
                  <a:pt x="202581" y="31724"/>
                </a:cubicBezTo>
                <a:cubicBezTo>
                  <a:pt x="202060" y="35489"/>
                  <a:pt x="201800" y="39086"/>
                  <a:pt x="201800" y="42514"/>
                </a:cubicBezTo>
                <a:cubicBezTo>
                  <a:pt x="201800" y="49737"/>
                  <a:pt x="202856" y="56838"/>
                  <a:pt x="204968" y="63817"/>
                </a:cubicBezTo>
                <a:cubicBezTo>
                  <a:pt x="207079" y="70795"/>
                  <a:pt x="210063" y="77437"/>
                  <a:pt x="213920" y="83742"/>
                </a:cubicBezTo>
                <a:lnTo>
                  <a:pt x="224753" y="83742"/>
                </a:lnTo>
                <a:cubicBezTo>
                  <a:pt x="221264" y="77070"/>
                  <a:pt x="218739" y="70214"/>
                  <a:pt x="217178" y="63175"/>
                </a:cubicBezTo>
                <a:cubicBezTo>
                  <a:pt x="215618" y="56135"/>
                  <a:pt x="214837" y="48942"/>
                  <a:pt x="214837" y="41595"/>
                </a:cubicBezTo>
                <a:cubicBezTo>
                  <a:pt x="214837" y="34372"/>
                  <a:pt x="215633" y="27256"/>
                  <a:pt x="217225" y="20248"/>
                </a:cubicBezTo>
                <a:cubicBezTo>
                  <a:pt x="218816" y="13238"/>
                  <a:pt x="221356" y="6489"/>
                  <a:pt x="224844" y="0"/>
                </a:cubicBezTo>
                <a:close/>
                <a:moveTo>
                  <a:pt x="232465" y="1614"/>
                </a:moveTo>
                <a:lnTo>
                  <a:pt x="232465" y="31112"/>
                </a:lnTo>
                <a:lnTo>
                  <a:pt x="242288" y="31112"/>
                </a:lnTo>
                <a:lnTo>
                  <a:pt x="242288" y="1614"/>
                </a:lnTo>
                <a:lnTo>
                  <a:pt x="232465" y="1614"/>
                </a:lnTo>
                <a:close/>
                <a:moveTo>
                  <a:pt x="256153" y="1614"/>
                </a:moveTo>
                <a:lnTo>
                  <a:pt x="256153" y="67155"/>
                </a:lnTo>
                <a:lnTo>
                  <a:pt x="269650" y="67155"/>
                </a:lnTo>
                <a:lnTo>
                  <a:pt x="269650" y="21167"/>
                </a:lnTo>
                <a:lnTo>
                  <a:pt x="269833" y="21167"/>
                </a:lnTo>
                <a:lnTo>
                  <a:pt x="285900" y="67155"/>
                </a:lnTo>
                <a:lnTo>
                  <a:pt x="297008" y="67155"/>
                </a:lnTo>
                <a:lnTo>
                  <a:pt x="313076" y="20707"/>
                </a:lnTo>
                <a:lnTo>
                  <a:pt x="313259" y="20707"/>
                </a:lnTo>
                <a:lnTo>
                  <a:pt x="313259" y="67155"/>
                </a:lnTo>
                <a:lnTo>
                  <a:pt x="326756" y="67155"/>
                </a:lnTo>
                <a:lnTo>
                  <a:pt x="326756" y="1614"/>
                </a:lnTo>
                <a:lnTo>
                  <a:pt x="306466" y="1614"/>
                </a:lnTo>
                <a:lnTo>
                  <a:pt x="291959" y="46685"/>
                </a:lnTo>
                <a:lnTo>
                  <a:pt x="291776" y="46685"/>
                </a:lnTo>
                <a:lnTo>
                  <a:pt x="276443" y="1614"/>
                </a:lnTo>
                <a:lnTo>
                  <a:pt x="256153" y="1614"/>
                </a:lnTo>
                <a:close/>
                <a:moveTo>
                  <a:pt x="339549" y="1614"/>
                </a:moveTo>
                <a:lnTo>
                  <a:pt x="339549" y="67155"/>
                </a:lnTo>
                <a:lnTo>
                  <a:pt x="385914" y="67155"/>
                </a:lnTo>
                <a:lnTo>
                  <a:pt x="385914" y="55051"/>
                </a:lnTo>
                <a:lnTo>
                  <a:pt x="353963" y="55051"/>
                </a:lnTo>
                <a:lnTo>
                  <a:pt x="353963" y="1614"/>
                </a:lnTo>
                <a:lnTo>
                  <a:pt x="339549" y="1614"/>
                </a:lnTo>
                <a:close/>
                <a:moveTo>
                  <a:pt x="409938" y="32824"/>
                </a:moveTo>
                <a:lnTo>
                  <a:pt x="387076" y="67155"/>
                </a:lnTo>
                <a:lnTo>
                  <a:pt x="403236" y="67155"/>
                </a:lnTo>
                <a:lnTo>
                  <a:pt x="417833" y="44482"/>
                </a:lnTo>
                <a:lnTo>
                  <a:pt x="432155" y="67155"/>
                </a:lnTo>
                <a:lnTo>
                  <a:pt x="449325" y="67155"/>
                </a:lnTo>
                <a:lnTo>
                  <a:pt x="426463" y="32916"/>
                </a:lnTo>
                <a:lnTo>
                  <a:pt x="447488" y="1614"/>
                </a:lnTo>
                <a:lnTo>
                  <a:pt x="431697" y="1614"/>
                </a:lnTo>
                <a:lnTo>
                  <a:pt x="418384" y="22542"/>
                </a:lnTo>
                <a:lnTo>
                  <a:pt x="405530" y="1614"/>
                </a:lnTo>
                <a:lnTo>
                  <a:pt x="388821" y="1614"/>
                </a:lnTo>
                <a:lnTo>
                  <a:pt x="409938" y="32824"/>
                </a:lnTo>
                <a:close/>
                <a:moveTo>
                  <a:pt x="468758" y="34698"/>
                </a:moveTo>
                <a:lnTo>
                  <a:pt x="468758" y="20532"/>
                </a:lnTo>
                <a:lnTo>
                  <a:pt x="454344" y="20532"/>
                </a:lnTo>
                <a:lnTo>
                  <a:pt x="454344" y="34698"/>
                </a:lnTo>
                <a:lnTo>
                  <a:pt x="468758" y="34698"/>
                </a:lnTo>
                <a:moveTo>
                  <a:pt x="454344" y="52989"/>
                </a:moveTo>
                <a:lnTo>
                  <a:pt x="454344" y="67155"/>
                </a:lnTo>
                <a:lnTo>
                  <a:pt x="468758" y="67155"/>
                </a:lnTo>
                <a:lnTo>
                  <a:pt x="468758" y="52989"/>
                </a:lnTo>
                <a:lnTo>
                  <a:pt x="454344" y="52989"/>
                </a:lnTo>
                <a:close/>
                <a:moveTo>
                  <a:pt x="481887" y="1614"/>
                </a:moveTo>
                <a:lnTo>
                  <a:pt x="481887" y="31112"/>
                </a:lnTo>
                <a:lnTo>
                  <a:pt x="491711" y="31112"/>
                </a:lnTo>
                <a:lnTo>
                  <a:pt x="491711" y="1614"/>
                </a:lnTo>
                <a:lnTo>
                  <a:pt x="481887" y="1614"/>
                </a:lnTo>
                <a:close/>
                <a:moveTo>
                  <a:pt x="504841" y="52989"/>
                </a:moveTo>
                <a:lnTo>
                  <a:pt x="504841" y="67155"/>
                </a:lnTo>
                <a:lnTo>
                  <a:pt x="511450" y="67155"/>
                </a:lnTo>
                <a:cubicBezTo>
                  <a:pt x="511512" y="68135"/>
                  <a:pt x="511390" y="69099"/>
                  <a:pt x="511083" y="70048"/>
                </a:cubicBezTo>
                <a:cubicBezTo>
                  <a:pt x="510777" y="70997"/>
                  <a:pt x="510318" y="71854"/>
                  <a:pt x="509706" y="72619"/>
                </a:cubicBezTo>
                <a:cubicBezTo>
                  <a:pt x="509094" y="73385"/>
                  <a:pt x="508375" y="74043"/>
                  <a:pt x="507549" y="74594"/>
                </a:cubicBezTo>
                <a:cubicBezTo>
                  <a:pt x="506722" y="75145"/>
                  <a:pt x="505850" y="75512"/>
                  <a:pt x="504932" y="75695"/>
                </a:cubicBezTo>
                <a:lnTo>
                  <a:pt x="504932" y="82308"/>
                </a:lnTo>
                <a:cubicBezTo>
                  <a:pt x="506890" y="82001"/>
                  <a:pt x="508742" y="81434"/>
                  <a:pt x="510486" y="80607"/>
                </a:cubicBezTo>
                <a:cubicBezTo>
                  <a:pt x="512231" y="79780"/>
                  <a:pt x="513746" y="78723"/>
                  <a:pt x="515031" y="77437"/>
                </a:cubicBezTo>
                <a:cubicBezTo>
                  <a:pt x="516317" y="76150"/>
                  <a:pt x="517343" y="74633"/>
                  <a:pt x="518107" y="72886"/>
                </a:cubicBezTo>
                <a:cubicBezTo>
                  <a:pt x="518872" y="71141"/>
                  <a:pt x="519255" y="69226"/>
                  <a:pt x="519255" y="67142"/>
                </a:cubicBezTo>
                <a:lnTo>
                  <a:pt x="519255" y="52989"/>
                </a:lnTo>
                <a:lnTo>
                  <a:pt x="504841" y="52989"/>
                </a:lnTo>
                <a:close/>
                <a:moveTo>
                  <a:pt x="554144" y="34286"/>
                </a:moveTo>
                <a:cubicBezTo>
                  <a:pt x="554327" y="31226"/>
                  <a:pt x="555092" y="28686"/>
                  <a:pt x="556439" y="26667"/>
                </a:cubicBezTo>
                <a:cubicBezTo>
                  <a:pt x="557786" y="24647"/>
                  <a:pt x="559499" y="23024"/>
                  <a:pt x="561580" y="21800"/>
                </a:cubicBezTo>
                <a:cubicBezTo>
                  <a:pt x="563661" y="20575"/>
                  <a:pt x="566002" y="19703"/>
                  <a:pt x="568603" y="19183"/>
                </a:cubicBezTo>
                <a:cubicBezTo>
                  <a:pt x="571205" y="18663"/>
                  <a:pt x="573822" y="18403"/>
                  <a:pt x="576454" y="18403"/>
                </a:cubicBezTo>
                <a:cubicBezTo>
                  <a:pt x="578841" y="18403"/>
                  <a:pt x="581259" y="18571"/>
                  <a:pt x="583707" y="18908"/>
                </a:cubicBezTo>
                <a:cubicBezTo>
                  <a:pt x="586155" y="19245"/>
                  <a:pt x="588390" y="19903"/>
                  <a:pt x="590409" y="20882"/>
                </a:cubicBezTo>
                <a:cubicBezTo>
                  <a:pt x="592429" y="21861"/>
                  <a:pt x="594081" y="23223"/>
                  <a:pt x="595367" y="24967"/>
                </a:cubicBezTo>
                <a:cubicBezTo>
                  <a:pt x="596653" y="26712"/>
                  <a:pt x="597296" y="29023"/>
                  <a:pt x="597296" y="31899"/>
                </a:cubicBezTo>
                <a:lnTo>
                  <a:pt x="597296" y="56596"/>
                </a:lnTo>
                <a:cubicBezTo>
                  <a:pt x="597296" y="58739"/>
                  <a:pt x="597418" y="60789"/>
                  <a:pt x="597663" y="62748"/>
                </a:cubicBezTo>
                <a:cubicBezTo>
                  <a:pt x="597907" y="64706"/>
                  <a:pt x="598336" y="66175"/>
                  <a:pt x="598947" y="67155"/>
                </a:cubicBezTo>
                <a:lnTo>
                  <a:pt x="585727" y="67155"/>
                </a:lnTo>
                <a:cubicBezTo>
                  <a:pt x="585482" y="66421"/>
                  <a:pt x="585283" y="65671"/>
                  <a:pt x="585130" y="64907"/>
                </a:cubicBezTo>
                <a:cubicBezTo>
                  <a:pt x="584977" y="64141"/>
                  <a:pt x="584870" y="63360"/>
                  <a:pt x="584809" y="62564"/>
                </a:cubicBezTo>
                <a:cubicBezTo>
                  <a:pt x="582728" y="64707"/>
                  <a:pt x="580280" y="66207"/>
                  <a:pt x="577464" y="67064"/>
                </a:cubicBezTo>
                <a:cubicBezTo>
                  <a:pt x="574648" y="67920"/>
                  <a:pt x="571771" y="68349"/>
                  <a:pt x="568833" y="68349"/>
                </a:cubicBezTo>
                <a:cubicBezTo>
                  <a:pt x="566569" y="68349"/>
                  <a:pt x="564457" y="68073"/>
                  <a:pt x="562498" y="67522"/>
                </a:cubicBezTo>
                <a:cubicBezTo>
                  <a:pt x="560539" y="66971"/>
                  <a:pt x="558826" y="66114"/>
                  <a:pt x="557357" y="64951"/>
                </a:cubicBezTo>
                <a:cubicBezTo>
                  <a:pt x="555888" y="63789"/>
                  <a:pt x="554741" y="62320"/>
                  <a:pt x="553914" y="60545"/>
                </a:cubicBezTo>
                <a:cubicBezTo>
                  <a:pt x="553088" y="58770"/>
                  <a:pt x="552675" y="56658"/>
                  <a:pt x="552675" y="54209"/>
                </a:cubicBezTo>
                <a:cubicBezTo>
                  <a:pt x="552675" y="51516"/>
                  <a:pt x="553149" y="49298"/>
                  <a:pt x="554098" y="47553"/>
                </a:cubicBezTo>
                <a:cubicBezTo>
                  <a:pt x="555047" y="45809"/>
                  <a:pt x="556271" y="44416"/>
                  <a:pt x="557770" y="43376"/>
                </a:cubicBezTo>
                <a:cubicBezTo>
                  <a:pt x="559270" y="42335"/>
                  <a:pt x="560984" y="41555"/>
                  <a:pt x="562911" y="41035"/>
                </a:cubicBezTo>
                <a:cubicBezTo>
                  <a:pt x="564840" y="40514"/>
                  <a:pt x="566783" y="40102"/>
                  <a:pt x="568742" y="39796"/>
                </a:cubicBezTo>
                <a:cubicBezTo>
                  <a:pt x="570700" y="39490"/>
                  <a:pt x="572628" y="39245"/>
                  <a:pt x="574525" y="39061"/>
                </a:cubicBezTo>
                <a:cubicBezTo>
                  <a:pt x="576423" y="38877"/>
                  <a:pt x="578106" y="38601"/>
                  <a:pt x="579575" y="38234"/>
                </a:cubicBezTo>
                <a:cubicBezTo>
                  <a:pt x="581044" y="37867"/>
                  <a:pt x="582207" y="37332"/>
                  <a:pt x="583064" y="36629"/>
                </a:cubicBezTo>
                <a:cubicBezTo>
                  <a:pt x="583921" y="35925"/>
                  <a:pt x="584319" y="34899"/>
                  <a:pt x="584259" y="33552"/>
                </a:cubicBezTo>
                <a:cubicBezTo>
                  <a:pt x="584259" y="32144"/>
                  <a:pt x="584029" y="31027"/>
                  <a:pt x="583569" y="30201"/>
                </a:cubicBezTo>
                <a:cubicBezTo>
                  <a:pt x="583110" y="29375"/>
                  <a:pt x="582498" y="28732"/>
                  <a:pt x="581733" y="28274"/>
                </a:cubicBezTo>
                <a:cubicBezTo>
                  <a:pt x="580968" y="27814"/>
                  <a:pt x="580080" y="27508"/>
                  <a:pt x="579070" y="27355"/>
                </a:cubicBezTo>
                <a:cubicBezTo>
                  <a:pt x="578060" y="27201"/>
                  <a:pt x="576974" y="27125"/>
                  <a:pt x="575811" y="27125"/>
                </a:cubicBezTo>
                <a:cubicBezTo>
                  <a:pt x="573241" y="27125"/>
                  <a:pt x="571221" y="27676"/>
                  <a:pt x="569752" y="28778"/>
                </a:cubicBezTo>
                <a:cubicBezTo>
                  <a:pt x="568283" y="29880"/>
                  <a:pt x="567426" y="31716"/>
                  <a:pt x="567181" y="34286"/>
                </a:cubicBezTo>
                <a:lnTo>
                  <a:pt x="554144" y="34286"/>
                </a:lnTo>
                <a:moveTo>
                  <a:pt x="584259" y="43926"/>
                </a:moveTo>
                <a:cubicBezTo>
                  <a:pt x="583708" y="44417"/>
                  <a:pt x="583019" y="44799"/>
                  <a:pt x="582192" y="45075"/>
                </a:cubicBezTo>
                <a:cubicBezTo>
                  <a:pt x="581366" y="45350"/>
                  <a:pt x="580478" y="45580"/>
                  <a:pt x="579529" y="45764"/>
                </a:cubicBezTo>
                <a:cubicBezTo>
                  <a:pt x="578581" y="45947"/>
                  <a:pt x="577586" y="46100"/>
                  <a:pt x="576545" y="46222"/>
                </a:cubicBezTo>
                <a:cubicBezTo>
                  <a:pt x="575505" y="46345"/>
                  <a:pt x="574464" y="46497"/>
                  <a:pt x="573424" y="46680"/>
                </a:cubicBezTo>
                <a:cubicBezTo>
                  <a:pt x="572445" y="46864"/>
                  <a:pt x="571481" y="47110"/>
                  <a:pt x="570532" y="47416"/>
                </a:cubicBezTo>
                <a:cubicBezTo>
                  <a:pt x="569583" y="47721"/>
                  <a:pt x="568757" y="48135"/>
                  <a:pt x="568053" y="48656"/>
                </a:cubicBezTo>
                <a:cubicBezTo>
                  <a:pt x="567349" y="49176"/>
                  <a:pt x="566783" y="49834"/>
                  <a:pt x="566355" y="50630"/>
                </a:cubicBezTo>
                <a:cubicBezTo>
                  <a:pt x="565926" y="51424"/>
                  <a:pt x="565712" y="52434"/>
                  <a:pt x="565712" y="53658"/>
                </a:cubicBezTo>
                <a:cubicBezTo>
                  <a:pt x="565712" y="54821"/>
                  <a:pt x="565926" y="55801"/>
                  <a:pt x="566355" y="56596"/>
                </a:cubicBezTo>
                <a:cubicBezTo>
                  <a:pt x="566783" y="57392"/>
                  <a:pt x="567365" y="58020"/>
                  <a:pt x="568099" y="58479"/>
                </a:cubicBezTo>
                <a:cubicBezTo>
                  <a:pt x="568834" y="58938"/>
                  <a:pt x="569691" y="59259"/>
                  <a:pt x="570670" y="59443"/>
                </a:cubicBezTo>
                <a:cubicBezTo>
                  <a:pt x="571649" y="59627"/>
                  <a:pt x="572659" y="59719"/>
                  <a:pt x="573700" y="59719"/>
                </a:cubicBezTo>
                <a:cubicBezTo>
                  <a:pt x="576270" y="59719"/>
                  <a:pt x="578259" y="59291"/>
                  <a:pt x="579666" y="58434"/>
                </a:cubicBezTo>
                <a:cubicBezTo>
                  <a:pt x="581075" y="57577"/>
                  <a:pt x="582116" y="56551"/>
                  <a:pt x="582789" y="55358"/>
                </a:cubicBezTo>
                <a:cubicBezTo>
                  <a:pt x="583462" y="54164"/>
                  <a:pt x="583876" y="52955"/>
                  <a:pt x="584029" y="51731"/>
                </a:cubicBezTo>
                <a:cubicBezTo>
                  <a:pt x="584182" y="50506"/>
                  <a:pt x="584259" y="49527"/>
                  <a:pt x="584259" y="48793"/>
                </a:cubicBezTo>
                <a:lnTo>
                  <a:pt x="584259" y="43926"/>
                </a:lnTo>
                <a:close/>
                <a:moveTo>
                  <a:pt x="642284" y="43486"/>
                </a:moveTo>
                <a:cubicBezTo>
                  <a:pt x="642284" y="45445"/>
                  <a:pt x="642069" y="47343"/>
                  <a:pt x="641641" y="49180"/>
                </a:cubicBezTo>
                <a:cubicBezTo>
                  <a:pt x="641212" y="51016"/>
                  <a:pt x="640539" y="52638"/>
                  <a:pt x="639621" y="54047"/>
                </a:cubicBezTo>
                <a:cubicBezTo>
                  <a:pt x="638702" y="55454"/>
                  <a:pt x="637555" y="56571"/>
                  <a:pt x="636177" y="57398"/>
                </a:cubicBezTo>
                <a:cubicBezTo>
                  <a:pt x="634800" y="58224"/>
                  <a:pt x="633133" y="58637"/>
                  <a:pt x="631174" y="58637"/>
                </a:cubicBezTo>
                <a:cubicBezTo>
                  <a:pt x="629277" y="58637"/>
                  <a:pt x="627624" y="58224"/>
                  <a:pt x="626216" y="57398"/>
                </a:cubicBezTo>
                <a:cubicBezTo>
                  <a:pt x="624809" y="56571"/>
                  <a:pt x="623646" y="55454"/>
                  <a:pt x="622728" y="54047"/>
                </a:cubicBezTo>
                <a:cubicBezTo>
                  <a:pt x="621810" y="52638"/>
                  <a:pt x="621137" y="51016"/>
                  <a:pt x="620708" y="49180"/>
                </a:cubicBezTo>
                <a:cubicBezTo>
                  <a:pt x="620279" y="47343"/>
                  <a:pt x="620065" y="45445"/>
                  <a:pt x="620065" y="43486"/>
                </a:cubicBezTo>
                <a:cubicBezTo>
                  <a:pt x="620065" y="41466"/>
                  <a:pt x="620279" y="39538"/>
                  <a:pt x="620708" y="37702"/>
                </a:cubicBezTo>
                <a:cubicBezTo>
                  <a:pt x="621137" y="35865"/>
                  <a:pt x="621810" y="34243"/>
                  <a:pt x="622728" y="32835"/>
                </a:cubicBezTo>
                <a:cubicBezTo>
                  <a:pt x="623646" y="31427"/>
                  <a:pt x="624809" y="30309"/>
                  <a:pt x="626216" y="29483"/>
                </a:cubicBezTo>
                <a:cubicBezTo>
                  <a:pt x="627624" y="28656"/>
                  <a:pt x="629277" y="28243"/>
                  <a:pt x="631174" y="28243"/>
                </a:cubicBezTo>
                <a:cubicBezTo>
                  <a:pt x="633133" y="28243"/>
                  <a:pt x="634800" y="28656"/>
                  <a:pt x="636177" y="29483"/>
                </a:cubicBezTo>
                <a:cubicBezTo>
                  <a:pt x="637555" y="30309"/>
                  <a:pt x="638702" y="31427"/>
                  <a:pt x="639621" y="32835"/>
                </a:cubicBezTo>
                <a:cubicBezTo>
                  <a:pt x="640539" y="34243"/>
                  <a:pt x="641212" y="35865"/>
                  <a:pt x="641641" y="37702"/>
                </a:cubicBezTo>
                <a:cubicBezTo>
                  <a:pt x="642069" y="39538"/>
                  <a:pt x="642284" y="41466"/>
                  <a:pt x="642284" y="43486"/>
                </a:cubicBezTo>
                <a:moveTo>
                  <a:pt x="607487" y="1614"/>
                </a:moveTo>
                <a:lnTo>
                  <a:pt x="607487" y="67186"/>
                </a:lnTo>
                <a:lnTo>
                  <a:pt x="619881" y="67186"/>
                </a:lnTo>
                <a:lnTo>
                  <a:pt x="619881" y="61127"/>
                </a:lnTo>
                <a:lnTo>
                  <a:pt x="620065" y="61127"/>
                </a:lnTo>
                <a:cubicBezTo>
                  <a:pt x="621472" y="63770"/>
                  <a:pt x="623553" y="65645"/>
                  <a:pt x="626307" y="66752"/>
                </a:cubicBezTo>
                <a:cubicBezTo>
                  <a:pt x="629063" y="67857"/>
                  <a:pt x="632184" y="68410"/>
                  <a:pt x="635673" y="68410"/>
                </a:cubicBezTo>
                <a:cubicBezTo>
                  <a:pt x="638060" y="68410"/>
                  <a:pt x="640416" y="67920"/>
                  <a:pt x="642742" y="66939"/>
                </a:cubicBezTo>
                <a:cubicBezTo>
                  <a:pt x="645068" y="65958"/>
                  <a:pt x="647165" y="64455"/>
                  <a:pt x="649032" y="62433"/>
                </a:cubicBezTo>
                <a:cubicBezTo>
                  <a:pt x="650899" y="60410"/>
                  <a:pt x="652414" y="57819"/>
                  <a:pt x="653577" y="54662"/>
                </a:cubicBezTo>
                <a:cubicBezTo>
                  <a:pt x="654739" y="51504"/>
                  <a:pt x="655321" y="47748"/>
                  <a:pt x="655321" y="43395"/>
                </a:cubicBezTo>
                <a:cubicBezTo>
                  <a:pt x="655321" y="39042"/>
                  <a:pt x="654739" y="35287"/>
                  <a:pt x="653577" y="32129"/>
                </a:cubicBezTo>
                <a:cubicBezTo>
                  <a:pt x="652414" y="28971"/>
                  <a:pt x="650899" y="26381"/>
                  <a:pt x="649032" y="24358"/>
                </a:cubicBezTo>
                <a:cubicBezTo>
                  <a:pt x="647165" y="22335"/>
                  <a:pt x="645068" y="20833"/>
                  <a:pt x="642742" y="19853"/>
                </a:cubicBezTo>
                <a:cubicBezTo>
                  <a:pt x="640416" y="18871"/>
                  <a:pt x="638060" y="18380"/>
                  <a:pt x="635673" y="18380"/>
                </a:cubicBezTo>
                <a:cubicBezTo>
                  <a:pt x="632735" y="18380"/>
                  <a:pt x="629905" y="18949"/>
                  <a:pt x="627180" y="20085"/>
                </a:cubicBezTo>
                <a:cubicBezTo>
                  <a:pt x="624457" y="21222"/>
                  <a:pt x="622299" y="23019"/>
                  <a:pt x="620708" y="25477"/>
                </a:cubicBezTo>
                <a:lnTo>
                  <a:pt x="620524" y="25477"/>
                </a:lnTo>
                <a:lnTo>
                  <a:pt x="620524" y="1614"/>
                </a:lnTo>
                <a:lnTo>
                  <a:pt x="607487" y="1614"/>
                </a:lnTo>
                <a:close/>
                <a:moveTo>
                  <a:pt x="673438" y="51734"/>
                </a:moveTo>
                <a:lnTo>
                  <a:pt x="661044" y="51734"/>
                </a:lnTo>
                <a:cubicBezTo>
                  <a:pt x="661166" y="54911"/>
                  <a:pt x="661885" y="57554"/>
                  <a:pt x="663201" y="59661"/>
                </a:cubicBezTo>
                <a:cubicBezTo>
                  <a:pt x="664517" y="61768"/>
                  <a:pt x="666200" y="63464"/>
                  <a:pt x="668250" y="64747"/>
                </a:cubicBezTo>
                <a:cubicBezTo>
                  <a:pt x="670301" y="66030"/>
                  <a:pt x="672643" y="66946"/>
                  <a:pt x="675275" y="67495"/>
                </a:cubicBezTo>
                <a:cubicBezTo>
                  <a:pt x="677906" y="68046"/>
                  <a:pt x="680600" y="68321"/>
                  <a:pt x="683354" y="68321"/>
                </a:cubicBezTo>
                <a:cubicBezTo>
                  <a:pt x="686046" y="68321"/>
                  <a:pt x="688693" y="68060"/>
                  <a:pt x="691294" y="67539"/>
                </a:cubicBezTo>
                <a:cubicBezTo>
                  <a:pt x="693896" y="67019"/>
                  <a:pt x="696207" y="66116"/>
                  <a:pt x="698226" y="64830"/>
                </a:cubicBezTo>
                <a:cubicBezTo>
                  <a:pt x="700246" y="63543"/>
                  <a:pt x="701883" y="61844"/>
                  <a:pt x="703138" y="59732"/>
                </a:cubicBezTo>
                <a:cubicBezTo>
                  <a:pt x="704393" y="57619"/>
                  <a:pt x="705021" y="55001"/>
                  <a:pt x="705021" y="51878"/>
                </a:cubicBezTo>
                <a:cubicBezTo>
                  <a:pt x="705021" y="49674"/>
                  <a:pt x="704592" y="47822"/>
                  <a:pt x="703734" y="46322"/>
                </a:cubicBezTo>
                <a:cubicBezTo>
                  <a:pt x="702878" y="44821"/>
                  <a:pt x="701746" y="43565"/>
                  <a:pt x="700337" y="42555"/>
                </a:cubicBezTo>
                <a:cubicBezTo>
                  <a:pt x="698930" y="41544"/>
                  <a:pt x="697323" y="40733"/>
                  <a:pt x="695518" y="40121"/>
                </a:cubicBezTo>
                <a:cubicBezTo>
                  <a:pt x="693713" y="39509"/>
                  <a:pt x="691861" y="38988"/>
                  <a:pt x="689963" y="38559"/>
                </a:cubicBezTo>
                <a:cubicBezTo>
                  <a:pt x="688127" y="38131"/>
                  <a:pt x="686321" y="37733"/>
                  <a:pt x="684546" y="37366"/>
                </a:cubicBezTo>
                <a:cubicBezTo>
                  <a:pt x="682771" y="36998"/>
                  <a:pt x="681195" y="36584"/>
                  <a:pt x="679818" y="36126"/>
                </a:cubicBezTo>
                <a:cubicBezTo>
                  <a:pt x="678441" y="35666"/>
                  <a:pt x="677324" y="35069"/>
                  <a:pt x="676467" y="34334"/>
                </a:cubicBezTo>
                <a:cubicBezTo>
                  <a:pt x="675610" y="33599"/>
                  <a:pt x="675182" y="32650"/>
                  <a:pt x="675182" y="31486"/>
                </a:cubicBezTo>
                <a:cubicBezTo>
                  <a:pt x="675182" y="30506"/>
                  <a:pt x="675427" y="29725"/>
                  <a:pt x="675916" y="29144"/>
                </a:cubicBezTo>
                <a:cubicBezTo>
                  <a:pt x="676407" y="28562"/>
                  <a:pt x="677003" y="28118"/>
                  <a:pt x="677707" y="27813"/>
                </a:cubicBezTo>
                <a:cubicBezTo>
                  <a:pt x="678411" y="27506"/>
                  <a:pt x="679191" y="27307"/>
                  <a:pt x="680048" y="27216"/>
                </a:cubicBezTo>
                <a:cubicBezTo>
                  <a:pt x="680905" y="27123"/>
                  <a:pt x="681701" y="27077"/>
                  <a:pt x="682435" y="27077"/>
                </a:cubicBezTo>
                <a:cubicBezTo>
                  <a:pt x="684760" y="27077"/>
                  <a:pt x="686780" y="27523"/>
                  <a:pt x="688494" y="28415"/>
                </a:cubicBezTo>
                <a:cubicBezTo>
                  <a:pt x="690208" y="29306"/>
                  <a:pt x="691156" y="31012"/>
                  <a:pt x="691340" y="33533"/>
                </a:cubicBezTo>
                <a:lnTo>
                  <a:pt x="703736" y="33533"/>
                </a:lnTo>
                <a:cubicBezTo>
                  <a:pt x="703491" y="30594"/>
                  <a:pt x="702741" y="28161"/>
                  <a:pt x="701486" y="26232"/>
                </a:cubicBezTo>
                <a:cubicBezTo>
                  <a:pt x="700232" y="24304"/>
                  <a:pt x="698656" y="22758"/>
                  <a:pt x="696758" y="21595"/>
                </a:cubicBezTo>
                <a:cubicBezTo>
                  <a:pt x="694861" y="20432"/>
                  <a:pt x="692704" y="19605"/>
                  <a:pt x="690286" y="19116"/>
                </a:cubicBezTo>
                <a:cubicBezTo>
                  <a:pt x="687868" y="18625"/>
                  <a:pt x="685373" y="18380"/>
                  <a:pt x="682803" y="18380"/>
                </a:cubicBezTo>
                <a:cubicBezTo>
                  <a:pt x="680232" y="18380"/>
                  <a:pt x="677722" y="18610"/>
                  <a:pt x="675273" y="19069"/>
                </a:cubicBezTo>
                <a:cubicBezTo>
                  <a:pt x="672825" y="19528"/>
                  <a:pt x="670622" y="20324"/>
                  <a:pt x="668664" y="21457"/>
                </a:cubicBezTo>
                <a:cubicBezTo>
                  <a:pt x="666705" y="22590"/>
                  <a:pt x="665129" y="24136"/>
                  <a:pt x="663935" y="26095"/>
                </a:cubicBezTo>
                <a:cubicBezTo>
                  <a:pt x="662742" y="28055"/>
                  <a:pt x="662145" y="30566"/>
                  <a:pt x="662145" y="33628"/>
                </a:cubicBezTo>
                <a:cubicBezTo>
                  <a:pt x="662145" y="35710"/>
                  <a:pt x="662573" y="37470"/>
                  <a:pt x="663430" y="38909"/>
                </a:cubicBezTo>
                <a:cubicBezTo>
                  <a:pt x="664287" y="40348"/>
                  <a:pt x="665419" y="41542"/>
                  <a:pt x="666827" y="42492"/>
                </a:cubicBezTo>
                <a:cubicBezTo>
                  <a:pt x="668235" y="43441"/>
                  <a:pt x="669842" y="44206"/>
                  <a:pt x="671648" y="44788"/>
                </a:cubicBezTo>
                <a:cubicBezTo>
                  <a:pt x="673453" y="45370"/>
                  <a:pt x="675304" y="45875"/>
                  <a:pt x="677202" y="46304"/>
                </a:cubicBezTo>
                <a:cubicBezTo>
                  <a:pt x="681853" y="47283"/>
                  <a:pt x="685479" y="48263"/>
                  <a:pt x="688080" y="49243"/>
                </a:cubicBezTo>
                <a:cubicBezTo>
                  <a:pt x="690682" y="50222"/>
                  <a:pt x="691983" y="51692"/>
                  <a:pt x="691983" y="53651"/>
                </a:cubicBezTo>
                <a:cubicBezTo>
                  <a:pt x="691983" y="54814"/>
                  <a:pt x="691708" y="55779"/>
                  <a:pt x="691157" y="56544"/>
                </a:cubicBezTo>
                <a:cubicBezTo>
                  <a:pt x="690606" y="57310"/>
                  <a:pt x="689917" y="57923"/>
                  <a:pt x="689091" y="58382"/>
                </a:cubicBezTo>
                <a:cubicBezTo>
                  <a:pt x="688265" y="58841"/>
                  <a:pt x="687347" y="59178"/>
                  <a:pt x="686336" y="59393"/>
                </a:cubicBezTo>
                <a:cubicBezTo>
                  <a:pt x="685327" y="59606"/>
                  <a:pt x="684363" y="59713"/>
                  <a:pt x="683445" y="59713"/>
                </a:cubicBezTo>
                <a:cubicBezTo>
                  <a:pt x="682160" y="59713"/>
                  <a:pt x="680920" y="59561"/>
                  <a:pt x="679727" y="59255"/>
                </a:cubicBezTo>
                <a:cubicBezTo>
                  <a:pt x="678533" y="58949"/>
                  <a:pt x="677477" y="58475"/>
                  <a:pt x="676559" y="57833"/>
                </a:cubicBezTo>
                <a:cubicBezTo>
                  <a:pt x="675641" y="57191"/>
                  <a:pt x="674891" y="56365"/>
                  <a:pt x="674309" y="55356"/>
                </a:cubicBezTo>
                <a:cubicBezTo>
                  <a:pt x="673728" y="54348"/>
                  <a:pt x="673438" y="53140"/>
                  <a:pt x="673438" y="51734"/>
                </a:cubicBezTo>
                <a:close/>
                <a:moveTo>
                  <a:pt x="707348" y="73969"/>
                </a:moveTo>
                <a:lnTo>
                  <a:pt x="707348" y="78542"/>
                </a:lnTo>
                <a:lnTo>
                  <a:pt x="753253" y="78542"/>
                </a:lnTo>
                <a:lnTo>
                  <a:pt x="753253" y="73969"/>
                </a:lnTo>
                <a:lnTo>
                  <a:pt x="707348" y="73969"/>
                </a:lnTo>
                <a:close/>
                <a:moveTo>
                  <a:pt x="757661" y="34286"/>
                </a:moveTo>
                <a:cubicBezTo>
                  <a:pt x="757844" y="31226"/>
                  <a:pt x="758609" y="28686"/>
                  <a:pt x="759956" y="26667"/>
                </a:cubicBezTo>
                <a:cubicBezTo>
                  <a:pt x="761303" y="24647"/>
                  <a:pt x="763016" y="23024"/>
                  <a:pt x="765097" y="21800"/>
                </a:cubicBezTo>
                <a:cubicBezTo>
                  <a:pt x="767178" y="20575"/>
                  <a:pt x="769519" y="19703"/>
                  <a:pt x="772120" y="19183"/>
                </a:cubicBezTo>
                <a:cubicBezTo>
                  <a:pt x="774722" y="18663"/>
                  <a:pt x="777339" y="18403"/>
                  <a:pt x="779971" y="18403"/>
                </a:cubicBezTo>
                <a:cubicBezTo>
                  <a:pt x="782358" y="18403"/>
                  <a:pt x="784776" y="18571"/>
                  <a:pt x="787224" y="18908"/>
                </a:cubicBezTo>
                <a:cubicBezTo>
                  <a:pt x="789672" y="19245"/>
                  <a:pt x="791906" y="19903"/>
                  <a:pt x="793926" y="20882"/>
                </a:cubicBezTo>
                <a:cubicBezTo>
                  <a:pt x="795946" y="21861"/>
                  <a:pt x="797598" y="23223"/>
                  <a:pt x="798883" y="24967"/>
                </a:cubicBezTo>
                <a:cubicBezTo>
                  <a:pt x="800170" y="26712"/>
                  <a:pt x="800813" y="29023"/>
                  <a:pt x="800813" y="31899"/>
                </a:cubicBezTo>
                <a:lnTo>
                  <a:pt x="800813" y="56596"/>
                </a:lnTo>
                <a:cubicBezTo>
                  <a:pt x="800813" y="58739"/>
                  <a:pt x="800935" y="60789"/>
                  <a:pt x="801180" y="62748"/>
                </a:cubicBezTo>
                <a:cubicBezTo>
                  <a:pt x="801424" y="64706"/>
                  <a:pt x="801853" y="66175"/>
                  <a:pt x="802464" y="67155"/>
                </a:cubicBezTo>
                <a:lnTo>
                  <a:pt x="789244" y="67155"/>
                </a:lnTo>
                <a:cubicBezTo>
                  <a:pt x="788999" y="66421"/>
                  <a:pt x="788800" y="65671"/>
                  <a:pt x="788647" y="64907"/>
                </a:cubicBezTo>
                <a:cubicBezTo>
                  <a:pt x="788494" y="64141"/>
                  <a:pt x="788387" y="63360"/>
                  <a:pt x="788326" y="62564"/>
                </a:cubicBezTo>
                <a:cubicBezTo>
                  <a:pt x="786245" y="64707"/>
                  <a:pt x="783797" y="66207"/>
                  <a:pt x="780981" y="67064"/>
                </a:cubicBezTo>
                <a:cubicBezTo>
                  <a:pt x="778165" y="67920"/>
                  <a:pt x="775288" y="68349"/>
                  <a:pt x="772350" y="68349"/>
                </a:cubicBezTo>
                <a:cubicBezTo>
                  <a:pt x="770086" y="68349"/>
                  <a:pt x="767974" y="68073"/>
                  <a:pt x="766015" y="67522"/>
                </a:cubicBezTo>
                <a:cubicBezTo>
                  <a:pt x="764056" y="66971"/>
                  <a:pt x="762343" y="66114"/>
                  <a:pt x="760873" y="64951"/>
                </a:cubicBezTo>
                <a:cubicBezTo>
                  <a:pt x="759405" y="63789"/>
                  <a:pt x="758258" y="62320"/>
                  <a:pt x="757431" y="60545"/>
                </a:cubicBezTo>
                <a:cubicBezTo>
                  <a:pt x="756605" y="58770"/>
                  <a:pt x="756191" y="56658"/>
                  <a:pt x="756191" y="54209"/>
                </a:cubicBezTo>
                <a:cubicBezTo>
                  <a:pt x="756191" y="51516"/>
                  <a:pt x="756666" y="49298"/>
                  <a:pt x="757615" y="47553"/>
                </a:cubicBezTo>
                <a:cubicBezTo>
                  <a:pt x="758564" y="45809"/>
                  <a:pt x="759788" y="44416"/>
                  <a:pt x="761287" y="43376"/>
                </a:cubicBezTo>
                <a:cubicBezTo>
                  <a:pt x="762787" y="42335"/>
                  <a:pt x="764500" y="41555"/>
                  <a:pt x="766428" y="41035"/>
                </a:cubicBezTo>
                <a:cubicBezTo>
                  <a:pt x="768357" y="40514"/>
                  <a:pt x="770300" y="40102"/>
                  <a:pt x="772259" y="39796"/>
                </a:cubicBezTo>
                <a:cubicBezTo>
                  <a:pt x="774217" y="39490"/>
                  <a:pt x="776145" y="39245"/>
                  <a:pt x="778042" y="39061"/>
                </a:cubicBezTo>
                <a:cubicBezTo>
                  <a:pt x="779940" y="38877"/>
                  <a:pt x="781623" y="38601"/>
                  <a:pt x="783092" y="38234"/>
                </a:cubicBezTo>
                <a:cubicBezTo>
                  <a:pt x="784561" y="37867"/>
                  <a:pt x="785724" y="37332"/>
                  <a:pt x="786580" y="36629"/>
                </a:cubicBezTo>
                <a:cubicBezTo>
                  <a:pt x="787438" y="35925"/>
                  <a:pt x="787836" y="34899"/>
                  <a:pt x="787775" y="33552"/>
                </a:cubicBezTo>
                <a:cubicBezTo>
                  <a:pt x="787775" y="32144"/>
                  <a:pt x="787546" y="31027"/>
                  <a:pt x="787086" y="30201"/>
                </a:cubicBezTo>
                <a:cubicBezTo>
                  <a:pt x="786627" y="29375"/>
                  <a:pt x="786015" y="28732"/>
                  <a:pt x="785250" y="28274"/>
                </a:cubicBezTo>
                <a:cubicBezTo>
                  <a:pt x="784485" y="27814"/>
                  <a:pt x="783597" y="27508"/>
                  <a:pt x="782586" y="27355"/>
                </a:cubicBezTo>
                <a:cubicBezTo>
                  <a:pt x="781577" y="27201"/>
                  <a:pt x="780491" y="27125"/>
                  <a:pt x="779328" y="27125"/>
                </a:cubicBezTo>
                <a:cubicBezTo>
                  <a:pt x="776758" y="27125"/>
                  <a:pt x="774738" y="27676"/>
                  <a:pt x="773269" y="28778"/>
                </a:cubicBezTo>
                <a:cubicBezTo>
                  <a:pt x="771800" y="29880"/>
                  <a:pt x="770943" y="31716"/>
                  <a:pt x="770698" y="34286"/>
                </a:cubicBezTo>
                <a:lnTo>
                  <a:pt x="757661" y="34286"/>
                </a:lnTo>
                <a:moveTo>
                  <a:pt x="787775" y="43926"/>
                </a:moveTo>
                <a:cubicBezTo>
                  <a:pt x="787224" y="44417"/>
                  <a:pt x="786536" y="44799"/>
                  <a:pt x="785709" y="45075"/>
                </a:cubicBezTo>
                <a:cubicBezTo>
                  <a:pt x="784883" y="45350"/>
                  <a:pt x="783995" y="45580"/>
                  <a:pt x="783046" y="45764"/>
                </a:cubicBezTo>
                <a:cubicBezTo>
                  <a:pt x="782098" y="45947"/>
                  <a:pt x="781103" y="46100"/>
                  <a:pt x="780062" y="46222"/>
                </a:cubicBezTo>
                <a:cubicBezTo>
                  <a:pt x="779022" y="46345"/>
                  <a:pt x="777981" y="46497"/>
                  <a:pt x="776941" y="46680"/>
                </a:cubicBezTo>
                <a:cubicBezTo>
                  <a:pt x="775962" y="46864"/>
                  <a:pt x="774998" y="47110"/>
                  <a:pt x="774049" y="47416"/>
                </a:cubicBezTo>
                <a:cubicBezTo>
                  <a:pt x="773100" y="47721"/>
                  <a:pt x="772274" y="48135"/>
                  <a:pt x="771570" y="48656"/>
                </a:cubicBezTo>
                <a:cubicBezTo>
                  <a:pt x="770866" y="49176"/>
                  <a:pt x="770300" y="49834"/>
                  <a:pt x="769872" y="50630"/>
                </a:cubicBezTo>
                <a:cubicBezTo>
                  <a:pt x="769443" y="51424"/>
                  <a:pt x="769229" y="52434"/>
                  <a:pt x="769229" y="53658"/>
                </a:cubicBezTo>
                <a:cubicBezTo>
                  <a:pt x="769229" y="54821"/>
                  <a:pt x="769443" y="55801"/>
                  <a:pt x="769872" y="56596"/>
                </a:cubicBezTo>
                <a:cubicBezTo>
                  <a:pt x="770300" y="57392"/>
                  <a:pt x="770882" y="58020"/>
                  <a:pt x="771616" y="58479"/>
                </a:cubicBezTo>
                <a:cubicBezTo>
                  <a:pt x="772351" y="58938"/>
                  <a:pt x="773208" y="59259"/>
                  <a:pt x="774186" y="59443"/>
                </a:cubicBezTo>
                <a:cubicBezTo>
                  <a:pt x="775166" y="59627"/>
                  <a:pt x="776176" y="59719"/>
                  <a:pt x="777217" y="59719"/>
                </a:cubicBezTo>
                <a:cubicBezTo>
                  <a:pt x="779787" y="59719"/>
                  <a:pt x="781776" y="59291"/>
                  <a:pt x="783183" y="58434"/>
                </a:cubicBezTo>
                <a:cubicBezTo>
                  <a:pt x="784592" y="57577"/>
                  <a:pt x="785633" y="56551"/>
                  <a:pt x="786306" y="55358"/>
                </a:cubicBezTo>
                <a:cubicBezTo>
                  <a:pt x="786979" y="54164"/>
                  <a:pt x="787393" y="52955"/>
                  <a:pt x="787546" y="51731"/>
                </a:cubicBezTo>
                <a:cubicBezTo>
                  <a:pt x="787699" y="50506"/>
                  <a:pt x="787775" y="49527"/>
                  <a:pt x="787775" y="48793"/>
                </a:cubicBezTo>
                <a:lnTo>
                  <a:pt x="787775" y="43926"/>
                </a:lnTo>
                <a:close/>
                <a:moveTo>
                  <a:pt x="805494" y="83742"/>
                </a:moveTo>
                <a:lnTo>
                  <a:pt x="816328" y="83742"/>
                </a:lnTo>
                <a:cubicBezTo>
                  <a:pt x="818348" y="80865"/>
                  <a:pt x="820123" y="77681"/>
                  <a:pt x="821653" y="74192"/>
                </a:cubicBezTo>
                <a:cubicBezTo>
                  <a:pt x="823183" y="70703"/>
                  <a:pt x="824454" y="67107"/>
                  <a:pt x="825463" y="63403"/>
                </a:cubicBezTo>
                <a:cubicBezTo>
                  <a:pt x="826473" y="59700"/>
                  <a:pt x="827222" y="55966"/>
                  <a:pt x="827712" y="52202"/>
                </a:cubicBezTo>
                <a:cubicBezTo>
                  <a:pt x="828202" y="48437"/>
                  <a:pt x="828447" y="44840"/>
                  <a:pt x="828447" y="41412"/>
                </a:cubicBezTo>
                <a:cubicBezTo>
                  <a:pt x="828447" y="34188"/>
                  <a:pt x="827391" y="27057"/>
                  <a:pt x="825280" y="20018"/>
                </a:cubicBezTo>
                <a:cubicBezTo>
                  <a:pt x="823168" y="12978"/>
                  <a:pt x="820184" y="6305"/>
                  <a:pt x="816328" y="0"/>
                </a:cubicBezTo>
                <a:lnTo>
                  <a:pt x="805585" y="0"/>
                </a:lnTo>
                <a:cubicBezTo>
                  <a:pt x="808952" y="6672"/>
                  <a:pt x="811431" y="13559"/>
                  <a:pt x="813023" y="20660"/>
                </a:cubicBezTo>
                <a:cubicBezTo>
                  <a:pt x="814614" y="27760"/>
                  <a:pt x="815410" y="34984"/>
                  <a:pt x="815410" y="42331"/>
                </a:cubicBezTo>
                <a:cubicBezTo>
                  <a:pt x="815410" y="49554"/>
                  <a:pt x="814599" y="56639"/>
                  <a:pt x="812977" y="63587"/>
                </a:cubicBezTo>
                <a:cubicBezTo>
                  <a:pt x="811354" y="70535"/>
                  <a:pt x="808860" y="77253"/>
                  <a:pt x="805494" y="83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2FCFD-92CB-4940-91A7-577C9031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172" y="3471244"/>
            <a:ext cx="522560" cy="147663"/>
          </a:xfrm>
          <a:custGeom xmlns:a="http://schemas.openxmlformats.org/drawingml/2006/main">
            <a:pathLst>
              <a:path w="522560" h="147663">
                <a:moveTo>
                  <a:pt x="0" y="147663"/>
                </a:moveTo>
                <a:lnTo>
                  <a:pt x="522560" y="147663"/>
                </a:lnTo>
                <a:lnTo>
                  <a:pt x="522560" y="0"/>
                </a:lnTo>
                <a:lnTo>
                  <a:pt x="0" y="0"/>
                </a:lnTo>
                <a:lnTo>
                  <a:pt x="0" y="147663"/>
                </a:lnTo>
                <a:close/>
                <a:moveTo>
                  <a:pt x="507258" y="132362"/>
                </a:moveTo>
                <a:lnTo>
                  <a:pt x="15302" y="132362"/>
                </a:lnTo>
                <a:lnTo>
                  <a:pt x="15302" y="15302"/>
                </a:lnTo>
                <a:lnTo>
                  <a:pt x="507258" y="15302"/>
                </a:lnTo>
                <a:lnTo>
                  <a:pt x="507258" y="132362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510F4-4435-474D-9D2C-1D28BF9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546" y="3019318"/>
            <a:ext cx="327032" cy="463923"/>
          </a:xfrm>
          <a:custGeom xmlns:a="http://schemas.openxmlformats.org/drawingml/2006/main">
            <a:pathLst>
              <a:path w="327032" h="463923">
                <a:moveTo>
                  <a:pt x="12578" y="463923"/>
                </a:moveTo>
                <a:lnTo>
                  <a:pt x="327032" y="8691"/>
                </a:lnTo>
                <a:lnTo>
                  <a:pt x="314454" y="0"/>
                </a:lnTo>
                <a:lnTo>
                  <a:pt x="0" y="455232"/>
                </a:lnTo>
                <a:lnTo>
                  <a:pt x="12578" y="463923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9de2a78d64aab"/>
          <a:stretch xmlns:a="http://schemas.openxmlformats.org/drawingml/2006/main"/>
        </p:blipFill>
        <p:spPr>
          <a:xfrm xmlns:a="http://schemas.openxmlformats.org/drawingml/2006/main">
            <a:off x="8314796" y="2774242"/>
            <a:ext cx="289206" cy="289206"/>
          </a:xfrm>
          <a:prstGeom xmlns:a="http://schemas.openxmlformats.org/drawingml/2006/main" prst="rect">
            <a:avLst/>
          </a:prstGeom>
        </p:spPr>
      </p:pic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DCC0E-6B29-48B1-AED1-EB976D9E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449" y="1125461"/>
            <a:ext cx="207494" cy="312159"/>
          </a:xfrm>
          <a:custGeom xmlns:a="http://schemas.openxmlformats.org/drawingml/2006/main">
            <a:pathLst>
              <a:path w="207494" h="312159">
                <a:moveTo>
                  <a:pt x="0" y="209330"/>
                </a:moveTo>
                <a:lnTo>
                  <a:pt x="51414" y="209330"/>
                </a:lnTo>
                <a:lnTo>
                  <a:pt x="51414" y="0"/>
                </a:lnTo>
                <a:lnTo>
                  <a:pt x="156080" y="0"/>
                </a:lnTo>
                <a:lnTo>
                  <a:pt x="156080" y="209330"/>
                </a:lnTo>
                <a:lnTo>
                  <a:pt x="207494" y="209330"/>
                </a:lnTo>
                <a:lnTo>
                  <a:pt x="104665" y="312159"/>
                </a:lnTo>
                <a:lnTo>
                  <a:pt x="0" y="2093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DAD66-D0DA-49D9-89D6-59BBCD86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" y="583773"/>
            <a:ext cx="460894" cy="231365"/>
          </a:xfrm>
          <a:custGeom xmlns:a="http://schemas.openxmlformats.org/drawingml/2006/main">
            <a:pathLst>
              <a:path w="460894" h="231365">
                <a:moveTo>
                  <a:pt x="117519" y="0"/>
                </a:moveTo>
                <a:lnTo>
                  <a:pt x="117519" y="56923"/>
                </a:lnTo>
                <a:lnTo>
                  <a:pt x="460894" y="56923"/>
                </a:lnTo>
                <a:lnTo>
                  <a:pt x="460894" y="172606"/>
                </a:lnTo>
                <a:lnTo>
                  <a:pt x="117519" y="172606"/>
                </a:lnTo>
                <a:lnTo>
                  <a:pt x="117519" y="231365"/>
                </a:lnTo>
                <a:lnTo>
                  <a:pt x="0" y="115682"/>
                </a:lnTo>
                <a:lnTo>
                  <a:pt x="117519" y="0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unveilbugsoftar">
            <a:extLst xmlns:a="http://schemas.openxmlformats.org/drawingml/2006/main">
              <a:ext uri="{FF2B5EF4-FFF2-40B4-BE49-F238E27FC236}">
                <a16:creationId xmlns:a16="http://schemas.microsoft.com/office/drawing/2014/main" id="{9572F06A-6027-4F2A-BF0A-C21A2F37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713" y="1121534"/>
            <a:ext cx="1149699" cy="129379"/>
          </a:xfrm>
          <a:custGeom xmlns:a="http://schemas.openxmlformats.org/drawingml/2006/main">
            <a:pathLst>
              <a:path w="1149699" h="129379">
                <a:moveTo>
                  <a:pt x="10625" y="28915"/>
                </a:moveTo>
                <a:lnTo>
                  <a:pt x="29924" y="28915"/>
                </a:lnTo>
                <a:lnTo>
                  <a:pt x="21115" y="71212"/>
                </a:lnTo>
                <a:cubicBezTo>
                  <a:pt x="20039" y="76278"/>
                  <a:pt x="19501" y="79438"/>
                  <a:pt x="19501" y="80694"/>
                </a:cubicBezTo>
                <a:cubicBezTo>
                  <a:pt x="19501" y="82756"/>
                  <a:pt x="20263" y="84527"/>
                  <a:pt x="21787" y="86006"/>
                </a:cubicBezTo>
                <a:cubicBezTo>
                  <a:pt x="23312" y="87485"/>
                  <a:pt x="25262" y="88225"/>
                  <a:pt x="27638" y="88225"/>
                </a:cubicBezTo>
                <a:cubicBezTo>
                  <a:pt x="29341" y="88225"/>
                  <a:pt x="31022" y="87901"/>
                  <a:pt x="32681" y="87252"/>
                </a:cubicBezTo>
                <a:cubicBezTo>
                  <a:pt x="34340" y="86602"/>
                  <a:pt x="36043" y="85617"/>
                  <a:pt x="37792" y="84295"/>
                </a:cubicBezTo>
                <a:cubicBezTo>
                  <a:pt x="39540" y="82973"/>
                  <a:pt x="41109" y="81461"/>
                  <a:pt x="42499" y="79759"/>
                </a:cubicBezTo>
                <a:cubicBezTo>
                  <a:pt x="43888" y="78056"/>
                  <a:pt x="45188" y="75817"/>
                  <a:pt x="46399" y="73040"/>
                </a:cubicBezTo>
                <a:cubicBezTo>
                  <a:pt x="47251" y="70980"/>
                  <a:pt x="48170" y="67618"/>
                  <a:pt x="49156" y="62956"/>
                </a:cubicBezTo>
                <a:lnTo>
                  <a:pt x="56284" y="28915"/>
                </a:lnTo>
                <a:lnTo>
                  <a:pt x="75583" y="28915"/>
                </a:lnTo>
                <a:lnTo>
                  <a:pt x="60655" y="100329"/>
                </a:lnTo>
                <a:lnTo>
                  <a:pt x="42633" y="100329"/>
                </a:lnTo>
                <a:lnTo>
                  <a:pt x="44651" y="90696"/>
                </a:lnTo>
                <a:cubicBezTo>
                  <a:pt x="36760" y="98284"/>
                  <a:pt x="28176" y="102078"/>
                  <a:pt x="18896" y="102078"/>
                </a:cubicBezTo>
                <a:cubicBezTo>
                  <a:pt x="13023" y="102078"/>
                  <a:pt x="8406" y="100391"/>
                  <a:pt x="5043" y="97017"/>
                </a:cubicBezTo>
                <a:cubicBezTo>
                  <a:pt x="1681" y="93642"/>
                  <a:pt x="0" y="89120"/>
                  <a:pt x="0" y="83451"/>
                </a:cubicBezTo>
                <a:cubicBezTo>
                  <a:pt x="0" y="80985"/>
                  <a:pt x="762" y="76076"/>
                  <a:pt x="2286" y="68724"/>
                </a:cubicBezTo>
                <a:lnTo>
                  <a:pt x="10625" y="28915"/>
                </a:lnTo>
                <a:close/>
                <a:moveTo>
                  <a:pt x="95189" y="28915"/>
                </a:moveTo>
                <a:lnTo>
                  <a:pt x="113480" y="28915"/>
                </a:lnTo>
                <a:lnTo>
                  <a:pt x="111597" y="38210"/>
                </a:lnTo>
                <a:cubicBezTo>
                  <a:pt x="116170" y="34235"/>
                  <a:pt x="120440" y="31401"/>
                  <a:pt x="124407" y="29707"/>
                </a:cubicBezTo>
                <a:cubicBezTo>
                  <a:pt x="128375" y="28014"/>
                  <a:pt x="132555" y="27167"/>
                  <a:pt x="136948" y="27167"/>
                </a:cubicBezTo>
                <a:cubicBezTo>
                  <a:pt x="142821" y="27167"/>
                  <a:pt x="147450" y="28854"/>
                  <a:pt x="150834" y="32227"/>
                </a:cubicBezTo>
                <a:cubicBezTo>
                  <a:pt x="154219" y="35600"/>
                  <a:pt x="155911" y="40076"/>
                  <a:pt x="155911" y="45655"/>
                </a:cubicBezTo>
                <a:cubicBezTo>
                  <a:pt x="155911" y="48163"/>
                  <a:pt x="155172" y="52916"/>
                  <a:pt x="153692" y="59915"/>
                </a:cubicBezTo>
                <a:lnTo>
                  <a:pt x="145287" y="100329"/>
                </a:lnTo>
                <a:lnTo>
                  <a:pt x="125987" y="100329"/>
                </a:lnTo>
                <a:lnTo>
                  <a:pt x="134460" y="59776"/>
                </a:lnTo>
                <a:cubicBezTo>
                  <a:pt x="135715" y="53717"/>
                  <a:pt x="136343" y="50106"/>
                  <a:pt x="136343" y="48942"/>
                </a:cubicBezTo>
                <a:cubicBezTo>
                  <a:pt x="136343" y="46480"/>
                  <a:pt x="135615" y="44545"/>
                  <a:pt x="134158" y="43135"/>
                </a:cubicBezTo>
                <a:cubicBezTo>
                  <a:pt x="132701" y="41725"/>
                  <a:pt x="130672" y="41019"/>
                  <a:pt x="128072" y="41019"/>
                </a:cubicBezTo>
                <a:cubicBezTo>
                  <a:pt x="125248" y="41019"/>
                  <a:pt x="122110" y="42207"/>
                  <a:pt x="118658" y="44583"/>
                </a:cubicBezTo>
                <a:cubicBezTo>
                  <a:pt x="115206" y="46959"/>
                  <a:pt x="112494" y="50097"/>
                  <a:pt x="110521" y="53998"/>
                </a:cubicBezTo>
                <a:cubicBezTo>
                  <a:pt x="109086" y="56778"/>
                  <a:pt x="107473" y="62450"/>
                  <a:pt x="105679" y="71013"/>
                </a:cubicBezTo>
                <a:lnTo>
                  <a:pt x="99560" y="100329"/>
                </a:lnTo>
                <a:lnTo>
                  <a:pt x="80261" y="100329"/>
                </a:lnTo>
                <a:lnTo>
                  <a:pt x="95189" y="28915"/>
                </a:lnTo>
                <a:close/>
                <a:moveTo>
                  <a:pt x="199859" y="100329"/>
                </a:moveTo>
                <a:lnTo>
                  <a:pt x="183249" y="100329"/>
                </a:lnTo>
                <a:lnTo>
                  <a:pt x="168926" y="28915"/>
                </a:lnTo>
                <a:lnTo>
                  <a:pt x="187889" y="28915"/>
                </a:lnTo>
                <a:lnTo>
                  <a:pt x="192933" y="60052"/>
                </a:lnTo>
                <a:cubicBezTo>
                  <a:pt x="194322" y="68475"/>
                  <a:pt x="195152" y="74056"/>
                  <a:pt x="195421" y="76793"/>
                </a:cubicBezTo>
                <a:cubicBezTo>
                  <a:pt x="195779" y="76110"/>
                  <a:pt x="197337" y="73242"/>
                  <a:pt x="200094" y="68190"/>
                </a:cubicBezTo>
                <a:cubicBezTo>
                  <a:pt x="202851" y="63139"/>
                  <a:pt x="204544" y="60089"/>
                  <a:pt x="205171" y="59043"/>
                </a:cubicBezTo>
                <a:lnTo>
                  <a:pt x="222924" y="28915"/>
                </a:lnTo>
                <a:lnTo>
                  <a:pt x="243770" y="28915"/>
                </a:lnTo>
                <a:lnTo>
                  <a:pt x="199859" y="100329"/>
                </a:lnTo>
                <a:close/>
                <a:moveTo>
                  <a:pt x="310192" y="70607"/>
                </a:moveTo>
                <a:lnTo>
                  <a:pt x="261776" y="70607"/>
                </a:lnTo>
                <a:cubicBezTo>
                  <a:pt x="261731" y="71369"/>
                  <a:pt x="261709" y="71952"/>
                  <a:pt x="261709" y="72355"/>
                </a:cubicBezTo>
                <a:cubicBezTo>
                  <a:pt x="261709" y="77107"/>
                  <a:pt x="263065" y="80940"/>
                  <a:pt x="265777" y="83854"/>
                </a:cubicBezTo>
                <a:cubicBezTo>
                  <a:pt x="268490" y="86768"/>
                  <a:pt x="271796" y="88225"/>
                  <a:pt x="275696" y="88225"/>
                </a:cubicBezTo>
                <a:cubicBezTo>
                  <a:pt x="282107" y="88225"/>
                  <a:pt x="287105" y="84908"/>
                  <a:pt x="290692" y="78273"/>
                </a:cubicBezTo>
                <a:lnTo>
                  <a:pt x="307973" y="81232"/>
                </a:lnTo>
                <a:cubicBezTo>
                  <a:pt x="304611" y="88180"/>
                  <a:pt x="300117" y="93392"/>
                  <a:pt x="294491" y="96866"/>
                </a:cubicBezTo>
                <a:cubicBezTo>
                  <a:pt x="288865" y="100340"/>
                  <a:pt x="282555" y="102078"/>
                  <a:pt x="275561" y="102078"/>
                </a:cubicBezTo>
                <a:cubicBezTo>
                  <a:pt x="265968" y="102078"/>
                  <a:pt x="258167" y="99035"/>
                  <a:pt x="252160" y="92949"/>
                </a:cubicBezTo>
                <a:cubicBezTo>
                  <a:pt x="246153" y="86863"/>
                  <a:pt x="243149" y="78814"/>
                  <a:pt x="243149" y="68800"/>
                </a:cubicBezTo>
                <a:cubicBezTo>
                  <a:pt x="243149" y="59009"/>
                  <a:pt x="245862" y="50296"/>
                  <a:pt x="251286" y="42660"/>
                </a:cubicBezTo>
                <a:cubicBezTo>
                  <a:pt x="258683" y="32331"/>
                  <a:pt x="269240" y="27167"/>
                  <a:pt x="282958" y="27167"/>
                </a:cubicBezTo>
                <a:cubicBezTo>
                  <a:pt x="291700" y="27167"/>
                  <a:pt x="298649" y="29872"/>
                  <a:pt x="303804" y="35282"/>
                </a:cubicBezTo>
                <a:cubicBezTo>
                  <a:pt x="308960" y="40693"/>
                  <a:pt x="311537" y="48270"/>
                  <a:pt x="311537" y="58013"/>
                </a:cubicBezTo>
                <a:cubicBezTo>
                  <a:pt x="311537" y="62683"/>
                  <a:pt x="311089" y="66880"/>
                  <a:pt x="310192" y="70607"/>
                </a:cubicBezTo>
                <a:moveTo>
                  <a:pt x="293919" y="58772"/>
                </a:moveTo>
                <a:cubicBezTo>
                  <a:pt x="293964" y="57923"/>
                  <a:pt x="293987" y="57276"/>
                  <a:pt x="293987" y="56830"/>
                </a:cubicBezTo>
                <a:cubicBezTo>
                  <a:pt x="293987" y="51560"/>
                  <a:pt x="292799" y="47607"/>
                  <a:pt x="290423" y="44972"/>
                </a:cubicBezTo>
                <a:cubicBezTo>
                  <a:pt x="288047" y="42337"/>
                  <a:pt x="284864" y="41019"/>
                  <a:pt x="280874" y="41019"/>
                </a:cubicBezTo>
                <a:cubicBezTo>
                  <a:pt x="276884" y="41019"/>
                  <a:pt x="273309" y="42515"/>
                  <a:pt x="270148" y="45508"/>
                </a:cubicBezTo>
                <a:cubicBezTo>
                  <a:pt x="266988" y="48500"/>
                  <a:pt x="264847" y="52922"/>
                  <a:pt x="263726" y="58772"/>
                </a:cubicBezTo>
                <a:lnTo>
                  <a:pt x="293919" y="58772"/>
                </a:lnTo>
                <a:close/>
                <a:moveTo>
                  <a:pt x="337749" y="1748"/>
                </a:moveTo>
                <a:lnTo>
                  <a:pt x="357048" y="1748"/>
                </a:lnTo>
                <a:lnTo>
                  <a:pt x="353417" y="19232"/>
                </a:lnTo>
                <a:lnTo>
                  <a:pt x="334118" y="19232"/>
                </a:lnTo>
                <a:lnTo>
                  <a:pt x="337749" y="1748"/>
                </a:lnTo>
                <a:moveTo>
                  <a:pt x="332100" y="28915"/>
                </a:moveTo>
                <a:lnTo>
                  <a:pt x="351400" y="28915"/>
                </a:lnTo>
                <a:lnTo>
                  <a:pt x="336471" y="100329"/>
                </a:lnTo>
                <a:lnTo>
                  <a:pt x="317172" y="100329"/>
                </a:lnTo>
                <a:lnTo>
                  <a:pt x="332100" y="28915"/>
                </a:lnTo>
                <a:close/>
                <a:moveTo>
                  <a:pt x="355292" y="100329"/>
                </a:moveTo>
                <a:lnTo>
                  <a:pt x="375936" y="1748"/>
                </a:lnTo>
                <a:lnTo>
                  <a:pt x="395168" y="1748"/>
                </a:lnTo>
                <a:lnTo>
                  <a:pt x="374591" y="100329"/>
                </a:lnTo>
                <a:lnTo>
                  <a:pt x="355292" y="100329"/>
                </a:lnTo>
                <a:close/>
                <a:moveTo>
                  <a:pt x="431398" y="100329"/>
                </a:moveTo>
                <a:lnTo>
                  <a:pt x="451975" y="1748"/>
                </a:lnTo>
                <a:lnTo>
                  <a:pt x="471341" y="1748"/>
                </a:lnTo>
                <a:lnTo>
                  <a:pt x="464415" y="34667"/>
                </a:lnTo>
                <a:cubicBezTo>
                  <a:pt x="467957" y="31964"/>
                  <a:pt x="471263" y="30039"/>
                  <a:pt x="474334" y="28890"/>
                </a:cubicBezTo>
                <a:cubicBezTo>
                  <a:pt x="477405" y="27741"/>
                  <a:pt x="480756" y="27167"/>
                  <a:pt x="484387" y="27167"/>
                </a:cubicBezTo>
                <a:cubicBezTo>
                  <a:pt x="491918" y="27167"/>
                  <a:pt x="497948" y="29693"/>
                  <a:pt x="502476" y="34747"/>
                </a:cubicBezTo>
                <a:cubicBezTo>
                  <a:pt x="507003" y="39798"/>
                  <a:pt x="509267" y="47152"/>
                  <a:pt x="509267" y="56807"/>
                </a:cubicBezTo>
                <a:cubicBezTo>
                  <a:pt x="509267" y="63320"/>
                  <a:pt x="508203" y="69642"/>
                  <a:pt x="506073" y="75772"/>
                </a:cubicBezTo>
                <a:cubicBezTo>
                  <a:pt x="503944" y="81901"/>
                  <a:pt x="501097" y="86886"/>
                  <a:pt x="497533" y="90726"/>
                </a:cubicBezTo>
                <a:cubicBezTo>
                  <a:pt x="493969" y="94566"/>
                  <a:pt x="490226" y="97418"/>
                  <a:pt x="486303" y="99283"/>
                </a:cubicBezTo>
                <a:cubicBezTo>
                  <a:pt x="482381" y="101146"/>
                  <a:pt x="478268" y="102078"/>
                  <a:pt x="473964" y="102078"/>
                </a:cubicBezTo>
                <a:cubicBezTo>
                  <a:pt x="463743" y="102078"/>
                  <a:pt x="456234" y="97623"/>
                  <a:pt x="451437" y="88713"/>
                </a:cubicBezTo>
                <a:lnTo>
                  <a:pt x="448949" y="100329"/>
                </a:lnTo>
                <a:lnTo>
                  <a:pt x="431398" y="100329"/>
                </a:lnTo>
                <a:moveTo>
                  <a:pt x="457422" y="71300"/>
                </a:moveTo>
                <a:cubicBezTo>
                  <a:pt x="457422" y="76111"/>
                  <a:pt x="458778" y="80023"/>
                  <a:pt x="461490" y="83035"/>
                </a:cubicBezTo>
                <a:cubicBezTo>
                  <a:pt x="464202" y="86047"/>
                  <a:pt x="467396" y="87553"/>
                  <a:pt x="471072" y="87553"/>
                </a:cubicBezTo>
                <a:cubicBezTo>
                  <a:pt x="474300" y="87553"/>
                  <a:pt x="477382" y="86384"/>
                  <a:pt x="480318" y="84045"/>
                </a:cubicBezTo>
                <a:cubicBezTo>
                  <a:pt x="483255" y="81707"/>
                  <a:pt x="485698" y="77976"/>
                  <a:pt x="487648" y="72851"/>
                </a:cubicBezTo>
                <a:cubicBezTo>
                  <a:pt x="489598" y="67725"/>
                  <a:pt x="490573" y="62554"/>
                  <a:pt x="490573" y="57339"/>
                </a:cubicBezTo>
                <a:cubicBezTo>
                  <a:pt x="490573" y="52259"/>
                  <a:pt x="489262" y="48269"/>
                  <a:pt x="486639" y="45369"/>
                </a:cubicBezTo>
                <a:cubicBezTo>
                  <a:pt x="484017" y="42469"/>
                  <a:pt x="480845" y="41019"/>
                  <a:pt x="477124" y="41019"/>
                </a:cubicBezTo>
                <a:cubicBezTo>
                  <a:pt x="472283" y="41019"/>
                  <a:pt x="468114" y="43267"/>
                  <a:pt x="464617" y="47763"/>
                </a:cubicBezTo>
                <a:cubicBezTo>
                  <a:pt x="459820" y="53923"/>
                  <a:pt x="457422" y="61768"/>
                  <a:pt x="457422" y="71300"/>
                </a:cubicBezTo>
                <a:close/>
                <a:moveTo>
                  <a:pt x="530890" y="28915"/>
                </a:moveTo>
                <a:lnTo>
                  <a:pt x="550189" y="28915"/>
                </a:lnTo>
                <a:lnTo>
                  <a:pt x="541380" y="71212"/>
                </a:lnTo>
                <a:cubicBezTo>
                  <a:pt x="540304" y="76278"/>
                  <a:pt x="539766" y="79438"/>
                  <a:pt x="539766" y="80694"/>
                </a:cubicBezTo>
                <a:cubicBezTo>
                  <a:pt x="539766" y="82756"/>
                  <a:pt x="540528" y="84527"/>
                  <a:pt x="542052" y="86006"/>
                </a:cubicBezTo>
                <a:cubicBezTo>
                  <a:pt x="543577" y="87485"/>
                  <a:pt x="545527" y="88225"/>
                  <a:pt x="547903" y="88225"/>
                </a:cubicBezTo>
                <a:cubicBezTo>
                  <a:pt x="549606" y="88225"/>
                  <a:pt x="551287" y="87901"/>
                  <a:pt x="552946" y="87252"/>
                </a:cubicBezTo>
                <a:cubicBezTo>
                  <a:pt x="554605" y="86602"/>
                  <a:pt x="556308" y="85617"/>
                  <a:pt x="558057" y="84295"/>
                </a:cubicBezTo>
                <a:cubicBezTo>
                  <a:pt x="559805" y="82973"/>
                  <a:pt x="561374" y="81461"/>
                  <a:pt x="562764" y="79759"/>
                </a:cubicBezTo>
                <a:cubicBezTo>
                  <a:pt x="564153" y="78056"/>
                  <a:pt x="565453" y="75817"/>
                  <a:pt x="566664" y="73040"/>
                </a:cubicBezTo>
                <a:cubicBezTo>
                  <a:pt x="567516" y="70980"/>
                  <a:pt x="568435" y="67618"/>
                  <a:pt x="569421" y="62956"/>
                </a:cubicBezTo>
                <a:lnTo>
                  <a:pt x="576549" y="28915"/>
                </a:lnTo>
                <a:lnTo>
                  <a:pt x="595848" y="28915"/>
                </a:lnTo>
                <a:lnTo>
                  <a:pt x="580920" y="100329"/>
                </a:lnTo>
                <a:lnTo>
                  <a:pt x="562898" y="100329"/>
                </a:lnTo>
                <a:lnTo>
                  <a:pt x="564916" y="90696"/>
                </a:lnTo>
                <a:cubicBezTo>
                  <a:pt x="557025" y="98284"/>
                  <a:pt x="548441" y="102078"/>
                  <a:pt x="539161" y="102078"/>
                </a:cubicBezTo>
                <a:cubicBezTo>
                  <a:pt x="533288" y="102078"/>
                  <a:pt x="528671" y="100391"/>
                  <a:pt x="525308" y="97017"/>
                </a:cubicBezTo>
                <a:cubicBezTo>
                  <a:pt x="521946" y="93642"/>
                  <a:pt x="520265" y="89120"/>
                  <a:pt x="520265" y="83451"/>
                </a:cubicBezTo>
                <a:cubicBezTo>
                  <a:pt x="520265" y="80985"/>
                  <a:pt x="521027" y="76076"/>
                  <a:pt x="522551" y="68724"/>
                </a:cubicBezTo>
                <a:lnTo>
                  <a:pt x="530890" y="28915"/>
                </a:lnTo>
                <a:close/>
                <a:moveTo>
                  <a:pt x="599248" y="104095"/>
                </a:moveTo>
                <a:lnTo>
                  <a:pt x="619623" y="107054"/>
                </a:lnTo>
                <a:cubicBezTo>
                  <a:pt x="619623" y="109116"/>
                  <a:pt x="619960" y="110674"/>
                  <a:pt x="620632" y="111727"/>
                </a:cubicBezTo>
                <a:cubicBezTo>
                  <a:pt x="621305" y="112781"/>
                  <a:pt x="622392" y="113677"/>
                  <a:pt x="623893" y="114417"/>
                </a:cubicBezTo>
                <a:cubicBezTo>
                  <a:pt x="625395" y="115157"/>
                  <a:pt x="627446" y="115526"/>
                  <a:pt x="630046" y="115526"/>
                </a:cubicBezTo>
                <a:cubicBezTo>
                  <a:pt x="634126" y="115526"/>
                  <a:pt x="637398" y="114719"/>
                  <a:pt x="639864" y="113104"/>
                </a:cubicBezTo>
                <a:cubicBezTo>
                  <a:pt x="641702" y="111847"/>
                  <a:pt x="643204" y="109827"/>
                  <a:pt x="644369" y="107043"/>
                </a:cubicBezTo>
                <a:cubicBezTo>
                  <a:pt x="645087" y="105293"/>
                  <a:pt x="646006" y="101479"/>
                  <a:pt x="647127" y="95599"/>
                </a:cubicBezTo>
                <a:lnTo>
                  <a:pt x="647799" y="92260"/>
                </a:lnTo>
                <a:cubicBezTo>
                  <a:pt x="641119" y="97819"/>
                  <a:pt x="634216" y="100598"/>
                  <a:pt x="627088" y="100598"/>
                </a:cubicBezTo>
                <a:cubicBezTo>
                  <a:pt x="620094" y="100598"/>
                  <a:pt x="614356" y="98130"/>
                  <a:pt x="609873" y="93195"/>
                </a:cubicBezTo>
                <a:cubicBezTo>
                  <a:pt x="605390" y="88259"/>
                  <a:pt x="603148" y="81035"/>
                  <a:pt x="603148" y="71521"/>
                </a:cubicBezTo>
                <a:cubicBezTo>
                  <a:pt x="603148" y="63131"/>
                  <a:pt x="604673" y="55436"/>
                  <a:pt x="607721" y="48437"/>
                </a:cubicBezTo>
                <a:cubicBezTo>
                  <a:pt x="610770" y="41437"/>
                  <a:pt x="615051" y="36142"/>
                  <a:pt x="620565" y="32553"/>
                </a:cubicBezTo>
                <a:cubicBezTo>
                  <a:pt x="626079" y="28962"/>
                  <a:pt x="631705" y="27167"/>
                  <a:pt x="637443" y="27167"/>
                </a:cubicBezTo>
                <a:cubicBezTo>
                  <a:pt x="642195" y="27167"/>
                  <a:pt x="646544" y="28426"/>
                  <a:pt x="650489" y="30945"/>
                </a:cubicBezTo>
                <a:cubicBezTo>
                  <a:pt x="654434" y="33464"/>
                  <a:pt x="657505" y="36995"/>
                  <a:pt x="659701" y="41538"/>
                </a:cubicBezTo>
                <a:lnTo>
                  <a:pt x="662391" y="28915"/>
                </a:lnTo>
                <a:lnTo>
                  <a:pt x="680480" y="28915"/>
                </a:lnTo>
                <a:lnTo>
                  <a:pt x="668107" y="88366"/>
                </a:lnTo>
                <a:cubicBezTo>
                  <a:pt x="666090" y="97944"/>
                  <a:pt x="664386" y="104779"/>
                  <a:pt x="662996" y="108871"/>
                </a:cubicBezTo>
                <a:cubicBezTo>
                  <a:pt x="661607" y="112965"/>
                  <a:pt x="660015" y="116226"/>
                  <a:pt x="658222" y="118653"/>
                </a:cubicBezTo>
                <a:cubicBezTo>
                  <a:pt x="656429" y="121081"/>
                  <a:pt x="654165" y="123116"/>
                  <a:pt x="651430" y="124758"/>
                </a:cubicBezTo>
                <a:cubicBezTo>
                  <a:pt x="648696" y="126400"/>
                  <a:pt x="645468" y="127580"/>
                  <a:pt x="641747" y="128299"/>
                </a:cubicBezTo>
                <a:cubicBezTo>
                  <a:pt x="638026" y="129019"/>
                  <a:pt x="633991" y="129379"/>
                  <a:pt x="629643" y="129379"/>
                </a:cubicBezTo>
                <a:cubicBezTo>
                  <a:pt x="619556" y="129379"/>
                  <a:pt x="611935" y="127648"/>
                  <a:pt x="606780" y="124186"/>
                </a:cubicBezTo>
                <a:cubicBezTo>
                  <a:pt x="601624" y="120726"/>
                  <a:pt x="599047" y="114973"/>
                  <a:pt x="599047" y="106928"/>
                </a:cubicBezTo>
                <a:cubicBezTo>
                  <a:pt x="599047" y="106073"/>
                  <a:pt x="599114" y="105129"/>
                  <a:pt x="599248" y="104095"/>
                </a:cubicBezTo>
                <a:moveTo>
                  <a:pt x="621977" y="69556"/>
                </a:moveTo>
                <a:cubicBezTo>
                  <a:pt x="621977" y="74972"/>
                  <a:pt x="623199" y="79102"/>
                  <a:pt x="625642" y="81944"/>
                </a:cubicBezTo>
                <a:cubicBezTo>
                  <a:pt x="628085" y="84786"/>
                  <a:pt x="631145" y="86208"/>
                  <a:pt x="634821" y="86208"/>
                </a:cubicBezTo>
                <a:cubicBezTo>
                  <a:pt x="638183" y="86208"/>
                  <a:pt x="641444" y="84932"/>
                  <a:pt x="644605" y="82381"/>
                </a:cubicBezTo>
                <a:cubicBezTo>
                  <a:pt x="647765" y="79829"/>
                  <a:pt x="650186" y="76202"/>
                  <a:pt x="651867" y="71502"/>
                </a:cubicBezTo>
                <a:cubicBezTo>
                  <a:pt x="653548" y="66802"/>
                  <a:pt x="654389" y="62259"/>
                  <a:pt x="654389" y="57872"/>
                </a:cubicBezTo>
                <a:cubicBezTo>
                  <a:pt x="654389" y="52814"/>
                  <a:pt x="653022" y="48741"/>
                  <a:pt x="650287" y="45653"/>
                </a:cubicBezTo>
                <a:cubicBezTo>
                  <a:pt x="647552" y="42564"/>
                  <a:pt x="644392" y="41019"/>
                  <a:pt x="640806" y="41019"/>
                </a:cubicBezTo>
                <a:cubicBezTo>
                  <a:pt x="637354" y="41019"/>
                  <a:pt x="634182" y="42384"/>
                  <a:pt x="631290" y="45115"/>
                </a:cubicBezTo>
                <a:cubicBezTo>
                  <a:pt x="628399" y="47845"/>
                  <a:pt x="626012" y="52053"/>
                  <a:pt x="624129" y="57738"/>
                </a:cubicBezTo>
                <a:cubicBezTo>
                  <a:pt x="622694" y="62126"/>
                  <a:pt x="621977" y="66065"/>
                  <a:pt x="621977" y="69556"/>
                </a:cubicBezTo>
                <a:close/>
                <a:moveTo>
                  <a:pt x="681929" y="80309"/>
                </a:moveTo>
                <a:lnTo>
                  <a:pt x="700623" y="77331"/>
                </a:lnTo>
                <a:cubicBezTo>
                  <a:pt x="702282" y="81300"/>
                  <a:pt x="704344" y="84108"/>
                  <a:pt x="706809" y="85756"/>
                </a:cubicBezTo>
                <a:cubicBezTo>
                  <a:pt x="709275" y="87402"/>
                  <a:pt x="712637" y="88225"/>
                  <a:pt x="716896" y="88225"/>
                </a:cubicBezTo>
                <a:cubicBezTo>
                  <a:pt x="721289" y="88225"/>
                  <a:pt x="724809" y="87242"/>
                  <a:pt x="727454" y="85275"/>
                </a:cubicBezTo>
                <a:cubicBezTo>
                  <a:pt x="729292" y="83933"/>
                  <a:pt x="730211" y="82301"/>
                  <a:pt x="730211" y="80378"/>
                </a:cubicBezTo>
                <a:cubicBezTo>
                  <a:pt x="730211" y="79081"/>
                  <a:pt x="729740" y="77916"/>
                  <a:pt x="728798" y="76882"/>
                </a:cubicBezTo>
                <a:cubicBezTo>
                  <a:pt x="727812" y="75894"/>
                  <a:pt x="725145" y="74682"/>
                  <a:pt x="720796" y="73244"/>
                </a:cubicBezTo>
                <a:cubicBezTo>
                  <a:pt x="709141" y="69382"/>
                  <a:pt x="701923" y="66329"/>
                  <a:pt x="699143" y="64084"/>
                </a:cubicBezTo>
                <a:cubicBezTo>
                  <a:pt x="694795" y="60580"/>
                  <a:pt x="692621" y="55999"/>
                  <a:pt x="692621" y="50341"/>
                </a:cubicBezTo>
                <a:cubicBezTo>
                  <a:pt x="692621" y="44683"/>
                  <a:pt x="694728" y="39810"/>
                  <a:pt x="698942" y="35722"/>
                </a:cubicBezTo>
                <a:cubicBezTo>
                  <a:pt x="704814" y="30018"/>
                  <a:pt x="713534" y="27167"/>
                  <a:pt x="725100" y="27167"/>
                </a:cubicBezTo>
                <a:cubicBezTo>
                  <a:pt x="734290" y="27167"/>
                  <a:pt x="741239" y="28848"/>
                  <a:pt x="745946" y="32210"/>
                </a:cubicBezTo>
                <a:cubicBezTo>
                  <a:pt x="750653" y="35572"/>
                  <a:pt x="753634" y="40123"/>
                  <a:pt x="754889" y="45861"/>
                </a:cubicBezTo>
                <a:lnTo>
                  <a:pt x="737070" y="48954"/>
                </a:lnTo>
                <a:cubicBezTo>
                  <a:pt x="736128" y="46354"/>
                  <a:pt x="734604" y="44404"/>
                  <a:pt x="732497" y="43104"/>
                </a:cubicBezTo>
                <a:cubicBezTo>
                  <a:pt x="729628" y="41356"/>
                  <a:pt x="726176" y="40481"/>
                  <a:pt x="722141" y="40481"/>
                </a:cubicBezTo>
                <a:cubicBezTo>
                  <a:pt x="718107" y="40481"/>
                  <a:pt x="715204" y="41157"/>
                  <a:pt x="713433" y="42507"/>
                </a:cubicBezTo>
                <a:cubicBezTo>
                  <a:pt x="711662" y="43858"/>
                  <a:pt x="710777" y="45411"/>
                  <a:pt x="710777" y="47168"/>
                </a:cubicBezTo>
                <a:cubicBezTo>
                  <a:pt x="710777" y="48968"/>
                  <a:pt x="711673" y="50452"/>
                  <a:pt x="713467" y="51621"/>
                </a:cubicBezTo>
                <a:cubicBezTo>
                  <a:pt x="714587" y="52340"/>
                  <a:pt x="718196" y="53597"/>
                  <a:pt x="724293" y="55393"/>
                </a:cubicBezTo>
                <a:cubicBezTo>
                  <a:pt x="733707" y="58133"/>
                  <a:pt x="740006" y="60828"/>
                  <a:pt x="743189" y="63477"/>
                </a:cubicBezTo>
                <a:cubicBezTo>
                  <a:pt x="747672" y="67205"/>
                  <a:pt x="749913" y="71696"/>
                  <a:pt x="749913" y="76951"/>
                </a:cubicBezTo>
                <a:cubicBezTo>
                  <a:pt x="749913" y="83732"/>
                  <a:pt x="747067" y="89615"/>
                  <a:pt x="741373" y="94601"/>
                </a:cubicBezTo>
                <a:cubicBezTo>
                  <a:pt x="735680" y="99585"/>
                  <a:pt x="727655" y="102078"/>
                  <a:pt x="717300" y="102078"/>
                </a:cubicBezTo>
                <a:cubicBezTo>
                  <a:pt x="706989" y="102078"/>
                  <a:pt x="699020" y="100174"/>
                  <a:pt x="693394" y="96366"/>
                </a:cubicBezTo>
                <a:cubicBezTo>
                  <a:pt x="687768" y="92557"/>
                  <a:pt x="683946" y="87205"/>
                  <a:pt x="681929" y="80309"/>
                </a:cubicBezTo>
                <a:close/>
                <a:moveTo>
                  <a:pt x="802007" y="70685"/>
                </a:moveTo>
                <a:cubicBezTo>
                  <a:pt x="802007" y="57436"/>
                  <a:pt x="805739" y="46871"/>
                  <a:pt x="813203" y="38989"/>
                </a:cubicBezTo>
                <a:cubicBezTo>
                  <a:pt x="820667" y="31108"/>
                  <a:pt x="830474" y="27167"/>
                  <a:pt x="842622" y="27167"/>
                </a:cubicBezTo>
                <a:cubicBezTo>
                  <a:pt x="853157" y="27167"/>
                  <a:pt x="861384" y="30075"/>
                  <a:pt x="867301" y="35892"/>
                </a:cubicBezTo>
                <a:cubicBezTo>
                  <a:pt x="873219" y="41707"/>
                  <a:pt x="876178" y="49533"/>
                  <a:pt x="876178" y="59369"/>
                </a:cubicBezTo>
                <a:cubicBezTo>
                  <a:pt x="876178" y="70954"/>
                  <a:pt x="872479" y="80969"/>
                  <a:pt x="865082" y="89412"/>
                </a:cubicBezTo>
                <a:cubicBezTo>
                  <a:pt x="857685" y="97856"/>
                  <a:pt x="847778" y="102078"/>
                  <a:pt x="835360" y="102078"/>
                </a:cubicBezTo>
                <a:cubicBezTo>
                  <a:pt x="828636" y="102078"/>
                  <a:pt x="822673" y="100731"/>
                  <a:pt x="817473" y="98037"/>
                </a:cubicBezTo>
                <a:cubicBezTo>
                  <a:pt x="812273" y="95341"/>
                  <a:pt x="808395" y="91524"/>
                  <a:pt x="805840" y="86584"/>
                </a:cubicBezTo>
                <a:cubicBezTo>
                  <a:pt x="803284" y="81643"/>
                  <a:pt x="802007" y="76343"/>
                  <a:pt x="802007" y="70685"/>
                </a:cubicBezTo>
                <a:moveTo>
                  <a:pt x="857013" y="56866"/>
                </a:moveTo>
                <a:cubicBezTo>
                  <a:pt x="857013" y="52281"/>
                  <a:pt x="855679" y="48605"/>
                  <a:pt x="853012" y="45840"/>
                </a:cubicBezTo>
                <a:cubicBezTo>
                  <a:pt x="850344" y="43074"/>
                  <a:pt x="846904" y="41692"/>
                  <a:pt x="842690" y="41692"/>
                </a:cubicBezTo>
                <a:cubicBezTo>
                  <a:pt x="838521" y="41692"/>
                  <a:pt x="834822" y="42985"/>
                  <a:pt x="831594" y="45571"/>
                </a:cubicBezTo>
                <a:cubicBezTo>
                  <a:pt x="828367" y="48156"/>
                  <a:pt x="825856" y="51910"/>
                  <a:pt x="824063" y="56834"/>
                </a:cubicBezTo>
                <a:cubicBezTo>
                  <a:pt x="822270" y="61757"/>
                  <a:pt x="821373" y="66286"/>
                  <a:pt x="821373" y="70422"/>
                </a:cubicBezTo>
                <a:cubicBezTo>
                  <a:pt x="821373" y="75548"/>
                  <a:pt x="822763" y="79618"/>
                  <a:pt x="825542" y="82631"/>
                </a:cubicBezTo>
                <a:cubicBezTo>
                  <a:pt x="828322" y="85643"/>
                  <a:pt x="831818" y="87149"/>
                  <a:pt x="836032" y="87149"/>
                </a:cubicBezTo>
                <a:cubicBezTo>
                  <a:pt x="841322" y="87149"/>
                  <a:pt x="845761" y="84878"/>
                  <a:pt x="849347" y="80336"/>
                </a:cubicBezTo>
                <a:cubicBezTo>
                  <a:pt x="854458" y="73908"/>
                  <a:pt x="857013" y="66084"/>
                  <a:pt x="857013" y="56866"/>
                </a:cubicBezTo>
                <a:close/>
                <a:moveTo>
                  <a:pt x="933104" y="28915"/>
                </a:moveTo>
                <a:lnTo>
                  <a:pt x="930145" y="43037"/>
                </a:lnTo>
                <a:lnTo>
                  <a:pt x="916495" y="43037"/>
                </a:lnTo>
                <a:lnTo>
                  <a:pt x="904525" y="100329"/>
                </a:lnTo>
                <a:lnTo>
                  <a:pt x="885226" y="100329"/>
                </a:lnTo>
                <a:lnTo>
                  <a:pt x="897195" y="43037"/>
                </a:lnTo>
                <a:lnTo>
                  <a:pt x="886436" y="43037"/>
                </a:lnTo>
                <a:lnTo>
                  <a:pt x="889395" y="28915"/>
                </a:lnTo>
                <a:lnTo>
                  <a:pt x="900154" y="28915"/>
                </a:lnTo>
                <a:lnTo>
                  <a:pt x="901701" y="21569"/>
                </a:lnTo>
                <a:cubicBezTo>
                  <a:pt x="902956" y="15548"/>
                  <a:pt x="904144" y="11481"/>
                  <a:pt x="905265" y="9368"/>
                </a:cubicBezTo>
                <a:cubicBezTo>
                  <a:pt x="906789" y="6493"/>
                  <a:pt x="909064" y="4213"/>
                  <a:pt x="912090" y="2528"/>
                </a:cubicBezTo>
                <a:cubicBezTo>
                  <a:pt x="915116" y="843"/>
                  <a:pt x="919072" y="0"/>
                  <a:pt x="923959" y="0"/>
                </a:cubicBezTo>
                <a:cubicBezTo>
                  <a:pt x="929876" y="0"/>
                  <a:pt x="936108" y="1066"/>
                  <a:pt x="942653" y="3198"/>
                </a:cubicBezTo>
                <a:lnTo>
                  <a:pt x="938887" y="16878"/>
                </a:lnTo>
                <a:cubicBezTo>
                  <a:pt x="934270" y="15309"/>
                  <a:pt x="930526" y="14525"/>
                  <a:pt x="927657" y="14525"/>
                </a:cubicBezTo>
                <a:cubicBezTo>
                  <a:pt x="925461" y="14525"/>
                  <a:pt x="923824" y="15235"/>
                  <a:pt x="922748" y="16656"/>
                </a:cubicBezTo>
                <a:cubicBezTo>
                  <a:pt x="922031" y="17572"/>
                  <a:pt x="921291" y="19977"/>
                  <a:pt x="920529" y="23870"/>
                </a:cubicBezTo>
                <a:lnTo>
                  <a:pt x="919453" y="28915"/>
                </a:lnTo>
                <a:lnTo>
                  <a:pt x="933104" y="28915"/>
                </a:lnTo>
                <a:close/>
                <a:moveTo>
                  <a:pt x="972344" y="43306"/>
                </a:moveTo>
                <a:lnTo>
                  <a:pt x="975303" y="28915"/>
                </a:lnTo>
                <a:lnTo>
                  <a:pt x="984797" y="28915"/>
                </a:lnTo>
                <a:lnTo>
                  <a:pt x="987142" y="17484"/>
                </a:lnTo>
                <a:lnTo>
                  <a:pt x="1009194" y="4169"/>
                </a:lnTo>
                <a:lnTo>
                  <a:pt x="1004096" y="28915"/>
                </a:lnTo>
                <a:lnTo>
                  <a:pt x="1015784" y="28915"/>
                </a:lnTo>
                <a:lnTo>
                  <a:pt x="1012826" y="43306"/>
                </a:lnTo>
                <a:lnTo>
                  <a:pt x="1001131" y="43306"/>
                </a:lnTo>
                <a:lnTo>
                  <a:pt x="994737" y="73238"/>
                </a:lnTo>
                <a:cubicBezTo>
                  <a:pt x="993616" y="78655"/>
                  <a:pt x="993056" y="81744"/>
                  <a:pt x="993056" y="82505"/>
                </a:cubicBezTo>
                <a:cubicBezTo>
                  <a:pt x="993056" y="83986"/>
                  <a:pt x="993526" y="85142"/>
                  <a:pt x="994468" y="85972"/>
                </a:cubicBezTo>
                <a:cubicBezTo>
                  <a:pt x="995409" y="86802"/>
                  <a:pt x="997113" y="87216"/>
                  <a:pt x="999578" y="87216"/>
                </a:cubicBezTo>
                <a:cubicBezTo>
                  <a:pt x="1000430" y="87216"/>
                  <a:pt x="1002559" y="87060"/>
                  <a:pt x="1005967" y="86746"/>
                </a:cubicBezTo>
                <a:lnTo>
                  <a:pt x="1002941" y="101069"/>
                </a:lnTo>
                <a:cubicBezTo>
                  <a:pt x="999623" y="101741"/>
                  <a:pt x="996216" y="102078"/>
                  <a:pt x="992719" y="102078"/>
                </a:cubicBezTo>
                <a:cubicBezTo>
                  <a:pt x="985905" y="102078"/>
                  <a:pt x="980952" y="100761"/>
                  <a:pt x="977858" y="98127"/>
                </a:cubicBezTo>
                <a:cubicBezTo>
                  <a:pt x="974765" y="95492"/>
                  <a:pt x="973218" y="91832"/>
                  <a:pt x="973218" y="87149"/>
                </a:cubicBezTo>
                <a:cubicBezTo>
                  <a:pt x="973218" y="84953"/>
                  <a:pt x="974048" y="79886"/>
                  <a:pt x="975706" y="71950"/>
                </a:cubicBezTo>
                <a:lnTo>
                  <a:pt x="981937" y="43306"/>
                </a:lnTo>
                <a:lnTo>
                  <a:pt x="972344" y="43306"/>
                </a:lnTo>
                <a:close/>
                <a:moveTo>
                  <a:pt x="1040643" y="49089"/>
                </a:moveTo>
                <a:lnTo>
                  <a:pt x="1021814" y="47487"/>
                </a:lnTo>
                <a:cubicBezTo>
                  <a:pt x="1023966" y="41117"/>
                  <a:pt x="1027721" y="36138"/>
                  <a:pt x="1033078" y="32551"/>
                </a:cubicBezTo>
                <a:cubicBezTo>
                  <a:pt x="1038435" y="28961"/>
                  <a:pt x="1045529" y="27167"/>
                  <a:pt x="1054361" y="27167"/>
                </a:cubicBezTo>
                <a:cubicBezTo>
                  <a:pt x="1063551" y="27167"/>
                  <a:pt x="1070342" y="29018"/>
                  <a:pt x="1074736" y="32721"/>
                </a:cubicBezTo>
                <a:cubicBezTo>
                  <a:pt x="1079129" y="36422"/>
                  <a:pt x="1081326" y="40942"/>
                  <a:pt x="1081326" y="46281"/>
                </a:cubicBezTo>
                <a:cubicBezTo>
                  <a:pt x="1081326" y="48436"/>
                  <a:pt x="1081135" y="50725"/>
                  <a:pt x="1080754" y="53149"/>
                </a:cubicBezTo>
                <a:cubicBezTo>
                  <a:pt x="1080373" y="55571"/>
                  <a:pt x="1079039" y="61942"/>
                  <a:pt x="1076753" y="72263"/>
                </a:cubicBezTo>
                <a:cubicBezTo>
                  <a:pt x="1074870" y="80788"/>
                  <a:pt x="1073929" y="86756"/>
                  <a:pt x="1073929" y="90167"/>
                </a:cubicBezTo>
                <a:cubicBezTo>
                  <a:pt x="1073929" y="93218"/>
                  <a:pt x="1074467" y="96605"/>
                  <a:pt x="1075543" y="100329"/>
                </a:cubicBezTo>
                <a:lnTo>
                  <a:pt x="1056781" y="100329"/>
                </a:lnTo>
                <a:cubicBezTo>
                  <a:pt x="1056019" y="97729"/>
                  <a:pt x="1055549" y="95039"/>
                  <a:pt x="1055369" y="92260"/>
                </a:cubicBezTo>
                <a:cubicBezTo>
                  <a:pt x="1052545" y="95398"/>
                  <a:pt x="1049295" y="97819"/>
                  <a:pt x="1045619" y="99522"/>
                </a:cubicBezTo>
                <a:cubicBezTo>
                  <a:pt x="1041943" y="101226"/>
                  <a:pt x="1038244" y="102078"/>
                  <a:pt x="1034523" y="102078"/>
                </a:cubicBezTo>
                <a:cubicBezTo>
                  <a:pt x="1028606" y="102078"/>
                  <a:pt x="1023719" y="100136"/>
                  <a:pt x="1019864" y="96252"/>
                </a:cubicBezTo>
                <a:cubicBezTo>
                  <a:pt x="1016009" y="92369"/>
                  <a:pt x="1014081" y="87375"/>
                  <a:pt x="1014081" y="81269"/>
                </a:cubicBezTo>
                <a:cubicBezTo>
                  <a:pt x="1014081" y="74446"/>
                  <a:pt x="1016199" y="68991"/>
                  <a:pt x="1020436" y="64906"/>
                </a:cubicBezTo>
                <a:cubicBezTo>
                  <a:pt x="1024672" y="60821"/>
                  <a:pt x="1032237" y="58352"/>
                  <a:pt x="1043131" y="57498"/>
                </a:cubicBezTo>
                <a:cubicBezTo>
                  <a:pt x="1052321" y="56735"/>
                  <a:pt x="1058463" y="55815"/>
                  <a:pt x="1061556" y="54737"/>
                </a:cubicBezTo>
                <a:cubicBezTo>
                  <a:pt x="1062363" y="52047"/>
                  <a:pt x="1062766" y="49896"/>
                  <a:pt x="1062766" y="48282"/>
                </a:cubicBezTo>
                <a:cubicBezTo>
                  <a:pt x="1062766" y="46220"/>
                  <a:pt x="1061937" y="44494"/>
                  <a:pt x="1060278" y="43104"/>
                </a:cubicBezTo>
                <a:cubicBezTo>
                  <a:pt x="1058619" y="41714"/>
                  <a:pt x="1056154" y="41019"/>
                  <a:pt x="1052881" y="41019"/>
                </a:cubicBezTo>
                <a:cubicBezTo>
                  <a:pt x="1049429" y="41019"/>
                  <a:pt x="1046706" y="41720"/>
                  <a:pt x="1044711" y="43121"/>
                </a:cubicBezTo>
                <a:cubicBezTo>
                  <a:pt x="1042716" y="44520"/>
                  <a:pt x="1041360" y="46510"/>
                  <a:pt x="1040643" y="49089"/>
                </a:cubicBezTo>
                <a:moveTo>
                  <a:pt x="1059001" y="66976"/>
                </a:moveTo>
                <a:cubicBezTo>
                  <a:pt x="1057835" y="67291"/>
                  <a:pt x="1056288" y="67583"/>
                  <a:pt x="1054361" y="67852"/>
                </a:cubicBezTo>
                <a:cubicBezTo>
                  <a:pt x="1044677" y="69022"/>
                  <a:pt x="1038356" y="70731"/>
                  <a:pt x="1035398" y="72979"/>
                </a:cubicBezTo>
                <a:cubicBezTo>
                  <a:pt x="1033291" y="74599"/>
                  <a:pt x="1032237" y="76781"/>
                  <a:pt x="1032237" y="79525"/>
                </a:cubicBezTo>
                <a:cubicBezTo>
                  <a:pt x="1032237" y="81774"/>
                  <a:pt x="1033044" y="83674"/>
                  <a:pt x="1034658" y="85226"/>
                </a:cubicBezTo>
                <a:cubicBezTo>
                  <a:pt x="1036272" y="86777"/>
                  <a:pt x="1038401" y="87553"/>
                  <a:pt x="1041046" y="87553"/>
                </a:cubicBezTo>
                <a:cubicBezTo>
                  <a:pt x="1043960" y="87553"/>
                  <a:pt x="1046706" y="86844"/>
                  <a:pt x="1049284" y="85428"/>
                </a:cubicBezTo>
                <a:cubicBezTo>
                  <a:pt x="1051861" y="84010"/>
                  <a:pt x="1053789" y="82188"/>
                  <a:pt x="1055067" y="79962"/>
                </a:cubicBezTo>
                <a:cubicBezTo>
                  <a:pt x="1056344" y="77736"/>
                  <a:pt x="1057476" y="74262"/>
                  <a:pt x="1058463" y="69539"/>
                </a:cubicBezTo>
                <a:lnTo>
                  <a:pt x="1059001" y="66976"/>
                </a:lnTo>
                <a:close/>
                <a:moveTo>
                  <a:pt x="1103771" y="28915"/>
                </a:moveTo>
                <a:lnTo>
                  <a:pt x="1121793" y="28915"/>
                </a:lnTo>
                <a:lnTo>
                  <a:pt x="1118901" y="42738"/>
                </a:lnTo>
                <a:cubicBezTo>
                  <a:pt x="1125626" y="32357"/>
                  <a:pt x="1132911" y="27167"/>
                  <a:pt x="1140756" y="27167"/>
                </a:cubicBezTo>
                <a:cubicBezTo>
                  <a:pt x="1143535" y="27167"/>
                  <a:pt x="1146516" y="27862"/>
                  <a:pt x="1149699" y="29251"/>
                </a:cubicBezTo>
                <a:lnTo>
                  <a:pt x="1142302" y="45054"/>
                </a:lnTo>
                <a:cubicBezTo>
                  <a:pt x="1140554" y="44426"/>
                  <a:pt x="1138694" y="44113"/>
                  <a:pt x="1136721" y="44113"/>
                </a:cubicBezTo>
                <a:cubicBezTo>
                  <a:pt x="1133404" y="44113"/>
                  <a:pt x="1130030" y="45371"/>
                  <a:pt x="1126601" y="47887"/>
                </a:cubicBezTo>
                <a:cubicBezTo>
                  <a:pt x="1123171" y="50401"/>
                  <a:pt x="1120493" y="53759"/>
                  <a:pt x="1118565" y="57959"/>
                </a:cubicBezTo>
                <a:cubicBezTo>
                  <a:pt x="1116637" y="62157"/>
                  <a:pt x="1114732" y="68816"/>
                  <a:pt x="1112849" y="77935"/>
                </a:cubicBezTo>
                <a:lnTo>
                  <a:pt x="1108142" y="100329"/>
                </a:lnTo>
                <a:lnTo>
                  <a:pt x="1088843" y="100329"/>
                </a:lnTo>
                <a:lnTo>
                  <a:pt x="1103771" y="2891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getlibrar">
            <a:extLst xmlns:a="http://schemas.openxmlformats.org/drawingml/2006/main">
              <a:ext uri="{FF2B5EF4-FFF2-40B4-BE49-F238E27FC236}">
                <a16:creationId xmlns:a16="http://schemas.microsoft.com/office/drawing/2014/main" id="{43D78D88-FF45-44FE-B9AD-070FD75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978" y="1123282"/>
            <a:ext cx="596557" cy="127631"/>
          </a:xfrm>
          <a:custGeom xmlns:a="http://schemas.openxmlformats.org/drawingml/2006/main">
            <a:pathLst>
              <a:path w="596557" h="127631">
                <a:moveTo>
                  <a:pt x="202" y="102346"/>
                </a:moveTo>
                <a:lnTo>
                  <a:pt x="20577" y="105305"/>
                </a:lnTo>
                <a:cubicBezTo>
                  <a:pt x="20577" y="107367"/>
                  <a:pt x="20913" y="108925"/>
                  <a:pt x="21586" y="109979"/>
                </a:cubicBezTo>
                <a:cubicBezTo>
                  <a:pt x="22258" y="111032"/>
                  <a:pt x="23345" y="111929"/>
                  <a:pt x="24847" y="112669"/>
                </a:cubicBezTo>
                <a:cubicBezTo>
                  <a:pt x="26349" y="113408"/>
                  <a:pt x="28400" y="113778"/>
                  <a:pt x="31000" y="113778"/>
                </a:cubicBezTo>
                <a:cubicBezTo>
                  <a:pt x="35079" y="113778"/>
                  <a:pt x="38352" y="112970"/>
                  <a:pt x="40818" y="111355"/>
                </a:cubicBezTo>
                <a:cubicBezTo>
                  <a:pt x="42656" y="110099"/>
                  <a:pt x="44157" y="108078"/>
                  <a:pt x="45323" y="105295"/>
                </a:cubicBezTo>
                <a:cubicBezTo>
                  <a:pt x="46040" y="103545"/>
                  <a:pt x="46959" y="99730"/>
                  <a:pt x="48080" y="93851"/>
                </a:cubicBezTo>
                <a:lnTo>
                  <a:pt x="48752" y="90511"/>
                </a:lnTo>
                <a:cubicBezTo>
                  <a:pt x="42073" y="96070"/>
                  <a:pt x="35169" y="98850"/>
                  <a:pt x="28041" y="98850"/>
                </a:cubicBezTo>
                <a:cubicBezTo>
                  <a:pt x="21048" y="98850"/>
                  <a:pt x="15309" y="96382"/>
                  <a:pt x="10826" y="91447"/>
                </a:cubicBezTo>
                <a:cubicBezTo>
                  <a:pt x="6343" y="86511"/>
                  <a:pt x="4102" y="79286"/>
                  <a:pt x="4102" y="69773"/>
                </a:cubicBezTo>
                <a:cubicBezTo>
                  <a:pt x="4102" y="61383"/>
                  <a:pt x="5626" y="53688"/>
                  <a:pt x="8675" y="46689"/>
                </a:cubicBezTo>
                <a:cubicBezTo>
                  <a:pt x="11723" y="39688"/>
                  <a:pt x="16004" y="34394"/>
                  <a:pt x="21518" y="30804"/>
                </a:cubicBezTo>
                <a:cubicBezTo>
                  <a:pt x="27032" y="27214"/>
                  <a:pt x="32659" y="25419"/>
                  <a:pt x="38397" y="25419"/>
                </a:cubicBezTo>
                <a:cubicBezTo>
                  <a:pt x="43149" y="25419"/>
                  <a:pt x="47497" y="26678"/>
                  <a:pt x="51442" y="29197"/>
                </a:cubicBezTo>
                <a:cubicBezTo>
                  <a:pt x="55387" y="31716"/>
                  <a:pt x="58458" y="35247"/>
                  <a:pt x="60655" y="39790"/>
                </a:cubicBezTo>
                <a:lnTo>
                  <a:pt x="63345" y="27167"/>
                </a:lnTo>
                <a:lnTo>
                  <a:pt x="81433" y="27167"/>
                </a:lnTo>
                <a:lnTo>
                  <a:pt x="69060" y="86618"/>
                </a:lnTo>
                <a:cubicBezTo>
                  <a:pt x="67043" y="96196"/>
                  <a:pt x="65339" y="103031"/>
                  <a:pt x="63950" y="107123"/>
                </a:cubicBezTo>
                <a:cubicBezTo>
                  <a:pt x="62560" y="111216"/>
                  <a:pt x="60969" y="114477"/>
                  <a:pt x="59175" y="116905"/>
                </a:cubicBezTo>
                <a:cubicBezTo>
                  <a:pt x="57382" y="119333"/>
                  <a:pt x="55118" y="121368"/>
                  <a:pt x="52384" y="123010"/>
                </a:cubicBezTo>
                <a:cubicBezTo>
                  <a:pt x="49649" y="124651"/>
                  <a:pt x="46421" y="125832"/>
                  <a:pt x="42700" y="126550"/>
                </a:cubicBezTo>
                <a:cubicBezTo>
                  <a:pt x="38980" y="127270"/>
                  <a:pt x="34945" y="127631"/>
                  <a:pt x="30596" y="127631"/>
                </a:cubicBezTo>
                <a:cubicBezTo>
                  <a:pt x="20510" y="127631"/>
                  <a:pt x="12889" y="125900"/>
                  <a:pt x="7733" y="122438"/>
                </a:cubicBezTo>
                <a:cubicBezTo>
                  <a:pt x="2578" y="118978"/>
                  <a:pt x="0" y="113225"/>
                  <a:pt x="0" y="105179"/>
                </a:cubicBezTo>
                <a:cubicBezTo>
                  <a:pt x="0" y="104325"/>
                  <a:pt x="67" y="103380"/>
                  <a:pt x="202" y="102346"/>
                </a:cubicBezTo>
                <a:moveTo>
                  <a:pt x="22930" y="67808"/>
                </a:moveTo>
                <a:cubicBezTo>
                  <a:pt x="22930" y="73224"/>
                  <a:pt x="24152" y="77353"/>
                  <a:pt x="26595" y="80196"/>
                </a:cubicBezTo>
                <a:cubicBezTo>
                  <a:pt x="29039" y="83038"/>
                  <a:pt x="32098" y="84459"/>
                  <a:pt x="35774" y="84459"/>
                </a:cubicBezTo>
                <a:cubicBezTo>
                  <a:pt x="39136" y="84459"/>
                  <a:pt x="42398" y="83184"/>
                  <a:pt x="45558" y="80633"/>
                </a:cubicBezTo>
                <a:cubicBezTo>
                  <a:pt x="48719" y="78080"/>
                  <a:pt x="51140" y="74454"/>
                  <a:pt x="52821" y="69754"/>
                </a:cubicBezTo>
                <a:cubicBezTo>
                  <a:pt x="54502" y="65054"/>
                  <a:pt x="55342" y="60510"/>
                  <a:pt x="55342" y="56124"/>
                </a:cubicBezTo>
                <a:cubicBezTo>
                  <a:pt x="55342" y="51065"/>
                  <a:pt x="53975" y="46992"/>
                  <a:pt x="51240" y="43905"/>
                </a:cubicBezTo>
                <a:cubicBezTo>
                  <a:pt x="48506" y="40815"/>
                  <a:pt x="45345" y="39271"/>
                  <a:pt x="41759" y="39271"/>
                </a:cubicBezTo>
                <a:cubicBezTo>
                  <a:pt x="38307" y="39271"/>
                  <a:pt x="35135" y="40636"/>
                  <a:pt x="32244" y="43367"/>
                </a:cubicBezTo>
                <a:cubicBezTo>
                  <a:pt x="29352" y="46097"/>
                  <a:pt x="26965" y="50305"/>
                  <a:pt x="25082" y="55990"/>
                </a:cubicBezTo>
                <a:cubicBezTo>
                  <a:pt x="23648" y="60377"/>
                  <a:pt x="22930" y="64317"/>
                  <a:pt x="22930" y="67808"/>
                </a:cubicBezTo>
                <a:close/>
                <a:moveTo>
                  <a:pt x="154902" y="68859"/>
                </a:moveTo>
                <a:lnTo>
                  <a:pt x="106486" y="68859"/>
                </a:lnTo>
                <a:cubicBezTo>
                  <a:pt x="106441" y="69621"/>
                  <a:pt x="106419" y="70203"/>
                  <a:pt x="106419" y="70607"/>
                </a:cubicBezTo>
                <a:cubicBezTo>
                  <a:pt x="106419" y="75359"/>
                  <a:pt x="107775" y="79192"/>
                  <a:pt x="110487" y="82106"/>
                </a:cubicBezTo>
                <a:cubicBezTo>
                  <a:pt x="113199" y="85020"/>
                  <a:pt x="116505" y="86477"/>
                  <a:pt x="120405" y="86477"/>
                </a:cubicBezTo>
                <a:cubicBezTo>
                  <a:pt x="126816" y="86477"/>
                  <a:pt x="131815" y="83159"/>
                  <a:pt x="135401" y="76525"/>
                </a:cubicBezTo>
                <a:lnTo>
                  <a:pt x="152683" y="79483"/>
                </a:lnTo>
                <a:cubicBezTo>
                  <a:pt x="149321" y="86432"/>
                  <a:pt x="144826" y="91643"/>
                  <a:pt x="139200" y="95118"/>
                </a:cubicBezTo>
                <a:cubicBezTo>
                  <a:pt x="133574" y="98592"/>
                  <a:pt x="127264" y="100329"/>
                  <a:pt x="120271" y="100329"/>
                </a:cubicBezTo>
                <a:cubicBezTo>
                  <a:pt x="110677" y="100329"/>
                  <a:pt x="102877" y="97286"/>
                  <a:pt x="96870" y="91201"/>
                </a:cubicBezTo>
                <a:cubicBezTo>
                  <a:pt x="90863" y="85115"/>
                  <a:pt x="87859" y="77065"/>
                  <a:pt x="87859" y="67051"/>
                </a:cubicBezTo>
                <a:cubicBezTo>
                  <a:pt x="87859" y="57260"/>
                  <a:pt x="90571" y="48547"/>
                  <a:pt x="95996" y="40912"/>
                </a:cubicBezTo>
                <a:cubicBezTo>
                  <a:pt x="103393" y="30583"/>
                  <a:pt x="113950" y="25419"/>
                  <a:pt x="127668" y="25419"/>
                </a:cubicBezTo>
                <a:cubicBezTo>
                  <a:pt x="136410" y="25419"/>
                  <a:pt x="143358" y="28124"/>
                  <a:pt x="148514" y="33534"/>
                </a:cubicBezTo>
                <a:cubicBezTo>
                  <a:pt x="153669" y="38945"/>
                  <a:pt x="156247" y="46521"/>
                  <a:pt x="156247" y="56265"/>
                </a:cubicBezTo>
                <a:cubicBezTo>
                  <a:pt x="156247" y="60934"/>
                  <a:pt x="155799" y="65132"/>
                  <a:pt x="154902" y="68859"/>
                </a:cubicBezTo>
                <a:moveTo>
                  <a:pt x="138629" y="57024"/>
                </a:moveTo>
                <a:cubicBezTo>
                  <a:pt x="138674" y="56175"/>
                  <a:pt x="138696" y="55527"/>
                  <a:pt x="138696" y="55082"/>
                </a:cubicBezTo>
                <a:cubicBezTo>
                  <a:pt x="138696" y="49812"/>
                  <a:pt x="137508" y="45859"/>
                  <a:pt x="135132" y="43224"/>
                </a:cubicBezTo>
                <a:cubicBezTo>
                  <a:pt x="132756" y="40588"/>
                  <a:pt x="129573" y="39271"/>
                  <a:pt x="125583" y="39271"/>
                </a:cubicBezTo>
                <a:cubicBezTo>
                  <a:pt x="121593" y="39271"/>
                  <a:pt x="118018" y="40767"/>
                  <a:pt x="114858" y="43760"/>
                </a:cubicBezTo>
                <a:cubicBezTo>
                  <a:pt x="111697" y="46752"/>
                  <a:pt x="109557" y="51173"/>
                  <a:pt x="108436" y="57024"/>
                </a:cubicBezTo>
                <a:lnTo>
                  <a:pt x="138629" y="57024"/>
                </a:lnTo>
                <a:close/>
                <a:moveTo>
                  <a:pt x="166722" y="41557"/>
                </a:moveTo>
                <a:lnTo>
                  <a:pt x="169681" y="27167"/>
                </a:lnTo>
                <a:lnTo>
                  <a:pt x="179175" y="27167"/>
                </a:lnTo>
                <a:lnTo>
                  <a:pt x="181520" y="15735"/>
                </a:lnTo>
                <a:lnTo>
                  <a:pt x="203572" y="2421"/>
                </a:lnTo>
                <a:lnTo>
                  <a:pt x="198474" y="27167"/>
                </a:lnTo>
                <a:lnTo>
                  <a:pt x="210162" y="27167"/>
                </a:lnTo>
                <a:lnTo>
                  <a:pt x="207203" y="41557"/>
                </a:lnTo>
                <a:lnTo>
                  <a:pt x="195509" y="41557"/>
                </a:lnTo>
                <a:lnTo>
                  <a:pt x="189114" y="71490"/>
                </a:lnTo>
                <a:cubicBezTo>
                  <a:pt x="187994" y="76907"/>
                  <a:pt x="187433" y="79996"/>
                  <a:pt x="187433" y="80757"/>
                </a:cubicBezTo>
                <a:cubicBezTo>
                  <a:pt x="187433" y="82238"/>
                  <a:pt x="187904" y="83393"/>
                  <a:pt x="188845" y="84224"/>
                </a:cubicBezTo>
                <a:cubicBezTo>
                  <a:pt x="189787" y="85053"/>
                  <a:pt x="191490" y="85468"/>
                  <a:pt x="193956" y="85468"/>
                </a:cubicBezTo>
                <a:cubicBezTo>
                  <a:pt x="194808" y="85468"/>
                  <a:pt x="196937" y="85311"/>
                  <a:pt x="200344" y="84997"/>
                </a:cubicBezTo>
                <a:lnTo>
                  <a:pt x="197318" y="99320"/>
                </a:lnTo>
                <a:cubicBezTo>
                  <a:pt x="194001" y="99993"/>
                  <a:pt x="190594" y="100329"/>
                  <a:pt x="187097" y="100329"/>
                </a:cubicBezTo>
                <a:cubicBezTo>
                  <a:pt x="180283" y="100329"/>
                  <a:pt x="175329" y="99012"/>
                  <a:pt x="172236" y="96379"/>
                </a:cubicBezTo>
                <a:cubicBezTo>
                  <a:pt x="169143" y="93743"/>
                  <a:pt x="167596" y="90084"/>
                  <a:pt x="167596" y="85401"/>
                </a:cubicBezTo>
                <a:cubicBezTo>
                  <a:pt x="167596" y="83204"/>
                  <a:pt x="168425" y="78138"/>
                  <a:pt x="170084" y="70201"/>
                </a:cubicBezTo>
                <a:lnTo>
                  <a:pt x="176315" y="41557"/>
                </a:lnTo>
                <a:lnTo>
                  <a:pt x="166722" y="41557"/>
                </a:lnTo>
                <a:close/>
                <a:moveTo>
                  <a:pt x="245906" y="98581"/>
                </a:moveTo>
                <a:lnTo>
                  <a:pt x="266550" y="0"/>
                </a:lnTo>
                <a:lnTo>
                  <a:pt x="285782" y="0"/>
                </a:lnTo>
                <a:lnTo>
                  <a:pt x="265205" y="98581"/>
                </a:lnTo>
                <a:lnTo>
                  <a:pt x="245906" y="98581"/>
                </a:lnTo>
                <a:close/>
                <a:moveTo>
                  <a:pt x="304872" y="0"/>
                </a:moveTo>
                <a:lnTo>
                  <a:pt x="324172" y="0"/>
                </a:lnTo>
                <a:lnTo>
                  <a:pt x="320540" y="17484"/>
                </a:lnTo>
                <a:lnTo>
                  <a:pt x="301241" y="17484"/>
                </a:lnTo>
                <a:lnTo>
                  <a:pt x="304872" y="0"/>
                </a:lnTo>
                <a:moveTo>
                  <a:pt x="299224" y="27167"/>
                </a:moveTo>
                <a:lnTo>
                  <a:pt x="318523" y="27167"/>
                </a:lnTo>
                <a:lnTo>
                  <a:pt x="303595" y="98581"/>
                </a:lnTo>
                <a:lnTo>
                  <a:pt x="284296" y="98581"/>
                </a:lnTo>
                <a:lnTo>
                  <a:pt x="299224" y="27167"/>
                </a:lnTo>
                <a:close/>
                <a:moveTo>
                  <a:pt x="322013" y="98581"/>
                </a:moveTo>
                <a:lnTo>
                  <a:pt x="342590" y="0"/>
                </a:lnTo>
                <a:lnTo>
                  <a:pt x="361956" y="0"/>
                </a:lnTo>
                <a:lnTo>
                  <a:pt x="355030" y="32918"/>
                </a:lnTo>
                <a:cubicBezTo>
                  <a:pt x="358572" y="30216"/>
                  <a:pt x="361878" y="28290"/>
                  <a:pt x="364949" y="27142"/>
                </a:cubicBezTo>
                <a:cubicBezTo>
                  <a:pt x="368020" y="25993"/>
                  <a:pt x="371371" y="25419"/>
                  <a:pt x="375002" y="25419"/>
                </a:cubicBezTo>
                <a:cubicBezTo>
                  <a:pt x="382533" y="25419"/>
                  <a:pt x="388563" y="27945"/>
                  <a:pt x="393091" y="32998"/>
                </a:cubicBezTo>
                <a:cubicBezTo>
                  <a:pt x="397618" y="38050"/>
                  <a:pt x="399882" y="45404"/>
                  <a:pt x="399882" y="55059"/>
                </a:cubicBezTo>
                <a:cubicBezTo>
                  <a:pt x="399882" y="61572"/>
                  <a:pt x="398818" y="67893"/>
                  <a:pt x="396688" y="74024"/>
                </a:cubicBezTo>
                <a:cubicBezTo>
                  <a:pt x="394559" y="80153"/>
                  <a:pt x="391712" y="85137"/>
                  <a:pt x="388148" y="88977"/>
                </a:cubicBezTo>
                <a:cubicBezTo>
                  <a:pt x="384584" y="92817"/>
                  <a:pt x="380841" y="95670"/>
                  <a:pt x="376918" y="97534"/>
                </a:cubicBezTo>
                <a:cubicBezTo>
                  <a:pt x="372996" y="99398"/>
                  <a:pt x="368882" y="100329"/>
                  <a:pt x="364579" y="100329"/>
                </a:cubicBezTo>
                <a:cubicBezTo>
                  <a:pt x="354358" y="100329"/>
                  <a:pt x="346849" y="95874"/>
                  <a:pt x="342052" y="86964"/>
                </a:cubicBezTo>
                <a:lnTo>
                  <a:pt x="339564" y="98581"/>
                </a:lnTo>
                <a:lnTo>
                  <a:pt x="322013" y="98581"/>
                </a:lnTo>
                <a:moveTo>
                  <a:pt x="348037" y="69552"/>
                </a:moveTo>
                <a:cubicBezTo>
                  <a:pt x="348037" y="74363"/>
                  <a:pt x="349393" y="78274"/>
                  <a:pt x="352105" y="81286"/>
                </a:cubicBezTo>
                <a:cubicBezTo>
                  <a:pt x="354817" y="84298"/>
                  <a:pt x="358011" y="85804"/>
                  <a:pt x="361687" y="85804"/>
                </a:cubicBezTo>
                <a:cubicBezTo>
                  <a:pt x="364915" y="85804"/>
                  <a:pt x="367997" y="84635"/>
                  <a:pt x="370933" y="82297"/>
                </a:cubicBezTo>
                <a:cubicBezTo>
                  <a:pt x="373870" y="79959"/>
                  <a:pt x="376313" y="76228"/>
                  <a:pt x="378263" y="71103"/>
                </a:cubicBezTo>
                <a:cubicBezTo>
                  <a:pt x="380213" y="65977"/>
                  <a:pt x="381188" y="60806"/>
                  <a:pt x="381188" y="55590"/>
                </a:cubicBezTo>
                <a:cubicBezTo>
                  <a:pt x="381188" y="50511"/>
                  <a:pt x="379877" y="46521"/>
                  <a:pt x="377254" y="43621"/>
                </a:cubicBezTo>
                <a:cubicBezTo>
                  <a:pt x="374632" y="40721"/>
                  <a:pt x="371460" y="39271"/>
                  <a:pt x="367739" y="39271"/>
                </a:cubicBezTo>
                <a:cubicBezTo>
                  <a:pt x="362898" y="39271"/>
                  <a:pt x="358729" y="41519"/>
                  <a:pt x="355232" y="46014"/>
                </a:cubicBezTo>
                <a:cubicBezTo>
                  <a:pt x="350435" y="52174"/>
                  <a:pt x="348037" y="60020"/>
                  <a:pt x="348037" y="69552"/>
                </a:cubicBezTo>
                <a:close/>
                <a:moveTo>
                  <a:pt x="420563" y="27167"/>
                </a:moveTo>
                <a:lnTo>
                  <a:pt x="438585" y="27167"/>
                </a:lnTo>
                <a:lnTo>
                  <a:pt x="435693" y="40990"/>
                </a:lnTo>
                <a:cubicBezTo>
                  <a:pt x="442417" y="30609"/>
                  <a:pt x="449702" y="25419"/>
                  <a:pt x="457548" y="25419"/>
                </a:cubicBezTo>
                <a:cubicBezTo>
                  <a:pt x="460327" y="25419"/>
                  <a:pt x="463308" y="26113"/>
                  <a:pt x="466491" y="27503"/>
                </a:cubicBezTo>
                <a:lnTo>
                  <a:pt x="459094" y="43306"/>
                </a:lnTo>
                <a:cubicBezTo>
                  <a:pt x="457346" y="42678"/>
                  <a:pt x="455485" y="42364"/>
                  <a:pt x="453513" y="42364"/>
                </a:cubicBezTo>
                <a:cubicBezTo>
                  <a:pt x="450195" y="42364"/>
                  <a:pt x="446822" y="43622"/>
                  <a:pt x="443393" y="46138"/>
                </a:cubicBezTo>
                <a:cubicBezTo>
                  <a:pt x="439963" y="48653"/>
                  <a:pt x="437284" y="52010"/>
                  <a:pt x="435357" y="56210"/>
                </a:cubicBezTo>
                <a:cubicBezTo>
                  <a:pt x="433429" y="60409"/>
                  <a:pt x="431524" y="67068"/>
                  <a:pt x="429641" y="76186"/>
                </a:cubicBezTo>
                <a:lnTo>
                  <a:pt x="424934" y="98581"/>
                </a:lnTo>
                <a:lnTo>
                  <a:pt x="405635" y="98581"/>
                </a:lnTo>
                <a:lnTo>
                  <a:pt x="420563" y="27167"/>
                </a:lnTo>
                <a:close/>
                <a:moveTo>
                  <a:pt x="487502" y="47340"/>
                </a:moveTo>
                <a:lnTo>
                  <a:pt x="468673" y="45739"/>
                </a:lnTo>
                <a:cubicBezTo>
                  <a:pt x="470825" y="39369"/>
                  <a:pt x="474580" y="34390"/>
                  <a:pt x="479937" y="30802"/>
                </a:cubicBezTo>
                <a:cubicBezTo>
                  <a:pt x="485294" y="27213"/>
                  <a:pt x="492388" y="25419"/>
                  <a:pt x="501220" y="25419"/>
                </a:cubicBezTo>
                <a:cubicBezTo>
                  <a:pt x="510410" y="25419"/>
                  <a:pt x="517202" y="27270"/>
                  <a:pt x="521595" y="30973"/>
                </a:cubicBezTo>
                <a:cubicBezTo>
                  <a:pt x="525988" y="34674"/>
                  <a:pt x="528185" y="39194"/>
                  <a:pt x="528185" y="44533"/>
                </a:cubicBezTo>
                <a:cubicBezTo>
                  <a:pt x="528185" y="46687"/>
                  <a:pt x="527994" y="48977"/>
                  <a:pt x="527613" y="51400"/>
                </a:cubicBezTo>
                <a:cubicBezTo>
                  <a:pt x="527232" y="53822"/>
                  <a:pt x="525899" y="60194"/>
                  <a:pt x="523612" y="70515"/>
                </a:cubicBezTo>
                <a:cubicBezTo>
                  <a:pt x="521729" y="79039"/>
                  <a:pt x="520788" y="85007"/>
                  <a:pt x="520788" y="88418"/>
                </a:cubicBezTo>
                <a:cubicBezTo>
                  <a:pt x="520788" y="91470"/>
                  <a:pt x="521326" y="94857"/>
                  <a:pt x="522402" y="98581"/>
                </a:cubicBezTo>
                <a:lnTo>
                  <a:pt x="503641" y="98581"/>
                </a:lnTo>
                <a:cubicBezTo>
                  <a:pt x="502879" y="95981"/>
                  <a:pt x="502408" y="93291"/>
                  <a:pt x="502228" y="90511"/>
                </a:cubicBezTo>
                <a:cubicBezTo>
                  <a:pt x="499404" y="93649"/>
                  <a:pt x="496154" y="96070"/>
                  <a:pt x="492478" y="97774"/>
                </a:cubicBezTo>
                <a:cubicBezTo>
                  <a:pt x="488802" y="99477"/>
                  <a:pt x="485104" y="100329"/>
                  <a:pt x="481383" y="100329"/>
                </a:cubicBezTo>
                <a:cubicBezTo>
                  <a:pt x="475465" y="100329"/>
                  <a:pt x="470579" y="98387"/>
                  <a:pt x="466723" y="94504"/>
                </a:cubicBezTo>
                <a:cubicBezTo>
                  <a:pt x="462868" y="90621"/>
                  <a:pt x="460940" y="85626"/>
                  <a:pt x="460940" y="79521"/>
                </a:cubicBezTo>
                <a:cubicBezTo>
                  <a:pt x="460940" y="72697"/>
                  <a:pt x="463058" y="67243"/>
                  <a:pt x="467295" y="63158"/>
                </a:cubicBezTo>
                <a:cubicBezTo>
                  <a:pt x="471531" y="59072"/>
                  <a:pt x="479096" y="56603"/>
                  <a:pt x="489990" y="55750"/>
                </a:cubicBezTo>
                <a:cubicBezTo>
                  <a:pt x="499180" y="54987"/>
                  <a:pt x="505322" y="54066"/>
                  <a:pt x="508415" y="52989"/>
                </a:cubicBezTo>
                <a:cubicBezTo>
                  <a:pt x="509222" y="50299"/>
                  <a:pt x="509625" y="48147"/>
                  <a:pt x="509625" y="46533"/>
                </a:cubicBezTo>
                <a:cubicBezTo>
                  <a:pt x="509625" y="44471"/>
                  <a:pt x="508796" y="42745"/>
                  <a:pt x="507137" y="41356"/>
                </a:cubicBezTo>
                <a:cubicBezTo>
                  <a:pt x="505479" y="39966"/>
                  <a:pt x="503013" y="39271"/>
                  <a:pt x="499740" y="39271"/>
                </a:cubicBezTo>
                <a:cubicBezTo>
                  <a:pt x="496289" y="39271"/>
                  <a:pt x="493565" y="39971"/>
                  <a:pt x="491570" y="41372"/>
                </a:cubicBezTo>
                <a:cubicBezTo>
                  <a:pt x="489575" y="42772"/>
                  <a:pt x="488219" y="44761"/>
                  <a:pt x="487502" y="47340"/>
                </a:cubicBezTo>
                <a:moveTo>
                  <a:pt x="505860" y="65227"/>
                </a:moveTo>
                <a:cubicBezTo>
                  <a:pt x="504694" y="65543"/>
                  <a:pt x="503148" y="65835"/>
                  <a:pt x="501220" y="66104"/>
                </a:cubicBezTo>
                <a:cubicBezTo>
                  <a:pt x="491537" y="67273"/>
                  <a:pt x="485216" y="68983"/>
                  <a:pt x="482257" y="71231"/>
                </a:cubicBezTo>
                <a:cubicBezTo>
                  <a:pt x="480150" y="72851"/>
                  <a:pt x="479096" y="75033"/>
                  <a:pt x="479096" y="77777"/>
                </a:cubicBezTo>
                <a:cubicBezTo>
                  <a:pt x="479096" y="80025"/>
                  <a:pt x="479903" y="81926"/>
                  <a:pt x="481517" y="83478"/>
                </a:cubicBezTo>
                <a:cubicBezTo>
                  <a:pt x="483131" y="85029"/>
                  <a:pt x="485260" y="85804"/>
                  <a:pt x="487905" y="85804"/>
                </a:cubicBezTo>
                <a:cubicBezTo>
                  <a:pt x="490819" y="85804"/>
                  <a:pt x="493565" y="85096"/>
                  <a:pt x="496143" y="83680"/>
                </a:cubicBezTo>
                <a:cubicBezTo>
                  <a:pt x="498721" y="82262"/>
                  <a:pt x="500648" y="80440"/>
                  <a:pt x="501926" y="78214"/>
                </a:cubicBezTo>
                <a:cubicBezTo>
                  <a:pt x="503204" y="75988"/>
                  <a:pt x="504335" y="72514"/>
                  <a:pt x="505322" y="67791"/>
                </a:cubicBezTo>
                <a:lnTo>
                  <a:pt x="505860" y="65227"/>
                </a:lnTo>
                <a:close/>
                <a:moveTo>
                  <a:pt x="550629" y="27167"/>
                </a:moveTo>
                <a:lnTo>
                  <a:pt x="568650" y="27167"/>
                </a:lnTo>
                <a:lnTo>
                  <a:pt x="565759" y="40990"/>
                </a:lnTo>
                <a:cubicBezTo>
                  <a:pt x="572483" y="30609"/>
                  <a:pt x="579768" y="25419"/>
                  <a:pt x="587614" y="25419"/>
                </a:cubicBezTo>
                <a:cubicBezTo>
                  <a:pt x="590393" y="25419"/>
                  <a:pt x="593374" y="26113"/>
                  <a:pt x="596557" y="27503"/>
                </a:cubicBezTo>
                <a:lnTo>
                  <a:pt x="589160" y="43306"/>
                </a:lnTo>
                <a:cubicBezTo>
                  <a:pt x="587412" y="42678"/>
                  <a:pt x="585551" y="42364"/>
                  <a:pt x="583579" y="42364"/>
                </a:cubicBezTo>
                <a:cubicBezTo>
                  <a:pt x="580261" y="42364"/>
                  <a:pt x="576888" y="43622"/>
                  <a:pt x="573458" y="46138"/>
                </a:cubicBezTo>
                <a:cubicBezTo>
                  <a:pt x="570029" y="48653"/>
                  <a:pt x="567350" y="52010"/>
                  <a:pt x="565423" y="56210"/>
                </a:cubicBezTo>
                <a:cubicBezTo>
                  <a:pt x="563495" y="60409"/>
                  <a:pt x="561590" y="67068"/>
                  <a:pt x="559707" y="76186"/>
                </a:cubicBezTo>
                <a:lnTo>
                  <a:pt x="555000" y="98581"/>
                </a:lnTo>
                <a:lnTo>
                  <a:pt x="535701" y="98581"/>
                </a:lnTo>
                <a:lnTo>
                  <a:pt x="550629" y="2716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ies">
            <a:extLst xmlns:a="http://schemas.openxmlformats.org/drawingml/2006/main">
              <a:ext uri="{FF2B5EF4-FFF2-40B4-BE49-F238E27FC236}">
                <a16:creationId xmlns:a16="http://schemas.microsoft.com/office/drawing/2014/main" id="{0914583C-1D44-4756-A9A6-8EA7F928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312" y="1123282"/>
            <a:ext cx="185236" cy="100329"/>
          </a:xfrm>
          <a:custGeom xmlns:a="http://schemas.openxmlformats.org/drawingml/2006/main">
            <a:pathLst>
              <a:path w="185236" h="100329">
                <a:moveTo>
                  <a:pt x="20577" y="0"/>
                </a:moveTo>
                <a:lnTo>
                  <a:pt x="39876" y="0"/>
                </a:lnTo>
                <a:lnTo>
                  <a:pt x="36245" y="17484"/>
                </a:lnTo>
                <a:lnTo>
                  <a:pt x="16946" y="17484"/>
                </a:lnTo>
                <a:lnTo>
                  <a:pt x="20577" y="0"/>
                </a:lnTo>
                <a:moveTo>
                  <a:pt x="14928" y="27167"/>
                </a:moveTo>
                <a:lnTo>
                  <a:pt x="34228" y="27167"/>
                </a:ln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107786" y="68859"/>
                </a:moveTo>
                <a:lnTo>
                  <a:pt x="59369" y="68859"/>
                </a:lnTo>
                <a:cubicBezTo>
                  <a:pt x="59325" y="69621"/>
                  <a:pt x="59302" y="70203"/>
                  <a:pt x="59302" y="70607"/>
                </a:cubicBezTo>
                <a:cubicBezTo>
                  <a:pt x="59302" y="75359"/>
                  <a:pt x="60658" y="79192"/>
                  <a:pt x="63370" y="82106"/>
                </a:cubicBezTo>
                <a:cubicBezTo>
                  <a:pt x="66083" y="85020"/>
                  <a:pt x="69389" y="86477"/>
                  <a:pt x="73289" y="86477"/>
                </a:cubicBezTo>
                <a:cubicBezTo>
                  <a:pt x="79700" y="86477"/>
                  <a:pt x="84698" y="83159"/>
                  <a:pt x="88285" y="76525"/>
                </a:cubicBezTo>
                <a:lnTo>
                  <a:pt x="105566" y="79483"/>
                </a:lnTo>
                <a:cubicBezTo>
                  <a:pt x="102204" y="86432"/>
                  <a:pt x="97710" y="91643"/>
                  <a:pt x="92084" y="95118"/>
                </a:cubicBezTo>
                <a:cubicBezTo>
                  <a:pt x="86458" y="98592"/>
                  <a:pt x="80148" y="100329"/>
                  <a:pt x="73155" y="100329"/>
                </a:cubicBezTo>
                <a:cubicBezTo>
                  <a:pt x="63561" y="100329"/>
                  <a:pt x="55761" y="97286"/>
                  <a:pt x="49753" y="91201"/>
                </a:cubicBezTo>
                <a:cubicBezTo>
                  <a:pt x="43746" y="85115"/>
                  <a:pt x="40743" y="77065"/>
                  <a:pt x="40743" y="67051"/>
                </a:cubicBezTo>
                <a:cubicBezTo>
                  <a:pt x="40743" y="57260"/>
                  <a:pt x="43455" y="48547"/>
                  <a:pt x="48879" y="40912"/>
                </a:cubicBezTo>
                <a:cubicBezTo>
                  <a:pt x="56276" y="30583"/>
                  <a:pt x="66834" y="25419"/>
                  <a:pt x="80551" y="25419"/>
                </a:cubicBezTo>
                <a:cubicBezTo>
                  <a:pt x="89293" y="25419"/>
                  <a:pt x="96242" y="28124"/>
                  <a:pt x="101397" y="33534"/>
                </a:cubicBezTo>
                <a:cubicBezTo>
                  <a:pt x="106553" y="38945"/>
                  <a:pt x="109130" y="46521"/>
                  <a:pt x="109130" y="56265"/>
                </a:cubicBezTo>
                <a:cubicBezTo>
                  <a:pt x="109130" y="60934"/>
                  <a:pt x="108682" y="65132"/>
                  <a:pt x="107786" y="68859"/>
                </a:cubicBezTo>
                <a:moveTo>
                  <a:pt x="91512" y="57024"/>
                </a:moveTo>
                <a:cubicBezTo>
                  <a:pt x="91557" y="56175"/>
                  <a:pt x="91580" y="55527"/>
                  <a:pt x="91580" y="55082"/>
                </a:cubicBezTo>
                <a:cubicBezTo>
                  <a:pt x="91580" y="49812"/>
                  <a:pt x="90392" y="45859"/>
                  <a:pt x="88016" y="43224"/>
                </a:cubicBezTo>
                <a:cubicBezTo>
                  <a:pt x="85640" y="40588"/>
                  <a:pt x="82457" y="39271"/>
                  <a:pt x="78467" y="39271"/>
                </a:cubicBezTo>
                <a:cubicBezTo>
                  <a:pt x="74477" y="39271"/>
                  <a:pt x="70902" y="40767"/>
                  <a:pt x="67741" y="43760"/>
                </a:cubicBezTo>
                <a:cubicBezTo>
                  <a:pt x="64581" y="46752"/>
                  <a:pt x="62440" y="51173"/>
                  <a:pt x="61319" y="57024"/>
                </a:cubicBezTo>
                <a:lnTo>
                  <a:pt x="91512" y="57024"/>
                </a:lnTo>
                <a:close/>
                <a:moveTo>
                  <a:pt x="112275" y="78561"/>
                </a:moveTo>
                <a:lnTo>
                  <a:pt x="130969" y="75583"/>
                </a:lnTo>
                <a:cubicBezTo>
                  <a:pt x="132628" y="79552"/>
                  <a:pt x="134690" y="82360"/>
                  <a:pt x="137156" y="84008"/>
                </a:cubicBezTo>
                <a:cubicBezTo>
                  <a:pt x="139621" y="85654"/>
                  <a:pt x="142984" y="86477"/>
                  <a:pt x="147242" y="86477"/>
                </a:cubicBezTo>
                <a:cubicBezTo>
                  <a:pt x="151636" y="86477"/>
                  <a:pt x="155155" y="85493"/>
                  <a:pt x="157800" y="83526"/>
                </a:cubicBezTo>
                <a:cubicBezTo>
                  <a:pt x="159638" y="82184"/>
                  <a:pt x="160557" y="80552"/>
                  <a:pt x="160557" y="78630"/>
                </a:cubicBezTo>
                <a:cubicBezTo>
                  <a:pt x="160557" y="77333"/>
                  <a:pt x="160086" y="76167"/>
                  <a:pt x="159145" y="75133"/>
                </a:cubicBezTo>
                <a:cubicBezTo>
                  <a:pt x="158158" y="74146"/>
                  <a:pt x="155491" y="72933"/>
                  <a:pt x="151143" y="71496"/>
                </a:cubicBezTo>
                <a:cubicBezTo>
                  <a:pt x="139487" y="67633"/>
                  <a:pt x="132269" y="64580"/>
                  <a:pt x="129490" y="62336"/>
                </a:cubicBezTo>
                <a:cubicBezTo>
                  <a:pt x="125141" y="58832"/>
                  <a:pt x="122967" y="54251"/>
                  <a:pt x="122967" y="48593"/>
                </a:cubicBezTo>
                <a:cubicBezTo>
                  <a:pt x="122967" y="42934"/>
                  <a:pt x="125074" y="38061"/>
                  <a:pt x="129288" y="33973"/>
                </a:cubicBezTo>
                <a:cubicBezTo>
                  <a:pt x="135161" y="28270"/>
                  <a:pt x="143880" y="25419"/>
                  <a:pt x="155446" y="25419"/>
                </a:cubicBezTo>
                <a:cubicBezTo>
                  <a:pt x="164636" y="25419"/>
                  <a:pt x="171585" y="27100"/>
                  <a:pt x="176292" y="30462"/>
                </a:cubicBezTo>
                <a:cubicBezTo>
                  <a:pt x="180999" y="33824"/>
                  <a:pt x="183980" y="38374"/>
                  <a:pt x="185236" y="44113"/>
                </a:cubicBezTo>
                <a:lnTo>
                  <a:pt x="167416" y="47206"/>
                </a:lnTo>
                <a:cubicBezTo>
                  <a:pt x="166474" y="44606"/>
                  <a:pt x="164950" y="42656"/>
                  <a:pt x="162843" y="41356"/>
                </a:cubicBezTo>
                <a:cubicBezTo>
                  <a:pt x="159974" y="39607"/>
                  <a:pt x="156522" y="38733"/>
                  <a:pt x="152487" y="38733"/>
                </a:cubicBezTo>
                <a:cubicBezTo>
                  <a:pt x="148453" y="38733"/>
                  <a:pt x="145550" y="39408"/>
                  <a:pt x="143779" y="40759"/>
                </a:cubicBezTo>
                <a:cubicBezTo>
                  <a:pt x="142009" y="42109"/>
                  <a:pt x="141123" y="43663"/>
                  <a:pt x="141123" y="45420"/>
                </a:cubicBezTo>
                <a:cubicBezTo>
                  <a:pt x="141123" y="47220"/>
                  <a:pt x="142020" y="48704"/>
                  <a:pt x="143813" y="49872"/>
                </a:cubicBezTo>
                <a:cubicBezTo>
                  <a:pt x="144934" y="50591"/>
                  <a:pt x="148542" y="51848"/>
                  <a:pt x="154639" y="53644"/>
                </a:cubicBezTo>
                <a:cubicBezTo>
                  <a:pt x="164054" y="56385"/>
                  <a:pt x="170352" y="59079"/>
                  <a:pt x="173535" y="61729"/>
                </a:cubicBezTo>
                <a:cubicBezTo>
                  <a:pt x="178018" y="65456"/>
                  <a:pt x="180260" y="69948"/>
                  <a:pt x="180260" y="75203"/>
                </a:cubicBezTo>
                <a:cubicBezTo>
                  <a:pt x="180260" y="81983"/>
                  <a:pt x="177413" y="87866"/>
                  <a:pt x="171719" y="92852"/>
                </a:cubicBezTo>
                <a:cubicBezTo>
                  <a:pt x="166026" y="97837"/>
                  <a:pt x="158002" y="100329"/>
                  <a:pt x="147646" y="100329"/>
                </a:cubicBezTo>
                <a:cubicBezTo>
                  <a:pt x="137335" y="100329"/>
                  <a:pt x="129367" y="98425"/>
                  <a:pt x="123740" y="94618"/>
                </a:cubicBezTo>
                <a:cubicBezTo>
                  <a:pt x="118114" y="90808"/>
                  <a:pt x="114292" y="85456"/>
                  <a:pt x="112275" y="7856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andextractbug-proneinputs">
            <a:extLst xmlns:a="http://schemas.openxmlformats.org/drawingml/2006/main">
              <a:ext uri="{FF2B5EF4-FFF2-40B4-BE49-F238E27FC236}">
                <a16:creationId xmlns:a16="http://schemas.microsoft.com/office/drawing/2014/main" id="{1A511177-FE9B-4D7A-A96C-1105B52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217" y="1288543"/>
            <a:ext cx="1898379" cy="127631"/>
          </a:xfrm>
          <a:custGeom xmlns:a="http://schemas.openxmlformats.org/drawingml/2006/main">
            <a:pathLst>
              <a:path w="1898379" h="127631">
                <a:moveTo>
                  <a:pt x="26562" y="47340"/>
                </a:moveTo>
                <a:lnTo>
                  <a:pt x="7733" y="45739"/>
                </a:lnTo>
                <a:cubicBezTo>
                  <a:pt x="9885" y="39369"/>
                  <a:pt x="13639" y="34390"/>
                  <a:pt x="18997" y="30802"/>
                </a:cubicBezTo>
                <a:cubicBezTo>
                  <a:pt x="24354" y="27213"/>
                  <a:pt x="31448" y="25419"/>
                  <a:pt x="40280" y="25419"/>
                </a:cubicBezTo>
                <a:cubicBezTo>
                  <a:pt x="49470" y="25419"/>
                  <a:pt x="56261" y="27270"/>
                  <a:pt x="60655" y="30973"/>
                </a:cubicBezTo>
                <a:cubicBezTo>
                  <a:pt x="65048" y="34674"/>
                  <a:pt x="67245" y="39194"/>
                  <a:pt x="67245" y="44533"/>
                </a:cubicBezTo>
                <a:cubicBezTo>
                  <a:pt x="67245" y="46687"/>
                  <a:pt x="67054" y="48977"/>
                  <a:pt x="66673" y="51400"/>
                </a:cubicBezTo>
                <a:cubicBezTo>
                  <a:pt x="66292" y="53822"/>
                  <a:pt x="64958" y="60194"/>
                  <a:pt x="62672" y="70515"/>
                </a:cubicBezTo>
                <a:cubicBezTo>
                  <a:pt x="60789" y="79039"/>
                  <a:pt x="59848" y="85007"/>
                  <a:pt x="59848" y="88418"/>
                </a:cubicBezTo>
                <a:cubicBezTo>
                  <a:pt x="59848" y="91470"/>
                  <a:pt x="60386" y="94857"/>
                  <a:pt x="61462" y="98581"/>
                </a:cubicBezTo>
                <a:lnTo>
                  <a:pt x="42700" y="98581"/>
                </a:lnTo>
                <a:cubicBezTo>
                  <a:pt x="41938" y="95981"/>
                  <a:pt x="41468" y="93291"/>
                  <a:pt x="41288" y="90511"/>
                </a:cubicBezTo>
                <a:cubicBezTo>
                  <a:pt x="38464" y="93649"/>
                  <a:pt x="35214" y="96070"/>
                  <a:pt x="31538" y="97774"/>
                </a:cubicBezTo>
                <a:cubicBezTo>
                  <a:pt x="27862" y="99477"/>
                  <a:pt x="24163" y="100329"/>
                  <a:pt x="20442" y="100329"/>
                </a:cubicBezTo>
                <a:cubicBezTo>
                  <a:pt x="14525" y="100329"/>
                  <a:pt x="9638" y="98387"/>
                  <a:pt x="5783" y="94504"/>
                </a:cubicBezTo>
                <a:cubicBezTo>
                  <a:pt x="1928" y="90621"/>
                  <a:pt x="0" y="85626"/>
                  <a:pt x="0" y="79521"/>
                </a:cubicBezTo>
                <a:cubicBezTo>
                  <a:pt x="0" y="72697"/>
                  <a:pt x="2118" y="67243"/>
                  <a:pt x="6355" y="63158"/>
                </a:cubicBezTo>
                <a:cubicBezTo>
                  <a:pt x="10591" y="59072"/>
                  <a:pt x="18156" y="56603"/>
                  <a:pt x="29050" y="55750"/>
                </a:cubicBezTo>
                <a:cubicBezTo>
                  <a:pt x="38240" y="54987"/>
                  <a:pt x="44382" y="54066"/>
                  <a:pt x="47475" y="52989"/>
                </a:cubicBezTo>
                <a:cubicBezTo>
                  <a:pt x="48282" y="50299"/>
                  <a:pt x="48685" y="48147"/>
                  <a:pt x="48685" y="46533"/>
                </a:cubicBezTo>
                <a:cubicBezTo>
                  <a:pt x="48685" y="44471"/>
                  <a:pt x="47856" y="42745"/>
                  <a:pt x="46197" y="41356"/>
                </a:cubicBezTo>
                <a:cubicBezTo>
                  <a:pt x="44538" y="39966"/>
                  <a:pt x="42073" y="39271"/>
                  <a:pt x="38800" y="39271"/>
                </a:cubicBezTo>
                <a:cubicBezTo>
                  <a:pt x="35348" y="39271"/>
                  <a:pt x="32625" y="39971"/>
                  <a:pt x="30630" y="41372"/>
                </a:cubicBezTo>
                <a:cubicBezTo>
                  <a:pt x="28635" y="42772"/>
                  <a:pt x="27279" y="44761"/>
                  <a:pt x="26562" y="47340"/>
                </a:cubicBezTo>
                <a:moveTo>
                  <a:pt x="44919" y="65227"/>
                </a:moveTo>
                <a:cubicBezTo>
                  <a:pt x="43754" y="65543"/>
                  <a:pt x="42207" y="65835"/>
                  <a:pt x="40280" y="66104"/>
                </a:cubicBezTo>
                <a:cubicBezTo>
                  <a:pt x="30596" y="67273"/>
                  <a:pt x="24275" y="68983"/>
                  <a:pt x="21317" y="71231"/>
                </a:cubicBezTo>
                <a:cubicBezTo>
                  <a:pt x="19210" y="72851"/>
                  <a:pt x="18156" y="75033"/>
                  <a:pt x="18156" y="77777"/>
                </a:cubicBezTo>
                <a:cubicBezTo>
                  <a:pt x="18156" y="80025"/>
                  <a:pt x="18963" y="81926"/>
                  <a:pt x="20577" y="83478"/>
                </a:cubicBezTo>
                <a:cubicBezTo>
                  <a:pt x="22191" y="85029"/>
                  <a:pt x="24320" y="85804"/>
                  <a:pt x="26965" y="85804"/>
                </a:cubicBezTo>
                <a:cubicBezTo>
                  <a:pt x="29879" y="85804"/>
                  <a:pt x="32625" y="85096"/>
                  <a:pt x="35203" y="83680"/>
                </a:cubicBezTo>
                <a:cubicBezTo>
                  <a:pt x="37780" y="82262"/>
                  <a:pt x="39708" y="80440"/>
                  <a:pt x="40986" y="78214"/>
                </a:cubicBezTo>
                <a:cubicBezTo>
                  <a:pt x="42263" y="75988"/>
                  <a:pt x="43395" y="72514"/>
                  <a:pt x="44382" y="67791"/>
                </a:cubicBezTo>
                <a:lnTo>
                  <a:pt x="44919" y="65227"/>
                </a:lnTo>
                <a:close/>
                <a:moveTo>
                  <a:pt x="91036" y="27167"/>
                </a:moveTo>
                <a:lnTo>
                  <a:pt x="109326" y="27167"/>
                </a:lnTo>
                <a:lnTo>
                  <a:pt x="107443" y="36461"/>
                </a:lnTo>
                <a:cubicBezTo>
                  <a:pt x="112016" y="32487"/>
                  <a:pt x="116286" y="29653"/>
                  <a:pt x="120253" y="27959"/>
                </a:cubicBezTo>
                <a:cubicBezTo>
                  <a:pt x="124221" y="26265"/>
                  <a:pt x="128401" y="25419"/>
                  <a:pt x="132795" y="25419"/>
                </a:cubicBezTo>
                <a:cubicBezTo>
                  <a:pt x="138667" y="25419"/>
                  <a:pt x="143296" y="27105"/>
                  <a:pt x="146681" y="30479"/>
                </a:cubicBezTo>
                <a:cubicBezTo>
                  <a:pt x="150065" y="33852"/>
                  <a:pt x="151758" y="38328"/>
                  <a:pt x="151758" y="43907"/>
                </a:cubicBezTo>
                <a:cubicBezTo>
                  <a:pt x="151758" y="46414"/>
                  <a:pt x="151018" y="51168"/>
                  <a:pt x="149538" y="58167"/>
                </a:cubicBezTo>
                <a:lnTo>
                  <a:pt x="141133" y="98581"/>
                </a:lnTo>
                <a:lnTo>
                  <a:pt x="121834" y="98581"/>
                </a:lnTo>
                <a:lnTo>
                  <a:pt x="130306" y="58028"/>
                </a:lnTo>
                <a:cubicBezTo>
                  <a:pt x="131562" y="51969"/>
                  <a:pt x="132189" y="48357"/>
                  <a:pt x="132189" y="47193"/>
                </a:cubicBezTo>
                <a:cubicBezTo>
                  <a:pt x="132189" y="44732"/>
                  <a:pt x="131461" y="42796"/>
                  <a:pt x="130004" y="41387"/>
                </a:cubicBezTo>
                <a:cubicBezTo>
                  <a:pt x="128547" y="39976"/>
                  <a:pt x="126518" y="39271"/>
                  <a:pt x="123918" y="39271"/>
                </a:cubicBezTo>
                <a:cubicBezTo>
                  <a:pt x="121094" y="39271"/>
                  <a:pt x="117956" y="40459"/>
                  <a:pt x="114504" y="42835"/>
                </a:cubicBezTo>
                <a:cubicBezTo>
                  <a:pt x="111052" y="45211"/>
                  <a:pt x="108340" y="48349"/>
                  <a:pt x="106367" y="52249"/>
                </a:cubicBezTo>
                <a:cubicBezTo>
                  <a:pt x="104933" y="55030"/>
                  <a:pt x="103319" y="60702"/>
                  <a:pt x="101526" y="69264"/>
                </a:cubicBezTo>
                <a:lnTo>
                  <a:pt x="95406" y="98581"/>
                </a:lnTo>
                <a:lnTo>
                  <a:pt x="76107" y="98581"/>
                </a:lnTo>
                <a:lnTo>
                  <a:pt x="91036" y="27167"/>
                </a:lnTo>
                <a:close/>
                <a:moveTo>
                  <a:pt x="225966" y="98581"/>
                </a:moveTo>
                <a:lnTo>
                  <a:pt x="207675" y="98581"/>
                </a:lnTo>
                <a:lnTo>
                  <a:pt x="209289" y="90854"/>
                </a:lnTo>
                <a:cubicBezTo>
                  <a:pt x="205792" y="94239"/>
                  <a:pt x="202352" y="96664"/>
                  <a:pt x="198967" y="98131"/>
                </a:cubicBezTo>
                <a:cubicBezTo>
                  <a:pt x="195582" y="99596"/>
                  <a:pt x="191761" y="100329"/>
                  <a:pt x="187502" y="100329"/>
                </a:cubicBezTo>
                <a:cubicBezTo>
                  <a:pt x="180105" y="100329"/>
                  <a:pt x="174109" y="97803"/>
                  <a:pt x="169514" y="92751"/>
                </a:cubicBezTo>
                <a:cubicBezTo>
                  <a:pt x="164919" y="87698"/>
                  <a:pt x="162621" y="80231"/>
                  <a:pt x="162621" y="70351"/>
                </a:cubicBezTo>
                <a:cubicBezTo>
                  <a:pt x="162621" y="58899"/>
                  <a:pt x="165849" y="48548"/>
                  <a:pt x="172305" y="39296"/>
                </a:cubicBezTo>
                <a:cubicBezTo>
                  <a:pt x="178760" y="30044"/>
                  <a:pt x="187300" y="25419"/>
                  <a:pt x="197925" y="25419"/>
                </a:cubicBezTo>
                <a:cubicBezTo>
                  <a:pt x="207518" y="25419"/>
                  <a:pt x="214714" y="29229"/>
                  <a:pt x="219510" y="36850"/>
                </a:cubicBezTo>
                <a:lnTo>
                  <a:pt x="227244" y="0"/>
                </a:lnTo>
                <a:lnTo>
                  <a:pt x="246543" y="0"/>
                </a:lnTo>
                <a:lnTo>
                  <a:pt x="225966" y="98581"/>
                </a:lnTo>
                <a:moveTo>
                  <a:pt x="181383" y="69508"/>
                </a:moveTo>
                <a:cubicBezTo>
                  <a:pt x="181383" y="74626"/>
                  <a:pt x="182671" y="78621"/>
                  <a:pt x="185249" y="81494"/>
                </a:cubicBezTo>
                <a:cubicBezTo>
                  <a:pt x="187827" y="84368"/>
                  <a:pt x="190999" y="85804"/>
                  <a:pt x="194764" y="85804"/>
                </a:cubicBezTo>
                <a:cubicBezTo>
                  <a:pt x="198261" y="85804"/>
                  <a:pt x="201522" y="84604"/>
                  <a:pt x="204548" y="82202"/>
                </a:cubicBezTo>
                <a:cubicBezTo>
                  <a:pt x="207574" y="79800"/>
                  <a:pt x="209995" y="76129"/>
                  <a:pt x="211811" y="71191"/>
                </a:cubicBezTo>
                <a:cubicBezTo>
                  <a:pt x="213626" y="66253"/>
                  <a:pt x="214534" y="61516"/>
                  <a:pt x="214534" y="56982"/>
                </a:cubicBezTo>
                <a:cubicBezTo>
                  <a:pt x="214534" y="51819"/>
                  <a:pt x="213145" y="47644"/>
                  <a:pt x="210365" y="44457"/>
                </a:cubicBezTo>
                <a:cubicBezTo>
                  <a:pt x="207586" y="41269"/>
                  <a:pt x="204380" y="39674"/>
                  <a:pt x="200749" y="39674"/>
                </a:cubicBezTo>
                <a:cubicBezTo>
                  <a:pt x="195101" y="39674"/>
                  <a:pt x="190461" y="42817"/>
                  <a:pt x="186829" y="49103"/>
                </a:cubicBezTo>
                <a:cubicBezTo>
                  <a:pt x="183198" y="55388"/>
                  <a:pt x="181383" y="62189"/>
                  <a:pt x="181383" y="69508"/>
                </a:cubicBezTo>
                <a:close/>
                <a:moveTo>
                  <a:pt x="351945" y="68859"/>
                </a:moveTo>
                <a:lnTo>
                  <a:pt x="303529" y="68859"/>
                </a:lnTo>
                <a:cubicBezTo>
                  <a:pt x="303484" y="69621"/>
                  <a:pt x="303462" y="70203"/>
                  <a:pt x="303462" y="70607"/>
                </a:cubicBezTo>
                <a:cubicBezTo>
                  <a:pt x="303462" y="75359"/>
                  <a:pt x="304818" y="79192"/>
                  <a:pt x="307530" y="82106"/>
                </a:cubicBezTo>
                <a:cubicBezTo>
                  <a:pt x="310242" y="85020"/>
                  <a:pt x="313548" y="86477"/>
                  <a:pt x="317449" y="86477"/>
                </a:cubicBezTo>
                <a:cubicBezTo>
                  <a:pt x="323859" y="86477"/>
                  <a:pt x="328858" y="83159"/>
                  <a:pt x="332444" y="76525"/>
                </a:cubicBezTo>
                <a:lnTo>
                  <a:pt x="349726" y="79483"/>
                </a:lnTo>
                <a:cubicBezTo>
                  <a:pt x="346364" y="86432"/>
                  <a:pt x="341870" y="91643"/>
                  <a:pt x="336243" y="95118"/>
                </a:cubicBezTo>
                <a:cubicBezTo>
                  <a:pt x="330617" y="98592"/>
                  <a:pt x="324308" y="100329"/>
                  <a:pt x="317314" y="100329"/>
                </a:cubicBezTo>
                <a:cubicBezTo>
                  <a:pt x="307721" y="100329"/>
                  <a:pt x="299920" y="97286"/>
                  <a:pt x="293913" y="91201"/>
                </a:cubicBezTo>
                <a:cubicBezTo>
                  <a:pt x="287906" y="85115"/>
                  <a:pt x="284902" y="77065"/>
                  <a:pt x="284902" y="67051"/>
                </a:cubicBezTo>
                <a:cubicBezTo>
                  <a:pt x="284902" y="57260"/>
                  <a:pt x="287614" y="48547"/>
                  <a:pt x="293039" y="40912"/>
                </a:cubicBezTo>
                <a:cubicBezTo>
                  <a:pt x="300436" y="30583"/>
                  <a:pt x="310993" y="25419"/>
                  <a:pt x="324711" y="25419"/>
                </a:cubicBezTo>
                <a:cubicBezTo>
                  <a:pt x="333453" y="25419"/>
                  <a:pt x="340401" y="28124"/>
                  <a:pt x="345557" y="33534"/>
                </a:cubicBezTo>
                <a:cubicBezTo>
                  <a:pt x="350712" y="38945"/>
                  <a:pt x="353290" y="46521"/>
                  <a:pt x="353290" y="56265"/>
                </a:cubicBezTo>
                <a:cubicBezTo>
                  <a:pt x="353290" y="60934"/>
                  <a:pt x="352842" y="65132"/>
                  <a:pt x="351945" y="68859"/>
                </a:cubicBezTo>
                <a:moveTo>
                  <a:pt x="335672" y="57024"/>
                </a:moveTo>
                <a:cubicBezTo>
                  <a:pt x="335717" y="56175"/>
                  <a:pt x="335739" y="55527"/>
                  <a:pt x="335739" y="55082"/>
                </a:cubicBezTo>
                <a:cubicBezTo>
                  <a:pt x="335739" y="49812"/>
                  <a:pt x="334551" y="45859"/>
                  <a:pt x="332175" y="43224"/>
                </a:cubicBezTo>
                <a:cubicBezTo>
                  <a:pt x="329799" y="40588"/>
                  <a:pt x="326616" y="39271"/>
                  <a:pt x="322626" y="39271"/>
                </a:cubicBezTo>
                <a:cubicBezTo>
                  <a:pt x="318637" y="39271"/>
                  <a:pt x="315061" y="40767"/>
                  <a:pt x="311901" y="43760"/>
                </a:cubicBezTo>
                <a:cubicBezTo>
                  <a:pt x="308740" y="46752"/>
                  <a:pt x="306600" y="51173"/>
                  <a:pt x="305479" y="57024"/>
                </a:cubicBezTo>
                <a:lnTo>
                  <a:pt x="335672" y="57024"/>
                </a:lnTo>
                <a:close/>
                <a:moveTo>
                  <a:pt x="391806" y="78630"/>
                </a:moveTo>
                <a:lnTo>
                  <a:pt x="374053" y="98581"/>
                </a:lnTo>
                <a:lnTo>
                  <a:pt x="350383" y="98581"/>
                </a:lnTo>
                <a:lnTo>
                  <a:pt x="383400" y="61907"/>
                </a:lnTo>
                <a:lnTo>
                  <a:pt x="365244" y="27167"/>
                </a:lnTo>
                <a:lnTo>
                  <a:pt x="385754" y="27167"/>
                </a:lnTo>
                <a:lnTo>
                  <a:pt x="396177" y="47420"/>
                </a:lnTo>
                <a:lnTo>
                  <a:pt x="414266" y="27167"/>
                </a:lnTo>
                <a:lnTo>
                  <a:pt x="437734" y="27167"/>
                </a:lnTo>
                <a:lnTo>
                  <a:pt x="404583" y="64278"/>
                </a:lnTo>
                <a:lnTo>
                  <a:pt x="422604" y="98581"/>
                </a:lnTo>
                <a:lnTo>
                  <a:pt x="402094" y="98581"/>
                </a:lnTo>
                <a:lnTo>
                  <a:pt x="391806" y="78630"/>
                </a:lnTo>
                <a:close/>
                <a:moveTo>
                  <a:pt x="440274" y="41557"/>
                </a:moveTo>
                <a:lnTo>
                  <a:pt x="443233" y="27167"/>
                </a:lnTo>
                <a:lnTo>
                  <a:pt x="452727" y="27167"/>
                </a:lnTo>
                <a:lnTo>
                  <a:pt x="455072" y="15735"/>
                </a:lnTo>
                <a:lnTo>
                  <a:pt x="477124" y="2421"/>
                </a:lnTo>
                <a:lnTo>
                  <a:pt x="472026" y="27167"/>
                </a:lnTo>
                <a:lnTo>
                  <a:pt x="483714" y="27167"/>
                </a:lnTo>
                <a:lnTo>
                  <a:pt x="480756" y="41557"/>
                </a:lnTo>
                <a:lnTo>
                  <a:pt x="469061" y="41557"/>
                </a:lnTo>
                <a:lnTo>
                  <a:pt x="462667" y="71490"/>
                </a:lnTo>
                <a:cubicBezTo>
                  <a:pt x="461546" y="76907"/>
                  <a:pt x="460986" y="79996"/>
                  <a:pt x="460986" y="80757"/>
                </a:cubicBezTo>
                <a:cubicBezTo>
                  <a:pt x="460986" y="82238"/>
                  <a:pt x="461456" y="83393"/>
                  <a:pt x="462398" y="84224"/>
                </a:cubicBezTo>
                <a:cubicBezTo>
                  <a:pt x="463339" y="85053"/>
                  <a:pt x="465043" y="85468"/>
                  <a:pt x="467508" y="85468"/>
                </a:cubicBezTo>
                <a:cubicBezTo>
                  <a:pt x="468360" y="85468"/>
                  <a:pt x="470490" y="85311"/>
                  <a:pt x="473897" y="84997"/>
                </a:cubicBezTo>
                <a:lnTo>
                  <a:pt x="470871" y="99320"/>
                </a:lnTo>
                <a:cubicBezTo>
                  <a:pt x="467553" y="99993"/>
                  <a:pt x="464146" y="100329"/>
                  <a:pt x="460649" y="100329"/>
                </a:cubicBezTo>
                <a:cubicBezTo>
                  <a:pt x="453835" y="100329"/>
                  <a:pt x="448882" y="99012"/>
                  <a:pt x="445788" y="96379"/>
                </a:cubicBezTo>
                <a:cubicBezTo>
                  <a:pt x="442695" y="93743"/>
                  <a:pt x="441148" y="90084"/>
                  <a:pt x="441148" y="85401"/>
                </a:cubicBezTo>
                <a:cubicBezTo>
                  <a:pt x="441148" y="83204"/>
                  <a:pt x="441978" y="78138"/>
                  <a:pt x="443636" y="70201"/>
                </a:cubicBezTo>
                <a:lnTo>
                  <a:pt x="449867" y="41557"/>
                </a:lnTo>
                <a:lnTo>
                  <a:pt x="440274" y="41557"/>
                </a:lnTo>
                <a:close/>
                <a:moveTo>
                  <a:pt x="495191" y="27167"/>
                </a:moveTo>
                <a:lnTo>
                  <a:pt x="513213" y="27167"/>
                </a:lnTo>
                <a:lnTo>
                  <a:pt x="510321" y="40990"/>
                </a:lnTo>
                <a:cubicBezTo>
                  <a:pt x="517046" y="30609"/>
                  <a:pt x="524330" y="25419"/>
                  <a:pt x="532176" y="25419"/>
                </a:cubicBezTo>
                <a:cubicBezTo>
                  <a:pt x="534955" y="25419"/>
                  <a:pt x="537936" y="26113"/>
                  <a:pt x="541119" y="27503"/>
                </a:cubicBezTo>
                <a:lnTo>
                  <a:pt x="533722" y="43306"/>
                </a:lnTo>
                <a:cubicBezTo>
                  <a:pt x="531974" y="42678"/>
                  <a:pt x="530113" y="42364"/>
                  <a:pt x="528141" y="42364"/>
                </a:cubicBezTo>
                <a:cubicBezTo>
                  <a:pt x="524824" y="42364"/>
                  <a:pt x="521450" y="43622"/>
                  <a:pt x="518021" y="46138"/>
                </a:cubicBezTo>
                <a:cubicBezTo>
                  <a:pt x="514591" y="48653"/>
                  <a:pt x="511913" y="52010"/>
                  <a:pt x="509985" y="56210"/>
                </a:cubicBezTo>
                <a:cubicBezTo>
                  <a:pt x="508057" y="60409"/>
                  <a:pt x="506152" y="67068"/>
                  <a:pt x="504269" y="76186"/>
                </a:cubicBezTo>
                <a:lnTo>
                  <a:pt x="499562" y="98581"/>
                </a:lnTo>
                <a:lnTo>
                  <a:pt x="480263" y="98581"/>
                </a:lnTo>
                <a:lnTo>
                  <a:pt x="495191" y="27167"/>
                </a:lnTo>
                <a:close/>
                <a:moveTo>
                  <a:pt x="562129" y="47340"/>
                </a:moveTo>
                <a:lnTo>
                  <a:pt x="543300" y="45739"/>
                </a:lnTo>
                <a:cubicBezTo>
                  <a:pt x="545452" y="39369"/>
                  <a:pt x="549206" y="34390"/>
                  <a:pt x="554564" y="30802"/>
                </a:cubicBezTo>
                <a:cubicBezTo>
                  <a:pt x="559921" y="27213"/>
                  <a:pt x="567015" y="25419"/>
                  <a:pt x="575847" y="25419"/>
                </a:cubicBezTo>
                <a:cubicBezTo>
                  <a:pt x="585037" y="25419"/>
                  <a:pt x="591828" y="27270"/>
                  <a:pt x="596222" y="30973"/>
                </a:cubicBezTo>
                <a:cubicBezTo>
                  <a:pt x="600615" y="34674"/>
                  <a:pt x="602812" y="39194"/>
                  <a:pt x="602812" y="44533"/>
                </a:cubicBezTo>
                <a:cubicBezTo>
                  <a:pt x="602812" y="46687"/>
                  <a:pt x="602621" y="48977"/>
                  <a:pt x="602240" y="51400"/>
                </a:cubicBezTo>
                <a:cubicBezTo>
                  <a:pt x="601859" y="53822"/>
                  <a:pt x="600525" y="60194"/>
                  <a:pt x="598239" y="70515"/>
                </a:cubicBezTo>
                <a:cubicBezTo>
                  <a:pt x="596356" y="79039"/>
                  <a:pt x="595415" y="85007"/>
                  <a:pt x="595415" y="88418"/>
                </a:cubicBezTo>
                <a:cubicBezTo>
                  <a:pt x="595415" y="91470"/>
                  <a:pt x="595953" y="94857"/>
                  <a:pt x="597029" y="98581"/>
                </a:cubicBezTo>
                <a:lnTo>
                  <a:pt x="578267" y="98581"/>
                </a:lnTo>
                <a:cubicBezTo>
                  <a:pt x="577505" y="95981"/>
                  <a:pt x="577035" y="93291"/>
                  <a:pt x="576855" y="90511"/>
                </a:cubicBezTo>
                <a:cubicBezTo>
                  <a:pt x="574031" y="93649"/>
                  <a:pt x="570781" y="96070"/>
                  <a:pt x="567105" y="97774"/>
                </a:cubicBezTo>
                <a:cubicBezTo>
                  <a:pt x="563429" y="99477"/>
                  <a:pt x="559730" y="100329"/>
                  <a:pt x="556009" y="100329"/>
                </a:cubicBezTo>
                <a:cubicBezTo>
                  <a:pt x="550092" y="100329"/>
                  <a:pt x="545205" y="98387"/>
                  <a:pt x="541350" y="94504"/>
                </a:cubicBezTo>
                <a:cubicBezTo>
                  <a:pt x="537495" y="90621"/>
                  <a:pt x="535567" y="85626"/>
                  <a:pt x="535567" y="79521"/>
                </a:cubicBezTo>
                <a:cubicBezTo>
                  <a:pt x="535567" y="72697"/>
                  <a:pt x="537685" y="67243"/>
                  <a:pt x="541922" y="63158"/>
                </a:cubicBezTo>
                <a:cubicBezTo>
                  <a:pt x="546158" y="59072"/>
                  <a:pt x="553723" y="56603"/>
                  <a:pt x="564617" y="55750"/>
                </a:cubicBezTo>
                <a:cubicBezTo>
                  <a:pt x="573807" y="54987"/>
                  <a:pt x="579948" y="54066"/>
                  <a:pt x="583042" y="52989"/>
                </a:cubicBezTo>
                <a:cubicBezTo>
                  <a:pt x="583849" y="50299"/>
                  <a:pt x="584252" y="48147"/>
                  <a:pt x="584252" y="46533"/>
                </a:cubicBezTo>
                <a:cubicBezTo>
                  <a:pt x="584252" y="44471"/>
                  <a:pt x="583423" y="42745"/>
                  <a:pt x="581764" y="41356"/>
                </a:cubicBezTo>
                <a:cubicBezTo>
                  <a:pt x="580105" y="39966"/>
                  <a:pt x="577640" y="39271"/>
                  <a:pt x="574367" y="39271"/>
                </a:cubicBezTo>
                <a:cubicBezTo>
                  <a:pt x="570915" y="39271"/>
                  <a:pt x="568192" y="39971"/>
                  <a:pt x="566197" y="41372"/>
                </a:cubicBezTo>
                <a:cubicBezTo>
                  <a:pt x="564202" y="42772"/>
                  <a:pt x="562846" y="44761"/>
                  <a:pt x="562129" y="47340"/>
                </a:cubicBezTo>
                <a:moveTo>
                  <a:pt x="580486" y="65227"/>
                </a:moveTo>
                <a:cubicBezTo>
                  <a:pt x="579321" y="65543"/>
                  <a:pt x="577774" y="65835"/>
                  <a:pt x="575847" y="66104"/>
                </a:cubicBezTo>
                <a:cubicBezTo>
                  <a:pt x="566163" y="67273"/>
                  <a:pt x="559842" y="68983"/>
                  <a:pt x="556884" y="71231"/>
                </a:cubicBezTo>
                <a:cubicBezTo>
                  <a:pt x="554777" y="72851"/>
                  <a:pt x="553723" y="75033"/>
                  <a:pt x="553723" y="77777"/>
                </a:cubicBezTo>
                <a:cubicBezTo>
                  <a:pt x="553723" y="80025"/>
                  <a:pt x="554530" y="81926"/>
                  <a:pt x="556144" y="83478"/>
                </a:cubicBezTo>
                <a:cubicBezTo>
                  <a:pt x="557758" y="85029"/>
                  <a:pt x="559887" y="85804"/>
                  <a:pt x="562532" y="85804"/>
                </a:cubicBezTo>
                <a:cubicBezTo>
                  <a:pt x="565446" y="85804"/>
                  <a:pt x="568192" y="85096"/>
                  <a:pt x="570770" y="83680"/>
                </a:cubicBezTo>
                <a:cubicBezTo>
                  <a:pt x="573347" y="82262"/>
                  <a:pt x="575275" y="80440"/>
                  <a:pt x="576553" y="78214"/>
                </a:cubicBezTo>
                <a:cubicBezTo>
                  <a:pt x="577830" y="75988"/>
                  <a:pt x="578962" y="72514"/>
                  <a:pt x="579948" y="67791"/>
                </a:cubicBezTo>
                <a:lnTo>
                  <a:pt x="580486" y="65227"/>
                </a:lnTo>
                <a:close/>
                <a:moveTo>
                  <a:pt x="659821" y="71683"/>
                </a:moveTo>
                <a:lnTo>
                  <a:pt x="678582" y="74709"/>
                </a:lnTo>
                <a:cubicBezTo>
                  <a:pt x="675489" y="83070"/>
                  <a:pt x="670916" y="89430"/>
                  <a:pt x="664864" y="93790"/>
                </a:cubicBezTo>
                <a:cubicBezTo>
                  <a:pt x="658812" y="98149"/>
                  <a:pt x="651797" y="100329"/>
                  <a:pt x="643817" y="100329"/>
                </a:cubicBezTo>
                <a:cubicBezTo>
                  <a:pt x="634716" y="100329"/>
                  <a:pt x="627499" y="97612"/>
                  <a:pt x="622164" y="92178"/>
                </a:cubicBezTo>
                <a:cubicBezTo>
                  <a:pt x="616829" y="86744"/>
                  <a:pt x="614162" y="79266"/>
                  <a:pt x="614162" y="69745"/>
                </a:cubicBezTo>
                <a:cubicBezTo>
                  <a:pt x="614162" y="61976"/>
                  <a:pt x="615776" y="54633"/>
                  <a:pt x="619004" y="47716"/>
                </a:cubicBezTo>
                <a:cubicBezTo>
                  <a:pt x="622231" y="40800"/>
                  <a:pt x="627095" y="35355"/>
                  <a:pt x="633596" y="31380"/>
                </a:cubicBezTo>
                <a:cubicBezTo>
                  <a:pt x="640096" y="27406"/>
                  <a:pt x="647224" y="25419"/>
                  <a:pt x="654979" y="25419"/>
                </a:cubicBezTo>
                <a:cubicBezTo>
                  <a:pt x="663408" y="25419"/>
                  <a:pt x="670132" y="27631"/>
                  <a:pt x="675153" y="32055"/>
                </a:cubicBezTo>
                <a:cubicBezTo>
                  <a:pt x="680174" y="36479"/>
                  <a:pt x="682998" y="42303"/>
                  <a:pt x="683626" y="49526"/>
                </a:cubicBezTo>
                <a:lnTo>
                  <a:pt x="665268" y="51509"/>
                </a:lnTo>
                <a:cubicBezTo>
                  <a:pt x="664820" y="47451"/>
                  <a:pt x="663598" y="44464"/>
                  <a:pt x="661603" y="42549"/>
                </a:cubicBezTo>
                <a:cubicBezTo>
                  <a:pt x="659608" y="40633"/>
                  <a:pt x="656997" y="39674"/>
                  <a:pt x="653769" y="39674"/>
                </a:cubicBezTo>
                <a:cubicBezTo>
                  <a:pt x="650048" y="39674"/>
                  <a:pt x="646574" y="41066"/>
                  <a:pt x="643346" y="43850"/>
                </a:cubicBezTo>
                <a:cubicBezTo>
                  <a:pt x="640118" y="46634"/>
                  <a:pt x="637642" y="50798"/>
                  <a:pt x="635916" y="56343"/>
                </a:cubicBezTo>
                <a:cubicBezTo>
                  <a:pt x="634190" y="61888"/>
                  <a:pt x="633327" y="67084"/>
                  <a:pt x="633327" y="71933"/>
                </a:cubicBezTo>
                <a:cubicBezTo>
                  <a:pt x="633327" y="76153"/>
                  <a:pt x="634358" y="79408"/>
                  <a:pt x="636420" y="81698"/>
                </a:cubicBezTo>
                <a:cubicBezTo>
                  <a:pt x="638482" y="83987"/>
                  <a:pt x="641060" y="85132"/>
                  <a:pt x="644153" y="85132"/>
                </a:cubicBezTo>
                <a:cubicBezTo>
                  <a:pt x="647246" y="85132"/>
                  <a:pt x="650228" y="84011"/>
                  <a:pt x="653097" y="81770"/>
                </a:cubicBezTo>
                <a:cubicBezTo>
                  <a:pt x="655966" y="79528"/>
                  <a:pt x="658207" y="76166"/>
                  <a:pt x="659821" y="71683"/>
                </a:cubicBezTo>
                <a:close/>
                <a:moveTo>
                  <a:pt x="692755" y="41557"/>
                </a:moveTo>
                <a:lnTo>
                  <a:pt x="695714" y="27167"/>
                </a:lnTo>
                <a:lnTo>
                  <a:pt x="705208" y="27167"/>
                </a:lnTo>
                <a:lnTo>
                  <a:pt x="707553" y="15735"/>
                </a:lnTo>
                <a:lnTo>
                  <a:pt x="729605" y="2421"/>
                </a:lnTo>
                <a:lnTo>
                  <a:pt x="724507" y="27167"/>
                </a:lnTo>
                <a:lnTo>
                  <a:pt x="736195" y="27167"/>
                </a:lnTo>
                <a:lnTo>
                  <a:pt x="733237" y="41557"/>
                </a:lnTo>
                <a:lnTo>
                  <a:pt x="721542" y="41557"/>
                </a:lnTo>
                <a:lnTo>
                  <a:pt x="715148" y="71490"/>
                </a:lnTo>
                <a:cubicBezTo>
                  <a:pt x="714027" y="76907"/>
                  <a:pt x="713467" y="79996"/>
                  <a:pt x="713467" y="80757"/>
                </a:cubicBezTo>
                <a:cubicBezTo>
                  <a:pt x="713467" y="82238"/>
                  <a:pt x="713937" y="83393"/>
                  <a:pt x="714879" y="84224"/>
                </a:cubicBezTo>
                <a:cubicBezTo>
                  <a:pt x="715820" y="85053"/>
                  <a:pt x="717524" y="85468"/>
                  <a:pt x="719989" y="85468"/>
                </a:cubicBezTo>
                <a:cubicBezTo>
                  <a:pt x="720841" y="85468"/>
                  <a:pt x="722971" y="85311"/>
                  <a:pt x="726378" y="84997"/>
                </a:cubicBezTo>
                <a:lnTo>
                  <a:pt x="723352" y="99320"/>
                </a:lnTo>
                <a:cubicBezTo>
                  <a:pt x="720034" y="99993"/>
                  <a:pt x="716627" y="100329"/>
                  <a:pt x="713130" y="100329"/>
                </a:cubicBezTo>
                <a:cubicBezTo>
                  <a:pt x="706316" y="100329"/>
                  <a:pt x="701363" y="99012"/>
                  <a:pt x="698269" y="96379"/>
                </a:cubicBezTo>
                <a:cubicBezTo>
                  <a:pt x="695176" y="93743"/>
                  <a:pt x="693629" y="90084"/>
                  <a:pt x="693629" y="85401"/>
                </a:cubicBezTo>
                <a:cubicBezTo>
                  <a:pt x="693629" y="83204"/>
                  <a:pt x="694459" y="78138"/>
                  <a:pt x="696117" y="70201"/>
                </a:cubicBezTo>
                <a:lnTo>
                  <a:pt x="702348" y="41557"/>
                </a:lnTo>
                <a:lnTo>
                  <a:pt x="692755" y="41557"/>
                </a:lnTo>
                <a:close/>
                <a:moveTo>
                  <a:pt x="771537" y="98581"/>
                </a:moveTo>
                <a:lnTo>
                  <a:pt x="792114" y="0"/>
                </a:lnTo>
                <a:lnTo>
                  <a:pt x="811480" y="0"/>
                </a:lnTo>
                <a:lnTo>
                  <a:pt x="804554" y="32918"/>
                </a:lnTo>
                <a:cubicBezTo>
                  <a:pt x="808096" y="30216"/>
                  <a:pt x="811402" y="28290"/>
                  <a:pt x="814473" y="27142"/>
                </a:cubicBezTo>
                <a:cubicBezTo>
                  <a:pt x="817544" y="25993"/>
                  <a:pt x="820895" y="25419"/>
                  <a:pt x="824526" y="25419"/>
                </a:cubicBezTo>
                <a:cubicBezTo>
                  <a:pt x="832057" y="25419"/>
                  <a:pt x="838087" y="27945"/>
                  <a:pt x="842615" y="32998"/>
                </a:cubicBezTo>
                <a:cubicBezTo>
                  <a:pt x="847143" y="38050"/>
                  <a:pt x="849406" y="45404"/>
                  <a:pt x="849406" y="55059"/>
                </a:cubicBezTo>
                <a:cubicBezTo>
                  <a:pt x="849406" y="61572"/>
                  <a:pt x="848342" y="67893"/>
                  <a:pt x="846212" y="74024"/>
                </a:cubicBezTo>
                <a:cubicBezTo>
                  <a:pt x="844083" y="80153"/>
                  <a:pt x="841236" y="85137"/>
                  <a:pt x="837672" y="88977"/>
                </a:cubicBezTo>
                <a:cubicBezTo>
                  <a:pt x="834108" y="92817"/>
                  <a:pt x="830365" y="95670"/>
                  <a:pt x="826442" y="97534"/>
                </a:cubicBezTo>
                <a:cubicBezTo>
                  <a:pt x="822520" y="99398"/>
                  <a:pt x="818407" y="100329"/>
                  <a:pt x="814103" y="100329"/>
                </a:cubicBezTo>
                <a:cubicBezTo>
                  <a:pt x="803882" y="100329"/>
                  <a:pt x="796373" y="95874"/>
                  <a:pt x="791576" y="86964"/>
                </a:cubicBezTo>
                <a:lnTo>
                  <a:pt x="789088" y="98581"/>
                </a:lnTo>
                <a:lnTo>
                  <a:pt x="771537" y="98581"/>
                </a:lnTo>
                <a:moveTo>
                  <a:pt x="797561" y="69552"/>
                </a:moveTo>
                <a:cubicBezTo>
                  <a:pt x="797561" y="74363"/>
                  <a:pt x="798917" y="78274"/>
                  <a:pt x="801629" y="81286"/>
                </a:cubicBezTo>
                <a:cubicBezTo>
                  <a:pt x="804341" y="84298"/>
                  <a:pt x="807535" y="85804"/>
                  <a:pt x="811211" y="85804"/>
                </a:cubicBezTo>
                <a:cubicBezTo>
                  <a:pt x="814439" y="85804"/>
                  <a:pt x="817521" y="84635"/>
                  <a:pt x="820458" y="82297"/>
                </a:cubicBezTo>
                <a:cubicBezTo>
                  <a:pt x="823394" y="79959"/>
                  <a:pt x="825837" y="76228"/>
                  <a:pt x="827787" y="71103"/>
                </a:cubicBezTo>
                <a:cubicBezTo>
                  <a:pt x="829737" y="65977"/>
                  <a:pt x="830712" y="60806"/>
                  <a:pt x="830712" y="55590"/>
                </a:cubicBezTo>
                <a:cubicBezTo>
                  <a:pt x="830712" y="50511"/>
                  <a:pt x="829401" y="46521"/>
                  <a:pt x="826779" y="43621"/>
                </a:cubicBezTo>
                <a:cubicBezTo>
                  <a:pt x="824156" y="40721"/>
                  <a:pt x="820984" y="39271"/>
                  <a:pt x="817263" y="39271"/>
                </a:cubicBezTo>
                <a:cubicBezTo>
                  <a:pt x="812422" y="39271"/>
                  <a:pt x="808253" y="41519"/>
                  <a:pt x="804756" y="46014"/>
                </a:cubicBezTo>
                <a:cubicBezTo>
                  <a:pt x="799959" y="52174"/>
                  <a:pt x="797561" y="60020"/>
                  <a:pt x="797561" y="69552"/>
                </a:cubicBezTo>
                <a:close/>
                <a:moveTo>
                  <a:pt x="871029" y="27167"/>
                </a:moveTo>
                <a:lnTo>
                  <a:pt x="890329" y="27167"/>
                </a:lnTo>
                <a:lnTo>
                  <a:pt x="881520" y="69464"/>
                </a:lnTo>
                <a:cubicBezTo>
                  <a:pt x="880444" y="74530"/>
                  <a:pt x="879906" y="77690"/>
                  <a:pt x="879906" y="78945"/>
                </a:cubicBezTo>
                <a:cubicBezTo>
                  <a:pt x="879906" y="81007"/>
                  <a:pt x="880668" y="82778"/>
                  <a:pt x="882192" y="84258"/>
                </a:cubicBezTo>
                <a:cubicBezTo>
                  <a:pt x="883716" y="85737"/>
                  <a:pt x="885666" y="86477"/>
                  <a:pt x="888042" y="86477"/>
                </a:cubicBezTo>
                <a:cubicBezTo>
                  <a:pt x="889746" y="86477"/>
                  <a:pt x="891427" y="86152"/>
                  <a:pt x="893086" y="85504"/>
                </a:cubicBezTo>
                <a:cubicBezTo>
                  <a:pt x="894744" y="84854"/>
                  <a:pt x="896448" y="83868"/>
                  <a:pt x="898196" y="82547"/>
                </a:cubicBezTo>
                <a:cubicBezTo>
                  <a:pt x="899945" y="81225"/>
                  <a:pt x="901514" y="79712"/>
                  <a:pt x="902903" y="78010"/>
                </a:cubicBezTo>
                <a:cubicBezTo>
                  <a:pt x="904293" y="76308"/>
                  <a:pt x="905593" y="74069"/>
                  <a:pt x="906804" y="71292"/>
                </a:cubicBezTo>
                <a:cubicBezTo>
                  <a:pt x="907655" y="69231"/>
                  <a:pt x="908574" y="65870"/>
                  <a:pt x="909561" y="61207"/>
                </a:cubicBezTo>
                <a:lnTo>
                  <a:pt x="916689" y="27167"/>
                </a:lnTo>
                <a:lnTo>
                  <a:pt x="935988" y="27167"/>
                </a:lnTo>
                <a:lnTo>
                  <a:pt x="921059" y="98581"/>
                </a:lnTo>
                <a:lnTo>
                  <a:pt x="903038" y="98581"/>
                </a:lnTo>
                <a:lnTo>
                  <a:pt x="905055" y="88948"/>
                </a:lnTo>
                <a:cubicBezTo>
                  <a:pt x="897165" y="96535"/>
                  <a:pt x="888580" y="100329"/>
                  <a:pt x="879300" y="100329"/>
                </a:cubicBezTo>
                <a:cubicBezTo>
                  <a:pt x="873428" y="100329"/>
                  <a:pt x="868810" y="98642"/>
                  <a:pt x="865448" y="95269"/>
                </a:cubicBezTo>
                <a:cubicBezTo>
                  <a:pt x="862086" y="91894"/>
                  <a:pt x="860405" y="87372"/>
                  <a:pt x="860405" y="81702"/>
                </a:cubicBezTo>
                <a:cubicBezTo>
                  <a:pt x="860405" y="79237"/>
                  <a:pt x="861167" y="74328"/>
                  <a:pt x="862691" y="66976"/>
                </a:cubicBezTo>
                <a:lnTo>
                  <a:pt x="871029" y="27167"/>
                </a:lnTo>
                <a:close/>
                <a:moveTo>
                  <a:pt x="939387" y="102346"/>
                </a:moveTo>
                <a:lnTo>
                  <a:pt x="959763" y="105305"/>
                </a:lnTo>
                <a:cubicBezTo>
                  <a:pt x="959763" y="107367"/>
                  <a:pt x="960099" y="108925"/>
                  <a:pt x="960771" y="109979"/>
                </a:cubicBezTo>
                <a:cubicBezTo>
                  <a:pt x="961444" y="111032"/>
                  <a:pt x="962531" y="111929"/>
                  <a:pt x="964033" y="112669"/>
                </a:cubicBezTo>
                <a:cubicBezTo>
                  <a:pt x="965534" y="113408"/>
                  <a:pt x="967585" y="113778"/>
                  <a:pt x="970185" y="113778"/>
                </a:cubicBezTo>
                <a:cubicBezTo>
                  <a:pt x="974265" y="113778"/>
                  <a:pt x="977538" y="112970"/>
                  <a:pt x="980003" y="111355"/>
                </a:cubicBezTo>
                <a:cubicBezTo>
                  <a:pt x="981841" y="110099"/>
                  <a:pt x="983343" y="108078"/>
                  <a:pt x="984509" y="105295"/>
                </a:cubicBezTo>
                <a:cubicBezTo>
                  <a:pt x="985226" y="103545"/>
                  <a:pt x="986145" y="99730"/>
                  <a:pt x="987266" y="93851"/>
                </a:cubicBezTo>
                <a:lnTo>
                  <a:pt x="987938" y="90511"/>
                </a:lnTo>
                <a:cubicBezTo>
                  <a:pt x="981258" y="96070"/>
                  <a:pt x="974355" y="98850"/>
                  <a:pt x="967227" y="98850"/>
                </a:cubicBezTo>
                <a:cubicBezTo>
                  <a:pt x="960233" y="98850"/>
                  <a:pt x="954495" y="96382"/>
                  <a:pt x="950012" y="91447"/>
                </a:cubicBezTo>
                <a:cubicBezTo>
                  <a:pt x="945529" y="86511"/>
                  <a:pt x="943288" y="79286"/>
                  <a:pt x="943288" y="69773"/>
                </a:cubicBezTo>
                <a:cubicBezTo>
                  <a:pt x="943288" y="61383"/>
                  <a:pt x="944812" y="53688"/>
                  <a:pt x="947860" y="46689"/>
                </a:cubicBezTo>
                <a:cubicBezTo>
                  <a:pt x="950909" y="39688"/>
                  <a:pt x="955190" y="34394"/>
                  <a:pt x="960704" y="30804"/>
                </a:cubicBezTo>
                <a:cubicBezTo>
                  <a:pt x="966218" y="27214"/>
                  <a:pt x="971844" y="25419"/>
                  <a:pt x="977582" y="25419"/>
                </a:cubicBezTo>
                <a:cubicBezTo>
                  <a:pt x="982334" y="25419"/>
                  <a:pt x="986683" y="26678"/>
                  <a:pt x="990628" y="29197"/>
                </a:cubicBezTo>
                <a:cubicBezTo>
                  <a:pt x="994573" y="31716"/>
                  <a:pt x="997644" y="35247"/>
                  <a:pt x="999840" y="39790"/>
                </a:cubicBezTo>
                <a:lnTo>
                  <a:pt x="1002530" y="27167"/>
                </a:lnTo>
                <a:lnTo>
                  <a:pt x="1020619" y="27167"/>
                </a:lnTo>
                <a:lnTo>
                  <a:pt x="1008246" y="86618"/>
                </a:lnTo>
                <a:cubicBezTo>
                  <a:pt x="1006229" y="96196"/>
                  <a:pt x="1004525" y="103031"/>
                  <a:pt x="1003135" y="107123"/>
                </a:cubicBezTo>
                <a:cubicBezTo>
                  <a:pt x="1001746" y="111216"/>
                  <a:pt x="1000154" y="114477"/>
                  <a:pt x="998361" y="116905"/>
                </a:cubicBezTo>
                <a:cubicBezTo>
                  <a:pt x="996568" y="119333"/>
                  <a:pt x="994304" y="121368"/>
                  <a:pt x="991569" y="123010"/>
                </a:cubicBezTo>
                <a:cubicBezTo>
                  <a:pt x="988835" y="124651"/>
                  <a:pt x="985607" y="125832"/>
                  <a:pt x="981886" y="126550"/>
                </a:cubicBezTo>
                <a:cubicBezTo>
                  <a:pt x="978165" y="127270"/>
                  <a:pt x="974130" y="127631"/>
                  <a:pt x="969782" y="127631"/>
                </a:cubicBezTo>
                <a:cubicBezTo>
                  <a:pt x="959695" y="127631"/>
                  <a:pt x="952074" y="125900"/>
                  <a:pt x="946919" y="122438"/>
                </a:cubicBezTo>
                <a:cubicBezTo>
                  <a:pt x="941763" y="118978"/>
                  <a:pt x="939186" y="113225"/>
                  <a:pt x="939186" y="105179"/>
                </a:cubicBezTo>
                <a:cubicBezTo>
                  <a:pt x="939186" y="104325"/>
                  <a:pt x="939253" y="103380"/>
                  <a:pt x="939387" y="102346"/>
                </a:cubicBezTo>
                <a:moveTo>
                  <a:pt x="962116" y="67808"/>
                </a:moveTo>
                <a:cubicBezTo>
                  <a:pt x="962116" y="73224"/>
                  <a:pt x="963338" y="77353"/>
                  <a:pt x="965781" y="80196"/>
                </a:cubicBezTo>
                <a:cubicBezTo>
                  <a:pt x="968224" y="83038"/>
                  <a:pt x="971284" y="84459"/>
                  <a:pt x="974960" y="84459"/>
                </a:cubicBezTo>
                <a:cubicBezTo>
                  <a:pt x="978322" y="84459"/>
                  <a:pt x="981583" y="83184"/>
                  <a:pt x="984744" y="80633"/>
                </a:cubicBezTo>
                <a:cubicBezTo>
                  <a:pt x="987904" y="78080"/>
                  <a:pt x="990325" y="74454"/>
                  <a:pt x="992006" y="69754"/>
                </a:cubicBezTo>
                <a:cubicBezTo>
                  <a:pt x="993687" y="65054"/>
                  <a:pt x="994528" y="60510"/>
                  <a:pt x="994528" y="56124"/>
                </a:cubicBezTo>
                <a:cubicBezTo>
                  <a:pt x="994528" y="51065"/>
                  <a:pt x="993161" y="46992"/>
                  <a:pt x="990426" y="43905"/>
                </a:cubicBezTo>
                <a:cubicBezTo>
                  <a:pt x="987691" y="40815"/>
                  <a:pt x="984531" y="39271"/>
                  <a:pt x="980945" y="39271"/>
                </a:cubicBezTo>
                <a:cubicBezTo>
                  <a:pt x="977493" y="39271"/>
                  <a:pt x="974321" y="40636"/>
                  <a:pt x="971429" y="43367"/>
                </a:cubicBezTo>
                <a:cubicBezTo>
                  <a:pt x="968538" y="46097"/>
                  <a:pt x="966151" y="50305"/>
                  <a:pt x="964268" y="55990"/>
                </a:cubicBezTo>
                <a:cubicBezTo>
                  <a:pt x="962833" y="60377"/>
                  <a:pt x="962116" y="64317"/>
                  <a:pt x="962116" y="67808"/>
                </a:cubicBezTo>
                <a:close/>
                <a:moveTo>
                  <a:pt x="1028255" y="53661"/>
                </a:moveTo>
                <a:lnTo>
                  <a:pt x="1065710" y="53661"/>
                </a:lnTo>
                <a:lnTo>
                  <a:pt x="1061810" y="72355"/>
                </a:lnTo>
                <a:lnTo>
                  <a:pt x="1024355" y="72355"/>
                </a:lnTo>
                <a:lnTo>
                  <a:pt x="1028255" y="53661"/>
                </a:lnTo>
                <a:close/>
                <a:moveTo>
                  <a:pt x="1084786" y="27167"/>
                </a:moveTo>
                <a:lnTo>
                  <a:pt x="1103076" y="27167"/>
                </a:lnTo>
                <a:lnTo>
                  <a:pt x="1101530" y="34513"/>
                </a:lnTo>
                <a:cubicBezTo>
                  <a:pt x="1105430" y="31256"/>
                  <a:pt x="1109083" y="28926"/>
                  <a:pt x="1112491" y="27524"/>
                </a:cubicBezTo>
                <a:cubicBezTo>
                  <a:pt x="1115898" y="26120"/>
                  <a:pt x="1119551" y="25419"/>
                  <a:pt x="1123451" y="25419"/>
                </a:cubicBezTo>
                <a:cubicBezTo>
                  <a:pt x="1130938" y="25419"/>
                  <a:pt x="1136956" y="28001"/>
                  <a:pt x="1141507" y="33166"/>
                </a:cubicBezTo>
                <a:cubicBezTo>
                  <a:pt x="1146057" y="38330"/>
                  <a:pt x="1148332" y="46032"/>
                  <a:pt x="1148332" y="56271"/>
                </a:cubicBezTo>
                <a:cubicBezTo>
                  <a:pt x="1148332" y="69161"/>
                  <a:pt x="1144409" y="80052"/>
                  <a:pt x="1136564" y="88944"/>
                </a:cubicBezTo>
                <a:cubicBezTo>
                  <a:pt x="1129840" y="96534"/>
                  <a:pt x="1121882" y="100329"/>
                  <a:pt x="1112692" y="100329"/>
                </a:cubicBezTo>
                <a:cubicBezTo>
                  <a:pt x="1103233" y="100329"/>
                  <a:pt x="1096083" y="96514"/>
                  <a:pt x="1091241" y="88885"/>
                </a:cubicBezTo>
                <a:lnTo>
                  <a:pt x="1083508" y="125882"/>
                </a:lnTo>
                <a:lnTo>
                  <a:pt x="1064209" y="125882"/>
                </a:lnTo>
                <a:lnTo>
                  <a:pt x="1084786" y="27167"/>
                </a:lnTo>
                <a:moveTo>
                  <a:pt x="1096419" y="68102"/>
                </a:moveTo>
                <a:cubicBezTo>
                  <a:pt x="1096419" y="73709"/>
                  <a:pt x="1097775" y="78061"/>
                  <a:pt x="1100487" y="81158"/>
                </a:cubicBezTo>
                <a:cubicBezTo>
                  <a:pt x="1103200" y="84256"/>
                  <a:pt x="1106394" y="85804"/>
                  <a:pt x="1110070" y="85804"/>
                </a:cubicBezTo>
                <a:cubicBezTo>
                  <a:pt x="1113253" y="85804"/>
                  <a:pt x="1116323" y="84646"/>
                  <a:pt x="1119282" y="82331"/>
                </a:cubicBezTo>
                <a:cubicBezTo>
                  <a:pt x="1122241" y="80015"/>
                  <a:pt x="1124695" y="76171"/>
                  <a:pt x="1126646" y="70798"/>
                </a:cubicBezTo>
                <a:cubicBezTo>
                  <a:pt x="1128596" y="65426"/>
                  <a:pt x="1129571" y="60447"/>
                  <a:pt x="1129571" y="55861"/>
                </a:cubicBezTo>
                <a:cubicBezTo>
                  <a:pt x="1129571" y="50511"/>
                  <a:pt x="1128293" y="46409"/>
                  <a:pt x="1125738" y="43554"/>
                </a:cubicBezTo>
                <a:cubicBezTo>
                  <a:pt x="1123182" y="40698"/>
                  <a:pt x="1119932" y="39271"/>
                  <a:pt x="1115987" y="39271"/>
                </a:cubicBezTo>
                <a:cubicBezTo>
                  <a:pt x="1112311" y="39271"/>
                  <a:pt x="1108960" y="40581"/>
                  <a:pt x="1105934" y="43203"/>
                </a:cubicBezTo>
                <a:cubicBezTo>
                  <a:pt x="1102908" y="45824"/>
                  <a:pt x="1100566" y="49677"/>
                  <a:pt x="1098907" y="54762"/>
                </a:cubicBezTo>
                <a:cubicBezTo>
                  <a:pt x="1097248" y="59848"/>
                  <a:pt x="1096419" y="64294"/>
                  <a:pt x="1096419" y="68102"/>
                </a:cubicBezTo>
                <a:close/>
                <a:moveTo>
                  <a:pt x="1168476" y="27167"/>
                </a:moveTo>
                <a:lnTo>
                  <a:pt x="1186497" y="27167"/>
                </a:lnTo>
                <a:lnTo>
                  <a:pt x="1183606" y="40990"/>
                </a:lnTo>
                <a:cubicBezTo>
                  <a:pt x="1190330" y="30609"/>
                  <a:pt x="1197615" y="25419"/>
                  <a:pt x="1205460" y="25419"/>
                </a:cubicBezTo>
                <a:cubicBezTo>
                  <a:pt x="1208240" y="25419"/>
                  <a:pt x="1211221" y="26113"/>
                  <a:pt x="1214404" y="27503"/>
                </a:cubicBezTo>
                <a:lnTo>
                  <a:pt x="1207007" y="43306"/>
                </a:lnTo>
                <a:cubicBezTo>
                  <a:pt x="1205258" y="42678"/>
                  <a:pt x="1203398" y="42364"/>
                  <a:pt x="1201425" y="42364"/>
                </a:cubicBezTo>
                <a:cubicBezTo>
                  <a:pt x="1198108" y="42364"/>
                  <a:pt x="1194735" y="43622"/>
                  <a:pt x="1191305" y="46138"/>
                </a:cubicBezTo>
                <a:cubicBezTo>
                  <a:pt x="1187876" y="48653"/>
                  <a:pt x="1185197" y="52010"/>
                  <a:pt x="1183269" y="56210"/>
                </a:cubicBezTo>
                <a:cubicBezTo>
                  <a:pt x="1181342" y="60409"/>
                  <a:pt x="1179436" y="67068"/>
                  <a:pt x="1177554" y="76186"/>
                </a:cubicBezTo>
                <a:lnTo>
                  <a:pt x="1172846" y="98581"/>
                </a:lnTo>
                <a:lnTo>
                  <a:pt x="1153547" y="98581"/>
                </a:lnTo>
                <a:lnTo>
                  <a:pt x="1168476" y="27167"/>
                </a:lnTo>
                <a:close/>
                <a:moveTo>
                  <a:pt x="1211004" y="68936"/>
                </a:moveTo>
                <a:cubicBezTo>
                  <a:pt x="1211004" y="55688"/>
                  <a:pt x="1214736" y="45123"/>
                  <a:pt x="1222200" y="37241"/>
                </a:cubicBezTo>
                <a:cubicBezTo>
                  <a:pt x="1229664" y="29359"/>
                  <a:pt x="1239471" y="25419"/>
                  <a:pt x="1251620" y="25419"/>
                </a:cubicBezTo>
                <a:cubicBezTo>
                  <a:pt x="1262155" y="25419"/>
                  <a:pt x="1270381" y="28327"/>
                  <a:pt x="1276298" y="34144"/>
                </a:cubicBezTo>
                <a:cubicBezTo>
                  <a:pt x="1282216" y="39959"/>
                  <a:pt x="1285175" y="47784"/>
                  <a:pt x="1285175" y="57620"/>
                </a:cubicBezTo>
                <a:cubicBezTo>
                  <a:pt x="1285175" y="69206"/>
                  <a:pt x="1281476" y="79221"/>
                  <a:pt x="1274079" y="87664"/>
                </a:cubicBezTo>
                <a:cubicBezTo>
                  <a:pt x="1266682" y="96107"/>
                  <a:pt x="1256775" y="100329"/>
                  <a:pt x="1244357" y="100329"/>
                </a:cubicBezTo>
                <a:cubicBezTo>
                  <a:pt x="1237633" y="100329"/>
                  <a:pt x="1231670" y="98982"/>
                  <a:pt x="1226470" y="96288"/>
                </a:cubicBezTo>
                <a:cubicBezTo>
                  <a:pt x="1221270" y="93593"/>
                  <a:pt x="1217392" y="89775"/>
                  <a:pt x="1214837" y="84836"/>
                </a:cubicBezTo>
                <a:cubicBezTo>
                  <a:pt x="1212281" y="79894"/>
                  <a:pt x="1211004" y="74595"/>
                  <a:pt x="1211004" y="68936"/>
                </a:cubicBezTo>
                <a:moveTo>
                  <a:pt x="1266010" y="55118"/>
                </a:moveTo>
                <a:cubicBezTo>
                  <a:pt x="1266010" y="50532"/>
                  <a:pt x="1264676" y="46857"/>
                  <a:pt x="1262009" y="44092"/>
                </a:cubicBezTo>
                <a:cubicBezTo>
                  <a:pt x="1259342" y="41326"/>
                  <a:pt x="1255901" y="39943"/>
                  <a:pt x="1251687" y="39943"/>
                </a:cubicBezTo>
                <a:cubicBezTo>
                  <a:pt x="1247518" y="39943"/>
                  <a:pt x="1243819" y="41236"/>
                  <a:pt x="1240591" y="43823"/>
                </a:cubicBezTo>
                <a:cubicBezTo>
                  <a:pt x="1237364" y="46407"/>
                  <a:pt x="1234853" y="50162"/>
                  <a:pt x="1233060" y="55086"/>
                </a:cubicBezTo>
                <a:cubicBezTo>
                  <a:pt x="1231267" y="60009"/>
                  <a:pt x="1230370" y="64538"/>
                  <a:pt x="1230370" y="68674"/>
                </a:cubicBezTo>
                <a:cubicBezTo>
                  <a:pt x="1230370" y="73800"/>
                  <a:pt x="1231760" y="77869"/>
                  <a:pt x="1234539" y="80883"/>
                </a:cubicBezTo>
                <a:cubicBezTo>
                  <a:pt x="1237319" y="83895"/>
                  <a:pt x="1240816" y="85401"/>
                  <a:pt x="1245030" y="85401"/>
                </a:cubicBezTo>
                <a:cubicBezTo>
                  <a:pt x="1250320" y="85401"/>
                  <a:pt x="1254758" y="83130"/>
                  <a:pt x="1258344" y="78588"/>
                </a:cubicBezTo>
                <a:cubicBezTo>
                  <a:pt x="1263455" y="72159"/>
                  <a:pt x="1266010" y="64336"/>
                  <a:pt x="1266010" y="55118"/>
                </a:cubicBezTo>
                <a:close/>
                <a:moveTo>
                  <a:pt x="1307537" y="27167"/>
                </a:moveTo>
                <a:lnTo>
                  <a:pt x="1325828" y="27167"/>
                </a:lnTo>
                <a:lnTo>
                  <a:pt x="1323945" y="36461"/>
                </a:lnTo>
                <a:cubicBezTo>
                  <a:pt x="1328518" y="32487"/>
                  <a:pt x="1332788" y="29653"/>
                  <a:pt x="1336755" y="27959"/>
                </a:cubicBezTo>
                <a:cubicBezTo>
                  <a:pt x="1340723" y="26265"/>
                  <a:pt x="1344903" y="25419"/>
                  <a:pt x="1349296" y="25419"/>
                </a:cubicBezTo>
                <a:cubicBezTo>
                  <a:pt x="1355169" y="25419"/>
                  <a:pt x="1359798" y="27105"/>
                  <a:pt x="1363182" y="30479"/>
                </a:cubicBezTo>
                <a:cubicBezTo>
                  <a:pt x="1366567" y="33852"/>
                  <a:pt x="1368259" y="38328"/>
                  <a:pt x="1368259" y="43907"/>
                </a:cubicBezTo>
                <a:cubicBezTo>
                  <a:pt x="1368259" y="46414"/>
                  <a:pt x="1367520" y="51168"/>
                  <a:pt x="1366040" y="58167"/>
                </a:cubicBezTo>
                <a:lnTo>
                  <a:pt x="1357635" y="98581"/>
                </a:lnTo>
                <a:lnTo>
                  <a:pt x="1338335" y="98581"/>
                </a:lnTo>
                <a:lnTo>
                  <a:pt x="1346808" y="58028"/>
                </a:lnTo>
                <a:cubicBezTo>
                  <a:pt x="1348063" y="51969"/>
                  <a:pt x="1348691" y="48357"/>
                  <a:pt x="1348691" y="47193"/>
                </a:cubicBezTo>
                <a:cubicBezTo>
                  <a:pt x="1348691" y="44732"/>
                  <a:pt x="1347963" y="42796"/>
                  <a:pt x="1346506" y="41387"/>
                </a:cubicBezTo>
                <a:cubicBezTo>
                  <a:pt x="1345049" y="39976"/>
                  <a:pt x="1343020" y="39271"/>
                  <a:pt x="1340420" y="39271"/>
                </a:cubicBezTo>
                <a:cubicBezTo>
                  <a:pt x="1337596" y="39271"/>
                  <a:pt x="1334458" y="40459"/>
                  <a:pt x="1331006" y="42835"/>
                </a:cubicBezTo>
                <a:cubicBezTo>
                  <a:pt x="1327554" y="45211"/>
                  <a:pt x="1324842" y="48349"/>
                  <a:pt x="1322869" y="52249"/>
                </a:cubicBezTo>
                <a:cubicBezTo>
                  <a:pt x="1321435" y="55030"/>
                  <a:pt x="1319821" y="60702"/>
                  <a:pt x="1318028" y="69264"/>
                </a:cubicBezTo>
                <a:lnTo>
                  <a:pt x="1311908" y="98581"/>
                </a:lnTo>
                <a:lnTo>
                  <a:pt x="1292609" y="98581"/>
                </a:lnTo>
                <a:lnTo>
                  <a:pt x="1307537" y="27167"/>
                </a:lnTo>
                <a:close/>
                <a:moveTo>
                  <a:pt x="1446032" y="68859"/>
                </a:moveTo>
                <a:lnTo>
                  <a:pt x="1397615" y="68859"/>
                </a:lnTo>
                <a:cubicBezTo>
                  <a:pt x="1397571" y="69621"/>
                  <a:pt x="1397548" y="70203"/>
                  <a:pt x="1397548" y="70607"/>
                </a:cubicBezTo>
                <a:cubicBezTo>
                  <a:pt x="1397548" y="75359"/>
                  <a:pt x="1398904" y="79192"/>
                  <a:pt x="1401616" y="82106"/>
                </a:cubicBezTo>
                <a:cubicBezTo>
                  <a:pt x="1404329" y="85020"/>
                  <a:pt x="1407635" y="86477"/>
                  <a:pt x="1411535" y="86477"/>
                </a:cubicBezTo>
                <a:cubicBezTo>
                  <a:pt x="1417946" y="86477"/>
                  <a:pt x="1422944" y="83159"/>
                  <a:pt x="1426531" y="76525"/>
                </a:cubicBezTo>
                <a:lnTo>
                  <a:pt x="1443813" y="79483"/>
                </a:lnTo>
                <a:cubicBezTo>
                  <a:pt x="1440450" y="86432"/>
                  <a:pt x="1435956" y="91643"/>
                  <a:pt x="1430330" y="95118"/>
                </a:cubicBezTo>
                <a:cubicBezTo>
                  <a:pt x="1424704" y="98592"/>
                  <a:pt x="1418394" y="100329"/>
                  <a:pt x="1411401" y="100329"/>
                </a:cubicBezTo>
                <a:cubicBezTo>
                  <a:pt x="1401807" y="100329"/>
                  <a:pt x="1394007" y="97286"/>
                  <a:pt x="1387999" y="91201"/>
                </a:cubicBezTo>
                <a:cubicBezTo>
                  <a:pt x="1381992" y="85115"/>
                  <a:pt x="1378989" y="77065"/>
                  <a:pt x="1378989" y="67051"/>
                </a:cubicBezTo>
                <a:cubicBezTo>
                  <a:pt x="1378989" y="57260"/>
                  <a:pt x="1381701" y="48547"/>
                  <a:pt x="1387125" y="40912"/>
                </a:cubicBezTo>
                <a:cubicBezTo>
                  <a:pt x="1394522" y="30583"/>
                  <a:pt x="1405080" y="25419"/>
                  <a:pt x="1418797" y="25419"/>
                </a:cubicBezTo>
                <a:cubicBezTo>
                  <a:pt x="1427539" y="25419"/>
                  <a:pt x="1434488" y="28124"/>
                  <a:pt x="1439643" y="33534"/>
                </a:cubicBezTo>
                <a:cubicBezTo>
                  <a:pt x="1444799" y="38945"/>
                  <a:pt x="1447376" y="46521"/>
                  <a:pt x="1447376" y="56265"/>
                </a:cubicBezTo>
                <a:cubicBezTo>
                  <a:pt x="1447376" y="60934"/>
                  <a:pt x="1446928" y="65132"/>
                  <a:pt x="1446032" y="68859"/>
                </a:cubicBezTo>
                <a:moveTo>
                  <a:pt x="1429758" y="57024"/>
                </a:moveTo>
                <a:cubicBezTo>
                  <a:pt x="1429803" y="56175"/>
                  <a:pt x="1429826" y="55527"/>
                  <a:pt x="1429826" y="55082"/>
                </a:cubicBezTo>
                <a:cubicBezTo>
                  <a:pt x="1429826" y="49812"/>
                  <a:pt x="1428638" y="45859"/>
                  <a:pt x="1426262" y="43224"/>
                </a:cubicBezTo>
                <a:cubicBezTo>
                  <a:pt x="1423886" y="40588"/>
                  <a:pt x="1420703" y="39271"/>
                  <a:pt x="1416713" y="39271"/>
                </a:cubicBezTo>
                <a:cubicBezTo>
                  <a:pt x="1412723" y="39271"/>
                  <a:pt x="1409148" y="40767"/>
                  <a:pt x="1405987" y="43760"/>
                </a:cubicBezTo>
                <a:cubicBezTo>
                  <a:pt x="1402827" y="46752"/>
                  <a:pt x="1400686" y="51173"/>
                  <a:pt x="1399565" y="57024"/>
                </a:cubicBezTo>
                <a:lnTo>
                  <a:pt x="1429758" y="57024"/>
                </a:lnTo>
                <a:close/>
                <a:moveTo>
                  <a:pt x="1511841" y="0"/>
                </a:moveTo>
                <a:lnTo>
                  <a:pt x="1531140" y="0"/>
                </a:lnTo>
                <a:lnTo>
                  <a:pt x="1527509" y="17484"/>
                </a:lnTo>
                <a:lnTo>
                  <a:pt x="1508210" y="17484"/>
                </a:lnTo>
                <a:lnTo>
                  <a:pt x="1511841" y="0"/>
                </a:lnTo>
                <a:moveTo>
                  <a:pt x="1506193" y="27167"/>
                </a:moveTo>
                <a:lnTo>
                  <a:pt x="1525492" y="27167"/>
                </a:lnTo>
                <a:lnTo>
                  <a:pt x="1510564" y="98581"/>
                </a:lnTo>
                <a:lnTo>
                  <a:pt x="1491264" y="98581"/>
                </a:lnTo>
                <a:lnTo>
                  <a:pt x="1506193" y="27167"/>
                </a:lnTo>
                <a:close/>
                <a:moveTo>
                  <a:pt x="1544717" y="27167"/>
                </a:moveTo>
                <a:lnTo>
                  <a:pt x="1563008" y="27167"/>
                </a:lnTo>
                <a:lnTo>
                  <a:pt x="1561125" y="36461"/>
                </a:lnTo>
                <a:cubicBezTo>
                  <a:pt x="1565698" y="32487"/>
                  <a:pt x="1569968" y="29653"/>
                  <a:pt x="1573935" y="27959"/>
                </a:cubicBezTo>
                <a:cubicBezTo>
                  <a:pt x="1577903" y="26265"/>
                  <a:pt x="1582083" y="25419"/>
                  <a:pt x="1586476" y="25419"/>
                </a:cubicBezTo>
                <a:cubicBezTo>
                  <a:pt x="1592349" y="25419"/>
                  <a:pt x="1596978" y="27105"/>
                  <a:pt x="1600362" y="30479"/>
                </a:cubicBezTo>
                <a:cubicBezTo>
                  <a:pt x="1603747" y="33852"/>
                  <a:pt x="1605439" y="38328"/>
                  <a:pt x="1605439" y="43907"/>
                </a:cubicBezTo>
                <a:cubicBezTo>
                  <a:pt x="1605439" y="46414"/>
                  <a:pt x="1604700" y="51168"/>
                  <a:pt x="1603220" y="58167"/>
                </a:cubicBezTo>
                <a:lnTo>
                  <a:pt x="1594815" y="98581"/>
                </a:lnTo>
                <a:lnTo>
                  <a:pt x="1575515" y="98581"/>
                </a:lnTo>
                <a:lnTo>
                  <a:pt x="1583988" y="58028"/>
                </a:lnTo>
                <a:cubicBezTo>
                  <a:pt x="1585243" y="51969"/>
                  <a:pt x="1585871" y="48357"/>
                  <a:pt x="1585871" y="47193"/>
                </a:cubicBezTo>
                <a:cubicBezTo>
                  <a:pt x="1585871" y="44732"/>
                  <a:pt x="1585143" y="42796"/>
                  <a:pt x="1583686" y="41387"/>
                </a:cubicBezTo>
                <a:cubicBezTo>
                  <a:pt x="1582229" y="39976"/>
                  <a:pt x="1580200" y="39271"/>
                  <a:pt x="1577600" y="39271"/>
                </a:cubicBezTo>
                <a:cubicBezTo>
                  <a:pt x="1574776" y="39271"/>
                  <a:pt x="1571638" y="40459"/>
                  <a:pt x="1568186" y="42835"/>
                </a:cubicBezTo>
                <a:cubicBezTo>
                  <a:pt x="1564734" y="45211"/>
                  <a:pt x="1562022" y="48349"/>
                  <a:pt x="1560049" y="52249"/>
                </a:cubicBezTo>
                <a:cubicBezTo>
                  <a:pt x="1558615" y="55030"/>
                  <a:pt x="1557001" y="60702"/>
                  <a:pt x="1555207" y="69264"/>
                </a:cubicBezTo>
                <a:lnTo>
                  <a:pt x="1549088" y="98581"/>
                </a:lnTo>
                <a:lnTo>
                  <a:pt x="1529789" y="98581"/>
                </a:lnTo>
                <a:lnTo>
                  <a:pt x="1544717" y="27167"/>
                </a:lnTo>
                <a:close/>
                <a:moveTo>
                  <a:pt x="1628004" y="27167"/>
                </a:moveTo>
                <a:lnTo>
                  <a:pt x="1646294" y="27167"/>
                </a:lnTo>
                <a:lnTo>
                  <a:pt x="1644748" y="34513"/>
                </a:lnTo>
                <a:cubicBezTo>
                  <a:pt x="1648648" y="31256"/>
                  <a:pt x="1652301" y="28926"/>
                  <a:pt x="1655708" y="27524"/>
                </a:cubicBezTo>
                <a:cubicBezTo>
                  <a:pt x="1659115" y="26120"/>
                  <a:pt x="1662769" y="25419"/>
                  <a:pt x="1666669" y="25419"/>
                </a:cubicBezTo>
                <a:cubicBezTo>
                  <a:pt x="1674156" y="25419"/>
                  <a:pt x="1680174" y="28001"/>
                  <a:pt x="1684725" y="33166"/>
                </a:cubicBezTo>
                <a:cubicBezTo>
                  <a:pt x="1689275" y="38330"/>
                  <a:pt x="1691550" y="46032"/>
                  <a:pt x="1691550" y="56271"/>
                </a:cubicBezTo>
                <a:cubicBezTo>
                  <a:pt x="1691550" y="69161"/>
                  <a:pt x="1687627" y="80052"/>
                  <a:pt x="1679782" y="88944"/>
                </a:cubicBezTo>
                <a:cubicBezTo>
                  <a:pt x="1673058" y="96534"/>
                  <a:pt x="1665100" y="100329"/>
                  <a:pt x="1655910" y="100329"/>
                </a:cubicBezTo>
                <a:cubicBezTo>
                  <a:pt x="1646451" y="100329"/>
                  <a:pt x="1639301" y="96514"/>
                  <a:pt x="1634459" y="88885"/>
                </a:cubicBezTo>
                <a:lnTo>
                  <a:pt x="1626726" y="125882"/>
                </a:lnTo>
                <a:lnTo>
                  <a:pt x="1607427" y="125882"/>
                </a:lnTo>
                <a:lnTo>
                  <a:pt x="1628004" y="27167"/>
                </a:lnTo>
                <a:moveTo>
                  <a:pt x="1639637" y="68102"/>
                </a:moveTo>
                <a:cubicBezTo>
                  <a:pt x="1639637" y="73709"/>
                  <a:pt x="1640993" y="78061"/>
                  <a:pt x="1643705" y="81158"/>
                </a:cubicBezTo>
                <a:cubicBezTo>
                  <a:pt x="1646417" y="84256"/>
                  <a:pt x="1649612" y="85804"/>
                  <a:pt x="1653288" y="85804"/>
                </a:cubicBezTo>
                <a:cubicBezTo>
                  <a:pt x="1656471" y="85804"/>
                  <a:pt x="1659541" y="84646"/>
                  <a:pt x="1662500" y="82331"/>
                </a:cubicBezTo>
                <a:cubicBezTo>
                  <a:pt x="1665459" y="80015"/>
                  <a:pt x="1667913" y="76171"/>
                  <a:pt x="1669863" y="70798"/>
                </a:cubicBezTo>
                <a:cubicBezTo>
                  <a:pt x="1671814" y="65426"/>
                  <a:pt x="1672789" y="60447"/>
                  <a:pt x="1672789" y="55861"/>
                </a:cubicBezTo>
                <a:cubicBezTo>
                  <a:pt x="1672789" y="50511"/>
                  <a:pt x="1671511" y="46409"/>
                  <a:pt x="1668956" y="43554"/>
                </a:cubicBezTo>
                <a:cubicBezTo>
                  <a:pt x="1666400" y="40698"/>
                  <a:pt x="1663150" y="39271"/>
                  <a:pt x="1659205" y="39271"/>
                </a:cubicBezTo>
                <a:cubicBezTo>
                  <a:pt x="1655529" y="39271"/>
                  <a:pt x="1652178" y="40581"/>
                  <a:pt x="1649152" y="43203"/>
                </a:cubicBezTo>
                <a:cubicBezTo>
                  <a:pt x="1646126" y="45824"/>
                  <a:pt x="1643784" y="49677"/>
                  <a:pt x="1642125" y="54762"/>
                </a:cubicBezTo>
                <a:cubicBezTo>
                  <a:pt x="1640466" y="59848"/>
                  <a:pt x="1639637" y="64294"/>
                  <a:pt x="1639637" y="68102"/>
                </a:cubicBezTo>
                <a:close/>
                <a:moveTo>
                  <a:pt x="1712635" y="27167"/>
                </a:moveTo>
                <a:lnTo>
                  <a:pt x="1731934" y="27167"/>
                </a:lnTo>
                <a:lnTo>
                  <a:pt x="1723125" y="69464"/>
                </a:lnTo>
                <a:cubicBezTo>
                  <a:pt x="1722049" y="74530"/>
                  <a:pt x="1721511" y="77690"/>
                  <a:pt x="1721511" y="78945"/>
                </a:cubicBezTo>
                <a:cubicBezTo>
                  <a:pt x="1721511" y="81007"/>
                  <a:pt x="1722273" y="82778"/>
                  <a:pt x="1723797" y="84258"/>
                </a:cubicBezTo>
                <a:cubicBezTo>
                  <a:pt x="1725322" y="85737"/>
                  <a:pt x="1727272" y="86477"/>
                  <a:pt x="1729648" y="86477"/>
                </a:cubicBezTo>
                <a:cubicBezTo>
                  <a:pt x="1731351" y="86477"/>
                  <a:pt x="1733032" y="86152"/>
                  <a:pt x="1734691" y="85504"/>
                </a:cubicBezTo>
                <a:cubicBezTo>
                  <a:pt x="1736350" y="84854"/>
                  <a:pt x="1738053" y="83868"/>
                  <a:pt x="1739802" y="82547"/>
                </a:cubicBezTo>
                <a:cubicBezTo>
                  <a:pt x="1741550" y="81225"/>
                  <a:pt x="1743119" y="79712"/>
                  <a:pt x="1744509" y="78010"/>
                </a:cubicBezTo>
                <a:cubicBezTo>
                  <a:pt x="1745899" y="76308"/>
                  <a:pt x="1747199" y="74069"/>
                  <a:pt x="1748409" y="71292"/>
                </a:cubicBezTo>
                <a:cubicBezTo>
                  <a:pt x="1749261" y="69231"/>
                  <a:pt x="1750180" y="65870"/>
                  <a:pt x="1751166" y="61207"/>
                </a:cubicBezTo>
                <a:lnTo>
                  <a:pt x="1758294" y="27167"/>
                </a:lnTo>
                <a:lnTo>
                  <a:pt x="1777593" y="27167"/>
                </a:lnTo>
                <a:lnTo>
                  <a:pt x="1762665" y="98581"/>
                </a:lnTo>
                <a:lnTo>
                  <a:pt x="1744643" y="98581"/>
                </a:lnTo>
                <a:lnTo>
                  <a:pt x="1746661" y="88948"/>
                </a:lnTo>
                <a:cubicBezTo>
                  <a:pt x="1738771" y="96535"/>
                  <a:pt x="1730186" y="100329"/>
                  <a:pt x="1720906" y="100329"/>
                </a:cubicBezTo>
                <a:cubicBezTo>
                  <a:pt x="1715033" y="100329"/>
                  <a:pt x="1710416" y="98642"/>
                  <a:pt x="1707054" y="95269"/>
                </a:cubicBezTo>
                <a:cubicBezTo>
                  <a:pt x="1703691" y="91894"/>
                  <a:pt x="1702010" y="87372"/>
                  <a:pt x="1702010" y="81702"/>
                </a:cubicBezTo>
                <a:cubicBezTo>
                  <a:pt x="1702010" y="79237"/>
                  <a:pt x="1702772" y="74328"/>
                  <a:pt x="1704296" y="66976"/>
                </a:cubicBezTo>
                <a:lnTo>
                  <a:pt x="1712635" y="27167"/>
                </a:lnTo>
                <a:close/>
                <a:moveTo>
                  <a:pt x="1786842" y="41557"/>
                </a:moveTo>
                <a:lnTo>
                  <a:pt x="1789801" y="27167"/>
                </a:lnTo>
                <a:lnTo>
                  <a:pt x="1799295" y="27167"/>
                </a:lnTo>
                <a:lnTo>
                  <a:pt x="1801640" y="15735"/>
                </a:lnTo>
                <a:lnTo>
                  <a:pt x="1823692" y="2421"/>
                </a:lnTo>
                <a:lnTo>
                  <a:pt x="1818594" y="27167"/>
                </a:lnTo>
                <a:lnTo>
                  <a:pt x="1830282" y="27167"/>
                </a:lnTo>
                <a:lnTo>
                  <a:pt x="1827324" y="41557"/>
                </a:lnTo>
                <a:lnTo>
                  <a:pt x="1815629" y="41557"/>
                </a:lnTo>
                <a:lnTo>
                  <a:pt x="1809235" y="71490"/>
                </a:lnTo>
                <a:cubicBezTo>
                  <a:pt x="1808114" y="76907"/>
                  <a:pt x="1807554" y="79996"/>
                  <a:pt x="1807554" y="80757"/>
                </a:cubicBezTo>
                <a:cubicBezTo>
                  <a:pt x="1807554" y="82238"/>
                  <a:pt x="1808024" y="83393"/>
                  <a:pt x="1808966" y="84224"/>
                </a:cubicBezTo>
                <a:cubicBezTo>
                  <a:pt x="1809907" y="85053"/>
                  <a:pt x="1811611" y="85468"/>
                  <a:pt x="1814076" y="85468"/>
                </a:cubicBezTo>
                <a:cubicBezTo>
                  <a:pt x="1814928" y="85468"/>
                  <a:pt x="1817058" y="85311"/>
                  <a:pt x="1820465" y="84997"/>
                </a:cubicBezTo>
                <a:lnTo>
                  <a:pt x="1817439" y="99320"/>
                </a:lnTo>
                <a:cubicBezTo>
                  <a:pt x="1814121" y="99993"/>
                  <a:pt x="1810714" y="100329"/>
                  <a:pt x="1807217" y="100329"/>
                </a:cubicBezTo>
                <a:cubicBezTo>
                  <a:pt x="1800403" y="100329"/>
                  <a:pt x="1795450" y="99012"/>
                  <a:pt x="1792356" y="96379"/>
                </a:cubicBezTo>
                <a:cubicBezTo>
                  <a:pt x="1789263" y="93743"/>
                  <a:pt x="1787716" y="90084"/>
                  <a:pt x="1787716" y="85401"/>
                </a:cubicBezTo>
                <a:cubicBezTo>
                  <a:pt x="1787716" y="83204"/>
                  <a:pt x="1788546" y="78138"/>
                  <a:pt x="1790205" y="70201"/>
                </a:cubicBezTo>
                <a:lnTo>
                  <a:pt x="1796435" y="41557"/>
                </a:lnTo>
                <a:lnTo>
                  <a:pt x="1786842" y="41557"/>
                </a:lnTo>
                <a:close/>
                <a:moveTo>
                  <a:pt x="1825419" y="78561"/>
                </a:moveTo>
                <a:lnTo>
                  <a:pt x="1844113" y="75583"/>
                </a:lnTo>
                <a:cubicBezTo>
                  <a:pt x="1845771" y="79552"/>
                  <a:pt x="1847834" y="82360"/>
                  <a:pt x="1850299" y="84008"/>
                </a:cubicBezTo>
                <a:cubicBezTo>
                  <a:pt x="1852765" y="85654"/>
                  <a:pt x="1856127" y="86477"/>
                  <a:pt x="1860386" y="86477"/>
                </a:cubicBezTo>
                <a:cubicBezTo>
                  <a:pt x="1864779" y="86477"/>
                  <a:pt x="1868298" y="85493"/>
                  <a:pt x="1870943" y="83526"/>
                </a:cubicBezTo>
                <a:cubicBezTo>
                  <a:pt x="1872781" y="82184"/>
                  <a:pt x="1873700" y="80552"/>
                  <a:pt x="1873700" y="78630"/>
                </a:cubicBezTo>
                <a:cubicBezTo>
                  <a:pt x="1873700" y="77333"/>
                  <a:pt x="1873230" y="76167"/>
                  <a:pt x="1872288" y="75133"/>
                </a:cubicBezTo>
                <a:cubicBezTo>
                  <a:pt x="1871302" y="74146"/>
                  <a:pt x="1868635" y="72933"/>
                  <a:pt x="1864286" y="71496"/>
                </a:cubicBezTo>
                <a:cubicBezTo>
                  <a:pt x="1852630" y="67633"/>
                  <a:pt x="1845413" y="64580"/>
                  <a:pt x="1842633" y="62336"/>
                </a:cubicBezTo>
                <a:cubicBezTo>
                  <a:pt x="1838285" y="58832"/>
                  <a:pt x="1836111" y="54251"/>
                  <a:pt x="1836111" y="48593"/>
                </a:cubicBezTo>
                <a:cubicBezTo>
                  <a:pt x="1836111" y="42934"/>
                  <a:pt x="1838218" y="38061"/>
                  <a:pt x="1842432" y="33973"/>
                </a:cubicBezTo>
                <a:cubicBezTo>
                  <a:pt x="1848304" y="28270"/>
                  <a:pt x="1857024" y="25419"/>
                  <a:pt x="1868590" y="25419"/>
                </a:cubicBezTo>
                <a:cubicBezTo>
                  <a:pt x="1877780" y="25419"/>
                  <a:pt x="1884728" y="27100"/>
                  <a:pt x="1889436" y="30462"/>
                </a:cubicBezTo>
                <a:cubicBezTo>
                  <a:pt x="1894143" y="33824"/>
                  <a:pt x="1897124" y="38374"/>
                  <a:pt x="1898379" y="44113"/>
                </a:cubicBezTo>
                <a:lnTo>
                  <a:pt x="1880559" y="47206"/>
                </a:lnTo>
                <a:cubicBezTo>
                  <a:pt x="1879618" y="44606"/>
                  <a:pt x="1878094" y="42656"/>
                  <a:pt x="1875987" y="41356"/>
                </a:cubicBezTo>
                <a:cubicBezTo>
                  <a:pt x="1873118" y="39607"/>
                  <a:pt x="1869666" y="38733"/>
                  <a:pt x="1865631" y="38733"/>
                </a:cubicBezTo>
                <a:cubicBezTo>
                  <a:pt x="1861596" y="38733"/>
                  <a:pt x="1858694" y="39408"/>
                  <a:pt x="1856923" y="40759"/>
                </a:cubicBezTo>
                <a:cubicBezTo>
                  <a:pt x="1855152" y="42109"/>
                  <a:pt x="1854267" y="43663"/>
                  <a:pt x="1854267" y="45420"/>
                </a:cubicBezTo>
                <a:cubicBezTo>
                  <a:pt x="1854267" y="47220"/>
                  <a:pt x="1855163" y="48704"/>
                  <a:pt x="1856956" y="49872"/>
                </a:cubicBezTo>
                <a:cubicBezTo>
                  <a:pt x="1858077" y="50591"/>
                  <a:pt x="1861686" y="51848"/>
                  <a:pt x="1867783" y="53644"/>
                </a:cubicBezTo>
                <a:cubicBezTo>
                  <a:pt x="1877197" y="56385"/>
                  <a:pt x="1883496" y="59079"/>
                  <a:pt x="1886679" y="61729"/>
                </a:cubicBezTo>
                <a:cubicBezTo>
                  <a:pt x="1891162" y="65456"/>
                  <a:pt x="1893403" y="69948"/>
                  <a:pt x="1893403" y="75203"/>
                </a:cubicBezTo>
                <a:cubicBezTo>
                  <a:pt x="1893403" y="81983"/>
                  <a:pt x="1890556" y="87866"/>
                  <a:pt x="1884863" y="92852"/>
                </a:cubicBezTo>
                <a:cubicBezTo>
                  <a:pt x="1879170" y="97837"/>
                  <a:pt x="1871145" y="100329"/>
                  <a:pt x="1860789" y="100329"/>
                </a:cubicBezTo>
                <a:cubicBezTo>
                  <a:pt x="1850478" y="100329"/>
                  <a:pt x="1842510" y="98425"/>
                  <a:pt x="1836884" y="94618"/>
                </a:cubicBezTo>
                <a:cubicBezTo>
                  <a:pt x="1831258" y="90808"/>
                  <a:pt x="1827436" y="85456"/>
                  <a:pt x="1825419" y="7856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52646-4AC0-461D-AD77-75A2E456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862" y="1116280"/>
            <a:ext cx="209330" cy="312159"/>
          </a:xfrm>
          <a:custGeom xmlns:a="http://schemas.openxmlformats.org/drawingml/2006/main">
            <a:pathLst>
              <a:path w="209330" h="312159">
                <a:moveTo>
                  <a:pt x="0" y="209330"/>
                </a:moveTo>
                <a:lnTo>
                  <a:pt x="53251" y="209330"/>
                </a:lnTo>
                <a:lnTo>
                  <a:pt x="53251" y="0"/>
                </a:lnTo>
                <a:lnTo>
                  <a:pt x="157916" y="0"/>
                </a:lnTo>
                <a:lnTo>
                  <a:pt x="157916" y="209330"/>
                </a:lnTo>
                <a:lnTo>
                  <a:pt x="209330" y="209330"/>
                </a:lnTo>
                <a:lnTo>
                  <a:pt x="104665" y="312159"/>
                </a:lnTo>
                <a:lnTo>
                  <a:pt x="0" y="2093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3df5b00d84e85"/>
          <a:stretch xmlns:a="http://schemas.openxmlformats.org/drawingml/2006/main"/>
        </p:blipFill>
        <p:spPr>
          <a:xfrm xmlns:a="http://schemas.openxmlformats.org/drawingml/2006/main">
            <a:off x="1451429" y="446233"/>
            <a:ext cx="1039306" cy="532153"/>
          </a:xfrm>
          <a:prstGeom xmlns:a="http://schemas.openxmlformats.org/drawingml/2006/main" prst="rect">
            <a:avLst/>
          </a:prstGeom>
        </p:spPr>
      </p:pic>
      <p:pic>
        <p:nvPicPr>
          <p:cNvPr id="4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5a677530d4353"/>
          <a:stretch xmlns:a="http://schemas.openxmlformats.org/drawingml/2006/main"/>
        </p:blipFill>
        <p:spPr>
          <a:xfrm xmlns:a="http://schemas.openxmlformats.org/drawingml/2006/main">
            <a:off x="2547658" y="446233"/>
            <a:ext cx="1039306" cy="532153"/>
          </a:xfrm>
          <a:prstGeom xmlns:a="http://schemas.openxmlformats.org/drawingml/2006/main" prst="rect">
            <a:avLst/>
          </a:prstGeom>
        </p:spPr>
      </p:pic>
      <p:sp>
        <p:nvSpPr>
          <p:cNvPr id="200" name="Text SourceLibraries">
            <a:extLst xmlns:a="http://schemas.openxmlformats.org/drawingml/2006/main">
              <a:ext uri="{FF2B5EF4-FFF2-40B4-BE49-F238E27FC236}">
                <a16:creationId xmlns:a16="http://schemas.microsoft.com/office/drawing/2014/main" id="{3F2831BE-36AF-4EF5-B18F-881E65C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956" y="947454"/>
            <a:ext cx="1072848" cy="102884"/>
          </a:xfrm>
          <a:custGeom xmlns:a="http://schemas.openxmlformats.org/drawingml/2006/main">
            <a:pathLst>
              <a:path w="1072848" h="102884">
                <a:moveTo>
                  <a:pt x="21024" y="68029"/>
                </a:moveTo>
                <a:lnTo>
                  <a:pt x="92" y="68029"/>
                </a:lnTo>
                <a:cubicBezTo>
                  <a:pt x="0" y="74088"/>
                  <a:pt x="1101" y="79321"/>
                  <a:pt x="3396" y="83730"/>
                </a:cubicBezTo>
                <a:cubicBezTo>
                  <a:pt x="5692" y="88139"/>
                  <a:pt x="8791" y="91767"/>
                  <a:pt x="12692" y="94615"/>
                </a:cubicBezTo>
                <a:cubicBezTo>
                  <a:pt x="16595" y="97464"/>
                  <a:pt x="21095" y="99554"/>
                  <a:pt x="26190" y="100886"/>
                </a:cubicBezTo>
                <a:cubicBezTo>
                  <a:pt x="31285" y="102218"/>
                  <a:pt x="36541" y="102884"/>
                  <a:pt x="41959" y="102884"/>
                </a:cubicBezTo>
                <a:cubicBezTo>
                  <a:pt x="48661" y="102884"/>
                  <a:pt x="54559" y="102104"/>
                  <a:pt x="59654" y="100543"/>
                </a:cubicBezTo>
                <a:cubicBezTo>
                  <a:pt x="64750" y="98983"/>
                  <a:pt x="69019" y="96802"/>
                  <a:pt x="72463" y="94002"/>
                </a:cubicBezTo>
                <a:cubicBezTo>
                  <a:pt x="75906" y="91201"/>
                  <a:pt x="78500" y="87873"/>
                  <a:pt x="80244" y="84018"/>
                </a:cubicBezTo>
                <a:cubicBezTo>
                  <a:pt x="81988" y="80161"/>
                  <a:pt x="82860" y="75984"/>
                  <a:pt x="82860" y="71485"/>
                </a:cubicBezTo>
                <a:cubicBezTo>
                  <a:pt x="82860" y="65977"/>
                  <a:pt x="81690" y="61455"/>
                  <a:pt x="79349" y="57921"/>
                </a:cubicBezTo>
                <a:cubicBezTo>
                  <a:pt x="77008" y="54385"/>
                  <a:pt x="74230" y="51561"/>
                  <a:pt x="71017" y="49450"/>
                </a:cubicBezTo>
                <a:cubicBezTo>
                  <a:pt x="67803" y="47339"/>
                  <a:pt x="64566" y="45801"/>
                  <a:pt x="61306" y="44838"/>
                </a:cubicBezTo>
                <a:cubicBezTo>
                  <a:pt x="58048" y="43872"/>
                  <a:pt x="55500" y="43206"/>
                  <a:pt x="53663" y="42839"/>
                </a:cubicBezTo>
                <a:cubicBezTo>
                  <a:pt x="47512" y="41278"/>
                  <a:pt x="42531" y="39993"/>
                  <a:pt x="38720" y="38983"/>
                </a:cubicBezTo>
                <a:cubicBezTo>
                  <a:pt x="34911" y="37973"/>
                  <a:pt x="31928" y="36964"/>
                  <a:pt x="29771" y="35955"/>
                </a:cubicBezTo>
                <a:cubicBezTo>
                  <a:pt x="27613" y="34945"/>
                  <a:pt x="26167" y="33843"/>
                  <a:pt x="25431" y="32649"/>
                </a:cubicBezTo>
                <a:cubicBezTo>
                  <a:pt x="24697" y="31456"/>
                  <a:pt x="24330" y="29894"/>
                  <a:pt x="24330" y="27965"/>
                </a:cubicBezTo>
                <a:cubicBezTo>
                  <a:pt x="24330" y="25854"/>
                  <a:pt x="24789" y="24110"/>
                  <a:pt x="25706" y="22733"/>
                </a:cubicBezTo>
                <a:cubicBezTo>
                  <a:pt x="26625" y="21356"/>
                  <a:pt x="27796" y="20208"/>
                  <a:pt x="29218" y="19291"/>
                </a:cubicBezTo>
                <a:cubicBezTo>
                  <a:pt x="30641" y="18372"/>
                  <a:pt x="32225" y="17729"/>
                  <a:pt x="33969" y="17362"/>
                </a:cubicBezTo>
                <a:cubicBezTo>
                  <a:pt x="35715" y="16995"/>
                  <a:pt x="37460" y="16811"/>
                  <a:pt x="39204" y="16811"/>
                </a:cubicBezTo>
                <a:cubicBezTo>
                  <a:pt x="41867" y="16811"/>
                  <a:pt x="44323" y="17041"/>
                  <a:pt x="46571" y="17500"/>
                </a:cubicBezTo>
                <a:cubicBezTo>
                  <a:pt x="48821" y="17959"/>
                  <a:pt x="50818" y="18739"/>
                  <a:pt x="52562" y="19841"/>
                </a:cubicBezTo>
                <a:cubicBezTo>
                  <a:pt x="54308" y="20943"/>
                  <a:pt x="55708" y="22457"/>
                  <a:pt x="56763" y="24385"/>
                </a:cubicBezTo>
                <a:cubicBezTo>
                  <a:pt x="57819" y="26312"/>
                  <a:pt x="58439" y="28745"/>
                  <a:pt x="58623" y="31683"/>
                </a:cubicBezTo>
                <a:lnTo>
                  <a:pt x="79555" y="31683"/>
                </a:lnTo>
                <a:cubicBezTo>
                  <a:pt x="79555" y="25991"/>
                  <a:pt x="78476" y="21148"/>
                  <a:pt x="76319" y="17154"/>
                </a:cubicBezTo>
                <a:cubicBezTo>
                  <a:pt x="74161" y="13158"/>
                  <a:pt x="71246" y="9874"/>
                  <a:pt x="67573" y="7302"/>
                </a:cubicBezTo>
                <a:cubicBezTo>
                  <a:pt x="63901" y="4730"/>
                  <a:pt x="59701" y="2871"/>
                  <a:pt x="54973" y="1723"/>
                </a:cubicBezTo>
                <a:cubicBezTo>
                  <a:pt x="50244" y="574"/>
                  <a:pt x="45310" y="0"/>
                  <a:pt x="40168" y="0"/>
                </a:cubicBezTo>
                <a:cubicBezTo>
                  <a:pt x="35761" y="0"/>
                  <a:pt x="31354" y="597"/>
                  <a:pt x="26946" y="1790"/>
                </a:cubicBezTo>
                <a:cubicBezTo>
                  <a:pt x="22540" y="2984"/>
                  <a:pt x="18592" y="4821"/>
                  <a:pt x="15103" y="7300"/>
                </a:cubicBezTo>
                <a:cubicBezTo>
                  <a:pt x="11614" y="9779"/>
                  <a:pt x="8792" y="12877"/>
                  <a:pt x="6634" y="16595"/>
                </a:cubicBezTo>
                <a:cubicBezTo>
                  <a:pt x="4477" y="20313"/>
                  <a:pt x="3398" y="24696"/>
                  <a:pt x="3398" y="29745"/>
                </a:cubicBezTo>
                <a:cubicBezTo>
                  <a:pt x="3398" y="34244"/>
                  <a:pt x="4247" y="38077"/>
                  <a:pt x="5945" y="41244"/>
                </a:cubicBezTo>
                <a:cubicBezTo>
                  <a:pt x="7644" y="44412"/>
                  <a:pt x="9871" y="47052"/>
                  <a:pt x="12625" y="49164"/>
                </a:cubicBezTo>
                <a:cubicBezTo>
                  <a:pt x="15379" y="51276"/>
                  <a:pt x="18501" y="52997"/>
                  <a:pt x="21989" y="54327"/>
                </a:cubicBezTo>
                <a:cubicBezTo>
                  <a:pt x="25479" y="55658"/>
                  <a:pt x="29060" y="56783"/>
                  <a:pt x="32731" y="57702"/>
                </a:cubicBezTo>
                <a:cubicBezTo>
                  <a:pt x="36312" y="58711"/>
                  <a:pt x="39847" y="59629"/>
                  <a:pt x="43335" y="60455"/>
                </a:cubicBezTo>
                <a:cubicBezTo>
                  <a:pt x="46825" y="61282"/>
                  <a:pt x="49947" y="62246"/>
                  <a:pt x="52701" y="63349"/>
                </a:cubicBezTo>
                <a:cubicBezTo>
                  <a:pt x="55455" y="64450"/>
                  <a:pt x="57681" y="65827"/>
                  <a:pt x="59379" y="67480"/>
                </a:cubicBezTo>
                <a:cubicBezTo>
                  <a:pt x="61079" y="69132"/>
                  <a:pt x="61928" y="71289"/>
                  <a:pt x="61928" y="73952"/>
                </a:cubicBezTo>
                <a:cubicBezTo>
                  <a:pt x="61928" y="76431"/>
                  <a:pt x="61285" y="78473"/>
                  <a:pt x="59999" y="80080"/>
                </a:cubicBezTo>
                <a:cubicBezTo>
                  <a:pt x="58714" y="81687"/>
                  <a:pt x="57108" y="82949"/>
                  <a:pt x="55179" y="83867"/>
                </a:cubicBezTo>
                <a:cubicBezTo>
                  <a:pt x="53251" y="84784"/>
                  <a:pt x="51185" y="85404"/>
                  <a:pt x="48981" y="85727"/>
                </a:cubicBezTo>
                <a:cubicBezTo>
                  <a:pt x="46778" y="86047"/>
                  <a:pt x="44712" y="86208"/>
                  <a:pt x="42784" y="86208"/>
                </a:cubicBezTo>
                <a:cubicBezTo>
                  <a:pt x="39938" y="86208"/>
                  <a:pt x="37183" y="85864"/>
                  <a:pt x="34520" y="85176"/>
                </a:cubicBezTo>
                <a:cubicBezTo>
                  <a:pt x="31858" y="84487"/>
                  <a:pt x="29540" y="83430"/>
                  <a:pt x="27566" y="82007"/>
                </a:cubicBezTo>
                <a:cubicBezTo>
                  <a:pt x="25592" y="80584"/>
                  <a:pt x="24008" y="78725"/>
                  <a:pt x="22815" y="76430"/>
                </a:cubicBezTo>
                <a:cubicBezTo>
                  <a:pt x="21621" y="74134"/>
                  <a:pt x="21024" y="71333"/>
                  <a:pt x="21024" y="68029"/>
                </a:cubicBezTo>
                <a:close/>
                <a:moveTo>
                  <a:pt x="111092" y="65229"/>
                </a:moveTo>
                <a:cubicBezTo>
                  <a:pt x="111092" y="62383"/>
                  <a:pt x="111367" y="59582"/>
                  <a:pt x="111918" y="56828"/>
                </a:cubicBezTo>
                <a:cubicBezTo>
                  <a:pt x="112468" y="54072"/>
                  <a:pt x="113409" y="51639"/>
                  <a:pt x="114740" y="49528"/>
                </a:cubicBezTo>
                <a:cubicBezTo>
                  <a:pt x="116072" y="47415"/>
                  <a:pt x="117840" y="45693"/>
                  <a:pt x="120044" y="44363"/>
                </a:cubicBezTo>
                <a:cubicBezTo>
                  <a:pt x="122247" y="43030"/>
                  <a:pt x="125002" y="42364"/>
                  <a:pt x="128306" y="42364"/>
                </a:cubicBezTo>
                <a:cubicBezTo>
                  <a:pt x="131613" y="42364"/>
                  <a:pt x="134390" y="43030"/>
                  <a:pt x="136638" y="44363"/>
                </a:cubicBezTo>
                <a:cubicBezTo>
                  <a:pt x="138888" y="45693"/>
                  <a:pt x="140679" y="47415"/>
                  <a:pt x="142010" y="49528"/>
                </a:cubicBezTo>
                <a:cubicBezTo>
                  <a:pt x="143342" y="51639"/>
                  <a:pt x="144283" y="54072"/>
                  <a:pt x="144834" y="56828"/>
                </a:cubicBezTo>
                <a:cubicBezTo>
                  <a:pt x="145384" y="59582"/>
                  <a:pt x="145660" y="62383"/>
                  <a:pt x="145660" y="65229"/>
                </a:cubicBezTo>
                <a:cubicBezTo>
                  <a:pt x="145660" y="68076"/>
                  <a:pt x="145384" y="70854"/>
                  <a:pt x="144834" y="73564"/>
                </a:cubicBezTo>
                <a:cubicBezTo>
                  <a:pt x="144283" y="76272"/>
                  <a:pt x="143342" y="78705"/>
                  <a:pt x="142010" y="80864"/>
                </a:cubicBezTo>
                <a:cubicBezTo>
                  <a:pt x="140679" y="83021"/>
                  <a:pt x="138888" y="84743"/>
                  <a:pt x="136638" y="86029"/>
                </a:cubicBezTo>
                <a:cubicBezTo>
                  <a:pt x="134390" y="87314"/>
                  <a:pt x="131613" y="87956"/>
                  <a:pt x="128306" y="87956"/>
                </a:cubicBezTo>
                <a:cubicBezTo>
                  <a:pt x="125002" y="87956"/>
                  <a:pt x="122247" y="87314"/>
                  <a:pt x="120044" y="86029"/>
                </a:cubicBezTo>
                <a:cubicBezTo>
                  <a:pt x="117840" y="84743"/>
                  <a:pt x="116072" y="83021"/>
                  <a:pt x="114740" y="80864"/>
                </a:cubicBezTo>
                <a:cubicBezTo>
                  <a:pt x="113409" y="78705"/>
                  <a:pt x="112468" y="76272"/>
                  <a:pt x="111918" y="73564"/>
                </a:cubicBezTo>
                <a:cubicBezTo>
                  <a:pt x="111367" y="70854"/>
                  <a:pt x="111092" y="68076"/>
                  <a:pt x="111092" y="65229"/>
                </a:cubicBezTo>
                <a:moveTo>
                  <a:pt x="91536" y="65232"/>
                </a:moveTo>
                <a:cubicBezTo>
                  <a:pt x="91536" y="70933"/>
                  <a:pt x="92408" y="76083"/>
                  <a:pt x="94152" y="80681"/>
                </a:cubicBezTo>
                <a:cubicBezTo>
                  <a:pt x="95896" y="85279"/>
                  <a:pt x="98375" y="89211"/>
                  <a:pt x="101589" y="92476"/>
                </a:cubicBezTo>
                <a:cubicBezTo>
                  <a:pt x="104803" y="95740"/>
                  <a:pt x="108659" y="98247"/>
                  <a:pt x="113157" y="99995"/>
                </a:cubicBezTo>
                <a:cubicBezTo>
                  <a:pt x="117657" y="101742"/>
                  <a:pt x="122707" y="102615"/>
                  <a:pt x="128306" y="102615"/>
                </a:cubicBezTo>
                <a:cubicBezTo>
                  <a:pt x="133907" y="102615"/>
                  <a:pt x="138980" y="101742"/>
                  <a:pt x="143525" y="99995"/>
                </a:cubicBezTo>
                <a:cubicBezTo>
                  <a:pt x="148069" y="98247"/>
                  <a:pt x="151948" y="95740"/>
                  <a:pt x="155162" y="92476"/>
                </a:cubicBezTo>
                <a:cubicBezTo>
                  <a:pt x="158376" y="89211"/>
                  <a:pt x="160855" y="85279"/>
                  <a:pt x="162599" y="80681"/>
                </a:cubicBezTo>
                <a:cubicBezTo>
                  <a:pt x="164343" y="76083"/>
                  <a:pt x="165215" y="70933"/>
                  <a:pt x="165215" y="65232"/>
                </a:cubicBezTo>
                <a:cubicBezTo>
                  <a:pt x="165215" y="59530"/>
                  <a:pt x="164343" y="54357"/>
                  <a:pt x="162599" y="49713"/>
                </a:cubicBezTo>
                <a:cubicBezTo>
                  <a:pt x="160855" y="45067"/>
                  <a:pt x="158376" y="41112"/>
                  <a:pt x="155162" y="37848"/>
                </a:cubicBezTo>
                <a:cubicBezTo>
                  <a:pt x="151948" y="34583"/>
                  <a:pt x="148069" y="32053"/>
                  <a:pt x="143525" y="30260"/>
                </a:cubicBezTo>
                <a:cubicBezTo>
                  <a:pt x="138980" y="28467"/>
                  <a:pt x="133907" y="27570"/>
                  <a:pt x="128306" y="27570"/>
                </a:cubicBezTo>
                <a:cubicBezTo>
                  <a:pt x="122707" y="27570"/>
                  <a:pt x="117657" y="28467"/>
                  <a:pt x="113157" y="30260"/>
                </a:cubicBezTo>
                <a:cubicBezTo>
                  <a:pt x="108659" y="32053"/>
                  <a:pt x="104803" y="34583"/>
                  <a:pt x="101589" y="37848"/>
                </a:cubicBezTo>
                <a:cubicBezTo>
                  <a:pt x="98375" y="41112"/>
                  <a:pt x="95896" y="45067"/>
                  <a:pt x="94152" y="49713"/>
                </a:cubicBezTo>
                <a:cubicBezTo>
                  <a:pt x="92408" y="54357"/>
                  <a:pt x="91536" y="59530"/>
                  <a:pt x="91536" y="65232"/>
                </a:cubicBezTo>
                <a:close/>
                <a:moveTo>
                  <a:pt x="244694" y="100657"/>
                </a:moveTo>
                <a:lnTo>
                  <a:pt x="244694" y="29588"/>
                </a:lnTo>
                <a:lnTo>
                  <a:pt x="225138" y="29588"/>
                </a:lnTo>
                <a:lnTo>
                  <a:pt x="225138" y="66818"/>
                </a:lnTo>
                <a:cubicBezTo>
                  <a:pt x="225138" y="74053"/>
                  <a:pt x="223945" y="79250"/>
                  <a:pt x="221557" y="82411"/>
                </a:cubicBezTo>
                <a:cubicBezTo>
                  <a:pt x="219170" y="85570"/>
                  <a:pt x="215314" y="87149"/>
                  <a:pt x="209989" y="87149"/>
                </a:cubicBezTo>
                <a:cubicBezTo>
                  <a:pt x="205306" y="87149"/>
                  <a:pt x="202046" y="85707"/>
                  <a:pt x="200209" y="82822"/>
                </a:cubicBezTo>
                <a:cubicBezTo>
                  <a:pt x="198374" y="79936"/>
                  <a:pt x="197457" y="75563"/>
                  <a:pt x="197457" y="69701"/>
                </a:cubicBezTo>
                <a:lnTo>
                  <a:pt x="197457" y="29588"/>
                </a:lnTo>
                <a:lnTo>
                  <a:pt x="177901" y="29588"/>
                </a:lnTo>
                <a:lnTo>
                  <a:pt x="177901" y="73324"/>
                </a:lnTo>
                <a:cubicBezTo>
                  <a:pt x="177901" y="77724"/>
                  <a:pt x="178291" y="81736"/>
                  <a:pt x="179071" y="85359"/>
                </a:cubicBezTo>
                <a:cubicBezTo>
                  <a:pt x="179852" y="88980"/>
                  <a:pt x="181206" y="92052"/>
                  <a:pt x="183133" y="94573"/>
                </a:cubicBezTo>
                <a:cubicBezTo>
                  <a:pt x="185063" y="97095"/>
                  <a:pt x="187703" y="99044"/>
                  <a:pt x="191054" y="100419"/>
                </a:cubicBezTo>
                <a:cubicBezTo>
                  <a:pt x="194405" y="101794"/>
                  <a:pt x="198697" y="102481"/>
                  <a:pt x="203931" y="102481"/>
                </a:cubicBezTo>
                <a:cubicBezTo>
                  <a:pt x="208062" y="102481"/>
                  <a:pt x="212102" y="101561"/>
                  <a:pt x="216050" y="99720"/>
                </a:cubicBezTo>
                <a:cubicBezTo>
                  <a:pt x="219998" y="97878"/>
                  <a:pt x="223211" y="94884"/>
                  <a:pt x="225689" y="90740"/>
                </a:cubicBezTo>
                <a:lnTo>
                  <a:pt x="226103" y="90740"/>
                </a:lnTo>
                <a:lnTo>
                  <a:pt x="226103" y="100657"/>
                </a:lnTo>
                <a:lnTo>
                  <a:pt x="244694" y="100657"/>
                </a:lnTo>
                <a:close/>
                <a:moveTo>
                  <a:pt x="259766" y="29481"/>
                </a:moveTo>
                <a:lnTo>
                  <a:pt x="259766" y="100733"/>
                </a:lnTo>
                <a:lnTo>
                  <a:pt x="279322" y="100733"/>
                </a:lnTo>
                <a:lnTo>
                  <a:pt x="279322" y="68611"/>
                </a:lnTo>
                <a:cubicBezTo>
                  <a:pt x="279322" y="65394"/>
                  <a:pt x="279643" y="62407"/>
                  <a:pt x="280286" y="59650"/>
                </a:cubicBezTo>
                <a:cubicBezTo>
                  <a:pt x="280929" y="56893"/>
                  <a:pt x="282008" y="54481"/>
                  <a:pt x="283522" y="52413"/>
                </a:cubicBezTo>
                <a:cubicBezTo>
                  <a:pt x="285037" y="50345"/>
                  <a:pt x="287033" y="48714"/>
                  <a:pt x="289511" y="47519"/>
                </a:cubicBezTo>
                <a:cubicBezTo>
                  <a:pt x="291991" y="46324"/>
                  <a:pt x="295021" y="45726"/>
                  <a:pt x="298602" y="45726"/>
                </a:cubicBezTo>
                <a:cubicBezTo>
                  <a:pt x="299795" y="45726"/>
                  <a:pt x="301035" y="45796"/>
                  <a:pt x="302319" y="45934"/>
                </a:cubicBezTo>
                <a:cubicBezTo>
                  <a:pt x="303605" y="46072"/>
                  <a:pt x="304707" y="46232"/>
                  <a:pt x="305625" y="46416"/>
                </a:cubicBezTo>
                <a:lnTo>
                  <a:pt x="305625" y="28257"/>
                </a:lnTo>
                <a:cubicBezTo>
                  <a:pt x="304064" y="27799"/>
                  <a:pt x="302641" y="27570"/>
                  <a:pt x="301357" y="27570"/>
                </a:cubicBezTo>
                <a:cubicBezTo>
                  <a:pt x="298877" y="27570"/>
                  <a:pt x="296490" y="27937"/>
                  <a:pt x="294195" y="28671"/>
                </a:cubicBezTo>
                <a:cubicBezTo>
                  <a:pt x="291901" y="29404"/>
                  <a:pt x="289743" y="30435"/>
                  <a:pt x="287723" y="31765"/>
                </a:cubicBezTo>
                <a:cubicBezTo>
                  <a:pt x="285703" y="33094"/>
                  <a:pt x="283912" y="34699"/>
                  <a:pt x="282352" y="36579"/>
                </a:cubicBezTo>
                <a:cubicBezTo>
                  <a:pt x="280791" y="38459"/>
                  <a:pt x="279551" y="40500"/>
                  <a:pt x="278632" y="42700"/>
                </a:cubicBezTo>
                <a:lnTo>
                  <a:pt x="278357" y="42700"/>
                </a:lnTo>
                <a:lnTo>
                  <a:pt x="278357" y="29481"/>
                </a:lnTo>
                <a:lnTo>
                  <a:pt x="259766" y="29481"/>
                </a:lnTo>
                <a:close/>
                <a:moveTo>
                  <a:pt x="361800" y="54603"/>
                </a:moveTo>
                <a:lnTo>
                  <a:pt x="380942" y="54603"/>
                </a:lnTo>
                <a:cubicBezTo>
                  <a:pt x="380667" y="50005"/>
                  <a:pt x="379565" y="46028"/>
                  <a:pt x="377636" y="42673"/>
                </a:cubicBezTo>
                <a:cubicBezTo>
                  <a:pt x="375708" y="39316"/>
                  <a:pt x="373206" y="36512"/>
                  <a:pt x="370130" y="34259"/>
                </a:cubicBezTo>
                <a:cubicBezTo>
                  <a:pt x="367055" y="32006"/>
                  <a:pt x="363566" y="30329"/>
                  <a:pt x="359665" y="29226"/>
                </a:cubicBezTo>
                <a:cubicBezTo>
                  <a:pt x="355763" y="28122"/>
                  <a:pt x="351701" y="27570"/>
                  <a:pt x="347477" y="27570"/>
                </a:cubicBezTo>
                <a:cubicBezTo>
                  <a:pt x="341692" y="27570"/>
                  <a:pt x="336550" y="28536"/>
                  <a:pt x="332050" y="30468"/>
                </a:cubicBezTo>
                <a:cubicBezTo>
                  <a:pt x="327552" y="32399"/>
                  <a:pt x="323742" y="35088"/>
                  <a:pt x="320621" y="38538"/>
                </a:cubicBezTo>
                <a:cubicBezTo>
                  <a:pt x="317500" y="41987"/>
                  <a:pt x="315136" y="46079"/>
                  <a:pt x="313529" y="50816"/>
                </a:cubicBezTo>
                <a:cubicBezTo>
                  <a:pt x="311922" y="55551"/>
                  <a:pt x="311118" y="60678"/>
                  <a:pt x="311118" y="66196"/>
                </a:cubicBezTo>
                <a:cubicBezTo>
                  <a:pt x="311118" y="71531"/>
                  <a:pt x="311990" y="76429"/>
                  <a:pt x="313735" y="80889"/>
                </a:cubicBezTo>
                <a:cubicBezTo>
                  <a:pt x="315479" y="85348"/>
                  <a:pt x="317911" y="89188"/>
                  <a:pt x="321033" y="92407"/>
                </a:cubicBezTo>
                <a:cubicBezTo>
                  <a:pt x="324155" y="95626"/>
                  <a:pt x="327943" y="98132"/>
                  <a:pt x="332395" y="99926"/>
                </a:cubicBezTo>
                <a:cubicBezTo>
                  <a:pt x="336849" y="101719"/>
                  <a:pt x="341738" y="102615"/>
                  <a:pt x="347063" y="102615"/>
                </a:cubicBezTo>
                <a:cubicBezTo>
                  <a:pt x="356519" y="102615"/>
                  <a:pt x="364277" y="100127"/>
                  <a:pt x="370336" y="95149"/>
                </a:cubicBezTo>
                <a:cubicBezTo>
                  <a:pt x="376396" y="90170"/>
                  <a:pt x="380069" y="82953"/>
                  <a:pt x="381355" y="73496"/>
                </a:cubicBezTo>
                <a:lnTo>
                  <a:pt x="362487" y="73496"/>
                </a:lnTo>
                <a:cubicBezTo>
                  <a:pt x="361845" y="77904"/>
                  <a:pt x="360262" y="81416"/>
                  <a:pt x="357736" y="84033"/>
                </a:cubicBezTo>
                <a:cubicBezTo>
                  <a:pt x="355211" y="86648"/>
                  <a:pt x="351608" y="87956"/>
                  <a:pt x="346926" y="87956"/>
                </a:cubicBezTo>
                <a:cubicBezTo>
                  <a:pt x="343896" y="87956"/>
                  <a:pt x="341325" y="87268"/>
                  <a:pt x="339212" y="85890"/>
                </a:cubicBezTo>
                <a:cubicBezTo>
                  <a:pt x="337101" y="84513"/>
                  <a:pt x="335425" y="82746"/>
                  <a:pt x="334185" y="80589"/>
                </a:cubicBezTo>
                <a:cubicBezTo>
                  <a:pt x="332947" y="78430"/>
                  <a:pt x="332052" y="76019"/>
                  <a:pt x="331500" y="73356"/>
                </a:cubicBezTo>
                <a:cubicBezTo>
                  <a:pt x="330949" y="70692"/>
                  <a:pt x="330674" y="68075"/>
                  <a:pt x="330674" y="65505"/>
                </a:cubicBezTo>
                <a:cubicBezTo>
                  <a:pt x="330674" y="62842"/>
                  <a:pt x="330949" y="60156"/>
                  <a:pt x="331500" y="57448"/>
                </a:cubicBezTo>
                <a:cubicBezTo>
                  <a:pt x="332052" y="54739"/>
                  <a:pt x="332993" y="52259"/>
                  <a:pt x="334324" y="50009"/>
                </a:cubicBezTo>
                <a:cubicBezTo>
                  <a:pt x="335655" y="47759"/>
                  <a:pt x="337376" y="45923"/>
                  <a:pt x="339487" y="44499"/>
                </a:cubicBezTo>
                <a:cubicBezTo>
                  <a:pt x="341600" y="43076"/>
                  <a:pt x="344217" y="42364"/>
                  <a:pt x="347338" y="42364"/>
                </a:cubicBezTo>
                <a:cubicBezTo>
                  <a:pt x="355693" y="42364"/>
                  <a:pt x="360514" y="46444"/>
                  <a:pt x="361800" y="54603"/>
                </a:cubicBezTo>
                <a:close/>
                <a:moveTo>
                  <a:pt x="440052" y="57561"/>
                </a:moveTo>
                <a:lnTo>
                  <a:pt x="408241" y="57561"/>
                </a:lnTo>
                <a:cubicBezTo>
                  <a:pt x="408332" y="56180"/>
                  <a:pt x="408630" y="54615"/>
                  <a:pt x="409134" y="52865"/>
                </a:cubicBezTo>
                <a:cubicBezTo>
                  <a:pt x="409640" y="51114"/>
                  <a:pt x="410513" y="49456"/>
                  <a:pt x="411753" y="47891"/>
                </a:cubicBezTo>
                <a:cubicBezTo>
                  <a:pt x="412992" y="46325"/>
                  <a:pt x="414645" y="45012"/>
                  <a:pt x="416710" y="43953"/>
                </a:cubicBezTo>
                <a:cubicBezTo>
                  <a:pt x="418776" y="42894"/>
                  <a:pt x="421370" y="42364"/>
                  <a:pt x="424491" y="42364"/>
                </a:cubicBezTo>
                <a:cubicBezTo>
                  <a:pt x="429266" y="42364"/>
                  <a:pt x="432823" y="43654"/>
                  <a:pt x="435164" y="46233"/>
                </a:cubicBezTo>
                <a:cubicBezTo>
                  <a:pt x="437505" y="48812"/>
                  <a:pt x="439135" y="52588"/>
                  <a:pt x="440052" y="57561"/>
                </a:cubicBezTo>
                <a:moveTo>
                  <a:pt x="408241" y="69935"/>
                </a:moveTo>
                <a:lnTo>
                  <a:pt x="459610" y="69935"/>
                </a:lnTo>
                <a:cubicBezTo>
                  <a:pt x="459977" y="64415"/>
                  <a:pt x="459517" y="59125"/>
                  <a:pt x="458231" y="54065"/>
                </a:cubicBezTo>
                <a:cubicBezTo>
                  <a:pt x="456947" y="49005"/>
                  <a:pt x="454858" y="44497"/>
                  <a:pt x="451965" y="40542"/>
                </a:cubicBezTo>
                <a:cubicBezTo>
                  <a:pt x="449073" y="36586"/>
                  <a:pt x="445378" y="33435"/>
                  <a:pt x="440878" y="31090"/>
                </a:cubicBezTo>
                <a:cubicBezTo>
                  <a:pt x="436380" y="28744"/>
                  <a:pt x="431101" y="27570"/>
                  <a:pt x="425042" y="27570"/>
                </a:cubicBezTo>
                <a:cubicBezTo>
                  <a:pt x="419624" y="27570"/>
                  <a:pt x="414690" y="28536"/>
                  <a:pt x="410237" y="30468"/>
                </a:cubicBezTo>
                <a:cubicBezTo>
                  <a:pt x="405785" y="32399"/>
                  <a:pt x="401952" y="35042"/>
                  <a:pt x="398739" y="38399"/>
                </a:cubicBezTo>
                <a:cubicBezTo>
                  <a:pt x="395525" y="41755"/>
                  <a:pt x="393046" y="45733"/>
                  <a:pt x="391302" y="50333"/>
                </a:cubicBezTo>
                <a:cubicBezTo>
                  <a:pt x="389558" y="54931"/>
                  <a:pt x="388686" y="59897"/>
                  <a:pt x="388686" y="65232"/>
                </a:cubicBezTo>
                <a:cubicBezTo>
                  <a:pt x="388686" y="70748"/>
                  <a:pt x="389535" y="75807"/>
                  <a:pt x="391232" y="80406"/>
                </a:cubicBezTo>
                <a:cubicBezTo>
                  <a:pt x="392932" y="85004"/>
                  <a:pt x="395342" y="88958"/>
                  <a:pt x="398463" y="92270"/>
                </a:cubicBezTo>
                <a:cubicBezTo>
                  <a:pt x="401585" y="95581"/>
                  <a:pt x="405394" y="98132"/>
                  <a:pt x="409893" y="99926"/>
                </a:cubicBezTo>
                <a:cubicBezTo>
                  <a:pt x="414391" y="101719"/>
                  <a:pt x="419441" y="102615"/>
                  <a:pt x="425042" y="102615"/>
                </a:cubicBezTo>
                <a:cubicBezTo>
                  <a:pt x="433121" y="102615"/>
                  <a:pt x="440007" y="100781"/>
                  <a:pt x="445699" y="97112"/>
                </a:cubicBezTo>
                <a:cubicBezTo>
                  <a:pt x="451392" y="93443"/>
                  <a:pt x="455616" y="87342"/>
                  <a:pt x="458370" y="78811"/>
                </a:cubicBezTo>
                <a:lnTo>
                  <a:pt x="441155" y="78811"/>
                </a:lnTo>
                <a:cubicBezTo>
                  <a:pt x="440512" y="80995"/>
                  <a:pt x="438767" y="83065"/>
                  <a:pt x="435921" y="85023"/>
                </a:cubicBezTo>
                <a:cubicBezTo>
                  <a:pt x="433075" y="86978"/>
                  <a:pt x="429679" y="87956"/>
                  <a:pt x="425731" y="87956"/>
                </a:cubicBezTo>
                <a:cubicBezTo>
                  <a:pt x="420223" y="87956"/>
                  <a:pt x="415999" y="86535"/>
                  <a:pt x="413060" y="83692"/>
                </a:cubicBezTo>
                <a:cubicBezTo>
                  <a:pt x="410122" y="80848"/>
                  <a:pt x="408516" y="76263"/>
                  <a:pt x="408241" y="69935"/>
                </a:cubicBezTo>
                <a:close/>
                <a:moveTo>
                  <a:pt x="511253" y="2421"/>
                </a:moveTo>
                <a:lnTo>
                  <a:pt x="511253" y="100733"/>
                </a:lnTo>
                <a:lnTo>
                  <a:pt x="580801" y="100733"/>
                </a:lnTo>
                <a:lnTo>
                  <a:pt x="580801" y="82577"/>
                </a:lnTo>
                <a:lnTo>
                  <a:pt x="532874" y="82577"/>
                </a:lnTo>
                <a:lnTo>
                  <a:pt x="532874" y="2421"/>
                </a:lnTo>
                <a:lnTo>
                  <a:pt x="511253" y="2421"/>
                </a:lnTo>
                <a:close/>
                <a:moveTo>
                  <a:pt x="611159" y="18560"/>
                </a:moveTo>
                <a:lnTo>
                  <a:pt x="611159" y="2421"/>
                </a:lnTo>
                <a:lnTo>
                  <a:pt x="591603" y="2421"/>
                </a:lnTo>
                <a:lnTo>
                  <a:pt x="591603" y="18560"/>
                </a:lnTo>
                <a:lnTo>
                  <a:pt x="611159" y="18560"/>
                </a:lnTo>
                <a:moveTo>
                  <a:pt x="591603" y="29533"/>
                </a:moveTo>
                <a:lnTo>
                  <a:pt x="591603" y="100733"/>
                </a:lnTo>
                <a:lnTo>
                  <a:pt x="611159" y="100733"/>
                </a:lnTo>
                <a:lnTo>
                  <a:pt x="611159" y="29533"/>
                </a:lnTo>
                <a:lnTo>
                  <a:pt x="591603" y="29533"/>
                </a:lnTo>
                <a:close/>
                <a:moveTo>
                  <a:pt x="678441" y="65229"/>
                </a:moveTo>
                <a:cubicBezTo>
                  <a:pt x="678441" y="68167"/>
                  <a:pt x="678120" y="71014"/>
                  <a:pt x="677477" y="73770"/>
                </a:cubicBezTo>
                <a:cubicBezTo>
                  <a:pt x="676834" y="76524"/>
                  <a:pt x="675824" y="78957"/>
                  <a:pt x="674446" y="81070"/>
                </a:cubicBezTo>
                <a:cubicBezTo>
                  <a:pt x="673069" y="83181"/>
                  <a:pt x="671348" y="84857"/>
                  <a:pt x="669281" y="86096"/>
                </a:cubicBezTo>
                <a:cubicBezTo>
                  <a:pt x="667216" y="87336"/>
                  <a:pt x="664715" y="87956"/>
                  <a:pt x="661777" y="87956"/>
                </a:cubicBezTo>
                <a:cubicBezTo>
                  <a:pt x="658930" y="87956"/>
                  <a:pt x="656451" y="87336"/>
                  <a:pt x="654340" y="86096"/>
                </a:cubicBezTo>
                <a:cubicBezTo>
                  <a:pt x="652229" y="84857"/>
                  <a:pt x="650485" y="83181"/>
                  <a:pt x="649108" y="81070"/>
                </a:cubicBezTo>
                <a:cubicBezTo>
                  <a:pt x="647731" y="78957"/>
                  <a:pt x="646721" y="76524"/>
                  <a:pt x="646078" y="73770"/>
                </a:cubicBezTo>
                <a:cubicBezTo>
                  <a:pt x="645435" y="71014"/>
                  <a:pt x="645113" y="68167"/>
                  <a:pt x="645113" y="65229"/>
                </a:cubicBezTo>
                <a:cubicBezTo>
                  <a:pt x="645113" y="62199"/>
                  <a:pt x="645435" y="59307"/>
                  <a:pt x="646078" y="56553"/>
                </a:cubicBezTo>
                <a:cubicBezTo>
                  <a:pt x="646721" y="53797"/>
                  <a:pt x="647731" y="51364"/>
                  <a:pt x="649108" y="49253"/>
                </a:cubicBezTo>
                <a:cubicBezTo>
                  <a:pt x="650485" y="47140"/>
                  <a:pt x="652229" y="45464"/>
                  <a:pt x="654340" y="44224"/>
                </a:cubicBezTo>
                <a:cubicBezTo>
                  <a:pt x="656451" y="42984"/>
                  <a:pt x="658930" y="42364"/>
                  <a:pt x="661777" y="42364"/>
                </a:cubicBezTo>
                <a:cubicBezTo>
                  <a:pt x="664715" y="42364"/>
                  <a:pt x="667216" y="42984"/>
                  <a:pt x="669281" y="44224"/>
                </a:cubicBezTo>
                <a:cubicBezTo>
                  <a:pt x="671348" y="45464"/>
                  <a:pt x="673069" y="47140"/>
                  <a:pt x="674446" y="49253"/>
                </a:cubicBezTo>
                <a:cubicBezTo>
                  <a:pt x="675824" y="51364"/>
                  <a:pt x="676834" y="53797"/>
                  <a:pt x="677477" y="56553"/>
                </a:cubicBezTo>
                <a:cubicBezTo>
                  <a:pt x="678120" y="59307"/>
                  <a:pt x="678441" y="62199"/>
                  <a:pt x="678441" y="65229"/>
                </a:cubicBezTo>
                <a:moveTo>
                  <a:pt x="626247" y="2421"/>
                </a:moveTo>
                <a:lnTo>
                  <a:pt x="626247" y="100779"/>
                </a:lnTo>
                <a:lnTo>
                  <a:pt x="644838" y="100779"/>
                </a:lnTo>
                <a:lnTo>
                  <a:pt x="644838" y="91690"/>
                </a:lnTo>
                <a:lnTo>
                  <a:pt x="645113" y="91690"/>
                </a:lnTo>
                <a:cubicBezTo>
                  <a:pt x="647224" y="95655"/>
                  <a:pt x="650346" y="98467"/>
                  <a:pt x="654477" y="100127"/>
                </a:cubicBezTo>
                <a:cubicBezTo>
                  <a:pt x="658610" y="101786"/>
                  <a:pt x="663292" y="102615"/>
                  <a:pt x="668525" y="102615"/>
                </a:cubicBezTo>
                <a:cubicBezTo>
                  <a:pt x="672106" y="102615"/>
                  <a:pt x="675640" y="101880"/>
                  <a:pt x="679128" y="100409"/>
                </a:cubicBezTo>
                <a:cubicBezTo>
                  <a:pt x="682618" y="98937"/>
                  <a:pt x="685763" y="96683"/>
                  <a:pt x="688564" y="93649"/>
                </a:cubicBezTo>
                <a:cubicBezTo>
                  <a:pt x="691364" y="90614"/>
                  <a:pt x="693636" y="86729"/>
                  <a:pt x="695381" y="81992"/>
                </a:cubicBezTo>
                <a:cubicBezTo>
                  <a:pt x="697125" y="77256"/>
                  <a:pt x="697997" y="71623"/>
                  <a:pt x="697997" y="65093"/>
                </a:cubicBezTo>
                <a:cubicBezTo>
                  <a:pt x="697997" y="58563"/>
                  <a:pt x="697125" y="52930"/>
                  <a:pt x="695381" y="48193"/>
                </a:cubicBezTo>
                <a:cubicBezTo>
                  <a:pt x="693636" y="43457"/>
                  <a:pt x="691364" y="39571"/>
                  <a:pt x="688564" y="36537"/>
                </a:cubicBezTo>
                <a:cubicBezTo>
                  <a:pt x="685763" y="33503"/>
                  <a:pt x="682618" y="31250"/>
                  <a:pt x="679128" y="29779"/>
                </a:cubicBezTo>
                <a:cubicBezTo>
                  <a:pt x="675640" y="28307"/>
                  <a:pt x="672106" y="27570"/>
                  <a:pt x="668525" y="27570"/>
                </a:cubicBezTo>
                <a:cubicBezTo>
                  <a:pt x="664119" y="27570"/>
                  <a:pt x="659873" y="28423"/>
                  <a:pt x="655786" y="30128"/>
                </a:cubicBezTo>
                <a:cubicBezTo>
                  <a:pt x="651701" y="31833"/>
                  <a:pt x="648465" y="34529"/>
                  <a:pt x="646078" y="38216"/>
                </a:cubicBezTo>
                <a:lnTo>
                  <a:pt x="645802" y="38216"/>
                </a:lnTo>
                <a:lnTo>
                  <a:pt x="645802" y="2421"/>
                </a:lnTo>
                <a:lnTo>
                  <a:pt x="626247" y="2421"/>
                </a:lnTo>
                <a:close/>
                <a:moveTo>
                  <a:pt x="710407" y="29481"/>
                </a:moveTo>
                <a:lnTo>
                  <a:pt x="710407" y="100733"/>
                </a:lnTo>
                <a:lnTo>
                  <a:pt x="729963" y="100733"/>
                </a:lnTo>
                <a:lnTo>
                  <a:pt x="729963" y="68611"/>
                </a:lnTo>
                <a:cubicBezTo>
                  <a:pt x="729963" y="65394"/>
                  <a:pt x="730284" y="62407"/>
                  <a:pt x="730927" y="59650"/>
                </a:cubicBezTo>
                <a:cubicBezTo>
                  <a:pt x="731570" y="56893"/>
                  <a:pt x="732649" y="54481"/>
                  <a:pt x="734164" y="52413"/>
                </a:cubicBezTo>
                <a:cubicBezTo>
                  <a:pt x="735678" y="50345"/>
                  <a:pt x="737674" y="48714"/>
                  <a:pt x="740152" y="47519"/>
                </a:cubicBezTo>
                <a:cubicBezTo>
                  <a:pt x="742632" y="46324"/>
                  <a:pt x="745662" y="45726"/>
                  <a:pt x="749243" y="45726"/>
                </a:cubicBezTo>
                <a:cubicBezTo>
                  <a:pt x="750437" y="45726"/>
                  <a:pt x="751676" y="45796"/>
                  <a:pt x="752961" y="45934"/>
                </a:cubicBezTo>
                <a:cubicBezTo>
                  <a:pt x="754247" y="46072"/>
                  <a:pt x="755348" y="46232"/>
                  <a:pt x="756266" y="46416"/>
                </a:cubicBezTo>
                <a:lnTo>
                  <a:pt x="756266" y="28257"/>
                </a:lnTo>
                <a:cubicBezTo>
                  <a:pt x="754705" y="27799"/>
                  <a:pt x="753283" y="27570"/>
                  <a:pt x="751998" y="27570"/>
                </a:cubicBezTo>
                <a:cubicBezTo>
                  <a:pt x="749518" y="27570"/>
                  <a:pt x="747131" y="27937"/>
                  <a:pt x="744837" y="28671"/>
                </a:cubicBezTo>
                <a:cubicBezTo>
                  <a:pt x="742542" y="29404"/>
                  <a:pt x="740384" y="30435"/>
                  <a:pt x="738364" y="31765"/>
                </a:cubicBezTo>
                <a:cubicBezTo>
                  <a:pt x="736344" y="33094"/>
                  <a:pt x="734554" y="34699"/>
                  <a:pt x="732993" y="36579"/>
                </a:cubicBezTo>
                <a:cubicBezTo>
                  <a:pt x="731432" y="38459"/>
                  <a:pt x="730193" y="40500"/>
                  <a:pt x="729274" y="42700"/>
                </a:cubicBezTo>
                <a:lnTo>
                  <a:pt x="728998" y="42700"/>
                </a:lnTo>
                <a:lnTo>
                  <a:pt x="728998" y="29481"/>
                </a:lnTo>
                <a:lnTo>
                  <a:pt x="710407" y="29481"/>
                </a:lnTo>
                <a:close/>
                <a:moveTo>
                  <a:pt x="763138" y="51430"/>
                </a:moveTo>
                <a:cubicBezTo>
                  <a:pt x="763413" y="46839"/>
                  <a:pt x="764560" y="43029"/>
                  <a:pt x="766580" y="40000"/>
                </a:cubicBezTo>
                <a:cubicBezTo>
                  <a:pt x="768600" y="36970"/>
                  <a:pt x="771171" y="34536"/>
                  <a:pt x="774292" y="32700"/>
                </a:cubicBezTo>
                <a:cubicBezTo>
                  <a:pt x="777414" y="30863"/>
                  <a:pt x="780925" y="29555"/>
                  <a:pt x="784827" y="28774"/>
                </a:cubicBezTo>
                <a:cubicBezTo>
                  <a:pt x="788730" y="27994"/>
                  <a:pt x="792655" y="27604"/>
                  <a:pt x="796603" y="27604"/>
                </a:cubicBezTo>
                <a:cubicBezTo>
                  <a:pt x="800184" y="27604"/>
                  <a:pt x="803810" y="27857"/>
                  <a:pt x="807482" y="28363"/>
                </a:cubicBezTo>
                <a:cubicBezTo>
                  <a:pt x="811155" y="28867"/>
                  <a:pt x="814506" y="29854"/>
                  <a:pt x="817535" y="31323"/>
                </a:cubicBezTo>
                <a:cubicBezTo>
                  <a:pt x="820565" y="32792"/>
                  <a:pt x="823044" y="34834"/>
                  <a:pt x="824972" y="37451"/>
                </a:cubicBezTo>
                <a:cubicBezTo>
                  <a:pt x="826901" y="40068"/>
                  <a:pt x="827865" y="43534"/>
                  <a:pt x="827865" y="47849"/>
                </a:cubicBezTo>
                <a:lnTo>
                  <a:pt x="827865" y="84894"/>
                </a:lnTo>
                <a:cubicBezTo>
                  <a:pt x="827865" y="88108"/>
                  <a:pt x="828049" y="91184"/>
                  <a:pt x="828416" y="94122"/>
                </a:cubicBezTo>
                <a:cubicBezTo>
                  <a:pt x="828783" y="97059"/>
                  <a:pt x="829425" y="99263"/>
                  <a:pt x="830343" y="100733"/>
                </a:cubicBezTo>
                <a:lnTo>
                  <a:pt x="810512" y="100733"/>
                </a:lnTo>
                <a:cubicBezTo>
                  <a:pt x="810145" y="99631"/>
                  <a:pt x="809847" y="98507"/>
                  <a:pt x="809617" y="97360"/>
                </a:cubicBezTo>
                <a:cubicBezTo>
                  <a:pt x="809387" y="96211"/>
                  <a:pt x="809227" y="95040"/>
                  <a:pt x="809136" y="93846"/>
                </a:cubicBezTo>
                <a:cubicBezTo>
                  <a:pt x="806014" y="97060"/>
                  <a:pt x="802342" y="99310"/>
                  <a:pt x="798118" y="100596"/>
                </a:cubicBezTo>
                <a:cubicBezTo>
                  <a:pt x="793894" y="101881"/>
                  <a:pt x="789579" y="102523"/>
                  <a:pt x="785171" y="102523"/>
                </a:cubicBezTo>
                <a:cubicBezTo>
                  <a:pt x="781775" y="102523"/>
                  <a:pt x="778608" y="102110"/>
                  <a:pt x="775669" y="101283"/>
                </a:cubicBezTo>
                <a:cubicBezTo>
                  <a:pt x="772731" y="100457"/>
                  <a:pt x="770160" y="99171"/>
                  <a:pt x="767957" y="97427"/>
                </a:cubicBezTo>
                <a:cubicBezTo>
                  <a:pt x="765754" y="95683"/>
                  <a:pt x="764033" y="93480"/>
                  <a:pt x="762793" y="90818"/>
                </a:cubicBezTo>
                <a:cubicBezTo>
                  <a:pt x="761554" y="88155"/>
                  <a:pt x="760934" y="84987"/>
                  <a:pt x="760934" y="81314"/>
                </a:cubicBezTo>
                <a:cubicBezTo>
                  <a:pt x="760934" y="77275"/>
                  <a:pt x="761645" y="73947"/>
                  <a:pt x="763069" y="71330"/>
                </a:cubicBezTo>
                <a:cubicBezTo>
                  <a:pt x="764492" y="68713"/>
                  <a:pt x="766328" y="66624"/>
                  <a:pt x="768576" y="65063"/>
                </a:cubicBezTo>
                <a:cubicBezTo>
                  <a:pt x="770826" y="63503"/>
                  <a:pt x="773397" y="62332"/>
                  <a:pt x="776289" y="61552"/>
                </a:cubicBezTo>
                <a:cubicBezTo>
                  <a:pt x="779182" y="60772"/>
                  <a:pt x="782097" y="60153"/>
                  <a:pt x="785035" y="59694"/>
                </a:cubicBezTo>
                <a:cubicBezTo>
                  <a:pt x="787972" y="59235"/>
                  <a:pt x="790864" y="58867"/>
                  <a:pt x="793709" y="58591"/>
                </a:cubicBezTo>
                <a:cubicBezTo>
                  <a:pt x="796556" y="58315"/>
                  <a:pt x="799081" y="57902"/>
                  <a:pt x="801285" y="57351"/>
                </a:cubicBezTo>
                <a:cubicBezTo>
                  <a:pt x="803488" y="56801"/>
                  <a:pt x="805233" y="55998"/>
                  <a:pt x="806517" y="54943"/>
                </a:cubicBezTo>
                <a:cubicBezTo>
                  <a:pt x="807803" y="53887"/>
                  <a:pt x="808401" y="52349"/>
                  <a:pt x="808310" y="50328"/>
                </a:cubicBezTo>
                <a:cubicBezTo>
                  <a:pt x="808310" y="48216"/>
                  <a:pt x="807965" y="46540"/>
                  <a:pt x="807276" y="45302"/>
                </a:cubicBezTo>
                <a:cubicBezTo>
                  <a:pt x="806587" y="44062"/>
                  <a:pt x="805668" y="43098"/>
                  <a:pt x="804521" y="42410"/>
                </a:cubicBezTo>
                <a:cubicBezTo>
                  <a:pt x="803374" y="41721"/>
                  <a:pt x="802042" y="41262"/>
                  <a:pt x="800526" y="41032"/>
                </a:cubicBezTo>
                <a:cubicBezTo>
                  <a:pt x="799012" y="40802"/>
                  <a:pt x="797382" y="40687"/>
                  <a:pt x="795638" y="40687"/>
                </a:cubicBezTo>
                <a:cubicBezTo>
                  <a:pt x="791783" y="40687"/>
                  <a:pt x="788753" y="41514"/>
                  <a:pt x="786550" y="43167"/>
                </a:cubicBezTo>
                <a:cubicBezTo>
                  <a:pt x="784346" y="44820"/>
                  <a:pt x="783061" y="47574"/>
                  <a:pt x="782694" y="51430"/>
                </a:cubicBezTo>
                <a:lnTo>
                  <a:pt x="763138" y="51430"/>
                </a:lnTo>
                <a:moveTo>
                  <a:pt x="808310" y="65889"/>
                </a:moveTo>
                <a:cubicBezTo>
                  <a:pt x="807483" y="66625"/>
                  <a:pt x="806450" y="67199"/>
                  <a:pt x="805210" y="67612"/>
                </a:cubicBezTo>
                <a:cubicBezTo>
                  <a:pt x="803970" y="68026"/>
                  <a:pt x="802639" y="68370"/>
                  <a:pt x="801215" y="68646"/>
                </a:cubicBezTo>
                <a:cubicBezTo>
                  <a:pt x="799793" y="68921"/>
                  <a:pt x="798301" y="69150"/>
                  <a:pt x="796739" y="69334"/>
                </a:cubicBezTo>
                <a:cubicBezTo>
                  <a:pt x="795179" y="69517"/>
                  <a:pt x="793618" y="69746"/>
                  <a:pt x="792057" y="70021"/>
                </a:cubicBezTo>
                <a:cubicBezTo>
                  <a:pt x="790589" y="70297"/>
                  <a:pt x="789144" y="70664"/>
                  <a:pt x="787720" y="71124"/>
                </a:cubicBezTo>
                <a:cubicBezTo>
                  <a:pt x="786297" y="71582"/>
                  <a:pt x="785057" y="72202"/>
                  <a:pt x="784001" y="72984"/>
                </a:cubicBezTo>
                <a:cubicBezTo>
                  <a:pt x="782946" y="73764"/>
                  <a:pt x="782097" y="74751"/>
                  <a:pt x="781454" y="75945"/>
                </a:cubicBezTo>
                <a:cubicBezTo>
                  <a:pt x="780811" y="77137"/>
                  <a:pt x="780489" y="78651"/>
                  <a:pt x="780489" y="80488"/>
                </a:cubicBezTo>
                <a:cubicBezTo>
                  <a:pt x="780489" y="82232"/>
                  <a:pt x="780811" y="83701"/>
                  <a:pt x="781454" y="84894"/>
                </a:cubicBezTo>
                <a:cubicBezTo>
                  <a:pt x="782097" y="86088"/>
                  <a:pt x="782969" y="87029"/>
                  <a:pt x="784070" y="87719"/>
                </a:cubicBezTo>
                <a:cubicBezTo>
                  <a:pt x="785173" y="88407"/>
                  <a:pt x="786458" y="88888"/>
                  <a:pt x="787926" y="89164"/>
                </a:cubicBezTo>
                <a:cubicBezTo>
                  <a:pt x="789396" y="89440"/>
                  <a:pt x="790911" y="89578"/>
                  <a:pt x="792471" y="89578"/>
                </a:cubicBezTo>
                <a:cubicBezTo>
                  <a:pt x="796327" y="89578"/>
                  <a:pt x="799310" y="88936"/>
                  <a:pt x="801421" y="87651"/>
                </a:cubicBezTo>
                <a:cubicBezTo>
                  <a:pt x="803534" y="86365"/>
                  <a:pt x="805095" y="84827"/>
                  <a:pt x="806105" y="83037"/>
                </a:cubicBezTo>
                <a:cubicBezTo>
                  <a:pt x="807115" y="81246"/>
                  <a:pt x="807735" y="79433"/>
                  <a:pt x="807965" y="77596"/>
                </a:cubicBezTo>
                <a:cubicBezTo>
                  <a:pt x="808195" y="75760"/>
                  <a:pt x="808310" y="74291"/>
                  <a:pt x="808310" y="73190"/>
                </a:cubicBezTo>
                <a:lnTo>
                  <a:pt x="808310" y="65889"/>
                </a:lnTo>
                <a:close/>
                <a:moveTo>
                  <a:pt x="842769" y="29481"/>
                </a:moveTo>
                <a:lnTo>
                  <a:pt x="842769" y="100733"/>
                </a:lnTo>
                <a:lnTo>
                  <a:pt x="862325" y="100733"/>
                </a:lnTo>
                <a:lnTo>
                  <a:pt x="862325" y="68611"/>
                </a:lnTo>
                <a:cubicBezTo>
                  <a:pt x="862325" y="65394"/>
                  <a:pt x="862646" y="62407"/>
                  <a:pt x="863289" y="59650"/>
                </a:cubicBezTo>
                <a:cubicBezTo>
                  <a:pt x="863932" y="56893"/>
                  <a:pt x="865011" y="54481"/>
                  <a:pt x="866525" y="52413"/>
                </a:cubicBezTo>
                <a:cubicBezTo>
                  <a:pt x="868040" y="50345"/>
                  <a:pt x="870036" y="48714"/>
                  <a:pt x="872514" y="47519"/>
                </a:cubicBezTo>
                <a:cubicBezTo>
                  <a:pt x="874994" y="46324"/>
                  <a:pt x="878024" y="45726"/>
                  <a:pt x="881605" y="45726"/>
                </a:cubicBezTo>
                <a:cubicBezTo>
                  <a:pt x="882798" y="45726"/>
                  <a:pt x="884038" y="45796"/>
                  <a:pt x="885322" y="45934"/>
                </a:cubicBezTo>
                <a:cubicBezTo>
                  <a:pt x="886608" y="46072"/>
                  <a:pt x="887710" y="46232"/>
                  <a:pt x="888628" y="46416"/>
                </a:cubicBezTo>
                <a:lnTo>
                  <a:pt x="888628" y="28257"/>
                </a:lnTo>
                <a:cubicBezTo>
                  <a:pt x="887067" y="27799"/>
                  <a:pt x="885644" y="27570"/>
                  <a:pt x="884360" y="27570"/>
                </a:cubicBezTo>
                <a:cubicBezTo>
                  <a:pt x="881880" y="27570"/>
                  <a:pt x="879493" y="27937"/>
                  <a:pt x="877198" y="28671"/>
                </a:cubicBezTo>
                <a:cubicBezTo>
                  <a:pt x="874903" y="29404"/>
                  <a:pt x="872746" y="30435"/>
                  <a:pt x="870726" y="31765"/>
                </a:cubicBezTo>
                <a:cubicBezTo>
                  <a:pt x="868706" y="33094"/>
                  <a:pt x="866915" y="34699"/>
                  <a:pt x="865355" y="36579"/>
                </a:cubicBezTo>
                <a:cubicBezTo>
                  <a:pt x="863794" y="38459"/>
                  <a:pt x="862554" y="40500"/>
                  <a:pt x="861635" y="42700"/>
                </a:cubicBezTo>
                <a:lnTo>
                  <a:pt x="861360" y="42700"/>
                </a:lnTo>
                <a:lnTo>
                  <a:pt x="861360" y="29481"/>
                </a:lnTo>
                <a:lnTo>
                  <a:pt x="842769" y="29481"/>
                </a:lnTo>
                <a:close/>
                <a:moveTo>
                  <a:pt x="916431" y="18560"/>
                </a:moveTo>
                <a:lnTo>
                  <a:pt x="916431" y="2421"/>
                </a:lnTo>
                <a:lnTo>
                  <a:pt x="896876" y="2421"/>
                </a:lnTo>
                <a:lnTo>
                  <a:pt x="896876" y="18560"/>
                </a:lnTo>
                <a:lnTo>
                  <a:pt x="916431" y="18560"/>
                </a:lnTo>
                <a:moveTo>
                  <a:pt x="896876" y="29533"/>
                </a:moveTo>
                <a:lnTo>
                  <a:pt x="896876" y="100733"/>
                </a:lnTo>
                <a:lnTo>
                  <a:pt x="916431" y="100733"/>
                </a:lnTo>
                <a:lnTo>
                  <a:pt x="916431" y="29533"/>
                </a:lnTo>
                <a:lnTo>
                  <a:pt x="896876" y="29533"/>
                </a:lnTo>
                <a:close/>
                <a:moveTo>
                  <a:pt x="979444" y="57561"/>
                </a:moveTo>
                <a:lnTo>
                  <a:pt x="947634" y="57561"/>
                </a:lnTo>
                <a:cubicBezTo>
                  <a:pt x="947725" y="56180"/>
                  <a:pt x="948022" y="54615"/>
                  <a:pt x="948527" y="52865"/>
                </a:cubicBezTo>
                <a:cubicBezTo>
                  <a:pt x="949032" y="51114"/>
                  <a:pt x="949905" y="49456"/>
                  <a:pt x="951145" y="47891"/>
                </a:cubicBezTo>
                <a:cubicBezTo>
                  <a:pt x="952385" y="46325"/>
                  <a:pt x="954037" y="45012"/>
                  <a:pt x="956102" y="43953"/>
                </a:cubicBezTo>
                <a:cubicBezTo>
                  <a:pt x="958169" y="42894"/>
                  <a:pt x="960762" y="42364"/>
                  <a:pt x="963884" y="42364"/>
                </a:cubicBezTo>
                <a:cubicBezTo>
                  <a:pt x="968658" y="42364"/>
                  <a:pt x="972216" y="43654"/>
                  <a:pt x="974557" y="46233"/>
                </a:cubicBezTo>
                <a:cubicBezTo>
                  <a:pt x="976898" y="48812"/>
                  <a:pt x="978527" y="52588"/>
                  <a:pt x="979444" y="57561"/>
                </a:cubicBezTo>
                <a:moveTo>
                  <a:pt x="947634" y="69935"/>
                </a:moveTo>
                <a:lnTo>
                  <a:pt x="999002" y="69935"/>
                </a:lnTo>
                <a:cubicBezTo>
                  <a:pt x="999369" y="64415"/>
                  <a:pt x="998910" y="59125"/>
                  <a:pt x="997624" y="54065"/>
                </a:cubicBezTo>
                <a:cubicBezTo>
                  <a:pt x="996339" y="49005"/>
                  <a:pt x="994250" y="44497"/>
                  <a:pt x="991357" y="40542"/>
                </a:cubicBezTo>
                <a:cubicBezTo>
                  <a:pt x="988466" y="36586"/>
                  <a:pt x="984770" y="33435"/>
                  <a:pt x="980270" y="31090"/>
                </a:cubicBezTo>
                <a:cubicBezTo>
                  <a:pt x="975772" y="28744"/>
                  <a:pt x="970493" y="27570"/>
                  <a:pt x="964434" y="27570"/>
                </a:cubicBezTo>
                <a:cubicBezTo>
                  <a:pt x="959017" y="27570"/>
                  <a:pt x="954082" y="28536"/>
                  <a:pt x="949630" y="30468"/>
                </a:cubicBezTo>
                <a:cubicBezTo>
                  <a:pt x="945178" y="32399"/>
                  <a:pt x="941345" y="35042"/>
                  <a:pt x="938131" y="38399"/>
                </a:cubicBezTo>
                <a:cubicBezTo>
                  <a:pt x="934917" y="41755"/>
                  <a:pt x="932438" y="45733"/>
                  <a:pt x="930694" y="50333"/>
                </a:cubicBezTo>
                <a:cubicBezTo>
                  <a:pt x="928950" y="54931"/>
                  <a:pt x="928078" y="59897"/>
                  <a:pt x="928078" y="65232"/>
                </a:cubicBezTo>
                <a:cubicBezTo>
                  <a:pt x="928078" y="70748"/>
                  <a:pt x="928927" y="75807"/>
                  <a:pt x="930625" y="80406"/>
                </a:cubicBezTo>
                <a:cubicBezTo>
                  <a:pt x="932324" y="85004"/>
                  <a:pt x="934734" y="88958"/>
                  <a:pt x="937856" y="92270"/>
                </a:cubicBezTo>
                <a:cubicBezTo>
                  <a:pt x="940977" y="95581"/>
                  <a:pt x="944787" y="98132"/>
                  <a:pt x="949285" y="99926"/>
                </a:cubicBezTo>
                <a:cubicBezTo>
                  <a:pt x="953784" y="101719"/>
                  <a:pt x="958833" y="102615"/>
                  <a:pt x="964434" y="102615"/>
                </a:cubicBezTo>
                <a:cubicBezTo>
                  <a:pt x="972513" y="102615"/>
                  <a:pt x="979399" y="100781"/>
                  <a:pt x="985091" y="97112"/>
                </a:cubicBezTo>
                <a:cubicBezTo>
                  <a:pt x="990784" y="93443"/>
                  <a:pt x="995008" y="87342"/>
                  <a:pt x="997762" y="78811"/>
                </a:cubicBezTo>
                <a:lnTo>
                  <a:pt x="980548" y="78811"/>
                </a:lnTo>
                <a:cubicBezTo>
                  <a:pt x="979905" y="80995"/>
                  <a:pt x="978160" y="83065"/>
                  <a:pt x="975313" y="85023"/>
                </a:cubicBezTo>
                <a:cubicBezTo>
                  <a:pt x="972468" y="86978"/>
                  <a:pt x="969071" y="87956"/>
                  <a:pt x="965123" y="87956"/>
                </a:cubicBezTo>
                <a:cubicBezTo>
                  <a:pt x="959615" y="87956"/>
                  <a:pt x="955391" y="86535"/>
                  <a:pt x="952452" y="83692"/>
                </a:cubicBezTo>
                <a:cubicBezTo>
                  <a:pt x="949514" y="80848"/>
                  <a:pt x="947908" y="76263"/>
                  <a:pt x="947634" y="69935"/>
                </a:cubicBezTo>
                <a:close/>
                <a:moveTo>
                  <a:pt x="1025474" y="77600"/>
                </a:moveTo>
                <a:lnTo>
                  <a:pt x="1006883" y="77600"/>
                </a:lnTo>
                <a:cubicBezTo>
                  <a:pt x="1007066" y="82366"/>
                  <a:pt x="1008145" y="86330"/>
                  <a:pt x="1010119" y="89492"/>
                </a:cubicBezTo>
                <a:cubicBezTo>
                  <a:pt x="1012093" y="92653"/>
                  <a:pt x="1014617" y="95195"/>
                  <a:pt x="1017692" y="97120"/>
                </a:cubicBezTo>
                <a:cubicBezTo>
                  <a:pt x="1020769" y="99045"/>
                  <a:pt x="1024281" y="100419"/>
                  <a:pt x="1028229" y="101243"/>
                </a:cubicBezTo>
                <a:cubicBezTo>
                  <a:pt x="1032177" y="102068"/>
                  <a:pt x="1036216" y="102481"/>
                  <a:pt x="1040348" y="102481"/>
                </a:cubicBezTo>
                <a:cubicBezTo>
                  <a:pt x="1044386" y="102481"/>
                  <a:pt x="1048357" y="102090"/>
                  <a:pt x="1052258" y="101308"/>
                </a:cubicBezTo>
                <a:cubicBezTo>
                  <a:pt x="1056161" y="100528"/>
                  <a:pt x="1059627" y="99173"/>
                  <a:pt x="1062656" y="97244"/>
                </a:cubicBezTo>
                <a:cubicBezTo>
                  <a:pt x="1065686" y="95315"/>
                  <a:pt x="1068142" y="92766"/>
                  <a:pt x="1070024" y="89597"/>
                </a:cubicBezTo>
                <a:cubicBezTo>
                  <a:pt x="1071906" y="86428"/>
                  <a:pt x="1072848" y="82502"/>
                  <a:pt x="1072848" y="77817"/>
                </a:cubicBezTo>
                <a:cubicBezTo>
                  <a:pt x="1072848" y="74511"/>
                  <a:pt x="1072205" y="71733"/>
                  <a:pt x="1070919" y="69483"/>
                </a:cubicBezTo>
                <a:cubicBezTo>
                  <a:pt x="1069634" y="67231"/>
                  <a:pt x="1067935" y="65348"/>
                  <a:pt x="1065823" y="63832"/>
                </a:cubicBezTo>
                <a:cubicBezTo>
                  <a:pt x="1063712" y="62316"/>
                  <a:pt x="1061302" y="61100"/>
                  <a:pt x="1058594" y="60182"/>
                </a:cubicBezTo>
                <a:cubicBezTo>
                  <a:pt x="1055886" y="59263"/>
                  <a:pt x="1053109" y="58482"/>
                  <a:pt x="1050262" y="57839"/>
                </a:cubicBezTo>
                <a:cubicBezTo>
                  <a:pt x="1047508" y="57196"/>
                  <a:pt x="1044799" y="56599"/>
                  <a:pt x="1042136" y="56048"/>
                </a:cubicBezTo>
                <a:cubicBezTo>
                  <a:pt x="1039474" y="55497"/>
                  <a:pt x="1037110" y="54877"/>
                  <a:pt x="1035044" y="54189"/>
                </a:cubicBezTo>
                <a:cubicBezTo>
                  <a:pt x="1032979" y="53499"/>
                  <a:pt x="1031303" y="52604"/>
                  <a:pt x="1030017" y="51501"/>
                </a:cubicBezTo>
                <a:cubicBezTo>
                  <a:pt x="1028732" y="50399"/>
                  <a:pt x="1028090" y="48974"/>
                  <a:pt x="1028090" y="47229"/>
                </a:cubicBezTo>
                <a:cubicBezTo>
                  <a:pt x="1028090" y="45759"/>
                  <a:pt x="1028457" y="44588"/>
                  <a:pt x="1029191" y="43715"/>
                </a:cubicBezTo>
                <a:cubicBezTo>
                  <a:pt x="1029927" y="42843"/>
                  <a:pt x="1030822" y="42177"/>
                  <a:pt x="1031877" y="41719"/>
                </a:cubicBezTo>
                <a:cubicBezTo>
                  <a:pt x="1032933" y="41260"/>
                  <a:pt x="1034104" y="40961"/>
                  <a:pt x="1035388" y="40824"/>
                </a:cubicBezTo>
                <a:cubicBezTo>
                  <a:pt x="1036674" y="40685"/>
                  <a:pt x="1037868" y="40616"/>
                  <a:pt x="1038969" y="40616"/>
                </a:cubicBezTo>
                <a:cubicBezTo>
                  <a:pt x="1042457" y="40616"/>
                  <a:pt x="1045487" y="41285"/>
                  <a:pt x="1048058" y="42623"/>
                </a:cubicBezTo>
                <a:cubicBezTo>
                  <a:pt x="1050628" y="43959"/>
                  <a:pt x="1052052" y="46518"/>
                  <a:pt x="1052328" y="50299"/>
                </a:cubicBezTo>
                <a:lnTo>
                  <a:pt x="1070921" y="50299"/>
                </a:lnTo>
                <a:cubicBezTo>
                  <a:pt x="1070554" y="45892"/>
                  <a:pt x="1069429" y="42242"/>
                  <a:pt x="1067546" y="39349"/>
                </a:cubicBezTo>
                <a:cubicBezTo>
                  <a:pt x="1065665" y="36456"/>
                  <a:pt x="1063300" y="34137"/>
                  <a:pt x="1060454" y="32393"/>
                </a:cubicBezTo>
                <a:cubicBezTo>
                  <a:pt x="1057608" y="30647"/>
                  <a:pt x="1054372" y="29408"/>
                  <a:pt x="1050745" y="28674"/>
                </a:cubicBezTo>
                <a:cubicBezTo>
                  <a:pt x="1047118" y="27938"/>
                  <a:pt x="1043377" y="27570"/>
                  <a:pt x="1039522" y="27570"/>
                </a:cubicBezTo>
                <a:cubicBezTo>
                  <a:pt x="1035665" y="27570"/>
                  <a:pt x="1031900" y="27915"/>
                  <a:pt x="1028227" y="28604"/>
                </a:cubicBezTo>
                <a:cubicBezTo>
                  <a:pt x="1024555" y="29292"/>
                  <a:pt x="1021250" y="30486"/>
                  <a:pt x="1018312" y="32185"/>
                </a:cubicBezTo>
                <a:cubicBezTo>
                  <a:pt x="1015375" y="33884"/>
                  <a:pt x="1013011" y="36204"/>
                  <a:pt x="1011220" y="39143"/>
                </a:cubicBezTo>
                <a:cubicBezTo>
                  <a:pt x="1009430" y="42082"/>
                  <a:pt x="1008535" y="45848"/>
                  <a:pt x="1008535" y="50442"/>
                </a:cubicBezTo>
                <a:cubicBezTo>
                  <a:pt x="1008535" y="53565"/>
                  <a:pt x="1009177" y="56205"/>
                  <a:pt x="1010462" y="58364"/>
                </a:cubicBezTo>
                <a:cubicBezTo>
                  <a:pt x="1011748" y="60522"/>
                  <a:pt x="1013446" y="62313"/>
                  <a:pt x="1015557" y="63737"/>
                </a:cubicBezTo>
                <a:cubicBezTo>
                  <a:pt x="1017670" y="65161"/>
                  <a:pt x="1020080" y="66309"/>
                  <a:pt x="1022788" y="67182"/>
                </a:cubicBezTo>
                <a:cubicBezTo>
                  <a:pt x="1025496" y="68054"/>
                  <a:pt x="1028274" y="68812"/>
                  <a:pt x="1031120" y="69455"/>
                </a:cubicBezTo>
                <a:cubicBezTo>
                  <a:pt x="1038097" y="70925"/>
                  <a:pt x="1043536" y="72395"/>
                  <a:pt x="1047438" y="73864"/>
                </a:cubicBezTo>
                <a:cubicBezTo>
                  <a:pt x="1051341" y="75334"/>
                  <a:pt x="1053292" y="77538"/>
                  <a:pt x="1053292" y="80477"/>
                </a:cubicBezTo>
                <a:cubicBezTo>
                  <a:pt x="1053292" y="82221"/>
                  <a:pt x="1052879" y="83668"/>
                  <a:pt x="1052052" y="84817"/>
                </a:cubicBezTo>
                <a:cubicBezTo>
                  <a:pt x="1051226" y="85965"/>
                  <a:pt x="1050193" y="86884"/>
                  <a:pt x="1048953" y="87574"/>
                </a:cubicBezTo>
                <a:cubicBezTo>
                  <a:pt x="1047714" y="88262"/>
                  <a:pt x="1046337" y="88767"/>
                  <a:pt x="1044821" y="89089"/>
                </a:cubicBezTo>
                <a:cubicBezTo>
                  <a:pt x="1043307" y="89410"/>
                  <a:pt x="1041861" y="89570"/>
                  <a:pt x="1040484" y="89570"/>
                </a:cubicBezTo>
                <a:cubicBezTo>
                  <a:pt x="1038557" y="89570"/>
                  <a:pt x="1036697" y="89341"/>
                  <a:pt x="1034907" y="88883"/>
                </a:cubicBezTo>
                <a:cubicBezTo>
                  <a:pt x="1033117" y="88423"/>
                  <a:pt x="1031533" y="87712"/>
                  <a:pt x="1030156" y="86750"/>
                </a:cubicBezTo>
                <a:cubicBezTo>
                  <a:pt x="1028779" y="85786"/>
                  <a:pt x="1027654" y="84548"/>
                  <a:pt x="1026781" y="83035"/>
                </a:cubicBezTo>
                <a:cubicBezTo>
                  <a:pt x="1025910" y="81522"/>
                  <a:pt x="1025474" y="79710"/>
                  <a:pt x="1025474" y="77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unveilbugsofsourcelibrar">
            <a:extLst xmlns:a="http://schemas.openxmlformats.org/drawingml/2006/main">
              <a:ext uri="{FF2B5EF4-FFF2-40B4-BE49-F238E27FC236}">
                <a16:creationId xmlns:a16="http://schemas.microsoft.com/office/drawing/2014/main" id="{33C55AFD-4128-40CF-B519-E71E262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99" y="366385"/>
            <a:ext cx="1807680" cy="129379"/>
          </a:xfrm>
          <a:custGeom xmlns:a="http://schemas.openxmlformats.org/drawingml/2006/main">
            <a:pathLst>
              <a:path w="1807680" h="129379">
                <a:moveTo>
                  <a:pt x="10625" y="28915"/>
                </a:moveTo>
                <a:lnTo>
                  <a:pt x="29924" y="28915"/>
                </a:lnTo>
                <a:lnTo>
                  <a:pt x="21115" y="71212"/>
                </a:lnTo>
                <a:cubicBezTo>
                  <a:pt x="20039" y="76278"/>
                  <a:pt x="19501" y="79438"/>
                  <a:pt x="19501" y="80694"/>
                </a:cubicBezTo>
                <a:cubicBezTo>
                  <a:pt x="19501" y="82756"/>
                  <a:pt x="20263" y="84527"/>
                  <a:pt x="21787" y="86006"/>
                </a:cubicBezTo>
                <a:cubicBezTo>
                  <a:pt x="23312" y="87485"/>
                  <a:pt x="25262" y="88225"/>
                  <a:pt x="27638" y="88225"/>
                </a:cubicBezTo>
                <a:cubicBezTo>
                  <a:pt x="29341" y="88225"/>
                  <a:pt x="31022" y="87901"/>
                  <a:pt x="32681" y="87252"/>
                </a:cubicBezTo>
                <a:cubicBezTo>
                  <a:pt x="34340" y="86602"/>
                  <a:pt x="36043" y="85617"/>
                  <a:pt x="37792" y="84295"/>
                </a:cubicBezTo>
                <a:cubicBezTo>
                  <a:pt x="39540" y="82973"/>
                  <a:pt x="41109" y="81461"/>
                  <a:pt x="42499" y="79759"/>
                </a:cubicBezTo>
                <a:cubicBezTo>
                  <a:pt x="43888" y="78056"/>
                  <a:pt x="45188" y="75817"/>
                  <a:pt x="46399" y="73040"/>
                </a:cubicBezTo>
                <a:cubicBezTo>
                  <a:pt x="47251" y="70980"/>
                  <a:pt x="48170" y="67618"/>
                  <a:pt x="49156" y="62956"/>
                </a:cubicBezTo>
                <a:lnTo>
                  <a:pt x="56284" y="28915"/>
                </a:lnTo>
                <a:lnTo>
                  <a:pt x="75583" y="28915"/>
                </a:lnTo>
                <a:lnTo>
                  <a:pt x="60655" y="100329"/>
                </a:lnTo>
                <a:lnTo>
                  <a:pt x="42633" y="100329"/>
                </a:lnTo>
                <a:lnTo>
                  <a:pt x="44651" y="90696"/>
                </a:lnTo>
                <a:cubicBezTo>
                  <a:pt x="36760" y="98284"/>
                  <a:pt x="28176" y="102078"/>
                  <a:pt x="18896" y="102078"/>
                </a:cubicBezTo>
                <a:cubicBezTo>
                  <a:pt x="13023" y="102078"/>
                  <a:pt x="8406" y="100391"/>
                  <a:pt x="5043" y="97017"/>
                </a:cubicBezTo>
                <a:cubicBezTo>
                  <a:pt x="1681" y="93642"/>
                  <a:pt x="0" y="89120"/>
                  <a:pt x="0" y="83451"/>
                </a:cubicBezTo>
                <a:cubicBezTo>
                  <a:pt x="0" y="80985"/>
                  <a:pt x="762" y="76076"/>
                  <a:pt x="2286" y="68724"/>
                </a:cubicBezTo>
                <a:lnTo>
                  <a:pt x="10625" y="28915"/>
                </a:lnTo>
                <a:close/>
                <a:moveTo>
                  <a:pt x="95189" y="28915"/>
                </a:moveTo>
                <a:lnTo>
                  <a:pt x="113479" y="28915"/>
                </a:lnTo>
                <a:lnTo>
                  <a:pt x="111596" y="38210"/>
                </a:lnTo>
                <a:cubicBezTo>
                  <a:pt x="116169" y="34235"/>
                  <a:pt x="120439" y="31401"/>
                  <a:pt x="124406" y="29707"/>
                </a:cubicBezTo>
                <a:cubicBezTo>
                  <a:pt x="128374" y="28014"/>
                  <a:pt x="132554" y="27167"/>
                  <a:pt x="136948" y="27167"/>
                </a:cubicBezTo>
                <a:cubicBezTo>
                  <a:pt x="142820" y="27167"/>
                  <a:pt x="147449" y="28854"/>
                  <a:pt x="150834" y="32227"/>
                </a:cubicBezTo>
                <a:cubicBezTo>
                  <a:pt x="154218" y="35600"/>
                  <a:pt x="155911" y="40076"/>
                  <a:pt x="155911" y="45655"/>
                </a:cubicBezTo>
                <a:cubicBezTo>
                  <a:pt x="155911" y="48163"/>
                  <a:pt x="155171" y="52916"/>
                  <a:pt x="153692" y="59915"/>
                </a:cubicBezTo>
                <a:lnTo>
                  <a:pt x="145286" y="100329"/>
                </a:lnTo>
                <a:lnTo>
                  <a:pt x="125987" y="100329"/>
                </a:lnTo>
                <a:lnTo>
                  <a:pt x="134460" y="59776"/>
                </a:lnTo>
                <a:cubicBezTo>
                  <a:pt x="135715" y="53717"/>
                  <a:pt x="136342" y="50106"/>
                  <a:pt x="136342" y="48942"/>
                </a:cubicBezTo>
                <a:cubicBezTo>
                  <a:pt x="136342" y="46480"/>
                  <a:pt x="135614" y="44545"/>
                  <a:pt x="134157" y="43135"/>
                </a:cubicBezTo>
                <a:cubicBezTo>
                  <a:pt x="132700" y="41725"/>
                  <a:pt x="130671" y="41019"/>
                  <a:pt x="128071" y="41019"/>
                </a:cubicBezTo>
                <a:cubicBezTo>
                  <a:pt x="125247" y="41019"/>
                  <a:pt x="122109" y="42207"/>
                  <a:pt x="118657" y="44583"/>
                </a:cubicBezTo>
                <a:cubicBezTo>
                  <a:pt x="115205" y="46959"/>
                  <a:pt x="112493" y="50097"/>
                  <a:pt x="110520" y="53998"/>
                </a:cubicBezTo>
                <a:cubicBezTo>
                  <a:pt x="109086" y="56778"/>
                  <a:pt x="107472" y="62450"/>
                  <a:pt x="105679" y="71013"/>
                </a:cubicBezTo>
                <a:lnTo>
                  <a:pt x="99560" y="100329"/>
                </a:lnTo>
                <a:lnTo>
                  <a:pt x="80260" y="100329"/>
                </a:lnTo>
                <a:lnTo>
                  <a:pt x="95189" y="28915"/>
                </a:lnTo>
                <a:close/>
                <a:moveTo>
                  <a:pt x="199859" y="100329"/>
                </a:moveTo>
                <a:lnTo>
                  <a:pt x="183249" y="100329"/>
                </a:lnTo>
                <a:lnTo>
                  <a:pt x="168926" y="28915"/>
                </a:lnTo>
                <a:lnTo>
                  <a:pt x="187889" y="28915"/>
                </a:lnTo>
                <a:lnTo>
                  <a:pt x="192933" y="60052"/>
                </a:lnTo>
                <a:cubicBezTo>
                  <a:pt x="194322" y="68475"/>
                  <a:pt x="195152" y="74056"/>
                  <a:pt x="195421" y="76793"/>
                </a:cubicBezTo>
                <a:cubicBezTo>
                  <a:pt x="195779" y="76110"/>
                  <a:pt x="197337" y="73242"/>
                  <a:pt x="200094" y="68190"/>
                </a:cubicBezTo>
                <a:cubicBezTo>
                  <a:pt x="202851" y="63139"/>
                  <a:pt x="204544" y="60089"/>
                  <a:pt x="205171" y="59043"/>
                </a:cubicBezTo>
                <a:lnTo>
                  <a:pt x="222924" y="28915"/>
                </a:lnTo>
                <a:lnTo>
                  <a:pt x="243770" y="28915"/>
                </a:lnTo>
                <a:lnTo>
                  <a:pt x="199859" y="100329"/>
                </a:lnTo>
                <a:close/>
                <a:moveTo>
                  <a:pt x="310193" y="70607"/>
                </a:moveTo>
                <a:lnTo>
                  <a:pt x="261776" y="70607"/>
                </a:lnTo>
                <a:cubicBezTo>
                  <a:pt x="261732" y="71369"/>
                  <a:pt x="261709" y="71952"/>
                  <a:pt x="261709" y="72355"/>
                </a:cubicBezTo>
                <a:cubicBezTo>
                  <a:pt x="261709" y="77107"/>
                  <a:pt x="263065" y="80940"/>
                  <a:pt x="265777" y="83854"/>
                </a:cubicBezTo>
                <a:cubicBezTo>
                  <a:pt x="268490" y="86768"/>
                  <a:pt x="271796" y="88225"/>
                  <a:pt x="275696" y="88225"/>
                </a:cubicBezTo>
                <a:cubicBezTo>
                  <a:pt x="282107" y="88225"/>
                  <a:pt x="287105" y="84908"/>
                  <a:pt x="290692" y="78273"/>
                </a:cubicBezTo>
                <a:lnTo>
                  <a:pt x="307973" y="81232"/>
                </a:lnTo>
                <a:cubicBezTo>
                  <a:pt x="304611" y="88180"/>
                  <a:pt x="300117" y="93392"/>
                  <a:pt x="294491" y="96866"/>
                </a:cubicBezTo>
                <a:cubicBezTo>
                  <a:pt x="288865" y="100340"/>
                  <a:pt x="282555" y="102078"/>
                  <a:pt x="275562" y="102078"/>
                </a:cubicBezTo>
                <a:cubicBezTo>
                  <a:pt x="265968" y="102078"/>
                  <a:pt x="258168" y="99035"/>
                  <a:pt x="252160" y="92949"/>
                </a:cubicBezTo>
                <a:cubicBezTo>
                  <a:pt x="246153" y="86863"/>
                  <a:pt x="243150" y="78814"/>
                  <a:pt x="243150" y="68800"/>
                </a:cubicBezTo>
                <a:cubicBezTo>
                  <a:pt x="243150" y="59009"/>
                  <a:pt x="245862" y="50296"/>
                  <a:pt x="251286" y="42660"/>
                </a:cubicBezTo>
                <a:cubicBezTo>
                  <a:pt x="258683" y="32331"/>
                  <a:pt x="269240" y="27167"/>
                  <a:pt x="282958" y="27167"/>
                </a:cubicBezTo>
                <a:cubicBezTo>
                  <a:pt x="291700" y="27167"/>
                  <a:pt x="298649" y="29872"/>
                  <a:pt x="303804" y="35282"/>
                </a:cubicBezTo>
                <a:cubicBezTo>
                  <a:pt x="308960" y="40693"/>
                  <a:pt x="311537" y="48270"/>
                  <a:pt x="311537" y="58013"/>
                </a:cubicBezTo>
                <a:cubicBezTo>
                  <a:pt x="311537" y="62683"/>
                  <a:pt x="311089" y="66880"/>
                  <a:pt x="310193" y="70607"/>
                </a:cubicBezTo>
                <a:moveTo>
                  <a:pt x="293919" y="58772"/>
                </a:moveTo>
                <a:cubicBezTo>
                  <a:pt x="293964" y="57923"/>
                  <a:pt x="293987" y="57276"/>
                  <a:pt x="293987" y="56830"/>
                </a:cubicBezTo>
                <a:cubicBezTo>
                  <a:pt x="293987" y="51560"/>
                  <a:pt x="292799" y="47607"/>
                  <a:pt x="290423" y="44972"/>
                </a:cubicBezTo>
                <a:cubicBezTo>
                  <a:pt x="288047" y="42337"/>
                  <a:pt x="284864" y="41019"/>
                  <a:pt x="280874" y="41019"/>
                </a:cubicBezTo>
                <a:cubicBezTo>
                  <a:pt x="276884" y="41019"/>
                  <a:pt x="273309" y="42515"/>
                  <a:pt x="270148" y="45508"/>
                </a:cubicBezTo>
                <a:cubicBezTo>
                  <a:pt x="266988" y="48500"/>
                  <a:pt x="264847" y="52922"/>
                  <a:pt x="263726" y="58772"/>
                </a:cubicBezTo>
                <a:lnTo>
                  <a:pt x="293919" y="58772"/>
                </a:lnTo>
                <a:close/>
                <a:moveTo>
                  <a:pt x="337748" y="1748"/>
                </a:moveTo>
                <a:lnTo>
                  <a:pt x="357047" y="1748"/>
                </a:lnTo>
                <a:lnTo>
                  <a:pt x="353416" y="19232"/>
                </a:lnTo>
                <a:lnTo>
                  <a:pt x="334117" y="19232"/>
                </a:lnTo>
                <a:lnTo>
                  <a:pt x="337748" y="1748"/>
                </a:lnTo>
                <a:moveTo>
                  <a:pt x="332099" y="28915"/>
                </a:moveTo>
                <a:lnTo>
                  <a:pt x="351399" y="28915"/>
                </a:lnTo>
                <a:lnTo>
                  <a:pt x="336470" y="100329"/>
                </a:lnTo>
                <a:lnTo>
                  <a:pt x="317171" y="100329"/>
                </a:lnTo>
                <a:lnTo>
                  <a:pt x="332099" y="28915"/>
                </a:lnTo>
                <a:close/>
                <a:moveTo>
                  <a:pt x="355291" y="100329"/>
                </a:moveTo>
                <a:lnTo>
                  <a:pt x="375935" y="1748"/>
                </a:lnTo>
                <a:lnTo>
                  <a:pt x="395167" y="1748"/>
                </a:lnTo>
                <a:lnTo>
                  <a:pt x="374591" y="100329"/>
                </a:lnTo>
                <a:lnTo>
                  <a:pt x="355291" y="100329"/>
                </a:lnTo>
                <a:close/>
                <a:moveTo>
                  <a:pt x="431397" y="100329"/>
                </a:moveTo>
                <a:lnTo>
                  <a:pt x="451974" y="1748"/>
                </a:lnTo>
                <a:lnTo>
                  <a:pt x="471341" y="1748"/>
                </a:lnTo>
                <a:lnTo>
                  <a:pt x="464415" y="34667"/>
                </a:lnTo>
                <a:cubicBezTo>
                  <a:pt x="467956" y="31964"/>
                  <a:pt x="471262" y="30039"/>
                  <a:pt x="474333" y="28890"/>
                </a:cubicBezTo>
                <a:cubicBezTo>
                  <a:pt x="477404" y="27741"/>
                  <a:pt x="480755" y="27167"/>
                  <a:pt x="484386" y="27167"/>
                </a:cubicBezTo>
                <a:cubicBezTo>
                  <a:pt x="491918" y="27167"/>
                  <a:pt x="497947" y="29693"/>
                  <a:pt x="502475" y="34747"/>
                </a:cubicBezTo>
                <a:cubicBezTo>
                  <a:pt x="507003" y="39798"/>
                  <a:pt x="509267" y="47152"/>
                  <a:pt x="509267" y="56807"/>
                </a:cubicBezTo>
                <a:cubicBezTo>
                  <a:pt x="509267" y="63320"/>
                  <a:pt x="508202" y="69642"/>
                  <a:pt x="506073" y="75772"/>
                </a:cubicBezTo>
                <a:cubicBezTo>
                  <a:pt x="503943" y="81901"/>
                  <a:pt x="501097" y="86886"/>
                  <a:pt x="497533" y="90726"/>
                </a:cubicBezTo>
                <a:cubicBezTo>
                  <a:pt x="493969" y="94566"/>
                  <a:pt x="490225" y="97418"/>
                  <a:pt x="486303" y="99283"/>
                </a:cubicBezTo>
                <a:cubicBezTo>
                  <a:pt x="482380" y="101146"/>
                  <a:pt x="478267" y="102078"/>
                  <a:pt x="473963" y="102078"/>
                </a:cubicBezTo>
                <a:cubicBezTo>
                  <a:pt x="463742" y="102078"/>
                  <a:pt x="456233" y="97623"/>
                  <a:pt x="451436" y="88713"/>
                </a:cubicBezTo>
                <a:lnTo>
                  <a:pt x="448948" y="100329"/>
                </a:lnTo>
                <a:lnTo>
                  <a:pt x="431397" y="100329"/>
                </a:lnTo>
                <a:moveTo>
                  <a:pt x="457421" y="71300"/>
                </a:moveTo>
                <a:cubicBezTo>
                  <a:pt x="457421" y="76111"/>
                  <a:pt x="458777" y="80023"/>
                  <a:pt x="461489" y="83035"/>
                </a:cubicBezTo>
                <a:cubicBezTo>
                  <a:pt x="464202" y="86047"/>
                  <a:pt x="467396" y="87553"/>
                  <a:pt x="471072" y="87553"/>
                </a:cubicBezTo>
                <a:cubicBezTo>
                  <a:pt x="474300" y="87553"/>
                  <a:pt x="477382" y="86384"/>
                  <a:pt x="480318" y="84045"/>
                </a:cubicBezTo>
                <a:cubicBezTo>
                  <a:pt x="483254" y="81707"/>
                  <a:pt x="485697" y="77976"/>
                  <a:pt x="487648" y="72851"/>
                </a:cubicBezTo>
                <a:cubicBezTo>
                  <a:pt x="489598" y="67725"/>
                  <a:pt x="490573" y="62554"/>
                  <a:pt x="490573" y="57339"/>
                </a:cubicBezTo>
                <a:cubicBezTo>
                  <a:pt x="490573" y="52259"/>
                  <a:pt x="489261" y="48269"/>
                  <a:pt x="486639" y="45369"/>
                </a:cubicBezTo>
                <a:cubicBezTo>
                  <a:pt x="484016" y="42469"/>
                  <a:pt x="480845" y="41019"/>
                  <a:pt x="477124" y="41019"/>
                </a:cubicBezTo>
                <a:cubicBezTo>
                  <a:pt x="472282" y="41019"/>
                  <a:pt x="468113" y="43267"/>
                  <a:pt x="464616" y="47763"/>
                </a:cubicBezTo>
                <a:cubicBezTo>
                  <a:pt x="459819" y="53923"/>
                  <a:pt x="457421" y="61768"/>
                  <a:pt x="457421" y="71300"/>
                </a:cubicBezTo>
                <a:close/>
                <a:moveTo>
                  <a:pt x="530890" y="28915"/>
                </a:moveTo>
                <a:lnTo>
                  <a:pt x="550189" y="28915"/>
                </a:lnTo>
                <a:lnTo>
                  <a:pt x="541380" y="71212"/>
                </a:lnTo>
                <a:cubicBezTo>
                  <a:pt x="540304" y="76278"/>
                  <a:pt x="539766" y="79438"/>
                  <a:pt x="539766" y="80694"/>
                </a:cubicBezTo>
                <a:cubicBezTo>
                  <a:pt x="539766" y="82756"/>
                  <a:pt x="540528" y="84527"/>
                  <a:pt x="542052" y="86006"/>
                </a:cubicBezTo>
                <a:cubicBezTo>
                  <a:pt x="543577" y="87485"/>
                  <a:pt x="545527" y="88225"/>
                  <a:pt x="547903" y="88225"/>
                </a:cubicBezTo>
                <a:cubicBezTo>
                  <a:pt x="549606" y="88225"/>
                  <a:pt x="551287" y="87901"/>
                  <a:pt x="552946" y="87252"/>
                </a:cubicBezTo>
                <a:cubicBezTo>
                  <a:pt x="554605" y="86602"/>
                  <a:pt x="556308" y="85617"/>
                  <a:pt x="558057" y="84295"/>
                </a:cubicBezTo>
                <a:cubicBezTo>
                  <a:pt x="559805" y="82973"/>
                  <a:pt x="561374" y="81461"/>
                  <a:pt x="562764" y="79759"/>
                </a:cubicBezTo>
                <a:cubicBezTo>
                  <a:pt x="564153" y="78056"/>
                  <a:pt x="565453" y="75817"/>
                  <a:pt x="566664" y="73040"/>
                </a:cubicBezTo>
                <a:cubicBezTo>
                  <a:pt x="567516" y="70980"/>
                  <a:pt x="568435" y="67618"/>
                  <a:pt x="569421" y="62956"/>
                </a:cubicBezTo>
                <a:lnTo>
                  <a:pt x="576549" y="28915"/>
                </a:lnTo>
                <a:lnTo>
                  <a:pt x="595848" y="28915"/>
                </a:lnTo>
                <a:lnTo>
                  <a:pt x="580920" y="100329"/>
                </a:lnTo>
                <a:lnTo>
                  <a:pt x="562898" y="100329"/>
                </a:lnTo>
                <a:lnTo>
                  <a:pt x="564916" y="90696"/>
                </a:lnTo>
                <a:cubicBezTo>
                  <a:pt x="557025" y="98284"/>
                  <a:pt x="548441" y="102078"/>
                  <a:pt x="539161" y="102078"/>
                </a:cubicBezTo>
                <a:cubicBezTo>
                  <a:pt x="533288" y="102078"/>
                  <a:pt x="528671" y="100391"/>
                  <a:pt x="525308" y="97017"/>
                </a:cubicBezTo>
                <a:cubicBezTo>
                  <a:pt x="521946" y="93642"/>
                  <a:pt x="520265" y="89120"/>
                  <a:pt x="520265" y="83451"/>
                </a:cubicBezTo>
                <a:cubicBezTo>
                  <a:pt x="520265" y="80985"/>
                  <a:pt x="521027" y="76076"/>
                  <a:pt x="522551" y="68724"/>
                </a:cubicBezTo>
                <a:lnTo>
                  <a:pt x="530890" y="28915"/>
                </a:lnTo>
                <a:close/>
                <a:moveTo>
                  <a:pt x="599248" y="104095"/>
                </a:moveTo>
                <a:lnTo>
                  <a:pt x="619623" y="107054"/>
                </a:lnTo>
                <a:cubicBezTo>
                  <a:pt x="619623" y="109116"/>
                  <a:pt x="619959" y="110674"/>
                  <a:pt x="620632" y="111727"/>
                </a:cubicBezTo>
                <a:cubicBezTo>
                  <a:pt x="621304" y="112781"/>
                  <a:pt x="622391" y="113677"/>
                  <a:pt x="623893" y="114417"/>
                </a:cubicBezTo>
                <a:cubicBezTo>
                  <a:pt x="625395" y="115157"/>
                  <a:pt x="627446" y="115526"/>
                  <a:pt x="630046" y="115526"/>
                </a:cubicBezTo>
                <a:cubicBezTo>
                  <a:pt x="634125" y="115526"/>
                  <a:pt x="637398" y="114719"/>
                  <a:pt x="639864" y="113104"/>
                </a:cubicBezTo>
                <a:cubicBezTo>
                  <a:pt x="641702" y="111847"/>
                  <a:pt x="643203" y="109827"/>
                  <a:pt x="644369" y="107043"/>
                </a:cubicBezTo>
                <a:cubicBezTo>
                  <a:pt x="645086" y="105293"/>
                  <a:pt x="646005" y="101479"/>
                  <a:pt x="647126" y="95599"/>
                </a:cubicBezTo>
                <a:lnTo>
                  <a:pt x="647798" y="92260"/>
                </a:lnTo>
                <a:cubicBezTo>
                  <a:pt x="641119" y="97819"/>
                  <a:pt x="634215" y="100598"/>
                  <a:pt x="627087" y="100598"/>
                </a:cubicBezTo>
                <a:cubicBezTo>
                  <a:pt x="620094" y="100598"/>
                  <a:pt x="614355" y="98130"/>
                  <a:pt x="609872" y="93195"/>
                </a:cubicBezTo>
                <a:cubicBezTo>
                  <a:pt x="605389" y="88259"/>
                  <a:pt x="603148" y="81035"/>
                  <a:pt x="603148" y="71521"/>
                </a:cubicBezTo>
                <a:cubicBezTo>
                  <a:pt x="603148" y="63131"/>
                  <a:pt x="604672" y="55436"/>
                  <a:pt x="607721" y="48437"/>
                </a:cubicBezTo>
                <a:cubicBezTo>
                  <a:pt x="610769" y="41437"/>
                  <a:pt x="615050" y="36142"/>
                  <a:pt x="620564" y="32553"/>
                </a:cubicBezTo>
                <a:cubicBezTo>
                  <a:pt x="626078" y="28962"/>
                  <a:pt x="631704" y="27167"/>
                  <a:pt x="637443" y="27167"/>
                </a:cubicBezTo>
                <a:cubicBezTo>
                  <a:pt x="642195" y="27167"/>
                  <a:pt x="646543" y="28426"/>
                  <a:pt x="650488" y="30945"/>
                </a:cubicBezTo>
                <a:cubicBezTo>
                  <a:pt x="654433" y="33464"/>
                  <a:pt x="657504" y="36995"/>
                  <a:pt x="659701" y="41538"/>
                </a:cubicBezTo>
                <a:lnTo>
                  <a:pt x="662391" y="28915"/>
                </a:lnTo>
                <a:lnTo>
                  <a:pt x="680479" y="28915"/>
                </a:lnTo>
                <a:lnTo>
                  <a:pt x="668106" y="88366"/>
                </a:lnTo>
                <a:cubicBezTo>
                  <a:pt x="666089" y="97944"/>
                  <a:pt x="664385" y="104779"/>
                  <a:pt x="662996" y="108871"/>
                </a:cubicBezTo>
                <a:cubicBezTo>
                  <a:pt x="661606" y="112965"/>
                  <a:pt x="660015" y="116226"/>
                  <a:pt x="658221" y="118653"/>
                </a:cubicBezTo>
                <a:cubicBezTo>
                  <a:pt x="656428" y="121081"/>
                  <a:pt x="654164" y="123116"/>
                  <a:pt x="651430" y="124758"/>
                </a:cubicBezTo>
                <a:cubicBezTo>
                  <a:pt x="648695" y="126400"/>
                  <a:pt x="645467" y="127580"/>
                  <a:pt x="641746" y="128299"/>
                </a:cubicBezTo>
                <a:cubicBezTo>
                  <a:pt x="638025" y="129019"/>
                  <a:pt x="633991" y="129379"/>
                  <a:pt x="629642" y="129379"/>
                </a:cubicBezTo>
                <a:cubicBezTo>
                  <a:pt x="619556" y="129379"/>
                  <a:pt x="611935" y="127648"/>
                  <a:pt x="606779" y="124186"/>
                </a:cubicBezTo>
                <a:cubicBezTo>
                  <a:pt x="601624" y="120726"/>
                  <a:pt x="599046" y="114973"/>
                  <a:pt x="599046" y="106928"/>
                </a:cubicBezTo>
                <a:cubicBezTo>
                  <a:pt x="599046" y="106073"/>
                  <a:pt x="599113" y="105129"/>
                  <a:pt x="599248" y="104095"/>
                </a:cubicBezTo>
                <a:moveTo>
                  <a:pt x="621976" y="69556"/>
                </a:moveTo>
                <a:cubicBezTo>
                  <a:pt x="621976" y="74972"/>
                  <a:pt x="623198" y="79102"/>
                  <a:pt x="625641" y="81944"/>
                </a:cubicBezTo>
                <a:cubicBezTo>
                  <a:pt x="628084" y="84786"/>
                  <a:pt x="631144" y="86208"/>
                  <a:pt x="634820" y="86208"/>
                </a:cubicBezTo>
                <a:cubicBezTo>
                  <a:pt x="638182" y="86208"/>
                  <a:pt x="641444" y="84932"/>
                  <a:pt x="644604" y="82381"/>
                </a:cubicBezTo>
                <a:cubicBezTo>
                  <a:pt x="647765" y="79829"/>
                  <a:pt x="650186" y="76202"/>
                  <a:pt x="651867" y="71502"/>
                </a:cubicBezTo>
                <a:cubicBezTo>
                  <a:pt x="653548" y="66802"/>
                  <a:pt x="654388" y="62259"/>
                  <a:pt x="654388" y="57872"/>
                </a:cubicBezTo>
                <a:cubicBezTo>
                  <a:pt x="654388" y="52814"/>
                  <a:pt x="653021" y="48741"/>
                  <a:pt x="650286" y="45653"/>
                </a:cubicBezTo>
                <a:cubicBezTo>
                  <a:pt x="647552" y="42564"/>
                  <a:pt x="644391" y="41019"/>
                  <a:pt x="640805" y="41019"/>
                </a:cubicBezTo>
                <a:cubicBezTo>
                  <a:pt x="637353" y="41019"/>
                  <a:pt x="634181" y="42384"/>
                  <a:pt x="631290" y="45115"/>
                </a:cubicBezTo>
                <a:cubicBezTo>
                  <a:pt x="628398" y="47845"/>
                  <a:pt x="626011" y="52053"/>
                  <a:pt x="624128" y="57738"/>
                </a:cubicBezTo>
                <a:cubicBezTo>
                  <a:pt x="622694" y="62126"/>
                  <a:pt x="621976" y="66065"/>
                  <a:pt x="621976" y="69556"/>
                </a:cubicBezTo>
                <a:close/>
                <a:moveTo>
                  <a:pt x="681929" y="80309"/>
                </a:moveTo>
                <a:lnTo>
                  <a:pt x="700623" y="77331"/>
                </a:lnTo>
                <a:cubicBezTo>
                  <a:pt x="702282" y="81300"/>
                  <a:pt x="704344" y="84108"/>
                  <a:pt x="706809" y="85756"/>
                </a:cubicBezTo>
                <a:cubicBezTo>
                  <a:pt x="709275" y="87402"/>
                  <a:pt x="712637" y="88225"/>
                  <a:pt x="716896" y="88225"/>
                </a:cubicBezTo>
                <a:cubicBezTo>
                  <a:pt x="721289" y="88225"/>
                  <a:pt x="724809" y="87242"/>
                  <a:pt x="727454" y="85275"/>
                </a:cubicBezTo>
                <a:cubicBezTo>
                  <a:pt x="729292" y="83933"/>
                  <a:pt x="730211" y="82301"/>
                  <a:pt x="730211" y="80378"/>
                </a:cubicBezTo>
                <a:cubicBezTo>
                  <a:pt x="730211" y="79081"/>
                  <a:pt x="729740" y="77916"/>
                  <a:pt x="728798" y="76882"/>
                </a:cubicBezTo>
                <a:cubicBezTo>
                  <a:pt x="727812" y="75894"/>
                  <a:pt x="725145" y="74682"/>
                  <a:pt x="720796" y="73244"/>
                </a:cubicBezTo>
                <a:cubicBezTo>
                  <a:pt x="709141" y="69382"/>
                  <a:pt x="701923" y="66329"/>
                  <a:pt x="699143" y="64084"/>
                </a:cubicBezTo>
                <a:cubicBezTo>
                  <a:pt x="694795" y="60580"/>
                  <a:pt x="692621" y="55999"/>
                  <a:pt x="692621" y="50341"/>
                </a:cubicBezTo>
                <a:cubicBezTo>
                  <a:pt x="692621" y="44683"/>
                  <a:pt x="694728" y="39810"/>
                  <a:pt x="698942" y="35722"/>
                </a:cubicBezTo>
                <a:cubicBezTo>
                  <a:pt x="704814" y="30018"/>
                  <a:pt x="713534" y="27167"/>
                  <a:pt x="725100" y="27167"/>
                </a:cubicBezTo>
                <a:cubicBezTo>
                  <a:pt x="734290" y="27167"/>
                  <a:pt x="741239" y="28848"/>
                  <a:pt x="745946" y="32210"/>
                </a:cubicBezTo>
                <a:cubicBezTo>
                  <a:pt x="750653" y="35572"/>
                  <a:pt x="753634" y="40123"/>
                  <a:pt x="754889" y="45861"/>
                </a:cubicBezTo>
                <a:lnTo>
                  <a:pt x="737070" y="48954"/>
                </a:lnTo>
                <a:cubicBezTo>
                  <a:pt x="736128" y="46354"/>
                  <a:pt x="734604" y="44404"/>
                  <a:pt x="732497" y="43104"/>
                </a:cubicBezTo>
                <a:cubicBezTo>
                  <a:pt x="729628" y="41356"/>
                  <a:pt x="726176" y="40481"/>
                  <a:pt x="722141" y="40481"/>
                </a:cubicBezTo>
                <a:cubicBezTo>
                  <a:pt x="718107" y="40481"/>
                  <a:pt x="715204" y="41157"/>
                  <a:pt x="713433" y="42507"/>
                </a:cubicBezTo>
                <a:cubicBezTo>
                  <a:pt x="711662" y="43858"/>
                  <a:pt x="710777" y="45411"/>
                  <a:pt x="710777" y="47168"/>
                </a:cubicBezTo>
                <a:cubicBezTo>
                  <a:pt x="710777" y="48968"/>
                  <a:pt x="711673" y="50452"/>
                  <a:pt x="713467" y="51621"/>
                </a:cubicBezTo>
                <a:cubicBezTo>
                  <a:pt x="714587" y="52340"/>
                  <a:pt x="718196" y="53597"/>
                  <a:pt x="724293" y="55393"/>
                </a:cubicBezTo>
                <a:cubicBezTo>
                  <a:pt x="733707" y="58133"/>
                  <a:pt x="740006" y="60828"/>
                  <a:pt x="743189" y="63477"/>
                </a:cubicBezTo>
                <a:cubicBezTo>
                  <a:pt x="747672" y="67205"/>
                  <a:pt x="749913" y="71696"/>
                  <a:pt x="749913" y="76951"/>
                </a:cubicBezTo>
                <a:cubicBezTo>
                  <a:pt x="749913" y="83732"/>
                  <a:pt x="747067" y="89615"/>
                  <a:pt x="741373" y="94601"/>
                </a:cubicBezTo>
                <a:cubicBezTo>
                  <a:pt x="735680" y="99585"/>
                  <a:pt x="727655" y="102078"/>
                  <a:pt x="717300" y="102078"/>
                </a:cubicBezTo>
                <a:cubicBezTo>
                  <a:pt x="706989" y="102078"/>
                  <a:pt x="699020" y="100174"/>
                  <a:pt x="693394" y="96366"/>
                </a:cubicBezTo>
                <a:cubicBezTo>
                  <a:pt x="687768" y="92557"/>
                  <a:pt x="683946" y="87205"/>
                  <a:pt x="681929" y="80309"/>
                </a:cubicBezTo>
                <a:close/>
                <a:moveTo>
                  <a:pt x="802006" y="70685"/>
                </a:moveTo>
                <a:cubicBezTo>
                  <a:pt x="802006" y="57436"/>
                  <a:pt x="805738" y="46871"/>
                  <a:pt x="813202" y="38989"/>
                </a:cubicBezTo>
                <a:cubicBezTo>
                  <a:pt x="820666" y="31108"/>
                  <a:pt x="830472" y="27167"/>
                  <a:pt x="842621" y="27167"/>
                </a:cubicBezTo>
                <a:cubicBezTo>
                  <a:pt x="853156" y="27167"/>
                  <a:pt x="861383" y="30075"/>
                  <a:pt x="867300" y="35892"/>
                </a:cubicBezTo>
                <a:cubicBezTo>
                  <a:pt x="873218" y="41707"/>
                  <a:pt x="876176" y="49533"/>
                  <a:pt x="876176" y="59369"/>
                </a:cubicBezTo>
                <a:cubicBezTo>
                  <a:pt x="876176" y="70954"/>
                  <a:pt x="872478" y="80969"/>
                  <a:pt x="865081" y="89412"/>
                </a:cubicBezTo>
                <a:cubicBezTo>
                  <a:pt x="857684" y="97856"/>
                  <a:pt x="847777" y="102078"/>
                  <a:pt x="835359" y="102078"/>
                </a:cubicBezTo>
                <a:cubicBezTo>
                  <a:pt x="828634" y="102078"/>
                  <a:pt x="822672" y="100731"/>
                  <a:pt x="817472" y="98037"/>
                </a:cubicBezTo>
                <a:cubicBezTo>
                  <a:pt x="812272" y="95341"/>
                  <a:pt x="808394" y="91524"/>
                  <a:pt x="805838" y="86584"/>
                </a:cubicBezTo>
                <a:cubicBezTo>
                  <a:pt x="803283" y="81643"/>
                  <a:pt x="802006" y="76343"/>
                  <a:pt x="802006" y="70685"/>
                </a:cubicBezTo>
                <a:moveTo>
                  <a:pt x="857012" y="56866"/>
                </a:moveTo>
                <a:cubicBezTo>
                  <a:pt x="857012" y="52281"/>
                  <a:pt x="855678" y="48605"/>
                  <a:pt x="853011" y="45840"/>
                </a:cubicBezTo>
                <a:cubicBezTo>
                  <a:pt x="850343" y="43074"/>
                  <a:pt x="846903" y="41692"/>
                  <a:pt x="842689" y="41692"/>
                </a:cubicBezTo>
                <a:cubicBezTo>
                  <a:pt x="838519" y="41692"/>
                  <a:pt x="834821" y="42985"/>
                  <a:pt x="831593" y="45571"/>
                </a:cubicBezTo>
                <a:cubicBezTo>
                  <a:pt x="828365" y="48156"/>
                  <a:pt x="825855" y="51910"/>
                  <a:pt x="824062" y="56834"/>
                </a:cubicBezTo>
                <a:cubicBezTo>
                  <a:pt x="822269" y="61757"/>
                  <a:pt x="821372" y="66286"/>
                  <a:pt x="821372" y="70422"/>
                </a:cubicBezTo>
                <a:cubicBezTo>
                  <a:pt x="821372" y="75548"/>
                  <a:pt x="822762" y="79618"/>
                  <a:pt x="825541" y="82631"/>
                </a:cubicBezTo>
                <a:cubicBezTo>
                  <a:pt x="828321" y="85643"/>
                  <a:pt x="831817" y="87149"/>
                  <a:pt x="836031" y="87149"/>
                </a:cubicBezTo>
                <a:cubicBezTo>
                  <a:pt x="841321" y="87149"/>
                  <a:pt x="845759" y="84878"/>
                  <a:pt x="849346" y="80336"/>
                </a:cubicBezTo>
                <a:cubicBezTo>
                  <a:pt x="854456" y="73908"/>
                  <a:pt x="857012" y="66084"/>
                  <a:pt x="857012" y="56866"/>
                </a:cubicBezTo>
                <a:close/>
                <a:moveTo>
                  <a:pt x="933103" y="28915"/>
                </a:moveTo>
                <a:lnTo>
                  <a:pt x="930144" y="43037"/>
                </a:lnTo>
                <a:lnTo>
                  <a:pt x="916493" y="43037"/>
                </a:lnTo>
                <a:lnTo>
                  <a:pt x="904524" y="100329"/>
                </a:lnTo>
                <a:lnTo>
                  <a:pt x="885225" y="100329"/>
                </a:lnTo>
                <a:lnTo>
                  <a:pt x="897194" y="43037"/>
                </a:lnTo>
                <a:lnTo>
                  <a:pt x="886435" y="43037"/>
                </a:lnTo>
                <a:lnTo>
                  <a:pt x="889394" y="28915"/>
                </a:lnTo>
                <a:lnTo>
                  <a:pt x="900153" y="28915"/>
                </a:lnTo>
                <a:lnTo>
                  <a:pt x="901700" y="21569"/>
                </a:lnTo>
                <a:cubicBezTo>
                  <a:pt x="902955" y="15548"/>
                  <a:pt x="904143" y="11481"/>
                  <a:pt x="905264" y="9368"/>
                </a:cubicBezTo>
                <a:cubicBezTo>
                  <a:pt x="906788" y="6493"/>
                  <a:pt x="909063" y="4213"/>
                  <a:pt x="912089" y="2528"/>
                </a:cubicBezTo>
                <a:cubicBezTo>
                  <a:pt x="915115" y="843"/>
                  <a:pt x="919071" y="0"/>
                  <a:pt x="923958" y="0"/>
                </a:cubicBezTo>
                <a:cubicBezTo>
                  <a:pt x="929875" y="0"/>
                  <a:pt x="936106" y="1066"/>
                  <a:pt x="942652" y="3198"/>
                </a:cubicBezTo>
                <a:lnTo>
                  <a:pt x="938886" y="16878"/>
                </a:lnTo>
                <a:cubicBezTo>
                  <a:pt x="934268" y="15309"/>
                  <a:pt x="930525" y="14525"/>
                  <a:pt x="927656" y="14525"/>
                </a:cubicBezTo>
                <a:cubicBezTo>
                  <a:pt x="925459" y="14525"/>
                  <a:pt x="923823" y="15235"/>
                  <a:pt x="922747" y="16656"/>
                </a:cubicBezTo>
                <a:cubicBezTo>
                  <a:pt x="922030" y="17572"/>
                  <a:pt x="921290" y="19977"/>
                  <a:pt x="920528" y="23870"/>
                </a:cubicBezTo>
                <a:lnTo>
                  <a:pt x="919452" y="28915"/>
                </a:lnTo>
                <a:lnTo>
                  <a:pt x="933103" y="28915"/>
                </a:lnTo>
                <a:close/>
                <a:moveTo>
                  <a:pt x="965014" y="80309"/>
                </a:moveTo>
                <a:lnTo>
                  <a:pt x="983708" y="77331"/>
                </a:lnTo>
                <a:cubicBezTo>
                  <a:pt x="985367" y="81300"/>
                  <a:pt x="987429" y="84108"/>
                  <a:pt x="989895" y="85756"/>
                </a:cubicBezTo>
                <a:cubicBezTo>
                  <a:pt x="992360" y="87402"/>
                  <a:pt x="995723" y="88225"/>
                  <a:pt x="999981" y="88225"/>
                </a:cubicBezTo>
                <a:cubicBezTo>
                  <a:pt x="1004375" y="88225"/>
                  <a:pt x="1007894" y="87242"/>
                  <a:pt x="1010539" y="85275"/>
                </a:cubicBezTo>
                <a:cubicBezTo>
                  <a:pt x="1012377" y="83933"/>
                  <a:pt x="1013296" y="82301"/>
                  <a:pt x="1013296" y="80378"/>
                </a:cubicBezTo>
                <a:cubicBezTo>
                  <a:pt x="1013296" y="79081"/>
                  <a:pt x="1012825" y="77916"/>
                  <a:pt x="1011884" y="76882"/>
                </a:cubicBezTo>
                <a:cubicBezTo>
                  <a:pt x="1010898" y="75894"/>
                  <a:pt x="1008230" y="74682"/>
                  <a:pt x="1003882" y="73244"/>
                </a:cubicBezTo>
                <a:cubicBezTo>
                  <a:pt x="992226" y="69382"/>
                  <a:pt x="985008" y="66329"/>
                  <a:pt x="982229" y="64084"/>
                </a:cubicBezTo>
                <a:cubicBezTo>
                  <a:pt x="977880" y="60580"/>
                  <a:pt x="975706" y="55999"/>
                  <a:pt x="975706" y="50341"/>
                </a:cubicBezTo>
                <a:cubicBezTo>
                  <a:pt x="975706" y="44683"/>
                  <a:pt x="977813" y="39810"/>
                  <a:pt x="982027" y="35722"/>
                </a:cubicBezTo>
                <a:cubicBezTo>
                  <a:pt x="987900" y="30018"/>
                  <a:pt x="996619" y="27167"/>
                  <a:pt x="1008185" y="27167"/>
                </a:cubicBezTo>
                <a:cubicBezTo>
                  <a:pt x="1017375" y="27167"/>
                  <a:pt x="1024324" y="28848"/>
                  <a:pt x="1029031" y="32210"/>
                </a:cubicBezTo>
                <a:cubicBezTo>
                  <a:pt x="1033738" y="35572"/>
                  <a:pt x="1036719" y="40123"/>
                  <a:pt x="1037975" y="45861"/>
                </a:cubicBezTo>
                <a:lnTo>
                  <a:pt x="1020155" y="48954"/>
                </a:lnTo>
                <a:cubicBezTo>
                  <a:pt x="1019213" y="46354"/>
                  <a:pt x="1017689" y="44404"/>
                  <a:pt x="1015582" y="43104"/>
                </a:cubicBezTo>
                <a:cubicBezTo>
                  <a:pt x="1012713" y="41356"/>
                  <a:pt x="1009261" y="40481"/>
                  <a:pt x="1005227" y="40481"/>
                </a:cubicBezTo>
                <a:cubicBezTo>
                  <a:pt x="1001192" y="40481"/>
                  <a:pt x="998289" y="41157"/>
                  <a:pt x="996518" y="42507"/>
                </a:cubicBezTo>
                <a:cubicBezTo>
                  <a:pt x="994748" y="43858"/>
                  <a:pt x="993862" y="45411"/>
                  <a:pt x="993862" y="47168"/>
                </a:cubicBezTo>
                <a:cubicBezTo>
                  <a:pt x="993862" y="48968"/>
                  <a:pt x="994759" y="50452"/>
                  <a:pt x="996552" y="51621"/>
                </a:cubicBezTo>
                <a:cubicBezTo>
                  <a:pt x="997673" y="52340"/>
                  <a:pt x="1001282" y="53597"/>
                  <a:pt x="1007378" y="55393"/>
                </a:cubicBezTo>
                <a:cubicBezTo>
                  <a:pt x="1016793" y="58133"/>
                  <a:pt x="1023091" y="60828"/>
                  <a:pt x="1026274" y="63477"/>
                </a:cubicBezTo>
                <a:cubicBezTo>
                  <a:pt x="1030757" y="67205"/>
                  <a:pt x="1032999" y="71696"/>
                  <a:pt x="1032999" y="76951"/>
                </a:cubicBezTo>
                <a:cubicBezTo>
                  <a:pt x="1032999" y="83732"/>
                  <a:pt x="1030152" y="89615"/>
                  <a:pt x="1024459" y="94601"/>
                </a:cubicBezTo>
                <a:cubicBezTo>
                  <a:pt x="1018765" y="99585"/>
                  <a:pt x="1010741" y="102078"/>
                  <a:pt x="1000385" y="102078"/>
                </a:cubicBezTo>
                <a:cubicBezTo>
                  <a:pt x="990074" y="102078"/>
                  <a:pt x="982106" y="100174"/>
                  <a:pt x="976479" y="96366"/>
                </a:cubicBezTo>
                <a:cubicBezTo>
                  <a:pt x="970853" y="92557"/>
                  <a:pt x="967032" y="87205"/>
                  <a:pt x="965014" y="80309"/>
                </a:cubicBezTo>
                <a:close/>
                <a:moveTo>
                  <a:pt x="1046836" y="70685"/>
                </a:moveTo>
                <a:cubicBezTo>
                  <a:pt x="1046836" y="57436"/>
                  <a:pt x="1050568" y="46871"/>
                  <a:pt x="1058032" y="38989"/>
                </a:cubicBezTo>
                <a:cubicBezTo>
                  <a:pt x="1065497" y="31108"/>
                  <a:pt x="1075303" y="27167"/>
                  <a:pt x="1087452" y="27167"/>
                </a:cubicBezTo>
                <a:cubicBezTo>
                  <a:pt x="1097987" y="27167"/>
                  <a:pt x="1106213" y="30075"/>
                  <a:pt x="1112131" y="35892"/>
                </a:cubicBezTo>
                <a:cubicBezTo>
                  <a:pt x="1118048" y="41707"/>
                  <a:pt x="1121007" y="49533"/>
                  <a:pt x="1121007" y="59369"/>
                </a:cubicBezTo>
                <a:cubicBezTo>
                  <a:pt x="1121007" y="70954"/>
                  <a:pt x="1117309" y="80969"/>
                  <a:pt x="1109912" y="89412"/>
                </a:cubicBezTo>
                <a:cubicBezTo>
                  <a:pt x="1102515" y="97856"/>
                  <a:pt x="1092607" y="102078"/>
                  <a:pt x="1080189" y="102078"/>
                </a:cubicBezTo>
                <a:cubicBezTo>
                  <a:pt x="1073465" y="102078"/>
                  <a:pt x="1067503" y="100731"/>
                  <a:pt x="1062302" y="98037"/>
                </a:cubicBezTo>
                <a:cubicBezTo>
                  <a:pt x="1057102" y="95341"/>
                  <a:pt x="1053224" y="91524"/>
                  <a:pt x="1050669" y="86584"/>
                </a:cubicBezTo>
                <a:cubicBezTo>
                  <a:pt x="1048114" y="81643"/>
                  <a:pt x="1046836" y="76343"/>
                  <a:pt x="1046836" y="70685"/>
                </a:cubicBezTo>
                <a:moveTo>
                  <a:pt x="1101842" y="56866"/>
                </a:moveTo>
                <a:cubicBezTo>
                  <a:pt x="1101842" y="52281"/>
                  <a:pt x="1100509" y="48605"/>
                  <a:pt x="1097841" y="45840"/>
                </a:cubicBezTo>
                <a:cubicBezTo>
                  <a:pt x="1095174" y="43074"/>
                  <a:pt x="1091733" y="41692"/>
                  <a:pt x="1087519" y="41692"/>
                </a:cubicBezTo>
                <a:cubicBezTo>
                  <a:pt x="1083350" y="41692"/>
                  <a:pt x="1079652" y="42985"/>
                  <a:pt x="1076424" y="45571"/>
                </a:cubicBezTo>
                <a:cubicBezTo>
                  <a:pt x="1073196" y="48156"/>
                  <a:pt x="1070686" y="51910"/>
                  <a:pt x="1068892" y="56834"/>
                </a:cubicBezTo>
                <a:cubicBezTo>
                  <a:pt x="1067099" y="61757"/>
                  <a:pt x="1066203" y="66286"/>
                  <a:pt x="1066203" y="70422"/>
                </a:cubicBezTo>
                <a:cubicBezTo>
                  <a:pt x="1066203" y="75548"/>
                  <a:pt x="1067592" y="79618"/>
                  <a:pt x="1070372" y="82631"/>
                </a:cubicBezTo>
                <a:cubicBezTo>
                  <a:pt x="1073151" y="85643"/>
                  <a:pt x="1076648" y="87149"/>
                  <a:pt x="1080862" y="87149"/>
                </a:cubicBezTo>
                <a:cubicBezTo>
                  <a:pt x="1086152" y="87149"/>
                  <a:pt x="1090590" y="84878"/>
                  <a:pt x="1094176" y="80336"/>
                </a:cubicBezTo>
                <a:cubicBezTo>
                  <a:pt x="1099287" y="73908"/>
                  <a:pt x="1101842" y="66084"/>
                  <a:pt x="1101842" y="56866"/>
                </a:cubicBezTo>
                <a:close/>
                <a:moveTo>
                  <a:pt x="1142966" y="28915"/>
                </a:moveTo>
                <a:lnTo>
                  <a:pt x="1162265" y="28915"/>
                </a:lnTo>
                <a:lnTo>
                  <a:pt x="1153456" y="71212"/>
                </a:lnTo>
                <a:cubicBezTo>
                  <a:pt x="1152380" y="76278"/>
                  <a:pt x="1151842" y="79438"/>
                  <a:pt x="1151842" y="80694"/>
                </a:cubicBezTo>
                <a:cubicBezTo>
                  <a:pt x="1151842" y="82756"/>
                  <a:pt x="1152605" y="84527"/>
                  <a:pt x="1154129" y="86006"/>
                </a:cubicBezTo>
                <a:cubicBezTo>
                  <a:pt x="1155653" y="87485"/>
                  <a:pt x="1157603" y="88225"/>
                  <a:pt x="1159979" y="88225"/>
                </a:cubicBezTo>
                <a:cubicBezTo>
                  <a:pt x="1161683" y="88225"/>
                  <a:pt x="1163364" y="87901"/>
                  <a:pt x="1165022" y="87252"/>
                </a:cubicBezTo>
                <a:cubicBezTo>
                  <a:pt x="1166681" y="86602"/>
                  <a:pt x="1168385" y="85617"/>
                  <a:pt x="1170133" y="84295"/>
                </a:cubicBezTo>
                <a:cubicBezTo>
                  <a:pt x="1171881" y="82973"/>
                  <a:pt x="1173450" y="81461"/>
                  <a:pt x="1174840" y="79759"/>
                </a:cubicBezTo>
                <a:cubicBezTo>
                  <a:pt x="1176230" y="78056"/>
                  <a:pt x="1177530" y="75817"/>
                  <a:pt x="1178740" y="73040"/>
                </a:cubicBezTo>
                <a:cubicBezTo>
                  <a:pt x="1179592" y="70980"/>
                  <a:pt x="1180511" y="67618"/>
                  <a:pt x="1181497" y="62956"/>
                </a:cubicBezTo>
                <a:lnTo>
                  <a:pt x="1188625" y="28915"/>
                </a:lnTo>
                <a:lnTo>
                  <a:pt x="1207925" y="28915"/>
                </a:lnTo>
                <a:lnTo>
                  <a:pt x="1192996" y="100329"/>
                </a:lnTo>
                <a:lnTo>
                  <a:pt x="1174975" y="100329"/>
                </a:lnTo>
                <a:lnTo>
                  <a:pt x="1176992" y="90696"/>
                </a:lnTo>
                <a:cubicBezTo>
                  <a:pt x="1169102" y="98284"/>
                  <a:pt x="1160517" y="102078"/>
                  <a:pt x="1151237" y="102078"/>
                </a:cubicBezTo>
                <a:cubicBezTo>
                  <a:pt x="1145365" y="102078"/>
                  <a:pt x="1140747" y="100391"/>
                  <a:pt x="1137385" y="97017"/>
                </a:cubicBezTo>
                <a:cubicBezTo>
                  <a:pt x="1134023" y="93642"/>
                  <a:pt x="1132342" y="89120"/>
                  <a:pt x="1132342" y="83451"/>
                </a:cubicBezTo>
                <a:cubicBezTo>
                  <a:pt x="1132342" y="80985"/>
                  <a:pt x="1133104" y="76076"/>
                  <a:pt x="1134628" y="68724"/>
                </a:cubicBezTo>
                <a:lnTo>
                  <a:pt x="1142966" y="28915"/>
                </a:lnTo>
                <a:close/>
                <a:moveTo>
                  <a:pt x="1226185" y="28915"/>
                </a:moveTo>
                <a:lnTo>
                  <a:pt x="1244207" y="28915"/>
                </a:lnTo>
                <a:lnTo>
                  <a:pt x="1241315" y="42738"/>
                </a:lnTo>
                <a:cubicBezTo>
                  <a:pt x="1248040" y="32357"/>
                  <a:pt x="1255325" y="27167"/>
                  <a:pt x="1263170" y="27167"/>
                </a:cubicBezTo>
                <a:cubicBezTo>
                  <a:pt x="1265949" y="27167"/>
                  <a:pt x="1268931" y="27862"/>
                  <a:pt x="1272113" y="29251"/>
                </a:cubicBezTo>
                <a:lnTo>
                  <a:pt x="1264717" y="45054"/>
                </a:lnTo>
                <a:cubicBezTo>
                  <a:pt x="1262968" y="44426"/>
                  <a:pt x="1261108" y="44113"/>
                  <a:pt x="1259135" y="44113"/>
                </a:cubicBezTo>
                <a:cubicBezTo>
                  <a:pt x="1255818" y="44113"/>
                  <a:pt x="1252444" y="45371"/>
                  <a:pt x="1249015" y="47887"/>
                </a:cubicBezTo>
                <a:cubicBezTo>
                  <a:pt x="1245585" y="50401"/>
                  <a:pt x="1242907" y="53759"/>
                  <a:pt x="1240979" y="57959"/>
                </a:cubicBezTo>
                <a:cubicBezTo>
                  <a:pt x="1239051" y="62157"/>
                  <a:pt x="1237146" y="68816"/>
                  <a:pt x="1235263" y="77935"/>
                </a:cubicBezTo>
                <a:lnTo>
                  <a:pt x="1230556" y="100329"/>
                </a:lnTo>
                <a:lnTo>
                  <a:pt x="1211257" y="100329"/>
                </a:lnTo>
                <a:lnTo>
                  <a:pt x="1226185" y="28915"/>
                </a:lnTo>
                <a:close/>
                <a:moveTo>
                  <a:pt x="1314306" y="73431"/>
                </a:moveTo>
                <a:lnTo>
                  <a:pt x="1333067" y="76457"/>
                </a:lnTo>
                <a:cubicBezTo>
                  <a:pt x="1329974" y="84818"/>
                  <a:pt x="1325401" y="91178"/>
                  <a:pt x="1319349" y="95538"/>
                </a:cubicBezTo>
                <a:cubicBezTo>
                  <a:pt x="1313297" y="99898"/>
                  <a:pt x="1306281" y="102078"/>
                  <a:pt x="1298302" y="102078"/>
                </a:cubicBezTo>
                <a:cubicBezTo>
                  <a:pt x="1289201" y="102078"/>
                  <a:pt x="1281983" y="99360"/>
                  <a:pt x="1276649" y="93926"/>
                </a:cubicBezTo>
                <a:cubicBezTo>
                  <a:pt x="1271314" y="88492"/>
                  <a:pt x="1268647" y="81014"/>
                  <a:pt x="1268647" y="71494"/>
                </a:cubicBezTo>
                <a:cubicBezTo>
                  <a:pt x="1268647" y="63724"/>
                  <a:pt x="1270260" y="56381"/>
                  <a:pt x="1273488" y="49465"/>
                </a:cubicBezTo>
                <a:cubicBezTo>
                  <a:pt x="1276716" y="42548"/>
                  <a:pt x="1281580" y="37103"/>
                  <a:pt x="1288080" y="33129"/>
                </a:cubicBezTo>
                <a:cubicBezTo>
                  <a:pt x="1294581" y="29154"/>
                  <a:pt x="1301709" y="27167"/>
                  <a:pt x="1309464" y="27167"/>
                </a:cubicBezTo>
                <a:cubicBezTo>
                  <a:pt x="1317892" y="27167"/>
                  <a:pt x="1324617" y="29379"/>
                  <a:pt x="1329638" y="33803"/>
                </a:cubicBezTo>
                <a:cubicBezTo>
                  <a:pt x="1334659" y="38227"/>
                  <a:pt x="1337483" y="44051"/>
                  <a:pt x="1338110" y="51274"/>
                </a:cubicBezTo>
                <a:lnTo>
                  <a:pt x="1319753" y="53258"/>
                </a:lnTo>
                <a:cubicBezTo>
                  <a:pt x="1319304" y="49199"/>
                  <a:pt x="1318083" y="46213"/>
                  <a:pt x="1316088" y="44297"/>
                </a:cubicBezTo>
                <a:cubicBezTo>
                  <a:pt x="1314093" y="42381"/>
                  <a:pt x="1311481" y="41423"/>
                  <a:pt x="1308254" y="41423"/>
                </a:cubicBezTo>
                <a:cubicBezTo>
                  <a:pt x="1304533" y="41423"/>
                  <a:pt x="1301059" y="42815"/>
                  <a:pt x="1297831" y="45598"/>
                </a:cubicBezTo>
                <a:cubicBezTo>
                  <a:pt x="1294603" y="48382"/>
                  <a:pt x="1292126" y="52546"/>
                  <a:pt x="1290400" y="58091"/>
                </a:cubicBezTo>
                <a:cubicBezTo>
                  <a:pt x="1288674" y="63636"/>
                  <a:pt x="1287811" y="68833"/>
                  <a:pt x="1287811" y="73681"/>
                </a:cubicBezTo>
                <a:cubicBezTo>
                  <a:pt x="1287811" y="77901"/>
                  <a:pt x="1288842" y="81156"/>
                  <a:pt x="1290905" y="83447"/>
                </a:cubicBezTo>
                <a:cubicBezTo>
                  <a:pt x="1292967" y="85736"/>
                  <a:pt x="1295544" y="86880"/>
                  <a:pt x="1298638" y="86880"/>
                </a:cubicBezTo>
                <a:cubicBezTo>
                  <a:pt x="1301731" y="86880"/>
                  <a:pt x="1304712" y="85759"/>
                  <a:pt x="1307581" y="83518"/>
                </a:cubicBezTo>
                <a:cubicBezTo>
                  <a:pt x="1310450" y="81276"/>
                  <a:pt x="1312692" y="77914"/>
                  <a:pt x="1314306" y="73431"/>
                </a:cubicBezTo>
                <a:close/>
                <a:moveTo>
                  <a:pt x="1411930" y="70607"/>
                </a:moveTo>
                <a:lnTo>
                  <a:pt x="1363514" y="70607"/>
                </a:lnTo>
                <a:cubicBezTo>
                  <a:pt x="1363469" y="71369"/>
                  <a:pt x="1363447" y="71952"/>
                  <a:pt x="1363447" y="72355"/>
                </a:cubicBezTo>
                <a:cubicBezTo>
                  <a:pt x="1363447" y="77107"/>
                  <a:pt x="1364803" y="80940"/>
                  <a:pt x="1367515" y="83854"/>
                </a:cubicBezTo>
                <a:cubicBezTo>
                  <a:pt x="1370227" y="86768"/>
                  <a:pt x="1373533" y="88225"/>
                  <a:pt x="1377434" y="88225"/>
                </a:cubicBezTo>
                <a:cubicBezTo>
                  <a:pt x="1383844" y="88225"/>
                  <a:pt x="1388843" y="84908"/>
                  <a:pt x="1392429" y="78273"/>
                </a:cubicBezTo>
                <a:lnTo>
                  <a:pt x="1409711" y="81232"/>
                </a:lnTo>
                <a:cubicBezTo>
                  <a:pt x="1406349" y="88180"/>
                  <a:pt x="1401855" y="93392"/>
                  <a:pt x="1396229" y="96866"/>
                </a:cubicBezTo>
                <a:cubicBezTo>
                  <a:pt x="1390602" y="100340"/>
                  <a:pt x="1384293" y="102078"/>
                  <a:pt x="1377299" y="102078"/>
                </a:cubicBezTo>
                <a:cubicBezTo>
                  <a:pt x="1367706" y="102078"/>
                  <a:pt x="1359905" y="99035"/>
                  <a:pt x="1353898" y="92949"/>
                </a:cubicBezTo>
                <a:cubicBezTo>
                  <a:pt x="1347891" y="86863"/>
                  <a:pt x="1344887" y="78814"/>
                  <a:pt x="1344887" y="68800"/>
                </a:cubicBezTo>
                <a:cubicBezTo>
                  <a:pt x="1344887" y="59009"/>
                  <a:pt x="1347599" y="50296"/>
                  <a:pt x="1353024" y="42660"/>
                </a:cubicBezTo>
                <a:cubicBezTo>
                  <a:pt x="1360421" y="32331"/>
                  <a:pt x="1370978" y="27167"/>
                  <a:pt x="1384696" y="27167"/>
                </a:cubicBezTo>
                <a:cubicBezTo>
                  <a:pt x="1393438" y="27167"/>
                  <a:pt x="1400387" y="29872"/>
                  <a:pt x="1405542" y="35282"/>
                </a:cubicBezTo>
                <a:cubicBezTo>
                  <a:pt x="1410697" y="40693"/>
                  <a:pt x="1413275" y="48270"/>
                  <a:pt x="1413275" y="58013"/>
                </a:cubicBezTo>
                <a:cubicBezTo>
                  <a:pt x="1413275" y="62683"/>
                  <a:pt x="1412827" y="66880"/>
                  <a:pt x="1411930" y="70607"/>
                </a:cubicBezTo>
                <a:moveTo>
                  <a:pt x="1395657" y="58772"/>
                </a:moveTo>
                <a:cubicBezTo>
                  <a:pt x="1395702" y="57923"/>
                  <a:pt x="1395724" y="57276"/>
                  <a:pt x="1395724" y="56830"/>
                </a:cubicBezTo>
                <a:cubicBezTo>
                  <a:pt x="1395724" y="51560"/>
                  <a:pt x="1394536" y="47607"/>
                  <a:pt x="1392160" y="44972"/>
                </a:cubicBezTo>
                <a:cubicBezTo>
                  <a:pt x="1389784" y="42337"/>
                  <a:pt x="1386601" y="41019"/>
                  <a:pt x="1382611" y="41019"/>
                </a:cubicBezTo>
                <a:cubicBezTo>
                  <a:pt x="1378622" y="41019"/>
                  <a:pt x="1375046" y="42515"/>
                  <a:pt x="1371886" y="45508"/>
                </a:cubicBezTo>
                <a:cubicBezTo>
                  <a:pt x="1368725" y="48500"/>
                  <a:pt x="1366585" y="52922"/>
                  <a:pt x="1365464" y="58772"/>
                </a:cubicBezTo>
                <a:lnTo>
                  <a:pt x="1395657" y="58772"/>
                </a:lnTo>
                <a:close/>
                <a:moveTo>
                  <a:pt x="1457029" y="100329"/>
                </a:moveTo>
                <a:lnTo>
                  <a:pt x="1477673" y="1748"/>
                </a:lnTo>
                <a:lnTo>
                  <a:pt x="1496905" y="1748"/>
                </a:lnTo>
                <a:lnTo>
                  <a:pt x="1476328" y="100329"/>
                </a:lnTo>
                <a:lnTo>
                  <a:pt x="1457029" y="100329"/>
                </a:lnTo>
                <a:close/>
                <a:moveTo>
                  <a:pt x="1515995" y="1748"/>
                </a:moveTo>
                <a:lnTo>
                  <a:pt x="1535295" y="1748"/>
                </a:lnTo>
                <a:lnTo>
                  <a:pt x="1531663" y="19232"/>
                </a:lnTo>
                <a:lnTo>
                  <a:pt x="1512364" y="19232"/>
                </a:lnTo>
                <a:lnTo>
                  <a:pt x="1515995" y="1748"/>
                </a:lnTo>
                <a:moveTo>
                  <a:pt x="1510347" y="28915"/>
                </a:moveTo>
                <a:lnTo>
                  <a:pt x="1529646" y="28915"/>
                </a:lnTo>
                <a:lnTo>
                  <a:pt x="1514718" y="100329"/>
                </a:lnTo>
                <a:lnTo>
                  <a:pt x="1495419" y="100329"/>
                </a:lnTo>
                <a:lnTo>
                  <a:pt x="1510347" y="28915"/>
                </a:lnTo>
                <a:close/>
                <a:moveTo>
                  <a:pt x="1533135" y="100329"/>
                </a:moveTo>
                <a:lnTo>
                  <a:pt x="1553712" y="1748"/>
                </a:lnTo>
                <a:lnTo>
                  <a:pt x="1573078" y="1748"/>
                </a:lnTo>
                <a:lnTo>
                  <a:pt x="1566152" y="34667"/>
                </a:lnTo>
                <a:cubicBezTo>
                  <a:pt x="1569694" y="31964"/>
                  <a:pt x="1573000" y="30039"/>
                  <a:pt x="1576071" y="28890"/>
                </a:cubicBezTo>
                <a:cubicBezTo>
                  <a:pt x="1579142" y="27741"/>
                  <a:pt x="1582493" y="27167"/>
                  <a:pt x="1586124" y="27167"/>
                </a:cubicBezTo>
                <a:cubicBezTo>
                  <a:pt x="1593655" y="27167"/>
                  <a:pt x="1599685" y="29693"/>
                  <a:pt x="1604213" y="34747"/>
                </a:cubicBezTo>
                <a:cubicBezTo>
                  <a:pt x="1608741" y="39798"/>
                  <a:pt x="1611004" y="47152"/>
                  <a:pt x="1611004" y="56807"/>
                </a:cubicBezTo>
                <a:cubicBezTo>
                  <a:pt x="1611004" y="63320"/>
                  <a:pt x="1609940" y="69642"/>
                  <a:pt x="1607810" y="75772"/>
                </a:cubicBezTo>
                <a:cubicBezTo>
                  <a:pt x="1605681" y="81901"/>
                  <a:pt x="1602834" y="86886"/>
                  <a:pt x="1599270" y="90726"/>
                </a:cubicBezTo>
                <a:cubicBezTo>
                  <a:pt x="1595706" y="94566"/>
                  <a:pt x="1591963" y="97418"/>
                  <a:pt x="1588040" y="99283"/>
                </a:cubicBezTo>
                <a:cubicBezTo>
                  <a:pt x="1584118" y="101146"/>
                  <a:pt x="1580005" y="102078"/>
                  <a:pt x="1575701" y="102078"/>
                </a:cubicBezTo>
                <a:cubicBezTo>
                  <a:pt x="1565480" y="102078"/>
                  <a:pt x="1557971" y="97623"/>
                  <a:pt x="1553174" y="88713"/>
                </a:cubicBezTo>
                <a:lnTo>
                  <a:pt x="1550686" y="100329"/>
                </a:lnTo>
                <a:lnTo>
                  <a:pt x="1533135" y="100329"/>
                </a:lnTo>
                <a:moveTo>
                  <a:pt x="1559159" y="71300"/>
                </a:moveTo>
                <a:cubicBezTo>
                  <a:pt x="1559159" y="76111"/>
                  <a:pt x="1560515" y="80023"/>
                  <a:pt x="1563227" y="83035"/>
                </a:cubicBezTo>
                <a:cubicBezTo>
                  <a:pt x="1565939" y="86047"/>
                  <a:pt x="1569133" y="87553"/>
                  <a:pt x="1572809" y="87553"/>
                </a:cubicBezTo>
                <a:cubicBezTo>
                  <a:pt x="1576037" y="87553"/>
                  <a:pt x="1579119" y="86384"/>
                  <a:pt x="1582056" y="84045"/>
                </a:cubicBezTo>
                <a:cubicBezTo>
                  <a:pt x="1584992" y="81707"/>
                  <a:pt x="1587435" y="77976"/>
                  <a:pt x="1589385" y="72851"/>
                </a:cubicBezTo>
                <a:cubicBezTo>
                  <a:pt x="1591335" y="67725"/>
                  <a:pt x="1592310" y="62554"/>
                  <a:pt x="1592310" y="57339"/>
                </a:cubicBezTo>
                <a:cubicBezTo>
                  <a:pt x="1592310" y="52259"/>
                  <a:pt x="1590999" y="48269"/>
                  <a:pt x="1588377" y="45369"/>
                </a:cubicBezTo>
                <a:cubicBezTo>
                  <a:pt x="1585754" y="42469"/>
                  <a:pt x="1582582" y="41019"/>
                  <a:pt x="1578861" y="41019"/>
                </a:cubicBezTo>
                <a:cubicBezTo>
                  <a:pt x="1574020" y="41019"/>
                  <a:pt x="1569851" y="43267"/>
                  <a:pt x="1566354" y="47763"/>
                </a:cubicBezTo>
                <a:cubicBezTo>
                  <a:pt x="1561557" y="53923"/>
                  <a:pt x="1559159" y="61768"/>
                  <a:pt x="1559159" y="71300"/>
                </a:cubicBezTo>
                <a:close/>
                <a:moveTo>
                  <a:pt x="1631686" y="28915"/>
                </a:moveTo>
                <a:lnTo>
                  <a:pt x="1649708" y="28915"/>
                </a:lnTo>
                <a:lnTo>
                  <a:pt x="1646816" y="42738"/>
                </a:lnTo>
                <a:cubicBezTo>
                  <a:pt x="1653541" y="32357"/>
                  <a:pt x="1660825" y="27167"/>
                  <a:pt x="1668671" y="27167"/>
                </a:cubicBezTo>
                <a:cubicBezTo>
                  <a:pt x="1671450" y="27167"/>
                  <a:pt x="1674431" y="27862"/>
                  <a:pt x="1677614" y="29251"/>
                </a:cubicBezTo>
                <a:lnTo>
                  <a:pt x="1670217" y="45054"/>
                </a:lnTo>
                <a:cubicBezTo>
                  <a:pt x="1668469" y="44426"/>
                  <a:pt x="1666608" y="44113"/>
                  <a:pt x="1664636" y="44113"/>
                </a:cubicBezTo>
                <a:cubicBezTo>
                  <a:pt x="1661318" y="44113"/>
                  <a:pt x="1657945" y="45371"/>
                  <a:pt x="1654516" y="47887"/>
                </a:cubicBezTo>
                <a:cubicBezTo>
                  <a:pt x="1651086" y="50401"/>
                  <a:pt x="1648407" y="53759"/>
                  <a:pt x="1646480" y="57959"/>
                </a:cubicBezTo>
                <a:cubicBezTo>
                  <a:pt x="1644552" y="62157"/>
                  <a:pt x="1642647" y="68816"/>
                  <a:pt x="1640764" y="77935"/>
                </a:cubicBezTo>
                <a:lnTo>
                  <a:pt x="1636057" y="100329"/>
                </a:lnTo>
                <a:lnTo>
                  <a:pt x="1616758" y="100329"/>
                </a:lnTo>
                <a:lnTo>
                  <a:pt x="1631686" y="28915"/>
                </a:lnTo>
                <a:close/>
                <a:moveTo>
                  <a:pt x="1698625" y="49089"/>
                </a:moveTo>
                <a:lnTo>
                  <a:pt x="1679796" y="47487"/>
                </a:lnTo>
                <a:cubicBezTo>
                  <a:pt x="1681948" y="41117"/>
                  <a:pt x="1685702" y="36138"/>
                  <a:pt x="1691060" y="32551"/>
                </a:cubicBezTo>
                <a:cubicBezTo>
                  <a:pt x="1696417" y="28961"/>
                  <a:pt x="1703511" y="27167"/>
                  <a:pt x="1712343" y="27167"/>
                </a:cubicBezTo>
                <a:cubicBezTo>
                  <a:pt x="1721533" y="27167"/>
                  <a:pt x="1728324" y="29018"/>
                  <a:pt x="1732718" y="32721"/>
                </a:cubicBezTo>
                <a:cubicBezTo>
                  <a:pt x="1737111" y="36422"/>
                  <a:pt x="1739308" y="40942"/>
                  <a:pt x="1739308" y="46281"/>
                </a:cubicBezTo>
                <a:cubicBezTo>
                  <a:pt x="1739308" y="48436"/>
                  <a:pt x="1739117" y="50725"/>
                  <a:pt x="1738736" y="53149"/>
                </a:cubicBezTo>
                <a:cubicBezTo>
                  <a:pt x="1738355" y="55571"/>
                  <a:pt x="1737021" y="61942"/>
                  <a:pt x="1734735" y="72263"/>
                </a:cubicBezTo>
                <a:cubicBezTo>
                  <a:pt x="1732852" y="80788"/>
                  <a:pt x="1731911" y="86756"/>
                  <a:pt x="1731911" y="90167"/>
                </a:cubicBezTo>
                <a:cubicBezTo>
                  <a:pt x="1731911" y="93218"/>
                  <a:pt x="1732449" y="96605"/>
                  <a:pt x="1733525" y="100329"/>
                </a:cubicBezTo>
                <a:lnTo>
                  <a:pt x="1714763" y="100329"/>
                </a:lnTo>
                <a:cubicBezTo>
                  <a:pt x="1714001" y="97729"/>
                  <a:pt x="1713531" y="95039"/>
                  <a:pt x="1713351" y="92260"/>
                </a:cubicBezTo>
                <a:cubicBezTo>
                  <a:pt x="1710527" y="95398"/>
                  <a:pt x="1707277" y="97819"/>
                  <a:pt x="1703601" y="99522"/>
                </a:cubicBezTo>
                <a:cubicBezTo>
                  <a:pt x="1699925" y="101226"/>
                  <a:pt x="1696226" y="102078"/>
                  <a:pt x="1692505" y="102078"/>
                </a:cubicBezTo>
                <a:cubicBezTo>
                  <a:pt x="1686588" y="102078"/>
                  <a:pt x="1681701" y="100136"/>
                  <a:pt x="1677846" y="96252"/>
                </a:cubicBezTo>
                <a:cubicBezTo>
                  <a:pt x="1673991" y="92369"/>
                  <a:pt x="1672063" y="87375"/>
                  <a:pt x="1672063" y="81269"/>
                </a:cubicBezTo>
                <a:cubicBezTo>
                  <a:pt x="1672063" y="74446"/>
                  <a:pt x="1674181" y="68991"/>
                  <a:pt x="1678418" y="64906"/>
                </a:cubicBezTo>
                <a:cubicBezTo>
                  <a:pt x="1682654" y="60821"/>
                  <a:pt x="1690219" y="58352"/>
                  <a:pt x="1701113" y="57498"/>
                </a:cubicBezTo>
                <a:cubicBezTo>
                  <a:pt x="1710303" y="56735"/>
                  <a:pt x="1716444" y="55815"/>
                  <a:pt x="1719538" y="54737"/>
                </a:cubicBezTo>
                <a:cubicBezTo>
                  <a:pt x="1720345" y="52047"/>
                  <a:pt x="1720748" y="49896"/>
                  <a:pt x="1720748" y="48282"/>
                </a:cubicBezTo>
                <a:cubicBezTo>
                  <a:pt x="1720748" y="46220"/>
                  <a:pt x="1719919" y="44494"/>
                  <a:pt x="1718260" y="43104"/>
                </a:cubicBezTo>
                <a:cubicBezTo>
                  <a:pt x="1716601" y="41714"/>
                  <a:pt x="1714136" y="41019"/>
                  <a:pt x="1710863" y="41019"/>
                </a:cubicBezTo>
                <a:cubicBezTo>
                  <a:pt x="1707411" y="41019"/>
                  <a:pt x="1704688" y="41720"/>
                  <a:pt x="1702693" y="43121"/>
                </a:cubicBezTo>
                <a:cubicBezTo>
                  <a:pt x="1700698" y="44520"/>
                  <a:pt x="1699342" y="46510"/>
                  <a:pt x="1698625" y="49089"/>
                </a:cubicBezTo>
                <a:moveTo>
                  <a:pt x="1716982" y="66976"/>
                </a:moveTo>
                <a:cubicBezTo>
                  <a:pt x="1715817" y="67291"/>
                  <a:pt x="1714270" y="67583"/>
                  <a:pt x="1712343" y="67852"/>
                </a:cubicBezTo>
                <a:cubicBezTo>
                  <a:pt x="1702659" y="69022"/>
                  <a:pt x="1696338" y="70731"/>
                  <a:pt x="1693380" y="72979"/>
                </a:cubicBezTo>
                <a:cubicBezTo>
                  <a:pt x="1691272" y="74599"/>
                  <a:pt x="1690219" y="76781"/>
                  <a:pt x="1690219" y="79525"/>
                </a:cubicBezTo>
                <a:cubicBezTo>
                  <a:pt x="1690219" y="81774"/>
                  <a:pt x="1691026" y="83674"/>
                  <a:pt x="1692640" y="85226"/>
                </a:cubicBezTo>
                <a:cubicBezTo>
                  <a:pt x="1694254" y="86777"/>
                  <a:pt x="1696383" y="87553"/>
                  <a:pt x="1699028" y="87553"/>
                </a:cubicBezTo>
                <a:cubicBezTo>
                  <a:pt x="1701942" y="87553"/>
                  <a:pt x="1704688" y="86844"/>
                  <a:pt x="1707266" y="85428"/>
                </a:cubicBezTo>
                <a:cubicBezTo>
                  <a:pt x="1709843" y="84010"/>
                  <a:pt x="1711771" y="82188"/>
                  <a:pt x="1713049" y="79962"/>
                </a:cubicBezTo>
                <a:cubicBezTo>
                  <a:pt x="1714326" y="77736"/>
                  <a:pt x="1715458" y="74262"/>
                  <a:pt x="1716444" y="69539"/>
                </a:cubicBezTo>
                <a:lnTo>
                  <a:pt x="1716982" y="66976"/>
                </a:lnTo>
                <a:close/>
                <a:moveTo>
                  <a:pt x="1761752" y="28915"/>
                </a:moveTo>
                <a:lnTo>
                  <a:pt x="1779774" y="28915"/>
                </a:lnTo>
                <a:lnTo>
                  <a:pt x="1776882" y="42738"/>
                </a:lnTo>
                <a:cubicBezTo>
                  <a:pt x="1783607" y="32357"/>
                  <a:pt x="1790892" y="27167"/>
                  <a:pt x="1798737" y="27167"/>
                </a:cubicBezTo>
                <a:cubicBezTo>
                  <a:pt x="1801516" y="27167"/>
                  <a:pt x="1804497" y="27862"/>
                  <a:pt x="1807680" y="29251"/>
                </a:cubicBezTo>
                <a:lnTo>
                  <a:pt x="1800283" y="45054"/>
                </a:lnTo>
                <a:cubicBezTo>
                  <a:pt x="1798535" y="44426"/>
                  <a:pt x="1796675" y="44113"/>
                  <a:pt x="1794702" y="44113"/>
                </a:cubicBezTo>
                <a:cubicBezTo>
                  <a:pt x="1791385" y="44113"/>
                  <a:pt x="1788011" y="45371"/>
                  <a:pt x="1784582" y="47887"/>
                </a:cubicBezTo>
                <a:cubicBezTo>
                  <a:pt x="1781152" y="50401"/>
                  <a:pt x="1778474" y="53759"/>
                  <a:pt x="1776546" y="57959"/>
                </a:cubicBezTo>
                <a:cubicBezTo>
                  <a:pt x="1774618" y="62157"/>
                  <a:pt x="1772713" y="68816"/>
                  <a:pt x="1770830" y="77935"/>
                </a:cubicBezTo>
                <a:lnTo>
                  <a:pt x="1766123" y="100329"/>
                </a:lnTo>
                <a:lnTo>
                  <a:pt x="1746824" y="100329"/>
                </a:lnTo>
                <a:lnTo>
                  <a:pt x="1761752" y="2891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ies">
            <a:extLst xmlns:a="http://schemas.openxmlformats.org/drawingml/2006/main">
              <a:ext uri="{FF2B5EF4-FFF2-40B4-BE49-F238E27FC236}">
                <a16:creationId xmlns:a16="http://schemas.microsoft.com/office/drawing/2014/main" id="{20964BA1-C0A3-4EBF-A62C-60A2064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055" y="368133"/>
            <a:ext cx="185237" cy="100329"/>
          </a:xfrm>
          <a:custGeom xmlns:a="http://schemas.openxmlformats.org/drawingml/2006/main">
            <a:pathLst>
              <a:path w="185237" h="100329">
                <a:moveTo>
                  <a:pt x="20577" y="0"/>
                </a:moveTo>
                <a:lnTo>
                  <a:pt x="39876" y="0"/>
                </a:lnTo>
                <a:lnTo>
                  <a:pt x="36245" y="17484"/>
                </a:lnTo>
                <a:lnTo>
                  <a:pt x="16946" y="17484"/>
                </a:lnTo>
                <a:lnTo>
                  <a:pt x="20577" y="0"/>
                </a:lnTo>
                <a:moveTo>
                  <a:pt x="14928" y="27167"/>
                </a:moveTo>
                <a:lnTo>
                  <a:pt x="34228" y="27167"/>
                </a:ln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107786" y="68859"/>
                </a:moveTo>
                <a:lnTo>
                  <a:pt x="59369" y="68859"/>
                </a:lnTo>
                <a:cubicBezTo>
                  <a:pt x="59325" y="69621"/>
                  <a:pt x="59302" y="70203"/>
                  <a:pt x="59302" y="70607"/>
                </a:cubicBezTo>
                <a:cubicBezTo>
                  <a:pt x="59302" y="75359"/>
                  <a:pt x="60658" y="79192"/>
                  <a:pt x="63370" y="82106"/>
                </a:cubicBezTo>
                <a:cubicBezTo>
                  <a:pt x="66083" y="85020"/>
                  <a:pt x="69389" y="86477"/>
                  <a:pt x="73289" y="86477"/>
                </a:cubicBezTo>
                <a:cubicBezTo>
                  <a:pt x="79700" y="86477"/>
                  <a:pt x="84698" y="83159"/>
                  <a:pt x="88285" y="76525"/>
                </a:cubicBezTo>
                <a:lnTo>
                  <a:pt x="105566" y="79483"/>
                </a:lnTo>
                <a:cubicBezTo>
                  <a:pt x="102204" y="86432"/>
                  <a:pt x="97710" y="91643"/>
                  <a:pt x="92084" y="95118"/>
                </a:cubicBezTo>
                <a:cubicBezTo>
                  <a:pt x="86458" y="98592"/>
                  <a:pt x="80148" y="100329"/>
                  <a:pt x="73155" y="100329"/>
                </a:cubicBezTo>
                <a:cubicBezTo>
                  <a:pt x="63561" y="100329"/>
                  <a:pt x="55761" y="97286"/>
                  <a:pt x="49753" y="91201"/>
                </a:cubicBezTo>
                <a:cubicBezTo>
                  <a:pt x="43746" y="85115"/>
                  <a:pt x="40743" y="77065"/>
                  <a:pt x="40743" y="67051"/>
                </a:cubicBezTo>
                <a:cubicBezTo>
                  <a:pt x="40743" y="57260"/>
                  <a:pt x="43455" y="48547"/>
                  <a:pt x="48879" y="40912"/>
                </a:cubicBezTo>
                <a:cubicBezTo>
                  <a:pt x="56276" y="30583"/>
                  <a:pt x="66834" y="25419"/>
                  <a:pt x="80551" y="25419"/>
                </a:cubicBezTo>
                <a:cubicBezTo>
                  <a:pt x="89293" y="25419"/>
                  <a:pt x="96242" y="28124"/>
                  <a:pt x="101397" y="33534"/>
                </a:cubicBezTo>
                <a:cubicBezTo>
                  <a:pt x="106553" y="38945"/>
                  <a:pt x="109130" y="46521"/>
                  <a:pt x="109130" y="56265"/>
                </a:cubicBezTo>
                <a:cubicBezTo>
                  <a:pt x="109130" y="60934"/>
                  <a:pt x="108682" y="65132"/>
                  <a:pt x="107786" y="68859"/>
                </a:cubicBezTo>
                <a:moveTo>
                  <a:pt x="91512" y="57024"/>
                </a:moveTo>
                <a:cubicBezTo>
                  <a:pt x="91557" y="56175"/>
                  <a:pt x="91580" y="55527"/>
                  <a:pt x="91580" y="55082"/>
                </a:cubicBezTo>
                <a:cubicBezTo>
                  <a:pt x="91580" y="49812"/>
                  <a:pt x="90392" y="45859"/>
                  <a:pt x="88016" y="43224"/>
                </a:cubicBezTo>
                <a:cubicBezTo>
                  <a:pt x="85640" y="40588"/>
                  <a:pt x="82457" y="39271"/>
                  <a:pt x="78467" y="39271"/>
                </a:cubicBezTo>
                <a:cubicBezTo>
                  <a:pt x="74477" y="39271"/>
                  <a:pt x="70902" y="40767"/>
                  <a:pt x="67741" y="43760"/>
                </a:cubicBezTo>
                <a:cubicBezTo>
                  <a:pt x="64581" y="46752"/>
                  <a:pt x="62440" y="51173"/>
                  <a:pt x="61319" y="57024"/>
                </a:cubicBezTo>
                <a:lnTo>
                  <a:pt x="91512" y="57024"/>
                </a:lnTo>
                <a:close/>
                <a:moveTo>
                  <a:pt x="112276" y="78561"/>
                </a:moveTo>
                <a:lnTo>
                  <a:pt x="130970" y="75583"/>
                </a:lnTo>
                <a:cubicBezTo>
                  <a:pt x="132629" y="79552"/>
                  <a:pt x="134691" y="82360"/>
                  <a:pt x="137157" y="84008"/>
                </a:cubicBezTo>
                <a:cubicBezTo>
                  <a:pt x="139622" y="85654"/>
                  <a:pt x="142985" y="86477"/>
                  <a:pt x="147244" y="86477"/>
                </a:cubicBezTo>
                <a:cubicBezTo>
                  <a:pt x="151637" y="86477"/>
                  <a:pt x="155156" y="85493"/>
                  <a:pt x="157801" y="83526"/>
                </a:cubicBezTo>
                <a:cubicBezTo>
                  <a:pt x="159639" y="82184"/>
                  <a:pt x="160558" y="80552"/>
                  <a:pt x="160558" y="78630"/>
                </a:cubicBezTo>
                <a:cubicBezTo>
                  <a:pt x="160558" y="77333"/>
                  <a:pt x="160087" y="76167"/>
                  <a:pt x="159146" y="75133"/>
                </a:cubicBezTo>
                <a:cubicBezTo>
                  <a:pt x="158160" y="74146"/>
                  <a:pt x="155492" y="72933"/>
                  <a:pt x="151144" y="71496"/>
                </a:cubicBezTo>
                <a:cubicBezTo>
                  <a:pt x="139488" y="67633"/>
                  <a:pt x="132270" y="64580"/>
                  <a:pt x="129491" y="62336"/>
                </a:cubicBezTo>
                <a:cubicBezTo>
                  <a:pt x="125142" y="58832"/>
                  <a:pt x="122968" y="54251"/>
                  <a:pt x="122968" y="48593"/>
                </a:cubicBezTo>
                <a:cubicBezTo>
                  <a:pt x="122968" y="42934"/>
                  <a:pt x="125075" y="38061"/>
                  <a:pt x="129289" y="33973"/>
                </a:cubicBezTo>
                <a:cubicBezTo>
                  <a:pt x="135162" y="28270"/>
                  <a:pt x="143881" y="25419"/>
                  <a:pt x="155447" y="25419"/>
                </a:cubicBezTo>
                <a:cubicBezTo>
                  <a:pt x="164638" y="25419"/>
                  <a:pt x="171586" y="27100"/>
                  <a:pt x="176293" y="30462"/>
                </a:cubicBezTo>
                <a:cubicBezTo>
                  <a:pt x="181000" y="33824"/>
                  <a:pt x="183982" y="38374"/>
                  <a:pt x="185237" y="44113"/>
                </a:cubicBezTo>
                <a:lnTo>
                  <a:pt x="167417" y="47206"/>
                </a:lnTo>
                <a:cubicBezTo>
                  <a:pt x="166476" y="44606"/>
                  <a:pt x="164951" y="42656"/>
                  <a:pt x="162844" y="41356"/>
                </a:cubicBezTo>
                <a:cubicBezTo>
                  <a:pt x="159975" y="39607"/>
                  <a:pt x="156523" y="38733"/>
                  <a:pt x="152489" y="38733"/>
                </a:cubicBezTo>
                <a:cubicBezTo>
                  <a:pt x="148454" y="38733"/>
                  <a:pt x="145551" y="39408"/>
                  <a:pt x="143780" y="40759"/>
                </a:cubicBezTo>
                <a:cubicBezTo>
                  <a:pt x="142010" y="42109"/>
                  <a:pt x="141124" y="43663"/>
                  <a:pt x="141124" y="45420"/>
                </a:cubicBezTo>
                <a:cubicBezTo>
                  <a:pt x="141124" y="47220"/>
                  <a:pt x="142021" y="48704"/>
                  <a:pt x="143814" y="49872"/>
                </a:cubicBezTo>
                <a:cubicBezTo>
                  <a:pt x="144935" y="50591"/>
                  <a:pt x="148544" y="51848"/>
                  <a:pt x="154640" y="53644"/>
                </a:cubicBezTo>
                <a:cubicBezTo>
                  <a:pt x="164055" y="56385"/>
                  <a:pt x="170353" y="59079"/>
                  <a:pt x="173536" y="61729"/>
                </a:cubicBezTo>
                <a:cubicBezTo>
                  <a:pt x="178019" y="65456"/>
                  <a:pt x="180261" y="69948"/>
                  <a:pt x="180261" y="75203"/>
                </a:cubicBezTo>
                <a:cubicBezTo>
                  <a:pt x="180261" y="81983"/>
                  <a:pt x="177414" y="87866"/>
                  <a:pt x="171721" y="92852"/>
                </a:cubicBezTo>
                <a:cubicBezTo>
                  <a:pt x="166027" y="97837"/>
                  <a:pt x="158003" y="100329"/>
                  <a:pt x="147647" y="100329"/>
                </a:cubicBezTo>
                <a:cubicBezTo>
                  <a:pt x="137336" y="100329"/>
                  <a:pt x="129368" y="98425"/>
                  <a:pt x="123742" y="94618"/>
                </a:cubicBezTo>
                <a:cubicBezTo>
                  <a:pt x="118115" y="90808"/>
                  <a:pt x="114294" y="85456"/>
                  <a:pt x="112276" y="7856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738BB-420B-432E-A44A-CE2D6E5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89" y="1125461"/>
            <a:ext cx="209330" cy="312159"/>
          </a:xfrm>
          <a:custGeom xmlns:a="http://schemas.openxmlformats.org/drawingml/2006/main">
            <a:pathLst>
              <a:path w="209330" h="312159">
                <a:moveTo>
                  <a:pt x="0" y="104665"/>
                </a:moveTo>
                <a:lnTo>
                  <a:pt x="104665" y="0"/>
                </a:lnTo>
                <a:lnTo>
                  <a:pt x="209330" y="104665"/>
                </a:lnTo>
                <a:lnTo>
                  <a:pt x="156080" y="104665"/>
                </a:lnTo>
                <a:lnTo>
                  <a:pt x="156080" y="312159"/>
                </a:lnTo>
                <a:lnTo>
                  <a:pt x="51414" y="312159"/>
                </a:lnTo>
                <a:lnTo>
                  <a:pt x="51414" y="104665"/>
                </a:lnTo>
                <a:lnTo>
                  <a:pt x="0" y="10466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d633ad4d94ee1"/>
          <a:stretch xmlns:a="http://schemas.openxmlformats.org/drawingml/2006/main"/>
        </p:blipFill>
        <p:spPr>
          <a:xfrm xmlns:a="http://schemas.openxmlformats.org/drawingml/2006/main">
            <a:off x="12108905" y="406149"/>
            <a:ext cx="1465311" cy="364430"/>
          </a:xfrm>
          <a:prstGeom xmlns:a="http://schemas.openxmlformats.org/drawingml/2006/main" prst="rect">
            <a:avLst/>
          </a:prstGeom>
        </p:spPr>
      </p:pic>
      <p:pic>
        <p:nvPicPr>
          <p:cNvPr id="4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e4c37d109420a"/>
          <a:stretch xmlns:a="http://schemas.openxmlformats.org/drawingml/2006/main"/>
        </p:blipFill>
        <p:spPr>
          <a:xfrm xmlns:a="http://schemas.openxmlformats.org/drawingml/2006/main">
            <a:off x="12048943" y="810456"/>
            <a:ext cx="2338087" cy="169943"/>
          </a:xfrm>
          <a:prstGeom xmlns:a="http://schemas.openxmlformats.org/drawingml/2006/main" prst="rect">
            <a:avLst/>
          </a:prstGeom>
        </p:spPr>
      </p:pic>
      <p:sp>
        <p:nvSpPr>
          <p:cNvPr id="206" name="Text PotentialBugs">
            <a:extLst xmlns:a="http://schemas.openxmlformats.org/drawingml/2006/main">
              <a:ext uri="{FF2B5EF4-FFF2-40B4-BE49-F238E27FC236}">
                <a16:creationId xmlns:a16="http://schemas.microsoft.com/office/drawing/2014/main" id="{2CF68710-3314-4AE2-9314-7B32A6C7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560" y="2571161"/>
            <a:ext cx="840594" cy="111993"/>
          </a:xfrm>
          <a:custGeom xmlns:a="http://schemas.openxmlformats.org/drawingml/2006/main">
            <a:pathLst>
              <a:path w="840594" h="111993">
                <a:moveTo>
                  <a:pt x="19339" y="41381"/>
                </a:moveTo>
                <a:lnTo>
                  <a:pt x="19339" y="15037"/>
                </a:lnTo>
                <a:lnTo>
                  <a:pt x="34366" y="15037"/>
                </a:lnTo>
                <a:cubicBezTo>
                  <a:pt x="36584" y="15037"/>
                  <a:pt x="38719" y="15201"/>
                  <a:pt x="40772" y="15529"/>
                </a:cubicBezTo>
                <a:cubicBezTo>
                  <a:pt x="42824" y="15857"/>
                  <a:pt x="44631" y="16493"/>
                  <a:pt x="46191" y="17437"/>
                </a:cubicBezTo>
                <a:cubicBezTo>
                  <a:pt x="47752" y="18380"/>
                  <a:pt x="49005" y="19714"/>
                  <a:pt x="49948" y="21439"/>
                </a:cubicBezTo>
                <a:cubicBezTo>
                  <a:pt x="50893" y="23161"/>
                  <a:pt x="51365" y="25418"/>
                  <a:pt x="51365" y="28209"/>
                </a:cubicBezTo>
                <a:cubicBezTo>
                  <a:pt x="51365" y="30999"/>
                  <a:pt x="50893" y="33257"/>
                  <a:pt x="49948" y="34981"/>
                </a:cubicBezTo>
                <a:cubicBezTo>
                  <a:pt x="49005" y="36704"/>
                  <a:pt x="47752" y="38037"/>
                  <a:pt x="46191" y="38981"/>
                </a:cubicBezTo>
                <a:cubicBezTo>
                  <a:pt x="44631" y="39924"/>
                  <a:pt x="42824" y="40560"/>
                  <a:pt x="40772" y="40888"/>
                </a:cubicBezTo>
                <a:cubicBezTo>
                  <a:pt x="38719" y="41217"/>
                  <a:pt x="36584" y="41381"/>
                  <a:pt x="34366" y="41381"/>
                </a:cubicBezTo>
                <a:lnTo>
                  <a:pt x="19339" y="41381"/>
                </a:lnTo>
                <a:moveTo>
                  <a:pt x="0" y="0"/>
                </a:moveTo>
                <a:lnTo>
                  <a:pt x="0" y="87934"/>
                </a:lnTo>
                <a:lnTo>
                  <a:pt x="19339" y="87934"/>
                </a:lnTo>
                <a:lnTo>
                  <a:pt x="19339" y="56418"/>
                </a:lnTo>
                <a:lnTo>
                  <a:pt x="39665" y="56418"/>
                </a:lnTo>
                <a:cubicBezTo>
                  <a:pt x="45166" y="56418"/>
                  <a:pt x="49846" y="55617"/>
                  <a:pt x="53705" y="54015"/>
                </a:cubicBezTo>
                <a:cubicBezTo>
                  <a:pt x="57566" y="52414"/>
                  <a:pt x="60707" y="50300"/>
                  <a:pt x="63130" y="47672"/>
                </a:cubicBezTo>
                <a:cubicBezTo>
                  <a:pt x="65553" y="45044"/>
                  <a:pt x="67319" y="42026"/>
                  <a:pt x="68426" y="38618"/>
                </a:cubicBezTo>
                <a:cubicBezTo>
                  <a:pt x="69535" y="35210"/>
                  <a:pt x="70090" y="31740"/>
                  <a:pt x="70090" y="28209"/>
                </a:cubicBezTo>
                <a:cubicBezTo>
                  <a:pt x="70090" y="24595"/>
                  <a:pt x="69535" y="21105"/>
                  <a:pt x="68426" y="17738"/>
                </a:cubicBezTo>
                <a:cubicBezTo>
                  <a:pt x="67319" y="14371"/>
                  <a:pt x="65553" y="11373"/>
                  <a:pt x="63130" y="8746"/>
                </a:cubicBezTo>
                <a:cubicBezTo>
                  <a:pt x="60707" y="6118"/>
                  <a:pt x="57567" y="4004"/>
                  <a:pt x="53707" y="2402"/>
                </a:cubicBezTo>
                <a:cubicBezTo>
                  <a:pt x="49848" y="801"/>
                  <a:pt x="45167" y="0"/>
                  <a:pt x="39665" y="0"/>
                </a:cubicBezTo>
                <a:lnTo>
                  <a:pt x="0" y="0"/>
                </a:lnTo>
                <a:close/>
                <a:moveTo>
                  <a:pt x="95537" y="56179"/>
                </a:moveTo>
                <a:cubicBezTo>
                  <a:pt x="95537" y="53633"/>
                  <a:pt x="95783" y="51128"/>
                  <a:pt x="96275" y="48664"/>
                </a:cubicBezTo>
                <a:cubicBezTo>
                  <a:pt x="96768" y="46200"/>
                  <a:pt x="97609" y="44023"/>
                  <a:pt x="98800" y="42135"/>
                </a:cubicBezTo>
                <a:cubicBezTo>
                  <a:pt x="99991" y="40245"/>
                  <a:pt x="101573" y="38705"/>
                  <a:pt x="103544" y="37515"/>
                </a:cubicBezTo>
                <a:cubicBezTo>
                  <a:pt x="105515" y="36323"/>
                  <a:pt x="107978" y="35727"/>
                  <a:pt x="110934" y="35727"/>
                </a:cubicBezTo>
                <a:cubicBezTo>
                  <a:pt x="113891" y="35727"/>
                  <a:pt x="116376" y="36323"/>
                  <a:pt x="118387" y="37515"/>
                </a:cubicBezTo>
                <a:cubicBezTo>
                  <a:pt x="120399" y="38705"/>
                  <a:pt x="122001" y="40245"/>
                  <a:pt x="123191" y="42135"/>
                </a:cubicBezTo>
                <a:cubicBezTo>
                  <a:pt x="124383" y="44023"/>
                  <a:pt x="125225" y="46200"/>
                  <a:pt x="125717" y="48664"/>
                </a:cubicBezTo>
                <a:cubicBezTo>
                  <a:pt x="126210" y="51128"/>
                  <a:pt x="126456" y="53633"/>
                  <a:pt x="126456" y="56179"/>
                </a:cubicBezTo>
                <a:cubicBezTo>
                  <a:pt x="126456" y="58725"/>
                  <a:pt x="126210" y="61210"/>
                  <a:pt x="125717" y="63633"/>
                </a:cubicBezTo>
                <a:cubicBezTo>
                  <a:pt x="125225" y="66055"/>
                  <a:pt x="124383" y="68232"/>
                  <a:pt x="123191" y="70163"/>
                </a:cubicBezTo>
                <a:cubicBezTo>
                  <a:pt x="122001" y="72093"/>
                  <a:pt x="120399" y="73633"/>
                  <a:pt x="118387" y="74783"/>
                </a:cubicBezTo>
                <a:cubicBezTo>
                  <a:pt x="116376" y="75932"/>
                  <a:pt x="113891" y="76507"/>
                  <a:pt x="110934" y="76507"/>
                </a:cubicBezTo>
                <a:cubicBezTo>
                  <a:pt x="107978" y="76507"/>
                  <a:pt x="105515" y="75932"/>
                  <a:pt x="103544" y="74783"/>
                </a:cubicBezTo>
                <a:cubicBezTo>
                  <a:pt x="101573" y="73633"/>
                  <a:pt x="99991" y="72093"/>
                  <a:pt x="98800" y="70163"/>
                </a:cubicBezTo>
                <a:cubicBezTo>
                  <a:pt x="97609" y="68232"/>
                  <a:pt x="96768" y="66055"/>
                  <a:pt x="96275" y="63633"/>
                </a:cubicBezTo>
                <a:cubicBezTo>
                  <a:pt x="95783" y="61210"/>
                  <a:pt x="95537" y="58725"/>
                  <a:pt x="95537" y="56179"/>
                </a:cubicBezTo>
                <a:moveTo>
                  <a:pt x="78045" y="56181"/>
                </a:moveTo>
                <a:cubicBezTo>
                  <a:pt x="78045" y="61281"/>
                  <a:pt x="78825" y="65887"/>
                  <a:pt x="80385" y="69999"/>
                </a:cubicBezTo>
                <a:cubicBezTo>
                  <a:pt x="81945" y="74112"/>
                  <a:pt x="84163" y="77629"/>
                  <a:pt x="87037" y="80550"/>
                </a:cubicBezTo>
                <a:cubicBezTo>
                  <a:pt x="89912" y="83469"/>
                  <a:pt x="93361" y="85711"/>
                  <a:pt x="97384" y="87275"/>
                </a:cubicBezTo>
                <a:cubicBezTo>
                  <a:pt x="101409" y="88837"/>
                  <a:pt x="105926" y="89619"/>
                  <a:pt x="110934" y="89619"/>
                </a:cubicBezTo>
                <a:cubicBezTo>
                  <a:pt x="115944" y="89619"/>
                  <a:pt x="120481" y="88837"/>
                  <a:pt x="124546" y="87275"/>
                </a:cubicBezTo>
                <a:cubicBezTo>
                  <a:pt x="128611" y="85711"/>
                  <a:pt x="132081" y="83469"/>
                  <a:pt x="134955" y="80550"/>
                </a:cubicBezTo>
                <a:cubicBezTo>
                  <a:pt x="137830" y="77629"/>
                  <a:pt x="140047" y="74112"/>
                  <a:pt x="141607" y="69999"/>
                </a:cubicBezTo>
                <a:cubicBezTo>
                  <a:pt x="143167" y="65887"/>
                  <a:pt x="143947" y="61281"/>
                  <a:pt x="143947" y="56181"/>
                </a:cubicBezTo>
                <a:cubicBezTo>
                  <a:pt x="143947" y="51081"/>
                  <a:pt x="143167" y="46454"/>
                  <a:pt x="141607" y="42300"/>
                </a:cubicBezTo>
                <a:cubicBezTo>
                  <a:pt x="140047" y="38145"/>
                  <a:pt x="137830" y="34608"/>
                  <a:pt x="134955" y="31688"/>
                </a:cubicBezTo>
                <a:cubicBezTo>
                  <a:pt x="132081" y="28767"/>
                  <a:pt x="128611" y="26505"/>
                  <a:pt x="124546" y="24901"/>
                </a:cubicBezTo>
                <a:cubicBezTo>
                  <a:pt x="120481" y="23297"/>
                  <a:pt x="115944" y="22495"/>
                  <a:pt x="110934" y="22495"/>
                </a:cubicBezTo>
                <a:cubicBezTo>
                  <a:pt x="105926" y="22495"/>
                  <a:pt x="101409" y="23297"/>
                  <a:pt x="97384" y="24901"/>
                </a:cubicBezTo>
                <a:cubicBezTo>
                  <a:pt x="93361" y="26505"/>
                  <a:pt x="89912" y="28767"/>
                  <a:pt x="87037" y="31688"/>
                </a:cubicBezTo>
                <a:cubicBezTo>
                  <a:pt x="84163" y="34608"/>
                  <a:pt x="81945" y="38145"/>
                  <a:pt x="80385" y="42300"/>
                </a:cubicBezTo>
                <a:cubicBezTo>
                  <a:pt x="78825" y="46454"/>
                  <a:pt x="78045" y="51081"/>
                  <a:pt x="78045" y="56181"/>
                </a:cubicBezTo>
                <a:close/>
                <a:moveTo>
                  <a:pt x="177168" y="24299"/>
                </a:moveTo>
                <a:lnTo>
                  <a:pt x="177168" y="5173"/>
                </a:lnTo>
                <a:lnTo>
                  <a:pt x="159677" y="5173"/>
                </a:lnTo>
                <a:lnTo>
                  <a:pt x="159677" y="24299"/>
                </a:lnTo>
                <a:lnTo>
                  <a:pt x="149083" y="24299"/>
                </a:lnTo>
                <a:lnTo>
                  <a:pt x="149083" y="35968"/>
                </a:lnTo>
                <a:lnTo>
                  <a:pt x="159677" y="35968"/>
                </a:lnTo>
                <a:lnTo>
                  <a:pt x="159677" y="73516"/>
                </a:lnTo>
                <a:cubicBezTo>
                  <a:pt x="159677" y="76718"/>
                  <a:pt x="160211" y="79303"/>
                  <a:pt x="161278" y="81273"/>
                </a:cubicBezTo>
                <a:cubicBezTo>
                  <a:pt x="162346" y="83243"/>
                  <a:pt x="163803" y="84762"/>
                  <a:pt x="165650" y="85829"/>
                </a:cubicBezTo>
                <a:cubicBezTo>
                  <a:pt x="167498" y="86896"/>
                  <a:pt x="169633" y="87613"/>
                  <a:pt x="172056" y="87981"/>
                </a:cubicBezTo>
                <a:cubicBezTo>
                  <a:pt x="174479" y="88351"/>
                  <a:pt x="177046" y="88536"/>
                  <a:pt x="179756" y="88536"/>
                </a:cubicBezTo>
                <a:cubicBezTo>
                  <a:pt x="181481" y="88536"/>
                  <a:pt x="183246" y="88496"/>
                  <a:pt x="185053" y="88416"/>
                </a:cubicBezTo>
                <a:cubicBezTo>
                  <a:pt x="186860" y="88335"/>
                  <a:pt x="188502" y="88175"/>
                  <a:pt x="189979" y="87934"/>
                </a:cubicBezTo>
                <a:lnTo>
                  <a:pt x="189979" y="74330"/>
                </a:lnTo>
                <a:cubicBezTo>
                  <a:pt x="189159" y="74494"/>
                  <a:pt x="188297" y="74618"/>
                  <a:pt x="187393" y="74700"/>
                </a:cubicBezTo>
                <a:cubicBezTo>
                  <a:pt x="186490" y="74782"/>
                  <a:pt x="185545" y="74822"/>
                  <a:pt x="184561" y="74822"/>
                </a:cubicBezTo>
                <a:cubicBezTo>
                  <a:pt x="181603" y="74822"/>
                  <a:pt x="179632" y="74331"/>
                  <a:pt x="178645" y="73347"/>
                </a:cubicBezTo>
                <a:cubicBezTo>
                  <a:pt x="177661" y="72363"/>
                  <a:pt x="177168" y="70396"/>
                  <a:pt x="177168" y="67445"/>
                </a:cubicBezTo>
                <a:lnTo>
                  <a:pt x="177168" y="35968"/>
                </a:lnTo>
                <a:lnTo>
                  <a:pt x="189979" y="35968"/>
                </a:lnTo>
                <a:lnTo>
                  <a:pt x="189979" y="24299"/>
                </a:lnTo>
                <a:lnTo>
                  <a:pt x="177168" y="24299"/>
                </a:lnTo>
                <a:close/>
                <a:moveTo>
                  <a:pt x="240707" y="49320"/>
                </a:moveTo>
                <a:lnTo>
                  <a:pt x="212254" y="49320"/>
                </a:lnTo>
                <a:cubicBezTo>
                  <a:pt x="212335" y="48085"/>
                  <a:pt x="212601" y="46684"/>
                  <a:pt x="213053" y="45119"/>
                </a:cubicBezTo>
                <a:cubicBezTo>
                  <a:pt x="213505" y="43553"/>
                  <a:pt x="214286" y="42070"/>
                  <a:pt x="215394" y="40670"/>
                </a:cubicBezTo>
                <a:cubicBezTo>
                  <a:pt x="216503" y="39270"/>
                  <a:pt x="217981" y="38095"/>
                  <a:pt x="219828" y="37148"/>
                </a:cubicBezTo>
                <a:cubicBezTo>
                  <a:pt x="221677" y="36201"/>
                  <a:pt x="223997" y="35727"/>
                  <a:pt x="226789" y="35727"/>
                </a:cubicBezTo>
                <a:cubicBezTo>
                  <a:pt x="231059" y="35727"/>
                  <a:pt x="234241" y="36881"/>
                  <a:pt x="236335" y="39187"/>
                </a:cubicBezTo>
                <a:cubicBezTo>
                  <a:pt x="238429" y="41494"/>
                  <a:pt x="239886" y="44872"/>
                  <a:pt x="240707" y="49320"/>
                </a:cubicBezTo>
                <a:moveTo>
                  <a:pt x="212254" y="60387"/>
                </a:moveTo>
                <a:lnTo>
                  <a:pt x="258200" y="60387"/>
                </a:lnTo>
                <a:cubicBezTo>
                  <a:pt x="258528" y="55450"/>
                  <a:pt x="258117" y="50719"/>
                  <a:pt x="256967" y="46193"/>
                </a:cubicBezTo>
                <a:cubicBezTo>
                  <a:pt x="255818" y="41667"/>
                  <a:pt x="253950" y="37635"/>
                  <a:pt x="251362" y="34098"/>
                </a:cubicBezTo>
                <a:cubicBezTo>
                  <a:pt x="248776" y="30559"/>
                  <a:pt x="245470" y="27741"/>
                  <a:pt x="241446" y="25643"/>
                </a:cubicBezTo>
                <a:cubicBezTo>
                  <a:pt x="237422" y="23544"/>
                  <a:pt x="232700" y="22495"/>
                  <a:pt x="227281" y="22495"/>
                </a:cubicBezTo>
                <a:cubicBezTo>
                  <a:pt x="222435" y="22495"/>
                  <a:pt x="218022" y="23359"/>
                  <a:pt x="214039" y="25087"/>
                </a:cubicBezTo>
                <a:cubicBezTo>
                  <a:pt x="210057" y="26814"/>
                  <a:pt x="206629" y="29178"/>
                  <a:pt x="203754" y="32180"/>
                </a:cubicBezTo>
                <a:cubicBezTo>
                  <a:pt x="200880" y="35183"/>
                  <a:pt x="198662" y="38741"/>
                  <a:pt x="197102" y="42855"/>
                </a:cubicBezTo>
                <a:cubicBezTo>
                  <a:pt x="195542" y="46967"/>
                  <a:pt x="194762" y="51409"/>
                  <a:pt x="194762" y="56181"/>
                </a:cubicBezTo>
                <a:cubicBezTo>
                  <a:pt x="194762" y="61115"/>
                  <a:pt x="195522" y="65639"/>
                  <a:pt x="197040" y="69753"/>
                </a:cubicBezTo>
                <a:cubicBezTo>
                  <a:pt x="198560" y="73866"/>
                  <a:pt x="200716" y="77403"/>
                  <a:pt x="203508" y="80365"/>
                </a:cubicBezTo>
                <a:cubicBezTo>
                  <a:pt x="206300" y="83326"/>
                  <a:pt x="209707" y="85609"/>
                  <a:pt x="213731" y="87213"/>
                </a:cubicBezTo>
                <a:cubicBezTo>
                  <a:pt x="217755" y="88817"/>
                  <a:pt x="222271" y="89619"/>
                  <a:pt x="227281" y="89619"/>
                </a:cubicBezTo>
                <a:cubicBezTo>
                  <a:pt x="234507" y="89619"/>
                  <a:pt x="240666" y="87978"/>
                  <a:pt x="245757" y="84696"/>
                </a:cubicBezTo>
                <a:cubicBezTo>
                  <a:pt x="250850" y="81414"/>
                  <a:pt x="254628" y="75958"/>
                  <a:pt x="257091" y="68327"/>
                </a:cubicBezTo>
                <a:lnTo>
                  <a:pt x="241694" y="68327"/>
                </a:lnTo>
                <a:cubicBezTo>
                  <a:pt x="241118" y="70280"/>
                  <a:pt x="239558" y="72132"/>
                  <a:pt x="237012" y="73883"/>
                </a:cubicBezTo>
                <a:cubicBezTo>
                  <a:pt x="234467" y="75632"/>
                  <a:pt x="231429" y="76507"/>
                  <a:pt x="227897" y="76507"/>
                </a:cubicBezTo>
                <a:cubicBezTo>
                  <a:pt x="222970" y="76507"/>
                  <a:pt x="219192" y="75235"/>
                  <a:pt x="216564" y="72693"/>
                </a:cubicBezTo>
                <a:cubicBezTo>
                  <a:pt x="213936" y="70149"/>
                  <a:pt x="212499" y="66047"/>
                  <a:pt x="212254" y="60387"/>
                </a:cubicBezTo>
                <a:close/>
                <a:moveTo>
                  <a:pt x="268230" y="24249"/>
                </a:moveTo>
                <a:lnTo>
                  <a:pt x="268230" y="87934"/>
                </a:lnTo>
                <a:lnTo>
                  <a:pt x="285721" y="87934"/>
                </a:lnTo>
                <a:lnTo>
                  <a:pt x="285721" y="54557"/>
                </a:lnTo>
                <a:cubicBezTo>
                  <a:pt x="285721" y="48070"/>
                  <a:pt x="286789" y="43410"/>
                  <a:pt x="288924" y="40578"/>
                </a:cubicBezTo>
                <a:cubicBezTo>
                  <a:pt x="291059" y="37745"/>
                  <a:pt x="294508" y="36329"/>
                  <a:pt x="299271" y="36329"/>
                </a:cubicBezTo>
                <a:cubicBezTo>
                  <a:pt x="303460" y="36329"/>
                  <a:pt x="306375" y="37622"/>
                  <a:pt x="308017" y="40208"/>
                </a:cubicBezTo>
                <a:cubicBezTo>
                  <a:pt x="309660" y="42794"/>
                  <a:pt x="310481" y="46715"/>
                  <a:pt x="310481" y="51970"/>
                </a:cubicBezTo>
                <a:lnTo>
                  <a:pt x="310481" y="87934"/>
                </a:lnTo>
                <a:lnTo>
                  <a:pt x="327972" y="87934"/>
                </a:lnTo>
                <a:lnTo>
                  <a:pt x="327972" y="48745"/>
                </a:lnTo>
                <a:cubicBezTo>
                  <a:pt x="327972" y="44802"/>
                  <a:pt x="327623" y="41207"/>
                  <a:pt x="326925" y="37962"/>
                </a:cubicBezTo>
                <a:cubicBezTo>
                  <a:pt x="326228" y="34717"/>
                  <a:pt x="325016" y="31964"/>
                  <a:pt x="323290" y="29705"/>
                </a:cubicBezTo>
                <a:cubicBezTo>
                  <a:pt x="321566" y="27446"/>
                  <a:pt x="319205" y="25679"/>
                  <a:pt x="316208" y="24406"/>
                </a:cubicBezTo>
                <a:cubicBezTo>
                  <a:pt x="313211" y="23132"/>
                  <a:pt x="309371" y="22495"/>
                  <a:pt x="304690" y="22495"/>
                </a:cubicBezTo>
                <a:cubicBezTo>
                  <a:pt x="300995" y="22495"/>
                  <a:pt x="297382" y="23339"/>
                  <a:pt x="293850" y="25027"/>
                </a:cubicBezTo>
                <a:cubicBezTo>
                  <a:pt x="290319" y="26715"/>
                  <a:pt x="287445" y="29411"/>
                  <a:pt x="285229" y="33116"/>
                </a:cubicBezTo>
                <a:lnTo>
                  <a:pt x="284859" y="33116"/>
                </a:lnTo>
                <a:lnTo>
                  <a:pt x="284859" y="24249"/>
                </a:lnTo>
                <a:lnTo>
                  <a:pt x="268230" y="24249"/>
                </a:lnTo>
                <a:close/>
                <a:moveTo>
                  <a:pt x="363086" y="24299"/>
                </a:moveTo>
                <a:lnTo>
                  <a:pt x="363086" y="5173"/>
                </a:lnTo>
                <a:lnTo>
                  <a:pt x="345595" y="5173"/>
                </a:lnTo>
                <a:lnTo>
                  <a:pt x="345595" y="24299"/>
                </a:lnTo>
                <a:lnTo>
                  <a:pt x="335001" y="24299"/>
                </a:lnTo>
                <a:lnTo>
                  <a:pt x="335001" y="35968"/>
                </a:lnTo>
                <a:lnTo>
                  <a:pt x="345595" y="35968"/>
                </a:lnTo>
                <a:lnTo>
                  <a:pt x="345595" y="73516"/>
                </a:lnTo>
                <a:cubicBezTo>
                  <a:pt x="345595" y="76718"/>
                  <a:pt x="346129" y="79303"/>
                  <a:pt x="347196" y="81273"/>
                </a:cubicBezTo>
                <a:cubicBezTo>
                  <a:pt x="348264" y="83243"/>
                  <a:pt x="349721" y="84762"/>
                  <a:pt x="351568" y="85829"/>
                </a:cubicBezTo>
                <a:cubicBezTo>
                  <a:pt x="353416" y="86896"/>
                  <a:pt x="355552" y="87613"/>
                  <a:pt x="357974" y="87981"/>
                </a:cubicBezTo>
                <a:cubicBezTo>
                  <a:pt x="360397" y="88351"/>
                  <a:pt x="362964" y="88536"/>
                  <a:pt x="365674" y="88536"/>
                </a:cubicBezTo>
                <a:cubicBezTo>
                  <a:pt x="367399" y="88536"/>
                  <a:pt x="369164" y="88496"/>
                  <a:pt x="370971" y="88416"/>
                </a:cubicBezTo>
                <a:cubicBezTo>
                  <a:pt x="372778" y="88335"/>
                  <a:pt x="374420" y="88175"/>
                  <a:pt x="375897" y="87934"/>
                </a:cubicBezTo>
                <a:lnTo>
                  <a:pt x="375897" y="74330"/>
                </a:lnTo>
                <a:cubicBezTo>
                  <a:pt x="375077" y="74494"/>
                  <a:pt x="374215" y="74618"/>
                  <a:pt x="373311" y="74700"/>
                </a:cubicBezTo>
                <a:cubicBezTo>
                  <a:pt x="372408" y="74782"/>
                  <a:pt x="371464" y="74822"/>
                  <a:pt x="370479" y="74822"/>
                </a:cubicBezTo>
                <a:cubicBezTo>
                  <a:pt x="367521" y="74822"/>
                  <a:pt x="365550" y="74331"/>
                  <a:pt x="364564" y="73347"/>
                </a:cubicBezTo>
                <a:cubicBezTo>
                  <a:pt x="363579" y="72363"/>
                  <a:pt x="363086" y="70396"/>
                  <a:pt x="363086" y="67445"/>
                </a:cubicBezTo>
                <a:lnTo>
                  <a:pt x="363086" y="35968"/>
                </a:lnTo>
                <a:lnTo>
                  <a:pt x="375897" y="35968"/>
                </a:lnTo>
                <a:lnTo>
                  <a:pt x="375897" y="24299"/>
                </a:lnTo>
                <a:lnTo>
                  <a:pt x="363086" y="24299"/>
                </a:lnTo>
                <a:close/>
                <a:moveTo>
                  <a:pt x="401744" y="14435"/>
                </a:moveTo>
                <a:lnTo>
                  <a:pt x="401744" y="0"/>
                </a:lnTo>
                <a:lnTo>
                  <a:pt x="384252" y="0"/>
                </a:lnTo>
                <a:lnTo>
                  <a:pt x="384252" y="14435"/>
                </a:lnTo>
                <a:lnTo>
                  <a:pt x="401744" y="14435"/>
                </a:lnTo>
                <a:moveTo>
                  <a:pt x="384252" y="24250"/>
                </a:moveTo>
                <a:lnTo>
                  <a:pt x="384252" y="87934"/>
                </a:lnTo>
                <a:lnTo>
                  <a:pt x="401744" y="87934"/>
                </a:lnTo>
                <a:lnTo>
                  <a:pt x="401744" y="24250"/>
                </a:lnTo>
                <a:lnTo>
                  <a:pt x="384252" y="24250"/>
                </a:lnTo>
                <a:close/>
                <a:moveTo>
                  <a:pt x="414390" y="43836"/>
                </a:moveTo>
                <a:cubicBezTo>
                  <a:pt x="414635" y="39729"/>
                  <a:pt x="415661" y="36322"/>
                  <a:pt x="417468" y="33613"/>
                </a:cubicBezTo>
                <a:cubicBezTo>
                  <a:pt x="419275" y="30902"/>
                  <a:pt x="421575" y="28726"/>
                  <a:pt x="424366" y="27083"/>
                </a:cubicBezTo>
                <a:cubicBezTo>
                  <a:pt x="427158" y="25440"/>
                  <a:pt x="430299" y="24270"/>
                  <a:pt x="433789" y="23572"/>
                </a:cubicBezTo>
                <a:cubicBezTo>
                  <a:pt x="437280" y="22874"/>
                  <a:pt x="440791" y="22525"/>
                  <a:pt x="444322" y="22525"/>
                </a:cubicBezTo>
                <a:cubicBezTo>
                  <a:pt x="447525" y="22525"/>
                  <a:pt x="450768" y="22751"/>
                  <a:pt x="454052" y="23203"/>
                </a:cubicBezTo>
                <a:cubicBezTo>
                  <a:pt x="457338" y="23655"/>
                  <a:pt x="460335" y="24537"/>
                  <a:pt x="463044" y="25852"/>
                </a:cubicBezTo>
                <a:cubicBezTo>
                  <a:pt x="465755" y="27165"/>
                  <a:pt x="467972" y="28992"/>
                  <a:pt x="469696" y="31333"/>
                </a:cubicBezTo>
                <a:cubicBezTo>
                  <a:pt x="471422" y="33673"/>
                  <a:pt x="472284" y="36773"/>
                  <a:pt x="472284" y="40633"/>
                </a:cubicBezTo>
                <a:lnTo>
                  <a:pt x="472284" y="73768"/>
                </a:lnTo>
                <a:cubicBezTo>
                  <a:pt x="472284" y="76643"/>
                  <a:pt x="472449" y="79394"/>
                  <a:pt x="472777" y="82021"/>
                </a:cubicBezTo>
                <a:cubicBezTo>
                  <a:pt x="473105" y="84649"/>
                  <a:pt x="473680" y="86620"/>
                  <a:pt x="474500" y="87934"/>
                </a:cubicBezTo>
                <a:lnTo>
                  <a:pt x="456763" y="87934"/>
                </a:lnTo>
                <a:cubicBezTo>
                  <a:pt x="456435" y="86950"/>
                  <a:pt x="456168" y="85944"/>
                  <a:pt x="455962" y="84918"/>
                </a:cubicBezTo>
                <a:cubicBezTo>
                  <a:pt x="455757" y="83890"/>
                  <a:pt x="455613" y="82843"/>
                  <a:pt x="455532" y="81775"/>
                </a:cubicBezTo>
                <a:cubicBezTo>
                  <a:pt x="452740" y="84650"/>
                  <a:pt x="449455" y="86662"/>
                  <a:pt x="445677" y="87812"/>
                </a:cubicBezTo>
                <a:cubicBezTo>
                  <a:pt x="441899" y="88961"/>
                  <a:pt x="438039" y="89536"/>
                  <a:pt x="434097" y="89536"/>
                </a:cubicBezTo>
                <a:cubicBezTo>
                  <a:pt x="431060" y="89536"/>
                  <a:pt x="428226" y="89166"/>
                  <a:pt x="425597" y="88427"/>
                </a:cubicBezTo>
                <a:cubicBezTo>
                  <a:pt x="422970" y="87688"/>
                  <a:pt x="420670" y="86538"/>
                  <a:pt x="418699" y="84978"/>
                </a:cubicBezTo>
                <a:cubicBezTo>
                  <a:pt x="416730" y="83418"/>
                  <a:pt x="415190" y="81447"/>
                  <a:pt x="414081" y="79067"/>
                </a:cubicBezTo>
                <a:cubicBezTo>
                  <a:pt x="412972" y="76685"/>
                  <a:pt x="412418" y="73851"/>
                  <a:pt x="412418" y="70565"/>
                </a:cubicBezTo>
                <a:cubicBezTo>
                  <a:pt x="412418" y="66953"/>
                  <a:pt x="413054" y="63976"/>
                  <a:pt x="414327" y="61635"/>
                </a:cubicBezTo>
                <a:cubicBezTo>
                  <a:pt x="415601" y="59295"/>
                  <a:pt x="417243" y="57426"/>
                  <a:pt x="419254" y="56030"/>
                </a:cubicBezTo>
                <a:cubicBezTo>
                  <a:pt x="421266" y="54634"/>
                  <a:pt x="423566" y="53588"/>
                  <a:pt x="426152" y="52890"/>
                </a:cubicBezTo>
                <a:cubicBezTo>
                  <a:pt x="428740" y="52192"/>
                  <a:pt x="431347" y="51638"/>
                  <a:pt x="433975" y="51228"/>
                </a:cubicBezTo>
                <a:cubicBezTo>
                  <a:pt x="436602" y="50817"/>
                  <a:pt x="439189" y="50488"/>
                  <a:pt x="441734" y="50241"/>
                </a:cubicBezTo>
                <a:cubicBezTo>
                  <a:pt x="444280" y="49994"/>
                  <a:pt x="446539" y="49625"/>
                  <a:pt x="448510" y="49132"/>
                </a:cubicBezTo>
                <a:cubicBezTo>
                  <a:pt x="450481" y="48640"/>
                  <a:pt x="452041" y="47922"/>
                  <a:pt x="453190" y="46978"/>
                </a:cubicBezTo>
                <a:cubicBezTo>
                  <a:pt x="454340" y="46034"/>
                  <a:pt x="454875" y="44658"/>
                  <a:pt x="454793" y="42851"/>
                </a:cubicBezTo>
                <a:cubicBezTo>
                  <a:pt x="454793" y="40961"/>
                  <a:pt x="454485" y="39462"/>
                  <a:pt x="453868" y="38355"/>
                </a:cubicBezTo>
                <a:cubicBezTo>
                  <a:pt x="453252" y="37246"/>
                  <a:pt x="452430" y="36384"/>
                  <a:pt x="451404" y="35768"/>
                </a:cubicBezTo>
                <a:cubicBezTo>
                  <a:pt x="450378" y="35152"/>
                  <a:pt x="449187" y="34741"/>
                  <a:pt x="447831" y="34535"/>
                </a:cubicBezTo>
                <a:cubicBezTo>
                  <a:pt x="446477" y="34330"/>
                  <a:pt x="445019" y="34227"/>
                  <a:pt x="443459" y="34227"/>
                </a:cubicBezTo>
                <a:cubicBezTo>
                  <a:pt x="440011" y="34227"/>
                  <a:pt x="437301" y="34967"/>
                  <a:pt x="435330" y="36445"/>
                </a:cubicBezTo>
                <a:cubicBezTo>
                  <a:pt x="433359" y="37924"/>
                  <a:pt x="432209" y="40387"/>
                  <a:pt x="431881" y="43836"/>
                </a:cubicBezTo>
                <a:lnTo>
                  <a:pt x="414390" y="43836"/>
                </a:lnTo>
                <a:moveTo>
                  <a:pt x="454793" y="56769"/>
                </a:moveTo>
                <a:cubicBezTo>
                  <a:pt x="454054" y="57427"/>
                  <a:pt x="453130" y="57941"/>
                  <a:pt x="452021" y="58310"/>
                </a:cubicBezTo>
                <a:cubicBezTo>
                  <a:pt x="450912" y="58680"/>
                  <a:pt x="449721" y="58988"/>
                  <a:pt x="448448" y="59235"/>
                </a:cubicBezTo>
                <a:cubicBezTo>
                  <a:pt x="447176" y="59481"/>
                  <a:pt x="445841" y="59686"/>
                  <a:pt x="444444" y="59850"/>
                </a:cubicBezTo>
                <a:cubicBezTo>
                  <a:pt x="443048" y="60014"/>
                  <a:pt x="441652" y="60219"/>
                  <a:pt x="440256" y="60464"/>
                </a:cubicBezTo>
                <a:cubicBezTo>
                  <a:pt x="438943" y="60711"/>
                  <a:pt x="437650" y="61040"/>
                  <a:pt x="436377" y="61451"/>
                </a:cubicBezTo>
                <a:cubicBezTo>
                  <a:pt x="435104" y="61861"/>
                  <a:pt x="433995" y="62415"/>
                  <a:pt x="433050" y="63115"/>
                </a:cubicBezTo>
                <a:cubicBezTo>
                  <a:pt x="432106" y="63812"/>
                  <a:pt x="431347" y="64695"/>
                  <a:pt x="430772" y="65763"/>
                </a:cubicBezTo>
                <a:cubicBezTo>
                  <a:pt x="430197" y="66829"/>
                  <a:pt x="429909" y="68184"/>
                  <a:pt x="429909" y="69827"/>
                </a:cubicBezTo>
                <a:cubicBezTo>
                  <a:pt x="429909" y="71387"/>
                  <a:pt x="430197" y="72700"/>
                  <a:pt x="430772" y="73768"/>
                </a:cubicBezTo>
                <a:cubicBezTo>
                  <a:pt x="431347" y="74836"/>
                  <a:pt x="432127" y="75678"/>
                  <a:pt x="433112" y="76294"/>
                </a:cubicBezTo>
                <a:cubicBezTo>
                  <a:pt x="434098" y="76909"/>
                  <a:pt x="435248" y="77340"/>
                  <a:pt x="436561" y="77587"/>
                </a:cubicBezTo>
                <a:cubicBezTo>
                  <a:pt x="437876" y="77834"/>
                  <a:pt x="439231" y="77958"/>
                  <a:pt x="440627" y="77958"/>
                </a:cubicBezTo>
                <a:cubicBezTo>
                  <a:pt x="444075" y="77958"/>
                  <a:pt x="446743" y="77383"/>
                  <a:pt x="448632" y="76234"/>
                </a:cubicBezTo>
                <a:cubicBezTo>
                  <a:pt x="450521" y="75084"/>
                  <a:pt x="451918" y="73708"/>
                  <a:pt x="452821" y="72106"/>
                </a:cubicBezTo>
                <a:cubicBezTo>
                  <a:pt x="453725" y="70505"/>
                  <a:pt x="454279" y="68883"/>
                  <a:pt x="454485" y="67240"/>
                </a:cubicBezTo>
                <a:cubicBezTo>
                  <a:pt x="454690" y="65597"/>
                  <a:pt x="454793" y="64284"/>
                  <a:pt x="454793" y="63299"/>
                </a:cubicBezTo>
                <a:lnTo>
                  <a:pt x="454793" y="56769"/>
                </a:lnTo>
                <a:close/>
                <a:moveTo>
                  <a:pt x="486009" y="0"/>
                </a:moveTo>
                <a:lnTo>
                  <a:pt x="486009" y="87934"/>
                </a:lnTo>
                <a:lnTo>
                  <a:pt x="503501" y="87934"/>
                </a:lnTo>
                <a:lnTo>
                  <a:pt x="503501" y="0"/>
                </a:lnTo>
                <a:lnTo>
                  <a:pt x="486009" y="0"/>
                </a:lnTo>
                <a:close/>
                <a:moveTo>
                  <a:pt x="571737" y="35607"/>
                </a:moveTo>
                <a:lnTo>
                  <a:pt x="571737" y="15037"/>
                </a:lnTo>
                <a:lnTo>
                  <a:pt x="589845" y="15037"/>
                </a:lnTo>
                <a:cubicBezTo>
                  <a:pt x="591569" y="15037"/>
                  <a:pt x="593232" y="15181"/>
                  <a:pt x="594834" y="15469"/>
                </a:cubicBezTo>
                <a:cubicBezTo>
                  <a:pt x="596435" y="15756"/>
                  <a:pt x="597852" y="16269"/>
                  <a:pt x="599083" y="17008"/>
                </a:cubicBezTo>
                <a:cubicBezTo>
                  <a:pt x="600315" y="17746"/>
                  <a:pt x="601301" y="18773"/>
                  <a:pt x="602040" y="20087"/>
                </a:cubicBezTo>
                <a:cubicBezTo>
                  <a:pt x="602779" y="21400"/>
                  <a:pt x="603149" y="23084"/>
                  <a:pt x="603149" y="25138"/>
                </a:cubicBezTo>
                <a:cubicBezTo>
                  <a:pt x="603149" y="28833"/>
                  <a:pt x="602040" y="31502"/>
                  <a:pt x="599822" y="33145"/>
                </a:cubicBezTo>
                <a:cubicBezTo>
                  <a:pt x="597605" y="34786"/>
                  <a:pt x="594772" y="35607"/>
                  <a:pt x="591322" y="35607"/>
                </a:cubicBezTo>
                <a:lnTo>
                  <a:pt x="571737" y="35607"/>
                </a:lnTo>
                <a:moveTo>
                  <a:pt x="552398" y="0"/>
                </a:moveTo>
                <a:lnTo>
                  <a:pt x="552398" y="87934"/>
                </a:lnTo>
                <a:lnTo>
                  <a:pt x="595020" y="87934"/>
                </a:lnTo>
                <a:cubicBezTo>
                  <a:pt x="598960" y="87934"/>
                  <a:pt x="602799" y="87442"/>
                  <a:pt x="606536" y="86457"/>
                </a:cubicBezTo>
                <a:cubicBezTo>
                  <a:pt x="610272" y="85472"/>
                  <a:pt x="613598" y="83955"/>
                  <a:pt x="616513" y="81905"/>
                </a:cubicBezTo>
                <a:cubicBezTo>
                  <a:pt x="619429" y="79853"/>
                  <a:pt x="621749" y="77208"/>
                  <a:pt x="623473" y="73967"/>
                </a:cubicBezTo>
                <a:cubicBezTo>
                  <a:pt x="625198" y="70726"/>
                  <a:pt x="626061" y="66889"/>
                  <a:pt x="626061" y="62459"/>
                </a:cubicBezTo>
                <a:cubicBezTo>
                  <a:pt x="626061" y="56961"/>
                  <a:pt x="624726" y="52264"/>
                  <a:pt x="622057" y="48367"/>
                </a:cubicBezTo>
                <a:cubicBezTo>
                  <a:pt x="619388" y="44469"/>
                  <a:pt x="615344" y="41741"/>
                  <a:pt x="609923" y="40182"/>
                </a:cubicBezTo>
                <a:cubicBezTo>
                  <a:pt x="613865" y="38292"/>
                  <a:pt x="616842" y="35868"/>
                  <a:pt x="618853" y="32910"/>
                </a:cubicBezTo>
                <a:cubicBezTo>
                  <a:pt x="620865" y="29951"/>
                  <a:pt x="621871" y="26253"/>
                  <a:pt x="621871" y="21816"/>
                </a:cubicBezTo>
                <a:cubicBezTo>
                  <a:pt x="621871" y="17708"/>
                  <a:pt x="621193" y="14257"/>
                  <a:pt x="619838" y="11464"/>
                </a:cubicBezTo>
                <a:cubicBezTo>
                  <a:pt x="618483" y="8669"/>
                  <a:pt x="616574" y="6430"/>
                  <a:pt x="614111" y="4746"/>
                </a:cubicBezTo>
                <a:cubicBezTo>
                  <a:pt x="611647" y="3061"/>
                  <a:pt x="608690" y="1848"/>
                  <a:pt x="605241" y="1109"/>
                </a:cubicBezTo>
                <a:cubicBezTo>
                  <a:pt x="601792" y="370"/>
                  <a:pt x="597974" y="0"/>
                  <a:pt x="593787" y="0"/>
                </a:cubicBezTo>
                <a:lnTo>
                  <a:pt x="552398" y="0"/>
                </a:lnTo>
                <a:moveTo>
                  <a:pt x="571737" y="72898"/>
                </a:moveTo>
                <a:lnTo>
                  <a:pt x="571737" y="48839"/>
                </a:lnTo>
                <a:lnTo>
                  <a:pt x="592802" y="48839"/>
                </a:lnTo>
                <a:cubicBezTo>
                  <a:pt x="596989" y="48839"/>
                  <a:pt x="600356" y="49801"/>
                  <a:pt x="602901" y="51724"/>
                </a:cubicBezTo>
                <a:cubicBezTo>
                  <a:pt x="605447" y="53646"/>
                  <a:pt x="606720" y="56858"/>
                  <a:pt x="606720" y="61359"/>
                </a:cubicBezTo>
                <a:cubicBezTo>
                  <a:pt x="606720" y="63651"/>
                  <a:pt x="606330" y="65534"/>
                  <a:pt x="605549" y="67007"/>
                </a:cubicBezTo>
                <a:cubicBezTo>
                  <a:pt x="604770" y="68479"/>
                  <a:pt x="603723" y="69645"/>
                  <a:pt x="602408" y="70505"/>
                </a:cubicBezTo>
                <a:cubicBezTo>
                  <a:pt x="601095" y="71363"/>
                  <a:pt x="599576" y="71977"/>
                  <a:pt x="597850" y="72345"/>
                </a:cubicBezTo>
                <a:cubicBezTo>
                  <a:pt x="596126" y="72714"/>
                  <a:pt x="594320" y="72898"/>
                  <a:pt x="592431" y="72898"/>
                </a:cubicBezTo>
                <a:lnTo>
                  <a:pt x="571737" y="72898"/>
                </a:lnTo>
                <a:close/>
                <a:moveTo>
                  <a:pt x="696749" y="87867"/>
                </a:moveTo>
                <a:lnTo>
                  <a:pt x="696749" y="24299"/>
                </a:lnTo>
                <a:lnTo>
                  <a:pt x="679257" y="24299"/>
                </a:lnTo>
                <a:lnTo>
                  <a:pt x="679257" y="57600"/>
                </a:lnTo>
                <a:cubicBezTo>
                  <a:pt x="679257" y="64071"/>
                  <a:pt x="678190" y="68719"/>
                  <a:pt x="676055" y="71546"/>
                </a:cubicBezTo>
                <a:cubicBezTo>
                  <a:pt x="673919" y="74372"/>
                  <a:pt x="670470" y="75785"/>
                  <a:pt x="665707" y="75785"/>
                </a:cubicBezTo>
                <a:cubicBezTo>
                  <a:pt x="661518" y="75785"/>
                  <a:pt x="658603" y="74495"/>
                  <a:pt x="656960" y="71915"/>
                </a:cubicBezTo>
                <a:cubicBezTo>
                  <a:pt x="655318" y="69333"/>
                  <a:pt x="654498" y="65421"/>
                  <a:pt x="654498" y="60179"/>
                </a:cubicBezTo>
                <a:lnTo>
                  <a:pt x="654498" y="24299"/>
                </a:lnTo>
                <a:lnTo>
                  <a:pt x="637006" y="24299"/>
                </a:lnTo>
                <a:lnTo>
                  <a:pt x="637006" y="63419"/>
                </a:lnTo>
                <a:cubicBezTo>
                  <a:pt x="637006" y="67355"/>
                  <a:pt x="637355" y="70943"/>
                  <a:pt x="638053" y="74183"/>
                </a:cubicBezTo>
                <a:cubicBezTo>
                  <a:pt x="638751" y="77423"/>
                  <a:pt x="639962" y="80170"/>
                  <a:pt x="641686" y="82425"/>
                </a:cubicBezTo>
                <a:cubicBezTo>
                  <a:pt x="643412" y="84681"/>
                  <a:pt x="645773" y="86424"/>
                  <a:pt x="648771" y="87654"/>
                </a:cubicBezTo>
                <a:cubicBezTo>
                  <a:pt x="651768" y="88884"/>
                  <a:pt x="655607" y="89498"/>
                  <a:pt x="660289" y="89498"/>
                </a:cubicBezTo>
                <a:cubicBezTo>
                  <a:pt x="663984" y="89498"/>
                  <a:pt x="667597" y="88675"/>
                  <a:pt x="671128" y="87028"/>
                </a:cubicBezTo>
                <a:cubicBezTo>
                  <a:pt x="674659" y="85381"/>
                  <a:pt x="677533" y="82704"/>
                  <a:pt x="679750" y="78997"/>
                </a:cubicBezTo>
                <a:lnTo>
                  <a:pt x="680120" y="78997"/>
                </a:lnTo>
                <a:lnTo>
                  <a:pt x="680120" y="87867"/>
                </a:lnTo>
                <a:lnTo>
                  <a:pt x="696749" y="87867"/>
                </a:lnTo>
                <a:close/>
                <a:moveTo>
                  <a:pt x="739377" y="72898"/>
                </a:moveTo>
                <a:cubicBezTo>
                  <a:pt x="736667" y="72898"/>
                  <a:pt x="734408" y="72323"/>
                  <a:pt x="732601" y="71174"/>
                </a:cubicBezTo>
                <a:cubicBezTo>
                  <a:pt x="730794" y="70025"/>
                  <a:pt x="729336" y="68548"/>
                  <a:pt x="728227" y="66744"/>
                </a:cubicBezTo>
                <a:cubicBezTo>
                  <a:pt x="727119" y="64938"/>
                  <a:pt x="726339" y="62908"/>
                  <a:pt x="725887" y="60652"/>
                </a:cubicBezTo>
                <a:cubicBezTo>
                  <a:pt x="725436" y="58396"/>
                  <a:pt x="725210" y="56118"/>
                  <a:pt x="725210" y="53820"/>
                </a:cubicBezTo>
                <a:cubicBezTo>
                  <a:pt x="725210" y="51440"/>
                  <a:pt x="725477" y="49164"/>
                  <a:pt x="726011" y="46990"/>
                </a:cubicBezTo>
                <a:cubicBezTo>
                  <a:pt x="726545" y="44814"/>
                  <a:pt x="727407" y="42886"/>
                  <a:pt x="728597" y="41204"/>
                </a:cubicBezTo>
                <a:cubicBezTo>
                  <a:pt x="729789" y="39523"/>
                  <a:pt x="731268" y="38189"/>
                  <a:pt x="733033" y="37204"/>
                </a:cubicBezTo>
                <a:cubicBezTo>
                  <a:pt x="734799" y="36220"/>
                  <a:pt x="736913" y="35727"/>
                  <a:pt x="739377" y="35727"/>
                </a:cubicBezTo>
                <a:cubicBezTo>
                  <a:pt x="742251" y="35727"/>
                  <a:pt x="744633" y="36261"/>
                  <a:pt x="746521" y="37329"/>
                </a:cubicBezTo>
                <a:cubicBezTo>
                  <a:pt x="748410" y="38395"/>
                  <a:pt x="749929" y="39831"/>
                  <a:pt x="751079" y="41637"/>
                </a:cubicBezTo>
                <a:cubicBezTo>
                  <a:pt x="752229" y="43441"/>
                  <a:pt x="753051" y="45512"/>
                  <a:pt x="753543" y="47850"/>
                </a:cubicBezTo>
                <a:cubicBezTo>
                  <a:pt x="754036" y="50189"/>
                  <a:pt x="754282" y="52671"/>
                  <a:pt x="754282" y="55297"/>
                </a:cubicBezTo>
                <a:cubicBezTo>
                  <a:pt x="754282" y="57594"/>
                  <a:pt x="753974" y="59789"/>
                  <a:pt x="753357" y="61882"/>
                </a:cubicBezTo>
                <a:cubicBezTo>
                  <a:pt x="752742" y="63974"/>
                  <a:pt x="751818" y="65841"/>
                  <a:pt x="750587" y="67483"/>
                </a:cubicBezTo>
                <a:cubicBezTo>
                  <a:pt x="749355" y="69123"/>
                  <a:pt x="747794" y="70436"/>
                  <a:pt x="745905" y="71420"/>
                </a:cubicBezTo>
                <a:cubicBezTo>
                  <a:pt x="744016" y="72405"/>
                  <a:pt x="741840" y="72898"/>
                  <a:pt x="739377" y="72898"/>
                </a:cubicBezTo>
                <a:moveTo>
                  <a:pt x="770911" y="83897"/>
                </a:moveTo>
                <a:lnTo>
                  <a:pt x="770911" y="24260"/>
                </a:lnTo>
                <a:lnTo>
                  <a:pt x="754282" y="24260"/>
                </a:lnTo>
                <a:lnTo>
                  <a:pt x="754282" y="32759"/>
                </a:lnTo>
                <a:lnTo>
                  <a:pt x="754036" y="32759"/>
                </a:lnTo>
                <a:cubicBezTo>
                  <a:pt x="751901" y="29049"/>
                  <a:pt x="749252" y="26411"/>
                  <a:pt x="746091" y="24844"/>
                </a:cubicBezTo>
                <a:cubicBezTo>
                  <a:pt x="742929" y="23278"/>
                  <a:pt x="739254" y="22495"/>
                  <a:pt x="735065" y="22495"/>
                </a:cubicBezTo>
                <a:cubicBezTo>
                  <a:pt x="730631" y="22495"/>
                  <a:pt x="726709" y="23358"/>
                  <a:pt x="723301" y="25085"/>
                </a:cubicBezTo>
                <a:cubicBezTo>
                  <a:pt x="719894" y="26812"/>
                  <a:pt x="717041" y="29134"/>
                  <a:pt x="714741" y="32053"/>
                </a:cubicBezTo>
                <a:cubicBezTo>
                  <a:pt x="712442" y="34971"/>
                  <a:pt x="710696" y="38342"/>
                  <a:pt x="709505" y="42165"/>
                </a:cubicBezTo>
                <a:cubicBezTo>
                  <a:pt x="708314" y="45988"/>
                  <a:pt x="707719" y="49955"/>
                  <a:pt x="707719" y="54066"/>
                </a:cubicBezTo>
                <a:cubicBezTo>
                  <a:pt x="707719" y="58423"/>
                  <a:pt x="708232" y="62554"/>
                  <a:pt x="709258" y="66460"/>
                </a:cubicBezTo>
                <a:cubicBezTo>
                  <a:pt x="710285" y="70365"/>
                  <a:pt x="711906" y="73777"/>
                  <a:pt x="714123" y="76696"/>
                </a:cubicBezTo>
                <a:cubicBezTo>
                  <a:pt x="716341" y="79615"/>
                  <a:pt x="719174" y="81917"/>
                  <a:pt x="722624" y="83602"/>
                </a:cubicBezTo>
                <a:cubicBezTo>
                  <a:pt x="726074" y="85287"/>
                  <a:pt x="730180" y="86130"/>
                  <a:pt x="734943" y="86130"/>
                </a:cubicBezTo>
                <a:cubicBezTo>
                  <a:pt x="738802" y="86130"/>
                  <a:pt x="742477" y="85326"/>
                  <a:pt x="745967" y="83719"/>
                </a:cubicBezTo>
                <a:cubicBezTo>
                  <a:pt x="749458" y="82111"/>
                  <a:pt x="752147" y="79617"/>
                  <a:pt x="754036" y="76236"/>
                </a:cubicBezTo>
                <a:lnTo>
                  <a:pt x="754282" y="76236"/>
                </a:lnTo>
                <a:lnTo>
                  <a:pt x="754282" y="84636"/>
                </a:lnTo>
                <a:cubicBezTo>
                  <a:pt x="754365" y="89166"/>
                  <a:pt x="753276" y="92913"/>
                  <a:pt x="751017" y="95878"/>
                </a:cubicBezTo>
                <a:cubicBezTo>
                  <a:pt x="748759" y="98842"/>
                  <a:pt x="745167" y="100325"/>
                  <a:pt x="740240" y="100325"/>
                </a:cubicBezTo>
                <a:cubicBezTo>
                  <a:pt x="737119" y="100325"/>
                  <a:pt x="734368" y="99686"/>
                  <a:pt x="731986" y="98407"/>
                </a:cubicBezTo>
                <a:cubicBezTo>
                  <a:pt x="729604" y="97129"/>
                  <a:pt x="728003" y="94841"/>
                  <a:pt x="727182" y="91543"/>
                </a:cubicBezTo>
                <a:lnTo>
                  <a:pt x="709813" y="91543"/>
                </a:lnTo>
                <a:cubicBezTo>
                  <a:pt x="710060" y="95157"/>
                  <a:pt x="711066" y="98257"/>
                  <a:pt x="712832" y="100843"/>
                </a:cubicBezTo>
                <a:cubicBezTo>
                  <a:pt x="714597" y="103431"/>
                  <a:pt x="716814" y="105546"/>
                  <a:pt x="719483" y="107189"/>
                </a:cubicBezTo>
                <a:cubicBezTo>
                  <a:pt x="722152" y="108832"/>
                  <a:pt x="725108" y="110043"/>
                  <a:pt x="728351" y="110822"/>
                </a:cubicBezTo>
                <a:cubicBezTo>
                  <a:pt x="731595" y="111603"/>
                  <a:pt x="734778" y="111993"/>
                  <a:pt x="737900" y="111993"/>
                </a:cubicBezTo>
                <a:cubicBezTo>
                  <a:pt x="745207" y="111993"/>
                  <a:pt x="751037" y="111007"/>
                  <a:pt x="755389" y="109035"/>
                </a:cubicBezTo>
                <a:cubicBezTo>
                  <a:pt x="759742" y="107064"/>
                  <a:pt x="763068" y="104661"/>
                  <a:pt x="765368" y="101826"/>
                </a:cubicBezTo>
                <a:cubicBezTo>
                  <a:pt x="767667" y="98992"/>
                  <a:pt x="769166" y="95932"/>
                  <a:pt x="769864" y="92647"/>
                </a:cubicBezTo>
                <a:cubicBezTo>
                  <a:pt x="770562" y="89361"/>
                  <a:pt x="770911" y="86445"/>
                  <a:pt x="770911" y="83897"/>
                </a:cubicBezTo>
                <a:close/>
                <a:moveTo>
                  <a:pt x="798220" y="67244"/>
                </a:moveTo>
                <a:lnTo>
                  <a:pt x="781592" y="67244"/>
                </a:lnTo>
                <a:cubicBezTo>
                  <a:pt x="781756" y="71507"/>
                  <a:pt x="782721" y="75052"/>
                  <a:pt x="784486" y="77881"/>
                </a:cubicBezTo>
                <a:cubicBezTo>
                  <a:pt x="786252" y="80707"/>
                  <a:pt x="788510" y="82982"/>
                  <a:pt x="791260" y="84703"/>
                </a:cubicBezTo>
                <a:cubicBezTo>
                  <a:pt x="794012" y="86425"/>
                  <a:pt x="797153" y="87654"/>
                  <a:pt x="800684" y="88391"/>
                </a:cubicBezTo>
                <a:cubicBezTo>
                  <a:pt x="804216" y="89129"/>
                  <a:pt x="807829" y="89498"/>
                  <a:pt x="811524" y="89498"/>
                </a:cubicBezTo>
                <a:cubicBezTo>
                  <a:pt x="815137" y="89498"/>
                  <a:pt x="818688" y="89149"/>
                  <a:pt x="822177" y="88449"/>
                </a:cubicBezTo>
                <a:cubicBezTo>
                  <a:pt x="825668" y="87751"/>
                  <a:pt x="828769" y="86540"/>
                  <a:pt x="831478" y="84814"/>
                </a:cubicBezTo>
                <a:cubicBezTo>
                  <a:pt x="834188" y="83089"/>
                  <a:pt x="836385" y="80809"/>
                  <a:pt x="838067" y="77975"/>
                </a:cubicBezTo>
                <a:cubicBezTo>
                  <a:pt x="839752" y="75140"/>
                  <a:pt x="840594" y="71628"/>
                  <a:pt x="840594" y="67438"/>
                </a:cubicBezTo>
                <a:cubicBezTo>
                  <a:pt x="840594" y="64480"/>
                  <a:pt x="840018" y="61996"/>
                  <a:pt x="838868" y="59983"/>
                </a:cubicBezTo>
                <a:cubicBezTo>
                  <a:pt x="837719" y="57969"/>
                  <a:pt x="836200" y="56285"/>
                  <a:pt x="834310" y="54929"/>
                </a:cubicBezTo>
                <a:cubicBezTo>
                  <a:pt x="832422" y="53573"/>
                  <a:pt x="830267" y="52485"/>
                  <a:pt x="827844" y="51664"/>
                </a:cubicBezTo>
                <a:cubicBezTo>
                  <a:pt x="825422" y="50842"/>
                  <a:pt x="822938" y="50144"/>
                  <a:pt x="820392" y="49568"/>
                </a:cubicBezTo>
                <a:cubicBezTo>
                  <a:pt x="817928" y="48993"/>
                  <a:pt x="815506" y="48459"/>
                  <a:pt x="813124" y="47967"/>
                </a:cubicBezTo>
                <a:cubicBezTo>
                  <a:pt x="810743" y="47473"/>
                  <a:pt x="808628" y="46919"/>
                  <a:pt x="806780" y="46304"/>
                </a:cubicBezTo>
                <a:cubicBezTo>
                  <a:pt x="804933" y="45687"/>
                  <a:pt x="803434" y="44886"/>
                  <a:pt x="802284" y="43900"/>
                </a:cubicBezTo>
                <a:cubicBezTo>
                  <a:pt x="801135" y="42913"/>
                  <a:pt x="800560" y="41640"/>
                  <a:pt x="800560" y="40078"/>
                </a:cubicBezTo>
                <a:cubicBezTo>
                  <a:pt x="800560" y="38764"/>
                  <a:pt x="800889" y="37716"/>
                  <a:pt x="801545" y="36936"/>
                </a:cubicBezTo>
                <a:cubicBezTo>
                  <a:pt x="802203" y="36155"/>
                  <a:pt x="803004" y="35560"/>
                  <a:pt x="803947" y="35150"/>
                </a:cubicBezTo>
                <a:cubicBezTo>
                  <a:pt x="804892" y="34739"/>
                  <a:pt x="805939" y="34472"/>
                  <a:pt x="807088" y="34349"/>
                </a:cubicBezTo>
                <a:cubicBezTo>
                  <a:pt x="808238" y="34225"/>
                  <a:pt x="809306" y="34163"/>
                  <a:pt x="810291" y="34163"/>
                </a:cubicBezTo>
                <a:cubicBezTo>
                  <a:pt x="813411" y="34163"/>
                  <a:pt x="816121" y="34762"/>
                  <a:pt x="818420" y="35958"/>
                </a:cubicBezTo>
                <a:cubicBezTo>
                  <a:pt x="820720" y="37154"/>
                  <a:pt x="821993" y="39442"/>
                  <a:pt x="822240" y="42824"/>
                </a:cubicBezTo>
                <a:lnTo>
                  <a:pt x="838870" y="42824"/>
                </a:lnTo>
                <a:cubicBezTo>
                  <a:pt x="838542" y="38882"/>
                  <a:pt x="837536" y="35617"/>
                  <a:pt x="835851" y="33030"/>
                </a:cubicBezTo>
                <a:cubicBezTo>
                  <a:pt x="834169" y="30442"/>
                  <a:pt x="832054" y="28369"/>
                  <a:pt x="829508" y="26809"/>
                </a:cubicBezTo>
                <a:cubicBezTo>
                  <a:pt x="826963" y="25247"/>
                  <a:pt x="824068" y="24138"/>
                  <a:pt x="820824" y="23482"/>
                </a:cubicBezTo>
                <a:cubicBezTo>
                  <a:pt x="817580" y="22824"/>
                  <a:pt x="814234" y="22495"/>
                  <a:pt x="810785" y="22495"/>
                </a:cubicBezTo>
                <a:cubicBezTo>
                  <a:pt x="807336" y="22495"/>
                  <a:pt x="803968" y="22803"/>
                  <a:pt x="800683" y="23420"/>
                </a:cubicBezTo>
                <a:cubicBezTo>
                  <a:pt x="797398" y="24035"/>
                  <a:pt x="794442" y="25102"/>
                  <a:pt x="791815" y="26622"/>
                </a:cubicBezTo>
                <a:cubicBezTo>
                  <a:pt x="789187" y="28142"/>
                  <a:pt x="787072" y="30217"/>
                  <a:pt x="785471" y="32846"/>
                </a:cubicBezTo>
                <a:cubicBezTo>
                  <a:pt x="783870" y="35475"/>
                  <a:pt x="783069" y="38843"/>
                  <a:pt x="783069" y="42952"/>
                </a:cubicBezTo>
                <a:cubicBezTo>
                  <a:pt x="783069" y="45745"/>
                  <a:pt x="783644" y="48107"/>
                  <a:pt x="784793" y="50038"/>
                </a:cubicBezTo>
                <a:cubicBezTo>
                  <a:pt x="785943" y="51968"/>
                  <a:pt x="787462" y="53570"/>
                  <a:pt x="789351" y="54844"/>
                </a:cubicBezTo>
                <a:cubicBezTo>
                  <a:pt x="791240" y="56117"/>
                  <a:pt x="793396" y="57144"/>
                  <a:pt x="795818" y="57925"/>
                </a:cubicBezTo>
                <a:cubicBezTo>
                  <a:pt x="798240" y="58706"/>
                  <a:pt x="800725" y="59384"/>
                  <a:pt x="803271" y="59959"/>
                </a:cubicBezTo>
                <a:cubicBezTo>
                  <a:pt x="809511" y="61273"/>
                  <a:pt x="814376" y="62588"/>
                  <a:pt x="817866" y="63902"/>
                </a:cubicBezTo>
                <a:cubicBezTo>
                  <a:pt x="821357" y="65217"/>
                  <a:pt x="823102" y="67188"/>
                  <a:pt x="823102" y="69817"/>
                </a:cubicBezTo>
                <a:cubicBezTo>
                  <a:pt x="823102" y="71377"/>
                  <a:pt x="822733" y="72671"/>
                  <a:pt x="821993" y="73698"/>
                </a:cubicBezTo>
                <a:cubicBezTo>
                  <a:pt x="821254" y="74726"/>
                  <a:pt x="820330" y="75548"/>
                  <a:pt x="819221" y="76164"/>
                </a:cubicBezTo>
                <a:cubicBezTo>
                  <a:pt x="818113" y="76780"/>
                  <a:pt x="816881" y="77231"/>
                  <a:pt x="815526" y="77520"/>
                </a:cubicBezTo>
                <a:cubicBezTo>
                  <a:pt x="814171" y="77807"/>
                  <a:pt x="812878" y="77950"/>
                  <a:pt x="811646" y="77950"/>
                </a:cubicBezTo>
                <a:cubicBezTo>
                  <a:pt x="809922" y="77950"/>
                  <a:pt x="808259" y="77745"/>
                  <a:pt x="806658" y="77335"/>
                </a:cubicBezTo>
                <a:cubicBezTo>
                  <a:pt x="805056" y="76924"/>
                  <a:pt x="803640" y="76289"/>
                  <a:pt x="802408" y="75428"/>
                </a:cubicBezTo>
                <a:cubicBezTo>
                  <a:pt x="801176" y="74566"/>
                  <a:pt x="800170" y="73458"/>
                  <a:pt x="799389" y="72105"/>
                </a:cubicBezTo>
                <a:cubicBezTo>
                  <a:pt x="798610" y="70751"/>
                  <a:pt x="798220" y="69131"/>
                  <a:pt x="798220" y="672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5984d98b442a3"/>
          <a:stretch xmlns:a="http://schemas.openxmlformats.org/drawingml/2006/main"/>
        </p:blipFill>
        <p:spPr>
          <a:xfrm xmlns:a="http://schemas.openxmlformats.org/drawingml/2006/main">
            <a:off x="10361737" y="3280720"/>
            <a:ext cx="3436830" cy="1808594"/>
          </a:xfrm>
          <a:prstGeom xmlns:a="http://schemas.openxmlformats.org/drawingml/2006/main" prst="rect">
            <a:avLst/>
          </a:prstGeom>
        </p:spPr>
      </p:pic>
      <p:sp>
        <p:nvSpPr>
          <p:cNvPr id="208" name="Text Inconsistencies?">
            <a:extLst xmlns:a="http://schemas.openxmlformats.org/drawingml/2006/main">
              <a:ext uri="{FF2B5EF4-FFF2-40B4-BE49-F238E27FC236}">
                <a16:creationId xmlns:a16="http://schemas.microsoft.com/office/drawing/2014/main" id="{BD67DE73-9CB2-44EC-8AE2-A867AB50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4035" y="3406532"/>
            <a:ext cx="1127674" cy="102555"/>
          </a:xfrm>
          <a:custGeom xmlns:a="http://schemas.openxmlformats.org/drawingml/2006/main">
            <a:pathLst>
              <a:path w="1127674" h="102555">
                <a:moveTo>
                  <a:pt x="0" y="2360"/>
                </a:moveTo>
                <a:lnTo>
                  <a:pt x="0" y="100672"/>
                </a:lnTo>
                <a:lnTo>
                  <a:pt x="21621" y="100672"/>
                </a:lnTo>
                <a:lnTo>
                  <a:pt x="21621" y="2360"/>
                </a:lnTo>
                <a:lnTo>
                  <a:pt x="0" y="2360"/>
                </a:lnTo>
                <a:close/>
                <a:moveTo>
                  <a:pt x="38485" y="29470"/>
                </a:moveTo>
                <a:lnTo>
                  <a:pt x="38485" y="100672"/>
                </a:lnTo>
                <a:lnTo>
                  <a:pt x="58041" y="100672"/>
                </a:lnTo>
                <a:lnTo>
                  <a:pt x="58041" y="63355"/>
                </a:lnTo>
                <a:cubicBezTo>
                  <a:pt x="58041" y="56102"/>
                  <a:pt x="59234" y="50893"/>
                  <a:pt x="61621" y="47727"/>
                </a:cubicBezTo>
                <a:cubicBezTo>
                  <a:pt x="64009" y="44559"/>
                  <a:pt x="67865" y="42976"/>
                  <a:pt x="73190" y="42976"/>
                </a:cubicBezTo>
                <a:cubicBezTo>
                  <a:pt x="77873" y="42976"/>
                  <a:pt x="81132" y="44421"/>
                  <a:pt x="82967" y="47313"/>
                </a:cubicBezTo>
                <a:cubicBezTo>
                  <a:pt x="84804" y="50204"/>
                  <a:pt x="85722" y="54588"/>
                  <a:pt x="85722" y="60464"/>
                </a:cubicBezTo>
                <a:lnTo>
                  <a:pt x="85722" y="100672"/>
                </a:lnTo>
                <a:lnTo>
                  <a:pt x="105278" y="100672"/>
                </a:lnTo>
                <a:lnTo>
                  <a:pt x="105278" y="56858"/>
                </a:lnTo>
                <a:cubicBezTo>
                  <a:pt x="105278" y="52449"/>
                  <a:pt x="104888" y="48430"/>
                  <a:pt x="104108" y="44802"/>
                </a:cubicBezTo>
                <a:cubicBezTo>
                  <a:pt x="103327" y="41173"/>
                  <a:pt x="101973" y="38096"/>
                  <a:pt x="100043" y="35570"/>
                </a:cubicBezTo>
                <a:cubicBezTo>
                  <a:pt x="98116" y="33044"/>
                  <a:pt x="95476" y="31070"/>
                  <a:pt x="92125" y="29647"/>
                </a:cubicBezTo>
                <a:cubicBezTo>
                  <a:pt x="88774" y="28222"/>
                  <a:pt x="84482" y="27509"/>
                  <a:pt x="79248" y="27509"/>
                </a:cubicBezTo>
                <a:cubicBezTo>
                  <a:pt x="75117" y="27509"/>
                  <a:pt x="71077" y="28453"/>
                  <a:pt x="67129" y="30340"/>
                </a:cubicBezTo>
                <a:cubicBezTo>
                  <a:pt x="63181" y="32227"/>
                  <a:pt x="59968" y="35242"/>
                  <a:pt x="57490" y="39384"/>
                </a:cubicBezTo>
                <a:lnTo>
                  <a:pt x="57076" y="39384"/>
                </a:lnTo>
                <a:lnTo>
                  <a:pt x="57076" y="29470"/>
                </a:lnTo>
                <a:lnTo>
                  <a:pt x="38485" y="29470"/>
                </a:lnTo>
                <a:close/>
                <a:moveTo>
                  <a:pt x="168827" y="54542"/>
                </a:moveTo>
                <a:lnTo>
                  <a:pt x="187968" y="54542"/>
                </a:lnTo>
                <a:cubicBezTo>
                  <a:pt x="187694" y="49944"/>
                  <a:pt x="186592" y="45967"/>
                  <a:pt x="184663" y="42612"/>
                </a:cubicBezTo>
                <a:cubicBezTo>
                  <a:pt x="182735" y="39256"/>
                  <a:pt x="180233" y="36451"/>
                  <a:pt x="177157" y="34198"/>
                </a:cubicBezTo>
                <a:cubicBezTo>
                  <a:pt x="174082" y="31945"/>
                  <a:pt x="170593" y="30268"/>
                  <a:pt x="166692" y="29165"/>
                </a:cubicBezTo>
                <a:cubicBezTo>
                  <a:pt x="162790" y="28061"/>
                  <a:pt x="158727" y="27509"/>
                  <a:pt x="154504" y="27509"/>
                </a:cubicBezTo>
                <a:cubicBezTo>
                  <a:pt x="148719" y="27509"/>
                  <a:pt x="143577" y="28475"/>
                  <a:pt x="139077" y="30407"/>
                </a:cubicBezTo>
                <a:cubicBezTo>
                  <a:pt x="134579" y="32338"/>
                  <a:pt x="130769" y="35027"/>
                  <a:pt x="127648" y="38477"/>
                </a:cubicBezTo>
                <a:cubicBezTo>
                  <a:pt x="124527" y="41926"/>
                  <a:pt x="122162" y="46019"/>
                  <a:pt x="120556" y="50755"/>
                </a:cubicBezTo>
                <a:cubicBezTo>
                  <a:pt x="118949" y="55490"/>
                  <a:pt x="118145" y="60617"/>
                  <a:pt x="118145" y="66135"/>
                </a:cubicBezTo>
                <a:cubicBezTo>
                  <a:pt x="118145" y="71470"/>
                  <a:pt x="119017" y="76368"/>
                  <a:pt x="120761" y="80828"/>
                </a:cubicBezTo>
                <a:cubicBezTo>
                  <a:pt x="122506" y="85287"/>
                  <a:pt x="124938" y="89127"/>
                  <a:pt x="128060" y="92346"/>
                </a:cubicBezTo>
                <a:cubicBezTo>
                  <a:pt x="131182" y="95565"/>
                  <a:pt x="134970" y="98072"/>
                  <a:pt x="139422" y="99865"/>
                </a:cubicBezTo>
                <a:cubicBezTo>
                  <a:pt x="143875" y="101658"/>
                  <a:pt x="148765" y="102555"/>
                  <a:pt x="154090" y="102555"/>
                </a:cubicBezTo>
                <a:cubicBezTo>
                  <a:pt x="163546" y="102555"/>
                  <a:pt x="171304" y="100066"/>
                  <a:pt x="177363" y="95088"/>
                </a:cubicBezTo>
                <a:cubicBezTo>
                  <a:pt x="183423" y="90109"/>
                  <a:pt x="187096" y="82892"/>
                  <a:pt x="188382" y="73435"/>
                </a:cubicBezTo>
                <a:lnTo>
                  <a:pt x="169514" y="73435"/>
                </a:lnTo>
                <a:cubicBezTo>
                  <a:pt x="168872" y="77843"/>
                  <a:pt x="167289" y="81355"/>
                  <a:pt x="164763" y="83972"/>
                </a:cubicBezTo>
                <a:cubicBezTo>
                  <a:pt x="162238" y="86587"/>
                  <a:pt x="158635" y="87895"/>
                  <a:pt x="153953" y="87895"/>
                </a:cubicBezTo>
                <a:cubicBezTo>
                  <a:pt x="150923" y="87895"/>
                  <a:pt x="148351" y="87207"/>
                  <a:pt x="146239" y="85829"/>
                </a:cubicBezTo>
                <a:cubicBezTo>
                  <a:pt x="144128" y="84452"/>
                  <a:pt x="142452" y="82685"/>
                  <a:pt x="141212" y="80528"/>
                </a:cubicBezTo>
                <a:cubicBezTo>
                  <a:pt x="139974" y="78369"/>
                  <a:pt x="139079" y="75958"/>
                  <a:pt x="138527" y="73295"/>
                </a:cubicBezTo>
                <a:cubicBezTo>
                  <a:pt x="137976" y="70631"/>
                  <a:pt x="137701" y="68015"/>
                  <a:pt x="137701" y="65444"/>
                </a:cubicBezTo>
                <a:cubicBezTo>
                  <a:pt x="137701" y="62781"/>
                  <a:pt x="137976" y="60095"/>
                  <a:pt x="138527" y="57387"/>
                </a:cubicBezTo>
                <a:cubicBezTo>
                  <a:pt x="139079" y="54678"/>
                  <a:pt x="140020" y="52198"/>
                  <a:pt x="141351" y="49948"/>
                </a:cubicBezTo>
                <a:cubicBezTo>
                  <a:pt x="142682" y="47698"/>
                  <a:pt x="144403" y="45862"/>
                  <a:pt x="146514" y="44438"/>
                </a:cubicBezTo>
                <a:cubicBezTo>
                  <a:pt x="148627" y="43015"/>
                  <a:pt x="151244" y="42303"/>
                  <a:pt x="154365" y="42303"/>
                </a:cubicBezTo>
                <a:cubicBezTo>
                  <a:pt x="162720" y="42303"/>
                  <a:pt x="167541" y="46383"/>
                  <a:pt x="168827" y="54542"/>
                </a:cubicBezTo>
                <a:close/>
                <a:moveTo>
                  <a:pt x="216506" y="65169"/>
                </a:moveTo>
                <a:cubicBezTo>
                  <a:pt x="216506" y="62322"/>
                  <a:pt x="216781" y="59521"/>
                  <a:pt x="217332" y="56767"/>
                </a:cubicBezTo>
                <a:cubicBezTo>
                  <a:pt x="217882" y="54012"/>
                  <a:pt x="218823" y="51578"/>
                  <a:pt x="220154" y="49467"/>
                </a:cubicBezTo>
                <a:cubicBezTo>
                  <a:pt x="221486" y="47354"/>
                  <a:pt x="223254" y="45633"/>
                  <a:pt x="225458" y="44302"/>
                </a:cubicBezTo>
                <a:cubicBezTo>
                  <a:pt x="227661" y="42969"/>
                  <a:pt x="230416" y="42303"/>
                  <a:pt x="233721" y="42303"/>
                </a:cubicBezTo>
                <a:cubicBezTo>
                  <a:pt x="237027" y="42303"/>
                  <a:pt x="239804" y="42969"/>
                  <a:pt x="242053" y="44302"/>
                </a:cubicBezTo>
                <a:cubicBezTo>
                  <a:pt x="244302" y="45633"/>
                  <a:pt x="246093" y="47354"/>
                  <a:pt x="247424" y="49467"/>
                </a:cubicBezTo>
                <a:cubicBezTo>
                  <a:pt x="248756" y="51578"/>
                  <a:pt x="249697" y="54012"/>
                  <a:pt x="250248" y="56767"/>
                </a:cubicBezTo>
                <a:cubicBezTo>
                  <a:pt x="250799" y="59521"/>
                  <a:pt x="251074" y="62322"/>
                  <a:pt x="251074" y="65169"/>
                </a:cubicBezTo>
                <a:cubicBezTo>
                  <a:pt x="251074" y="68015"/>
                  <a:pt x="250799" y="70793"/>
                  <a:pt x="250248" y="73503"/>
                </a:cubicBezTo>
                <a:cubicBezTo>
                  <a:pt x="249697" y="76211"/>
                  <a:pt x="248756" y="78644"/>
                  <a:pt x="247424" y="80803"/>
                </a:cubicBezTo>
                <a:cubicBezTo>
                  <a:pt x="246093" y="82960"/>
                  <a:pt x="244302" y="84682"/>
                  <a:pt x="242053" y="85968"/>
                </a:cubicBezTo>
                <a:cubicBezTo>
                  <a:pt x="239804" y="87253"/>
                  <a:pt x="237027" y="87895"/>
                  <a:pt x="233721" y="87895"/>
                </a:cubicBezTo>
                <a:cubicBezTo>
                  <a:pt x="230416" y="87895"/>
                  <a:pt x="227661" y="87253"/>
                  <a:pt x="225458" y="85968"/>
                </a:cubicBezTo>
                <a:cubicBezTo>
                  <a:pt x="223254" y="84682"/>
                  <a:pt x="221486" y="82960"/>
                  <a:pt x="220154" y="80803"/>
                </a:cubicBezTo>
                <a:cubicBezTo>
                  <a:pt x="218823" y="78644"/>
                  <a:pt x="217882" y="76211"/>
                  <a:pt x="217332" y="73503"/>
                </a:cubicBezTo>
                <a:cubicBezTo>
                  <a:pt x="216781" y="70793"/>
                  <a:pt x="216506" y="68015"/>
                  <a:pt x="216506" y="65169"/>
                </a:cubicBezTo>
                <a:moveTo>
                  <a:pt x="196950" y="65171"/>
                </a:moveTo>
                <a:cubicBezTo>
                  <a:pt x="196950" y="70872"/>
                  <a:pt x="197822" y="76022"/>
                  <a:pt x="199566" y="80620"/>
                </a:cubicBezTo>
                <a:cubicBezTo>
                  <a:pt x="201311" y="85218"/>
                  <a:pt x="203790" y="89150"/>
                  <a:pt x="207003" y="92415"/>
                </a:cubicBezTo>
                <a:cubicBezTo>
                  <a:pt x="210217" y="95679"/>
                  <a:pt x="214073" y="98186"/>
                  <a:pt x="218572" y="99934"/>
                </a:cubicBezTo>
                <a:cubicBezTo>
                  <a:pt x="223071" y="101681"/>
                  <a:pt x="228121" y="102555"/>
                  <a:pt x="233721" y="102555"/>
                </a:cubicBezTo>
                <a:cubicBezTo>
                  <a:pt x="239321" y="102555"/>
                  <a:pt x="244394" y="101681"/>
                  <a:pt x="248939" y="99934"/>
                </a:cubicBezTo>
                <a:cubicBezTo>
                  <a:pt x="253483" y="98186"/>
                  <a:pt x="257363" y="95679"/>
                  <a:pt x="260576" y="92415"/>
                </a:cubicBezTo>
                <a:cubicBezTo>
                  <a:pt x="263790" y="89150"/>
                  <a:pt x="266269" y="85218"/>
                  <a:pt x="268013" y="80620"/>
                </a:cubicBezTo>
                <a:cubicBezTo>
                  <a:pt x="269757" y="76022"/>
                  <a:pt x="270629" y="70872"/>
                  <a:pt x="270629" y="65171"/>
                </a:cubicBezTo>
                <a:cubicBezTo>
                  <a:pt x="270629" y="59469"/>
                  <a:pt x="269757" y="54296"/>
                  <a:pt x="268013" y="49652"/>
                </a:cubicBezTo>
                <a:cubicBezTo>
                  <a:pt x="266269" y="45006"/>
                  <a:pt x="263790" y="41052"/>
                  <a:pt x="260576" y="37787"/>
                </a:cubicBezTo>
                <a:cubicBezTo>
                  <a:pt x="257363" y="34522"/>
                  <a:pt x="253483" y="31992"/>
                  <a:pt x="248939" y="30199"/>
                </a:cubicBezTo>
                <a:cubicBezTo>
                  <a:pt x="244394" y="28406"/>
                  <a:pt x="239321" y="27509"/>
                  <a:pt x="233721" y="27509"/>
                </a:cubicBezTo>
                <a:cubicBezTo>
                  <a:pt x="228121" y="27509"/>
                  <a:pt x="223071" y="28406"/>
                  <a:pt x="218572" y="30199"/>
                </a:cubicBezTo>
                <a:cubicBezTo>
                  <a:pt x="214073" y="31992"/>
                  <a:pt x="210217" y="34522"/>
                  <a:pt x="207003" y="37787"/>
                </a:cubicBezTo>
                <a:cubicBezTo>
                  <a:pt x="203790" y="41052"/>
                  <a:pt x="201311" y="45006"/>
                  <a:pt x="199566" y="49652"/>
                </a:cubicBezTo>
                <a:cubicBezTo>
                  <a:pt x="197822" y="54296"/>
                  <a:pt x="196950" y="59469"/>
                  <a:pt x="196950" y="65171"/>
                </a:cubicBezTo>
                <a:close/>
                <a:moveTo>
                  <a:pt x="283315" y="29470"/>
                </a:moveTo>
                <a:lnTo>
                  <a:pt x="283315" y="100672"/>
                </a:lnTo>
                <a:lnTo>
                  <a:pt x="302871" y="100672"/>
                </a:lnTo>
                <a:lnTo>
                  <a:pt x="302871" y="63355"/>
                </a:lnTo>
                <a:cubicBezTo>
                  <a:pt x="302871" y="56102"/>
                  <a:pt x="304065" y="50893"/>
                  <a:pt x="306452" y="47727"/>
                </a:cubicBezTo>
                <a:cubicBezTo>
                  <a:pt x="308839" y="44559"/>
                  <a:pt x="312695" y="42976"/>
                  <a:pt x="318020" y="42976"/>
                </a:cubicBezTo>
                <a:cubicBezTo>
                  <a:pt x="322703" y="42976"/>
                  <a:pt x="325963" y="44421"/>
                  <a:pt x="327798" y="47313"/>
                </a:cubicBezTo>
                <a:cubicBezTo>
                  <a:pt x="329634" y="50204"/>
                  <a:pt x="330553" y="54588"/>
                  <a:pt x="330553" y="60464"/>
                </a:cubicBezTo>
                <a:lnTo>
                  <a:pt x="330553" y="100672"/>
                </a:lnTo>
                <a:lnTo>
                  <a:pt x="350108" y="100672"/>
                </a:lnTo>
                <a:lnTo>
                  <a:pt x="350108" y="56858"/>
                </a:lnTo>
                <a:cubicBezTo>
                  <a:pt x="350108" y="52449"/>
                  <a:pt x="349718" y="48430"/>
                  <a:pt x="348938" y="44802"/>
                </a:cubicBezTo>
                <a:cubicBezTo>
                  <a:pt x="348158" y="41173"/>
                  <a:pt x="346803" y="38096"/>
                  <a:pt x="344874" y="35570"/>
                </a:cubicBezTo>
                <a:cubicBezTo>
                  <a:pt x="342946" y="33044"/>
                  <a:pt x="340307" y="31070"/>
                  <a:pt x="336956" y="29647"/>
                </a:cubicBezTo>
                <a:cubicBezTo>
                  <a:pt x="333605" y="28222"/>
                  <a:pt x="329312" y="27509"/>
                  <a:pt x="324078" y="27509"/>
                </a:cubicBezTo>
                <a:cubicBezTo>
                  <a:pt x="319947" y="27509"/>
                  <a:pt x="315907" y="28453"/>
                  <a:pt x="311960" y="30340"/>
                </a:cubicBezTo>
                <a:cubicBezTo>
                  <a:pt x="308012" y="32227"/>
                  <a:pt x="304799" y="35242"/>
                  <a:pt x="302320" y="39384"/>
                </a:cubicBezTo>
                <a:lnTo>
                  <a:pt x="301906" y="39384"/>
                </a:lnTo>
                <a:lnTo>
                  <a:pt x="301906" y="29470"/>
                </a:lnTo>
                <a:lnTo>
                  <a:pt x="283315" y="29470"/>
                </a:lnTo>
                <a:close/>
                <a:moveTo>
                  <a:pt x="380329" y="77539"/>
                </a:moveTo>
                <a:lnTo>
                  <a:pt x="361738" y="77539"/>
                </a:lnTo>
                <a:cubicBezTo>
                  <a:pt x="361921" y="82305"/>
                  <a:pt x="363000" y="86269"/>
                  <a:pt x="364974" y="89431"/>
                </a:cubicBezTo>
                <a:cubicBezTo>
                  <a:pt x="366948" y="92592"/>
                  <a:pt x="369472" y="95134"/>
                  <a:pt x="372547" y="97059"/>
                </a:cubicBezTo>
                <a:cubicBezTo>
                  <a:pt x="375624" y="98984"/>
                  <a:pt x="379136" y="100359"/>
                  <a:pt x="383084" y="101182"/>
                </a:cubicBezTo>
                <a:cubicBezTo>
                  <a:pt x="387032" y="102007"/>
                  <a:pt x="391071" y="102420"/>
                  <a:pt x="395203" y="102420"/>
                </a:cubicBezTo>
                <a:cubicBezTo>
                  <a:pt x="399242" y="102420"/>
                  <a:pt x="403212" y="102029"/>
                  <a:pt x="407113" y="101247"/>
                </a:cubicBezTo>
                <a:cubicBezTo>
                  <a:pt x="411016" y="100467"/>
                  <a:pt x="414482" y="99112"/>
                  <a:pt x="417511" y="97183"/>
                </a:cubicBezTo>
                <a:cubicBezTo>
                  <a:pt x="420541" y="95254"/>
                  <a:pt x="422997" y="92705"/>
                  <a:pt x="424879" y="89536"/>
                </a:cubicBezTo>
                <a:cubicBezTo>
                  <a:pt x="426761" y="86367"/>
                  <a:pt x="427703" y="82441"/>
                  <a:pt x="427703" y="77756"/>
                </a:cubicBezTo>
                <a:cubicBezTo>
                  <a:pt x="427703" y="74450"/>
                  <a:pt x="427060" y="71672"/>
                  <a:pt x="425774" y="69422"/>
                </a:cubicBezTo>
                <a:cubicBezTo>
                  <a:pt x="424489" y="67170"/>
                  <a:pt x="422790" y="65287"/>
                  <a:pt x="420678" y="63771"/>
                </a:cubicBezTo>
                <a:cubicBezTo>
                  <a:pt x="418567" y="62255"/>
                  <a:pt x="416157" y="61039"/>
                  <a:pt x="413449" y="60121"/>
                </a:cubicBezTo>
                <a:cubicBezTo>
                  <a:pt x="410741" y="59202"/>
                  <a:pt x="407964" y="58421"/>
                  <a:pt x="405117" y="57778"/>
                </a:cubicBezTo>
                <a:cubicBezTo>
                  <a:pt x="402363" y="57135"/>
                  <a:pt x="399654" y="56538"/>
                  <a:pt x="396991" y="55988"/>
                </a:cubicBezTo>
                <a:cubicBezTo>
                  <a:pt x="394329" y="55436"/>
                  <a:pt x="391965" y="54816"/>
                  <a:pt x="389899" y="54128"/>
                </a:cubicBezTo>
                <a:cubicBezTo>
                  <a:pt x="387834" y="53439"/>
                  <a:pt x="386158" y="52543"/>
                  <a:pt x="384872" y="51440"/>
                </a:cubicBezTo>
                <a:cubicBezTo>
                  <a:pt x="383587" y="50338"/>
                  <a:pt x="382945" y="48914"/>
                  <a:pt x="382945" y="47168"/>
                </a:cubicBezTo>
                <a:cubicBezTo>
                  <a:pt x="382945" y="45698"/>
                  <a:pt x="383312" y="44527"/>
                  <a:pt x="384046" y="43654"/>
                </a:cubicBezTo>
                <a:cubicBezTo>
                  <a:pt x="384782" y="42782"/>
                  <a:pt x="385677" y="42116"/>
                  <a:pt x="386732" y="41658"/>
                </a:cubicBezTo>
                <a:cubicBezTo>
                  <a:pt x="387788" y="41199"/>
                  <a:pt x="388959" y="40900"/>
                  <a:pt x="390243" y="40763"/>
                </a:cubicBezTo>
                <a:cubicBezTo>
                  <a:pt x="391529" y="40624"/>
                  <a:pt x="392723" y="40555"/>
                  <a:pt x="393824" y="40555"/>
                </a:cubicBezTo>
                <a:cubicBezTo>
                  <a:pt x="397312" y="40555"/>
                  <a:pt x="400342" y="41224"/>
                  <a:pt x="402913" y="42562"/>
                </a:cubicBezTo>
                <a:cubicBezTo>
                  <a:pt x="405483" y="43898"/>
                  <a:pt x="406907" y="46457"/>
                  <a:pt x="407183" y="50238"/>
                </a:cubicBezTo>
                <a:lnTo>
                  <a:pt x="425776" y="50238"/>
                </a:lnTo>
                <a:cubicBezTo>
                  <a:pt x="425409" y="45831"/>
                  <a:pt x="424284" y="42181"/>
                  <a:pt x="422401" y="39288"/>
                </a:cubicBezTo>
                <a:cubicBezTo>
                  <a:pt x="420520" y="36395"/>
                  <a:pt x="418155" y="34076"/>
                  <a:pt x="415309" y="32332"/>
                </a:cubicBezTo>
                <a:cubicBezTo>
                  <a:pt x="412463" y="30587"/>
                  <a:pt x="409227" y="29347"/>
                  <a:pt x="405600" y="28613"/>
                </a:cubicBezTo>
                <a:cubicBezTo>
                  <a:pt x="401973" y="27877"/>
                  <a:pt x="398232" y="27509"/>
                  <a:pt x="394377" y="27509"/>
                </a:cubicBezTo>
                <a:cubicBezTo>
                  <a:pt x="390520" y="27509"/>
                  <a:pt x="386755" y="27854"/>
                  <a:pt x="383082" y="28543"/>
                </a:cubicBezTo>
                <a:cubicBezTo>
                  <a:pt x="379410" y="29231"/>
                  <a:pt x="376105" y="30425"/>
                  <a:pt x="373167" y="32124"/>
                </a:cubicBezTo>
                <a:cubicBezTo>
                  <a:pt x="370230" y="33823"/>
                  <a:pt x="367866" y="36143"/>
                  <a:pt x="366075" y="39082"/>
                </a:cubicBezTo>
                <a:cubicBezTo>
                  <a:pt x="364285" y="42021"/>
                  <a:pt x="363390" y="45787"/>
                  <a:pt x="363390" y="50381"/>
                </a:cubicBezTo>
                <a:cubicBezTo>
                  <a:pt x="363390" y="53504"/>
                  <a:pt x="364032" y="56144"/>
                  <a:pt x="365317" y="58303"/>
                </a:cubicBezTo>
                <a:cubicBezTo>
                  <a:pt x="366603" y="60461"/>
                  <a:pt x="368301" y="62252"/>
                  <a:pt x="370412" y="63677"/>
                </a:cubicBezTo>
                <a:cubicBezTo>
                  <a:pt x="372525" y="65100"/>
                  <a:pt x="374935" y="66248"/>
                  <a:pt x="377643" y="67121"/>
                </a:cubicBezTo>
                <a:cubicBezTo>
                  <a:pt x="380351" y="67994"/>
                  <a:pt x="383129" y="68751"/>
                  <a:pt x="385975" y="69394"/>
                </a:cubicBezTo>
                <a:cubicBezTo>
                  <a:pt x="392952" y="70864"/>
                  <a:pt x="398391" y="72334"/>
                  <a:pt x="402293" y="73803"/>
                </a:cubicBezTo>
                <a:cubicBezTo>
                  <a:pt x="406196" y="75273"/>
                  <a:pt x="408147" y="77477"/>
                  <a:pt x="408147" y="80416"/>
                </a:cubicBezTo>
                <a:cubicBezTo>
                  <a:pt x="408147" y="82160"/>
                  <a:pt x="407734" y="83607"/>
                  <a:pt x="406907" y="84756"/>
                </a:cubicBezTo>
                <a:cubicBezTo>
                  <a:pt x="406081" y="85904"/>
                  <a:pt x="405048" y="86823"/>
                  <a:pt x="403808" y="87513"/>
                </a:cubicBezTo>
                <a:cubicBezTo>
                  <a:pt x="402569" y="88201"/>
                  <a:pt x="401192" y="88706"/>
                  <a:pt x="399676" y="89028"/>
                </a:cubicBezTo>
                <a:cubicBezTo>
                  <a:pt x="398162" y="89349"/>
                  <a:pt x="396716" y="89509"/>
                  <a:pt x="395339" y="89509"/>
                </a:cubicBezTo>
                <a:cubicBezTo>
                  <a:pt x="393412" y="89509"/>
                  <a:pt x="391552" y="89280"/>
                  <a:pt x="389762" y="88822"/>
                </a:cubicBezTo>
                <a:cubicBezTo>
                  <a:pt x="387972" y="88362"/>
                  <a:pt x="386388" y="87651"/>
                  <a:pt x="385011" y="86689"/>
                </a:cubicBezTo>
                <a:cubicBezTo>
                  <a:pt x="383634" y="85725"/>
                  <a:pt x="382509" y="84487"/>
                  <a:pt x="381636" y="82974"/>
                </a:cubicBezTo>
                <a:cubicBezTo>
                  <a:pt x="380765" y="81461"/>
                  <a:pt x="380329" y="79649"/>
                  <a:pt x="380329" y="77539"/>
                </a:cubicBezTo>
                <a:close/>
                <a:moveTo>
                  <a:pt x="459500" y="18499"/>
                </a:moveTo>
                <a:lnTo>
                  <a:pt x="459500" y="2360"/>
                </a:lnTo>
                <a:lnTo>
                  <a:pt x="439945" y="2360"/>
                </a:lnTo>
                <a:lnTo>
                  <a:pt x="439945" y="18499"/>
                </a:lnTo>
                <a:lnTo>
                  <a:pt x="459500" y="18499"/>
                </a:lnTo>
                <a:moveTo>
                  <a:pt x="439945" y="29472"/>
                </a:moveTo>
                <a:lnTo>
                  <a:pt x="439945" y="100672"/>
                </a:lnTo>
                <a:lnTo>
                  <a:pt x="459500" y="100672"/>
                </a:lnTo>
                <a:lnTo>
                  <a:pt x="459500" y="29472"/>
                </a:lnTo>
                <a:lnTo>
                  <a:pt x="439945" y="29472"/>
                </a:lnTo>
                <a:close/>
                <a:moveTo>
                  <a:pt x="489737" y="77539"/>
                </a:moveTo>
                <a:lnTo>
                  <a:pt x="471146" y="77539"/>
                </a:lnTo>
                <a:cubicBezTo>
                  <a:pt x="471329" y="82305"/>
                  <a:pt x="472408" y="86269"/>
                  <a:pt x="474382" y="89431"/>
                </a:cubicBezTo>
                <a:cubicBezTo>
                  <a:pt x="476356" y="92592"/>
                  <a:pt x="478880" y="95134"/>
                  <a:pt x="481955" y="97059"/>
                </a:cubicBezTo>
                <a:cubicBezTo>
                  <a:pt x="485032" y="98984"/>
                  <a:pt x="488544" y="100359"/>
                  <a:pt x="492492" y="101182"/>
                </a:cubicBezTo>
                <a:cubicBezTo>
                  <a:pt x="496440" y="102007"/>
                  <a:pt x="500479" y="102420"/>
                  <a:pt x="504611" y="102420"/>
                </a:cubicBezTo>
                <a:cubicBezTo>
                  <a:pt x="508649" y="102420"/>
                  <a:pt x="512620" y="102029"/>
                  <a:pt x="516521" y="101247"/>
                </a:cubicBezTo>
                <a:cubicBezTo>
                  <a:pt x="520424" y="100467"/>
                  <a:pt x="523890" y="99112"/>
                  <a:pt x="526919" y="97183"/>
                </a:cubicBezTo>
                <a:cubicBezTo>
                  <a:pt x="529949" y="95254"/>
                  <a:pt x="532405" y="92705"/>
                  <a:pt x="534287" y="89536"/>
                </a:cubicBezTo>
                <a:cubicBezTo>
                  <a:pt x="536169" y="86367"/>
                  <a:pt x="537111" y="82441"/>
                  <a:pt x="537111" y="77756"/>
                </a:cubicBezTo>
                <a:cubicBezTo>
                  <a:pt x="537111" y="74450"/>
                  <a:pt x="536468" y="71672"/>
                  <a:pt x="535182" y="69422"/>
                </a:cubicBezTo>
                <a:cubicBezTo>
                  <a:pt x="533897" y="67170"/>
                  <a:pt x="532198" y="65287"/>
                  <a:pt x="530086" y="63771"/>
                </a:cubicBezTo>
                <a:cubicBezTo>
                  <a:pt x="527975" y="62255"/>
                  <a:pt x="525565" y="61039"/>
                  <a:pt x="522857" y="60121"/>
                </a:cubicBezTo>
                <a:cubicBezTo>
                  <a:pt x="520149" y="59202"/>
                  <a:pt x="517372" y="58421"/>
                  <a:pt x="514525" y="57778"/>
                </a:cubicBezTo>
                <a:cubicBezTo>
                  <a:pt x="511771" y="57135"/>
                  <a:pt x="509062" y="56538"/>
                  <a:pt x="506399" y="55988"/>
                </a:cubicBezTo>
                <a:cubicBezTo>
                  <a:pt x="503737" y="55436"/>
                  <a:pt x="501373" y="54816"/>
                  <a:pt x="499307" y="54128"/>
                </a:cubicBezTo>
                <a:cubicBezTo>
                  <a:pt x="497242" y="53439"/>
                  <a:pt x="495566" y="52543"/>
                  <a:pt x="494280" y="51440"/>
                </a:cubicBezTo>
                <a:cubicBezTo>
                  <a:pt x="492995" y="50338"/>
                  <a:pt x="492353" y="48914"/>
                  <a:pt x="492353" y="47168"/>
                </a:cubicBezTo>
                <a:cubicBezTo>
                  <a:pt x="492353" y="45698"/>
                  <a:pt x="492720" y="44527"/>
                  <a:pt x="493454" y="43654"/>
                </a:cubicBezTo>
                <a:cubicBezTo>
                  <a:pt x="494190" y="42782"/>
                  <a:pt x="495085" y="42116"/>
                  <a:pt x="496140" y="41658"/>
                </a:cubicBezTo>
                <a:cubicBezTo>
                  <a:pt x="497196" y="41199"/>
                  <a:pt x="498367" y="40900"/>
                  <a:pt x="499651" y="40763"/>
                </a:cubicBezTo>
                <a:cubicBezTo>
                  <a:pt x="500937" y="40624"/>
                  <a:pt x="502131" y="40555"/>
                  <a:pt x="503232" y="40555"/>
                </a:cubicBezTo>
                <a:cubicBezTo>
                  <a:pt x="506720" y="40555"/>
                  <a:pt x="509750" y="41224"/>
                  <a:pt x="512321" y="42562"/>
                </a:cubicBezTo>
                <a:cubicBezTo>
                  <a:pt x="514891" y="43898"/>
                  <a:pt x="516315" y="46457"/>
                  <a:pt x="516591" y="50238"/>
                </a:cubicBezTo>
                <a:lnTo>
                  <a:pt x="535184" y="50238"/>
                </a:lnTo>
                <a:cubicBezTo>
                  <a:pt x="534817" y="45831"/>
                  <a:pt x="533692" y="42181"/>
                  <a:pt x="531809" y="39288"/>
                </a:cubicBezTo>
                <a:cubicBezTo>
                  <a:pt x="529928" y="36395"/>
                  <a:pt x="527563" y="34076"/>
                  <a:pt x="524717" y="32332"/>
                </a:cubicBezTo>
                <a:cubicBezTo>
                  <a:pt x="521871" y="30587"/>
                  <a:pt x="518635" y="29347"/>
                  <a:pt x="515008" y="28613"/>
                </a:cubicBezTo>
                <a:cubicBezTo>
                  <a:pt x="511381" y="27877"/>
                  <a:pt x="507640" y="27509"/>
                  <a:pt x="503785" y="27509"/>
                </a:cubicBezTo>
                <a:cubicBezTo>
                  <a:pt x="499928" y="27509"/>
                  <a:pt x="496163" y="27854"/>
                  <a:pt x="492490" y="28543"/>
                </a:cubicBezTo>
                <a:cubicBezTo>
                  <a:pt x="488818" y="29231"/>
                  <a:pt x="485513" y="30425"/>
                  <a:pt x="482575" y="32124"/>
                </a:cubicBezTo>
                <a:cubicBezTo>
                  <a:pt x="479638" y="33823"/>
                  <a:pt x="477273" y="36143"/>
                  <a:pt x="475483" y="39082"/>
                </a:cubicBezTo>
                <a:cubicBezTo>
                  <a:pt x="473693" y="42021"/>
                  <a:pt x="472798" y="45787"/>
                  <a:pt x="472798" y="50381"/>
                </a:cubicBezTo>
                <a:cubicBezTo>
                  <a:pt x="472798" y="53504"/>
                  <a:pt x="473440" y="56144"/>
                  <a:pt x="474724" y="58303"/>
                </a:cubicBezTo>
                <a:cubicBezTo>
                  <a:pt x="476011" y="60461"/>
                  <a:pt x="477709" y="62252"/>
                  <a:pt x="479820" y="63677"/>
                </a:cubicBezTo>
                <a:cubicBezTo>
                  <a:pt x="481933" y="65100"/>
                  <a:pt x="484343" y="66248"/>
                  <a:pt x="487051" y="67121"/>
                </a:cubicBezTo>
                <a:cubicBezTo>
                  <a:pt x="489759" y="67994"/>
                  <a:pt x="492537" y="68751"/>
                  <a:pt x="495383" y="69394"/>
                </a:cubicBezTo>
                <a:cubicBezTo>
                  <a:pt x="502360" y="70864"/>
                  <a:pt x="507799" y="72334"/>
                  <a:pt x="511701" y="73803"/>
                </a:cubicBezTo>
                <a:cubicBezTo>
                  <a:pt x="515604" y="75273"/>
                  <a:pt x="517555" y="77477"/>
                  <a:pt x="517555" y="80416"/>
                </a:cubicBezTo>
                <a:cubicBezTo>
                  <a:pt x="517555" y="82160"/>
                  <a:pt x="517142" y="83607"/>
                  <a:pt x="516315" y="84756"/>
                </a:cubicBezTo>
                <a:cubicBezTo>
                  <a:pt x="515489" y="85904"/>
                  <a:pt x="514456" y="86823"/>
                  <a:pt x="513216" y="87513"/>
                </a:cubicBezTo>
                <a:cubicBezTo>
                  <a:pt x="511977" y="88201"/>
                  <a:pt x="510600" y="88706"/>
                  <a:pt x="509084" y="89028"/>
                </a:cubicBezTo>
                <a:cubicBezTo>
                  <a:pt x="507570" y="89349"/>
                  <a:pt x="506124" y="89509"/>
                  <a:pt x="504747" y="89509"/>
                </a:cubicBezTo>
                <a:cubicBezTo>
                  <a:pt x="502819" y="89509"/>
                  <a:pt x="500960" y="89280"/>
                  <a:pt x="499170" y="88822"/>
                </a:cubicBezTo>
                <a:cubicBezTo>
                  <a:pt x="497380" y="88362"/>
                  <a:pt x="495796" y="87651"/>
                  <a:pt x="494419" y="86689"/>
                </a:cubicBezTo>
                <a:cubicBezTo>
                  <a:pt x="493042" y="85725"/>
                  <a:pt x="491917" y="84487"/>
                  <a:pt x="491044" y="82974"/>
                </a:cubicBezTo>
                <a:cubicBezTo>
                  <a:pt x="490173" y="81461"/>
                  <a:pt x="489737" y="79649"/>
                  <a:pt x="489737" y="77539"/>
                </a:cubicBezTo>
                <a:close/>
                <a:moveTo>
                  <a:pt x="573590" y="29527"/>
                </a:moveTo>
                <a:lnTo>
                  <a:pt x="573590" y="8143"/>
                </a:lnTo>
                <a:lnTo>
                  <a:pt x="554035" y="8143"/>
                </a:lnTo>
                <a:lnTo>
                  <a:pt x="554035" y="29527"/>
                </a:lnTo>
                <a:lnTo>
                  <a:pt x="542191" y="29527"/>
                </a:lnTo>
                <a:lnTo>
                  <a:pt x="542191" y="42572"/>
                </a:lnTo>
                <a:lnTo>
                  <a:pt x="554035" y="42572"/>
                </a:lnTo>
                <a:lnTo>
                  <a:pt x="554035" y="84552"/>
                </a:lnTo>
                <a:cubicBezTo>
                  <a:pt x="554035" y="88131"/>
                  <a:pt x="554631" y="91022"/>
                  <a:pt x="555825" y="93224"/>
                </a:cubicBezTo>
                <a:cubicBezTo>
                  <a:pt x="557018" y="95427"/>
                  <a:pt x="558648" y="97125"/>
                  <a:pt x="560713" y="98318"/>
                </a:cubicBezTo>
                <a:cubicBezTo>
                  <a:pt x="562779" y="99510"/>
                  <a:pt x="565166" y="100312"/>
                  <a:pt x="567874" y="100724"/>
                </a:cubicBezTo>
                <a:cubicBezTo>
                  <a:pt x="570584" y="101137"/>
                  <a:pt x="573454" y="101344"/>
                  <a:pt x="576484" y="101344"/>
                </a:cubicBezTo>
                <a:cubicBezTo>
                  <a:pt x="578411" y="101344"/>
                  <a:pt x="580385" y="101299"/>
                  <a:pt x="582405" y="101210"/>
                </a:cubicBezTo>
                <a:cubicBezTo>
                  <a:pt x="584426" y="101120"/>
                  <a:pt x="586262" y="100941"/>
                  <a:pt x="587913" y="100672"/>
                </a:cubicBezTo>
                <a:lnTo>
                  <a:pt x="587913" y="85462"/>
                </a:lnTo>
                <a:cubicBezTo>
                  <a:pt x="586996" y="85645"/>
                  <a:pt x="586032" y="85783"/>
                  <a:pt x="585022" y="85876"/>
                </a:cubicBezTo>
                <a:cubicBezTo>
                  <a:pt x="584012" y="85967"/>
                  <a:pt x="582956" y="86012"/>
                  <a:pt x="581855" y="86012"/>
                </a:cubicBezTo>
                <a:cubicBezTo>
                  <a:pt x="578549" y="86012"/>
                  <a:pt x="576344" y="85462"/>
                  <a:pt x="575242" y="84363"/>
                </a:cubicBezTo>
                <a:cubicBezTo>
                  <a:pt x="574141" y="83263"/>
                  <a:pt x="573590" y="81064"/>
                  <a:pt x="573590" y="77764"/>
                </a:cubicBezTo>
                <a:lnTo>
                  <a:pt x="573590" y="42572"/>
                </a:lnTo>
                <a:lnTo>
                  <a:pt x="587913" y="42572"/>
                </a:lnTo>
                <a:lnTo>
                  <a:pt x="587913" y="29527"/>
                </a:lnTo>
                <a:lnTo>
                  <a:pt x="573590" y="29527"/>
                </a:lnTo>
                <a:close/>
                <a:moveTo>
                  <a:pt x="644929" y="57501"/>
                </a:moveTo>
                <a:lnTo>
                  <a:pt x="613118" y="57501"/>
                </a:lnTo>
                <a:cubicBezTo>
                  <a:pt x="613209" y="56119"/>
                  <a:pt x="613506" y="54554"/>
                  <a:pt x="614011" y="52804"/>
                </a:cubicBezTo>
                <a:cubicBezTo>
                  <a:pt x="614516" y="51053"/>
                  <a:pt x="615389" y="49395"/>
                  <a:pt x="616629" y="47830"/>
                </a:cubicBezTo>
                <a:cubicBezTo>
                  <a:pt x="617869" y="46264"/>
                  <a:pt x="619521" y="44951"/>
                  <a:pt x="621586" y="43892"/>
                </a:cubicBezTo>
                <a:cubicBezTo>
                  <a:pt x="623653" y="42833"/>
                  <a:pt x="626246" y="42303"/>
                  <a:pt x="629368" y="42303"/>
                </a:cubicBezTo>
                <a:cubicBezTo>
                  <a:pt x="634142" y="42303"/>
                  <a:pt x="637700" y="43593"/>
                  <a:pt x="640041" y="46172"/>
                </a:cubicBezTo>
                <a:cubicBezTo>
                  <a:pt x="642382" y="48751"/>
                  <a:pt x="644011" y="52527"/>
                  <a:pt x="644929" y="57501"/>
                </a:cubicBezTo>
                <a:moveTo>
                  <a:pt x="613118" y="69874"/>
                </a:moveTo>
                <a:lnTo>
                  <a:pt x="664486" y="69874"/>
                </a:lnTo>
                <a:cubicBezTo>
                  <a:pt x="664853" y="64354"/>
                  <a:pt x="664394" y="59064"/>
                  <a:pt x="663108" y="54004"/>
                </a:cubicBezTo>
                <a:cubicBezTo>
                  <a:pt x="661823" y="48944"/>
                  <a:pt x="659734" y="44436"/>
                  <a:pt x="656841" y="40481"/>
                </a:cubicBezTo>
                <a:cubicBezTo>
                  <a:pt x="653950" y="36525"/>
                  <a:pt x="650254" y="33374"/>
                  <a:pt x="645754" y="31029"/>
                </a:cubicBezTo>
                <a:cubicBezTo>
                  <a:pt x="641256" y="28683"/>
                  <a:pt x="635977" y="27509"/>
                  <a:pt x="629918" y="27509"/>
                </a:cubicBezTo>
                <a:cubicBezTo>
                  <a:pt x="624501" y="27509"/>
                  <a:pt x="619566" y="28475"/>
                  <a:pt x="615114" y="30407"/>
                </a:cubicBezTo>
                <a:cubicBezTo>
                  <a:pt x="610662" y="32338"/>
                  <a:pt x="606829" y="34981"/>
                  <a:pt x="603615" y="38338"/>
                </a:cubicBezTo>
                <a:cubicBezTo>
                  <a:pt x="600401" y="41695"/>
                  <a:pt x="597922" y="45672"/>
                  <a:pt x="596178" y="50272"/>
                </a:cubicBezTo>
                <a:cubicBezTo>
                  <a:pt x="594434" y="54870"/>
                  <a:pt x="593562" y="59836"/>
                  <a:pt x="593562" y="65171"/>
                </a:cubicBezTo>
                <a:cubicBezTo>
                  <a:pt x="593562" y="70688"/>
                  <a:pt x="594411" y="75746"/>
                  <a:pt x="596109" y="80345"/>
                </a:cubicBezTo>
                <a:cubicBezTo>
                  <a:pt x="597808" y="84943"/>
                  <a:pt x="600218" y="88898"/>
                  <a:pt x="603340" y="92209"/>
                </a:cubicBezTo>
                <a:cubicBezTo>
                  <a:pt x="606461" y="95520"/>
                  <a:pt x="610271" y="98072"/>
                  <a:pt x="614769" y="99865"/>
                </a:cubicBezTo>
                <a:cubicBezTo>
                  <a:pt x="619268" y="101658"/>
                  <a:pt x="624317" y="102555"/>
                  <a:pt x="629918" y="102555"/>
                </a:cubicBezTo>
                <a:cubicBezTo>
                  <a:pt x="637997" y="102555"/>
                  <a:pt x="644883" y="100720"/>
                  <a:pt x="650575" y="97051"/>
                </a:cubicBezTo>
                <a:cubicBezTo>
                  <a:pt x="656268" y="93382"/>
                  <a:pt x="660492" y="87282"/>
                  <a:pt x="663246" y="78750"/>
                </a:cubicBezTo>
                <a:lnTo>
                  <a:pt x="646032" y="78750"/>
                </a:lnTo>
                <a:cubicBezTo>
                  <a:pt x="645389" y="80934"/>
                  <a:pt x="643644" y="83005"/>
                  <a:pt x="640797" y="84962"/>
                </a:cubicBezTo>
                <a:cubicBezTo>
                  <a:pt x="637952" y="86917"/>
                  <a:pt x="634555" y="87895"/>
                  <a:pt x="630608" y="87895"/>
                </a:cubicBezTo>
                <a:cubicBezTo>
                  <a:pt x="625099" y="87895"/>
                  <a:pt x="620875" y="86474"/>
                  <a:pt x="617936" y="83631"/>
                </a:cubicBezTo>
                <a:cubicBezTo>
                  <a:pt x="614998" y="80788"/>
                  <a:pt x="613392" y="76202"/>
                  <a:pt x="613118" y="69874"/>
                </a:cubicBezTo>
                <a:close/>
                <a:moveTo>
                  <a:pt x="675808" y="29470"/>
                </a:moveTo>
                <a:lnTo>
                  <a:pt x="675808" y="100672"/>
                </a:lnTo>
                <a:lnTo>
                  <a:pt x="695364" y="100672"/>
                </a:lnTo>
                <a:lnTo>
                  <a:pt x="695364" y="63355"/>
                </a:lnTo>
                <a:cubicBezTo>
                  <a:pt x="695364" y="56102"/>
                  <a:pt x="696558" y="50893"/>
                  <a:pt x="698945" y="47727"/>
                </a:cubicBezTo>
                <a:cubicBezTo>
                  <a:pt x="701332" y="44559"/>
                  <a:pt x="705188" y="42976"/>
                  <a:pt x="710513" y="42976"/>
                </a:cubicBezTo>
                <a:cubicBezTo>
                  <a:pt x="715196" y="42976"/>
                  <a:pt x="718456" y="44421"/>
                  <a:pt x="720291" y="47313"/>
                </a:cubicBezTo>
                <a:cubicBezTo>
                  <a:pt x="722127" y="50204"/>
                  <a:pt x="723046" y="54588"/>
                  <a:pt x="723046" y="60464"/>
                </a:cubicBezTo>
                <a:lnTo>
                  <a:pt x="723046" y="100672"/>
                </a:lnTo>
                <a:lnTo>
                  <a:pt x="742601" y="100672"/>
                </a:lnTo>
                <a:lnTo>
                  <a:pt x="742601" y="56858"/>
                </a:lnTo>
                <a:cubicBezTo>
                  <a:pt x="742601" y="52449"/>
                  <a:pt x="742211" y="48430"/>
                  <a:pt x="741431" y="44802"/>
                </a:cubicBezTo>
                <a:cubicBezTo>
                  <a:pt x="740651" y="41173"/>
                  <a:pt x="739296" y="38096"/>
                  <a:pt x="737367" y="35570"/>
                </a:cubicBezTo>
                <a:cubicBezTo>
                  <a:pt x="735439" y="33044"/>
                  <a:pt x="732800" y="31070"/>
                  <a:pt x="729449" y="29647"/>
                </a:cubicBezTo>
                <a:cubicBezTo>
                  <a:pt x="726098" y="28222"/>
                  <a:pt x="721805" y="27509"/>
                  <a:pt x="716571" y="27509"/>
                </a:cubicBezTo>
                <a:cubicBezTo>
                  <a:pt x="712440" y="27509"/>
                  <a:pt x="708400" y="28453"/>
                  <a:pt x="704453" y="30340"/>
                </a:cubicBezTo>
                <a:cubicBezTo>
                  <a:pt x="700505" y="32227"/>
                  <a:pt x="697292" y="35242"/>
                  <a:pt x="694814" y="39384"/>
                </a:cubicBezTo>
                <a:lnTo>
                  <a:pt x="694400" y="39384"/>
                </a:lnTo>
                <a:lnTo>
                  <a:pt x="694400" y="29470"/>
                </a:lnTo>
                <a:lnTo>
                  <a:pt x="675808" y="29470"/>
                </a:lnTo>
                <a:close/>
                <a:moveTo>
                  <a:pt x="806151" y="54542"/>
                </a:moveTo>
                <a:lnTo>
                  <a:pt x="825293" y="54542"/>
                </a:lnTo>
                <a:cubicBezTo>
                  <a:pt x="825018" y="49944"/>
                  <a:pt x="823916" y="45967"/>
                  <a:pt x="821987" y="42612"/>
                </a:cubicBezTo>
                <a:cubicBezTo>
                  <a:pt x="820059" y="39256"/>
                  <a:pt x="817557" y="36451"/>
                  <a:pt x="814481" y="34198"/>
                </a:cubicBezTo>
                <a:cubicBezTo>
                  <a:pt x="811406" y="31945"/>
                  <a:pt x="807918" y="30268"/>
                  <a:pt x="804016" y="29165"/>
                </a:cubicBezTo>
                <a:cubicBezTo>
                  <a:pt x="800114" y="28061"/>
                  <a:pt x="796052" y="27509"/>
                  <a:pt x="791828" y="27509"/>
                </a:cubicBezTo>
                <a:cubicBezTo>
                  <a:pt x="786043" y="27509"/>
                  <a:pt x="780901" y="28475"/>
                  <a:pt x="776402" y="30407"/>
                </a:cubicBezTo>
                <a:cubicBezTo>
                  <a:pt x="771903" y="32338"/>
                  <a:pt x="768093" y="35027"/>
                  <a:pt x="764972" y="38477"/>
                </a:cubicBezTo>
                <a:cubicBezTo>
                  <a:pt x="761851" y="41926"/>
                  <a:pt x="759487" y="46019"/>
                  <a:pt x="757880" y="50755"/>
                </a:cubicBezTo>
                <a:cubicBezTo>
                  <a:pt x="756273" y="55490"/>
                  <a:pt x="755469" y="60617"/>
                  <a:pt x="755469" y="66135"/>
                </a:cubicBezTo>
                <a:cubicBezTo>
                  <a:pt x="755469" y="71470"/>
                  <a:pt x="756342" y="76368"/>
                  <a:pt x="758086" y="80828"/>
                </a:cubicBezTo>
                <a:cubicBezTo>
                  <a:pt x="759830" y="85287"/>
                  <a:pt x="762263" y="89127"/>
                  <a:pt x="765384" y="92346"/>
                </a:cubicBezTo>
                <a:cubicBezTo>
                  <a:pt x="768507" y="95565"/>
                  <a:pt x="772294" y="98072"/>
                  <a:pt x="776746" y="99865"/>
                </a:cubicBezTo>
                <a:cubicBezTo>
                  <a:pt x="781200" y="101658"/>
                  <a:pt x="786089" y="102555"/>
                  <a:pt x="791414" y="102555"/>
                </a:cubicBezTo>
                <a:cubicBezTo>
                  <a:pt x="800870" y="102555"/>
                  <a:pt x="808628" y="100066"/>
                  <a:pt x="814687" y="95088"/>
                </a:cubicBezTo>
                <a:cubicBezTo>
                  <a:pt x="820747" y="90109"/>
                  <a:pt x="824421" y="82892"/>
                  <a:pt x="825707" y="73435"/>
                </a:cubicBezTo>
                <a:lnTo>
                  <a:pt x="806838" y="73435"/>
                </a:lnTo>
                <a:cubicBezTo>
                  <a:pt x="806197" y="77843"/>
                  <a:pt x="804613" y="81355"/>
                  <a:pt x="802087" y="83972"/>
                </a:cubicBezTo>
                <a:cubicBezTo>
                  <a:pt x="799562" y="86587"/>
                  <a:pt x="795959" y="87895"/>
                  <a:pt x="791277" y="87895"/>
                </a:cubicBezTo>
                <a:cubicBezTo>
                  <a:pt x="788247" y="87895"/>
                  <a:pt x="785676" y="87207"/>
                  <a:pt x="783563" y="85829"/>
                </a:cubicBezTo>
                <a:cubicBezTo>
                  <a:pt x="781452" y="84452"/>
                  <a:pt x="779776" y="82685"/>
                  <a:pt x="778537" y="80528"/>
                </a:cubicBezTo>
                <a:cubicBezTo>
                  <a:pt x="777298" y="78369"/>
                  <a:pt x="776403" y="75958"/>
                  <a:pt x="775851" y="73295"/>
                </a:cubicBezTo>
                <a:cubicBezTo>
                  <a:pt x="775300" y="70631"/>
                  <a:pt x="775025" y="68015"/>
                  <a:pt x="775025" y="65444"/>
                </a:cubicBezTo>
                <a:cubicBezTo>
                  <a:pt x="775025" y="62781"/>
                  <a:pt x="775300" y="60095"/>
                  <a:pt x="775851" y="57387"/>
                </a:cubicBezTo>
                <a:cubicBezTo>
                  <a:pt x="776403" y="54678"/>
                  <a:pt x="777344" y="52198"/>
                  <a:pt x="778675" y="49948"/>
                </a:cubicBezTo>
                <a:cubicBezTo>
                  <a:pt x="780006" y="47698"/>
                  <a:pt x="781727" y="45862"/>
                  <a:pt x="783838" y="44438"/>
                </a:cubicBezTo>
                <a:cubicBezTo>
                  <a:pt x="785951" y="43015"/>
                  <a:pt x="788568" y="42303"/>
                  <a:pt x="791689" y="42303"/>
                </a:cubicBezTo>
                <a:cubicBezTo>
                  <a:pt x="800044" y="42303"/>
                  <a:pt x="804865" y="46383"/>
                  <a:pt x="806151" y="54542"/>
                </a:cubicBezTo>
                <a:close/>
                <a:moveTo>
                  <a:pt x="856585" y="18499"/>
                </a:moveTo>
                <a:lnTo>
                  <a:pt x="856585" y="2360"/>
                </a:lnTo>
                <a:lnTo>
                  <a:pt x="837030" y="2360"/>
                </a:lnTo>
                <a:lnTo>
                  <a:pt x="837030" y="18499"/>
                </a:lnTo>
                <a:lnTo>
                  <a:pt x="856585" y="18499"/>
                </a:lnTo>
                <a:moveTo>
                  <a:pt x="837030" y="29472"/>
                </a:moveTo>
                <a:lnTo>
                  <a:pt x="837030" y="100672"/>
                </a:lnTo>
                <a:lnTo>
                  <a:pt x="856585" y="100672"/>
                </a:lnTo>
                <a:lnTo>
                  <a:pt x="856585" y="29472"/>
                </a:lnTo>
                <a:lnTo>
                  <a:pt x="837030" y="29472"/>
                </a:lnTo>
                <a:close/>
                <a:moveTo>
                  <a:pt x="919597" y="57501"/>
                </a:moveTo>
                <a:lnTo>
                  <a:pt x="887786" y="57501"/>
                </a:lnTo>
                <a:cubicBezTo>
                  <a:pt x="887878" y="56119"/>
                  <a:pt x="888175" y="54554"/>
                  <a:pt x="888680" y="52804"/>
                </a:cubicBezTo>
                <a:cubicBezTo>
                  <a:pt x="889185" y="51053"/>
                  <a:pt x="890058" y="49395"/>
                  <a:pt x="891298" y="47830"/>
                </a:cubicBezTo>
                <a:cubicBezTo>
                  <a:pt x="892538" y="46264"/>
                  <a:pt x="894190" y="44951"/>
                  <a:pt x="896255" y="43892"/>
                </a:cubicBezTo>
                <a:cubicBezTo>
                  <a:pt x="898321" y="42833"/>
                  <a:pt x="900915" y="42303"/>
                  <a:pt x="904037" y="42303"/>
                </a:cubicBezTo>
                <a:cubicBezTo>
                  <a:pt x="908811" y="42303"/>
                  <a:pt x="912369" y="43593"/>
                  <a:pt x="914710" y="46172"/>
                </a:cubicBezTo>
                <a:cubicBezTo>
                  <a:pt x="917051" y="48751"/>
                  <a:pt x="918680" y="52527"/>
                  <a:pt x="919597" y="57501"/>
                </a:cubicBezTo>
                <a:moveTo>
                  <a:pt x="887786" y="69874"/>
                </a:moveTo>
                <a:lnTo>
                  <a:pt x="939155" y="69874"/>
                </a:lnTo>
                <a:cubicBezTo>
                  <a:pt x="939522" y="64354"/>
                  <a:pt x="939063" y="59064"/>
                  <a:pt x="937777" y="54004"/>
                </a:cubicBezTo>
                <a:cubicBezTo>
                  <a:pt x="936492" y="48944"/>
                  <a:pt x="934403" y="44436"/>
                  <a:pt x="931510" y="40481"/>
                </a:cubicBezTo>
                <a:cubicBezTo>
                  <a:pt x="928619" y="36525"/>
                  <a:pt x="924923" y="33374"/>
                  <a:pt x="920423" y="31029"/>
                </a:cubicBezTo>
                <a:cubicBezTo>
                  <a:pt x="915925" y="28683"/>
                  <a:pt x="910646" y="27509"/>
                  <a:pt x="904587" y="27509"/>
                </a:cubicBezTo>
                <a:cubicBezTo>
                  <a:pt x="899170" y="27509"/>
                  <a:pt x="894235" y="28475"/>
                  <a:pt x="889783" y="30407"/>
                </a:cubicBezTo>
                <a:cubicBezTo>
                  <a:pt x="885331" y="32338"/>
                  <a:pt x="881498" y="34981"/>
                  <a:pt x="878284" y="38338"/>
                </a:cubicBezTo>
                <a:cubicBezTo>
                  <a:pt x="875070" y="41695"/>
                  <a:pt x="872591" y="45672"/>
                  <a:pt x="870847" y="50272"/>
                </a:cubicBezTo>
                <a:cubicBezTo>
                  <a:pt x="869103" y="54870"/>
                  <a:pt x="868231" y="59836"/>
                  <a:pt x="868231" y="65171"/>
                </a:cubicBezTo>
                <a:cubicBezTo>
                  <a:pt x="868231" y="70688"/>
                  <a:pt x="869080" y="75746"/>
                  <a:pt x="870778" y="80345"/>
                </a:cubicBezTo>
                <a:cubicBezTo>
                  <a:pt x="872477" y="84943"/>
                  <a:pt x="874887" y="88898"/>
                  <a:pt x="878009" y="92209"/>
                </a:cubicBezTo>
                <a:cubicBezTo>
                  <a:pt x="881130" y="95520"/>
                  <a:pt x="884940" y="98072"/>
                  <a:pt x="889438" y="99865"/>
                </a:cubicBezTo>
                <a:cubicBezTo>
                  <a:pt x="893937" y="101658"/>
                  <a:pt x="898986" y="102555"/>
                  <a:pt x="904587" y="102555"/>
                </a:cubicBezTo>
                <a:cubicBezTo>
                  <a:pt x="912666" y="102555"/>
                  <a:pt x="919552" y="100720"/>
                  <a:pt x="925244" y="97051"/>
                </a:cubicBezTo>
                <a:cubicBezTo>
                  <a:pt x="930937" y="93382"/>
                  <a:pt x="935161" y="87282"/>
                  <a:pt x="937915" y="78750"/>
                </a:cubicBezTo>
                <a:lnTo>
                  <a:pt x="920701" y="78750"/>
                </a:lnTo>
                <a:cubicBezTo>
                  <a:pt x="920058" y="80934"/>
                  <a:pt x="918313" y="83005"/>
                  <a:pt x="915466" y="84962"/>
                </a:cubicBezTo>
                <a:cubicBezTo>
                  <a:pt x="912621" y="86917"/>
                  <a:pt x="909224" y="87895"/>
                  <a:pt x="905276" y="87895"/>
                </a:cubicBezTo>
                <a:cubicBezTo>
                  <a:pt x="899768" y="87895"/>
                  <a:pt x="895544" y="86474"/>
                  <a:pt x="892605" y="83631"/>
                </a:cubicBezTo>
                <a:cubicBezTo>
                  <a:pt x="889667" y="80788"/>
                  <a:pt x="888061" y="76202"/>
                  <a:pt x="887786" y="69874"/>
                </a:cubicBezTo>
                <a:close/>
                <a:moveTo>
                  <a:pt x="965627" y="77539"/>
                </a:moveTo>
                <a:lnTo>
                  <a:pt x="947036" y="77539"/>
                </a:lnTo>
                <a:cubicBezTo>
                  <a:pt x="947220" y="82305"/>
                  <a:pt x="948298" y="86269"/>
                  <a:pt x="950272" y="89431"/>
                </a:cubicBezTo>
                <a:cubicBezTo>
                  <a:pt x="952246" y="92592"/>
                  <a:pt x="954771" y="95134"/>
                  <a:pt x="957846" y="97059"/>
                </a:cubicBezTo>
                <a:cubicBezTo>
                  <a:pt x="960922" y="98984"/>
                  <a:pt x="964434" y="100359"/>
                  <a:pt x="968382" y="101182"/>
                </a:cubicBezTo>
                <a:cubicBezTo>
                  <a:pt x="972330" y="102007"/>
                  <a:pt x="976370" y="102420"/>
                  <a:pt x="980501" y="102420"/>
                </a:cubicBezTo>
                <a:cubicBezTo>
                  <a:pt x="984540" y="102420"/>
                  <a:pt x="988510" y="102029"/>
                  <a:pt x="992412" y="101247"/>
                </a:cubicBezTo>
                <a:cubicBezTo>
                  <a:pt x="996315" y="100467"/>
                  <a:pt x="999781" y="99112"/>
                  <a:pt x="1002809" y="97183"/>
                </a:cubicBezTo>
                <a:cubicBezTo>
                  <a:pt x="1005840" y="95254"/>
                  <a:pt x="1008295" y="92705"/>
                  <a:pt x="1010177" y="89536"/>
                </a:cubicBezTo>
                <a:cubicBezTo>
                  <a:pt x="1012060" y="86367"/>
                  <a:pt x="1013001" y="82441"/>
                  <a:pt x="1013001" y="77756"/>
                </a:cubicBezTo>
                <a:cubicBezTo>
                  <a:pt x="1013001" y="74450"/>
                  <a:pt x="1012358" y="71672"/>
                  <a:pt x="1011072" y="69422"/>
                </a:cubicBezTo>
                <a:cubicBezTo>
                  <a:pt x="1009787" y="67170"/>
                  <a:pt x="1008089" y="65287"/>
                  <a:pt x="1005976" y="63771"/>
                </a:cubicBezTo>
                <a:cubicBezTo>
                  <a:pt x="1003865" y="62255"/>
                  <a:pt x="1001455" y="61039"/>
                  <a:pt x="998747" y="60121"/>
                </a:cubicBezTo>
                <a:cubicBezTo>
                  <a:pt x="996039" y="59202"/>
                  <a:pt x="993262" y="58421"/>
                  <a:pt x="990415" y="57778"/>
                </a:cubicBezTo>
                <a:cubicBezTo>
                  <a:pt x="987661" y="57135"/>
                  <a:pt x="984952" y="56538"/>
                  <a:pt x="982289" y="55988"/>
                </a:cubicBezTo>
                <a:cubicBezTo>
                  <a:pt x="979627" y="55436"/>
                  <a:pt x="977263" y="54816"/>
                  <a:pt x="975197" y="54128"/>
                </a:cubicBezTo>
                <a:cubicBezTo>
                  <a:pt x="973132" y="53439"/>
                  <a:pt x="971456" y="52543"/>
                  <a:pt x="970170" y="51440"/>
                </a:cubicBezTo>
                <a:cubicBezTo>
                  <a:pt x="968886" y="50338"/>
                  <a:pt x="968243" y="48914"/>
                  <a:pt x="968243" y="47168"/>
                </a:cubicBezTo>
                <a:cubicBezTo>
                  <a:pt x="968243" y="45698"/>
                  <a:pt x="968610" y="44527"/>
                  <a:pt x="969345" y="43654"/>
                </a:cubicBezTo>
                <a:cubicBezTo>
                  <a:pt x="970080" y="42782"/>
                  <a:pt x="970975" y="42116"/>
                  <a:pt x="972030" y="41658"/>
                </a:cubicBezTo>
                <a:cubicBezTo>
                  <a:pt x="973086" y="41199"/>
                  <a:pt x="974257" y="40900"/>
                  <a:pt x="975542" y="40763"/>
                </a:cubicBezTo>
                <a:cubicBezTo>
                  <a:pt x="976828" y="40624"/>
                  <a:pt x="978021" y="40555"/>
                  <a:pt x="979122" y="40555"/>
                </a:cubicBezTo>
                <a:cubicBezTo>
                  <a:pt x="982611" y="40555"/>
                  <a:pt x="985640" y="41224"/>
                  <a:pt x="988211" y="42562"/>
                </a:cubicBezTo>
                <a:cubicBezTo>
                  <a:pt x="990782" y="43898"/>
                  <a:pt x="992205" y="46457"/>
                  <a:pt x="992481" y="50238"/>
                </a:cubicBezTo>
                <a:lnTo>
                  <a:pt x="1011074" y="50238"/>
                </a:lnTo>
                <a:cubicBezTo>
                  <a:pt x="1010707" y="45831"/>
                  <a:pt x="1009582" y="42181"/>
                  <a:pt x="1007699" y="39288"/>
                </a:cubicBezTo>
                <a:cubicBezTo>
                  <a:pt x="1005818" y="36395"/>
                  <a:pt x="1003454" y="34076"/>
                  <a:pt x="1000607" y="32332"/>
                </a:cubicBezTo>
                <a:cubicBezTo>
                  <a:pt x="997762" y="30587"/>
                  <a:pt x="994526" y="29347"/>
                  <a:pt x="990899" y="28613"/>
                </a:cubicBezTo>
                <a:cubicBezTo>
                  <a:pt x="987272" y="27877"/>
                  <a:pt x="983530" y="27509"/>
                  <a:pt x="979675" y="27509"/>
                </a:cubicBezTo>
                <a:cubicBezTo>
                  <a:pt x="975818" y="27509"/>
                  <a:pt x="972053" y="27854"/>
                  <a:pt x="968380" y="28543"/>
                </a:cubicBezTo>
                <a:cubicBezTo>
                  <a:pt x="964708" y="29231"/>
                  <a:pt x="961403" y="30425"/>
                  <a:pt x="958466" y="32124"/>
                </a:cubicBezTo>
                <a:cubicBezTo>
                  <a:pt x="955528" y="33823"/>
                  <a:pt x="953164" y="36143"/>
                  <a:pt x="951373" y="39082"/>
                </a:cubicBezTo>
                <a:cubicBezTo>
                  <a:pt x="949583" y="42021"/>
                  <a:pt x="948688" y="45787"/>
                  <a:pt x="948688" y="50381"/>
                </a:cubicBezTo>
                <a:cubicBezTo>
                  <a:pt x="948688" y="53504"/>
                  <a:pt x="949330" y="56144"/>
                  <a:pt x="950615" y="58303"/>
                </a:cubicBezTo>
                <a:cubicBezTo>
                  <a:pt x="951901" y="60461"/>
                  <a:pt x="953600" y="62252"/>
                  <a:pt x="955711" y="63677"/>
                </a:cubicBezTo>
                <a:cubicBezTo>
                  <a:pt x="957823" y="65100"/>
                  <a:pt x="960234" y="66248"/>
                  <a:pt x="962942" y="67121"/>
                </a:cubicBezTo>
                <a:cubicBezTo>
                  <a:pt x="965650" y="67994"/>
                  <a:pt x="968427" y="68751"/>
                  <a:pt x="971274" y="69394"/>
                </a:cubicBezTo>
                <a:cubicBezTo>
                  <a:pt x="978250" y="70864"/>
                  <a:pt x="983689" y="72334"/>
                  <a:pt x="987591" y="73803"/>
                </a:cubicBezTo>
                <a:cubicBezTo>
                  <a:pt x="991494" y="75273"/>
                  <a:pt x="993446" y="77477"/>
                  <a:pt x="993446" y="80416"/>
                </a:cubicBezTo>
                <a:cubicBezTo>
                  <a:pt x="993446" y="82160"/>
                  <a:pt x="993032" y="83607"/>
                  <a:pt x="992206" y="84756"/>
                </a:cubicBezTo>
                <a:cubicBezTo>
                  <a:pt x="991379" y="85904"/>
                  <a:pt x="990346" y="86823"/>
                  <a:pt x="989106" y="87513"/>
                </a:cubicBezTo>
                <a:cubicBezTo>
                  <a:pt x="987868" y="88201"/>
                  <a:pt x="986491" y="88706"/>
                  <a:pt x="984975" y="89028"/>
                </a:cubicBezTo>
                <a:cubicBezTo>
                  <a:pt x="983460" y="89349"/>
                  <a:pt x="982015" y="89509"/>
                  <a:pt x="980637" y="89509"/>
                </a:cubicBezTo>
                <a:cubicBezTo>
                  <a:pt x="978710" y="89509"/>
                  <a:pt x="976851" y="89280"/>
                  <a:pt x="975060" y="88822"/>
                </a:cubicBezTo>
                <a:cubicBezTo>
                  <a:pt x="973270" y="88362"/>
                  <a:pt x="971686" y="87651"/>
                  <a:pt x="970309" y="86689"/>
                </a:cubicBezTo>
                <a:cubicBezTo>
                  <a:pt x="968932" y="85725"/>
                  <a:pt x="967807" y="84487"/>
                  <a:pt x="966934" y="82974"/>
                </a:cubicBezTo>
                <a:cubicBezTo>
                  <a:pt x="966063" y="81461"/>
                  <a:pt x="965627" y="79649"/>
                  <a:pt x="965627" y="77539"/>
                </a:cubicBezTo>
                <a:close/>
                <a:moveTo>
                  <a:pt x="1103712" y="79462"/>
                </a:moveTo>
                <a:lnTo>
                  <a:pt x="1103712" y="100672"/>
                </a:lnTo>
                <a:lnTo>
                  <a:pt x="1082088" y="100672"/>
                </a:lnTo>
                <a:lnTo>
                  <a:pt x="1082088" y="79462"/>
                </a:lnTo>
                <a:lnTo>
                  <a:pt x="1103712" y="79462"/>
                </a:lnTo>
                <a:moveTo>
                  <a:pt x="1059917" y="34017"/>
                </a:moveTo>
                <a:cubicBezTo>
                  <a:pt x="1060009" y="29060"/>
                  <a:pt x="1060858" y="24515"/>
                  <a:pt x="1062464" y="20384"/>
                </a:cubicBezTo>
                <a:cubicBezTo>
                  <a:pt x="1064070" y="16251"/>
                  <a:pt x="1066320" y="12670"/>
                  <a:pt x="1069211" y="9641"/>
                </a:cubicBezTo>
                <a:cubicBezTo>
                  <a:pt x="1072104" y="6611"/>
                  <a:pt x="1075593" y="4247"/>
                  <a:pt x="1079678" y="2549"/>
                </a:cubicBezTo>
                <a:cubicBezTo>
                  <a:pt x="1083765" y="850"/>
                  <a:pt x="1088332" y="0"/>
                  <a:pt x="1093381" y="0"/>
                </a:cubicBezTo>
                <a:cubicBezTo>
                  <a:pt x="1099900" y="0"/>
                  <a:pt x="1105340" y="895"/>
                  <a:pt x="1109701" y="2686"/>
                </a:cubicBezTo>
                <a:cubicBezTo>
                  <a:pt x="1114062" y="4476"/>
                  <a:pt x="1117573" y="6703"/>
                  <a:pt x="1120235" y="9366"/>
                </a:cubicBezTo>
                <a:cubicBezTo>
                  <a:pt x="1122898" y="12028"/>
                  <a:pt x="1124804" y="14897"/>
                  <a:pt x="1125951" y="17973"/>
                </a:cubicBezTo>
                <a:cubicBezTo>
                  <a:pt x="1127100" y="21048"/>
                  <a:pt x="1127674" y="23917"/>
                  <a:pt x="1127674" y="26581"/>
                </a:cubicBezTo>
                <a:cubicBezTo>
                  <a:pt x="1127674" y="30987"/>
                  <a:pt x="1127100" y="34613"/>
                  <a:pt x="1125951" y="37460"/>
                </a:cubicBezTo>
                <a:cubicBezTo>
                  <a:pt x="1124804" y="40306"/>
                  <a:pt x="1123381" y="42740"/>
                  <a:pt x="1121683" y="44760"/>
                </a:cubicBezTo>
                <a:cubicBezTo>
                  <a:pt x="1119985" y="46779"/>
                  <a:pt x="1118103" y="48500"/>
                  <a:pt x="1116037" y="49923"/>
                </a:cubicBezTo>
                <a:cubicBezTo>
                  <a:pt x="1113972" y="51346"/>
                  <a:pt x="1112021" y="52770"/>
                  <a:pt x="1110184" y="54193"/>
                </a:cubicBezTo>
                <a:cubicBezTo>
                  <a:pt x="1108348" y="55615"/>
                  <a:pt x="1106718" y="57244"/>
                  <a:pt x="1105294" y="59081"/>
                </a:cubicBezTo>
                <a:cubicBezTo>
                  <a:pt x="1103871" y="60917"/>
                  <a:pt x="1102976" y="63213"/>
                  <a:pt x="1102609" y="65967"/>
                </a:cubicBezTo>
                <a:lnTo>
                  <a:pt x="1102609" y="71200"/>
                </a:lnTo>
                <a:lnTo>
                  <a:pt x="1084018" y="71200"/>
                </a:lnTo>
                <a:lnTo>
                  <a:pt x="1084018" y="65003"/>
                </a:lnTo>
                <a:cubicBezTo>
                  <a:pt x="1084294" y="61055"/>
                  <a:pt x="1085051" y="57750"/>
                  <a:pt x="1086289" y="55088"/>
                </a:cubicBezTo>
                <a:cubicBezTo>
                  <a:pt x="1087529" y="52425"/>
                  <a:pt x="1088975" y="50153"/>
                  <a:pt x="1090626" y="48271"/>
                </a:cubicBezTo>
                <a:cubicBezTo>
                  <a:pt x="1092280" y="46388"/>
                  <a:pt x="1094024" y="44758"/>
                  <a:pt x="1095861" y="43381"/>
                </a:cubicBezTo>
                <a:cubicBezTo>
                  <a:pt x="1097698" y="42004"/>
                  <a:pt x="1099396" y="40627"/>
                  <a:pt x="1100957" y="39250"/>
                </a:cubicBezTo>
                <a:cubicBezTo>
                  <a:pt x="1102518" y="37873"/>
                  <a:pt x="1103780" y="36358"/>
                  <a:pt x="1104744" y="34707"/>
                </a:cubicBezTo>
                <a:cubicBezTo>
                  <a:pt x="1105708" y="33054"/>
                  <a:pt x="1106144" y="30987"/>
                  <a:pt x="1106053" y="28508"/>
                </a:cubicBezTo>
                <a:cubicBezTo>
                  <a:pt x="1106053" y="24284"/>
                  <a:pt x="1105020" y="21162"/>
                  <a:pt x="1102953" y="19144"/>
                </a:cubicBezTo>
                <a:cubicBezTo>
                  <a:pt x="1100888" y="17124"/>
                  <a:pt x="1098019" y="16114"/>
                  <a:pt x="1094346" y="16114"/>
                </a:cubicBezTo>
                <a:cubicBezTo>
                  <a:pt x="1091868" y="16114"/>
                  <a:pt x="1089733" y="16595"/>
                  <a:pt x="1087943" y="17559"/>
                </a:cubicBezTo>
                <a:cubicBezTo>
                  <a:pt x="1086153" y="18523"/>
                  <a:pt x="1084683" y="19808"/>
                  <a:pt x="1083534" y="21415"/>
                </a:cubicBezTo>
                <a:cubicBezTo>
                  <a:pt x="1082387" y="23022"/>
                  <a:pt x="1081538" y="24904"/>
                  <a:pt x="1080987" y="27062"/>
                </a:cubicBezTo>
                <a:cubicBezTo>
                  <a:pt x="1080437" y="29219"/>
                  <a:pt x="1080162" y="31538"/>
                  <a:pt x="1080162" y="34017"/>
                </a:cubicBezTo>
                <a:lnTo>
                  <a:pt x="1059917" y="340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CrashBugs?">
            <a:extLst xmlns:a="http://schemas.openxmlformats.org/drawingml/2006/main">
              <a:ext uri="{FF2B5EF4-FFF2-40B4-BE49-F238E27FC236}">
                <a16:creationId xmlns:a16="http://schemas.microsoft.com/office/drawing/2014/main" id="{C6B73B5E-0310-4A08-AA58-003D16EC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6167" y="4792120"/>
            <a:ext cx="871046" cy="127570"/>
          </a:xfrm>
          <a:custGeom xmlns:a="http://schemas.openxmlformats.org/drawingml/2006/main">
            <a:pathLst>
              <a:path w="871046" h="127570">
                <a:moveTo>
                  <a:pt x="69823" y="35444"/>
                </a:moveTo>
                <a:lnTo>
                  <a:pt x="90757" y="35444"/>
                </a:lnTo>
                <a:cubicBezTo>
                  <a:pt x="90114" y="29752"/>
                  <a:pt x="88553" y="24704"/>
                  <a:pt x="86073" y="20300"/>
                </a:cubicBezTo>
                <a:cubicBezTo>
                  <a:pt x="83595" y="15894"/>
                  <a:pt x="80451" y="12201"/>
                  <a:pt x="76640" y="9221"/>
                </a:cubicBezTo>
                <a:cubicBezTo>
                  <a:pt x="72830" y="6240"/>
                  <a:pt x="68514" y="3970"/>
                  <a:pt x="63693" y="2412"/>
                </a:cubicBezTo>
                <a:cubicBezTo>
                  <a:pt x="58874" y="853"/>
                  <a:pt x="53757" y="74"/>
                  <a:pt x="48341" y="74"/>
                </a:cubicBezTo>
                <a:cubicBezTo>
                  <a:pt x="40812" y="74"/>
                  <a:pt x="34041" y="1403"/>
                  <a:pt x="28026" y="4062"/>
                </a:cubicBezTo>
                <a:cubicBezTo>
                  <a:pt x="22014" y="6721"/>
                  <a:pt x="16941" y="10389"/>
                  <a:pt x="12808" y="15067"/>
                </a:cubicBezTo>
                <a:cubicBezTo>
                  <a:pt x="8677" y="19743"/>
                  <a:pt x="5509" y="25222"/>
                  <a:pt x="3305" y="31504"/>
                </a:cubicBezTo>
                <a:cubicBezTo>
                  <a:pt x="1102" y="37786"/>
                  <a:pt x="0" y="44594"/>
                  <a:pt x="0" y="51930"/>
                </a:cubicBezTo>
                <a:cubicBezTo>
                  <a:pt x="0" y="59083"/>
                  <a:pt x="1102" y="65754"/>
                  <a:pt x="3305" y="71943"/>
                </a:cubicBezTo>
                <a:cubicBezTo>
                  <a:pt x="5509" y="78133"/>
                  <a:pt x="8677" y="83520"/>
                  <a:pt x="12808" y="88105"/>
                </a:cubicBezTo>
                <a:cubicBezTo>
                  <a:pt x="16941" y="92691"/>
                  <a:pt x="22014" y="96290"/>
                  <a:pt x="28026" y="98904"/>
                </a:cubicBezTo>
                <a:cubicBezTo>
                  <a:pt x="34041" y="101517"/>
                  <a:pt x="40812" y="102823"/>
                  <a:pt x="48341" y="102823"/>
                </a:cubicBezTo>
                <a:cubicBezTo>
                  <a:pt x="54400" y="102823"/>
                  <a:pt x="59954" y="101907"/>
                  <a:pt x="65003" y="100073"/>
                </a:cubicBezTo>
                <a:cubicBezTo>
                  <a:pt x="70053" y="98238"/>
                  <a:pt x="74460" y="95578"/>
                  <a:pt x="78225" y="92094"/>
                </a:cubicBezTo>
                <a:cubicBezTo>
                  <a:pt x="81989" y="88608"/>
                  <a:pt x="85018" y="84387"/>
                  <a:pt x="87313" y="79431"/>
                </a:cubicBezTo>
                <a:cubicBezTo>
                  <a:pt x="89609" y="74474"/>
                  <a:pt x="91033" y="68920"/>
                  <a:pt x="91583" y="62769"/>
                </a:cubicBezTo>
                <a:lnTo>
                  <a:pt x="70649" y="62769"/>
                </a:lnTo>
                <a:cubicBezTo>
                  <a:pt x="69824" y="69378"/>
                  <a:pt x="67552" y="74703"/>
                  <a:pt x="63832" y="78744"/>
                </a:cubicBezTo>
                <a:cubicBezTo>
                  <a:pt x="60114" y="82782"/>
                  <a:pt x="54950" y="84802"/>
                  <a:pt x="48341" y="84802"/>
                </a:cubicBezTo>
                <a:cubicBezTo>
                  <a:pt x="43474" y="84802"/>
                  <a:pt x="39342" y="83862"/>
                  <a:pt x="35944" y="81982"/>
                </a:cubicBezTo>
                <a:cubicBezTo>
                  <a:pt x="32547" y="80102"/>
                  <a:pt x="29793" y="77603"/>
                  <a:pt x="27682" y="74486"/>
                </a:cubicBezTo>
                <a:cubicBezTo>
                  <a:pt x="25571" y="71368"/>
                  <a:pt x="24033" y="67860"/>
                  <a:pt x="23069" y="63964"/>
                </a:cubicBezTo>
                <a:cubicBezTo>
                  <a:pt x="22105" y="60067"/>
                  <a:pt x="21623" y="56055"/>
                  <a:pt x="21623" y="51928"/>
                </a:cubicBezTo>
                <a:cubicBezTo>
                  <a:pt x="21623" y="47618"/>
                  <a:pt x="22105" y="43446"/>
                  <a:pt x="23069" y="39412"/>
                </a:cubicBezTo>
                <a:cubicBezTo>
                  <a:pt x="24033" y="35377"/>
                  <a:pt x="25571" y="31778"/>
                  <a:pt x="27682" y="28615"/>
                </a:cubicBezTo>
                <a:cubicBezTo>
                  <a:pt x="29793" y="25451"/>
                  <a:pt x="32547" y="22930"/>
                  <a:pt x="35944" y="21050"/>
                </a:cubicBezTo>
                <a:cubicBezTo>
                  <a:pt x="39342" y="19170"/>
                  <a:pt x="43474" y="18230"/>
                  <a:pt x="48341" y="18230"/>
                </a:cubicBezTo>
                <a:cubicBezTo>
                  <a:pt x="51002" y="18230"/>
                  <a:pt x="53549" y="18666"/>
                  <a:pt x="55981" y="19539"/>
                </a:cubicBezTo>
                <a:cubicBezTo>
                  <a:pt x="58415" y="20410"/>
                  <a:pt x="60595" y="21626"/>
                  <a:pt x="62523" y="23187"/>
                </a:cubicBezTo>
                <a:cubicBezTo>
                  <a:pt x="64452" y="24747"/>
                  <a:pt x="66059" y="26561"/>
                  <a:pt x="67343" y="28627"/>
                </a:cubicBezTo>
                <a:cubicBezTo>
                  <a:pt x="68630" y="30692"/>
                  <a:pt x="69456" y="32965"/>
                  <a:pt x="69823" y="35444"/>
                </a:cubicBezTo>
                <a:close/>
                <a:moveTo>
                  <a:pt x="103963" y="29420"/>
                </a:moveTo>
                <a:lnTo>
                  <a:pt x="103963" y="100672"/>
                </a:lnTo>
                <a:lnTo>
                  <a:pt x="123518" y="100672"/>
                </a:lnTo>
                <a:lnTo>
                  <a:pt x="123518" y="68550"/>
                </a:lnTo>
                <a:cubicBezTo>
                  <a:pt x="123518" y="65333"/>
                  <a:pt x="123840" y="62346"/>
                  <a:pt x="124483" y="59589"/>
                </a:cubicBezTo>
                <a:cubicBezTo>
                  <a:pt x="125126" y="56832"/>
                  <a:pt x="126204" y="54420"/>
                  <a:pt x="127719" y="52352"/>
                </a:cubicBezTo>
                <a:cubicBezTo>
                  <a:pt x="129233" y="50284"/>
                  <a:pt x="131230" y="48653"/>
                  <a:pt x="133708" y="47458"/>
                </a:cubicBezTo>
                <a:cubicBezTo>
                  <a:pt x="136187" y="46263"/>
                  <a:pt x="139218" y="45665"/>
                  <a:pt x="142798" y="45665"/>
                </a:cubicBezTo>
                <a:cubicBezTo>
                  <a:pt x="143992" y="45665"/>
                  <a:pt x="145231" y="45735"/>
                  <a:pt x="146516" y="45874"/>
                </a:cubicBezTo>
                <a:cubicBezTo>
                  <a:pt x="147802" y="46011"/>
                  <a:pt x="148904" y="46171"/>
                  <a:pt x="149821" y="46355"/>
                </a:cubicBezTo>
                <a:lnTo>
                  <a:pt x="149821" y="28197"/>
                </a:lnTo>
                <a:cubicBezTo>
                  <a:pt x="148261" y="27738"/>
                  <a:pt x="146838" y="27509"/>
                  <a:pt x="145553" y="27509"/>
                </a:cubicBezTo>
                <a:cubicBezTo>
                  <a:pt x="143074" y="27509"/>
                  <a:pt x="140687" y="27876"/>
                  <a:pt x="138392" y="28611"/>
                </a:cubicBezTo>
                <a:cubicBezTo>
                  <a:pt x="136097" y="29343"/>
                  <a:pt x="133940" y="30374"/>
                  <a:pt x="131920" y="31704"/>
                </a:cubicBezTo>
                <a:cubicBezTo>
                  <a:pt x="129899" y="33033"/>
                  <a:pt x="128109" y="34638"/>
                  <a:pt x="126548" y="36518"/>
                </a:cubicBezTo>
                <a:cubicBezTo>
                  <a:pt x="124988" y="38398"/>
                  <a:pt x="123748" y="40439"/>
                  <a:pt x="122829" y="42639"/>
                </a:cubicBezTo>
                <a:lnTo>
                  <a:pt x="122554" y="42639"/>
                </a:lnTo>
                <a:lnTo>
                  <a:pt x="122554" y="29420"/>
                </a:lnTo>
                <a:lnTo>
                  <a:pt x="103963" y="29420"/>
                </a:lnTo>
                <a:close/>
                <a:moveTo>
                  <a:pt x="156694" y="51369"/>
                </a:moveTo>
                <a:cubicBezTo>
                  <a:pt x="156969" y="46778"/>
                  <a:pt x="158116" y="42968"/>
                  <a:pt x="160136" y="39939"/>
                </a:cubicBezTo>
                <a:cubicBezTo>
                  <a:pt x="162156" y="36909"/>
                  <a:pt x="164727" y="34476"/>
                  <a:pt x="167848" y="32639"/>
                </a:cubicBezTo>
                <a:cubicBezTo>
                  <a:pt x="170969" y="30802"/>
                  <a:pt x="174481" y="29494"/>
                  <a:pt x="178382" y="28714"/>
                </a:cubicBezTo>
                <a:cubicBezTo>
                  <a:pt x="182285" y="27933"/>
                  <a:pt x="186211" y="27543"/>
                  <a:pt x="190159" y="27543"/>
                </a:cubicBezTo>
                <a:cubicBezTo>
                  <a:pt x="193739" y="27543"/>
                  <a:pt x="197366" y="27796"/>
                  <a:pt x="201038" y="28302"/>
                </a:cubicBezTo>
                <a:cubicBezTo>
                  <a:pt x="204711" y="28806"/>
                  <a:pt x="208062" y="29793"/>
                  <a:pt x="211091" y="31262"/>
                </a:cubicBezTo>
                <a:cubicBezTo>
                  <a:pt x="214121" y="32731"/>
                  <a:pt x="216600" y="34773"/>
                  <a:pt x="218528" y="37390"/>
                </a:cubicBezTo>
                <a:cubicBezTo>
                  <a:pt x="220457" y="40007"/>
                  <a:pt x="221421" y="43473"/>
                  <a:pt x="221421" y="47788"/>
                </a:cubicBezTo>
                <a:lnTo>
                  <a:pt x="221421" y="84833"/>
                </a:lnTo>
                <a:cubicBezTo>
                  <a:pt x="221421" y="88047"/>
                  <a:pt x="221605" y="91123"/>
                  <a:pt x="221972" y="94061"/>
                </a:cubicBezTo>
                <a:cubicBezTo>
                  <a:pt x="222339" y="96998"/>
                  <a:pt x="222981" y="99202"/>
                  <a:pt x="223899" y="100672"/>
                </a:cubicBezTo>
                <a:lnTo>
                  <a:pt x="204068" y="100672"/>
                </a:lnTo>
                <a:cubicBezTo>
                  <a:pt x="203701" y="99571"/>
                  <a:pt x="203402" y="98446"/>
                  <a:pt x="203173" y="97299"/>
                </a:cubicBezTo>
                <a:cubicBezTo>
                  <a:pt x="202943" y="96150"/>
                  <a:pt x="202782" y="94979"/>
                  <a:pt x="202691" y="93785"/>
                </a:cubicBezTo>
                <a:cubicBezTo>
                  <a:pt x="199570" y="96999"/>
                  <a:pt x="195898" y="99249"/>
                  <a:pt x="191674" y="100535"/>
                </a:cubicBezTo>
                <a:cubicBezTo>
                  <a:pt x="187450" y="101820"/>
                  <a:pt x="183134" y="102462"/>
                  <a:pt x="178727" y="102462"/>
                </a:cubicBezTo>
                <a:cubicBezTo>
                  <a:pt x="175331" y="102462"/>
                  <a:pt x="172164" y="102049"/>
                  <a:pt x="169225" y="101222"/>
                </a:cubicBezTo>
                <a:cubicBezTo>
                  <a:pt x="166287" y="100396"/>
                  <a:pt x="163716" y="99110"/>
                  <a:pt x="161512" y="97366"/>
                </a:cubicBezTo>
                <a:cubicBezTo>
                  <a:pt x="159310" y="95622"/>
                  <a:pt x="157589" y="93419"/>
                  <a:pt x="156349" y="90757"/>
                </a:cubicBezTo>
                <a:cubicBezTo>
                  <a:pt x="155109" y="88094"/>
                  <a:pt x="154490" y="84926"/>
                  <a:pt x="154490" y="81253"/>
                </a:cubicBezTo>
                <a:cubicBezTo>
                  <a:pt x="154490" y="77214"/>
                  <a:pt x="155201" y="73886"/>
                  <a:pt x="156625" y="71269"/>
                </a:cubicBezTo>
                <a:cubicBezTo>
                  <a:pt x="158048" y="68652"/>
                  <a:pt x="159884" y="66563"/>
                  <a:pt x="162132" y="65003"/>
                </a:cubicBezTo>
                <a:cubicBezTo>
                  <a:pt x="164382" y="63442"/>
                  <a:pt x="166953" y="62271"/>
                  <a:pt x="169844" y="61491"/>
                </a:cubicBezTo>
                <a:cubicBezTo>
                  <a:pt x="172737" y="60711"/>
                  <a:pt x="175653" y="60092"/>
                  <a:pt x="178590" y="59633"/>
                </a:cubicBezTo>
                <a:cubicBezTo>
                  <a:pt x="181528" y="59174"/>
                  <a:pt x="184420" y="58806"/>
                  <a:pt x="187265" y="58530"/>
                </a:cubicBezTo>
                <a:cubicBezTo>
                  <a:pt x="190112" y="58254"/>
                  <a:pt x="192637" y="57841"/>
                  <a:pt x="194841" y="57290"/>
                </a:cubicBezTo>
                <a:cubicBezTo>
                  <a:pt x="197044" y="56740"/>
                  <a:pt x="198788" y="55937"/>
                  <a:pt x="200073" y="54882"/>
                </a:cubicBezTo>
                <a:cubicBezTo>
                  <a:pt x="201359" y="53826"/>
                  <a:pt x="201957" y="52288"/>
                  <a:pt x="201866" y="50268"/>
                </a:cubicBezTo>
                <a:cubicBezTo>
                  <a:pt x="201866" y="48155"/>
                  <a:pt x="201521" y="46479"/>
                  <a:pt x="200832" y="45241"/>
                </a:cubicBezTo>
                <a:cubicBezTo>
                  <a:pt x="200142" y="44001"/>
                  <a:pt x="199224" y="43037"/>
                  <a:pt x="198077" y="42349"/>
                </a:cubicBezTo>
                <a:cubicBezTo>
                  <a:pt x="196929" y="41660"/>
                  <a:pt x="195598" y="41201"/>
                  <a:pt x="194082" y="40971"/>
                </a:cubicBezTo>
                <a:cubicBezTo>
                  <a:pt x="192568" y="40741"/>
                  <a:pt x="190938" y="40626"/>
                  <a:pt x="189194" y="40626"/>
                </a:cubicBezTo>
                <a:cubicBezTo>
                  <a:pt x="185339" y="40626"/>
                  <a:pt x="182309" y="41453"/>
                  <a:pt x="180106" y="43106"/>
                </a:cubicBezTo>
                <a:cubicBezTo>
                  <a:pt x="177902" y="44759"/>
                  <a:pt x="176617" y="47513"/>
                  <a:pt x="176250" y="51369"/>
                </a:cubicBezTo>
                <a:lnTo>
                  <a:pt x="156694" y="51369"/>
                </a:lnTo>
                <a:moveTo>
                  <a:pt x="201866" y="65828"/>
                </a:moveTo>
                <a:cubicBezTo>
                  <a:pt x="201039" y="66564"/>
                  <a:pt x="200006" y="67138"/>
                  <a:pt x="198766" y="67552"/>
                </a:cubicBezTo>
                <a:cubicBezTo>
                  <a:pt x="197526" y="67965"/>
                  <a:pt x="196195" y="68309"/>
                  <a:pt x="194771" y="68585"/>
                </a:cubicBezTo>
                <a:cubicBezTo>
                  <a:pt x="193349" y="68860"/>
                  <a:pt x="191857" y="69089"/>
                  <a:pt x="190295" y="69273"/>
                </a:cubicBezTo>
                <a:cubicBezTo>
                  <a:pt x="188735" y="69456"/>
                  <a:pt x="187174" y="69685"/>
                  <a:pt x="185613" y="69960"/>
                </a:cubicBezTo>
                <a:cubicBezTo>
                  <a:pt x="184145" y="70236"/>
                  <a:pt x="182699" y="70603"/>
                  <a:pt x="181276" y="71063"/>
                </a:cubicBezTo>
                <a:cubicBezTo>
                  <a:pt x="179853" y="71521"/>
                  <a:pt x="178613" y="72141"/>
                  <a:pt x="177557" y="72923"/>
                </a:cubicBezTo>
                <a:cubicBezTo>
                  <a:pt x="176502" y="73703"/>
                  <a:pt x="175653" y="74690"/>
                  <a:pt x="175010" y="75884"/>
                </a:cubicBezTo>
                <a:cubicBezTo>
                  <a:pt x="174367" y="77076"/>
                  <a:pt x="174045" y="78590"/>
                  <a:pt x="174045" y="80427"/>
                </a:cubicBezTo>
                <a:cubicBezTo>
                  <a:pt x="174045" y="82171"/>
                  <a:pt x="174367" y="83640"/>
                  <a:pt x="175010" y="84833"/>
                </a:cubicBezTo>
                <a:cubicBezTo>
                  <a:pt x="175653" y="86027"/>
                  <a:pt x="176525" y="86968"/>
                  <a:pt x="177626" y="87658"/>
                </a:cubicBezTo>
                <a:cubicBezTo>
                  <a:pt x="178728" y="88346"/>
                  <a:pt x="180014" y="88827"/>
                  <a:pt x="181482" y="89103"/>
                </a:cubicBezTo>
                <a:cubicBezTo>
                  <a:pt x="182952" y="89379"/>
                  <a:pt x="184467" y="89517"/>
                  <a:pt x="186027" y="89517"/>
                </a:cubicBezTo>
                <a:cubicBezTo>
                  <a:pt x="189883" y="89517"/>
                  <a:pt x="192866" y="88875"/>
                  <a:pt x="194977" y="87590"/>
                </a:cubicBezTo>
                <a:cubicBezTo>
                  <a:pt x="197090" y="86304"/>
                  <a:pt x="198651" y="84766"/>
                  <a:pt x="199661" y="82976"/>
                </a:cubicBezTo>
                <a:cubicBezTo>
                  <a:pt x="200671" y="81185"/>
                  <a:pt x="201291" y="79372"/>
                  <a:pt x="201521" y="77535"/>
                </a:cubicBezTo>
                <a:cubicBezTo>
                  <a:pt x="201751" y="75699"/>
                  <a:pt x="201866" y="74230"/>
                  <a:pt x="201866" y="73129"/>
                </a:cubicBezTo>
                <a:lnTo>
                  <a:pt x="201866" y="65828"/>
                </a:lnTo>
                <a:close/>
                <a:moveTo>
                  <a:pt x="251473" y="77539"/>
                </a:moveTo>
                <a:lnTo>
                  <a:pt x="232882" y="77539"/>
                </a:lnTo>
                <a:cubicBezTo>
                  <a:pt x="233066" y="82305"/>
                  <a:pt x="234145" y="86269"/>
                  <a:pt x="236119" y="89431"/>
                </a:cubicBezTo>
                <a:cubicBezTo>
                  <a:pt x="238092" y="92592"/>
                  <a:pt x="240617" y="95134"/>
                  <a:pt x="243692" y="97059"/>
                </a:cubicBezTo>
                <a:cubicBezTo>
                  <a:pt x="246768" y="98984"/>
                  <a:pt x="250281" y="100359"/>
                  <a:pt x="254228" y="101182"/>
                </a:cubicBezTo>
                <a:cubicBezTo>
                  <a:pt x="258176" y="102007"/>
                  <a:pt x="262216" y="102420"/>
                  <a:pt x="266347" y="102420"/>
                </a:cubicBezTo>
                <a:cubicBezTo>
                  <a:pt x="270386" y="102420"/>
                  <a:pt x="274356" y="102029"/>
                  <a:pt x="278258" y="101247"/>
                </a:cubicBezTo>
                <a:cubicBezTo>
                  <a:pt x="282161" y="100467"/>
                  <a:pt x="285627" y="99112"/>
                  <a:pt x="288656" y="97183"/>
                </a:cubicBezTo>
                <a:cubicBezTo>
                  <a:pt x="291686" y="95254"/>
                  <a:pt x="294142" y="92705"/>
                  <a:pt x="296023" y="89536"/>
                </a:cubicBezTo>
                <a:cubicBezTo>
                  <a:pt x="297906" y="86367"/>
                  <a:pt x="298847" y="82441"/>
                  <a:pt x="298847" y="77756"/>
                </a:cubicBezTo>
                <a:cubicBezTo>
                  <a:pt x="298847" y="74450"/>
                  <a:pt x="298204" y="71672"/>
                  <a:pt x="296918" y="69422"/>
                </a:cubicBezTo>
                <a:cubicBezTo>
                  <a:pt x="295634" y="67170"/>
                  <a:pt x="293935" y="65287"/>
                  <a:pt x="291822" y="63771"/>
                </a:cubicBezTo>
                <a:cubicBezTo>
                  <a:pt x="289711" y="62255"/>
                  <a:pt x="287302" y="61039"/>
                  <a:pt x="284594" y="60121"/>
                </a:cubicBezTo>
                <a:cubicBezTo>
                  <a:pt x="281886" y="59202"/>
                  <a:pt x="279108" y="58421"/>
                  <a:pt x="276262" y="57778"/>
                </a:cubicBezTo>
                <a:cubicBezTo>
                  <a:pt x="273507" y="57135"/>
                  <a:pt x="270799" y="56538"/>
                  <a:pt x="268135" y="55988"/>
                </a:cubicBezTo>
                <a:cubicBezTo>
                  <a:pt x="265474" y="55436"/>
                  <a:pt x="263110" y="54816"/>
                  <a:pt x="261043" y="54128"/>
                </a:cubicBezTo>
                <a:cubicBezTo>
                  <a:pt x="258978" y="53439"/>
                  <a:pt x="257303" y="52543"/>
                  <a:pt x="256017" y="51440"/>
                </a:cubicBezTo>
                <a:cubicBezTo>
                  <a:pt x="254732" y="50338"/>
                  <a:pt x="254090" y="48914"/>
                  <a:pt x="254090" y="47168"/>
                </a:cubicBezTo>
                <a:cubicBezTo>
                  <a:pt x="254090" y="45698"/>
                  <a:pt x="254457" y="44527"/>
                  <a:pt x="255191" y="43654"/>
                </a:cubicBezTo>
                <a:cubicBezTo>
                  <a:pt x="255926" y="42782"/>
                  <a:pt x="256822" y="42116"/>
                  <a:pt x="257876" y="41658"/>
                </a:cubicBezTo>
                <a:cubicBezTo>
                  <a:pt x="258933" y="41199"/>
                  <a:pt x="260103" y="40900"/>
                  <a:pt x="261388" y="40763"/>
                </a:cubicBezTo>
                <a:cubicBezTo>
                  <a:pt x="262674" y="40624"/>
                  <a:pt x="263868" y="40555"/>
                  <a:pt x="264969" y="40555"/>
                </a:cubicBezTo>
                <a:cubicBezTo>
                  <a:pt x="268457" y="40555"/>
                  <a:pt x="271486" y="41224"/>
                  <a:pt x="274057" y="42562"/>
                </a:cubicBezTo>
                <a:cubicBezTo>
                  <a:pt x="276628" y="43898"/>
                  <a:pt x="278051" y="46457"/>
                  <a:pt x="278327" y="50238"/>
                </a:cubicBezTo>
                <a:lnTo>
                  <a:pt x="296920" y="50238"/>
                </a:lnTo>
                <a:cubicBezTo>
                  <a:pt x="296553" y="45831"/>
                  <a:pt x="295428" y="42181"/>
                  <a:pt x="293546" y="39288"/>
                </a:cubicBezTo>
                <a:cubicBezTo>
                  <a:pt x="291664" y="36395"/>
                  <a:pt x="289300" y="34076"/>
                  <a:pt x="286453" y="32332"/>
                </a:cubicBezTo>
                <a:cubicBezTo>
                  <a:pt x="283608" y="30587"/>
                  <a:pt x="280372" y="29347"/>
                  <a:pt x="276745" y="28613"/>
                </a:cubicBezTo>
                <a:cubicBezTo>
                  <a:pt x="273118" y="27877"/>
                  <a:pt x="269377" y="27509"/>
                  <a:pt x="265521" y="27509"/>
                </a:cubicBezTo>
                <a:cubicBezTo>
                  <a:pt x="261665" y="27509"/>
                  <a:pt x="257900" y="27854"/>
                  <a:pt x="254226" y="28543"/>
                </a:cubicBezTo>
                <a:cubicBezTo>
                  <a:pt x="250554" y="29231"/>
                  <a:pt x="247250" y="30425"/>
                  <a:pt x="244312" y="32124"/>
                </a:cubicBezTo>
                <a:cubicBezTo>
                  <a:pt x="241374" y="33823"/>
                  <a:pt x="239010" y="36143"/>
                  <a:pt x="237220" y="39082"/>
                </a:cubicBezTo>
                <a:cubicBezTo>
                  <a:pt x="235429" y="42021"/>
                  <a:pt x="234534" y="45787"/>
                  <a:pt x="234534" y="50381"/>
                </a:cubicBezTo>
                <a:cubicBezTo>
                  <a:pt x="234534" y="53504"/>
                  <a:pt x="235176" y="56144"/>
                  <a:pt x="236461" y="58303"/>
                </a:cubicBezTo>
                <a:cubicBezTo>
                  <a:pt x="237747" y="60461"/>
                  <a:pt x="239446" y="62252"/>
                  <a:pt x="241557" y="63677"/>
                </a:cubicBezTo>
                <a:cubicBezTo>
                  <a:pt x="243670" y="65100"/>
                  <a:pt x="246080" y="66248"/>
                  <a:pt x="248788" y="67121"/>
                </a:cubicBezTo>
                <a:cubicBezTo>
                  <a:pt x="251496" y="67994"/>
                  <a:pt x="254273" y="68751"/>
                  <a:pt x="257120" y="69394"/>
                </a:cubicBezTo>
                <a:cubicBezTo>
                  <a:pt x="264097" y="70864"/>
                  <a:pt x="269536" y="72334"/>
                  <a:pt x="273437" y="73803"/>
                </a:cubicBezTo>
                <a:cubicBezTo>
                  <a:pt x="277340" y="75273"/>
                  <a:pt x="279292" y="77477"/>
                  <a:pt x="279292" y="80416"/>
                </a:cubicBezTo>
                <a:cubicBezTo>
                  <a:pt x="279292" y="82160"/>
                  <a:pt x="278878" y="83607"/>
                  <a:pt x="278052" y="84756"/>
                </a:cubicBezTo>
                <a:cubicBezTo>
                  <a:pt x="277225" y="85904"/>
                  <a:pt x="276192" y="86823"/>
                  <a:pt x="274952" y="87513"/>
                </a:cubicBezTo>
                <a:cubicBezTo>
                  <a:pt x="273714" y="88201"/>
                  <a:pt x="272337" y="88706"/>
                  <a:pt x="270821" y="89028"/>
                </a:cubicBezTo>
                <a:cubicBezTo>
                  <a:pt x="269307" y="89349"/>
                  <a:pt x="267861" y="89509"/>
                  <a:pt x="266484" y="89509"/>
                </a:cubicBezTo>
                <a:cubicBezTo>
                  <a:pt x="264556" y="89509"/>
                  <a:pt x="262697" y="89280"/>
                  <a:pt x="260907" y="88822"/>
                </a:cubicBezTo>
                <a:cubicBezTo>
                  <a:pt x="259116" y="88362"/>
                  <a:pt x="257532" y="87651"/>
                  <a:pt x="256155" y="86689"/>
                </a:cubicBezTo>
                <a:cubicBezTo>
                  <a:pt x="254778" y="85725"/>
                  <a:pt x="253653" y="84487"/>
                  <a:pt x="252781" y="82974"/>
                </a:cubicBezTo>
                <a:cubicBezTo>
                  <a:pt x="251909" y="81461"/>
                  <a:pt x="251473" y="79649"/>
                  <a:pt x="251473" y="77539"/>
                </a:cubicBezTo>
                <a:close/>
                <a:moveTo>
                  <a:pt x="310538" y="2360"/>
                </a:moveTo>
                <a:lnTo>
                  <a:pt x="310538" y="100672"/>
                </a:lnTo>
                <a:lnTo>
                  <a:pt x="330094" y="100672"/>
                </a:lnTo>
                <a:lnTo>
                  <a:pt x="330094" y="63355"/>
                </a:lnTo>
                <a:cubicBezTo>
                  <a:pt x="330094" y="56102"/>
                  <a:pt x="331288" y="50893"/>
                  <a:pt x="333675" y="47727"/>
                </a:cubicBezTo>
                <a:cubicBezTo>
                  <a:pt x="336062" y="44559"/>
                  <a:pt x="339918" y="42976"/>
                  <a:pt x="345243" y="42976"/>
                </a:cubicBezTo>
                <a:cubicBezTo>
                  <a:pt x="349926" y="42976"/>
                  <a:pt x="353186" y="44421"/>
                  <a:pt x="355021" y="47313"/>
                </a:cubicBezTo>
                <a:cubicBezTo>
                  <a:pt x="356857" y="50204"/>
                  <a:pt x="357776" y="54588"/>
                  <a:pt x="357776" y="60464"/>
                </a:cubicBezTo>
                <a:lnTo>
                  <a:pt x="357776" y="100672"/>
                </a:lnTo>
                <a:lnTo>
                  <a:pt x="377331" y="100672"/>
                </a:lnTo>
                <a:lnTo>
                  <a:pt x="377331" y="56858"/>
                </a:lnTo>
                <a:cubicBezTo>
                  <a:pt x="377331" y="52449"/>
                  <a:pt x="376941" y="48430"/>
                  <a:pt x="376161" y="44802"/>
                </a:cubicBezTo>
                <a:cubicBezTo>
                  <a:pt x="375380" y="41173"/>
                  <a:pt x="374026" y="38096"/>
                  <a:pt x="372097" y="35570"/>
                </a:cubicBezTo>
                <a:cubicBezTo>
                  <a:pt x="370169" y="33044"/>
                  <a:pt x="367530" y="31070"/>
                  <a:pt x="364179" y="29647"/>
                </a:cubicBezTo>
                <a:cubicBezTo>
                  <a:pt x="360828" y="28222"/>
                  <a:pt x="356536" y="27509"/>
                  <a:pt x="351303" y="27509"/>
                </a:cubicBezTo>
                <a:cubicBezTo>
                  <a:pt x="347630" y="27509"/>
                  <a:pt x="343865" y="28453"/>
                  <a:pt x="340008" y="30340"/>
                </a:cubicBezTo>
                <a:cubicBezTo>
                  <a:pt x="336153" y="32227"/>
                  <a:pt x="332986" y="35242"/>
                  <a:pt x="330508" y="39384"/>
                </a:cubicBezTo>
                <a:lnTo>
                  <a:pt x="330094" y="39384"/>
                </a:lnTo>
                <a:lnTo>
                  <a:pt x="330094" y="2360"/>
                </a:lnTo>
                <a:lnTo>
                  <a:pt x="310538" y="2360"/>
                </a:lnTo>
                <a:close/>
                <a:moveTo>
                  <a:pt x="454345" y="42169"/>
                </a:moveTo>
                <a:lnTo>
                  <a:pt x="454345" y="19171"/>
                </a:lnTo>
                <a:lnTo>
                  <a:pt x="474590" y="19171"/>
                </a:lnTo>
                <a:cubicBezTo>
                  <a:pt x="476517" y="19171"/>
                  <a:pt x="478376" y="19332"/>
                  <a:pt x="480167" y="19654"/>
                </a:cubicBezTo>
                <a:cubicBezTo>
                  <a:pt x="481957" y="19975"/>
                  <a:pt x="483541" y="20549"/>
                  <a:pt x="484918" y="21375"/>
                </a:cubicBezTo>
                <a:cubicBezTo>
                  <a:pt x="486295" y="22201"/>
                  <a:pt x="487397" y="23348"/>
                  <a:pt x="488224" y="24818"/>
                </a:cubicBezTo>
                <a:cubicBezTo>
                  <a:pt x="489050" y="26286"/>
                  <a:pt x="489463" y="28168"/>
                  <a:pt x="489463" y="30464"/>
                </a:cubicBezTo>
                <a:cubicBezTo>
                  <a:pt x="489463" y="34595"/>
                  <a:pt x="488224" y="37579"/>
                  <a:pt x="485744" y="39416"/>
                </a:cubicBezTo>
                <a:cubicBezTo>
                  <a:pt x="483266" y="41251"/>
                  <a:pt x="480098" y="42169"/>
                  <a:pt x="476241" y="42169"/>
                </a:cubicBezTo>
                <a:lnTo>
                  <a:pt x="454345" y="42169"/>
                </a:lnTo>
                <a:moveTo>
                  <a:pt x="432724" y="2360"/>
                </a:moveTo>
                <a:lnTo>
                  <a:pt x="432724" y="100672"/>
                </a:lnTo>
                <a:lnTo>
                  <a:pt x="480375" y="100672"/>
                </a:lnTo>
                <a:cubicBezTo>
                  <a:pt x="484781" y="100672"/>
                  <a:pt x="489073" y="100121"/>
                  <a:pt x="493250" y="99020"/>
                </a:cubicBezTo>
                <a:cubicBezTo>
                  <a:pt x="497428" y="97919"/>
                  <a:pt x="501146" y="96222"/>
                  <a:pt x="504404" y="93930"/>
                </a:cubicBezTo>
                <a:cubicBezTo>
                  <a:pt x="507664" y="91637"/>
                  <a:pt x="510258" y="88679"/>
                  <a:pt x="512186" y="85056"/>
                </a:cubicBezTo>
                <a:cubicBezTo>
                  <a:pt x="514115" y="81432"/>
                  <a:pt x="515079" y="77143"/>
                  <a:pt x="515079" y="72189"/>
                </a:cubicBezTo>
                <a:cubicBezTo>
                  <a:pt x="515079" y="66043"/>
                  <a:pt x="513587" y="60792"/>
                  <a:pt x="510603" y="56435"/>
                </a:cubicBezTo>
                <a:cubicBezTo>
                  <a:pt x="507620" y="52077"/>
                  <a:pt x="503097" y="49026"/>
                  <a:pt x="497037" y="47284"/>
                </a:cubicBezTo>
                <a:cubicBezTo>
                  <a:pt x="501444" y="45171"/>
                  <a:pt x="504772" y="42461"/>
                  <a:pt x="507021" y="39153"/>
                </a:cubicBezTo>
                <a:cubicBezTo>
                  <a:pt x="509271" y="35846"/>
                  <a:pt x="510395" y="31711"/>
                  <a:pt x="510395" y="26751"/>
                </a:cubicBezTo>
                <a:cubicBezTo>
                  <a:pt x="510395" y="22157"/>
                  <a:pt x="509638" y="18299"/>
                  <a:pt x="508122" y="15176"/>
                </a:cubicBezTo>
                <a:cubicBezTo>
                  <a:pt x="506607" y="12052"/>
                  <a:pt x="504473" y="9549"/>
                  <a:pt x="501719" y="7666"/>
                </a:cubicBezTo>
                <a:cubicBezTo>
                  <a:pt x="498965" y="5782"/>
                  <a:pt x="495659" y="4426"/>
                  <a:pt x="491802" y="3600"/>
                </a:cubicBezTo>
                <a:cubicBezTo>
                  <a:pt x="487947" y="2773"/>
                  <a:pt x="483678" y="2360"/>
                  <a:pt x="478996" y="2360"/>
                </a:cubicBezTo>
                <a:lnTo>
                  <a:pt x="432724" y="2360"/>
                </a:lnTo>
                <a:moveTo>
                  <a:pt x="454345" y="83860"/>
                </a:moveTo>
                <a:lnTo>
                  <a:pt x="454345" y="56963"/>
                </a:lnTo>
                <a:lnTo>
                  <a:pt x="477895" y="56963"/>
                </a:lnTo>
                <a:cubicBezTo>
                  <a:pt x="482577" y="56963"/>
                  <a:pt x="486341" y="58038"/>
                  <a:pt x="489186" y="60188"/>
                </a:cubicBezTo>
                <a:cubicBezTo>
                  <a:pt x="492033" y="62337"/>
                  <a:pt x="493456" y="65928"/>
                  <a:pt x="493456" y="70960"/>
                </a:cubicBezTo>
                <a:cubicBezTo>
                  <a:pt x="493456" y="73522"/>
                  <a:pt x="493020" y="75627"/>
                  <a:pt x="492147" y="77275"/>
                </a:cubicBezTo>
                <a:cubicBezTo>
                  <a:pt x="491276" y="78921"/>
                  <a:pt x="490105" y="80224"/>
                  <a:pt x="488635" y="81185"/>
                </a:cubicBezTo>
                <a:cubicBezTo>
                  <a:pt x="487167" y="82145"/>
                  <a:pt x="485469" y="82831"/>
                  <a:pt x="483540" y="83243"/>
                </a:cubicBezTo>
                <a:cubicBezTo>
                  <a:pt x="481612" y="83655"/>
                  <a:pt x="479592" y="83860"/>
                  <a:pt x="477481" y="83860"/>
                </a:cubicBezTo>
                <a:lnTo>
                  <a:pt x="454345" y="83860"/>
                </a:lnTo>
                <a:close/>
                <a:moveTo>
                  <a:pt x="594617" y="100596"/>
                </a:moveTo>
                <a:lnTo>
                  <a:pt x="594617" y="29527"/>
                </a:lnTo>
                <a:lnTo>
                  <a:pt x="575062" y="29527"/>
                </a:lnTo>
                <a:lnTo>
                  <a:pt x="575062" y="66757"/>
                </a:lnTo>
                <a:cubicBezTo>
                  <a:pt x="575062" y="73992"/>
                  <a:pt x="573868" y="79189"/>
                  <a:pt x="571481" y="82350"/>
                </a:cubicBezTo>
                <a:cubicBezTo>
                  <a:pt x="569094" y="85509"/>
                  <a:pt x="565238" y="87088"/>
                  <a:pt x="559913" y="87088"/>
                </a:cubicBezTo>
                <a:cubicBezTo>
                  <a:pt x="555229" y="87088"/>
                  <a:pt x="551969" y="85646"/>
                  <a:pt x="550133" y="82761"/>
                </a:cubicBezTo>
                <a:cubicBezTo>
                  <a:pt x="548298" y="79876"/>
                  <a:pt x="547380" y="75502"/>
                  <a:pt x="547380" y="69640"/>
                </a:cubicBezTo>
                <a:lnTo>
                  <a:pt x="547380" y="29527"/>
                </a:lnTo>
                <a:lnTo>
                  <a:pt x="527824" y="29527"/>
                </a:lnTo>
                <a:lnTo>
                  <a:pt x="527824" y="73263"/>
                </a:lnTo>
                <a:cubicBezTo>
                  <a:pt x="527824" y="77663"/>
                  <a:pt x="528215" y="81675"/>
                  <a:pt x="528995" y="85298"/>
                </a:cubicBezTo>
                <a:cubicBezTo>
                  <a:pt x="529775" y="88919"/>
                  <a:pt x="531129" y="91991"/>
                  <a:pt x="533057" y="94512"/>
                </a:cubicBezTo>
                <a:cubicBezTo>
                  <a:pt x="534986" y="97034"/>
                  <a:pt x="537626" y="98983"/>
                  <a:pt x="540977" y="100359"/>
                </a:cubicBezTo>
                <a:cubicBezTo>
                  <a:pt x="544328" y="101733"/>
                  <a:pt x="548620" y="102420"/>
                  <a:pt x="553854" y="102420"/>
                </a:cubicBezTo>
                <a:cubicBezTo>
                  <a:pt x="557986" y="102420"/>
                  <a:pt x="562025" y="101500"/>
                  <a:pt x="565973" y="99659"/>
                </a:cubicBezTo>
                <a:cubicBezTo>
                  <a:pt x="569921" y="97817"/>
                  <a:pt x="573134" y="94823"/>
                  <a:pt x="575612" y="90680"/>
                </a:cubicBezTo>
                <a:lnTo>
                  <a:pt x="576026" y="90680"/>
                </a:lnTo>
                <a:lnTo>
                  <a:pt x="576026" y="100596"/>
                </a:lnTo>
                <a:lnTo>
                  <a:pt x="594617" y="100596"/>
                </a:lnTo>
                <a:close/>
                <a:moveTo>
                  <a:pt x="642879" y="83860"/>
                </a:moveTo>
                <a:cubicBezTo>
                  <a:pt x="639849" y="83860"/>
                  <a:pt x="637324" y="83218"/>
                  <a:pt x="635304" y="81934"/>
                </a:cubicBezTo>
                <a:cubicBezTo>
                  <a:pt x="633284" y="80649"/>
                  <a:pt x="631654" y="78998"/>
                  <a:pt x="630414" y="76981"/>
                </a:cubicBezTo>
                <a:cubicBezTo>
                  <a:pt x="629176" y="74962"/>
                  <a:pt x="628303" y="72692"/>
                  <a:pt x="627798" y="70170"/>
                </a:cubicBezTo>
                <a:cubicBezTo>
                  <a:pt x="627293" y="67647"/>
                  <a:pt x="627041" y="65101"/>
                  <a:pt x="627041" y="62531"/>
                </a:cubicBezTo>
                <a:cubicBezTo>
                  <a:pt x="627041" y="59871"/>
                  <a:pt x="627340" y="57325"/>
                  <a:pt x="627936" y="54895"/>
                </a:cubicBezTo>
                <a:cubicBezTo>
                  <a:pt x="628533" y="52463"/>
                  <a:pt x="629497" y="50307"/>
                  <a:pt x="630828" y="48427"/>
                </a:cubicBezTo>
                <a:cubicBezTo>
                  <a:pt x="632160" y="46547"/>
                  <a:pt x="633813" y="45056"/>
                  <a:pt x="635787" y="43955"/>
                </a:cubicBezTo>
                <a:cubicBezTo>
                  <a:pt x="637761" y="42854"/>
                  <a:pt x="640125" y="42303"/>
                  <a:pt x="642879" y="42303"/>
                </a:cubicBezTo>
                <a:cubicBezTo>
                  <a:pt x="646093" y="42303"/>
                  <a:pt x="648756" y="42900"/>
                  <a:pt x="650867" y="44094"/>
                </a:cubicBezTo>
                <a:cubicBezTo>
                  <a:pt x="652978" y="45286"/>
                  <a:pt x="654677" y="46891"/>
                  <a:pt x="655963" y="48910"/>
                </a:cubicBezTo>
                <a:cubicBezTo>
                  <a:pt x="657249" y="50927"/>
                  <a:pt x="658167" y="53243"/>
                  <a:pt x="658718" y="55857"/>
                </a:cubicBezTo>
                <a:cubicBezTo>
                  <a:pt x="659268" y="58471"/>
                  <a:pt x="659544" y="61247"/>
                  <a:pt x="659544" y="64183"/>
                </a:cubicBezTo>
                <a:cubicBezTo>
                  <a:pt x="659544" y="66751"/>
                  <a:pt x="659199" y="69205"/>
                  <a:pt x="658510" y="71544"/>
                </a:cubicBezTo>
                <a:cubicBezTo>
                  <a:pt x="657822" y="73884"/>
                  <a:pt x="656789" y="75971"/>
                  <a:pt x="655412" y="77806"/>
                </a:cubicBezTo>
                <a:cubicBezTo>
                  <a:pt x="654035" y="79640"/>
                  <a:pt x="652290" y="81108"/>
                  <a:pt x="650178" y="82209"/>
                </a:cubicBezTo>
                <a:cubicBezTo>
                  <a:pt x="648066" y="83310"/>
                  <a:pt x="645634" y="83860"/>
                  <a:pt x="642879" y="83860"/>
                </a:cubicBezTo>
                <a:moveTo>
                  <a:pt x="678135" y="96158"/>
                </a:moveTo>
                <a:lnTo>
                  <a:pt x="678135" y="29483"/>
                </a:lnTo>
                <a:lnTo>
                  <a:pt x="659544" y="29483"/>
                </a:lnTo>
                <a:lnTo>
                  <a:pt x="659544" y="38985"/>
                </a:lnTo>
                <a:lnTo>
                  <a:pt x="659268" y="38985"/>
                </a:lnTo>
                <a:cubicBezTo>
                  <a:pt x="656881" y="34837"/>
                  <a:pt x="653920" y="31887"/>
                  <a:pt x="650386" y="30136"/>
                </a:cubicBezTo>
                <a:cubicBezTo>
                  <a:pt x="646851" y="28385"/>
                  <a:pt x="642742" y="27509"/>
                  <a:pt x="638059" y="27509"/>
                </a:cubicBezTo>
                <a:cubicBezTo>
                  <a:pt x="633101" y="27509"/>
                  <a:pt x="628717" y="28475"/>
                  <a:pt x="624906" y="30405"/>
                </a:cubicBezTo>
                <a:cubicBezTo>
                  <a:pt x="621097" y="32336"/>
                  <a:pt x="617907" y="34932"/>
                  <a:pt x="615336" y="38195"/>
                </a:cubicBezTo>
                <a:cubicBezTo>
                  <a:pt x="612766" y="41458"/>
                  <a:pt x="610814" y="45226"/>
                  <a:pt x="609482" y="49501"/>
                </a:cubicBezTo>
                <a:cubicBezTo>
                  <a:pt x="608151" y="53775"/>
                  <a:pt x="607486" y="58210"/>
                  <a:pt x="607486" y="62807"/>
                </a:cubicBezTo>
                <a:cubicBezTo>
                  <a:pt x="607486" y="67678"/>
                  <a:pt x="608059" y="72296"/>
                  <a:pt x="609207" y="76663"/>
                </a:cubicBezTo>
                <a:cubicBezTo>
                  <a:pt x="610354" y="81029"/>
                  <a:pt x="612167" y="84843"/>
                  <a:pt x="614645" y="88107"/>
                </a:cubicBezTo>
                <a:cubicBezTo>
                  <a:pt x="617125" y="91370"/>
                  <a:pt x="620293" y="93944"/>
                  <a:pt x="624150" y="95828"/>
                </a:cubicBezTo>
                <a:cubicBezTo>
                  <a:pt x="628006" y="97712"/>
                  <a:pt x="632597" y="98654"/>
                  <a:pt x="637922" y="98654"/>
                </a:cubicBezTo>
                <a:cubicBezTo>
                  <a:pt x="642237" y="98654"/>
                  <a:pt x="646345" y="97756"/>
                  <a:pt x="650247" y="95958"/>
                </a:cubicBezTo>
                <a:cubicBezTo>
                  <a:pt x="654150" y="94161"/>
                  <a:pt x="657157" y="91372"/>
                  <a:pt x="659268" y="87593"/>
                </a:cubicBezTo>
                <a:lnTo>
                  <a:pt x="659544" y="87593"/>
                </a:lnTo>
                <a:lnTo>
                  <a:pt x="659544" y="96984"/>
                </a:lnTo>
                <a:cubicBezTo>
                  <a:pt x="659636" y="102048"/>
                  <a:pt x="658419" y="106238"/>
                  <a:pt x="655893" y="109552"/>
                </a:cubicBezTo>
                <a:cubicBezTo>
                  <a:pt x="653369" y="112867"/>
                  <a:pt x="649352" y="114524"/>
                  <a:pt x="643844" y="114524"/>
                </a:cubicBezTo>
                <a:cubicBezTo>
                  <a:pt x="640356" y="114524"/>
                  <a:pt x="637280" y="113810"/>
                  <a:pt x="634617" y="112381"/>
                </a:cubicBezTo>
                <a:cubicBezTo>
                  <a:pt x="631954" y="110952"/>
                  <a:pt x="630163" y="108394"/>
                  <a:pt x="629246" y="104706"/>
                </a:cubicBezTo>
                <a:lnTo>
                  <a:pt x="609827" y="104706"/>
                </a:lnTo>
                <a:cubicBezTo>
                  <a:pt x="610103" y="108747"/>
                  <a:pt x="611228" y="112213"/>
                  <a:pt x="613201" y="115104"/>
                </a:cubicBezTo>
                <a:cubicBezTo>
                  <a:pt x="615175" y="117997"/>
                  <a:pt x="617654" y="120362"/>
                  <a:pt x="620638" y="122198"/>
                </a:cubicBezTo>
                <a:cubicBezTo>
                  <a:pt x="623622" y="124035"/>
                  <a:pt x="626927" y="125389"/>
                  <a:pt x="630553" y="126260"/>
                </a:cubicBezTo>
                <a:cubicBezTo>
                  <a:pt x="634180" y="127133"/>
                  <a:pt x="637738" y="127570"/>
                  <a:pt x="641228" y="127570"/>
                </a:cubicBezTo>
                <a:cubicBezTo>
                  <a:pt x="649398" y="127570"/>
                  <a:pt x="655916" y="126467"/>
                  <a:pt x="660781" y="124262"/>
                </a:cubicBezTo>
                <a:cubicBezTo>
                  <a:pt x="665648" y="122058"/>
                  <a:pt x="669367" y="119372"/>
                  <a:pt x="671938" y="116203"/>
                </a:cubicBezTo>
                <a:cubicBezTo>
                  <a:pt x="674508" y="113034"/>
                  <a:pt x="676184" y="109613"/>
                  <a:pt x="676964" y="105940"/>
                </a:cubicBezTo>
                <a:cubicBezTo>
                  <a:pt x="677744" y="102267"/>
                  <a:pt x="678135" y="99006"/>
                  <a:pt x="678135" y="96158"/>
                </a:cubicBezTo>
                <a:close/>
                <a:moveTo>
                  <a:pt x="709000" y="77539"/>
                </a:moveTo>
                <a:lnTo>
                  <a:pt x="690408" y="77539"/>
                </a:lnTo>
                <a:cubicBezTo>
                  <a:pt x="690592" y="82305"/>
                  <a:pt x="691671" y="86269"/>
                  <a:pt x="693645" y="89431"/>
                </a:cubicBezTo>
                <a:cubicBezTo>
                  <a:pt x="695619" y="92592"/>
                  <a:pt x="698143" y="95134"/>
                  <a:pt x="701218" y="97059"/>
                </a:cubicBezTo>
                <a:cubicBezTo>
                  <a:pt x="704294" y="98984"/>
                  <a:pt x="707807" y="100359"/>
                  <a:pt x="711754" y="101182"/>
                </a:cubicBezTo>
                <a:cubicBezTo>
                  <a:pt x="715702" y="102007"/>
                  <a:pt x="719742" y="102420"/>
                  <a:pt x="723873" y="102420"/>
                </a:cubicBezTo>
                <a:cubicBezTo>
                  <a:pt x="727912" y="102420"/>
                  <a:pt x="731882" y="102029"/>
                  <a:pt x="735784" y="101247"/>
                </a:cubicBezTo>
                <a:cubicBezTo>
                  <a:pt x="739687" y="100467"/>
                  <a:pt x="743153" y="99112"/>
                  <a:pt x="746182" y="97183"/>
                </a:cubicBezTo>
                <a:cubicBezTo>
                  <a:pt x="749212" y="95254"/>
                  <a:pt x="751668" y="92705"/>
                  <a:pt x="753549" y="89536"/>
                </a:cubicBezTo>
                <a:cubicBezTo>
                  <a:pt x="755432" y="86367"/>
                  <a:pt x="756373" y="82441"/>
                  <a:pt x="756373" y="77756"/>
                </a:cubicBezTo>
                <a:cubicBezTo>
                  <a:pt x="756373" y="74450"/>
                  <a:pt x="755730" y="71672"/>
                  <a:pt x="754444" y="69422"/>
                </a:cubicBezTo>
                <a:cubicBezTo>
                  <a:pt x="753160" y="67170"/>
                  <a:pt x="751461" y="65287"/>
                  <a:pt x="749348" y="63771"/>
                </a:cubicBezTo>
                <a:cubicBezTo>
                  <a:pt x="747237" y="62255"/>
                  <a:pt x="744828" y="61039"/>
                  <a:pt x="742120" y="60121"/>
                </a:cubicBezTo>
                <a:cubicBezTo>
                  <a:pt x="739412" y="59202"/>
                  <a:pt x="736634" y="58421"/>
                  <a:pt x="733788" y="57778"/>
                </a:cubicBezTo>
                <a:cubicBezTo>
                  <a:pt x="731033" y="57135"/>
                  <a:pt x="728325" y="56538"/>
                  <a:pt x="725661" y="55988"/>
                </a:cubicBezTo>
                <a:cubicBezTo>
                  <a:pt x="723000" y="55436"/>
                  <a:pt x="720636" y="54816"/>
                  <a:pt x="718569" y="54128"/>
                </a:cubicBezTo>
                <a:cubicBezTo>
                  <a:pt x="716504" y="53439"/>
                  <a:pt x="714829" y="52543"/>
                  <a:pt x="713543" y="51440"/>
                </a:cubicBezTo>
                <a:cubicBezTo>
                  <a:pt x="712258" y="50338"/>
                  <a:pt x="711616" y="48914"/>
                  <a:pt x="711616" y="47168"/>
                </a:cubicBezTo>
                <a:cubicBezTo>
                  <a:pt x="711616" y="45698"/>
                  <a:pt x="711983" y="44527"/>
                  <a:pt x="712717" y="43654"/>
                </a:cubicBezTo>
                <a:cubicBezTo>
                  <a:pt x="713452" y="42782"/>
                  <a:pt x="714348" y="42116"/>
                  <a:pt x="715402" y="41658"/>
                </a:cubicBezTo>
                <a:cubicBezTo>
                  <a:pt x="716459" y="41199"/>
                  <a:pt x="717629" y="40900"/>
                  <a:pt x="718914" y="40763"/>
                </a:cubicBezTo>
                <a:cubicBezTo>
                  <a:pt x="720200" y="40624"/>
                  <a:pt x="721394" y="40555"/>
                  <a:pt x="722495" y="40555"/>
                </a:cubicBezTo>
                <a:cubicBezTo>
                  <a:pt x="725983" y="40555"/>
                  <a:pt x="729013" y="41224"/>
                  <a:pt x="731583" y="42562"/>
                </a:cubicBezTo>
                <a:cubicBezTo>
                  <a:pt x="734154" y="43898"/>
                  <a:pt x="735577" y="46457"/>
                  <a:pt x="735853" y="50238"/>
                </a:cubicBezTo>
                <a:lnTo>
                  <a:pt x="754446" y="50238"/>
                </a:lnTo>
                <a:cubicBezTo>
                  <a:pt x="754079" y="45831"/>
                  <a:pt x="752954" y="42181"/>
                  <a:pt x="751072" y="39288"/>
                </a:cubicBezTo>
                <a:cubicBezTo>
                  <a:pt x="749190" y="36395"/>
                  <a:pt x="746826" y="34076"/>
                  <a:pt x="743979" y="32332"/>
                </a:cubicBezTo>
                <a:cubicBezTo>
                  <a:pt x="741134" y="30587"/>
                  <a:pt x="737898" y="29347"/>
                  <a:pt x="734271" y="28613"/>
                </a:cubicBezTo>
                <a:cubicBezTo>
                  <a:pt x="730644" y="27877"/>
                  <a:pt x="726903" y="27509"/>
                  <a:pt x="723047" y="27509"/>
                </a:cubicBezTo>
                <a:cubicBezTo>
                  <a:pt x="719191" y="27509"/>
                  <a:pt x="715426" y="27854"/>
                  <a:pt x="711752" y="28543"/>
                </a:cubicBezTo>
                <a:cubicBezTo>
                  <a:pt x="708080" y="29231"/>
                  <a:pt x="704776" y="30425"/>
                  <a:pt x="701838" y="32124"/>
                </a:cubicBezTo>
                <a:cubicBezTo>
                  <a:pt x="698900" y="33823"/>
                  <a:pt x="696536" y="36143"/>
                  <a:pt x="694746" y="39082"/>
                </a:cubicBezTo>
                <a:cubicBezTo>
                  <a:pt x="692955" y="42021"/>
                  <a:pt x="692060" y="45787"/>
                  <a:pt x="692060" y="50381"/>
                </a:cubicBezTo>
                <a:cubicBezTo>
                  <a:pt x="692060" y="53504"/>
                  <a:pt x="692702" y="56144"/>
                  <a:pt x="693987" y="58303"/>
                </a:cubicBezTo>
                <a:cubicBezTo>
                  <a:pt x="695273" y="60461"/>
                  <a:pt x="696972" y="62252"/>
                  <a:pt x="699083" y="63677"/>
                </a:cubicBezTo>
                <a:cubicBezTo>
                  <a:pt x="701196" y="65100"/>
                  <a:pt x="703606" y="66248"/>
                  <a:pt x="706314" y="67121"/>
                </a:cubicBezTo>
                <a:cubicBezTo>
                  <a:pt x="709022" y="67994"/>
                  <a:pt x="711799" y="68751"/>
                  <a:pt x="714646" y="69394"/>
                </a:cubicBezTo>
                <a:cubicBezTo>
                  <a:pt x="721623" y="70864"/>
                  <a:pt x="727062" y="72334"/>
                  <a:pt x="730963" y="73803"/>
                </a:cubicBezTo>
                <a:cubicBezTo>
                  <a:pt x="734866" y="75273"/>
                  <a:pt x="736818" y="77477"/>
                  <a:pt x="736818" y="80416"/>
                </a:cubicBezTo>
                <a:cubicBezTo>
                  <a:pt x="736818" y="82160"/>
                  <a:pt x="736405" y="83607"/>
                  <a:pt x="735578" y="84756"/>
                </a:cubicBezTo>
                <a:cubicBezTo>
                  <a:pt x="734751" y="85904"/>
                  <a:pt x="733718" y="86823"/>
                  <a:pt x="732478" y="87513"/>
                </a:cubicBezTo>
                <a:cubicBezTo>
                  <a:pt x="731240" y="88201"/>
                  <a:pt x="729863" y="88706"/>
                  <a:pt x="728347" y="89028"/>
                </a:cubicBezTo>
                <a:cubicBezTo>
                  <a:pt x="726833" y="89349"/>
                  <a:pt x="725387" y="89509"/>
                  <a:pt x="724010" y="89509"/>
                </a:cubicBezTo>
                <a:cubicBezTo>
                  <a:pt x="722082" y="89509"/>
                  <a:pt x="720223" y="89280"/>
                  <a:pt x="718433" y="88822"/>
                </a:cubicBezTo>
                <a:cubicBezTo>
                  <a:pt x="716642" y="88362"/>
                  <a:pt x="715059" y="87651"/>
                  <a:pt x="713681" y="86689"/>
                </a:cubicBezTo>
                <a:cubicBezTo>
                  <a:pt x="712304" y="85725"/>
                  <a:pt x="711179" y="84487"/>
                  <a:pt x="710307" y="82974"/>
                </a:cubicBezTo>
                <a:cubicBezTo>
                  <a:pt x="709435" y="81461"/>
                  <a:pt x="709000" y="79649"/>
                  <a:pt x="709000" y="77539"/>
                </a:cubicBezTo>
                <a:close/>
                <a:moveTo>
                  <a:pt x="847084" y="79462"/>
                </a:moveTo>
                <a:lnTo>
                  <a:pt x="847084" y="100672"/>
                </a:lnTo>
                <a:lnTo>
                  <a:pt x="825461" y="100672"/>
                </a:lnTo>
                <a:lnTo>
                  <a:pt x="825461" y="79462"/>
                </a:lnTo>
                <a:lnTo>
                  <a:pt x="847084" y="79462"/>
                </a:lnTo>
                <a:moveTo>
                  <a:pt x="803289" y="34017"/>
                </a:moveTo>
                <a:cubicBezTo>
                  <a:pt x="803381" y="29060"/>
                  <a:pt x="804230" y="24515"/>
                  <a:pt x="805836" y="20384"/>
                </a:cubicBezTo>
                <a:cubicBezTo>
                  <a:pt x="807443" y="16251"/>
                  <a:pt x="809692" y="12670"/>
                  <a:pt x="812583" y="9641"/>
                </a:cubicBezTo>
                <a:cubicBezTo>
                  <a:pt x="815476" y="6611"/>
                  <a:pt x="818965" y="4247"/>
                  <a:pt x="823050" y="2549"/>
                </a:cubicBezTo>
                <a:cubicBezTo>
                  <a:pt x="827137" y="850"/>
                  <a:pt x="831705" y="0"/>
                  <a:pt x="836754" y="0"/>
                </a:cubicBezTo>
                <a:cubicBezTo>
                  <a:pt x="843272" y="0"/>
                  <a:pt x="848712" y="895"/>
                  <a:pt x="853073" y="2686"/>
                </a:cubicBezTo>
                <a:cubicBezTo>
                  <a:pt x="857434" y="4476"/>
                  <a:pt x="860946" y="6703"/>
                  <a:pt x="863607" y="9366"/>
                </a:cubicBezTo>
                <a:cubicBezTo>
                  <a:pt x="866271" y="12028"/>
                  <a:pt x="868176" y="14897"/>
                  <a:pt x="869323" y="17973"/>
                </a:cubicBezTo>
                <a:cubicBezTo>
                  <a:pt x="870472" y="21048"/>
                  <a:pt x="871046" y="23917"/>
                  <a:pt x="871046" y="26581"/>
                </a:cubicBezTo>
                <a:cubicBezTo>
                  <a:pt x="871046" y="30987"/>
                  <a:pt x="870472" y="34613"/>
                  <a:pt x="869323" y="37460"/>
                </a:cubicBezTo>
                <a:cubicBezTo>
                  <a:pt x="868176" y="40306"/>
                  <a:pt x="866753" y="42740"/>
                  <a:pt x="865055" y="44760"/>
                </a:cubicBezTo>
                <a:cubicBezTo>
                  <a:pt x="863357" y="46779"/>
                  <a:pt x="861475" y="48500"/>
                  <a:pt x="859409" y="49923"/>
                </a:cubicBezTo>
                <a:cubicBezTo>
                  <a:pt x="857344" y="51346"/>
                  <a:pt x="855393" y="52770"/>
                  <a:pt x="853556" y="54193"/>
                </a:cubicBezTo>
                <a:cubicBezTo>
                  <a:pt x="851720" y="55615"/>
                  <a:pt x="850090" y="57244"/>
                  <a:pt x="848667" y="59081"/>
                </a:cubicBezTo>
                <a:cubicBezTo>
                  <a:pt x="847243" y="60917"/>
                  <a:pt x="846348" y="63213"/>
                  <a:pt x="845981" y="65967"/>
                </a:cubicBezTo>
                <a:lnTo>
                  <a:pt x="845981" y="71200"/>
                </a:lnTo>
                <a:lnTo>
                  <a:pt x="827390" y="71200"/>
                </a:lnTo>
                <a:lnTo>
                  <a:pt x="827390" y="65003"/>
                </a:lnTo>
                <a:cubicBezTo>
                  <a:pt x="827666" y="61055"/>
                  <a:pt x="828423" y="57750"/>
                  <a:pt x="829661" y="55088"/>
                </a:cubicBezTo>
                <a:cubicBezTo>
                  <a:pt x="830901" y="52425"/>
                  <a:pt x="832347" y="50153"/>
                  <a:pt x="833999" y="48271"/>
                </a:cubicBezTo>
                <a:cubicBezTo>
                  <a:pt x="835652" y="46388"/>
                  <a:pt x="837397" y="44758"/>
                  <a:pt x="839233" y="43381"/>
                </a:cubicBezTo>
                <a:cubicBezTo>
                  <a:pt x="841070" y="42004"/>
                  <a:pt x="842769" y="40627"/>
                  <a:pt x="844329" y="39250"/>
                </a:cubicBezTo>
                <a:cubicBezTo>
                  <a:pt x="845890" y="37873"/>
                  <a:pt x="847152" y="36358"/>
                  <a:pt x="848116" y="34707"/>
                </a:cubicBezTo>
                <a:cubicBezTo>
                  <a:pt x="849080" y="33054"/>
                  <a:pt x="849516" y="30987"/>
                  <a:pt x="849425" y="28508"/>
                </a:cubicBezTo>
                <a:cubicBezTo>
                  <a:pt x="849425" y="24284"/>
                  <a:pt x="848392" y="21162"/>
                  <a:pt x="846326" y="19144"/>
                </a:cubicBezTo>
                <a:cubicBezTo>
                  <a:pt x="844261" y="17124"/>
                  <a:pt x="841391" y="16114"/>
                  <a:pt x="837718" y="16114"/>
                </a:cubicBezTo>
                <a:cubicBezTo>
                  <a:pt x="835240" y="16114"/>
                  <a:pt x="833106" y="16595"/>
                  <a:pt x="831315" y="17559"/>
                </a:cubicBezTo>
                <a:cubicBezTo>
                  <a:pt x="829525" y="18523"/>
                  <a:pt x="828055" y="19808"/>
                  <a:pt x="826907" y="21415"/>
                </a:cubicBezTo>
                <a:cubicBezTo>
                  <a:pt x="825759" y="23022"/>
                  <a:pt x="824910" y="24904"/>
                  <a:pt x="824360" y="27062"/>
                </a:cubicBezTo>
                <a:cubicBezTo>
                  <a:pt x="823809" y="29219"/>
                  <a:pt x="823534" y="31538"/>
                  <a:pt x="823534" y="34017"/>
                </a:cubicBezTo>
                <a:lnTo>
                  <a:pt x="803289" y="340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fc4423bc4453a"/>
          <a:stretch xmlns:a="http://schemas.openxmlformats.org/drawingml/2006/main"/>
        </p:blipFill>
        <p:spPr>
          <a:xfrm xmlns:a="http://schemas.openxmlformats.org/drawingml/2006/main">
            <a:off x="11020020" y="3567646"/>
            <a:ext cx="602283" cy="602283"/>
          </a:xfrm>
          <a:prstGeom xmlns:a="http://schemas.openxmlformats.org/drawingml/2006/main" prst="rect">
            <a:avLst/>
          </a:prstGeom>
        </p:spPr>
      </p:pic>
      <p:pic>
        <p:nvPicPr>
          <p:cNvPr id="4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572d3ebf24a1c"/>
          <a:stretch xmlns:a="http://schemas.openxmlformats.org/drawingml/2006/main"/>
        </p:blipFill>
        <p:spPr>
          <a:xfrm xmlns:a="http://schemas.openxmlformats.org/drawingml/2006/main">
            <a:off x="12501859" y="3556629"/>
            <a:ext cx="615137" cy="615137"/>
          </a:xfrm>
          <a:prstGeom xmlns:a="http://schemas.openxmlformats.org/drawingml/2006/main" prst="rect">
            <a:avLst/>
          </a:prstGeom>
        </p:spPr>
      </p:pic>
      <p:pic>
        <p:nvPicPr>
          <p:cNvPr id="4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1faa177ea478f"/>
          <a:stretch xmlns:a="http://schemas.openxmlformats.org/drawingml/2006/main"/>
        </p:blipFill>
        <p:spPr>
          <a:xfrm xmlns:a="http://schemas.openxmlformats.org/drawingml/2006/main">
            <a:off x="11831635" y="3635587"/>
            <a:ext cx="460894" cy="460894"/>
          </a:xfrm>
          <a:prstGeom xmlns:a="http://schemas.openxmlformats.org/drawingml/2006/main" prst="rect">
            <a:avLst/>
          </a:prstGeom>
        </p:spPr>
      </p:pic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DDBFA-E1EB-43E1-8FF7-C827C0B5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915" y="3347299"/>
            <a:ext cx="3070329" cy="1240985"/>
          </a:xfrm>
          <a:custGeom xmlns:a="http://schemas.openxmlformats.org/drawingml/2006/main">
            <a:pathLst>
              <a:path w="3070329" h="1240985">
                <a:moveTo>
                  <a:pt x="6672" y="1082014"/>
                </a:moveTo>
                <a:lnTo>
                  <a:pt x="9533" y="1092067"/>
                </a:lnTo>
                <a:lnTo>
                  <a:pt x="12854" y="1101921"/>
                </a:lnTo>
                <a:lnTo>
                  <a:pt x="16648" y="1111546"/>
                </a:lnTo>
                <a:lnTo>
                  <a:pt x="20902" y="1120942"/>
                </a:lnTo>
                <a:lnTo>
                  <a:pt x="25585" y="1130077"/>
                </a:lnTo>
                <a:lnTo>
                  <a:pt x="30680" y="1138952"/>
                </a:lnTo>
                <a:lnTo>
                  <a:pt x="36204" y="1147552"/>
                </a:lnTo>
                <a:lnTo>
                  <a:pt x="42111" y="1155861"/>
                </a:lnTo>
                <a:lnTo>
                  <a:pt x="48400" y="1163863"/>
                </a:lnTo>
                <a:lnTo>
                  <a:pt x="55056" y="1171560"/>
                </a:lnTo>
                <a:lnTo>
                  <a:pt x="62065" y="1178905"/>
                </a:lnTo>
                <a:lnTo>
                  <a:pt x="69425" y="1185929"/>
                </a:lnTo>
                <a:lnTo>
                  <a:pt x="77122" y="1192585"/>
                </a:lnTo>
                <a:lnTo>
                  <a:pt x="85125" y="1198874"/>
                </a:lnTo>
                <a:lnTo>
                  <a:pt x="93433" y="1204781"/>
                </a:lnTo>
                <a:lnTo>
                  <a:pt x="102033" y="1210305"/>
                </a:lnTo>
                <a:lnTo>
                  <a:pt x="110908" y="1215400"/>
                </a:lnTo>
                <a:lnTo>
                  <a:pt x="120044" y="1220083"/>
                </a:lnTo>
                <a:lnTo>
                  <a:pt x="129439" y="1224337"/>
                </a:lnTo>
                <a:lnTo>
                  <a:pt x="139064" y="1228131"/>
                </a:lnTo>
                <a:lnTo>
                  <a:pt x="148918" y="1231452"/>
                </a:lnTo>
                <a:lnTo>
                  <a:pt x="158972" y="1234313"/>
                </a:lnTo>
                <a:lnTo>
                  <a:pt x="169224" y="1236685"/>
                </a:lnTo>
                <a:lnTo>
                  <a:pt x="179675" y="1238552"/>
                </a:lnTo>
                <a:lnTo>
                  <a:pt x="190279" y="1239899"/>
                </a:lnTo>
                <a:lnTo>
                  <a:pt x="201037" y="1240710"/>
                </a:lnTo>
                <a:lnTo>
                  <a:pt x="211840" y="1240985"/>
                </a:lnTo>
                <a:lnTo>
                  <a:pt x="2858489" y="1240985"/>
                </a:lnTo>
                <a:lnTo>
                  <a:pt x="2869292" y="1240710"/>
                </a:lnTo>
                <a:lnTo>
                  <a:pt x="2880049" y="1239899"/>
                </a:lnTo>
                <a:lnTo>
                  <a:pt x="2890654" y="1238552"/>
                </a:lnTo>
                <a:lnTo>
                  <a:pt x="2901090" y="1236685"/>
                </a:lnTo>
                <a:lnTo>
                  <a:pt x="2911357" y="1234313"/>
                </a:lnTo>
                <a:lnTo>
                  <a:pt x="2921411" y="1231452"/>
                </a:lnTo>
                <a:lnTo>
                  <a:pt x="2931265" y="1228131"/>
                </a:lnTo>
                <a:lnTo>
                  <a:pt x="2940890" y="1224337"/>
                </a:lnTo>
                <a:lnTo>
                  <a:pt x="2950285" y="1220083"/>
                </a:lnTo>
                <a:lnTo>
                  <a:pt x="2959420" y="1215400"/>
                </a:lnTo>
                <a:lnTo>
                  <a:pt x="2968296" y="1210305"/>
                </a:lnTo>
                <a:lnTo>
                  <a:pt x="2976895" y="1204781"/>
                </a:lnTo>
                <a:lnTo>
                  <a:pt x="2985204" y="1198874"/>
                </a:lnTo>
                <a:lnTo>
                  <a:pt x="2993207" y="1192585"/>
                </a:lnTo>
                <a:lnTo>
                  <a:pt x="3000904" y="1185929"/>
                </a:lnTo>
                <a:lnTo>
                  <a:pt x="3008249" y="1178905"/>
                </a:lnTo>
                <a:lnTo>
                  <a:pt x="3015272" y="1171560"/>
                </a:lnTo>
                <a:lnTo>
                  <a:pt x="3021929" y="1163863"/>
                </a:lnTo>
                <a:lnTo>
                  <a:pt x="3028218" y="1155861"/>
                </a:lnTo>
                <a:lnTo>
                  <a:pt x="3034124" y="1147552"/>
                </a:lnTo>
                <a:lnTo>
                  <a:pt x="3039648" y="1138952"/>
                </a:lnTo>
                <a:lnTo>
                  <a:pt x="3044744" y="1130077"/>
                </a:lnTo>
                <a:lnTo>
                  <a:pt x="3049426" y="1120942"/>
                </a:lnTo>
                <a:lnTo>
                  <a:pt x="3053665" y="1111546"/>
                </a:lnTo>
                <a:lnTo>
                  <a:pt x="3057475" y="1101921"/>
                </a:lnTo>
                <a:lnTo>
                  <a:pt x="3060796" y="1092067"/>
                </a:lnTo>
                <a:lnTo>
                  <a:pt x="3063657" y="1082014"/>
                </a:lnTo>
                <a:lnTo>
                  <a:pt x="3066029" y="1071761"/>
                </a:lnTo>
                <a:lnTo>
                  <a:pt x="3067896" y="1061310"/>
                </a:lnTo>
                <a:lnTo>
                  <a:pt x="3069242" y="1050706"/>
                </a:lnTo>
                <a:lnTo>
                  <a:pt x="3070053" y="1039949"/>
                </a:lnTo>
                <a:lnTo>
                  <a:pt x="3070329" y="1029145"/>
                </a:lnTo>
                <a:lnTo>
                  <a:pt x="3070329" y="211840"/>
                </a:lnTo>
                <a:lnTo>
                  <a:pt x="3070053" y="201037"/>
                </a:lnTo>
                <a:lnTo>
                  <a:pt x="3069242" y="190279"/>
                </a:lnTo>
                <a:lnTo>
                  <a:pt x="3067896" y="179675"/>
                </a:lnTo>
                <a:lnTo>
                  <a:pt x="3066029" y="169224"/>
                </a:lnTo>
                <a:lnTo>
                  <a:pt x="3063657" y="158972"/>
                </a:lnTo>
                <a:lnTo>
                  <a:pt x="3060796" y="148918"/>
                </a:lnTo>
                <a:lnTo>
                  <a:pt x="3057475" y="139064"/>
                </a:lnTo>
                <a:lnTo>
                  <a:pt x="3053665" y="129439"/>
                </a:lnTo>
                <a:lnTo>
                  <a:pt x="3049426" y="120044"/>
                </a:lnTo>
                <a:lnTo>
                  <a:pt x="3044744" y="110908"/>
                </a:lnTo>
                <a:lnTo>
                  <a:pt x="3039648" y="102033"/>
                </a:lnTo>
                <a:lnTo>
                  <a:pt x="3034124" y="93433"/>
                </a:lnTo>
                <a:lnTo>
                  <a:pt x="3028218" y="85125"/>
                </a:lnTo>
                <a:lnTo>
                  <a:pt x="3021929" y="77122"/>
                </a:lnTo>
                <a:lnTo>
                  <a:pt x="3015272" y="69425"/>
                </a:lnTo>
                <a:lnTo>
                  <a:pt x="3008249" y="62080"/>
                </a:lnTo>
                <a:lnTo>
                  <a:pt x="3000904" y="55056"/>
                </a:lnTo>
                <a:lnTo>
                  <a:pt x="2993207" y="48400"/>
                </a:lnTo>
                <a:lnTo>
                  <a:pt x="2985204" y="42111"/>
                </a:lnTo>
                <a:lnTo>
                  <a:pt x="2976895" y="36204"/>
                </a:lnTo>
                <a:lnTo>
                  <a:pt x="2968296" y="30680"/>
                </a:lnTo>
                <a:lnTo>
                  <a:pt x="2959420" y="25585"/>
                </a:lnTo>
                <a:lnTo>
                  <a:pt x="2950285" y="20902"/>
                </a:lnTo>
                <a:lnTo>
                  <a:pt x="2940890" y="16648"/>
                </a:lnTo>
                <a:lnTo>
                  <a:pt x="2931265" y="12854"/>
                </a:lnTo>
                <a:lnTo>
                  <a:pt x="2921411" y="9533"/>
                </a:lnTo>
                <a:lnTo>
                  <a:pt x="2911357" y="6672"/>
                </a:lnTo>
                <a:lnTo>
                  <a:pt x="2901090" y="4300"/>
                </a:lnTo>
                <a:lnTo>
                  <a:pt x="2890654" y="2433"/>
                </a:lnTo>
                <a:lnTo>
                  <a:pt x="2880049" y="1086"/>
                </a:lnTo>
                <a:lnTo>
                  <a:pt x="2869292" y="275"/>
                </a:lnTo>
                <a:lnTo>
                  <a:pt x="2858489" y="0"/>
                </a:lnTo>
                <a:lnTo>
                  <a:pt x="211840" y="0"/>
                </a:lnTo>
                <a:lnTo>
                  <a:pt x="201037" y="275"/>
                </a:lnTo>
                <a:lnTo>
                  <a:pt x="190279" y="1086"/>
                </a:lnTo>
                <a:lnTo>
                  <a:pt x="179675" y="2433"/>
                </a:lnTo>
                <a:lnTo>
                  <a:pt x="169224" y="4300"/>
                </a:lnTo>
                <a:lnTo>
                  <a:pt x="158972" y="6672"/>
                </a:lnTo>
                <a:lnTo>
                  <a:pt x="148918" y="9533"/>
                </a:lnTo>
                <a:lnTo>
                  <a:pt x="139064" y="12854"/>
                </a:lnTo>
                <a:lnTo>
                  <a:pt x="129439" y="16648"/>
                </a:lnTo>
                <a:lnTo>
                  <a:pt x="120044" y="20902"/>
                </a:lnTo>
                <a:lnTo>
                  <a:pt x="110908" y="25585"/>
                </a:lnTo>
                <a:lnTo>
                  <a:pt x="102033" y="30680"/>
                </a:lnTo>
                <a:lnTo>
                  <a:pt x="93433" y="36204"/>
                </a:lnTo>
                <a:lnTo>
                  <a:pt x="85125" y="42111"/>
                </a:lnTo>
                <a:lnTo>
                  <a:pt x="77122" y="48400"/>
                </a:lnTo>
                <a:lnTo>
                  <a:pt x="69425" y="55056"/>
                </a:lnTo>
                <a:lnTo>
                  <a:pt x="62065" y="62080"/>
                </a:lnTo>
                <a:lnTo>
                  <a:pt x="55056" y="69425"/>
                </a:lnTo>
                <a:lnTo>
                  <a:pt x="48400" y="77122"/>
                </a:lnTo>
                <a:lnTo>
                  <a:pt x="42111" y="85125"/>
                </a:lnTo>
                <a:lnTo>
                  <a:pt x="36204" y="93433"/>
                </a:lnTo>
                <a:lnTo>
                  <a:pt x="30680" y="102033"/>
                </a:lnTo>
                <a:lnTo>
                  <a:pt x="25585" y="110908"/>
                </a:lnTo>
                <a:lnTo>
                  <a:pt x="20902" y="120044"/>
                </a:lnTo>
                <a:lnTo>
                  <a:pt x="16648" y="129439"/>
                </a:lnTo>
                <a:lnTo>
                  <a:pt x="12854" y="139064"/>
                </a:lnTo>
                <a:lnTo>
                  <a:pt x="9533" y="148918"/>
                </a:lnTo>
                <a:lnTo>
                  <a:pt x="6672" y="158972"/>
                </a:lnTo>
                <a:lnTo>
                  <a:pt x="4300" y="169224"/>
                </a:lnTo>
                <a:lnTo>
                  <a:pt x="2433" y="179675"/>
                </a:lnTo>
                <a:lnTo>
                  <a:pt x="1086" y="190279"/>
                </a:lnTo>
                <a:lnTo>
                  <a:pt x="275" y="201037"/>
                </a:lnTo>
                <a:lnTo>
                  <a:pt x="0" y="211840"/>
                </a:lnTo>
                <a:lnTo>
                  <a:pt x="0" y="1029145"/>
                </a:lnTo>
                <a:lnTo>
                  <a:pt x="275" y="1039949"/>
                </a:lnTo>
                <a:lnTo>
                  <a:pt x="1086" y="1050706"/>
                </a:lnTo>
                <a:lnTo>
                  <a:pt x="2433" y="1061310"/>
                </a:lnTo>
                <a:lnTo>
                  <a:pt x="4300" y="1071761"/>
                </a:lnTo>
                <a:lnTo>
                  <a:pt x="6672" y="1082014"/>
                </a:lnTo>
                <a:close/>
                <a:moveTo>
                  <a:pt x="24102" y="153597"/>
                </a:moveTo>
                <a:lnTo>
                  <a:pt x="27292" y="144163"/>
                </a:lnTo>
                <a:lnTo>
                  <a:pt x="30818" y="135223"/>
                </a:lnTo>
                <a:lnTo>
                  <a:pt x="30680" y="135575"/>
                </a:lnTo>
                <a:lnTo>
                  <a:pt x="34623" y="126833"/>
                </a:lnTo>
                <a:lnTo>
                  <a:pt x="38980" y="118312"/>
                </a:lnTo>
                <a:lnTo>
                  <a:pt x="43855" y="109822"/>
                </a:lnTo>
                <a:lnTo>
                  <a:pt x="43672" y="110143"/>
                </a:lnTo>
                <a:lnTo>
                  <a:pt x="48949" y="101900"/>
                </a:lnTo>
                <a:lnTo>
                  <a:pt x="54369" y="94286"/>
                </a:lnTo>
                <a:lnTo>
                  <a:pt x="60252" y="86803"/>
                </a:lnTo>
                <a:lnTo>
                  <a:pt x="66327" y="79788"/>
                </a:lnTo>
                <a:lnTo>
                  <a:pt x="72894" y="72894"/>
                </a:lnTo>
                <a:lnTo>
                  <a:pt x="79788" y="66327"/>
                </a:lnTo>
                <a:lnTo>
                  <a:pt x="86805" y="60250"/>
                </a:lnTo>
                <a:lnTo>
                  <a:pt x="94428" y="54245"/>
                </a:lnTo>
                <a:lnTo>
                  <a:pt x="94137" y="54475"/>
                </a:lnTo>
                <a:lnTo>
                  <a:pt x="101901" y="48948"/>
                </a:lnTo>
                <a:lnTo>
                  <a:pt x="110010" y="43747"/>
                </a:lnTo>
                <a:lnTo>
                  <a:pt x="118319" y="38976"/>
                </a:lnTo>
                <a:lnTo>
                  <a:pt x="126587" y="34734"/>
                </a:lnTo>
                <a:lnTo>
                  <a:pt x="135575" y="30680"/>
                </a:lnTo>
                <a:lnTo>
                  <a:pt x="135223" y="30818"/>
                </a:lnTo>
                <a:lnTo>
                  <a:pt x="144163" y="27292"/>
                </a:lnTo>
                <a:lnTo>
                  <a:pt x="153597" y="24102"/>
                </a:lnTo>
                <a:lnTo>
                  <a:pt x="162833" y="21476"/>
                </a:lnTo>
                <a:lnTo>
                  <a:pt x="172272" y="19299"/>
                </a:lnTo>
                <a:lnTo>
                  <a:pt x="181923" y="17580"/>
                </a:lnTo>
                <a:lnTo>
                  <a:pt x="191973" y="16301"/>
                </a:lnTo>
                <a:lnTo>
                  <a:pt x="201885" y="15555"/>
                </a:lnTo>
                <a:lnTo>
                  <a:pt x="212130" y="15302"/>
                </a:lnTo>
                <a:lnTo>
                  <a:pt x="2858198" y="15302"/>
                </a:lnTo>
                <a:lnTo>
                  <a:pt x="2868444" y="15555"/>
                </a:lnTo>
                <a:lnTo>
                  <a:pt x="2878355" y="16301"/>
                </a:lnTo>
                <a:lnTo>
                  <a:pt x="2888406" y="17580"/>
                </a:lnTo>
                <a:lnTo>
                  <a:pt x="2898057" y="19299"/>
                </a:lnTo>
                <a:lnTo>
                  <a:pt x="2907496" y="21476"/>
                </a:lnTo>
                <a:lnTo>
                  <a:pt x="2916732" y="24102"/>
                </a:lnTo>
                <a:lnTo>
                  <a:pt x="2926165" y="27292"/>
                </a:lnTo>
                <a:lnTo>
                  <a:pt x="2935106" y="30818"/>
                </a:lnTo>
                <a:lnTo>
                  <a:pt x="2934754" y="30680"/>
                </a:lnTo>
                <a:lnTo>
                  <a:pt x="2943742" y="34734"/>
                </a:lnTo>
                <a:lnTo>
                  <a:pt x="2952010" y="38976"/>
                </a:lnTo>
                <a:lnTo>
                  <a:pt x="2960507" y="43855"/>
                </a:lnTo>
                <a:lnTo>
                  <a:pt x="2960186" y="43672"/>
                </a:lnTo>
                <a:lnTo>
                  <a:pt x="2968429" y="48949"/>
                </a:lnTo>
                <a:lnTo>
                  <a:pt x="2976043" y="54369"/>
                </a:lnTo>
                <a:lnTo>
                  <a:pt x="2983526" y="60252"/>
                </a:lnTo>
                <a:lnTo>
                  <a:pt x="2990541" y="66327"/>
                </a:lnTo>
                <a:lnTo>
                  <a:pt x="2997435" y="72894"/>
                </a:lnTo>
                <a:lnTo>
                  <a:pt x="3003998" y="79783"/>
                </a:lnTo>
                <a:lnTo>
                  <a:pt x="3010227" y="86994"/>
                </a:lnTo>
                <a:lnTo>
                  <a:pt x="3015957" y="94282"/>
                </a:lnTo>
                <a:lnTo>
                  <a:pt x="3021516" y="102113"/>
                </a:lnTo>
                <a:lnTo>
                  <a:pt x="3026657" y="110143"/>
                </a:lnTo>
                <a:lnTo>
                  <a:pt x="3026473" y="109822"/>
                </a:lnTo>
                <a:lnTo>
                  <a:pt x="3031349" y="118312"/>
                </a:lnTo>
                <a:lnTo>
                  <a:pt x="3035706" y="126833"/>
                </a:lnTo>
                <a:lnTo>
                  <a:pt x="3039648" y="135575"/>
                </a:lnTo>
                <a:lnTo>
                  <a:pt x="3039511" y="135223"/>
                </a:lnTo>
                <a:lnTo>
                  <a:pt x="3043037" y="144163"/>
                </a:lnTo>
                <a:lnTo>
                  <a:pt x="3046227" y="153597"/>
                </a:lnTo>
                <a:lnTo>
                  <a:pt x="3048891" y="162965"/>
                </a:lnTo>
                <a:lnTo>
                  <a:pt x="3048784" y="162598"/>
                </a:lnTo>
                <a:lnTo>
                  <a:pt x="3051031" y="172278"/>
                </a:lnTo>
                <a:lnTo>
                  <a:pt x="3052749" y="181923"/>
                </a:lnTo>
                <a:lnTo>
                  <a:pt x="3053991" y="191681"/>
                </a:lnTo>
                <a:lnTo>
                  <a:pt x="3054773" y="201888"/>
                </a:lnTo>
                <a:lnTo>
                  <a:pt x="3055027" y="212130"/>
                </a:lnTo>
                <a:lnTo>
                  <a:pt x="3055027" y="1028855"/>
                </a:lnTo>
                <a:lnTo>
                  <a:pt x="3054773" y="1039097"/>
                </a:lnTo>
                <a:lnTo>
                  <a:pt x="3053991" y="1049304"/>
                </a:lnTo>
                <a:lnTo>
                  <a:pt x="3052749" y="1059062"/>
                </a:lnTo>
                <a:lnTo>
                  <a:pt x="3051031" y="1068707"/>
                </a:lnTo>
                <a:lnTo>
                  <a:pt x="3048784" y="1078387"/>
                </a:lnTo>
                <a:lnTo>
                  <a:pt x="3048891" y="1078020"/>
                </a:lnTo>
                <a:lnTo>
                  <a:pt x="3046227" y="1087388"/>
                </a:lnTo>
                <a:lnTo>
                  <a:pt x="3043037" y="1096822"/>
                </a:lnTo>
                <a:lnTo>
                  <a:pt x="3039511" y="1105762"/>
                </a:lnTo>
                <a:lnTo>
                  <a:pt x="3039648" y="1105410"/>
                </a:lnTo>
                <a:lnTo>
                  <a:pt x="3035706" y="1114152"/>
                </a:lnTo>
                <a:lnTo>
                  <a:pt x="3031349" y="1122673"/>
                </a:lnTo>
                <a:lnTo>
                  <a:pt x="3026473" y="1131163"/>
                </a:lnTo>
                <a:lnTo>
                  <a:pt x="3026657" y="1130842"/>
                </a:lnTo>
                <a:lnTo>
                  <a:pt x="3021516" y="1138872"/>
                </a:lnTo>
                <a:lnTo>
                  <a:pt x="3015957" y="1146703"/>
                </a:lnTo>
                <a:lnTo>
                  <a:pt x="3010227" y="1153991"/>
                </a:lnTo>
                <a:lnTo>
                  <a:pt x="3003998" y="1161202"/>
                </a:lnTo>
                <a:lnTo>
                  <a:pt x="2997435" y="1168091"/>
                </a:lnTo>
                <a:lnTo>
                  <a:pt x="2990546" y="1174654"/>
                </a:lnTo>
                <a:lnTo>
                  <a:pt x="2983335" y="1180884"/>
                </a:lnTo>
                <a:lnTo>
                  <a:pt x="2976046" y="1186613"/>
                </a:lnTo>
                <a:lnTo>
                  <a:pt x="2968216" y="1192172"/>
                </a:lnTo>
                <a:lnTo>
                  <a:pt x="2960186" y="1197313"/>
                </a:lnTo>
                <a:lnTo>
                  <a:pt x="2960507" y="1197130"/>
                </a:lnTo>
                <a:lnTo>
                  <a:pt x="2952017" y="1202005"/>
                </a:lnTo>
                <a:lnTo>
                  <a:pt x="2943496" y="1206362"/>
                </a:lnTo>
                <a:lnTo>
                  <a:pt x="2934754" y="1210305"/>
                </a:lnTo>
                <a:lnTo>
                  <a:pt x="2935106" y="1210167"/>
                </a:lnTo>
                <a:lnTo>
                  <a:pt x="2926165" y="1213693"/>
                </a:lnTo>
                <a:lnTo>
                  <a:pt x="2916732" y="1216883"/>
                </a:lnTo>
                <a:lnTo>
                  <a:pt x="2907363" y="1219547"/>
                </a:lnTo>
                <a:lnTo>
                  <a:pt x="2907731" y="1219440"/>
                </a:lnTo>
                <a:lnTo>
                  <a:pt x="2898051" y="1221688"/>
                </a:lnTo>
                <a:lnTo>
                  <a:pt x="2888406" y="1223405"/>
                </a:lnTo>
                <a:lnTo>
                  <a:pt x="2878355" y="1224684"/>
                </a:lnTo>
                <a:lnTo>
                  <a:pt x="2868444" y="1225430"/>
                </a:lnTo>
                <a:lnTo>
                  <a:pt x="2858198" y="1225683"/>
                </a:lnTo>
                <a:lnTo>
                  <a:pt x="212130" y="1225683"/>
                </a:lnTo>
                <a:lnTo>
                  <a:pt x="201885" y="1225430"/>
                </a:lnTo>
                <a:lnTo>
                  <a:pt x="191973" y="1224684"/>
                </a:lnTo>
                <a:lnTo>
                  <a:pt x="181923" y="1223405"/>
                </a:lnTo>
                <a:lnTo>
                  <a:pt x="172278" y="1221688"/>
                </a:lnTo>
                <a:lnTo>
                  <a:pt x="162598" y="1219440"/>
                </a:lnTo>
                <a:lnTo>
                  <a:pt x="162965" y="1219547"/>
                </a:lnTo>
                <a:lnTo>
                  <a:pt x="153597" y="1216883"/>
                </a:lnTo>
                <a:lnTo>
                  <a:pt x="144163" y="1213693"/>
                </a:lnTo>
                <a:lnTo>
                  <a:pt x="135223" y="1210167"/>
                </a:lnTo>
                <a:lnTo>
                  <a:pt x="135575" y="1210305"/>
                </a:lnTo>
                <a:lnTo>
                  <a:pt x="126833" y="1206362"/>
                </a:lnTo>
                <a:lnTo>
                  <a:pt x="118312" y="1202005"/>
                </a:lnTo>
                <a:lnTo>
                  <a:pt x="110010" y="1197238"/>
                </a:lnTo>
                <a:lnTo>
                  <a:pt x="102117" y="1192175"/>
                </a:lnTo>
                <a:lnTo>
                  <a:pt x="94137" y="1186510"/>
                </a:lnTo>
                <a:lnTo>
                  <a:pt x="94428" y="1186740"/>
                </a:lnTo>
                <a:lnTo>
                  <a:pt x="87000" y="1180889"/>
                </a:lnTo>
                <a:lnTo>
                  <a:pt x="79783" y="1174654"/>
                </a:lnTo>
                <a:lnTo>
                  <a:pt x="72894" y="1168091"/>
                </a:lnTo>
                <a:lnTo>
                  <a:pt x="66327" y="1161197"/>
                </a:lnTo>
                <a:lnTo>
                  <a:pt x="60252" y="1154182"/>
                </a:lnTo>
                <a:lnTo>
                  <a:pt x="54369" y="1146699"/>
                </a:lnTo>
                <a:lnTo>
                  <a:pt x="48949" y="1139085"/>
                </a:lnTo>
                <a:lnTo>
                  <a:pt x="43672" y="1130842"/>
                </a:lnTo>
                <a:lnTo>
                  <a:pt x="43855" y="1131163"/>
                </a:lnTo>
                <a:lnTo>
                  <a:pt x="38980" y="1122673"/>
                </a:lnTo>
                <a:lnTo>
                  <a:pt x="34623" y="1114152"/>
                </a:lnTo>
                <a:lnTo>
                  <a:pt x="30680" y="1105410"/>
                </a:lnTo>
                <a:lnTo>
                  <a:pt x="30818" y="1105762"/>
                </a:lnTo>
                <a:lnTo>
                  <a:pt x="27292" y="1096822"/>
                </a:lnTo>
                <a:lnTo>
                  <a:pt x="24102" y="1087388"/>
                </a:lnTo>
                <a:lnTo>
                  <a:pt x="21476" y="1078152"/>
                </a:lnTo>
                <a:lnTo>
                  <a:pt x="19299" y="1068713"/>
                </a:lnTo>
                <a:lnTo>
                  <a:pt x="17580" y="1059062"/>
                </a:lnTo>
                <a:lnTo>
                  <a:pt x="16301" y="1049012"/>
                </a:lnTo>
                <a:lnTo>
                  <a:pt x="15555" y="1039100"/>
                </a:lnTo>
                <a:lnTo>
                  <a:pt x="15302" y="1028855"/>
                </a:lnTo>
                <a:lnTo>
                  <a:pt x="15302" y="212130"/>
                </a:lnTo>
                <a:lnTo>
                  <a:pt x="15555" y="201885"/>
                </a:lnTo>
                <a:lnTo>
                  <a:pt x="16301" y="191973"/>
                </a:lnTo>
                <a:lnTo>
                  <a:pt x="17580" y="181923"/>
                </a:lnTo>
                <a:lnTo>
                  <a:pt x="19299" y="172272"/>
                </a:lnTo>
                <a:lnTo>
                  <a:pt x="21476" y="162833"/>
                </a:lnTo>
                <a:lnTo>
                  <a:pt x="24102" y="153597"/>
                </a:lnTo>
                <a:close/>
              </a:path>
            </a:pathLst>
          </a:custGeom>
          <a:solidFill xmlns:a="http://schemas.openxmlformats.org/drawingml/2006/main">
            <a:srgbClr val="927B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E3121-CF53-47EA-B673-50644517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915" y="4673209"/>
            <a:ext cx="3070329" cy="287676"/>
          </a:xfrm>
          <a:custGeom xmlns:a="http://schemas.openxmlformats.org/drawingml/2006/main">
            <a:pathLst>
              <a:path w="3070329" h="287676">
                <a:moveTo>
                  <a:pt x="4162" y="255282"/>
                </a:moveTo>
                <a:lnTo>
                  <a:pt x="6396" y="259918"/>
                </a:lnTo>
                <a:lnTo>
                  <a:pt x="9059" y="264295"/>
                </a:lnTo>
                <a:lnTo>
                  <a:pt x="12104" y="268380"/>
                </a:lnTo>
                <a:lnTo>
                  <a:pt x="15531" y="272145"/>
                </a:lnTo>
                <a:lnTo>
                  <a:pt x="19296" y="275572"/>
                </a:lnTo>
                <a:lnTo>
                  <a:pt x="23381" y="278617"/>
                </a:lnTo>
                <a:lnTo>
                  <a:pt x="27758" y="281280"/>
                </a:lnTo>
                <a:lnTo>
                  <a:pt x="32394" y="283514"/>
                </a:lnTo>
                <a:lnTo>
                  <a:pt x="37275" y="285304"/>
                </a:lnTo>
                <a:lnTo>
                  <a:pt x="42371" y="286605"/>
                </a:lnTo>
                <a:lnTo>
                  <a:pt x="47635" y="287416"/>
                </a:lnTo>
                <a:lnTo>
                  <a:pt x="52853" y="287676"/>
                </a:lnTo>
                <a:lnTo>
                  <a:pt x="3017476" y="287676"/>
                </a:lnTo>
                <a:lnTo>
                  <a:pt x="3022694" y="287416"/>
                </a:lnTo>
                <a:lnTo>
                  <a:pt x="3027958" y="286605"/>
                </a:lnTo>
                <a:lnTo>
                  <a:pt x="3033053" y="285304"/>
                </a:lnTo>
                <a:lnTo>
                  <a:pt x="3037935" y="283514"/>
                </a:lnTo>
                <a:lnTo>
                  <a:pt x="3042571" y="281280"/>
                </a:lnTo>
                <a:lnTo>
                  <a:pt x="3046947" y="278617"/>
                </a:lnTo>
                <a:lnTo>
                  <a:pt x="3051033" y="275572"/>
                </a:lnTo>
                <a:lnTo>
                  <a:pt x="3054797" y="272145"/>
                </a:lnTo>
                <a:lnTo>
                  <a:pt x="3058225" y="268380"/>
                </a:lnTo>
                <a:lnTo>
                  <a:pt x="3061270" y="264295"/>
                </a:lnTo>
                <a:lnTo>
                  <a:pt x="3063933" y="259918"/>
                </a:lnTo>
                <a:lnTo>
                  <a:pt x="3066167" y="255282"/>
                </a:lnTo>
                <a:lnTo>
                  <a:pt x="3067957" y="250400"/>
                </a:lnTo>
                <a:lnTo>
                  <a:pt x="3069258" y="245305"/>
                </a:lnTo>
                <a:lnTo>
                  <a:pt x="3070069" y="240041"/>
                </a:lnTo>
                <a:lnTo>
                  <a:pt x="3070329" y="234823"/>
                </a:lnTo>
                <a:lnTo>
                  <a:pt x="3070329" y="52853"/>
                </a:lnTo>
                <a:lnTo>
                  <a:pt x="3070069" y="47635"/>
                </a:lnTo>
                <a:lnTo>
                  <a:pt x="3069258" y="42371"/>
                </a:lnTo>
                <a:lnTo>
                  <a:pt x="3067957" y="37275"/>
                </a:lnTo>
                <a:lnTo>
                  <a:pt x="3066167" y="32394"/>
                </a:lnTo>
                <a:lnTo>
                  <a:pt x="3063933" y="27758"/>
                </a:lnTo>
                <a:lnTo>
                  <a:pt x="3061270" y="23381"/>
                </a:lnTo>
                <a:lnTo>
                  <a:pt x="3058225" y="19296"/>
                </a:lnTo>
                <a:lnTo>
                  <a:pt x="3054797" y="15531"/>
                </a:lnTo>
                <a:lnTo>
                  <a:pt x="3051033" y="12104"/>
                </a:lnTo>
                <a:lnTo>
                  <a:pt x="3046947" y="9059"/>
                </a:lnTo>
                <a:lnTo>
                  <a:pt x="3042571" y="6396"/>
                </a:lnTo>
                <a:lnTo>
                  <a:pt x="3037935" y="4162"/>
                </a:lnTo>
                <a:lnTo>
                  <a:pt x="3033053" y="2372"/>
                </a:lnTo>
                <a:lnTo>
                  <a:pt x="3027958" y="1071"/>
                </a:lnTo>
                <a:lnTo>
                  <a:pt x="3022694" y="260"/>
                </a:lnTo>
                <a:lnTo>
                  <a:pt x="3017476" y="0"/>
                </a:lnTo>
                <a:lnTo>
                  <a:pt x="52853" y="0"/>
                </a:lnTo>
                <a:lnTo>
                  <a:pt x="47635" y="260"/>
                </a:lnTo>
                <a:lnTo>
                  <a:pt x="42371" y="1071"/>
                </a:lnTo>
                <a:lnTo>
                  <a:pt x="37275" y="2372"/>
                </a:lnTo>
                <a:lnTo>
                  <a:pt x="32394" y="4162"/>
                </a:lnTo>
                <a:lnTo>
                  <a:pt x="27758" y="6396"/>
                </a:lnTo>
                <a:lnTo>
                  <a:pt x="23381" y="9059"/>
                </a:lnTo>
                <a:lnTo>
                  <a:pt x="19296" y="12104"/>
                </a:lnTo>
                <a:lnTo>
                  <a:pt x="15531" y="15531"/>
                </a:lnTo>
                <a:lnTo>
                  <a:pt x="12104" y="19296"/>
                </a:lnTo>
                <a:lnTo>
                  <a:pt x="9059" y="23381"/>
                </a:lnTo>
                <a:lnTo>
                  <a:pt x="6396" y="27758"/>
                </a:lnTo>
                <a:lnTo>
                  <a:pt x="4162" y="32394"/>
                </a:lnTo>
                <a:lnTo>
                  <a:pt x="2372" y="37275"/>
                </a:lnTo>
                <a:lnTo>
                  <a:pt x="1071" y="42371"/>
                </a:lnTo>
                <a:lnTo>
                  <a:pt x="260" y="47635"/>
                </a:lnTo>
                <a:lnTo>
                  <a:pt x="0" y="52853"/>
                </a:lnTo>
                <a:lnTo>
                  <a:pt x="0" y="234823"/>
                </a:lnTo>
                <a:lnTo>
                  <a:pt x="260" y="240041"/>
                </a:lnTo>
                <a:lnTo>
                  <a:pt x="1071" y="245305"/>
                </a:lnTo>
                <a:lnTo>
                  <a:pt x="2372" y="250400"/>
                </a:lnTo>
                <a:lnTo>
                  <a:pt x="4162" y="255282"/>
                </a:lnTo>
                <a:close/>
                <a:moveTo>
                  <a:pt x="16105" y="45299"/>
                </a:moveTo>
                <a:lnTo>
                  <a:pt x="17023" y="41779"/>
                </a:lnTo>
                <a:lnTo>
                  <a:pt x="18275" y="38372"/>
                </a:lnTo>
                <a:lnTo>
                  <a:pt x="19935" y="34932"/>
                </a:lnTo>
                <a:lnTo>
                  <a:pt x="21792" y="31891"/>
                </a:lnTo>
                <a:lnTo>
                  <a:pt x="23955" y="29008"/>
                </a:lnTo>
                <a:lnTo>
                  <a:pt x="26362" y="26362"/>
                </a:lnTo>
                <a:lnTo>
                  <a:pt x="29008" y="23955"/>
                </a:lnTo>
                <a:lnTo>
                  <a:pt x="31891" y="21792"/>
                </a:lnTo>
                <a:lnTo>
                  <a:pt x="34932" y="19935"/>
                </a:lnTo>
                <a:lnTo>
                  <a:pt x="38372" y="18275"/>
                </a:lnTo>
                <a:lnTo>
                  <a:pt x="41768" y="17026"/>
                </a:lnTo>
                <a:lnTo>
                  <a:pt x="45429" y="16086"/>
                </a:lnTo>
                <a:lnTo>
                  <a:pt x="49201" y="15510"/>
                </a:lnTo>
                <a:lnTo>
                  <a:pt x="53144" y="15302"/>
                </a:lnTo>
                <a:lnTo>
                  <a:pt x="3017184" y="15302"/>
                </a:lnTo>
                <a:lnTo>
                  <a:pt x="3021128" y="15510"/>
                </a:lnTo>
                <a:lnTo>
                  <a:pt x="3024900" y="16086"/>
                </a:lnTo>
                <a:lnTo>
                  <a:pt x="3028561" y="17026"/>
                </a:lnTo>
                <a:lnTo>
                  <a:pt x="3031957" y="18275"/>
                </a:lnTo>
                <a:lnTo>
                  <a:pt x="3035396" y="19935"/>
                </a:lnTo>
                <a:lnTo>
                  <a:pt x="3038437" y="21792"/>
                </a:lnTo>
                <a:lnTo>
                  <a:pt x="3041321" y="23955"/>
                </a:lnTo>
                <a:lnTo>
                  <a:pt x="3043967" y="26362"/>
                </a:lnTo>
                <a:lnTo>
                  <a:pt x="3046374" y="29008"/>
                </a:lnTo>
                <a:lnTo>
                  <a:pt x="3048537" y="31891"/>
                </a:lnTo>
                <a:lnTo>
                  <a:pt x="3050394" y="34932"/>
                </a:lnTo>
                <a:lnTo>
                  <a:pt x="3052054" y="38372"/>
                </a:lnTo>
                <a:lnTo>
                  <a:pt x="3053302" y="41768"/>
                </a:lnTo>
                <a:lnTo>
                  <a:pt x="3054243" y="45429"/>
                </a:lnTo>
                <a:lnTo>
                  <a:pt x="3054819" y="49201"/>
                </a:lnTo>
                <a:lnTo>
                  <a:pt x="3055027" y="53144"/>
                </a:lnTo>
                <a:lnTo>
                  <a:pt x="3055027" y="234531"/>
                </a:lnTo>
                <a:lnTo>
                  <a:pt x="3054819" y="238475"/>
                </a:lnTo>
                <a:lnTo>
                  <a:pt x="3054243" y="242247"/>
                </a:lnTo>
                <a:lnTo>
                  <a:pt x="3053302" y="245908"/>
                </a:lnTo>
                <a:lnTo>
                  <a:pt x="3052054" y="249304"/>
                </a:lnTo>
                <a:lnTo>
                  <a:pt x="3050394" y="252744"/>
                </a:lnTo>
                <a:lnTo>
                  <a:pt x="3048537" y="255785"/>
                </a:lnTo>
                <a:lnTo>
                  <a:pt x="3046374" y="258668"/>
                </a:lnTo>
                <a:lnTo>
                  <a:pt x="3043967" y="261314"/>
                </a:lnTo>
                <a:lnTo>
                  <a:pt x="3041321" y="263721"/>
                </a:lnTo>
                <a:lnTo>
                  <a:pt x="3038437" y="265884"/>
                </a:lnTo>
                <a:lnTo>
                  <a:pt x="3035396" y="267741"/>
                </a:lnTo>
                <a:lnTo>
                  <a:pt x="3031957" y="269401"/>
                </a:lnTo>
                <a:lnTo>
                  <a:pt x="3028561" y="270649"/>
                </a:lnTo>
                <a:lnTo>
                  <a:pt x="3024900" y="271590"/>
                </a:lnTo>
                <a:lnTo>
                  <a:pt x="3021128" y="272166"/>
                </a:lnTo>
                <a:lnTo>
                  <a:pt x="3017184" y="272374"/>
                </a:lnTo>
                <a:lnTo>
                  <a:pt x="53144" y="272374"/>
                </a:lnTo>
                <a:lnTo>
                  <a:pt x="49201" y="272166"/>
                </a:lnTo>
                <a:lnTo>
                  <a:pt x="45429" y="271590"/>
                </a:lnTo>
                <a:lnTo>
                  <a:pt x="41768" y="270649"/>
                </a:lnTo>
                <a:lnTo>
                  <a:pt x="38372" y="269401"/>
                </a:lnTo>
                <a:lnTo>
                  <a:pt x="34932" y="267741"/>
                </a:lnTo>
                <a:lnTo>
                  <a:pt x="31891" y="265884"/>
                </a:lnTo>
                <a:lnTo>
                  <a:pt x="29008" y="263721"/>
                </a:lnTo>
                <a:lnTo>
                  <a:pt x="26362" y="261314"/>
                </a:lnTo>
                <a:lnTo>
                  <a:pt x="23955" y="258668"/>
                </a:lnTo>
                <a:lnTo>
                  <a:pt x="21792" y="255785"/>
                </a:lnTo>
                <a:lnTo>
                  <a:pt x="19935" y="252744"/>
                </a:lnTo>
                <a:lnTo>
                  <a:pt x="18275" y="249304"/>
                </a:lnTo>
                <a:lnTo>
                  <a:pt x="17023" y="245897"/>
                </a:lnTo>
                <a:lnTo>
                  <a:pt x="16105" y="242377"/>
                </a:lnTo>
                <a:lnTo>
                  <a:pt x="15510" y="238475"/>
                </a:lnTo>
                <a:lnTo>
                  <a:pt x="15302" y="234531"/>
                </a:lnTo>
                <a:lnTo>
                  <a:pt x="15302" y="53144"/>
                </a:lnTo>
                <a:lnTo>
                  <a:pt x="15510" y="49201"/>
                </a:lnTo>
                <a:lnTo>
                  <a:pt x="16105" y="45299"/>
                </a:lnTo>
                <a:close/>
              </a:path>
            </a:pathLst>
          </a:custGeom>
          <a:solidFill xmlns:a="http://schemas.openxmlformats.org/drawingml/2006/main">
            <a:srgbClr val="927BC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a2681556e4923"/>
          <a:stretch xmlns:a="http://schemas.openxmlformats.org/drawingml/2006/main"/>
        </p:blipFill>
        <p:spPr>
          <a:xfrm xmlns:a="http://schemas.openxmlformats.org/drawingml/2006/main">
            <a:off x="10577933" y="4205216"/>
            <a:ext cx="1302101" cy="350566"/>
          </a:xfrm>
          <a:prstGeom xmlns:a="http://schemas.openxmlformats.org/drawingml/2006/main" prst="rect">
            <a:avLst/>
          </a:prstGeom>
        </p:spPr>
      </p:pic>
      <p:sp>
        <p:nvSpPr>
          <p:cNvPr id="216" name="Text Sourcelibraries">
            <a:extLst xmlns:a="http://schemas.openxmlformats.org/drawingml/2006/main">
              <a:ext uri="{FF2B5EF4-FFF2-40B4-BE49-F238E27FC236}">
                <a16:creationId xmlns:a16="http://schemas.microsoft.com/office/drawing/2014/main" id="{547BEF8A-994E-4531-9668-508A383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564" y="4305747"/>
            <a:ext cx="913545" cy="92024"/>
          </a:xfrm>
          <a:custGeom xmlns:a="http://schemas.openxmlformats.org/drawingml/2006/main">
            <a:pathLst>
              <a:path w="913545" h="92024">
                <a:moveTo>
                  <a:pt x="18805" y="60848"/>
                </a:moveTo>
                <a:lnTo>
                  <a:pt x="83" y="60848"/>
                </a:lnTo>
                <a:cubicBezTo>
                  <a:pt x="0" y="66267"/>
                  <a:pt x="985" y="70949"/>
                  <a:pt x="3037" y="74892"/>
                </a:cubicBezTo>
                <a:cubicBezTo>
                  <a:pt x="5091" y="78835"/>
                  <a:pt x="7863" y="82081"/>
                  <a:pt x="11353" y="84628"/>
                </a:cubicBezTo>
                <a:cubicBezTo>
                  <a:pt x="14844" y="87176"/>
                  <a:pt x="18868" y="89045"/>
                  <a:pt x="23425" y="90237"/>
                </a:cubicBezTo>
                <a:cubicBezTo>
                  <a:pt x="27983" y="91429"/>
                  <a:pt x="32684" y="92024"/>
                  <a:pt x="37530" y="92024"/>
                </a:cubicBezTo>
                <a:cubicBezTo>
                  <a:pt x="43524" y="92024"/>
                  <a:pt x="48800" y="91326"/>
                  <a:pt x="53358" y="89931"/>
                </a:cubicBezTo>
                <a:cubicBezTo>
                  <a:pt x="57915" y="88535"/>
                  <a:pt x="61734" y="86584"/>
                  <a:pt x="64814" y="84079"/>
                </a:cubicBezTo>
                <a:cubicBezTo>
                  <a:pt x="67894" y="81575"/>
                  <a:pt x="70214" y="78598"/>
                  <a:pt x="71774" y="75150"/>
                </a:cubicBezTo>
                <a:cubicBezTo>
                  <a:pt x="73334" y="71700"/>
                  <a:pt x="74114" y="67963"/>
                  <a:pt x="74114" y="63940"/>
                </a:cubicBezTo>
                <a:cubicBezTo>
                  <a:pt x="74114" y="59013"/>
                  <a:pt x="73067" y="54968"/>
                  <a:pt x="70973" y="51807"/>
                </a:cubicBezTo>
                <a:cubicBezTo>
                  <a:pt x="68879" y="48644"/>
                  <a:pt x="66395" y="46119"/>
                  <a:pt x="63521" y="44230"/>
                </a:cubicBezTo>
                <a:cubicBezTo>
                  <a:pt x="60646" y="42342"/>
                  <a:pt x="57751" y="40967"/>
                  <a:pt x="54835" y="40105"/>
                </a:cubicBezTo>
                <a:cubicBezTo>
                  <a:pt x="51920" y="39241"/>
                  <a:pt x="49642" y="38645"/>
                  <a:pt x="47999" y="38317"/>
                </a:cubicBezTo>
                <a:cubicBezTo>
                  <a:pt x="42497" y="36921"/>
                  <a:pt x="38042" y="35772"/>
                  <a:pt x="34633" y="34868"/>
                </a:cubicBezTo>
                <a:cubicBezTo>
                  <a:pt x="31226" y="33965"/>
                  <a:pt x="28558" y="33062"/>
                  <a:pt x="26628" y="32160"/>
                </a:cubicBezTo>
                <a:cubicBezTo>
                  <a:pt x="24698" y="31256"/>
                  <a:pt x="23405" y="30271"/>
                  <a:pt x="22747" y="29203"/>
                </a:cubicBezTo>
                <a:cubicBezTo>
                  <a:pt x="22090" y="28135"/>
                  <a:pt x="21762" y="26739"/>
                  <a:pt x="21762" y="25013"/>
                </a:cubicBezTo>
                <a:cubicBezTo>
                  <a:pt x="21762" y="23125"/>
                  <a:pt x="22172" y="21565"/>
                  <a:pt x="22993" y="20333"/>
                </a:cubicBezTo>
                <a:cubicBezTo>
                  <a:pt x="23815" y="19102"/>
                  <a:pt x="24862" y="18075"/>
                  <a:pt x="26134" y="17255"/>
                </a:cubicBezTo>
                <a:cubicBezTo>
                  <a:pt x="27407" y="16433"/>
                  <a:pt x="28823" y="15857"/>
                  <a:pt x="30383" y="15529"/>
                </a:cubicBezTo>
                <a:cubicBezTo>
                  <a:pt x="31945" y="15201"/>
                  <a:pt x="33505" y="15037"/>
                  <a:pt x="35066" y="15037"/>
                </a:cubicBezTo>
                <a:cubicBezTo>
                  <a:pt x="37448" y="15037"/>
                  <a:pt x="39644" y="15242"/>
                  <a:pt x="41655" y="15653"/>
                </a:cubicBezTo>
                <a:cubicBezTo>
                  <a:pt x="43668" y="16063"/>
                  <a:pt x="45454" y="16761"/>
                  <a:pt x="47014" y="17747"/>
                </a:cubicBezTo>
                <a:cubicBezTo>
                  <a:pt x="48575" y="18732"/>
                  <a:pt x="49828" y="20086"/>
                  <a:pt x="50771" y="21811"/>
                </a:cubicBezTo>
                <a:cubicBezTo>
                  <a:pt x="51716" y="23535"/>
                  <a:pt x="52271" y="25711"/>
                  <a:pt x="52435" y="28338"/>
                </a:cubicBezTo>
                <a:lnTo>
                  <a:pt x="71157" y="28338"/>
                </a:lnTo>
                <a:cubicBezTo>
                  <a:pt x="71157" y="23247"/>
                  <a:pt x="70192" y="18916"/>
                  <a:pt x="68263" y="15343"/>
                </a:cubicBezTo>
                <a:cubicBezTo>
                  <a:pt x="66333" y="11769"/>
                  <a:pt x="63725" y="8832"/>
                  <a:pt x="60440" y="6532"/>
                </a:cubicBezTo>
                <a:cubicBezTo>
                  <a:pt x="57156" y="4231"/>
                  <a:pt x="53399" y="2568"/>
                  <a:pt x="49170" y="1541"/>
                </a:cubicBezTo>
                <a:cubicBezTo>
                  <a:pt x="44941" y="514"/>
                  <a:pt x="40527" y="0"/>
                  <a:pt x="35928" y="0"/>
                </a:cubicBezTo>
                <a:cubicBezTo>
                  <a:pt x="31986" y="0"/>
                  <a:pt x="28044" y="534"/>
                  <a:pt x="24102" y="1601"/>
                </a:cubicBezTo>
                <a:cubicBezTo>
                  <a:pt x="20161" y="2669"/>
                  <a:pt x="16630" y="4312"/>
                  <a:pt x="13509" y="6530"/>
                </a:cubicBezTo>
                <a:cubicBezTo>
                  <a:pt x="10388" y="8746"/>
                  <a:pt x="7864" y="11517"/>
                  <a:pt x="5934" y="14843"/>
                </a:cubicBezTo>
                <a:cubicBezTo>
                  <a:pt x="4004" y="18169"/>
                  <a:pt x="3039" y="22089"/>
                  <a:pt x="3039" y="26606"/>
                </a:cubicBezTo>
                <a:cubicBezTo>
                  <a:pt x="3039" y="30629"/>
                  <a:pt x="3799" y="34057"/>
                  <a:pt x="5317" y="36891"/>
                </a:cubicBezTo>
                <a:cubicBezTo>
                  <a:pt x="6837" y="39724"/>
                  <a:pt x="8829" y="42085"/>
                  <a:pt x="11293" y="43975"/>
                </a:cubicBezTo>
                <a:cubicBezTo>
                  <a:pt x="13756" y="45863"/>
                  <a:pt x="16548" y="47402"/>
                  <a:pt x="19668" y="48593"/>
                </a:cubicBezTo>
                <a:cubicBezTo>
                  <a:pt x="22789" y="49783"/>
                  <a:pt x="25992" y="50789"/>
                  <a:pt x="29276" y="51611"/>
                </a:cubicBezTo>
                <a:cubicBezTo>
                  <a:pt x="32479" y="52514"/>
                  <a:pt x="35641" y="53334"/>
                  <a:pt x="38761" y="54074"/>
                </a:cubicBezTo>
                <a:cubicBezTo>
                  <a:pt x="41882" y="54813"/>
                  <a:pt x="44675" y="55676"/>
                  <a:pt x="47138" y="56662"/>
                </a:cubicBezTo>
                <a:cubicBezTo>
                  <a:pt x="49602" y="57647"/>
                  <a:pt x="51593" y="58879"/>
                  <a:pt x="53111" y="60357"/>
                </a:cubicBezTo>
                <a:cubicBezTo>
                  <a:pt x="54631" y="61835"/>
                  <a:pt x="55391" y="63764"/>
                  <a:pt x="55391" y="66146"/>
                </a:cubicBezTo>
                <a:cubicBezTo>
                  <a:pt x="55391" y="68363"/>
                  <a:pt x="54816" y="70190"/>
                  <a:pt x="53666" y="71627"/>
                </a:cubicBezTo>
                <a:cubicBezTo>
                  <a:pt x="52517" y="73064"/>
                  <a:pt x="51080" y="74193"/>
                  <a:pt x="49354" y="75014"/>
                </a:cubicBezTo>
                <a:cubicBezTo>
                  <a:pt x="47630" y="75835"/>
                  <a:pt x="45782" y="76389"/>
                  <a:pt x="43811" y="76678"/>
                </a:cubicBezTo>
                <a:cubicBezTo>
                  <a:pt x="41840" y="76965"/>
                  <a:pt x="39993" y="77108"/>
                  <a:pt x="38268" y="77108"/>
                </a:cubicBezTo>
                <a:cubicBezTo>
                  <a:pt x="35722" y="77108"/>
                  <a:pt x="33258" y="76800"/>
                  <a:pt x="30876" y="76185"/>
                </a:cubicBezTo>
                <a:cubicBezTo>
                  <a:pt x="28495" y="75569"/>
                  <a:pt x="26422" y="74624"/>
                  <a:pt x="24656" y="73351"/>
                </a:cubicBezTo>
                <a:cubicBezTo>
                  <a:pt x="22891" y="72078"/>
                  <a:pt x="21474" y="70415"/>
                  <a:pt x="20407" y="68362"/>
                </a:cubicBezTo>
                <a:cubicBezTo>
                  <a:pt x="19339" y="66309"/>
                  <a:pt x="18805" y="63804"/>
                  <a:pt x="18805" y="60848"/>
                </a:cubicBezTo>
                <a:close/>
                <a:moveTo>
                  <a:pt x="98868" y="58344"/>
                </a:moveTo>
                <a:cubicBezTo>
                  <a:pt x="98868" y="55798"/>
                  <a:pt x="99114" y="53293"/>
                  <a:pt x="99607" y="50830"/>
                </a:cubicBezTo>
                <a:cubicBezTo>
                  <a:pt x="100099" y="48365"/>
                  <a:pt x="100940" y="46188"/>
                  <a:pt x="102131" y="44300"/>
                </a:cubicBezTo>
                <a:cubicBezTo>
                  <a:pt x="103323" y="42410"/>
                  <a:pt x="104904" y="40870"/>
                  <a:pt x="106875" y="39680"/>
                </a:cubicBezTo>
                <a:cubicBezTo>
                  <a:pt x="108846" y="38488"/>
                  <a:pt x="111310" y="37892"/>
                  <a:pt x="114265" y="37892"/>
                </a:cubicBezTo>
                <a:cubicBezTo>
                  <a:pt x="117223" y="37892"/>
                  <a:pt x="119707" y="38488"/>
                  <a:pt x="121718" y="39680"/>
                </a:cubicBezTo>
                <a:cubicBezTo>
                  <a:pt x="123730" y="40870"/>
                  <a:pt x="125332" y="42410"/>
                  <a:pt x="126522" y="44300"/>
                </a:cubicBezTo>
                <a:cubicBezTo>
                  <a:pt x="127714" y="46188"/>
                  <a:pt x="128556" y="48365"/>
                  <a:pt x="129048" y="50830"/>
                </a:cubicBezTo>
                <a:cubicBezTo>
                  <a:pt x="129541" y="53293"/>
                  <a:pt x="129787" y="55798"/>
                  <a:pt x="129787" y="58344"/>
                </a:cubicBezTo>
                <a:cubicBezTo>
                  <a:pt x="129787" y="60890"/>
                  <a:pt x="129541" y="63375"/>
                  <a:pt x="129048" y="65799"/>
                </a:cubicBezTo>
                <a:cubicBezTo>
                  <a:pt x="128556" y="68221"/>
                  <a:pt x="127714" y="70397"/>
                  <a:pt x="126522" y="72328"/>
                </a:cubicBezTo>
                <a:cubicBezTo>
                  <a:pt x="125332" y="74258"/>
                  <a:pt x="123730" y="75798"/>
                  <a:pt x="121718" y="76948"/>
                </a:cubicBezTo>
                <a:cubicBezTo>
                  <a:pt x="119707" y="78097"/>
                  <a:pt x="117223" y="78672"/>
                  <a:pt x="114265" y="78672"/>
                </a:cubicBezTo>
                <a:cubicBezTo>
                  <a:pt x="111310" y="78672"/>
                  <a:pt x="108846" y="78097"/>
                  <a:pt x="106875" y="76948"/>
                </a:cubicBezTo>
                <a:cubicBezTo>
                  <a:pt x="104904" y="75798"/>
                  <a:pt x="103323" y="74258"/>
                  <a:pt x="102131" y="72328"/>
                </a:cubicBezTo>
                <a:cubicBezTo>
                  <a:pt x="100940" y="70397"/>
                  <a:pt x="100099" y="68221"/>
                  <a:pt x="99607" y="65799"/>
                </a:cubicBezTo>
                <a:cubicBezTo>
                  <a:pt x="99114" y="63375"/>
                  <a:pt x="98868" y="60890"/>
                  <a:pt x="98868" y="58344"/>
                </a:cubicBezTo>
                <a:moveTo>
                  <a:pt x="81377" y="58346"/>
                </a:moveTo>
                <a:cubicBezTo>
                  <a:pt x="81377" y="63446"/>
                  <a:pt x="82157" y="68052"/>
                  <a:pt x="83717" y="72165"/>
                </a:cubicBezTo>
                <a:cubicBezTo>
                  <a:pt x="85277" y="76277"/>
                  <a:pt x="87494" y="79794"/>
                  <a:pt x="90368" y="82715"/>
                </a:cubicBezTo>
                <a:cubicBezTo>
                  <a:pt x="93243" y="85634"/>
                  <a:pt x="96692" y="87876"/>
                  <a:pt x="100716" y="89440"/>
                </a:cubicBezTo>
                <a:cubicBezTo>
                  <a:pt x="104740" y="91003"/>
                  <a:pt x="109257" y="91784"/>
                  <a:pt x="114265" y="91784"/>
                </a:cubicBezTo>
                <a:cubicBezTo>
                  <a:pt x="119275" y="91784"/>
                  <a:pt x="123812" y="91003"/>
                  <a:pt x="127877" y="89440"/>
                </a:cubicBezTo>
                <a:cubicBezTo>
                  <a:pt x="131942" y="87876"/>
                  <a:pt x="135412" y="85634"/>
                  <a:pt x="138287" y="82715"/>
                </a:cubicBezTo>
                <a:cubicBezTo>
                  <a:pt x="141161" y="79794"/>
                  <a:pt x="143378" y="76277"/>
                  <a:pt x="144938" y="72165"/>
                </a:cubicBezTo>
                <a:cubicBezTo>
                  <a:pt x="146498" y="68052"/>
                  <a:pt x="147278" y="63446"/>
                  <a:pt x="147278" y="58346"/>
                </a:cubicBezTo>
                <a:cubicBezTo>
                  <a:pt x="147278" y="53246"/>
                  <a:pt x="146498" y="48619"/>
                  <a:pt x="144938" y="44465"/>
                </a:cubicBezTo>
                <a:cubicBezTo>
                  <a:pt x="143378" y="40310"/>
                  <a:pt x="141161" y="36773"/>
                  <a:pt x="138287" y="33853"/>
                </a:cubicBezTo>
                <a:cubicBezTo>
                  <a:pt x="135412" y="30932"/>
                  <a:pt x="131942" y="28670"/>
                  <a:pt x="127877" y="27066"/>
                </a:cubicBezTo>
                <a:cubicBezTo>
                  <a:pt x="123812" y="25462"/>
                  <a:pt x="119275" y="24660"/>
                  <a:pt x="114265" y="24660"/>
                </a:cubicBezTo>
                <a:cubicBezTo>
                  <a:pt x="109257" y="24660"/>
                  <a:pt x="104740" y="25462"/>
                  <a:pt x="100716" y="27066"/>
                </a:cubicBezTo>
                <a:cubicBezTo>
                  <a:pt x="96692" y="28670"/>
                  <a:pt x="93243" y="30932"/>
                  <a:pt x="90368" y="33853"/>
                </a:cubicBezTo>
                <a:cubicBezTo>
                  <a:pt x="87494" y="36773"/>
                  <a:pt x="85277" y="40310"/>
                  <a:pt x="83717" y="44465"/>
                </a:cubicBezTo>
                <a:cubicBezTo>
                  <a:pt x="82157" y="48619"/>
                  <a:pt x="81377" y="53246"/>
                  <a:pt x="81377" y="58346"/>
                </a:cubicBezTo>
                <a:close/>
                <a:moveTo>
                  <a:pt x="218070" y="90032"/>
                </a:moveTo>
                <a:lnTo>
                  <a:pt x="218070" y="26465"/>
                </a:lnTo>
                <a:lnTo>
                  <a:pt x="200579" y="26465"/>
                </a:lnTo>
                <a:lnTo>
                  <a:pt x="200579" y="59765"/>
                </a:lnTo>
                <a:cubicBezTo>
                  <a:pt x="200579" y="66236"/>
                  <a:pt x="199511" y="70885"/>
                  <a:pt x="197376" y="73712"/>
                </a:cubicBezTo>
                <a:cubicBezTo>
                  <a:pt x="195241" y="76537"/>
                  <a:pt x="191792" y="77950"/>
                  <a:pt x="187029" y="77950"/>
                </a:cubicBezTo>
                <a:cubicBezTo>
                  <a:pt x="182840" y="77950"/>
                  <a:pt x="179924" y="76660"/>
                  <a:pt x="178282" y="74080"/>
                </a:cubicBezTo>
                <a:cubicBezTo>
                  <a:pt x="176640" y="71499"/>
                  <a:pt x="175819" y="67587"/>
                  <a:pt x="175819" y="62344"/>
                </a:cubicBezTo>
                <a:lnTo>
                  <a:pt x="175819" y="26465"/>
                </a:lnTo>
                <a:lnTo>
                  <a:pt x="158328" y="26465"/>
                </a:lnTo>
                <a:lnTo>
                  <a:pt x="158328" y="65584"/>
                </a:lnTo>
                <a:cubicBezTo>
                  <a:pt x="158328" y="69520"/>
                  <a:pt x="158677" y="73108"/>
                  <a:pt x="159375" y="76349"/>
                </a:cubicBezTo>
                <a:cubicBezTo>
                  <a:pt x="160073" y="79588"/>
                  <a:pt x="161284" y="82335"/>
                  <a:pt x="163008" y="84591"/>
                </a:cubicBezTo>
                <a:cubicBezTo>
                  <a:pt x="164733" y="86846"/>
                  <a:pt x="167095" y="88589"/>
                  <a:pt x="170092" y="89820"/>
                </a:cubicBezTo>
                <a:cubicBezTo>
                  <a:pt x="173089" y="91049"/>
                  <a:pt x="176929" y="91664"/>
                  <a:pt x="181610" y="91664"/>
                </a:cubicBezTo>
                <a:cubicBezTo>
                  <a:pt x="185306" y="91664"/>
                  <a:pt x="188919" y="90840"/>
                  <a:pt x="192450" y="89194"/>
                </a:cubicBezTo>
                <a:cubicBezTo>
                  <a:pt x="195981" y="87546"/>
                  <a:pt x="198855" y="84869"/>
                  <a:pt x="201071" y="81162"/>
                </a:cubicBezTo>
                <a:lnTo>
                  <a:pt x="201442" y="81162"/>
                </a:lnTo>
                <a:lnTo>
                  <a:pt x="201442" y="90032"/>
                </a:lnTo>
                <a:lnTo>
                  <a:pt x="218070" y="90032"/>
                </a:lnTo>
                <a:close/>
                <a:moveTo>
                  <a:pt x="231012" y="26369"/>
                </a:moveTo>
                <a:lnTo>
                  <a:pt x="231012" y="90100"/>
                </a:lnTo>
                <a:lnTo>
                  <a:pt x="248504" y="90100"/>
                </a:lnTo>
                <a:lnTo>
                  <a:pt x="248504" y="61368"/>
                </a:lnTo>
                <a:cubicBezTo>
                  <a:pt x="248504" y="58491"/>
                  <a:pt x="248791" y="55820"/>
                  <a:pt x="249366" y="53354"/>
                </a:cubicBezTo>
                <a:cubicBezTo>
                  <a:pt x="249942" y="50888"/>
                  <a:pt x="250907" y="48730"/>
                  <a:pt x="252261" y="46881"/>
                </a:cubicBezTo>
                <a:cubicBezTo>
                  <a:pt x="253616" y="45031"/>
                  <a:pt x="255401" y="43572"/>
                  <a:pt x="257618" y="42503"/>
                </a:cubicBezTo>
                <a:cubicBezTo>
                  <a:pt x="259836" y="41434"/>
                  <a:pt x="262546" y="40900"/>
                  <a:pt x="265749" y="40900"/>
                </a:cubicBezTo>
                <a:cubicBezTo>
                  <a:pt x="266817" y="40900"/>
                  <a:pt x="267925" y="40962"/>
                  <a:pt x="269074" y="41086"/>
                </a:cubicBezTo>
                <a:cubicBezTo>
                  <a:pt x="270224" y="41209"/>
                  <a:pt x="271210" y="41352"/>
                  <a:pt x="272031" y="41516"/>
                </a:cubicBezTo>
                <a:lnTo>
                  <a:pt x="272031" y="25275"/>
                </a:lnTo>
                <a:cubicBezTo>
                  <a:pt x="270635" y="24865"/>
                  <a:pt x="269362" y="24660"/>
                  <a:pt x="268213" y="24660"/>
                </a:cubicBezTo>
                <a:cubicBezTo>
                  <a:pt x="265995" y="24660"/>
                  <a:pt x="263860" y="24988"/>
                  <a:pt x="261807" y="25645"/>
                </a:cubicBezTo>
                <a:cubicBezTo>
                  <a:pt x="259755" y="26300"/>
                  <a:pt x="257825" y="27223"/>
                  <a:pt x="256018" y="28412"/>
                </a:cubicBezTo>
                <a:cubicBezTo>
                  <a:pt x="254211" y="29601"/>
                  <a:pt x="252610" y="31036"/>
                  <a:pt x="251214" y="32718"/>
                </a:cubicBezTo>
                <a:cubicBezTo>
                  <a:pt x="249818" y="34400"/>
                  <a:pt x="248709" y="36225"/>
                  <a:pt x="247887" y="38193"/>
                </a:cubicBezTo>
                <a:lnTo>
                  <a:pt x="247641" y="38193"/>
                </a:lnTo>
                <a:lnTo>
                  <a:pt x="247641" y="26369"/>
                </a:lnTo>
                <a:lnTo>
                  <a:pt x="231012" y="26369"/>
                </a:lnTo>
                <a:close/>
                <a:moveTo>
                  <a:pt x="321808" y="48839"/>
                </a:moveTo>
                <a:lnTo>
                  <a:pt x="338929" y="48839"/>
                </a:lnTo>
                <a:cubicBezTo>
                  <a:pt x="338684" y="44727"/>
                  <a:pt x="337698" y="41170"/>
                  <a:pt x="335973" y="38169"/>
                </a:cubicBezTo>
                <a:cubicBezTo>
                  <a:pt x="334248" y="35166"/>
                  <a:pt x="332011" y="32658"/>
                  <a:pt x="329259" y="30643"/>
                </a:cubicBezTo>
                <a:cubicBezTo>
                  <a:pt x="326508" y="28628"/>
                  <a:pt x="323388" y="27127"/>
                  <a:pt x="319898" y="26141"/>
                </a:cubicBezTo>
                <a:cubicBezTo>
                  <a:pt x="316409" y="25154"/>
                  <a:pt x="312775" y="24660"/>
                  <a:pt x="308997" y="24660"/>
                </a:cubicBezTo>
                <a:cubicBezTo>
                  <a:pt x="303823" y="24660"/>
                  <a:pt x="299224" y="25524"/>
                  <a:pt x="295199" y="27252"/>
                </a:cubicBezTo>
                <a:cubicBezTo>
                  <a:pt x="291175" y="28979"/>
                  <a:pt x="287768" y="31385"/>
                  <a:pt x="284976" y="34470"/>
                </a:cubicBezTo>
                <a:cubicBezTo>
                  <a:pt x="282184" y="37555"/>
                  <a:pt x="280069" y="41216"/>
                  <a:pt x="278632" y="45452"/>
                </a:cubicBezTo>
                <a:cubicBezTo>
                  <a:pt x="277195" y="49687"/>
                  <a:pt x="276476" y="54273"/>
                  <a:pt x="276476" y="59209"/>
                </a:cubicBezTo>
                <a:cubicBezTo>
                  <a:pt x="276476" y="63980"/>
                  <a:pt x="277256" y="68361"/>
                  <a:pt x="278816" y="72351"/>
                </a:cubicBezTo>
                <a:cubicBezTo>
                  <a:pt x="280376" y="76339"/>
                  <a:pt x="282552" y="79773"/>
                  <a:pt x="285344" y="82653"/>
                </a:cubicBezTo>
                <a:cubicBezTo>
                  <a:pt x="288137" y="85532"/>
                  <a:pt x="291525" y="87774"/>
                  <a:pt x="295507" y="89378"/>
                </a:cubicBezTo>
                <a:cubicBezTo>
                  <a:pt x="299491" y="90982"/>
                  <a:pt x="303864" y="91784"/>
                  <a:pt x="308627" y="91784"/>
                </a:cubicBezTo>
                <a:cubicBezTo>
                  <a:pt x="317085" y="91784"/>
                  <a:pt x="324024" y="89558"/>
                  <a:pt x="329443" y="85106"/>
                </a:cubicBezTo>
                <a:cubicBezTo>
                  <a:pt x="334864" y="80652"/>
                  <a:pt x="338149" y="74197"/>
                  <a:pt x="339300" y="65738"/>
                </a:cubicBezTo>
                <a:lnTo>
                  <a:pt x="322423" y="65738"/>
                </a:lnTo>
                <a:cubicBezTo>
                  <a:pt x="321849" y="69681"/>
                  <a:pt x="320432" y="72822"/>
                  <a:pt x="318173" y="75163"/>
                </a:cubicBezTo>
                <a:cubicBezTo>
                  <a:pt x="315915" y="77502"/>
                  <a:pt x="312692" y="78672"/>
                  <a:pt x="308504" y="78672"/>
                </a:cubicBezTo>
                <a:cubicBezTo>
                  <a:pt x="305794" y="78672"/>
                  <a:pt x="303494" y="78056"/>
                  <a:pt x="301604" y="76824"/>
                </a:cubicBezTo>
                <a:cubicBezTo>
                  <a:pt x="299716" y="75592"/>
                  <a:pt x="298217" y="74012"/>
                  <a:pt x="297109" y="72082"/>
                </a:cubicBezTo>
                <a:cubicBezTo>
                  <a:pt x="296001" y="70151"/>
                  <a:pt x="295200" y="67995"/>
                  <a:pt x="294706" y="65613"/>
                </a:cubicBezTo>
                <a:cubicBezTo>
                  <a:pt x="294214" y="63230"/>
                  <a:pt x="293968" y="60890"/>
                  <a:pt x="293968" y="58590"/>
                </a:cubicBezTo>
                <a:cubicBezTo>
                  <a:pt x="293968" y="56208"/>
                  <a:pt x="294214" y="53806"/>
                  <a:pt x="294706" y="51384"/>
                </a:cubicBezTo>
                <a:cubicBezTo>
                  <a:pt x="295200" y="48961"/>
                  <a:pt x="296042" y="46743"/>
                  <a:pt x="297233" y="44730"/>
                </a:cubicBezTo>
                <a:cubicBezTo>
                  <a:pt x="298423" y="42718"/>
                  <a:pt x="299962" y="41075"/>
                  <a:pt x="301851" y="39802"/>
                </a:cubicBezTo>
                <a:cubicBezTo>
                  <a:pt x="303740" y="38529"/>
                  <a:pt x="306081" y="37892"/>
                  <a:pt x="308873" y="37892"/>
                </a:cubicBezTo>
                <a:cubicBezTo>
                  <a:pt x="316346" y="37892"/>
                  <a:pt x="320658" y="41541"/>
                  <a:pt x="321808" y="48839"/>
                </a:cubicBezTo>
                <a:close/>
                <a:moveTo>
                  <a:pt x="391701" y="51486"/>
                </a:moveTo>
                <a:lnTo>
                  <a:pt x="363248" y="51486"/>
                </a:lnTo>
                <a:cubicBezTo>
                  <a:pt x="363330" y="50250"/>
                  <a:pt x="363596" y="48850"/>
                  <a:pt x="364047" y="47285"/>
                </a:cubicBezTo>
                <a:cubicBezTo>
                  <a:pt x="364499" y="45718"/>
                  <a:pt x="365280" y="44235"/>
                  <a:pt x="366389" y="42836"/>
                </a:cubicBezTo>
                <a:cubicBezTo>
                  <a:pt x="367498" y="41435"/>
                  <a:pt x="368976" y="40261"/>
                  <a:pt x="370823" y="39313"/>
                </a:cubicBezTo>
                <a:cubicBezTo>
                  <a:pt x="372671" y="38366"/>
                  <a:pt x="374991" y="37892"/>
                  <a:pt x="377783" y="37892"/>
                </a:cubicBezTo>
                <a:cubicBezTo>
                  <a:pt x="382054" y="37892"/>
                  <a:pt x="385236" y="39046"/>
                  <a:pt x="387330" y="41353"/>
                </a:cubicBezTo>
                <a:cubicBezTo>
                  <a:pt x="389423" y="43660"/>
                  <a:pt x="390881" y="47037"/>
                  <a:pt x="391701" y="51486"/>
                </a:cubicBezTo>
                <a:moveTo>
                  <a:pt x="363248" y="62553"/>
                </a:moveTo>
                <a:lnTo>
                  <a:pt x="409195" y="62553"/>
                </a:lnTo>
                <a:cubicBezTo>
                  <a:pt x="409523" y="57616"/>
                  <a:pt x="409112" y="52884"/>
                  <a:pt x="407962" y="48358"/>
                </a:cubicBezTo>
                <a:cubicBezTo>
                  <a:pt x="406813" y="43832"/>
                  <a:pt x="404944" y="39800"/>
                  <a:pt x="402357" y="36263"/>
                </a:cubicBezTo>
                <a:cubicBezTo>
                  <a:pt x="399771" y="32724"/>
                  <a:pt x="396465" y="29906"/>
                  <a:pt x="392440" y="27808"/>
                </a:cubicBezTo>
                <a:cubicBezTo>
                  <a:pt x="388417" y="25710"/>
                  <a:pt x="383695" y="24660"/>
                  <a:pt x="378276" y="24660"/>
                </a:cubicBezTo>
                <a:cubicBezTo>
                  <a:pt x="373430" y="24660"/>
                  <a:pt x="369016" y="25524"/>
                  <a:pt x="365034" y="27252"/>
                </a:cubicBezTo>
                <a:cubicBezTo>
                  <a:pt x="361052" y="28979"/>
                  <a:pt x="357623" y="31343"/>
                  <a:pt x="354749" y="34346"/>
                </a:cubicBezTo>
                <a:cubicBezTo>
                  <a:pt x="351874" y="37348"/>
                  <a:pt x="349657" y="40906"/>
                  <a:pt x="348097" y="45020"/>
                </a:cubicBezTo>
                <a:cubicBezTo>
                  <a:pt x="346537" y="49132"/>
                  <a:pt x="345757" y="53574"/>
                  <a:pt x="345757" y="58346"/>
                </a:cubicBezTo>
                <a:cubicBezTo>
                  <a:pt x="345757" y="63281"/>
                  <a:pt x="346516" y="67805"/>
                  <a:pt x="348035" y="71919"/>
                </a:cubicBezTo>
                <a:cubicBezTo>
                  <a:pt x="349555" y="76031"/>
                  <a:pt x="351711" y="79568"/>
                  <a:pt x="354503" y="82531"/>
                </a:cubicBezTo>
                <a:cubicBezTo>
                  <a:pt x="357294" y="85492"/>
                  <a:pt x="360702" y="87774"/>
                  <a:pt x="364726" y="89378"/>
                </a:cubicBezTo>
                <a:cubicBezTo>
                  <a:pt x="368749" y="90982"/>
                  <a:pt x="373266" y="91784"/>
                  <a:pt x="378276" y="91784"/>
                </a:cubicBezTo>
                <a:cubicBezTo>
                  <a:pt x="385502" y="91784"/>
                  <a:pt x="391661" y="90143"/>
                  <a:pt x="396752" y="86861"/>
                </a:cubicBezTo>
                <a:cubicBezTo>
                  <a:pt x="401844" y="83579"/>
                  <a:pt x="405622" y="78123"/>
                  <a:pt x="408086" y="70492"/>
                </a:cubicBezTo>
                <a:lnTo>
                  <a:pt x="392688" y="70492"/>
                </a:lnTo>
                <a:cubicBezTo>
                  <a:pt x="392113" y="72445"/>
                  <a:pt x="390552" y="74297"/>
                  <a:pt x="388006" y="76048"/>
                </a:cubicBezTo>
                <a:cubicBezTo>
                  <a:pt x="385461" y="77797"/>
                  <a:pt x="382423" y="78672"/>
                  <a:pt x="378892" y="78672"/>
                </a:cubicBezTo>
                <a:cubicBezTo>
                  <a:pt x="373965" y="78672"/>
                  <a:pt x="370187" y="77401"/>
                  <a:pt x="367558" y="74858"/>
                </a:cubicBezTo>
                <a:cubicBezTo>
                  <a:pt x="364931" y="72314"/>
                  <a:pt x="363494" y="68213"/>
                  <a:pt x="363248" y="62553"/>
                </a:cubicBezTo>
                <a:close/>
                <a:moveTo>
                  <a:pt x="453381" y="2165"/>
                </a:moveTo>
                <a:lnTo>
                  <a:pt x="453381" y="90100"/>
                </a:lnTo>
                <a:lnTo>
                  <a:pt x="470873" y="90100"/>
                </a:lnTo>
                <a:lnTo>
                  <a:pt x="470873" y="2165"/>
                </a:lnTo>
                <a:lnTo>
                  <a:pt x="453381" y="2165"/>
                </a:lnTo>
                <a:close/>
                <a:moveTo>
                  <a:pt x="502241" y="16600"/>
                </a:moveTo>
                <a:lnTo>
                  <a:pt x="502241" y="2165"/>
                </a:lnTo>
                <a:lnTo>
                  <a:pt x="484750" y="2165"/>
                </a:lnTo>
                <a:lnTo>
                  <a:pt x="484750" y="16600"/>
                </a:lnTo>
                <a:lnTo>
                  <a:pt x="502241" y="16600"/>
                </a:lnTo>
                <a:moveTo>
                  <a:pt x="484750" y="26416"/>
                </a:moveTo>
                <a:lnTo>
                  <a:pt x="484750" y="90100"/>
                </a:lnTo>
                <a:lnTo>
                  <a:pt x="502241" y="90100"/>
                </a:lnTo>
                <a:lnTo>
                  <a:pt x="502241" y="26416"/>
                </a:lnTo>
                <a:lnTo>
                  <a:pt x="484750" y="26416"/>
                </a:lnTo>
                <a:close/>
                <a:moveTo>
                  <a:pt x="562311" y="58344"/>
                </a:moveTo>
                <a:cubicBezTo>
                  <a:pt x="562311" y="60972"/>
                  <a:pt x="562024" y="63518"/>
                  <a:pt x="561449" y="65983"/>
                </a:cubicBezTo>
                <a:cubicBezTo>
                  <a:pt x="560873" y="68446"/>
                  <a:pt x="559970" y="70623"/>
                  <a:pt x="558738" y="72512"/>
                </a:cubicBezTo>
                <a:cubicBezTo>
                  <a:pt x="557506" y="74401"/>
                  <a:pt x="555966" y="75899"/>
                  <a:pt x="554118" y="77008"/>
                </a:cubicBezTo>
                <a:cubicBezTo>
                  <a:pt x="552271" y="78117"/>
                  <a:pt x="550034" y="78672"/>
                  <a:pt x="547406" y="78672"/>
                </a:cubicBezTo>
                <a:cubicBezTo>
                  <a:pt x="544860" y="78672"/>
                  <a:pt x="542643" y="78117"/>
                  <a:pt x="540754" y="77008"/>
                </a:cubicBezTo>
                <a:cubicBezTo>
                  <a:pt x="538866" y="75899"/>
                  <a:pt x="537306" y="74401"/>
                  <a:pt x="536074" y="72512"/>
                </a:cubicBezTo>
                <a:cubicBezTo>
                  <a:pt x="534842" y="70623"/>
                  <a:pt x="533939" y="68446"/>
                  <a:pt x="533364" y="65983"/>
                </a:cubicBezTo>
                <a:cubicBezTo>
                  <a:pt x="532789" y="63518"/>
                  <a:pt x="532501" y="60972"/>
                  <a:pt x="532501" y="58344"/>
                </a:cubicBezTo>
                <a:cubicBezTo>
                  <a:pt x="532501" y="55634"/>
                  <a:pt x="532789" y="53047"/>
                  <a:pt x="533364" y="50583"/>
                </a:cubicBezTo>
                <a:cubicBezTo>
                  <a:pt x="533939" y="48119"/>
                  <a:pt x="534842" y="45942"/>
                  <a:pt x="536074" y="44054"/>
                </a:cubicBezTo>
                <a:cubicBezTo>
                  <a:pt x="537306" y="42164"/>
                  <a:pt x="538866" y="40665"/>
                  <a:pt x="540754" y="39556"/>
                </a:cubicBezTo>
                <a:cubicBezTo>
                  <a:pt x="542643" y="38447"/>
                  <a:pt x="544860" y="37892"/>
                  <a:pt x="547406" y="37892"/>
                </a:cubicBezTo>
                <a:cubicBezTo>
                  <a:pt x="550034" y="37892"/>
                  <a:pt x="552271" y="38447"/>
                  <a:pt x="554118" y="39556"/>
                </a:cubicBezTo>
                <a:cubicBezTo>
                  <a:pt x="555966" y="40665"/>
                  <a:pt x="557506" y="42164"/>
                  <a:pt x="558738" y="44054"/>
                </a:cubicBezTo>
                <a:cubicBezTo>
                  <a:pt x="559970" y="45942"/>
                  <a:pt x="560873" y="48119"/>
                  <a:pt x="561449" y="50583"/>
                </a:cubicBezTo>
                <a:cubicBezTo>
                  <a:pt x="562024" y="53047"/>
                  <a:pt x="562311" y="55634"/>
                  <a:pt x="562311" y="58344"/>
                </a:cubicBezTo>
                <a:moveTo>
                  <a:pt x="515626" y="2165"/>
                </a:moveTo>
                <a:lnTo>
                  <a:pt x="515626" y="90141"/>
                </a:lnTo>
                <a:lnTo>
                  <a:pt x="532255" y="90141"/>
                </a:lnTo>
                <a:lnTo>
                  <a:pt x="532255" y="82012"/>
                </a:lnTo>
                <a:lnTo>
                  <a:pt x="532501" y="82012"/>
                </a:lnTo>
                <a:cubicBezTo>
                  <a:pt x="534389" y="85558"/>
                  <a:pt x="537181" y="88074"/>
                  <a:pt x="540877" y="89558"/>
                </a:cubicBezTo>
                <a:cubicBezTo>
                  <a:pt x="544573" y="91042"/>
                  <a:pt x="548761" y="91784"/>
                  <a:pt x="553442" y="91784"/>
                </a:cubicBezTo>
                <a:cubicBezTo>
                  <a:pt x="556644" y="91784"/>
                  <a:pt x="559806" y="91126"/>
                  <a:pt x="562926" y="89810"/>
                </a:cubicBezTo>
                <a:cubicBezTo>
                  <a:pt x="566047" y="88493"/>
                  <a:pt x="568860" y="86478"/>
                  <a:pt x="571365" y="83764"/>
                </a:cubicBezTo>
                <a:cubicBezTo>
                  <a:pt x="573870" y="81050"/>
                  <a:pt x="575903" y="77574"/>
                  <a:pt x="577463" y="73338"/>
                </a:cubicBezTo>
                <a:cubicBezTo>
                  <a:pt x="579023" y="69101"/>
                  <a:pt x="579803" y="64062"/>
                  <a:pt x="579803" y="58222"/>
                </a:cubicBezTo>
                <a:cubicBezTo>
                  <a:pt x="579803" y="52381"/>
                  <a:pt x="579023" y="47343"/>
                  <a:pt x="577463" y="43106"/>
                </a:cubicBezTo>
                <a:cubicBezTo>
                  <a:pt x="575903" y="38870"/>
                  <a:pt x="573870" y="35394"/>
                  <a:pt x="571365" y="32680"/>
                </a:cubicBezTo>
                <a:cubicBezTo>
                  <a:pt x="568860" y="29966"/>
                  <a:pt x="566047" y="27951"/>
                  <a:pt x="562926" y="26636"/>
                </a:cubicBezTo>
                <a:cubicBezTo>
                  <a:pt x="559806" y="25319"/>
                  <a:pt x="556644" y="24660"/>
                  <a:pt x="553442" y="24660"/>
                </a:cubicBezTo>
                <a:cubicBezTo>
                  <a:pt x="549501" y="24660"/>
                  <a:pt x="545703" y="25423"/>
                  <a:pt x="542048" y="26948"/>
                </a:cubicBezTo>
                <a:cubicBezTo>
                  <a:pt x="538394" y="28473"/>
                  <a:pt x="535499" y="30884"/>
                  <a:pt x="533364" y="34182"/>
                </a:cubicBezTo>
                <a:lnTo>
                  <a:pt x="533118" y="34182"/>
                </a:lnTo>
                <a:lnTo>
                  <a:pt x="533118" y="2165"/>
                </a:lnTo>
                <a:lnTo>
                  <a:pt x="515626" y="2165"/>
                </a:lnTo>
                <a:close/>
                <a:moveTo>
                  <a:pt x="590606" y="26369"/>
                </a:moveTo>
                <a:lnTo>
                  <a:pt x="590606" y="90100"/>
                </a:lnTo>
                <a:lnTo>
                  <a:pt x="608097" y="90100"/>
                </a:lnTo>
                <a:lnTo>
                  <a:pt x="608097" y="61368"/>
                </a:lnTo>
                <a:cubicBezTo>
                  <a:pt x="608097" y="58491"/>
                  <a:pt x="608385" y="55820"/>
                  <a:pt x="608960" y="53354"/>
                </a:cubicBezTo>
                <a:cubicBezTo>
                  <a:pt x="609535" y="50888"/>
                  <a:pt x="610500" y="48730"/>
                  <a:pt x="611855" y="46881"/>
                </a:cubicBezTo>
                <a:cubicBezTo>
                  <a:pt x="613209" y="45031"/>
                  <a:pt x="614995" y="43572"/>
                  <a:pt x="617211" y="42503"/>
                </a:cubicBezTo>
                <a:cubicBezTo>
                  <a:pt x="619429" y="41434"/>
                  <a:pt x="622140" y="40900"/>
                  <a:pt x="625342" y="40900"/>
                </a:cubicBezTo>
                <a:cubicBezTo>
                  <a:pt x="626410" y="40900"/>
                  <a:pt x="627518" y="40962"/>
                  <a:pt x="628667" y="41086"/>
                </a:cubicBezTo>
                <a:cubicBezTo>
                  <a:pt x="629818" y="41209"/>
                  <a:pt x="630803" y="41352"/>
                  <a:pt x="631624" y="41516"/>
                </a:cubicBezTo>
                <a:lnTo>
                  <a:pt x="631624" y="25275"/>
                </a:lnTo>
                <a:cubicBezTo>
                  <a:pt x="630228" y="24865"/>
                  <a:pt x="628956" y="24660"/>
                  <a:pt x="627807" y="24660"/>
                </a:cubicBezTo>
                <a:cubicBezTo>
                  <a:pt x="625589" y="24660"/>
                  <a:pt x="623453" y="24988"/>
                  <a:pt x="621401" y="25645"/>
                </a:cubicBezTo>
                <a:cubicBezTo>
                  <a:pt x="619348" y="26300"/>
                  <a:pt x="617419" y="27223"/>
                  <a:pt x="615612" y="28412"/>
                </a:cubicBezTo>
                <a:cubicBezTo>
                  <a:pt x="613805" y="29601"/>
                  <a:pt x="612204" y="31036"/>
                  <a:pt x="610808" y="32718"/>
                </a:cubicBezTo>
                <a:cubicBezTo>
                  <a:pt x="609412" y="34400"/>
                  <a:pt x="608303" y="36225"/>
                  <a:pt x="607481" y="38193"/>
                </a:cubicBezTo>
                <a:lnTo>
                  <a:pt x="607235" y="38193"/>
                </a:lnTo>
                <a:lnTo>
                  <a:pt x="607235" y="26369"/>
                </a:lnTo>
                <a:lnTo>
                  <a:pt x="590606" y="26369"/>
                </a:lnTo>
                <a:close/>
                <a:moveTo>
                  <a:pt x="637303" y="46001"/>
                </a:moveTo>
                <a:cubicBezTo>
                  <a:pt x="637548" y="41895"/>
                  <a:pt x="638574" y="38487"/>
                  <a:pt x="640381" y="35778"/>
                </a:cubicBezTo>
                <a:cubicBezTo>
                  <a:pt x="642188" y="33068"/>
                  <a:pt x="644488" y="30891"/>
                  <a:pt x="647279" y="29248"/>
                </a:cubicBezTo>
                <a:cubicBezTo>
                  <a:pt x="650071" y="27605"/>
                  <a:pt x="653212" y="26435"/>
                  <a:pt x="656702" y="25737"/>
                </a:cubicBezTo>
                <a:cubicBezTo>
                  <a:pt x="660193" y="25039"/>
                  <a:pt x="663704" y="24690"/>
                  <a:pt x="667235" y="24690"/>
                </a:cubicBezTo>
                <a:cubicBezTo>
                  <a:pt x="670438" y="24690"/>
                  <a:pt x="673681" y="24916"/>
                  <a:pt x="676966" y="25369"/>
                </a:cubicBezTo>
                <a:cubicBezTo>
                  <a:pt x="680251" y="25820"/>
                  <a:pt x="683248" y="26703"/>
                  <a:pt x="685957" y="28017"/>
                </a:cubicBezTo>
                <a:cubicBezTo>
                  <a:pt x="688668" y="29330"/>
                  <a:pt x="690885" y="31157"/>
                  <a:pt x="692609" y="33498"/>
                </a:cubicBezTo>
                <a:cubicBezTo>
                  <a:pt x="694335" y="35839"/>
                  <a:pt x="695197" y="38939"/>
                  <a:pt x="695197" y="42798"/>
                </a:cubicBezTo>
                <a:lnTo>
                  <a:pt x="695197" y="75933"/>
                </a:lnTo>
                <a:cubicBezTo>
                  <a:pt x="695197" y="78808"/>
                  <a:pt x="695362" y="81559"/>
                  <a:pt x="695690" y="84187"/>
                </a:cubicBezTo>
                <a:cubicBezTo>
                  <a:pt x="696018" y="86814"/>
                  <a:pt x="696593" y="88785"/>
                  <a:pt x="697414" y="90100"/>
                </a:cubicBezTo>
                <a:lnTo>
                  <a:pt x="679676" y="90100"/>
                </a:lnTo>
                <a:cubicBezTo>
                  <a:pt x="679348" y="89115"/>
                  <a:pt x="679081" y="88109"/>
                  <a:pt x="678875" y="87083"/>
                </a:cubicBezTo>
                <a:cubicBezTo>
                  <a:pt x="678670" y="86055"/>
                  <a:pt x="678526" y="85008"/>
                  <a:pt x="678445" y="83940"/>
                </a:cubicBezTo>
                <a:cubicBezTo>
                  <a:pt x="675653" y="86815"/>
                  <a:pt x="672368" y="88827"/>
                  <a:pt x="668590" y="89978"/>
                </a:cubicBezTo>
                <a:cubicBezTo>
                  <a:pt x="664812" y="91127"/>
                  <a:pt x="660952" y="91701"/>
                  <a:pt x="657010" y="91701"/>
                </a:cubicBezTo>
                <a:cubicBezTo>
                  <a:pt x="653973" y="91701"/>
                  <a:pt x="651139" y="91331"/>
                  <a:pt x="648511" y="90592"/>
                </a:cubicBezTo>
                <a:cubicBezTo>
                  <a:pt x="645883" y="89853"/>
                  <a:pt x="643584" y="88703"/>
                  <a:pt x="641612" y="87143"/>
                </a:cubicBezTo>
                <a:cubicBezTo>
                  <a:pt x="639643" y="85583"/>
                  <a:pt x="638103" y="83613"/>
                  <a:pt x="636994" y="81232"/>
                </a:cubicBezTo>
                <a:cubicBezTo>
                  <a:pt x="635885" y="78850"/>
                  <a:pt x="635331" y="76016"/>
                  <a:pt x="635331" y="72730"/>
                </a:cubicBezTo>
                <a:cubicBezTo>
                  <a:pt x="635331" y="69118"/>
                  <a:pt x="635967" y="66141"/>
                  <a:pt x="637241" y="63801"/>
                </a:cubicBezTo>
                <a:cubicBezTo>
                  <a:pt x="638514" y="61460"/>
                  <a:pt x="640156" y="59592"/>
                  <a:pt x="642167" y="58196"/>
                </a:cubicBezTo>
                <a:cubicBezTo>
                  <a:pt x="644179" y="56800"/>
                  <a:pt x="646479" y="55753"/>
                  <a:pt x="649065" y="55055"/>
                </a:cubicBezTo>
                <a:cubicBezTo>
                  <a:pt x="651653" y="54357"/>
                  <a:pt x="654260" y="53803"/>
                  <a:pt x="656888" y="53393"/>
                </a:cubicBezTo>
                <a:cubicBezTo>
                  <a:pt x="659515" y="52982"/>
                  <a:pt x="662102" y="52653"/>
                  <a:pt x="664647" y="52407"/>
                </a:cubicBezTo>
                <a:cubicBezTo>
                  <a:pt x="667193" y="52160"/>
                  <a:pt x="669452" y="51790"/>
                  <a:pt x="671423" y="51298"/>
                </a:cubicBezTo>
                <a:cubicBezTo>
                  <a:pt x="673394" y="50805"/>
                  <a:pt x="674954" y="50087"/>
                  <a:pt x="676103" y="49144"/>
                </a:cubicBezTo>
                <a:cubicBezTo>
                  <a:pt x="677253" y="48199"/>
                  <a:pt x="677788" y="46823"/>
                  <a:pt x="677706" y="45016"/>
                </a:cubicBezTo>
                <a:cubicBezTo>
                  <a:pt x="677706" y="43126"/>
                  <a:pt x="677398" y="41628"/>
                  <a:pt x="676781" y="40520"/>
                </a:cubicBezTo>
                <a:cubicBezTo>
                  <a:pt x="676165" y="39411"/>
                  <a:pt x="675343" y="38549"/>
                  <a:pt x="674317" y="37934"/>
                </a:cubicBezTo>
                <a:cubicBezTo>
                  <a:pt x="673291" y="37317"/>
                  <a:pt x="672100" y="36906"/>
                  <a:pt x="670744" y="36701"/>
                </a:cubicBezTo>
                <a:cubicBezTo>
                  <a:pt x="669390" y="36495"/>
                  <a:pt x="667932" y="36392"/>
                  <a:pt x="666372" y="36392"/>
                </a:cubicBezTo>
                <a:cubicBezTo>
                  <a:pt x="662924" y="36392"/>
                  <a:pt x="660214" y="37132"/>
                  <a:pt x="658243" y="38610"/>
                </a:cubicBezTo>
                <a:cubicBezTo>
                  <a:pt x="656272" y="40089"/>
                  <a:pt x="655122" y="42553"/>
                  <a:pt x="654794" y="46001"/>
                </a:cubicBezTo>
                <a:lnTo>
                  <a:pt x="637303" y="46001"/>
                </a:lnTo>
                <a:moveTo>
                  <a:pt x="677706" y="58934"/>
                </a:moveTo>
                <a:cubicBezTo>
                  <a:pt x="676967" y="59592"/>
                  <a:pt x="676043" y="60106"/>
                  <a:pt x="674934" y="60476"/>
                </a:cubicBezTo>
                <a:cubicBezTo>
                  <a:pt x="673825" y="60845"/>
                  <a:pt x="672634" y="61154"/>
                  <a:pt x="671361" y="61400"/>
                </a:cubicBezTo>
                <a:cubicBezTo>
                  <a:pt x="670089" y="61646"/>
                  <a:pt x="668754" y="61851"/>
                  <a:pt x="667357" y="62015"/>
                </a:cubicBezTo>
                <a:cubicBezTo>
                  <a:pt x="665961" y="62179"/>
                  <a:pt x="664565" y="62384"/>
                  <a:pt x="663169" y="62630"/>
                </a:cubicBezTo>
                <a:cubicBezTo>
                  <a:pt x="661856" y="62876"/>
                  <a:pt x="660563" y="63205"/>
                  <a:pt x="659290" y="63616"/>
                </a:cubicBezTo>
                <a:cubicBezTo>
                  <a:pt x="658017" y="64026"/>
                  <a:pt x="656908" y="64581"/>
                  <a:pt x="655963" y="65280"/>
                </a:cubicBezTo>
                <a:cubicBezTo>
                  <a:pt x="655020" y="65978"/>
                  <a:pt x="654260" y="66861"/>
                  <a:pt x="653685" y="67928"/>
                </a:cubicBezTo>
                <a:cubicBezTo>
                  <a:pt x="653110" y="68995"/>
                  <a:pt x="652822" y="70349"/>
                  <a:pt x="652822" y="71992"/>
                </a:cubicBezTo>
                <a:cubicBezTo>
                  <a:pt x="652822" y="73552"/>
                  <a:pt x="653110" y="74866"/>
                  <a:pt x="653685" y="75933"/>
                </a:cubicBezTo>
                <a:cubicBezTo>
                  <a:pt x="654260" y="77001"/>
                  <a:pt x="655040" y="77843"/>
                  <a:pt x="656025" y="78459"/>
                </a:cubicBezTo>
                <a:cubicBezTo>
                  <a:pt x="657011" y="79075"/>
                  <a:pt x="658161" y="79506"/>
                  <a:pt x="659474" y="79753"/>
                </a:cubicBezTo>
                <a:cubicBezTo>
                  <a:pt x="660789" y="79999"/>
                  <a:pt x="662144" y="80123"/>
                  <a:pt x="663540" y="80123"/>
                </a:cubicBezTo>
                <a:cubicBezTo>
                  <a:pt x="666988" y="80123"/>
                  <a:pt x="669656" y="79548"/>
                  <a:pt x="671545" y="78399"/>
                </a:cubicBezTo>
                <a:cubicBezTo>
                  <a:pt x="673434" y="77249"/>
                  <a:pt x="674831" y="75873"/>
                  <a:pt x="675734" y="74272"/>
                </a:cubicBezTo>
                <a:cubicBezTo>
                  <a:pt x="676638" y="72670"/>
                  <a:pt x="677192" y="71048"/>
                  <a:pt x="677398" y="69406"/>
                </a:cubicBezTo>
                <a:cubicBezTo>
                  <a:pt x="677603" y="67763"/>
                  <a:pt x="677706" y="66449"/>
                  <a:pt x="677706" y="65464"/>
                </a:cubicBezTo>
                <a:lnTo>
                  <a:pt x="677706" y="58934"/>
                </a:lnTo>
                <a:close/>
                <a:moveTo>
                  <a:pt x="708429" y="26369"/>
                </a:moveTo>
                <a:lnTo>
                  <a:pt x="708429" y="90100"/>
                </a:lnTo>
                <a:lnTo>
                  <a:pt x="725921" y="90100"/>
                </a:lnTo>
                <a:lnTo>
                  <a:pt x="725921" y="61368"/>
                </a:lnTo>
                <a:cubicBezTo>
                  <a:pt x="725921" y="58491"/>
                  <a:pt x="726208" y="55820"/>
                  <a:pt x="726783" y="53354"/>
                </a:cubicBezTo>
                <a:cubicBezTo>
                  <a:pt x="727358" y="50888"/>
                  <a:pt x="728323" y="48730"/>
                  <a:pt x="729678" y="46881"/>
                </a:cubicBezTo>
                <a:cubicBezTo>
                  <a:pt x="731032" y="45031"/>
                  <a:pt x="732818" y="43572"/>
                  <a:pt x="735035" y="42503"/>
                </a:cubicBezTo>
                <a:cubicBezTo>
                  <a:pt x="737253" y="41434"/>
                  <a:pt x="739963" y="40900"/>
                  <a:pt x="743166" y="40900"/>
                </a:cubicBezTo>
                <a:cubicBezTo>
                  <a:pt x="744233" y="40900"/>
                  <a:pt x="745342" y="40962"/>
                  <a:pt x="746491" y="41086"/>
                </a:cubicBezTo>
                <a:cubicBezTo>
                  <a:pt x="747641" y="41209"/>
                  <a:pt x="748627" y="41352"/>
                  <a:pt x="749447" y="41516"/>
                </a:cubicBezTo>
                <a:lnTo>
                  <a:pt x="749447" y="25275"/>
                </a:lnTo>
                <a:cubicBezTo>
                  <a:pt x="748051" y="24865"/>
                  <a:pt x="746779" y="24660"/>
                  <a:pt x="745630" y="24660"/>
                </a:cubicBezTo>
                <a:cubicBezTo>
                  <a:pt x="743412" y="24660"/>
                  <a:pt x="741277" y="24988"/>
                  <a:pt x="739224" y="25645"/>
                </a:cubicBezTo>
                <a:cubicBezTo>
                  <a:pt x="737172" y="26300"/>
                  <a:pt x="735242" y="27223"/>
                  <a:pt x="733435" y="28412"/>
                </a:cubicBezTo>
                <a:cubicBezTo>
                  <a:pt x="731628" y="29601"/>
                  <a:pt x="730027" y="31036"/>
                  <a:pt x="728631" y="32718"/>
                </a:cubicBezTo>
                <a:cubicBezTo>
                  <a:pt x="727235" y="34400"/>
                  <a:pt x="726126" y="36225"/>
                  <a:pt x="725304" y="38193"/>
                </a:cubicBezTo>
                <a:lnTo>
                  <a:pt x="725058" y="38193"/>
                </a:lnTo>
                <a:lnTo>
                  <a:pt x="725058" y="26369"/>
                </a:lnTo>
                <a:lnTo>
                  <a:pt x="708429" y="26369"/>
                </a:lnTo>
                <a:close/>
                <a:moveTo>
                  <a:pt x="773849" y="16600"/>
                </a:moveTo>
                <a:lnTo>
                  <a:pt x="773849" y="2165"/>
                </a:lnTo>
                <a:lnTo>
                  <a:pt x="756358" y="2165"/>
                </a:lnTo>
                <a:lnTo>
                  <a:pt x="756358" y="16600"/>
                </a:lnTo>
                <a:lnTo>
                  <a:pt x="773849" y="16600"/>
                </a:lnTo>
                <a:moveTo>
                  <a:pt x="756358" y="26416"/>
                </a:moveTo>
                <a:lnTo>
                  <a:pt x="756358" y="90100"/>
                </a:lnTo>
                <a:lnTo>
                  <a:pt x="773849" y="90100"/>
                </a:lnTo>
                <a:lnTo>
                  <a:pt x="773849" y="26416"/>
                </a:lnTo>
                <a:lnTo>
                  <a:pt x="756358" y="26416"/>
                </a:lnTo>
                <a:close/>
                <a:moveTo>
                  <a:pt x="830100" y="51486"/>
                </a:moveTo>
                <a:lnTo>
                  <a:pt x="801647" y="51486"/>
                </a:lnTo>
                <a:cubicBezTo>
                  <a:pt x="801728" y="50250"/>
                  <a:pt x="801995" y="48850"/>
                  <a:pt x="802446" y="47285"/>
                </a:cubicBezTo>
                <a:cubicBezTo>
                  <a:pt x="802898" y="45718"/>
                  <a:pt x="803679" y="44235"/>
                  <a:pt x="804788" y="42836"/>
                </a:cubicBezTo>
                <a:cubicBezTo>
                  <a:pt x="805897" y="41435"/>
                  <a:pt x="807375" y="40261"/>
                  <a:pt x="809222" y="39313"/>
                </a:cubicBezTo>
                <a:cubicBezTo>
                  <a:pt x="811070" y="38366"/>
                  <a:pt x="813390" y="37892"/>
                  <a:pt x="816182" y="37892"/>
                </a:cubicBezTo>
                <a:cubicBezTo>
                  <a:pt x="820452" y="37892"/>
                  <a:pt x="823634" y="39046"/>
                  <a:pt x="825728" y="41353"/>
                </a:cubicBezTo>
                <a:cubicBezTo>
                  <a:pt x="827822" y="43660"/>
                  <a:pt x="829279" y="47037"/>
                  <a:pt x="830100" y="51486"/>
                </a:cubicBezTo>
                <a:moveTo>
                  <a:pt x="801647" y="62553"/>
                </a:moveTo>
                <a:lnTo>
                  <a:pt x="847593" y="62553"/>
                </a:lnTo>
                <a:cubicBezTo>
                  <a:pt x="847922" y="57616"/>
                  <a:pt x="847511" y="52884"/>
                  <a:pt x="846360" y="48358"/>
                </a:cubicBezTo>
                <a:cubicBezTo>
                  <a:pt x="845211" y="43832"/>
                  <a:pt x="843343" y="39800"/>
                  <a:pt x="840755" y="36263"/>
                </a:cubicBezTo>
                <a:cubicBezTo>
                  <a:pt x="838169" y="32724"/>
                  <a:pt x="834863" y="29906"/>
                  <a:pt x="830839" y="27808"/>
                </a:cubicBezTo>
                <a:cubicBezTo>
                  <a:pt x="826815" y="25710"/>
                  <a:pt x="822094" y="24660"/>
                  <a:pt x="816674" y="24660"/>
                </a:cubicBezTo>
                <a:cubicBezTo>
                  <a:pt x="811829" y="24660"/>
                  <a:pt x="807415" y="25524"/>
                  <a:pt x="803432" y="27252"/>
                </a:cubicBezTo>
                <a:cubicBezTo>
                  <a:pt x="799450" y="28979"/>
                  <a:pt x="796022" y="31343"/>
                  <a:pt x="793147" y="34346"/>
                </a:cubicBezTo>
                <a:cubicBezTo>
                  <a:pt x="790273" y="37348"/>
                  <a:pt x="788056" y="40906"/>
                  <a:pt x="786495" y="45020"/>
                </a:cubicBezTo>
                <a:cubicBezTo>
                  <a:pt x="784935" y="49132"/>
                  <a:pt x="784155" y="53574"/>
                  <a:pt x="784155" y="58346"/>
                </a:cubicBezTo>
                <a:cubicBezTo>
                  <a:pt x="784155" y="63281"/>
                  <a:pt x="784915" y="67805"/>
                  <a:pt x="786433" y="71919"/>
                </a:cubicBezTo>
                <a:cubicBezTo>
                  <a:pt x="787953" y="76031"/>
                  <a:pt x="790109" y="79568"/>
                  <a:pt x="792901" y="82531"/>
                </a:cubicBezTo>
                <a:cubicBezTo>
                  <a:pt x="795693" y="85492"/>
                  <a:pt x="799101" y="87774"/>
                  <a:pt x="803124" y="89378"/>
                </a:cubicBezTo>
                <a:cubicBezTo>
                  <a:pt x="807148" y="90982"/>
                  <a:pt x="811664" y="91784"/>
                  <a:pt x="816674" y="91784"/>
                </a:cubicBezTo>
                <a:cubicBezTo>
                  <a:pt x="823900" y="91784"/>
                  <a:pt x="830059" y="90143"/>
                  <a:pt x="835150" y="86861"/>
                </a:cubicBezTo>
                <a:cubicBezTo>
                  <a:pt x="840243" y="83579"/>
                  <a:pt x="844021" y="78123"/>
                  <a:pt x="846484" y="70492"/>
                </a:cubicBezTo>
                <a:lnTo>
                  <a:pt x="831087" y="70492"/>
                </a:lnTo>
                <a:cubicBezTo>
                  <a:pt x="830512" y="72445"/>
                  <a:pt x="828951" y="74297"/>
                  <a:pt x="826405" y="76048"/>
                </a:cubicBezTo>
                <a:cubicBezTo>
                  <a:pt x="823860" y="77797"/>
                  <a:pt x="820822" y="78672"/>
                  <a:pt x="817291" y="78672"/>
                </a:cubicBezTo>
                <a:cubicBezTo>
                  <a:pt x="812364" y="78672"/>
                  <a:pt x="808586" y="77401"/>
                  <a:pt x="805957" y="74858"/>
                </a:cubicBezTo>
                <a:cubicBezTo>
                  <a:pt x="803329" y="72314"/>
                  <a:pt x="801892" y="68213"/>
                  <a:pt x="801647" y="62553"/>
                </a:cubicBezTo>
                <a:close/>
                <a:moveTo>
                  <a:pt x="871172" y="69409"/>
                </a:moveTo>
                <a:lnTo>
                  <a:pt x="854543" y="69409"/>
                </a:lnTo>
                <a:cubicBezTo>
                  <a:pt x="854708" y="73672"/>
                  <a:pt x="855672" y="77218"/>
                  <a:pt x="857438" y="80046"/>
                </a:cubicBezTo>
                <a:cubicBezTo>
                  <a:pt x="859203" y="82873"/>
                  <a:pt x="861461" y="85147"/>
                  <a:pt x="864212" y="86869"/>
                </a:cubicBezTo>
                <a:cubicBezTo>
                  <a:pt x="866964" y="88590"/>
                  <a:pt x="870105" y="89820"/>
                  <a:pt x="873636" y="90556"/>
                </a:cubicBezTo>
                <a:cubicBezTo>
                  <a:pt x="877167" y="91295"/>
                  <a:pt x="880780" y="91664"/>
                  <a:pt x="884476" y="91664"/>
                </a:cubicBezTo>
                <a:cubicBezTo>
                  <a:pt x="888088" y="91664"/>
                  <a:pt x="891639" y="91314"/>
                  <a:pt x="895129" y="90615"/>
                </a:cubicBezTo>
                <a:cubicBezTo>
                  <a:pt x="898620" y="89917"/>
                  <a:pt x="901720" y="88705"/>
                  <a:pt x="904429" y="86980"/>
                </a:cubicBezTo>
                <a:cubicBezTo>
                  <a:pt x="907140" y="85254"/>
                  <a:pt x="909336" y="82974"/>
                  <a:pt x="911019" y="80140"/>
                </a:cubicBezTo>
                <a:cubicBezTo>
                  <a:pt x="912703" y="77305"/>
                  <a:pt x="913545" y="73793"/>
                  <a:pt x="913545" y="69603"/>
                </a:cubicBezTo>
                <a:cubicBezTo>
                  <a:pt x="913545" y="66646"/>
                  <a:pt x="912970" y="64161"/>
                  <a:pt x="911820" y="62148"/>
                </a:cubicBezTo>
                <a:cubicBezTo>
                  <a:pt x="910671" y="60135"/>
                  <a:pt x="909152" y="58450"/>
                  <a:pt x="907262" y="57094"/>
                </a:cubicBezTo>
                <a:cubicBezTo>
                  <a:pt x="905374" y="55738"/>
                  <a:pt x="903218" y="54650"/>
                  <a:pt x="900796" y="53829"/>
                </a:cubicBezTo>
                <a:cubicBezTo>
                  <a:pt x="898374" y="53007"/>
                  <a:pt x="895890" y="52309"/>
                  <a:pt x="893344" y="51734"/>
                </a:cubicBezTo>
                <a:cubicBezTo>
                  <a:pt x="890880" y="51159"/>
                  <a:pt x="888457" y="50625"/>
                  <a:pt x="886075" y="50132"/>
                </a:cubicBezTo>
                <a:cubicBezTo>
                  <a:pt x="883694" y="49639"/>
                  <a:pt x="881580" y="49084"/>
                  <a:pt x="879732" y="48469"/>
                </a:cubicBezTo>
                <a:cubicBezTo>
                  <a:pt x="877885" y="47852"/>
                  <a:pt x="876386" y="47051"/>
                  <a:pt x="875236" y="46065"/>
                </a:cubicBezTo>
                <a:cubicBezTo>
                  <a:pt x="874087" y="45079"/>
                  <a:pt x="873512" y="43805"/>
                  <a:pt x="873512" y="42244"/>
                </a:cubicBezTo>
                <a:cubicBezTo>
                  <a:pt x="873512" y="40929"/>
                  <a:pt x="873840" y="39882"/>
                  <a:pt x="874497" y="39101"/>
                </a:cubicBezTo>
                <a:cubicBezTo>
                  <a:pt x="875155" y="38320"/>
                  <a:pt x="875956" y="37725"/>
                  <a:pt x="876899" y="37315"/>
                </a:cubicBezTo>
                <a:cubicBezTo>
                  <a:pt x="877844" y="36904"/>
                  <a:pt x="878891" y="36637"/>
                  <a:pt x="880040" y="36515"/>
                </a:cubicBezTo>
                <a:cubicBezTo>
                  <a:pt x="881190" y="36391"/>
                  <a:pt x="882258" y="36329"/>
                  <a:pt x="883243" y="36329"/>
                </a:cubicBezTo>
                <a:cubicBezTo>
                  <a:pt x="886363" y="36329"/>
                  <a:pt x="889073" y="36927"/>
                  <a:pt x="891372" y="38124"/>
                </a:cubicBezTo>
                <a:cubicBezTo>
                  <a:pt x="893671" y="39319"/>
                  <a:pt x="894944" y="41608"/>
                  <a:pt x="895191" y="44990"/>
                </a:cubicBezTo>
                <a:lnTo>
                  <a:pt x="911822" y="44990"/>
                </a:lnTo>
                <a:cubicBezTo>
                  <a:pt x="911493" y="41048"/>
                  <a:pt x="910487" y="37783"/>
                  <a:pt x="908803" y="35195"/>
                </a:cubicBezTo>
                <a:cubicBezTo>
                  <a:pt x="907120" y="32608"/>
                  <a:pt x="905006" y="30534"/>
                  <a:pt x="902460" y="28974"/>
                </a:cubicBezTo>
                <a:cubicBezTo>
                  <a:pt x="899915" y="27412"/>
                  <a:pt x="897020" y="26304"/>
                  <a:pt x="893776" y="25647"/>
                </a:cubicBezTo>
                <a:cubicBezTo>
                  <a:pt x="890532" y="24989"/>
                  <a:pt x="887185" y="24660"/>
                  <a:pt x="883737" y="24660"/>
                </a:cubicBezTo>
                <a:cubicBezTo>
                  <a:pt x="880287" y="24660"/>
                  <a:pt x="876920" y="24968"/>
                  <a:pt x="873634" y="25585"/>
                </a:cubicBezTo>
                <a:cubicBezTo>
                  <a:pt x="870350" y="26200"/>
                  <a:pt x="867394" y="27268"/>
                  <a:pt x="864766" y="28788"/>
                </a:cubicBezTo>
                <a:cubicBezTo>
                  <a:pt x="862139" y="30308"/>
                  <a:pt x="860024" y="32382"/>
                  <a:pt x="858423" y="35011"/>
                </a:cubicBezTo>
                <a:cubicBezTo>
                  <a:pt x="856821" y="37640"/>
                  <a:pt x="856021" y="41009"/>
                  <a:pt x="856021" y="45118"/>
                </a:cubicBezTo>
                <a:cubicBezTo>
                  <a:pt x="856021" y="47911"/>
                  <a:pt x="856595" y="50273"/>
                  <a:pt x="857744" y="52204"/>
                </a:cubicBezTo>
                <a:cubicBezTo>
                  <a:pt x="858895" y="54133"/>
                  <a:pt x="860414" y="55735"/>
                  <a:pt x="862302" y="57010"/>
                </a:cubicBezTo>
                <a:cubicBezTo>
                  <a:pt x="864192" y="58283"/>
                  <a:pt x="866348" y="59310"/>
                  <a:pt x="868770" y="60090"/>
                </a:cubicBezTo>
                <a:cubicBezTo>
                  <a:pt x="871192" y="60871"/>
                  <a:pt x="873676" y="61549"/>
                  <a:pt x="876222" y="62124"/>
                </a:cubicBezTo>
                <a:cubicBezTo>
                  <a:pt x="882463" y="63438"/>
                  <a:pt x="887328" y="64753"/>
                  <a:pt x="890817" y="66067"/>
                </a:cubicBezTo>
                <a:cubicBezTo>
                  <a:pt x="894308" y="67382"/>
                  <a:pt x="896054" y="69354"/>
                  <a:pt x="896054" y="71982"/>
                </a:cubicBezTo>
                <a:cubicBezTo>
                  <a:pt x="896054" y="73542"/>
                  <a:pt x="895684" y="74836"/>
                  <a:pt x="894945" y="75864"/>
                </a:cubicBezTo>
                <a:cubicBezTo>
                  <a:pt x="894206" y="76891"/>
                  <a:pt x="893282" y="77713"/>
                  <a:pt x="892173" y="78330"/>
                </a:cubicBezTo>
                <a:cubicBezTo>
                  <a:pt x="891065" y="78945"/>
                  <a:pt x="889833" y="79397"/>
                  <a:pt x="888477" y="79685"/>
                </a:cubicBezTo>
                <a:cubicBezTo>
                  <a:pt x="887123" y="79972"/>
                  <a:pt x="885830" y="80115"/>
                  <a:pt x="884598" y="80115"/>
                </a:cubicBezTo>
                <a:cubicBezTo>
                  <a:pt x="882874" y="80115"/>
                  <a:pt x="881211" y="79910"/>
                  <a:pt x="879609" y="79501"/>
                </a:cubicBezTo>
                <a:cubicBezTo>
                  <a:pt x="878008" y="79090"/>
                  <a:pt x="876591" y="78454"/>
                  <a:pt x="875360" y="77593"/>
                </a:cubicBezTo>
                <a:cubicBezTo>
                  <a:pt x="874128" y="76731"/>
                  <a:pt x="873122" y="75623"/>
                  <a:pt x="872341" y="74270"/>
                </a:cubicBezTo>
                <a:cubicBezTo>
                  <a:pt x="871562" y="72917"/>
                  <a:pt x="871172" y="71296"/>
                  <a:pt x="871172" y="69409"/>
                </a:cubicBezTo>
                <a:close/>
              </a:path>
            </a:pathLst>
          </a:custGeom>
          <a:solidFill xmlns:a="http://schemas.openxmlformats.org/drawingml/2006/main">
            <a:srgbClr val="0F142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085c076734df4"/>
          <a:stretch xmlns:a="http://schemas.openxmlformats.org/drawingml/2006/main"/>
        </p:blipFill>
        <p:spPr>
          <a:xfrm xmlns:a="http://schemas.openxmlformats.org/drawingml/2006/main">
            <a:off x="12295573" y="4205216"/>
            <a:ext cx="1302101" cy="350566"/>
          </a:xfrm>
          <a:prstGeom xmlns:a="http://schemas.openxmlformats.org/drawingml/2006/main" prst="rect">
            <a:avLst/>
          </a:prstGeom>
        </p:spPr>
      </p:pic>
      <p:sp>
        <p:nvSpPr>
          <p:cNvPr id="218" name="Text Targetlibraries">
            <a:extLst xmlns:a="http://schemas.openxmlformats.org/drawingml/2006/main">
              <a:ext uri="{FF2B5EF4-FFF2-40B4-BE49-F238E27FC236}">
                <a16:creationId xmlns:a16="http://schemas.microsoft.com/office/drawing/2014/main" id="{F9DEE152-EC56-4224-B8E5-C61A6A26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763" y="4307912"/>
            <a:ext cx="880390" cy="111993"/>
          </a:xfrm>
          <a:custGeom xmlns:a="http://schemas.openxmlformats.org/drawingml/2006/main">
            <a:pathLst>
              <a:path w="880390" h="111993">
                <a:moveTo>
                  <a:pt x="26361" y="16240"/>
                </a:moveTo>
                <a:lnTo>
                  <a:pt x="26361" y="87934"/>
                </a:lnTo>
                <a:lnTo>
                  <a:pt x="45700" y="87934"/>
                </a:lnTo>
                <a:lnTo>
                  <a:pt x="45700" y="16240"/>
                </a:lnTo>
                <a:lnTo>
                  <a:pt x="72061" y="16240"/>
                </a:lnTo>
                <a:lnTo>
                  <a:pt x="72061" y="0"/>
                </a:lnTo>
                <a:lnTo>
                  <a:pt x="0" y="0"/>
                </a:lnTo>
                <a:lnTo>
                  <a:pt x="0" y="16240"/>
                </a:lnTo>
                <a:lnTo>
                  <a:pt x="26361" y="16240"/>
                </a:lnTo>
                <a:close/>
                <a:moveTo>
                  <a:pt x="79292" y="43836"/>
                </a:moveTo>
                <a:cubicBezTo>
                  <a:pt x="79537" y="39729"/>
                  <a:pt x="80564" y="36322"/>
                  <a:pt x="82370" y="33613"/>
                </a:cubicBezTo>
                <a:cubicBezTo>
                  <a:pt x="84177" y="30902"/>
                  <a:pt x="86477" y="28726"/>
                  <a:pt x="89269" y="27083"/>
                </a:cubicBezTo>
                <a:cubicBezTo>
                  <a:pt x="92060" y="25440"/>
                  <a:pt x="95201" y="24270"/>
                  <a:pt x="98691" y="23572"/>
                </a:cubicBezTo>
                <a:cubicBezTo>
                  <a:pt x="102182" y="22874"/>
                  <a:pt x="105693" y="22525"/>
                  <a:pt x="109224" y="22525"/>
                </a:cubicBezTo>
                <a:cubicBezTo>
                  <a:pt x="112427" y="22525"/>
                  <a:pt x="115670" y="22751"/>
                  <a:pt x="118955" y="23203"/>
                </a:cubicBezTo>
                <a:cubicBezTo>
                  <a:pt x="122240" y="23655"/>
                  <a:pt x="125238" y="24537"/>
                  <a:pt x="127947" y="25852"/>
                </a:cubicBezTo>
                <a:cubicBezTo>
                  <a:pt x="130657" y="27165"/>
                  <a:pt x="132874" y="28992"/>
                  <a:pt x="134598" y="31333"/>
                </a:cubicBezTo>
                <a:cubicBezTo>
                  <a:pt x="136324" y="33673"/>
                  <a:pt x="137187" y="36773"/>
                  <a:pt x="137187" y="40633"/>
                </a:cubicBezTo>
                <a:lnTo>
                  <a:pt x="137187" y="73768"/>
                </a:lnTo>
                <a:cubicBezTo>
                  <a:pt x="137187" y="76643"/>
                  <a:pt x="137351" y="79394"/>
                  <a:pt x="137679" y="82021"/>
                </a:cubicBezTo>
                <a:cubicBezTo>
                  <a:pt x="138007" y="84649"/>
                  <a:pt x="138582" y="86620"/>
                  <a:pt x="139403" y="87934"/>
                </a:cubicBezTo>
                <a:lnTo>
                  <a:pt x="121665" y="87934"/>
                </a:lnTo>
                <a:cubicBezTo>
                  <a:pt x="121337" y="86950"/>
                  <a:pt x="121070" y="85944"/>
                  <a:pt x="120864" y="84918"/>
                </a:cubicBezTo>
                <a:cubicBezTo>
                  <a:pt x="120659" y="83890"/>
                  <a:pt x="120515" y="82843"/>
                  <a:pt x="120434" y="81775"/>
                </a:cubicBezTo>
                <a:cubicBezTo>
                  <a:pt x="117642" y="84650"/>
                  <a:pt x="114357" y="86662"/>
                  <a:pt x="110579" y="87812"/>
                </a:cubicBezTo>
                <a:cubicBezTo>
                  <a:pt x="106801" y="88961"/>
                  <a:pt x="102941" y="89536"/>
                  <a:pt x="98999" y="89536"/>
                </a:cubicBezTo>
                <a:cubicBezTo>
                  <a:pt x="95962" y="89536"/>
                  <a:pt x="93129" y="89166"/>
                  <a:pt x="90500" y="88427"/>
                </a:cubicBezTo>
                <a:cubicBezTo>
                  <a:pt x="87872" y="87688"/>
                  <a:pt x="85573" y="86538"/>
                  <a:pt x="83602" y="84978"/>
                </a:cubicBezTo>
                <a:cubicBezTo>
                  <a:pt x="81632" y="83418"/>
                  <a:pt x="80092" y="81447"/>
                  <a:pt x="78983" y="79067"/>
                </a:cubicBezTo>
                <a:cubicBezTo>
                  <a:pt x="77875" y="76685"/>
                  <a:pt x="77320" y="73851"/>
                  <a:pt x="77320" y="70565"/>
                </a:cubicBezTo>
                <a:cubicBezTo>
                  <a:pt x="77320" y="66953"/>
                  <a:pt x="77957" y="63976"/>
                  <a:pt x="79230" y="61635"/>
                </a:cubicBezTo>
                <a:cubicBezTo>
                  <a:pt x="80503" y="59295"/>
                  <a:pt x="82145" y="57426"/>
                  <a:pt x="84156" y="56030"/>
                </a:cubicBezTo>
                <a:cubicBezTo>
                  <a:pt x="86168" y="54634"/>
                  <a:pt x="88468" y="53588"/>
                  <a:pt x="91054" y="52890"/>
                </a:cubicBezTo>
                <a:cubicBezTo>
                  <a:pt x="93642" y="52192"/>
                  <a:pt x="96249" y="51638"/>
                  <a:pt x="98877" y="51228"/>
                </a:cubicBezTo>
                <a:cubicBezTo>
                  <a:pt x="101505" y="50817"/>
                  <a:pt x="104091" y="50488"/>
                  <a:pt x="106636" y="50241"/>
                </a:cubicBezTo>
                <a:cubicBezTo>
                  <a:pt x="109182" y="49994"/>
                  <a:pt x="111441" y="49625"/>
                  <a:pt x="113412" y="49132"/>
                </a:cubicBezTo>
                <a:cubicBezTo>
                  <a:pt x="115383" y="48640"/>
                  <a:pt x="116943" y="47922"/>
                  <a:pt x="118092" y="46978"/>
                </a:cubicBezTo>
                <a:cubicBezTo>
                  <a:pt x="119242" y="46034"/>
                  <a:pt x="119777" y="44658"/>
                  <a:pt x="119695" y="42851"/>
                </a:cubicBezTo>
                <a:cubicBezTo>
                  <a:pt x="119695" y="40961"/>
                  <a:pt x="119387" y="39462"/>
                  <a:pt x="118770" y="38355"/>
                </a:cubicBezTo>
                <a:cubicBezTo>
                  <a:pt x="118154" y="37246"/>
                  <a:pt x="117333" y="36384"/>
                  <a:pt x="116306" y="35768"/>
                </a:cubicBezTo>
                <a:cubicBezTo>
                  <a:pt x="115280" y="35152"/>
                  <a:pt x="114089" y="34741"/>
                  <a:pt x="112733" y="34535"/>
                </a:cubicBezTo>
                <a:cubicBezTo>
                  <a:pt x="111379" y="34330"/>
                  <a:pt x="109921" y="34227"/>
                  <a:pt x="108361" y="34227"/>
                </a:cubicBezTo>
                <a:cubicBezTo>
                  <a:pt x="104913" y="34227"/>
                  <a:pt x="102203" y="34967"/>
                  <a:pt x="100232" y="36445"/>
                </a:cubicBezTo>
                <a:cubicBezTo>
                  <a:pt x="98261" y="37924"/>
                  <a:pt x="97111" y="40387"/>
                  <a:pt x="96783" y="43836"/>
                </a:cubicBezTo>
                <a:lnTo>
                  <a:pt x="79292" y="43836"/>
                </a:lnTo>
                <a:moveTo>
                  <a:pt x="119695" y="56769"/>
                </a:moveTo>
                <a:cubicBezTo>
                  <a:pt x="118956" y="57427"/>
                  <a:pt x="118032" y="57941"/>
                  <a:pt x="116923" y="58310"/>
                </a:cubicBezTo>
                <a:cubicBezTo>
                  <a:pt x="115814" y="58680"/>
                  <a:pt x="114623" y="58988"/>
                  <a:pt x="113350" y="59235"/>
                </a:cubicBezTo>
                <a:cubicBezTo>
                  <a:pt x="112078" y="59481"/>
                  <a:pt x="110743" y="59686"/>
                  <a:pt x="109346" y="59850"/>
                </a:cubicBezTo>
                <a:cubicBezTo>
                  <a:pt x="107950" y="60014"/>
                  <a:pt x="106554" y="60219"/>
                  <a:pt x="105159" y="60464"/>
                </a:cubicBezTo>
                <a:cubicBezTo>
                  <a:pt x="103845" y="60711"/>
                  <a:pt x="102552" y="61040"/>
                  <a:pt x="101279" y="61451"/>
                </a:cubicBezTo>
                <a:cubicBezTo>
                  <a:pt x="100006" y="61861"/>
                  <a:pt x="98897" y="62415"/>
                  <a:pt x="97952" y="63115"/>
                </a:cubicBezTo>
                <a:cubicBezTo>
                  <a:pt x="97009" y="63812"/>
                  <a:pt x="96249" y="64695"/>
                  <a:pt x="95674" y="65763"/>
                </a:cubicBezTo>
                <a:cubicBezTo>
                  <a:pt x="95099" y="66829"/>
                  <a:pt x="94811" y="68184"/>
                  <a:pt x="94811" y="69827"/>
                </a:cubicBezTo>
                <a:cubicBezTo>
                  <a:pt x="94811" y="71387"/>
                  <a:pt x="95099" y="72700"/>
                  <a:pt x="95674" y="73768"/>
                </a:cubicBezTo>
                <a:cubicBezTo>
                  <a:pt x="96249" y="74836"/>
                  <a:pt x="97029" y="75678"/>
                  <a:pt x="98014" y="76294"/>
                </a:cubicBezTo>
                <a:cubicBezTo>
                  <a:pt x="99000" y="76909"/>
                  <a:pt x="100150" y="77340"/>
                  <a:pt x="101463" y="77587"/>
                </a:cubicBezTo>
                <a:cubicBezTo>
                  <a:pt x="102778" y="77834"/>
                  <a:pt x="104133" y="77958"/>
                  <a:pt x="105529" y="77958"/>
                </a:cubicBezTo>
                <a:cubicBezTo>
                  <a:pt x="108977" y="77958"/>
                  <a:pt x="111646" y="77383"/>
                  <a:pt x="113534" y="76234"/>
                </a:cubicBezTo>
                <a:cubicBezTo>
                  <a:pt x="115424" y="75084"/>
                  <a:pt x="116820" y="73708"/>
                  <a:pt x="117724" y="72106"/>
                </a:cubicBezTo>
                <a:cubicBezTo>
                  <a:pt x="118627" y="70505"/>
                  <a:pt x="119181" y="68883"/>
                  <a:pt x="119387" y="67240"/>
                </a:cubicBezTo>
                <a:cubicBezTo>
                  <a:pt x="119592" y="65597"/>
                  <a:pt x="119695" y="64284"/>
                  <a:pt x="119695" y="63299"/>
                </a:cubicBezTo>
                <a:lnTo>
                  <a:pt x="119695" y="56769"/>
                </a:lnTo>
                <a:close/>
                <a:moveTo>
                  <a:pt x="150419" y="24203"/>
                </a:moveTo>
                <a:lnTo>
                  <a:pt x="150419" y="87934"/>
                </a:lnTo>
                <a:lnTo>
                  <a:pt x="167910" y="87934"/>
                </a:lnTo>
                <a:lnTo>
                  <a:pt x="167910" y="59203"/>
                </a:lnTo>
                <a:cubicBezTo>
                  <a:pt x="167910" y="56326"/>
                  <a:pt x="168198" y="53655"/>
                  <a:pt x="168773" y="51189"/>
                </a:cubicBezTo>
                <a:cubicBezTo>
                  <a:pt x="169348" y="48723"/>
                  <a:pt x="170313" y="46565"/>
                  <a:pt x="171668" y="44715"/>
                </a:cubicBezTo>
                <a:cubicBezTo>
                  <a:pt x="173022" y="42866"/>
                  <a:pt x="174808" y="41407"/>
                  <a:pt x="177024" y="40338"/>
                </a:cubicBezTo>
                <a:cubicBezTo>
                  <a:pt x="179242" y="39269"/>
                  <a:pt x="181953" y="38734"/>
                  <a:pt x="185155" y="38734"/>
                </a:cubicBezTo>
                <a:cubicBezTo>
                  <a:pt x="186223" y="38734"/>
                  <a:pt x="187331" y="38796"/>
                  <a:pt x="188480" y="38921"/>
                </a:cubicBezTo>
                <a:cubicBezTo>
                  <a:pt x="189631" y="39043"/>
                  <a:pt x="190616" y="39187"/>
                  <a:pt x="191437" y="39351"/>
                </a:cubicBezTo>
                <a:lnTo>
                  <a:pt x="191437" y="23109"/>
                </a:lnTo>
                <a:cubicBezTo>
                  <a:pt x="190041" y="22700"/>
                  <a:pt x="188769" y="22495"/>
                  <a:pt x="187620" y="22495"/>
                </a:cubicBezTo>
                <a:cubicBezTo>
                  <a:pt x="185402" y="22495"/>
                  <a:pt x="183267" y="22823"/>
                  <a:pt x="181214" y="23480"/>
                </a:cubicBezTo>
                <a:cubicBezTo>
                  <a:pt x="179161" y="24135"/>
                  <a:pt x="177232" y="25057"/>
                  <a:pt x="175425" y="26247"/>
                </a:cubicBezTo>
                <a:cubicBezTo>
                  <a:pt x="173618" y="27436"/>
                  <a:pt x="172017" y="28871"/>
                  <a:pt x="170621" y="30553"/>
                </a:cubicBezTo>
                <a:cubicBezTo>
                  <a:pt x="169225" y="32234"/>
                  <a:pt x="168116" y="34059"/>
                  <a:pt x="167294" y="36028"/>
                </a:cubicBezTo>
                <a:lnTo>
                  <a:pt x="167048" y="36028"/>
                </a:lnTo>
                <a:lnTo>
                  <a:pt x="167048" y="24203"/>
                </a:lnTo>
                <a:lnTo>
                  <a:pt x="150419" y="24203"/>
                </a:lnTo>
                <a:close/>
                <a:moveTo>
                  <a:pt x="227540" y="72898"/>
                </a:moveTo>
                <a:cubicBezTo>
                  <a:pt x="224830" y="72898"/>
                  <a:pt x="222571" y="72323"/>
                  <a:pt x="220764" y="71174"/>
                </a:cubicBezTo>
                <a:cubicBezTo>
                  <a:pt x="218958" y="70025"/>
                  <a:pt x="217500" y="68548"/>
                  <a:pt x="216391" y="66744"/>
                </a:cubicBezTo>
                <a:cubicBezTo>
                  <a:pt x="215283" y="64938"/>
                  <a:pt x="214503" y="62908"/>
                  <a:pt x="214051" y="60652"/>
                </a:cubicBezTo>
                <a:cubicBezTo>
                  <a:pt x="213600" y="58396"/>
                  <a:pt x="213374" y="56118"/>
                  <a:pt x="213374" y="53820"/>
                </a:cubicBezTo>
                <a:cubicBezTo>
                  <a:pt x="213374" y="51440"/>
                  <a:pt x="213641" y="49164"/>
                  <a:pt x="214175" y="46990"/>
                </a:cubicBezTo>
                <a:cubicBezTo>
                  <a:pt x="214708" y="44814"/>
                  <a:pt x="215571" y="42886"/>
                  <a:pt x="216761" y="41204"/>
                </a:cubicBezTo>
                <a:cubicBezTo>
                  <a:pt x="217953" y="39523"/>
                  <a:pt x="219431" y="38189"/>
                  <a:pt x="221197" y="37204"/>
                </a:cubicBezTo>
                <a:cubicBezTo>
                  <a:pt x="222962" y="36220"/>
                  <a:pt x="225077" y="35727"/>
                  <a:pt x="227540" y="35727"/>
                </a:cubicBezTo>
                <a:cubicBezTo>
                  <a:pt x="230415" y="35727"/>
                  <a:pt x="232796" y="36261"/>
                  <a:pt x="234685" y="37329"/>
                </a:cubicBezTo>
                <a:cubicBezTo>
                  <a:pt x="236573" y="38395"/>
                  <a:pt x="238092" y="39831"/>
                  <a:pt x="239243" y="41637"/>
                </a:cubicBezTo>
                <a:cubicBezTo>
                  <a:pt x="240393" y="43441"/>
                  <a:pt x="241214" y="45512"/>
                  <a:pt x="241707" y="47850"/>
                </a:cubicBezTo>
                <a:cubicBezTo>
                  <a:pt x="242199" y="50189"/>
                  <a:pt x="242445" y="52671"/>
                  <a:pt x="242445" y="55297"/>
                </a:cubicBezTo>
                <a:cubicBezTo>
                  <a:pt x="242445" y="57594"/>
                  <a:pt x="242137" y="59789"/>
                  <a:pt x="241521" y="61882"/>
                </a:cubicBezTo>
                <a:cubicBezTo>
                  <a:pt x="240905" y="63974"/>
                  <a:pt x="239982" y="65841"/>
                  <a:pt x="238750" y="67483"/>
                </a:cubicBezTo>
                <a:cubicBezTo>
                  <a:pt x="237518" y="69123"/>
                  <a:pt x="235958" y="70436"/>
                  <a:pt x="234068" y="71420"/>
                </a:cubicBezTo>
                <a:cubicBezTo>
                  <a:pt x="232180" y="72405"/>
                  <a:pt x="230004" y="72898"/>
                  <a:pt x="227540" y="72898"/>
                </a:cubicBezTo>
                <a:moveTo>
                  <a:pt x="259074" y="83897"/>
                </a:moveTo>
                <a:lnTo>
                  <a:pt x="259074" y="24260"/>
                </a:lnTo>
                <a:lnTo>
                  <a:pt x="242445" y="24260"/>
                </a:lnTo>
                <a:lnTo>
                  <a:pt x="242445" y="32759"/>
                </a:lnTo>
                <a:lnTo>
                  <a:pt x="242199" y="32759"/>
                </a:lnTo>
                <a:cubicBezTo>
                  <a:pt x="240064" y="29049"/>
                  <a:pt x="237416" y="26411"/>
                  <a:pt x="234254" y="24844"/>
                </a:cubicBezTo>
                <a:cubicBezTo>
                  <a:pt x="231093" y="23278"/>
                  <a:pt x="227418" y="22495"/>
                  <a:pt x="223229" y="22495"/>
                </a:cubicBezTo>
                <a:cubicBezTo>
                  <a:pt x="218794" y="22495"/>
                  <a:pt x="214873" y="23358"/>
                  <a:pt x="211464" y="25085"/>
                </a:cubicBezTo>
                <a:cubicBezTo>
                  <a:pt x="208057" y="26812"/>
                  <a:pt x="205204" y="29134"/>
                  <a:pt x="202905" y="32053"/>
                </a:cubicBezTo>
                <a:cubicBezTo>
                  <a:pt x="200605" y="34971"/>
                  <a:pt x="198860" y="38342"/>
                  <a:pt x="197668" y="42165"/>
                </a:cubicBezTo>
                <a:cubicBezTo>
                  <a:pt x="196478" y="45988"/>
                  <a:pt x="195883" y="49955"/>
                  <a:pt x="195883" y="54066"/>
                </a:cubicBezTo>
                <a:cubicBezTo>
                  <a:pt x="195883" y="58423"/>
                  <a:pt x="196396" y="62554"/>
                  <a:pt x="197422" y="66460"/>
                </a:cubicBezTo>
                <a:cubicBezTo>
                  <a:pt x="198448" y="70365"/>
                  <a:pt x="200070" y="73777"/>
                  <a:pt x="202286" y="76696"/>
                </a:cubicBezTo>
                <a:cubicBezTo>
                  <a:pt x="204504" y="79615"/>
                  <a:pt x="207338" y="81917"/>
                  <a:pt x="210788" y="83602"/>
                </a:cubicBezTo>
                <a:cubicBezTo>
                  <a:pt x="214237" y="85287"/>
                  <a:pt x="218344" y="86130"/>
                  <a:pt x="223106" y="86130"/>
                </a:cubicBezTo>
                <a:cubicBezTo>
                  <a:pt x="226966" y="86130"/>
                  <a:pt x="230640" y="85326"/>
                  <a:pt x="234130" y="83719"/>
                </a:cubicBezTo>
                <a:cubicBezTo>
                  <a:pt x="237621" y="82111"/>
                  <a:pt x="240311" y="79617"/>
                  <a:pt x="242199" y="76236"/>
                </a:cubicBezTo>
                <a:lnTo>
                  <a:pt x="242445" y="76236"/>
                </a:lnTo>
                <a:lnTo>
                  <a:pt x="242445" y="84636"/>
                </a:lnTo>
                <a:cubicBezTo>
                  <a:pt x="242528" y="89166"/>
                  <a:pt x="241440" y="92913"/>
                  <a:pt x="239181" y="95878"/>
                </a:cubicBezTo>
                <a:cubicBezTo>
                  <a:pt x="236923" y="98842"/>
                  <a:pt x="233330" y="100325"/>
                  <a:pt x="228403" y="100325"/>
                </a:cubicBezTo>
                <a:cubicBezTo>
                  <a:pt x="225283" y="100325"/>
                  <a:pt x="222532" y="99686"/>
                  <a:pt x="220150" y="98407"/>
                </a:cubicBezTo>
                <a:cubicBezTo>
                  <a:pt x="217768" y="97129"/>
                  <a:pt x="216166" y="94841"/>
                  <a:pt x="215346" y="91543"/>
                </a:cubicBezTo>
                <a:lnTo>
                  <a:pt x="197976" y="91543"/>
                </a:lnTo>
                <a:cubicBezTo>
                  <a:pt x="198223" y="95157"/>
                  <a:pt x="199229" y="98257"/>
                  <a:pt x="200995" y="100843"/>
                </a:cubicBezTo>
                <a:cubicBezTo>
                  <a:pt x="202761" y="103431"/>
                  <a:pt x="204978" y="105546"/>
                  <a:pt x="207647" y="107189"/>
                </a:cubicBezTo>
                <a:cubicBezTo>
                  <a:pt x="210316" y="108832"/>
                  <a:pt x="213272" y="110043"/>
                  <a:pt x="216515" y="110822"/>
                </a:cubicBezTo>
                <a:cubicBezTo>
                  <a:pt x="219759" y="111603"/>
                  <a:pt x="222942" y="111993"/>
                  <a:pt x="226063" y="111993"/>
                </a:cubicBezTo>
                <a:cubicBezTo>
                  <a:pt x="233371" y="111993"/>
                  <a:pt x="239201" y="111007"/>
                  <a:pt x="243553" y="109035"/>
                </a:cubicBezTo>
                <a:cubicBezTo>
                  <a:pt x="247906" y="107064"/>
                  <a:pt x="251232" y="104661"/>
                  <a:pt x="253531" y="101826"/>
                </a:cubicBezTo>
                <a:cubicBezTo>
                  <a:pt x="255831" y="98992"/>
                  <a:pt x="257329" y="95932"/>
                  <a:pt x="258027" y="92647"/>
                </a:cubicBezTo>
                <a:cubicBezTo>
                  <a:pt x="258725" y="89361"/>
                  <a:pt x="259074" y="86445"/>
                  <a:pt x="259074" y="83897"/>
                </a:cubicBezTo>
                <a:close/>
                <a:moveTo>
                  <a:pt x="315700" y="49320"/>
                </a:moveTo>
                <a:lnTo>
                  <a:pt x="287247" y="49320"/>
                </a:lnTo>
                <a:cubicBezTo>
                  <a:pt x="287328" y="48085"/>
                  <a:pt x="287594" y="46684"/>
                  <a:pt x="288045" y="45119"/>
                </a:cubicBezTo>
                <a:cubicBezTo>
                  <a:pt x="288498" y="43553"/>
                  <a:pt x="289278" y="42070"/>
                  <a:pt x="290387" y="40670"/>
                </a:cubicBezTo>
                <a:cubicBezTo>
                  <a:pt x="291496" y="39270"/>
                  <a:pt x="292974" y="38095"/>
                  <a:pt x="294821" y="37148"/>
                </a:cubicBezTo>
                <a:cubicBezTo>
                  <a:pt x="296670" y="36201"/>
                  <a:pt x="298990" y="35727"/>
                  <a:pt x="301781" y="35727"/>
                </a:cubicBezTo>
                <a:cubicBezTo>
                  <a:pt x="306052" y="35727"/>
                  <a:pt x="309234" y="36881"/>
                  <a:pt x="311328" y="39187"/>
                </a:cubicBezTo>
                <a:cubicBezTo>
                  <a:pt x="313422" y="41494"/>
                  <a:pt x="314879" y="44872"/>
                  <a:pt x="315700" y="49320"/>
                </a:cubicBezTo>
                <a:moveTo>
                  <a:pt x="287247" y="60387"/>
                </a:moveTo>
                <a:lnTo>
                  <a:pt x="333193" y="60387"/>
                </a:lnTo>
                <a:cubicBezTo>
                  <a:pt x="333521" y="55450"/>
                  <a:pt x="333110" y="50719"/>
                  <a:pt x="331960" y="46193"/>
                </a:cubicBezTo>
                <a:cubicBezTo>
                  <a:pt x="330811" y="41667"/>
                  <a:pt x="328943" y="37635"/>
                  <a:pt x="326355" y="34098"/>
                </a:cubicBezTo>
                <a:cubicBezTo>
                  <a:pt x="323769" y="30559"/>
                  <a:pt x="320463" y="27741"/>
                  <a:pt x="316438" y="25643"/>
                </a:cubicBezTo>
                <a:cubicBezTo>
                  <a:pt x="312415" y="23544"/>
                  <a:pt x="307693" y="22495"/>
                  <a:pt x="302274" y="22495"/>
                </a:cubicBezTo>
                <a:cubicBezTo>
                  <a:pt x="297428" y="22495"/>
                  <a:pt x="293014" y="23359"/>
                  <a:pt x="289032" y="25087"/>
                </a:cubicBezTo>
                <a:cubicBezTo>
                  <a:pt x="285050" y="26814"/>
                  <a:pt x="281622" y="29178"/>
                  <a:pt x="278747" y="32180"/>
                </a:cubicBezTo>
                <a:cubicBezTo>
                  <a:pt x="275873" y="35183"/>
                  <a:pt x="273655" y="38741"/>
                  <a:pt x="272095" y="42855"/>
                </a:cubicBezTo>
                <a:cubicBezTo>
                  <a:pt x="270535" y="46967"/>
                  <a:pt x="269755" y="51409"/>
                  <a:pt x="269755" y="56181"/>
                </a:cubicBezTo>
                <a:cubicBezTo>
                  <a:pt x="269755" y="61115"/>
                  <a:pt x="270515" y="65639"/>
                  <a:pt x="272033" y="69753"/>
                </a:cubicBezTo>
                <a:cubicBezTo>
                  <a:pt x="273553" y="73866"/>
                  <a:pt x="275709" y="77403"/>
                  <a:pt x="278501" y="80365"/>
                </a:cubicBezTo>
                <a:cubicBezTo>
                  <a:pt x="281293" y="83326"/>
                  <a:pt x="284700" y="85609"/>
                  <a:pt x="288724" y="87213"/>
                </a:cubicBezTo>
                <a:cubicBezTo>
                  <a:pt x="292747" y="88817"/>
                  <a:pt x="297264" y="89619"/>
                  <a:pt x="302274" y="89619"/>
                </a:cubicBezTo>
                <a:cubicBezTo>
                  <a:pt x="309500" y="89619"/>
                  <a:pt x="315659" y="87978"/>
                  <a:pt x="320750" y="84696"/>
                </a:cubicBezTo>
                <a:cubicBezTo>
                  <a:pt x="325843" y="81414"/>
                  <a:pt x="329621" y="75958"/>
                  <a:pt x="332084" y="68327"/>
                </a:cubicBezTo>
                <a:lnTo>
                  <a:pt x="316686" y="68327"/>
                </a:lnTo>
                <a:cubicBezTo>
                  <a:pt x="316111" y="70280"/>
                  <a:pt x="314551" y="72132"/>
                  <a:pt x="312004" y="73883"/>
                </a:cubicBezTo>
                <a:cubicBezTo>
                  <a:pt x="309459" y="75632"/>
                  <a:pt x="306421" y="76507"/>
                  <a:pt x="302890" y="76507"/>
                </a:cubicBezTo>
                <a:cubicBezTo>
                  <a:pt x="297963" y="76507"/>
                  <a:pt x="294185" y="75235"/>
                  <a:pt x="291556" y="72693"/>
                </a:cubicBezTo>
                <a:cubicBezTo>
                  <a:pt x="288929" y="70149"/>
                  <a:pt x="287492" y="66047"/>
                  <a:pt x="287247" y="60387"/>
                </a:cubicBezTo>
                <a:close/>
                <a:moveTo>
                  <a:pt x="365394" y="24299"/>
                </a:moveTo>
                <a:lnTo>
                  <a:pt x="365394" y="5173"/>
                </a:lnTo>
                <a:lnTo>
                  <a:pt x="347903" y="5173"/>
                </a:lnTo>
                <a:lnTo>
                  <a:pt x="347903" y="24299"/>
                </a:lnTo>
                <a:lnTo>
                  <a:pt x="337309" y="24299"/>
                </a:lnTo>
                <a:lnTo>
                  <a:pt x="337309" y="35968"/>
                </a:lnTo>
                <a:lnTo>
                  <a:pt x="347903" y="35968"/>
                </a:lnTo>
                <a:lnTo>
                  <a:pt x="347903" y="73516"/>
                </a:lnTo>
                <a:cubicBezTo>
                  <a:pt x="347903" y="76718"/>
                  <a:pt x="348436" y="79303"/>
                  <a:pt x="349504" y="81273"/>
                </a:cubicBezTo>
                <a:cubicBezTo>
                  <a:pt x="350572" y="83243"/>
                  <a:pt x="352029" y="84762"/>
                  <a:pt x="353876" y="85829"/>
                </a:cubicBezTo>
                <a:cubicBezTo>
                  <a:pt x="355724" y="86896"/>
                  <a:pt x="357859" y="87613"/>
                  <a:pt x="360282" y="87981"/>
                </a:cubicBezTo>
                <a:cubicBezTo>
                  <a:pt x="362705" y="88351"/>
                  <a:pt x="365272" y="88536"/>
                  <a:pt x="367982" y="88536"/>
                </a:cubicBezTo>
                <a:cubicBezTo>
                  <a:pt x="369706" y="88536"/>
                  <a:pt x="371472" y="88496"/>
                  <a:pt x="373279" y="88416"/>
                </a:cubicBezTo>
                <a:cubicBezTo>
                  <a:pt x="375086" y="88335"/>
                  <a:pt x="376728" y="88175"/>
                  <a:pt x="378205" y="87934"/>
                </a:cubicBezTo>
                <a:lnTo>
                  <a:pt x="378205" y="74330"/>
                </a:lnTo>
                <a:cubicBezTo>
                  <a:pt x="377384" y="74494"/>
                  <a:pt x="376522" y="74618"/>
                  <a:pt x="375619" y="74700"/>
                </a:cubicBezTo>
                <a:cubicBezTo>
                  <a:pt x="374715" y="74782"/>
                  <a:pt x="373771" y="74822"/>
                  <a:pt x="372786" y="74822"/>
                </a:cubicBezTo>
                <a:cubicBezTo>
                  <a:pt x="369829" y="74822"/>
                  <a:pt x="367857" y="74331"/>
                  <a:pt x="366871" y="73347"/>
                </a:cubicBezTo>
                <a:cubicBezTo>
                  <a:pt x="365886" y="72363"/>
                  <a:pt x="365394" y="70396"/>
                  <a:pt x="365394" y="67445"/>
                </a:cubicBezTo>
                <a:lnTo>
                  <a:pt x="365394" y="35968"/>
                </a:lnTo>
                <a:lnTo>
                  <a:pt x="378205" y="35968"/>
                </a:lnTo>
                <a:lnTo>
                  <a:pt x="378205" y="24299"/>
                </a:lnTo>
                <a:lnTo>
                  <a:pt x="365394" y="24299"/>
                </a:lnTo>
                <a:close/>
                <a:moveTo>
                  <a:pt x="420224" y="0"/>
                </a:moveTo>
                <a:lnTo>
                  <a:pt x="420224" y="87934"/>
                </a:lnTo>
                <a:lnTo>
                  <a:pt x="437716" y="87934"/>
                </a:lnTo>
                <a:lnTo>
                  <a:pt x="437716" y="0"/>
                </a:lnTo>
                <a:lnTo>
                  <a:pt x="420224" y="0"/>
                </a:lnTo>
                <a:close/>
                <a:moveTo>
                  <a:pt x="469084" y="14435"/>
                </a:moveTo>
                <a:lnTo>
                  <a:pt x="469084" y="0"/>
                </a:lnTo>
                <a:lnTo>
                  <a:pt x="451593" y="0"/>
                </a:lnTo>
                <a:lnTo>
                  <a:pt x="451593" y="14435"/>
                </a:lnTo>
                <a:lnTo>
                  <a:pt x="469084" y="14435"/>
                </a:lnTo>
                <a:moveTo>
                  <a:pt x="451593" y="24250"/>
                </a:moveTo>
                <a:lnTo>
                  <a:pt x="451593" y="87934"/>
                </a:lnTo>
                <a:lnTo>
                  <a:pt x="469084" y="87934"/>
                </a:lnTo>
                <a:lnTo>
                  <a:pt x="469084" y="24250"/>
                </a:lnTo>
                <a:lnTo>
                  <a:pt x="451593" y="24250"/>
                </a:lnTo>
                <a:close/>
                <a:moveTo>
                  <a:pt x="529155" y="56179"/>
                </a:moveTo>
                <a:cubicBezTo>
                  <a:pt x="529155" y="58807"/>
                  <a:pt x="528867" y="61353"/>
                  <a:pt x="528292" y="63818"/>
                </a:cubicBezTo>
                <a:cubicBezTo>
                  <a:pt x="527717" y="66281"/>
                  <a:pt x="526814" y="68458"/>
                  <a:pt x="525582" y="70347"/>
                </a:cubicBezTo>
                <a:cubicBezTo>
                  <a:pt x="524350" y="72236"/>
                  <a:pt x="522810" y="73734"/>
                  <a:pt x="520962" y="74843"/>
                </a:cubicBezTo>
                <a:cubicBezTo>
                  <a:pt x="519115" y="75952"/>
                  <a:pt x="516877" y="76507"/>
                  <a:pt x="514250" y="76507"/>
                </a:cubicBezTo>
                <a:cubicBezTo>
                  <a:pt x="511704" y="76507"/>
                  <a:pt x="509486" y="75952"/>
                  <a:pt x="507598" y="74843"/>
                </a:cubicBezTo>
                <a:cubicBezTo>
                  <a:pt x="505710" y="73734"/>
                  <a:pt x="504150" y="72236"/>
                  <a:pt x="502918" y="70347"/>
                </a:cubicBezTo>
                <a:cubicBezTo>
                  <a:pt x="501686" y="68458"/>
                  <a:pt x="500783" y="66281"/>
                  <a:pt x="500207" y="63818"/>
                </a:cubicBezTo>
                <a:cubicBezTo>
                  <a:pt x="499632" y="61353"/>
                  <a:pt x="499345" y="58807"/>
                  <a:pt x="499345" y="56179"/>
                </a:cubicBezTo>
                <a:cubicBezTo>
                  <a:pt x="499345" y="53469"/>
                  <a:pt x="499632" y="50882"/>
                  <a:pt x="500207" y="48418"/>
                </a:cubicBezTo>
                <a:cubicBezTo>
                  <a:pt x="500783" y="45953"/>
                  <a:pt x="501686" y="43777"/>
                  <a:pt x="502918" y="41888"/>
                </a:cubicBezTo>
                <a:cubicBezTo>
                  <a:pt x="504150" y="39999"/>
                  <a:pt x="505710" y="38500"/>
                  <a:pt x="507598" y="37391"/>
                </a:cubicBezTo>
                <a:cubicBezTo>
                  <a:pt x="509486" y="36282"/>
                  <a:pt x="511704" y="35727"/>
                  <a:pt x="514250" y="35727"/>
                </a:cubicBezTo>
                <a:cubicBezTo>
                  <a:pt x="516877" y="35727"/>
                  <a:pt x="519115" y="36282"/>
                  <a:pt x="520962" y="37391"/>
                </a:cubicBezTo>
                <a:cubicBezTo>
                  <a:pt x="522810" y="38500"/>
                  <a:pt x="524350" y="39999"/>
                  <a:pt x="525582" y="41888"/>
                </a:cubicBezTo>
                <a:cubicBezTo>
                  <a:pt x="526814" y="43777"/>
                  <a:pt x="527717" y="45953"/>
                  <a:pt x="528292" y="48418"/>
                </a:cubicBezTo>
                <a:cubicBezTo>
                  <a:pt x="528867" y="50882"/>
                  <a:pt x="529155" y="53469"/>
                  <a:pt x="529155" y="56179"/>
                </a:cubicBezTo>
                <a:moveTo>
                  <a:pt x="482470" y="0"/>
                </a:moveTo>
                <a:lnTo>
                  <a:pt x="482470" y="87976"/>
                </a:lnTo>
                <a:lnTo>
                  <a:pt x="499099" y="87976"/>
                </a:lnTo>
                <a:lnTo>
                  <a:pt x="499099" y="79847"/>
                </a:lnTo>
                <a:lnTo>
                  <a:pt x="499345" y="79847"/>
                </a:lnTo>
                <a:cubicBezTo>
                  <a:pt x="501233" y="83393"/>
                  <a:pt x="504025" y="85908"/>
                  <a:pt x="507720" y="87393"/>
                </a:cubicBezTo>
                <a:cubicBezTo>
                  <a:pt x="511417" y="88877"/>
                  <a:pt x="515605" y="89619"/>
                  <a:pt x="520285" y="89619"/>
                </a:cubicBezTo>
                <a:cubicBezTo>
                  <a:pt x="523488" y="89619"/>
                  <a:pt x="526649" y="88961"/>
                  <a:pt x="529770" y="87645"/>
                </a:cubicBezTo>
                <a:cubicBezTo>
                  <a:pt x="532891" y="86328"/>
                  <a:pt x="535704" y="84312"/>
                  <a:pt x="538209" y="81598"/>
                </a:cubicBezTo>
                <a:cubicBezTo>
                  <a:pt x="540714" y="78884"/>
                  <a:pt x="542746" y="75409"/>
                  <a:pt x="544306" y="71172"/>
                </a:cubicBezTo>
                <a:cubicBezTo>
                  <a:pt x="545866" y="66936"/>
                  <a:pt x="546646" y="61897"/>
                  <a:pt x="546646" y="56057"/>
                </a:cubicBezTo>
                <a:cubicBezTo>
                  <a:pt x="546646" y="50216"/>
                  <a:pt x="545866" y="45178"/>
                  <a:pt x="544306" y="40941"/>
                </a:cubicBezTo>
                <a:cubicBezTo>
                  <a:pt x="542746" y="36705"/>
                  <a:pt x="540714" y="33229"/>
                  <a:pt x="538209" y="30515"/>
                </a:cubicBezTo>
                <a:cubicBezTo>
                  <a:pt x="535704" y="27801"/>
                  <a:pt x="532891" y="25786"/>
                  <a:pt x="529770" y="24470"/>
                </a:cubicBezTo>
                <a:cubicBezTo>
                  <a:pt x="526649" y="23153"/>
                  <a:pt x="523488" y="22495"/>
                  <a:pt x="520285" y="22495"/>
                </a:cubicBezTo>
                <a:cubicBezTo>
                  <a:pt x="516344" y="22495"/>
                  <a:pt x="512546" y="23257"/>
                  <a:pt x="508891" y="24782"/>
                </a:cubicBezTo>
                <a:cubicBezTo>
                  <a:pt x="505237" y="26307"/>
                  <a:pt x="502343" y="28719"/>
                  <a:pt x="500207" y="32017"/>
                </a:cubicBezTo>
                <a:lnTo>
                  <a:pt x="499961" y="32017"/>
                </a:lnTo>
                <a:lnTo>
                  <a:pt x="499961" y="0"/>
                </a:lnTo>
                <a:lnTo>
                  <a:pt x="482470" y="0"/>
                </a:lnTo>
                <a:close/>
                <a:moveTo>
                  <a:pt x="557449" y="24203"/>
                </a:moveTo>
                <a:lnTo>
                  <a:pt x="557449" y="87934"/>
                </a:lnTo>
                <a:lnTo>
                  <a:pt x="574941" y="87934"/>
                </a:lnTo>
                <a:lnTo>
                  <a:pt x="574941" y="59203"/>
                </a:lnTo>
                <a:cubicBezTo>
                  <a:pt x="574941" y="56326"/>
                  <a:pt x="575228" y="53655"/>
                  <a:pt x="575804" y="51189"/>
                </a:cubicBezTo>
                <a:cubicBezTo>
                  <a:pt x="576379" y="48723"/>
                  <a:pt x="577344" y="46565"/>
                  <a:pt x="578698" y="44715"/>
                </a:cubicBezTo>
                <a:cubicBezTo>
                  <a:pt x="580053" y="42866"/>
                  <a:pt x="581838" y="41407"/>
                  <a:pt x="584055" y="40338"/>
                </a:cubicBezTo>
                <a:cubicBezTo>
                  <a:pt x="586273" y="39269"/>
                  <a:pt x="588983" y="38734"/>
                  <a:pt x="592186" y="38734"/>
                </a:cubicBezTo>
                <a:cubicBezTo>
                  <a:pt x="593254" y="38734"/>
                  <a:pt x="594362" y="38796"/>
                  <a:pt x="595511" y="38921"/>
                </a:cubicBezTo>
                <a:cubicBezTo>
                  <a:pt x="596661" y="39043"/>
                  <a:pt x="597647" y="39187"/>
                  <a:pt x="598468" y="39351"/>
                </a:cubicBezTo>
                <a:lnTo>
                  <a:pt x="598468" y="23109"/>
                </a:lnTo>
                <a:cubicBezTo>
                  <a:pt x="597072" y="22700"/>
                  <a:pt x="595799" y="22495"/>
                  <a:pt x="594650" y="22495"/>
                </a:cubicBezTo>
                <a:cubicBezTo>
                  <a:pt x="592432" y="22495"/>
                  <a:pt x="590297" y="22823"/>
                  <a:pt x="588245" y="23480"/>
                </a:cubicBezTo>
                <a:cubicBezTo>
                  <a:pt x="586192" y="24135"/>
                  <a:pt x="584262" y="25057"/>
                  <a:pt x="582455" y="26247"/>
                </a:cubicBezTo>
                <a:cubicBezTo>
                  <a:pt x="580649" y="27436"/>
                  <a:pt x="579047" y="28871"/>
                  <a:pt x="577651" y="30553"/>
                </a:cubicBezTo>
                <a:cubicBezTo>
                  <a:pt x="576255" y="32234"/>
                  <a:pt x="575146" y="34059"/>
                  <a:pt x="574324" y="36028"/>
                </a:cubicBezTo>
                <a:lnTo>
                  <a:pt x="574078" y="36028"/>
                </a:lnTo>
                <a:lnTo>
                  <a:pt x="574078" y="24203"/>
                </a:lnTo>
                <a:lnTo>
                  <a:pt x="557449" y="24203"/>
                </a:lnTo>
                <a:close/>
                <a:moveTo>
                  <a:pt x="604146" y="43836"/>
                </a:moveTo>
                <a:cubicBezTo>
                  <a:pt x="604392" y="39729"/>
                  <a:pt x="605418" y="36322"/>
                  <a:pt x="607225" y="33613"/>
                </a:cubicBezTo>
                <a:cubicBezTo>
                  <a:pt x="609032" y="30902"/>
                  <a:pt x="611331" y="28726"/>
                  <a:pt x="614123" y="27083"/>
                </a:cubicBezTo>
                <a:cubicBezTo>
                  <a:pt x="616915" y="25440"/>
                  <a:pt x="620056" y="24270"/>
                  <a:pt x="623545" y="23572"/>
                </a:cubicBezTo>
                <a:cubicBezTo>
                  <a:pt x="627036" y="22874"/>
                  <a:pt x="630547" y="22525"/>
                  <a:pt x="634079" y="22525"/>
                </a:cubicBezTo>
                <a:cubicBezTo>
                  <a:pt x="637281" y="22525"/>
                  <a:pt x="640525" y="22751"/>
                  <a:pt x="643809" y="23203"/>
                </a:cubicBezTo>
                <a:cubicBezTo>
                  <a:pt x="647095" y="23655"/>
                  <a:pt x="650092" y="24537"/>
                  <a:pt x="652801" y="25852"/>
                </a:cubicBezTo>
                <a:cubicBezTo>
                  <a:pt x="655511" y="27165"/>
                  <a:pt x="657729" y="28992"/>
                  <a:pt x="659453" y="31333"/>
                </a:cubicBezTo>
                <a:cubicBezTo>
                  <a:pt x="661178" y="33673"/>
                  <a:pt x="662041" y="36773"/>
                  <a:pt x="662041" y="40633"/>
                </a:cubicBezTo>
                <a:lnTo>
                  <a:pt x="662041" y="73768"/>
                </a:lnTo>
                <a:cubicBezTo>
                  <a:pt x="662041" y="76643"/>
                  <a:pt x="662205" y="79394"/>
                  <a:pt x="662534" y="82021"/>
                </a:cubicBezTo>
                <a:cubicBezTo>
                  <a:pt x="662862" y="84649"/>
                  <a:pt x="663436" y="86620"/>
                  <a:pt x="664257" y="87934"/>
                </a:cubicBezTo>
                <a:lnTo>
                  <a:pt x="646519" y="87934"/>
                </a:lnTo>
                <a:cubicBezTo>
                  <a:pt x="646191" y="86950"/>
                  <a:pt x="645924" y="85944"/>
                  <a:pt x="645719" y="84918"/>
                </a:cubicBezTo>
                <a:cubicBezTo>
                  <a:pt x="645513" y="83890"/>
                  <a:pt x="645370" y="82843"/>
                  <a:pt x="645288" y="81775"/>
                </a:cubicBezTo>
                <a:cubicBezTo>
                  <a:pt x="642497" y="84650"/>
                  <a:pt x="639212" y="86662"/>
                  <a:pt x="635434" y="87812"/>
                </a:cubicBezTo>
                <a:cubicBezTo>
                  <a:pt x="631656" y="88961"/>
                  <a:pt x="627796" y="89536"/>
                  <a:pt x="623854" y="89536"/>
                </a:cubicBezTo>
                <a:cubicBezTo>
                  <a:pt x="620816" y="89536"/>
                  <a:pt x="617983" y="89166"/>
                  <a:pt x="615354" y="88427"/>
                </a:cubicBezTo>
                <a:cubicBezTo>
                  <a:pt x="612726" y="87688"/>
                  <a:pt x="610427" y="86538"/>
                  <a:pt x="608456" y="84978"/>
                </a:cubicBezTo>
                <a:cubicBezTo>
                  <a:pt x="606486" y="83418"/>
                  <a:pt x="604947" y="81447"/>
                  <a:pt x="603838" y="79067"/>
                </a:cubicBezTo>
                <a:cubicBezTo>
                  <a:pt x="602729" y="76685"/>
                  <a:pt x="602174" y="73851"/>
                  <a:pt x="602174" y="70565"/>
                </a:cubicBezTo>
                <a:cubicBezTo>
                  <a:pt x="602174" y="66953"/>
                  <a:pt x="602811" y="63976"/>
                  <a:pt x="604084" y="61635"/>
                </a:cubicBezTo>
                <a:cubicBezTo>
                  <a:pt x="605357" y="59295"/>
                  <a:pt x="606999" y="57426"/>
                  <a:pt x="609011" y="56030"/>
                </a:cubicBezTo>
                <a:cubicBezTo>
                  <a:pt x="611023" y="54634"/>
                  <a:pt x="613322" y="53588"/>
                  <a:pt x="615909" y="52890"/>
                </a:cubicBezTo>
                <a:cubicBezTo>
                  <a:pt x="618496" y="52192"/>
                  <a:pt x="621104" y="51638"/>
                  <a:pt x="623731" y="51228"/>
                </a:cubicBezTo>
                <a:cubicBezTo>
                  <a:pt x="626359" y="50817"/>
                  <a:pt x="628945" y="50488"/>
                  <a:pt x="631490" y="50241"/>
                </a:cubicBezTo>
                <a:cubicBezTo>
                  <a:pt x="634037" y="49994"/>
                  <a:pt x="636295" y="49625"/>
                  <a:pt x="638266" y="49132"/>
                </a:cubicBezTo>
                <a:cubicBezTo>
                  <a:pt x="640237" y="48640"/>
                  <a:pt x="641797" y="47922"/>
                  <a:pt x="642946" y="46978"/>
                </a:cubicBezTo>
                <a:cubicBezTo>
                  <a:pt x="644097" y="46034"/>
                  <a:pt x="644631" y="44658"/>
                  <a:pt x="644550" y="42851"/>
                </a:cubicBezTo>
                <a:cubicBezTo>
                  <a:pt x="644550" y="40961"/>
                  <a:pt x="644241" y="39462"/>
                  <a:pt x="643625" y="38355"/>
                </a:cubicBezTo>
                <a:cubicBezTo>
                  <a:pt x="643008" y="37246"/>
                  <a:pt x="642187" y="36384"/>
                  <a:pt x="641161" y="35768"/>
                </a:cubicBezTo>
                <a:cubicBezTo>
                  <a:pt x="640135" y="35152"/>
                  <a:pt x="638944" y="34741"/>
                  <a:pt x="637588" y="34535"/>
                </a:cubicBezTo>
                <a:cubicBezTo>
                  <a:pt x="636233" y="34330"/>
                  <a:pt x="634776" y="34227"/>
                  <a:pt x="633216" y="34227"/>
                </a:cubicBezTo>
                <a:cubicBezTo>
                  <a:pt x="629767" y="34227"/>
                  <a:pt x="627058" y="34967"/>
                  <a:pt x="625087" y="36445"/>
                </a:cubicBezTo>
                <a:cubicBezTo>
                  <a:pt x="623116" y="37924"/>
                  <a:pt x="621966" y="40387"/>
                  <a:pt x="621638" y="43836"/>
                </a:cubicBezTo>
                <a:lnTo>
                  <a:pt x="604146" y="43836"/>
                </a:lnTo>
                <a:moveTo>
                  <a:pt x="644550" y="56769"/>
                </a:moveTo>
                <a:cubicBezTo>
                  <a:pt x="643810" y="57427"/>
                  <a:pt x="642886" y="57941"/>
                  <a:pt x="641777" y="58310"/>
                </a:cubicBezTo>
                <a:cubicBezTo>
                  <a:pt x="640668" y="58680"/>
                  <a:pt x="639477" y="58988"/>
                  <a:pt x="638204" y="59235"/>
                </a:cubicBezTo>
                <a:cubicBezTo>
                  <a:pt x="636932" y="59481"/>
                  <a:pt x="635598" y="59686"/>
                  <a:pt x="634201" y="59850"/>
                </a:cubicBezTo>
                <a:cubicBezTo>
                  <a:pt x="632805" y="60014"/>
                  <a:pt x="631409" y="60219"/>
                  <a:pt x="630013" y="60464"/>
                </a:cubicBezTo>
                <a:cubicBezTo>
                  <a:pt x="628700" y="60711"/>
                  <a:pt x="627407" y="61040"/>
                  <a:pt x="626134" y="61451"/>
                </a:cubicBezTo>
                <a:cubicBezTo>
                  <a:pt x="624860" y="61861"/>
                  <a:pt x="623751" y="62415"/>
                  <a:pt x="622807" y="63115"/>
                </a:cubicBezTo>
                <a:cubicBezTo>
                  <a:pt x="621863" y="63812"/>
                  <a:pt x="621104" y="64695"/>
                  <a:pt x="620529" y="65763"/>
                </a:cubicBezTo>
                <a:cubicBezTo>
                  <a:pt x="619953" y="66829"/>
                  <a:pt x="619666" y="68184"/>
                  <a:pt x="619666" y="69827"/>
                </a:cubicBezTo>
                <a:cubicBezTo>
                  <a:pt x="619666" y="71387"/>
                  <a:pt x="619953" y="72700"/>
                  <a:pt x="620529" y="73768"/>
                </a:cubicBezTo>
                <a:cubicBezTo>
                  <a:pt x="621104" y="74836"/>
                  <a:pt x="621884" y="75678"/>
                  <a:pt x="622869" y="76294"/>
                </a:cubicBezTo>
                <a:cubicBezTo>
                  <a:pt x="623855" y="76909"/>
                  <a:pt x="625005" y="77340"/>
                  <a:pt x="626318" y="77587"/>
                </a:cubicBezTo>
                <a:cubicBezTo>
                  <a:pt x="627632" y="77834"/>
                  <a:pt x="628987" y="77958"/>
                  <a:pt x="630383" y="77958"/>
                </a:cubicBezTo>
                <a:cubicBezTo>
                  <a:pt x="633832" y="77958"/>
                  <a:pt x="636500" y="77383"/>
                  <a:pt x="638388" y="76234"/>
                </a:cubicBezTo>
                <a:cubicBezTo>
                  <a:pt x="640278" y="75084"/>
                  <a:pt x="641675" y="73708"/>
                  <a:pt x="642578" y="72106"/>
                </a:cubicBezTo>
                <a:cubicBezTo>
                  <a:pt x="643481" y="70505"/>
                  <a:pt x="644036" y="68883"/>
                  <a:pt x="644241" y="67240"/>
                </a:cubicBezTo>
                <a:cubicBezTo>
                  <a:pt x="644447" y="65597"/>
                  <a:pt x="644550" y="64284"/>
                  <a:pt x="644550" y="63299"/>
                </a:cubicBezTo>
                <a:lnTo>
                  <a:pt x="644550" y="56769"/>
                </a:lnTo>
                <a:close/>
                <a:moveTo>
                  <a:pt x="675273" y="24203"/>
                </a:moveTo>
                <a:lnTo>
                  <a:pt x="675273" y="87934"/>
                </a:lnTo>
                <a:lnTo>
                  <a:pt x="692765" y="87934"/>
                </a:lnTo>
                <a:lnTo>
                  <a:pt x="692765" y="59203"/>
                </a:lnTo>
                <a:cubicBezTo>
                  <a:pt x="692765" y="56326"/>
                  <a:pt x="693052" y="53655"/>
                  <a:pt x="693627" y="51189"/>
                </a:cubicBezTo>
                <a:cubicBezTo>
                  <a:pt x="694203" y="48723"/>
                  <a:pt x="695167" y="46565"/>
                  <a:pt x="696522" y="44715"/>
                </a:cubicBezTo>
                <a:cubicBezTo>
                  <a:pt x="697877" y="42866"/>
                  <a:pt x="699662" y="41407"/>
                  <a:pt x="701879" y="40338"/>
                </a:cubicBezTo>
                <a:cubicBezTo>
                  <a:pt x="704097" y="39269"/>
                  <a:pt x="706807" y="38734"/>
                  <a:pt x="710010" y="38734"/>
                </a:cubicBezTo>
                <a:cubicBezTo>
                  <a:pt x="711078" y="38734"/>
                  <a:pt x="712186" y="38796"/>
                  <a:pt x="713335" y="38921"/>
                </a:cubicBezTo>
                <a:cubicBezTo>
                  <a:pt x="714485" y="39043"/>
                  <a:pt x="715471" y="39187"/>
                  <a:pt x="716292" y="39351"/>
                </a:cubicBezTo>
                <a:lnTo>
                  <a:pt x="716292" y="23109"/>
                </a:lnTo>
                <a:cubicBezTo>
                  <a:pt x="714896" y="22700"/>
                  <a:pt x="713623" y="22495"/>
                  <a:pt x="712474" y="22495"/>
                </a:cubicBezTo>
                <a:cubicBezTo>
                  <a:pt x="710256" y="22495"/>
                  <a:pt x="708121" y="22823"/>
                  <a:pt x="706068" y="23480"/>
                </a:cubicBezTo>
                <a:cubicBezTo>
                  <a:pt x="704016" y="24135"/>
                  <a:pt x="702086" y="25057"/>
                  <a:pt x="700279" y="26247"/>
                </a:cubicBezTo>
                <a:cubicBezTo>
                  <a:pt x="698472" y="27436"/>
                  <a:pt x="696871" y="28871"/>
                  <a:pt x="695475" y="30553"/>
                </a:cubicBezTo>
                <a:cubicBezTo>
                  <a:pt x="694079" y="32234"/>
                  <a:pt x="692970" y="34059"/>
                  <a:pt x="692148" y="36028"/>
                </a:cubicBezTo>
                <a:lnTo>
                  <a:pt x="691902" y="36028"/>
                </a:lnTo>
                <a:lnTo>
                  <a:pt x="691902" y="24203"/>
                </a:lnTo>
                <a:lnTo>
                  <a:pt x="675273" y="24203"/>
                </a:lnTo>
                <a:close/>
                <a:moveTo>
                  <a:pt x="740693" y="14435"/>
                </a:moveTo>
                <a:lnTo>
                  <a:pt x="740693" y="0"/>
                </a:lnTo>
                <a:lnTo>
                  <a:pt x="723201" y="0"/>
                </a:lnTo>
                <a:lnTo>
                  <a:pt x="723201" y="14435"/>
                </a:lnTo>
                <a:lnTo>
                  <a:pt x="740693" y="14435"/>
                </a:lnTo>
                <a:moveTo>
                  <a:pt x="723201" y="24250"/>
                </a:moveTo>
                <a:lnTo>
                  <a:pt x="723201" y="87934"/>
                </a:lnTo>
                <a:lnTo>
                  <a:pt x="740693" y="87934"/>
                </a:lnTo>
                <a:lnTo>
                  <a:pt x="740693" y="24250"/>
                </a:lnTo>
                <a:lnTo>
                  <a:pt x="723201" y="24250"/>
                </a:lnTo>
                <a:close/>
                <a:moveTo>
                  <a:pt x="796944" y="49320"/>
                </a:moveTo>
                <a:lnTo>
                  <a:pt x="768490" y="49320"/>
                </a:lnTo>
                <a:cubicBezTo>
                  <a:pt x="768572" y="48085"/>
                  <a:pt x="768838" y="46684"/>
                  <a:pt x="769289" y="45119"/>
                </a:cubicBezTo>
                <a:cubicBezTo>
                  <a:pt x="769742" y="43553"/>
                  <a:pt x="770522" y="42070"/>
                  <a:pt x="771631" y="40670"/>
                </a:cubicBezTo>
                <a:cubicBezTo>
                  <a:pt x="772740" y="39270"/>
                  <a:pt x="774218" y="38095"/>
                  <a:pt x="776065" y="37148"/>
                </a:cubicBezTo>
                <a:cubicBezTo>
                  <a:pt x="777913" y="36201"/>
                  <a:pt x="780233" y="35727"/>
                  <a:pt x="783025" y="35727"/>
                </a:cubicBezTo>
                <a:cubicBezTo>
                  <a:pt x="787296" y="35727"/>
                  <a:pt x="790478" y="36881"/>
                  <a:pt x="792572" y="39187"/>
                </a:cubicBezTo>
                <a:cubicBezTo>
                  <a:pt x="794666" y="41494"/>
                  <a:pt x="796123" y="44872"/>
                  <a:pt x="796944" y="49320"/>
                </a:cubicBezTo>
                <a:moveTo>
                  <a:pt x="768490" y="60387"/>
                </a:moveTo>
                <a:lnTo>
                  <a:pt x="814437" y="60387"/>
                </a:lnTo>
                <a:cubicBezTo>
                  <a:pt x="814765" y="55450"/>
                  <a:pt x="814354" y="50719"/>
                  <a:pt x="813204" y="46193"/>
                </a:cubicBezTo>
                <a:cubicBezTo>
                  <a:pt x="812055" y="41667"/>
                  <a:pt x="810186" y="37635"/>
                  <a:pt x="807599" y="34098"/>
                </a:cubicBezTo>
                <a:cubicBezTo>
                  <a:pt x="805013" y="30559"/>
                  <a:pt x="801707" y="27741"/>
                  <a:pt x="797682" y="25643"/>
                </a:cubicBezTo>
                <a:cubicBezTo>
                  <a:pt x="793659" y="23544"/>
                  <a:pt x="788937" y="22495"/>
                  <a:pt x="783518" y="22495"/>
                </a:cubicBezTo>
                <a:cubicBezTo>
                  <a:pt x="778672" y="22495"/>
                  <a:pt x="774258" y="23359"/>
                  <a:pt x="770276" y="25087"/>
                </a:cubicBezTo>
                <a:cubicBezTo>
                  <a:pt x="766294" y="26814"/>
                  <a:pt x="762865" y="29178"/>
                  <a:pt x="759991" y="32180"/>
                </a:cubicBezTo>
                <a:cubicBezTo>
                  <a:pt x="757116" y="35183"/>
                  <a:pt x="754899" y="38741"/>
                  <a:pt x="753339" y="42855"/>
                </a:cubicBezTo>
                <a:cubicBezTo>
                  <a:pt x="751779" y="46967"/>
                  <a:pt x="750999" y="51409"/>
                  <a:pt x="750999" y="56181"/>
                </a:cubicBezTo>
                <a:cubicBezTo>
                  <a:pt x="750999" y="61115"/>
                  <a:pt x="751758" y="65639"/>
                  <a:pt x="753277" y="69753"/>
                </a:cubicBezTo>
                <a:cubicBezTo>
                  <a:pt x="754797" y="73866"/>
                  <a:pt x="756953" y="77403"/>
                  <a:pt x="759745" y="80365"/>
                </a:cubicBezTo>
                <a:cubicBezTo>
                  <a:pt x="762537" y="83326"/>
                  <a:pt x="765944" y="85609"/>
                  <a:pt x="769968" y="87213"/>
                </a:cubicBezTo>
                <a:cubicBezTo>
                  <a:pt x="773991" y="88817"/>
                  <a:pt x="778508" y="89619"/>
                  <a:pt x="783518" y="89619"/>
                </a:cubicBezTo>
                <a:cubicBezTo>
                  <a:pt x="790744" y="89619"/>
                  <a:pt x="796903" y="87978"/>
                  <a:pt x="801994" y="84696"/>
                </a:cubicBezTo>
                <a:cubicBezTo>
                  <a:pt x="807086" y="81414"/>
                  <a:pt x="810864" y="75958"/>
                  <a:pt x="813328" y="68327"/>
                </a:cubicBezTo>
                <a:lnTo>
                  <a:pt x="797930" y="68327"/>
                </a:lnTo>
                <a:cubicBezTo>
                  <a:pt x="797355" y="70280"/>
                  <a:pt x="795795" y="72132"/>
                  <a:pt x="793248" y="73883"/>
                </a:cubicBezTo>
                <a:cubicBezTo>
                  <a:pt x="790703" y="75632"/>
                  <a:pt x="787665" y="76507"/>
                  <a:pt x="784134" y="76507"/>
                </a:cubicBezTo>
                <a:cubicBezTo>
                  <a:pt x="779207" y="76507"/>
                  <a:pt x="775429" y="75235"/>
                  <a:pt x="772800" y="72693"/>
                </a:cubicBezTo>
                <a:cubicBezTo>
                  <a:pt x="770173" y="70149"/>
                  <a:pt x="768736" y="66047"/>
                  <a:pt x="768490" y="60387"/>
                </a:cubicBezTo>
                <a:close/>
                <a:moveTo>
                  <a:pt x="838016" y="67244"/>
                </a:moveTo>
                <a:lnTo>
                  <a:pt x="821388" y="67244"/>
                </a:lnTo>
                <a:cubicBezTo>
                  <a:pt x="821552" y="71507"/>
                  <a:pt x="822517" y="75052"/>
                  <a:pt x="824282" y="77881"/>
                </a:cubicBezTo>
                <a:cubicBezTo>
                  <a:pt x="826048" y="80707"/>
                  <a:pt x="828306" y="82982"/>
                  <a:pt x="831056" y="84703"/>
                </a:cubicBezTo>
                <a:cubicBezTo>
                  <a:pt x="833808" y="86425"/>
                  <a:pt x="836949" y="87654"/>
                  <a:pt x="840480" y="88391"/>
                </a:cubicBezTo>
                <a:cubicBezTo>
                  <a:pt x="844011" y="89129"/>
                  <a:pt x="847625" y="89498"/>
                  <a:pt x="851320" y="89498"/>
                </a:cubicBezTo>
                <a:cubicBezTo>
                  <a:pt x="854932" y="89498"/>
                  <a:pt x="858484" y="89149"/>
                  <a:pt x="861973" y="88449"/>
                </a:cubicBezTo>
                <a:cubicBezTo>
                  <a:pt x="865464" y="87751"/>
                  <a:pt x="868564" y="86540"/>
                  <a:pt x="871274" y="84814"/>
                </a:cubicBezTo>
                <a:cubicBezTo>
                  <a:pt x="873984" y="83089"/>
                  <a:pt x="876181" y="80809"/>
                  <a:pt x="877863" y="77975"/>
                </a:cubicBezTo>
                <a:cubicBezTo>
                  <a:pt x="879547" y="75140"/>
                  <a:pt x="880390" y="71628"/>
                  <a:pt x="880390" y="67438"/>
                </a:cubicBezTo>
                <a:cubicBezTo>
                  <a:pt x="880390" y="64480"/>
                  <a:pt x="879814" y="61996"/>
                  <a:pt x="878664" y="59983"/>
                </a:cubicBezTo>
                <a:cubicBezTo>
                  <a:pt x="877515" y="57969"/>
                  <a:pt x="875996" y="56285"/>
                  <a:pt x="874106" y="54929"/>
                </a:cubicBezTo>
                <a:cubicBezTo>
                  <a:pt x="872218" y="53573"/>
                  <a:pt x="870062" y="52485"/>
                  <a:pt x="867640" y="51664"/>
                </a:cubicBezTo>
                <a:cubicBezTo>
                  <a:pt x="865218" y="50842"/>
                  <a:pt x="862734" y="50144"/>
                  <a:pt x="860188" y="49568"/>
                </a:cubicBezTo>
                <a:cubicBezTo>
                  <a:pt x="857724" y="48993"/>
                  <a:pt x="855301" y="48459"/>
                  <a:pt x="852919" y="47967"/>
                </a:cubicBezTo>
                <a:cubicBezTo>
                  <a:pt x="850539" y="47473"/>
                  <a:pt x="848424" y="46919"/>
                  <a:pt x="846576" y="46304"/>
                </a:cubicBezTo>
                <a:cubicBezTo>
                  <a:pt x="844729" y="45687"/>
                  <a:pt x="843230" y="44886"/>
                  <a:pt x="842080" y="43900"/>
                </a:cubicBezTo>
                <a:cubicBezTo>
                  <a:pt x="840931" y="42913"/>
                  <a:pt x="840356" y="41640"/>
                  <a:pt x="840356" y="40078"/>
                </a:cubicBezTo>
                <a:cubicBezTo>
                  <a:pt x="840356" y="38764"/>
                  <a:pt x="840685" y="37716"/>
                  <a:pt x="841341" y="36936"/>
                </a:cubicBezTo>
                <a:cubicBezTo>
                  <a:pt x="841999" y="36155"/>
                  <a:pt x="842800" y="35560"/>
                  <a:pt x="843743" y="35150"/>
                </a:cubicBezTo>
                <a:cubicBezTo>
                  <a:pt x="844688" y="34739"/>
                  <a:pt x="845735" y="34472"/>
                  <a:pt x="846884" y="34349"/>
                </a:cubicBezTo>
                <a:cubicBezTo>
                  <a:pt x="848034" y="34225"/>
                  <a:pt x="849102" y="34163"/>
                  <a:pt x="850087" y="34163"/>
                </a:cubicBezTo>
                <a:cubicBezTo>
                  <a:pt x="853207" y="34163"/>
                  <a:pt x="855917" y="34762"/>
                  <a:pt x="858216" y="35958"/>
                </a:cubicBezTo>
                <a:cubicBezTo>
                  <a:pt x="860515" y="37154"/>
                  <a:pt x="861789" y="39442"/>
                  <a:pt x="862035" y="42824"/>
                </a:cubicBezTo>
                <a:lnTo>
                  <a:pt x="878666" y="42824"/>
                </a:lnTo>
                <a:cubicBezTo>
                  <a:pt x="878338" y="38882"/>
                  <a:pt x="877331" y="35617"/>
                  <a:pt x="875647" y="33030"/>
                </a:cubicBezTo>
                <a:cubicBezTo>
                  <a:pt x="873964" y="30442"/>
                  <a:pt x="871850" y="28369"/>
                  <a:pt x="869304" y="26809"/>
                </a:cubicBezTo>
                <a:cubicBezTo>
                  <a:pt x="866759" y="25247"/>
                  <a:pt x="863864" y="24138"/>
                  <a:pt x="860620" y="23482"/>
                </a:cubicBezTo>
                <a:cubicBezTo>
                  <a:pt x="857376" y="22824"/>
                  <a:pt x="854030" y="22495"/>
                  <a:pt x="850581" y="22495"/>
                </a:cubicBezTo>
                <a:cubicBezTo>
                  <a:pt x="847132" y="22495"/>
                  <a:pt x="843764" y="22803"/>
                  <a:pt x="840478" y="23420"/>
                </a:cubicBezTo>
                <a:cubicBezTo>
                  <a:pt x="837194" y="24035"/>
                  <a:pt x="834238" y="25102"/>
                  <a:pt x="831611" y="26622"/>
                </a:cubicBezTo>
                <a:cubicBezTo>
                  <a:pt x="828983" y="28142"/>
                  <a:pt x="826868" y="30217"/>
                  <a:pt x="825267" y="32846"/>
                </a:cubicBezTo>
                <a:cubicBezTo>
                  <a:pt x="823666" y="35475"/>
                  <a:pt x="822865" y="38843"/>
                  <a:pt x="822865" y="42952"/>
                </a:cubicBezTo>
                <a:cubicBezTo>
                  <a:pt x="822865" y="45745"/>
                  <a:pt x="823439" y="48107"/>
                  <a:pt x="824588" y="50038"/>
                </a:cubicBezTo>
                <a:cubicBezTo>
                  <a:pt x="825739" y="51968"/>
                  <a:pt x="827258" y="53570"/>
                  <a:pt x="829146" y="54844"/>
                </a:cubicBezTo>
                <a:cubicBezTo>
                  <a:pt x="831036" y="56117"/>
                  <a:pt x="833192" y="57144"/>
                  <a:pt x="835614" y="57925"/>
                </a:cubicBezTo>
                <a:cubicBezTo>
                  <a:pt x="838036" y="58706"/>
                  <a:pt x="840520" y="59384"/>
                  <a:pt x="843067" y="59959"/>
                </a:cubicBezTo>
                <a:cubicBezTo>
                  <a:pt x="849307" y="61273"/>
                  <a:pt x="854172" y="62588"/>
                  <a:pt x="857662" y="63902"/>
                </a:cubicBezTo>
                <a:cubicBezTo>
                  <a:pt x="861153" y="65217"/>
                  <a:pt x="862898" y="67188"/>
                  <a:pt x="862898" y="69817"/>
                </a:cubicBezTo>
                <a:cubicBezTo>
                  <a:pt x="862898" y="71377"/>
                  <a:pt x="862528" y="72671"/>
                  <a:pt x="861789" y="73698"/>
                </a:cubicBezTo>
                <a:cubicBezTo>
                  <a:pt x="861050" y="74726"/>
                  <a:pt x="860126" y="75548"/>
                  <a:pt x="859017" y="76164"/>
                </a:cubicBezTo>
                <a:cubicBezTo>
                  <a:pt x="857909" y="76780"/>
                  <a:pt x="856677" y="77231"/>
                  <a:pt x="855322" y="77520"/>
                </a:cubicBezTo>
                <a:cubicBezTo>
                  <a:pt x="853967" y="77807"/>
                  <a:pt x="852674" y="77950"/>
                  <a:pt x="851442" y="77950"/>
                </a:cubicBezTo>
                <a:cubicBezTo>
                  <a:pt x="849718" y="77950"/>
                  <a:pt x="848055" y="77745"/>
                  <a:pt x="846454" y="77335"/>
                </a:cubicBezTo>
                <a:cubicBezTo>
                  <a:pt x="844852" y="76924"/>
                  <a:pt x="843436" y="76289"/>
                  <a:pt x="842204" y="75428"/>
                </a:cubicBezTo>
                <a:cubicBezTo>
                  <a:pt x="840972" y="74566"/>
                  <a:pt x="839966" y="73458"/>
                  <a:pt x="839185" y="72105"/>
                </a:cubicBezTo>
                <a:cubicBezTo>
                  <a:pt x="838406" y="70751"/>
                  <a:pt x="838016" y="69131"/>
                  <a:pt x="838016" y="67244"/>
                </a:cubicBezTo>
                <a:close/>
              </a:path>
            </a:pathLst>
          </a:custGeom>
          <a:solidFill xmlns:a="http://schemas.openxmlformats.org/drawingml/2006/main">
            <a:srgbClr val="0F142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1ab1862614bb9"/>
          <a:stretch xmlns:a="http://schemas.openxmlformats.org/drawingml/2006/main"/>
        </p:blipFill>
        <p:spPr>
          <a:xfrm xmlns:a="http://schemas.openxmlformats.org/drawingml/2006/main">
            <a:off x="11879376" y="4169929"/>
            <a:ext cx="352556" cy="352556"/>
          </a:xfrm>
          <a:prstGeom xmlns:a="http://schemas.openxmlformats.org/drawingml/2006/main" prst="rect">
            <a:avLst/>
          </a:prstGeom>
        </p:spPr>
      </p:pic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DA1A5-91D0-4D78-A81E-73B20C9A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23" y="1558505"/>
            <a:ext cx="2129735" cy="845829"/>
          </a:xfrm>
          <a:custGeom xmlns:a="http://schemas.openxmlformats.org/drawingml/2006/main">
            <a:pathLst>
              <a:path w="2129735" h="845829">
                <a:moveTo>
                  <a:pt x="918" y="141696"/>
                </a:moveTo>
                <a:cubicBezTo>
                  <a:pt x="0" y="63120"/>
                  <a:pt x="63120" y="0"/>
                  <a:pt x="140472" y="306"/>
                </a:cubicBezTo>
                <a:lnTo>
                  <a:pt x="1989555" y="306"/>
                </a:lnTo>
                <a:cubicBezTo>
                  <a:pt x="2066615" y="0"/>
                  <a:pt x="2129735" y="63120"/>
                  <a:pt x="2129108" y="141696"/>
                </a:cubicBezTo>
                <a:lnTo>
                  <a:pt x="2129108" y="705418"/>
                </a:lnTo>
                <a:cubicBezTo>
                  <a:pt x="2129735" y="782708"/>
                  <a:pt x="2066615" y="845829"/>
                  <a:pt x="1989555" y="844972"/>
                </a:cubicBezTo>
                <a:lnTo>
                  <a:pt x="140472" y="844972"/>
                </a:lnTo>
                <a:cubicBezTo>
                  <a:pt x="63120" y="845829"/>
                  <a:pt x="0" y="782708"/>
                  <a:pt x="918" y="705418"/>
                </a:cubicBezTo>
                <a:lnTo>
                  <a:pt x="918" y="1416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7FD0F-C08B-400B-A99D-900496C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172" y="1550854"/>
            <a:ext cx="2145037" cy="861130"/>
          </a:xfrm>
          <a:custGeom xmlns:a="http://schemas.openxmlformats.org/drawingml/2006/main">
            <a:pathLst>
              <a:path w="2145037" h="861130">
                <a:moveTo>
                  <a:pt x="3014" y="742449"/>
                </a:moveTo>
                <a:lnTo>
                  <a:pt x="4682" y="749641"/>
                </a:lnTo>
                <a:lnTo>
                  <a:pt x="6687" y="756695"/>
                </a:lnTo>
                <a:lnTo>
                  <a:pt x="9013" y="763596"/>
                </a:lnTo>
                <a:lnTo>
                  <a:pt x="11675" y="770359"/>
                </a:lnTo>
                <a:lnTo>
                  <a:pt x="14659" y="776939"/>
                </a:lnTo>
                <a:lnTo>
                  <a:pt x="17934" y="783351"/>
                </a:lnTo>
                <a:lnTo>
                  <a:pt x="21514" y="789579"/>
                </a:lnTo>
                <a:lnTo>
                  <a:pt x="25386" y="795608"/>
                </a:lnTo>
                <a:lnTo>
                  <a:pt x="29533" y="801422"/>
                </a:lnTo>
                <a:lnTo>
                  <a:pt x="33940" y="807038"/>
                </a:lnTo>
                <a:lnTo>
                  <a:pt x="38607" y="812440"/>
                </a:lnTo>
                <a:lnTo>
                  <a:pt x="43534" y="817596"/>
                </a:lnTo>
                <a:lnTo>
                  <a:pt x="48691" y="822508"/>
                </a:lnTo>
                <a:lnTo>
                  <a:pt x="54077" y="827191"/>
                </a:lnTo>
                <a:lnTo>
                  <a:pt x="59693" y="831598"/>
                </a:lnTo>
                <a:lnTo>
                  <a:pt x="65523" y="835745"/>
                </a:lnTo>
                <a:lnTo>
                  <a:pt x="71552" y="839601"/>
                </a:lnTo>
                <a:lnTo>
                  <a:pt x="77780" y="843181"/>
                </a:lnTo>
                <a:lnTo>
                  <a:pt x="84191" y="846471"/>
                </a:lnTo>
                <a:lnTo>
                  <a:pt x="90771" y="849440"/>
                </a:lnTo>
                <a:lnTo>
                  <a:pt x="97519" y="852102"/>
                </a:lnTo>
                <a:lnTo>
                  <a:pt x="104436" y="854443"/>
                </a:lnTo>
                <a:lnTo>
                  <a:pt x="111490" y="856448"/>
                </a:lnTo>
                <a:lnTo>
                  <a:pt x="118682" y="858101"/>
                </a:lnTo>
                <a:lnTo>
                  <a:pt x="125996" y="859417"/>
                </a:lnTo>
                <a:lnTo>
                  <a:pt x="133433" y="860365"/>
                </a:lnTo>
                <a:lnTo>
                  <a:pt x="140977" y="860932"/>
                </a:lnTo>
                <a:lnTo>
                  <a:pt x="148520" y="861130"/>
                </a:lnTo>
                <a:lnTo>
                  <a:pt x="1996517" y="861130"/>
                </a:lnTo>
                <a:lnTo>
                  <a:pt x="2004061" y="860932"/>
                </a:lnTo>
                <a:lnTo>
                  <a:pt x="2011605" y="860365"/>
                </a:lnTo>
                <a:lnTo>
                  <a:pt x="2019041" y="859417"/>
                </a:lnTo>
                <a:lnTo>
                  <a:pt x="2026356" y="858101"/>
                </a:lnTo>
                <a:lnTo>
                  <a:pt x="2033548" y="856448"/>
                </a:lnTo>
                <a:lnTo>
                  <a:pt x="2040602" y="854443"/>
                </a:lnTo>
                <a:lnTo>
                  <a:pt x="2047518" y="852102"/>
                </a:lnTo>
                <a:lnTo>
                  <a:pt x="2054266" y="849440"/>
                </a:lnTo>
                <a:lnTo>
                  <a:pt x="2060846" y="846471"/>
                </a:lnTo>
                <a:lnTo>
                  <a:pt x="2067258" y="843181"/>
                </a:lnTo>
                <a:lnTo>
                  <a:pt x="2073486" y="839601"/>
                </a:lnTo>
                <a:lnTo>
                  <a:pt x="2079515" y="835745"/>
                </a:lnTo>
                <a:lnTo>
                  <a:pt x="2085345" y="831598"/>
                </a:lnTo>
                <a:lnTo>
                  <a:pt x="2090960" y="827191"/>
                </a:lnTo>
                <a:lnTo>
                  <a:pt x="2096347" y="822508"/>
                </a:lnTo>
                <a:lnTo>
                  <a:pt x="2101503" y="817596"/>
                </a:lnTo>
                <a:lnTo>
                  <a:pt x="2106431" y="812440"/>
                </a:lnTo>
                <a:lnTo>
                  <a:pt x="2111098" y="807038"/>
                </a:lnTo>
                <a:lnTo>
                  <a:pt x="2115505" y="801422"/>
                </a:lnTo>
                <a:lnTo>
                  <a:pt x="2119652" y="795608"/>
                </a:lnTo>
                <a:lnTo>
                  <a:pt x="2123523" y="789579"/>
                </a:lnTo>
                <a:lnTo>
                  <a:pt x="2127104" y="783351"/>
                </a:lnTo>
                <a:lnTo>
                  <a:pt x="2130378" y="776939"/>
                </a:lnTo>
                <a:lnTo>
                  <a:pt x="2133362" y="770359"/>
                </a:lnTo>
                <a:lnTo>
                  <a:pt x="2136025" y="763596"/>
                </a:lnTo>
                <a:lnTo>
                  <a:pt x="2138350" y="756695"/>
                </a:lnTo>
                <a:lnTo>
                  <a:pt x="2140355" y="749641"/>
                </a:lnTo>
                <a:lnTo>
                  <a:pt x="2142023" y="742449"/>
                </a:lnTo>
                <a:lnTo>
                  <a:pt x="2143324" y="735119"/>
                </a:lnTo>
                <a:lnTo>
                  <a:pt x="2144272" y="727682"/>
                </a:lnTo>
                <a:lnTo>
                  <a:pt x="2144854" y="720139"/>
                </a:lnTo>
                <a:lnTo>
                  <a:pt x="2145037" y="712595"/>
                </a:lnTo>
                <a:lnTo>
                  <a:pt x="2145037" y="148520"/>
                </a:lnTo>
                <a:lnTo>
                  <a:pt x="2144854" y="140977"/>
                </a:lnTo>
                <a:lnTo>
                  <a:pt x="2144272" y="133433"/>
                </a:lnTo>
                <a:lnTo>
                  <a:pt x="2143324" y="125996"/>
                </a:lnTo>
                <a:lnTo>
                  <a:pt x="2142023" y="118682"/>
                </a:lnTo>
                <a:lnTo>
                  <a:pt x="2140355" y="111490"/>
                </a:lnTo>
                <a:lnTo>
                  <a:pt x="2138350" y="104436"/>
                </a:lnTo>
                <a:lnTo>
                  <a:pt x="2136025" y="97519"/>
                </a:lnTo>
                <a:lnTo>
                  <a:pt x="2133362" y="90771"/>
                </a:lnTo>
                <a:lnTo>
                  <a:pt x="2130378" y="84191"/>
                </a:lnTo>
                <a:lnTo>
                  <a:pt x="2127104" y="77780"/>
                </a:lnTo>
                <a:lnTo>
                  <a:pt x="2123523" y="71552"/>
                </a:lnTo>
                <a:lnTo>
                  <a:pt x="2119652" y="65523"/>
                </a:lnTo>
                <a:lnTo>
                  <a:pt x="2115505" y="59693"/>
                </a:lnTo>
                <a:lnTo>
                  <a:pt x="2111098" y="54077"/>
                </a:lnTo>
                <a:lnTo>
                  <a:pt x="2106431" y="48691"/>
                </a:lnTo>
                <a:lnTo>
                  <a:pt x="2101503" y="43534"/>
                </a:lnTo>
                <a:lnTo>
                  <a:pt x="2096347" y="38607"/>
                </a:lnTo>
                <a:lnTo>
                  <a:pt x="2090960" y="33940"/>
                </a:lnTo>
                <a:lnTo>
                  <a:pt x="2085345" y="29533"/>
                </a:lnTo>
                <a:lnTo>
                  <a:pt x="2079515" y="25386"/>
                </a:lnTo>
                <a:lnTo>
                  <a:pt x="2073486" y="21514"/>
                </a:lnTo>
                <a:lnTo>
                  <a:pt x="2067258" y="17934"/>
                </a:lnTo>
                <a:lnTo>
                  <a:pt x="2060846" y="14659"/>
                </a:lnTo>
                <a:lnTo>
                  <a:pt x="2054266" y="11675"/>
                </a:lnTo>
                <a:lnTo>
                  <a:pt x="2047518" y="9013"/>
                </a:lnTo>
                <a:lnTo>
                  <a:pt x="2040602" y="6687"/>
                </a:lnTo>
                <a:lnTo>
                  <a:pt x="2033548" y="4682"/>
                </a:lnTo>
                <a:lnTo>
                  <a:pt x="2026356" y="3014"/>
                </a:lnTo>
                <a:lnTo>
                  <a:pt x="2019041" y="1714"/>
                </a:lnTo>
                <a:lnTo>
                  <a:pt x="2011605" y="765"/>
                </a:lnTo>
                <a:lnTo>
                  <a:pt x="2004061" y="184"/>
                </a:lnTo>
                <a:lnTo>
                  <a:pt x="1996517" y="0"/>
                </a:lnTo>
                <a:lnTo>
                  <a:pt x="148520" y="0"/>
                </a:lnTo>
                <a:lnTo>
                  <a:pt x="140977" y="184"/>
                </a:lnTo>
                <a:lnTo>
                  <a:pt x="133433" y="765"/>
                </a:lnTo>
                <a:lnTo>
                  <a:pt x="125996" y="1714"/>
                </a:lnTo>
                <a:lnTo>
                  <a:pt x="118682" y="3014"/>
                </a:lnTo>
                <a:lnTo>
                  <a:pt x="111490" y="4682"/>
                </a:lnTo>
                <a:lnTo>
                  <a:pt x="104436" y="6687"/>
                </a:lnTo>
                <a:lnTo>
                  <a:pt x="97519" y="9013"/>
                </a:lnTo>
                <a:lnTo>
                  <a:pt x="90771" y="11675"/>
                </a:lnTo>
                <a:lnTo>
                  <a:pt x="84191" y="14659"/>
                </a:lnTo>
                <a:lnTo>
                  <a:pt x="77780" y="17934"/>
                </a:lnTo>
                <a:lnTo>
                  <a:pt x="71552" y="21514"/>
                </a:lnTo>
                <a:lnTo>
                  <a:pt x="65523" y="25386"/>
                </a:lnTo>
                <a:lnTo>
                  <a:pt x="59693" y="29533"/>
                </a:lnTo>
                <a:lnTo>
                  <a:pt x="54077" y="33940"/>
                </a:lnTo>
                <a:lnTo>
                  <a:pt x="48691" y="38607"/>
                </a:lnTo>
                <a:lnTo>
                  <a:pt x="43534" y="43534"/>
                </a:lnTo>
                <a:lnTo>
                  <a:pt x="38607" y="48691"/>
                </a:lnTo>
                <a:lnTo>
                  <a:pt x="33940" y="54077"/>
                </a:lnTo>
                <a:lnTo>
                  <a:pt x="29533" y="59693"/>
                </a:lnTo>
                <a:lnTo>
                  <a:pt x="25386" y="65523"/>
                </a:lnTo>
                <a:lnTo>
                  <a:pt x="21514" y="71552"/>
                </a:lnTo>
                <a:lnTo>
                  <a:pt x="17934" y="77780"/>
                </a:lnTo>
                <a:lnTo>
                  <a:pt x="14659" y="84191"/>
                </a:lnTo>
                <a:lnTo>
                  <a:pt x="11675" y="90771"/>
                </a:lnTo>
                <a:lnTo>
                  <a:pt x="9013" y="97519"/>
                </a:lnTo>
                <a:lnTo>
                  <a:pt x="6687" y="104436"/>
                </a:lnTo>
                <a:lnTo>
                  <a:pt x="4682" y="111490"/>
                </a:lnTo>
                <a:lnTo>
                  <a:pt x="3014" y="118682"/>
                </a:lnTo>
                <a:lnTo>
                  <a:pt x="1714" y="125996"/>
                </a:lnTo>
                <a:lnTo>
                  <a:pt x="765" y="133433"/>
                </a:lnTo>
                <a:lnTo>
                  <a:pt x="184" y="140977"/>
                </a:lnTo>
                <a:lnTo>
                  <a:pt x="0" y="148520"/>
                </a:lnTo>
                <a:lnTo>
                  <a:pt x="0" y="712595"/>
                </a:lnTo>
                <a:lnTo>
                  <a:pt x="184" y="720139"/>
                </a:lnTo>
                <a:lnTo>
                  <a:pt x="765" y="727682"/>
                </a:lnTo>
                <a:lnTo>
                  <a:pt x="1714" y="735119"/>
                </a:lnTo>
                <a:lnTo>
                  <a:pt x="3014" y="742449"/>
                </a:lnTo>
                <a:close/>
                <a:moveTo>
                  <a:pt x="19486" y="115351"/>
                </a:moveTo>
                <a:lnTo>
                  <a:pt x="21284" y="109017"/>
                </a:lnTo>
                <a:lnTo>
                  <a:pt x="23415" y="102725"/>
                </a:lnTo>
                <a:lnTo>
                  <a:pt x="25845" y="96555"/>
                </a:lnTo>
                <a:lnTo>
                  <a:pt x="25707" y="96907"/>
                </a:lnTo>
                <a:lnTo>
                  <a:pt x="28492" y="90733"/>
                </a:lnTo>
                <a:lnTo>
                  <a:pt x="31394" y="85070"/>
                </a:lnTo>
                <a:lnTo>
                  <a:pt x="34580" y="79530"/>
                </a:lnTo>
                <a:lnTo>
                  <a:pt x="37993" y="74204"/>
                </a:lnTo>
                <a:lnTo>
                  <a:pt x="41792" y="68853"/>
                </a:lnTo>
                <a:lnTo>
                  <a:pt x="45771" y="63799"/>
                </a:lnTo>
                <a:lnTo>
                  <a:pt x="50022" y="58887"/>
                </a:lnTo>
                <a:lnTo>
                  <a:pt x="54348" y="54348"/>
                </a:lnTo>
                <a:lnTo>
                  <a:pt x="58887" y="50022"/>
                </a:lnTo>
                <a:lnTo>
                  <a:pt x="63799" y="45771"/>
                </a:lnTo>
                <a:lnTo>
                  <a:pt x="68853" y="41792"/>
                </a:lnTo>
                <a:lnTo>
                  <a:pt x="74204" y="37993"/>
                </a:lnTo>
                <a:lnTo>
                  <a:pt x="79530" y="34580"/>
                </a:lnTo>
                <a:lnTo>
                  <a:pt x="85064" y="31398"/>
                </a:lnTo>
                <a:lnTo>
                  <a:pt x="90980" y="28380"/>
                </a:lnTo>
                <a:lnTo>
                  <a:pt x="96907" y="25707"/>
                </a:lnTo>
                <a:lnTo>
                  <a:pt x="96555" y="25845"/>
                </a:lnTo>
                <a:lnTo>
                  <a:pt x="102621" y="23451"/>
                </a:lnTo>
                <a:lnTo>
                  <a:pt x="109017" y="21284"/>
                </a:lnTo>
                <a:lnTo>
                  <a:pt x="115351" y="19486"/>
                </a:lnTo>
                <a:lnTo>
                  <a:pt x="121784" y="18001"/>
                </a:lnTo>
                <a:lnTo>
                  <a:pt x="128257" y="16846"/>
                </a:lnTo>
                <a:lnTo>
                  <a:pt x="135138" y="15980"/>
                </a:lnTo>
                <a:lnTo>
                  <a:pt x="141850" y="15478"/>
                </a:lnTo>
                <a:lnTo>
                  <a:pt x="148811" y="15302"/>
                </a:lnTo>
                <a:lnTo>
                  <a:pt x="1996226" y="15302"/>
                </a:lnTo>
                <a:lnTo>
                  <a:pt x="2003187" y="15478"/>
                </a:lnTo>
                <a:lnTo>
                  <a:pt x="2009899" y="15980"/>
                </a:lnTo>
                <a:lnTo>
                  <a:pt x="2016781" y="16846"/>
                </a:lnTo>
                <a:lnTo>
                  <a:pt x="2023319" y="18012"/>
                </a:lnTo>
                <a:lnTo>
                  <a:pt x="2029684" y="19486"/>
                </a:lnTo>
                <a:lnTo>
                  <a:pt x="2036021" y="21284"/>
                </a:lnTo>
                <a:lnTo>
                  <a:pt x="2042416" y="23451"/>
                </a:lnTo>
                <a:lnTo>
                  <a:pt x="2048482" y="25845"/>
                </a:lnTo>
                <a:lnTo>
                  <a:pt x="2048130" y="25707"/>
                </a:lnTo>
                <a:lnTo>
                  <a:pt x="2054057" y="28380"/>
                </a:lnTo>
                <a:lnTo>
                  <a:pt x="2059974" y="31398"/>
                </a:lnTo>
                <a:lnTo>
                  <a:pt x="2065507" y="34580"/>
                </a:lnTo>
                <a:lnTo>
                  <a:pt x="2070833" y="37993"/>
                </a:lnTo>
                <a:lnTo>
                  <a:pt x="2076332" y="41897"/>
                </a:lnTo>
                <a:lnTo>
                  <a:pt x="2076041" y="41667"/>
                </a:lnTo>
                <a:lnTo>
                  <a:pt x="2081083" y="45637"/>
                </a:lnTo>
                <a:lnTo>
                  <a:pt x="2086151" y="50022"/>
                </a:lnTo>
                <a:lnTo>
                  <a:pt x="2090690" y="54348"/>
                </a:lnTo>
                <a:lnTo>
                  <a:pt x="2095015" y="58887"/>
                </a:lnTo>
                <a:lnTo>
                  <a:pt x="2099266" y="63799"/>
                </a:lnTo>
                <a:lnTo>
                  <a:pt x="2103246" y="68853"/>
                </a:lnTo>
                <a:lnTo>
                  <a:pt x="2107044" y="74204"/>
                </a:lnTo>
                <a:lnTo>
                  <a:pt x="2110457" y="79530"/>
                </a:lnTo>
                <a:lnTo>
                  <a:pt x="2113643" y="85070"/>
                </a:lnTo>
                <a:lnTo>
                  <a:pt x="2116546" y="90733"/>
                </a:lnTo>
                <a:lnTo>
                  <a:pt x="2119330" y="96907"/>
                </a:lnTo>
                <a:lnTo>
                  <a:pt x="2119192" y="96555"/>
                </a:lnTo>
                <a:lnTo>
                  <a:pt x="2121622" y="102725"/>
                </a:lnTo>
                <a:lnTo>
                  <a:pt x="2123754" y="109017"/>
                </a:lnTo>
                <a:lnTo>
                  <a:pt x="2125551" y="115351"/>
                </a:lnTo>
                <a:lnTo>
                  <a:pt x="2127037" y="121784"/>
                </a:lnTo>
                <a:lnTo>
                  <a:pt x="2128192" y="128257"/>
                </a:lnTo>
                <a:lnTo>
                  <a:pt x="2129059" y="135153"/>
                </a:lnTo>
                <a:lnTo>
                  <a:pt x="2129552" y="141558"/>
                </a:lnTo>
                <a:lnTo>
                  <a:pt x="2129735" y="148811"/>
                </a:lnTo>
                <a:lnTo>
                  <a:pt x="2129735" y="712304"/>
                </a:lnTo>
                <a:lnTo>
                  <a:pt x="2129552" y="719557"/>
                </a:lnTo>
                <a:lnTo>
                  <a:pt x="2129582" y="719175"/>
                </a:lnTo>
                <a:lnTo>
                  <a:pt x="2129059" y="725977"/>
                </a:lnTo>
                <a:lnTo>
                  <a:pt x="2128192" y="732874"/>
                </a:lnTo>
                <a:lnTo>
                  <a:pt x="2127037" y="739347"/>
                </a:lnTo>
                <a:lnTo>
                  <a:pt x="2125551" y="745779"/>
                </a:lnTo>
                <a:lnTo>
                  <a:pt x="2123780" y="752019"/>
                </a:lnTo>
                <a:lnTo>
                  <a:pt x="2121587" y="758494"/>
                </a:lnTo>
                <a:lnTo>
                  <a:pt x="2119291" y="764309"/>
                </a:lnTo>
                <a:lnTo>
                  <a:pt x="2116548" y="770392"/>
                </a:lnTo>
                <a:lnTo>
                  <a:pt x="2113571" y="776185"/>
                </a:lnTo>
                <a:lnTo>
                  <a:pt x="2110348" y="781790"/>
                </a:lnTo>
                <a:lnTo>
                  <a:pt x="2110532" y="781469"/>
                </a:lnTo>
                <a:lnTo>
                  <a:pt x="2107041" y="786932"/>
                </a:lnTo>
                <a:lnTo>
                  <a:pt x="2103141" y="792410"/>
                </a:lnTo>
                <a:lnTo>
                  <a:pt x="2103370" y="792119"/>
                </a:lnTo>
                <a:lnTo>
                  <a:pt x="2099266" y="797331"/>
                </a:lnTo>
                <a:lnTo>
                  <a:pt x="2095159" y="802078"/>
                </a:lnTo>
                <a:lnTo>
                  <a:pt x="2090690" y="806767"/>
                </a:lnTo>
                <a:lnTo>
                  <a:pt x="2086150" y="811094"/>
                </a:lnTo>
                <a:lnTo>
                  <a:pt x="2081093" y="815485"/>
                </a:lnTo>
                <a:lnTo>
                  <a:pt x="2076146" y="819366"/>
                </a:lnTo>
                <a:lnTo>
                  <a:pt x="2071053" y="822982"/>
                </a:lnTo>
                <a:lnTo>
                  <a:pt x="2065391" y="826625"/>
                </a:lnTo>
                <a:lnTo>
                  <a:pt x="2065697" y="826426"/>
                </a:lnTo>
                <a:lnTo>
                  <a:pt x="2059790" y="829823"/>
                </a:lnTo>
                <a:lnTo>
                  <a:pt x="2060127" y="829654"/>
                </a:lnTo>
                <a:lnTo>
                  <a:pt x="2054314" y="832619"/>
                </a:lnTo>
                <a:lnTo>
                  <a:pt x="2048371" y="835314"/>
                </a:lnTo>
                <a:lnTo>
                  <a:pt x="2042143" y="837773"/>
                </a:lnTo>
                <a:lnTo>
                  <a:pt x="2035889" y="839891"/>
                </a:lnTo>
                <a:lnTo>
                  <a:pt x="2036241" y="839769"/>
                </a:lnTo>
                <a:lnTo>
                  <a:pt x="2029554" y="841682"/>
                </a:lnTo>
                <a:lnTo>
                  <a:pt x="2029921" y="841575"/>
                </a:lnTo>
                <a:lnTo>
                  <a:pt x="2023319" y="843103"/>
                </a:lnTo>
                <a:lnTo>
                  <a:pt x="2016775" y="844270"/>
                </a:lnTo>
                <a:lnTo>
                  <a:pt x="2010183" y="845114"/>
                </a:lnTo>
                <a:lnTo>
                  <a:pt x="2003183" y="845652"/>
                </a:lnTo>
                <a:lnTo>
                  <a:pt x="1996226" y="845829"/>
                </a:lnTo>
                <a:lnTo>
                  <a:pt x="148811" y="845829"/>
                </a:lnTo>
                <a:lnTo>
                  <a:pt x="141855" y="845652"/>
                </a:lnTo>
                <a:lnTo>
                  <a:pt x="134854" y="845114"/>
                </a:lnTo>
                <a:lnTo>
                  <a:pt x="128263" y="844270"/>
                </a:lnTo>
                <a:lnTo>
                  <a:pt x="121784" y="843114"/>
                </a:lnTo>
                <a:lnTo>
                  <a:pt x="115116" y="841575"/>
                </a:lnTo>
                <a:lnTo>
                  <a:pt x="115484" y="841682"/>
                </a:lnTo>
                <a:lnTo>
                  <a:pt x="108797" y="839769"/>
                </a:lnTo>
                <a:lnTo>
                  <a:pt x="109149" y="839891"/>
                </a:lnTo>
                <a:lnTo>
                  <a:pt x="102894" y="837773"/>
                </a:lnTo>
                <a:lnTo>
                  <a:pt x="96667" y="835314"/>
                </a:lnTo>
                <a:lnTo>
                  <a:pt x="90724" y="832619"/>
                </a:lnTo>
                <a:lnTo>
                  <a:pt x="84910" y="829654"/>
                </a:lnTo>
                <a:lnTo>
                  <a:pt x="85247" y="829823"/>
                </a:lnTo>
                <a:lnTo>
                  <a:pt x="79340" y="826426"/>
                </a:lnTo>
                <a:lnTo>
                  <a:pt x="79646" y="826625"/>
                </a:lnTo>
                <a:lnTo>
                  <a:pt x="73985" y="822982"/>
                </a:lnTo>
                <a:lnTo>
                  <a:pt x="68706" y="819234"/>
                </a:lnTo>
                <a:lnTo>
                  <a:pt x="69012" y="819448"/>
                </a:lnTo>
                <a:lnTo>
                  <a:pt x="63801" y="815361"/>
                </a:lnTo>
                <a:lnTo>
                  <a:pt x="58888" y="811094"/>
                </a:lnTo>
                <a:lnTo>
                  <a:pt x="54348" y="806767"/>
                </a:lnTo>
                <a:lnTo>
                  <a:pt x="49878" y="802078"/>
                </a:lnTo>
                <a:lnTo>
                  <a:pt x="45771" y="797331"/>
                </a:lnTo>
                <a:lnTo>
                  <a:pt x="41667" y="792119"/>
                </a:lnTo>
                <a:lnTo>
                  <a:pt x="41897" y="792410"/>
                </a:lnTo>
                <a:lnTo>
                  <a:pt x="37997" y="786932"/>
                </a:lnTo>
                <a:lnTo>
                  <a:pt x="34506" y="781469"/>
                </a:lnTo>
                <a:lnTo>
                  <a:pt x="34689" y="781790"/>
                </a:lnTo>
                <a:lnTo>
                  <a:pt x="31466" y="776185"/>
                </a:lnTo>
                <a:lnTo>
                  <a:pt x="28489" y="770392"/>
                </a:lnTo>
                <a:lnTo>
                  <a:pt x="25746" y="764309"/>
                </a:lnTo>
                <a:lnTo>
                  <a:pt x="23451" y="758494"/>
                </a:lnTo>
                <a:lnTo>
                  <a:pt x="21257" y="752019"/>
                </a:lnTo>
                <a:lnTo>
                  <a:pt x="19486" y="745779"/>
                </a:lnTo>
                <a:lnTo>
                  <a:pt x="18001" y="739347"/>
                </a:lnTo>
                <a:lnTo>
                  <a:pt x="16846" y="732874"/>
                </a:lnTo>
                <a:lnTo>
                  <a:pt x="15980" y="725992"/>
                </a:lnTo>
                <a:lnTo>
                  <a:pt x="15479" y="719288"/>
                </a:lnTo>
                <a:lnTo>
                  <a:pt x="15302" y="712304"/>
                </a:lnTo>
                <a:lnTo>
                  <a:pt x="15302" y="148811"/>
                </a:lnTo>
                <a:lnTo>
                  <a:pt x="15478" y="141850"/>
                </a:lnTo>
                <a:lnTo>
                  <a:pt x="15980" y="135138"/>
                </a:lnTo>
                <a:lnTo>
                  <a:pt x="16846" y="128257"/>
                </a:lnTo>
                <a:lnTo>
                  <a:pt x="18001" y="121784"/>
                </a:lnTo>
                <a:lnTo>
                  <a:pt x="19486" y="115351"/>
                </a:lnTo>
                <a:close/>
                <a:moveTo>
                  <a:pt x="2129552" y="141558"/>
                </a:moveTo>
                <a:lnTo>
                  <a:pt x="2129582" y="141956"/>
                </a:lnTo>
                <a:lnTo>
                  <a:pt x="2129552" y="141558"/>
                </a:lnTo>
                <a:lnTo>
                  <a:pt x="2129552" y="1415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mlx.core.abs">
            <a:extLst xmlns:a="http://schemas.openxmlformats.org/drawingml/2006/main">
              <a:ext uri="{FF2B5EF4-FFF2-40B4-BE49-F238E27FC236}">
                <a16:creationId xmlns:a16="http://schemas.microsoft.com/office/drawing/2014/main" id="{648C5844-E0B4-4D42-B021-CC6DEE42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85" y="1610917"/>
            <a:ext cx="830893" cy="100195"/>
          </a:xfrm>
          <a:custGeom xmlns:a="http://schemas.openxmlformats.org/drawingml/2006/main">
            <a:pathLst>
              <a:path w="830893" h="100195">
                <a:moveTo>
                  <a:pt x="0" y="27110"/>
                </a:moveTo>
                <a:lnTo>
                  <a:pt x="0" y="98312"/>
                </a:lnTo>
                <a:lnTo>
                  <a:pt x="19556" y="98312"/>
                </a:lnTo>
                <a:lnTo>
                  <a:pt x="19556" y="57003"/>
                </a:lnTo>
                <a:cubicBezTo>
                  <a:pt x="19556" y="53514"/>
                  <a:pt x="20061" y="50691"/>
                  <a:pt x="21071" y="48534"/>
                </a:cubicBezTo>
                <a:cubicBezTo>
                  <a:pt x="22081" y="46376"/>
                  <a:pt x="23297" y="44724"/>
                  <a:pt x="24721" y="43577"/>
                </a:cubicBezTo>
                <a:cubicBezTo>
                  <a:pt x="26144" y="42429"/>
                  <a:pt x="27613" y="41649"/>
                  <a:pt x="29127" y="41236"/>
                </a:cubicBezTo>
                <a:cubicBezTo>
                  <a:pt x="30642" y="40822"/>
                  <a:pt x="31859" y="40616"/>
                  <a:pt x="32778" y="40616"/>
                </a:cubicBezTo>
                <a:cubicBezTo>
                  <a:pt x="35899" y="40616"/>
                  <a:pt x="38263" y="41144"/>
                  <a:pt x="39870" y="42200"/>
                </a:cubicBezTo>
                <a:cubicBezTo>
                  <a:pt x="41477" y="43255"/>
                  <a:pt x="42624" y="44655"/>
                  <a:pt x="43312" y="46399"/>
                </a:cubicBezTo>
                <a:cubicBezTo>
                  <a:pt x="44001" y="48143"/>
                  <a:pt x="44391" y="50048"/>
                  <a:pt x="44482" y="52115"/>
                </a:cubicBezTo>
                <a:cubicBezTo>
                  <a:pt x="44575" y="54180"/>
                  <a:pt x="44621" y="56268"/>
                  <a:pt x="44621" y="58379"/>
                </a:cubicBezTo>
                <a:lnTo>
                  <a:pt x="44621" y="98312"/>
                </a:lnTo>
                <a:lnTo>
                  <a:pt x="64177" y="98312"/>
                </a:lnTo>
                <a:lnTo>
                  <a:pt x="64177" y="58654"/>
                </a:lnTo>
                <a:cubicBezTo>
                  <a:pt x="64177" y="56451"/>
                  <a:pt x="64337" y="54271"/>
                  <a:pt x="64658" y="52115"/>
                </a:cubicBezTo>
                <a:cubicBezTo>
                  <a:pt x="64980" y="49957"/>
                  <a:pt x="65623" y="48030"/>
                  <a:pt x="66587" y="46332"/>
                </a:cubicBezTo>
                <a:cubicBezTo>
                  <a:pt x="67551" y="44632"/>
                  <a:pt x="68882" y="43255"/>
                  <a:pt x="70580" y="42200"/>
                </a:cubicBezTo>
                <a:cubicBezTo>
                  <a:pt x="72279" y="41144"/>
                  <a:pt x="74506" y="40616"/>
                  <a:pt x="77260" y="40616"/>
                </a:cubicBezTo>
                <a:cubicBezTo>
                  <a:pt x="80014" y="40616"/>
                  <a:pt x="82194" y="41075"/>
                  <a:pt x="83800" y="41994"/>
                </a:cubicBezTo>
                <a:cubicBezTo>
                  <a:pt x="85406" y="42912"/>
                  <a:pt x="86623" y="44151"/>
                  <a:pt x="87450" y="45712"/>
                </a:cubicBezTo>
                <a:cubicBezTo>
                  <a:pt x="88276" y="47271"/>
                  <a:pt x="88781" y="49107"/>
                  <a:pt x="88965" y="51219"/>
                </a:cubicBezTo>
                <a:cubicBezTo>
                  <a:pt x="89148" y="53331"/>
                  <a:pt x="89240" y="55579"/>
                  <a:pt x="89240" y="57965"/>
                </a:cubicBezTo>
                <a:lnTo>
                  <a:pt x="89240" y="98312"/>
                </a:lnTo>
                <a:lnTo>
                  <a:pt x="108798" y="98312"/>
                </a:lnTo>
                <a:lnTo>
                  <a:pt x="108798" y="50639"/>
                </a:lnTo>
                <a:cubicBezTo>
                  <a:pt x="108798" y="46047"/>
                  <a:pt x="108155" y="42120"/>
                  <a:pt x="106869" y="38859"/>
                </a:cubicBezTo>
                <a:cubicBezTo>
                  <a:pt x="105584" y="35598"/>
                  <a:pt x="103794" y="32957"/>
                  <a:pt x="101498" y="30937"/>
                </a:cubicBezTo>
                <a:cubicBezTo>
                  <a:pt x="99203" y="28915"/>
                  <a:pt x="96449" y="27446"/>
                  <a:pt x="93235" y="26528"/>
                </a:cubicBezTo>
                <a:cubicBezTo>
                  <a:pt x="90022" y="25609"/>
                  <a:pt x="86534" y="25150"/>
                  <a:pt x="82770" y="25150"/>
                </a:cubicBezTo>
                <a:cubicBezTo>
                  <a:pt x="77812" y="25150"/>
                  <a:pt x="73520" y="26347"/>
                  <a:pt x="69892" y="28741"/>
                </a:cubicBezTo>
                <a:cubicBezTo>
                  <a:pt x="66265" y="31134"/>
                  <a:pt x="63396" y="33895"/>
                  <a:pt x="61285" y="37025"/>
                </a:cubicBezTo>
                <a:cubicBezTo>
                  <a:pt x="59357" y="32606"/>
                  <a:pt x="56534" y="29523"/>
                  <a:pt x="52814" y="27774"/>
                </a:cubicBezTo>
                <a:cubicBezTo>
                  <a:pt x="49096" y="26024"/>
                  <a:pt x="44988" y="25150"/>
                  <a:pt x="40490" y="25150"/>
                </a:cubicBezTo>
                <a:cubicBezTo>
                  <a:pt x="35808" y="25150"/>
                  <a:pt x="31653" y="26162"/>
                  <a:pt x="28026" y="28188"/>
                </a:cubicBezTo>
                <a:cubicBezTo>
                  <a:pt x="24399" y="30212"/>
                  <a:pt x="21300" y="33066"/>
                  <a:pt x="18730" y="36749"/>
                </a:cubicBezTo>
                <a:lnTo>
                  <a:pt x="18454" y="36749"/>
                </a:lnTo>
                <a:lnTo>
                  <a:pt x="18454" y="27110"/>
                </a:lnTo>
                <a:lnTo>
                  <a:pt x="0" y="27110"/>
                </a:lnTo>
                <a:close/>
                <a:moveTo>
                  <a:pt x="124710" y="0"/>
                </a:moveTo>
                <a:lnTo>
                  <a:pt x="124710" y="98312"/>
                </a:lnTo>
                <a:lnTo>
                  <a:pt x="144266" y="98312"/>
                </a:lnTo>
                <a:lnTo>
                  <a:pt x="144266" y="0"/>
                </a:lnTo>
                <a:lnTo>
                  <a:pt x="124710" y="0"/>
                </a:lnTo>
                <a:close/>
                <a:moveTo>
                  <a:pt x="177533" y="60882"/>
                </a:moveTo>
                <a:lnTo>
                  <a:pt x="151917" y="98312"/>
                </a:lnTo>
                <a:lnTo>
                  <a:pt x="173813" y="98312"/>
                </a:lnTo>
                <a:lnTo>
                  <a:pt x="188687" y="75881"/>
                </a:lnTo>
                <a:lnTo>
                  <a:pt x="203561" y="98312"/>
                </a:lnTo>
                <a:lnTo>
                  <a:pt x="225871" y="98312"/>
                </a:lnTo>
                <a:lnTo>
                  <a:pt x="199566" y="60468"/>
                </a:lnTo>
                <a:lnTo>
                  <a:pt x="222980" y="27167"/>
                </a:lnTo>
                <a:lnTo>
                  <a:pt x="201356" y="27167"/>
                </a:lnTo>
                <a:lnTo>
                  <a:pt x="188962" y="45745"/>
                </a:lnTo>
                <a:lnTo>
                  <a:pt x="176430" y="27167"/>
                </a:lnTo>
                <a:lnTo>
                  <a:pt x="154121" y="27167"/>
                </a:lnTo>
                <a:lnTo>
                  <a:pt x="177533" y="60882"/>
                </a:lnTo>
                <a:close/>
                <a:moveTo>
                  <a:pt x="234394" y="77062"/>
                </a:moveTo>
                <a:lnTo>
                  <a:pt x="234394" y="98312"/>
                </a:lnTo>
                <a:lnTo>
                  <a:pt x="256016" y="98312"/>
                </a:lnTo>
                <a:lnTo>
                  <a:pt x="256016" y="77062"/>
                </a:lnTo>
                <a:lnTo>
                  <a:pt x="234394" y="77062"/>
                </a:lnTo>
                <a:close/>
                <a:moveTo>
                  <a:pt x="320300" y="52182"/>
                </a:moveTo>
                <a:lnTo>
                  <a:pt x="339442" y="52182"/>
                </a:lnTo>
                <a:cubicBezTo>
                  <a:pt x="339167" y="47584"/>
                  <a:pt x="338066" y="43608"/>
                  <a:pt x="336136" y="40252"/>
                </a:cubicBezTo>
                <a:cubicBezTo>
                  <a:pt x="334209" y="36896"/>
                  <a:pt x="331707" y="34091"/>
                  <a:pt x="328630" y="31838"/>
                </a:cubicBezTo>
                <a:cubicBezTo>
                  <a:pt x="325555" y="29586"/>
                  <a:pt x="322067" y="27908"/>
                  <a:pt x="318165" y="26805"/>
                </a:cubicBezTo>
                <a:cubicBezTo>
                  <a:pt x="314264" y="25702"/>
                  <a:pt x="310201" y="25150"/>
                  <a:pt x="305977" y="25150"/>
                </a:cubicBezTo>
                <a:cubicBezTo>
                  <a:pt x="300193" y="25150"/>
                  <a:pt x="295051" y="26115"/>
                  <a:pt x="290551" y="28047"/>
                </a:cubicBezTo>
                <a:cubicBezTo>
                  <a:pt x="286052" y="29978"/>
                  <a:pt x="282243" y="32668"/>
                  <a:pt x="279121" y="36117"/>
                </a:cubicBezTo>
                <a:cubicBezTo>
                  <a:pt x="276000" y="39566"/>
                  <a:pt x="273636" y="43659"/>
                  <a:pt x="272029" y="48395"/>
                </a:cubicBezTo>
                <a:cubicBezTo>
                  <a:pt x="270422" y="53130"/>
                  <a:pt x="269619" y="58257"/>
                  <a:pt x="269619" y="63775"/>
                </a:cubicBezTo>
                <a:cubicBezTo>
                  <a:pt x="269619" y="69110"/>
                  <a:pt x="270491" y="74008"/>
                  <a:pt x="272235" y="78468"/>
                </a:cubicBezTo>
                <a:cubicBezTo>
                  <a:pt x="273979" y="82927"/>
                  <a:pt x="276412" y="86767"/>
                  <a:pt x="279533" y="89986"/>
                </a:cubicBezTo>
                <a:cubicBezTo>
                  <a:pt x="282656" y="93205"/>
                  <a:pt x="286443" y="95712"/>
                  <a:pt x="290895" y="97505"/>
                </a:cubicBezTo>
                <a:cubicBezTo>
                  <a:pt x="295349" y="99298"/>
                  <a:pt x="300238" y="100195"/>
                  <a:pt x="305563" y="100195"/>
                </a:cubicBezTo>
                <a:cubicBezTo>
                  <a:pt x="315020" y="100195"/>
                  <a:pt x="322777" y="97706"/>
                  <a:pt x="328836" y="92728"/>
                </a:cubicBezTo>
                <a:cubicBezTo>
                  <a:pt x="334897" y="87749"/>
                  <a:pt x="338570" y="80532"/>
                  <a:pt x="339856" y="71076"/>
                </a:cubicBezTo>
                <a:lnTo>
                  <a:pt x="320987" y="71076"/>
                </a:lnTo>
                <a:cubicBezTo>
                  <a:pt x="320346" y="75483"/>
                  <a:pt x="318762" y="78995"/>
                  <a:pt x="316236" y="81612"/>
                </a:cubicBezTo>
                <a:cubicBezTo>
                  <a:pt x="313712" y="84228"/>
                  <a:pt x="310109" y="85535"/>
                  <a:pt x="305427" y="85535"/>
                </a:cubicBezTo>
                <a:cubicBezTo>
                  <a:pt x="302396" y="85535"/>
                  <a:pt x="299825" y="84847"/>
                  <a:pt x="297712" y="83470"/>
                </a:cubicBezTo>
                <a:cubicBezTo>
                  <a:pt x="295601" y="82093"/>
                  <a:pt x="293926" y="80325"/>
                  <a:pt x="292686" y="78168"/>
                </a:cubicBezTo>
                <a:cubicBezTo>
                  <a:pt x="291447" y="76009"/>
                  <a:pt x="290552" y="73598"/>
                  <a:pt x="290000" y="70935"/>
                </a:cubicBezTo>
                <a:cubicBezTo>
                  <a:pt x="289450" y="68272"/>
                  <a:pt x="289174" y="65655"/>
                  <a:pt x="289174" y="63084"/>
                </a:cubicBezTo>
                <a:cubicBezTo>
                  <a:pt x="289174" y="60421"/>
                  <a:pt x="289450" y="57735"/>
                  <a:pt x="290000" y="55027"/>
                </a:cubicBezTo>
                <a:cubicBezTo>
                  <a:pt x="290552" y="52318"/>
                  <a:pt x="291494" y="49838"/>
                  <a:pt x="292825" y="47588"/>
                </a:cubicBezTo>
                <a:cubicBezTo>
                  <a:pt x="294155" y="45338"/>
                  <a:pt x="295876" y="43502"/>
                  <a:pt x="297988" y="42078"/>
                </a:cubicBezTo>
                <a:cubicBezTo>
                  <a:pt x="300100" y="40655"/>
                  <a:pt x="302717" y="39943"/>
                  <a:pt x="305839" y="39943"/>
                </a:cubicBezTo>
                <a:cubicBezTo>
                  <a:pt x="314194" y="39943"/>
                  <a:pt x="319014" y="44023"/>
                  <a:pt x="320300" y="52182"/>
                </a:cubicBezTo>
                <a:close/>
                <a:moveTo>
                  <a:pt x="367979" y="62809"/>
                </a:moveTo>
                <a:cubicBezTo>
                  <a:pt x="367979" y="59962"/>
                  <a:pt x="368255" y="57162"/>
                  <a:pt x="368805" y="54407"/>
                </a:cubicBezTo>
                <a:cubicBezTo>
                  <a:pt x="369356" y="51652"/>
                  <a:pt x="370297" y="49218"/>
                  <a:pt x="371627" y="47107"/>
                </a:cubicBezTo>
                <a:cubicBezTo>
                  <a:pt x="372960" y="44994"/>
                  <a:pt x="374728" y="43273"/>
                  <a:pt x="376931" y="41942"/>
                </a:cubicBezTo>
                <a:cubicBezTo>
                  <a:pt x="379135" y="40610"/>
                  <a:pt x="381889" y="39943"/>
                  <a:pt x="385194" y="39943"/>
                </a:cubicBezTo>
                <a:cubicBezTo>
                  <a:pt x="388500" y="39943"/>
                  <a:pt x="391278" y="40610"/>
                  <a:pt x="393526" y="41942"/>
                </a:cubicBezTo>
                <a:cubicBezTo>
                  <a:pt x="395776" y="43273"/>
                  <a:pt x="397566" y="44994"/>
                  <a:pt x="398897" y="47107"/>
                </a:cubicBezTo>
                <a:cubicBezTo>
                  <a:pt x="400230" y="49218"/>
                  <a:pt x="401171" y="51652"/>
                  <a:pt x="401722" y="54407"/>
                </a:cubicBezTo>
                <a:cubicBezTo>
                  <a:pt x="402272" y="57162"/>
                  <a:pt x="402547" y="59962"/>
                  <a:pt x="402547" y="62809"/>
                </a:cubicBezTo>
                <a:cubicBezTo>
                  <a:pt x="402547" y="65655"/>
                  <a:pt x="402272" y="68433"/>
                  <a:pt x="401722" y="71143"/>
                </a:cubicBezTo>
                <a:cubicBezTo>
                  <a:pt x="401171" y="73851"/>
                  <a:pt x="400230" y="76284"/>
                  <a:pt x="398897" y="78443"/>
                </a:cubicBezTo>
                <a:cubicBezTo>
                  <a:pt x="397566" y="80601"/>
                  <a:pt x="395776" y="82322"/>
                  <a:pt x="393526" y="83608"/>
                </a:cubicBezTo>
                <a:cubicBezTo>
                  <a:pt x="391278" y="84893"/>
                  <a:pt x="388500" y="85535"/>
                  <a:pt x="385194" y="85535"/>
                </a:cubicBezTo>
                <a:cubicBezTo>
                  <a:pt x="381889" y="85535"/>
                  <a:pt x="379135" y="84893"/>
                  <a:pt x="376931" y="83608"/>
                </a:cubicBezTo>
                <a:cubicBezTo>
                  <a:pt x="374728" y="82322"/>
                  <a:pt x="372960" y="80601"/>
                  <a:pt x="371627" y="78443"/>
                </a:cubicBezTo>
                <a:cubicBezTo>
                  <a:pt x="370297" y="76284"/>
                  <a:pt x="369356" y="73851"/>
                  <a:pt x="368805" y="71143"/>
                </a:cubicBezTo>
                <a:cubicBezTo>
                  <a:pt x="368255" y="68433"/>
                  <a:pt x="367979" y="65655"/>
                  <a:pt x="367979" y="62809"/>
                </a:cubicBezTo>
                <a:moveTo>
                  <a:pt x="348424" y="62811"/>
                </a:moveTo>
                <a:cubicBezTo>
                  <a:pt x="348424" y="68513"/>
                  <a:pt x="349296" y="73662"/>
                  <a:pt x="351040" y="78260"/>
                </a:cubicBezTo>
                <a:cubicBezTo>
                  <a:pt x="352784" y="82858"/>
                  <a:pt x="355263" y="86790"/>
                  <a:pt x="358477" y="90055"/>
                </a:cubicBezTo>
                <a:cubicBezTo>
                  <a:pt x="361691" y="93320"/>
                  <a:pt x="365547" y="95826"/>
                  <a:pt x="370045" y="97574"/>
                </a:cubicBezTo>
                <a:cubicBezTo>
                  <a:pt x="374545" y="99321"/>
                  <a:pt x="379595" y="100195"/>
                  <a:pt x="385194" y="100195"/>
                </a:cubicBezTo>
                <a:cubicBezTo>
                  <a:pt x="390795" y="100195"/>
                  <a:pt x="395868" y="99321"/>
                  <a:pt x="400412" y="97574"/>
                </a:cubicBezTo>
                <a:cubicBezTo>
                  <a:pt x="404957" y="95826"/>
                  <a:pt x="408836" y="93320"/>
                  <a:pt x="412050" y="90055"/>
                </a:cubicBezTo>
                <a:cubicBezTo>
                  <a:pt x="415264" y="86790"/>
                  <a:pt x="417743" y="82858"/>
                  <a:pt x="419487" y="78260"/>
                </a:cubicBezTo>
                <a:cubicBezTo>
                  <a:pt x="421231" y="73662"/>
                  <a:pt x="422103" y="68513"/>
                  <a:pt x="422103" y="62811"/>
                </a:cubicBezTo>
                <a:cubicBezTo>
                  <a:pt x="422103" y="57109"/>
                  <a:pt x="421231" y="51936"/>
                  <a:pt x="419487" y="47292"/>
                </a:cubicBezTo>
                <a:cubicBezTo>
                  <a:pt x="417743" y="42646"/>
                  <a:pt x="415264" y="38692"/>
                  <a:pt x="412050" y="35427"/>
                </a:cubicBezTo>
                <a:cubicBezTo>
                  <a:pt x="408836" y="32162"/>
                  <a:pt x="404957" y="29633"/>
                  <a:pt x="400412" y="27839"/>
                </a:cubicBezTo>
                <a:cubicBezTo>
                  <a:pt x="395868" y="26046"/>
                  <a:pt x="390795" y="25150"/>
                  <a:pt x="385194" y="25150"/>
                </a:cubicBezTo>
                <a:cubicBezTo>
                  <a:pt x="379595" y="25150"/>
                  <a:pt x="374545" y="26046"/>
                  <a:pt x="370045" y="27839"/>
                </a:cubicBezTo>
                <a:cubicBezTo>
                  <a:pt x="365547" y="29633"/>
                  <a:pt x="361691" y="32162"/>
                  <a:pt x="358477" y="35427"/>
                </a:cubicBezTo>
                <a:cubicBezTo>
                  <a:pt x="355263" y="38692"/>
                  <a:pt x="352784" y="42646"/>
                  <a:pt x="351040" y="47292"/>
                </a:cubicBezTo>
                <a:cubicBezTo>
                  <a:pt x="349296" y="51936"/>
                  <a:pt x="348424" y="57109"/>
                  <a:pt x="348424" y="62811"/>
                </a:cubicBezTo>
                <a:close/>
                <a:moveTo>
                  <a:pt x="434789" y="27060"/>
                </a:moveTo>
                <a:lnTo>
                  <a:pt x="434789" y="98312"/>
                </a:lnTo>
                <a:lnTo>
                  <a:pt x="454344" y="98312"/>
                </a:lnTo>
                <a:lnTo>
                  <a:pt x="454344" y="66190"/>
                </a:lnTo>
                <a:cubicBezTo>
                  <a:pt x="454344" y="62973"/>
                  <a:pt x="454666" y="59987"/>
                  <a:pt x="455309" y="57229"/>
                </a:cubicBezTo>
                <a:cubicBezTo>
                  <a:pt x="455952" y="54472"/>
                  <a:pt x="457031" y="52060"/>
                  <a:pt x="458545" y="49992"/>
                </a:cubicBezTo>
                <a:cubicBezTo>
                  <a:pt x="460059" y="47924"/>
                  <a:pt x="462056" y="46293"/>
                  <a:pt x="464534" y="45098"/>
                </a:cubicBezTo>
                <a:cubicBezTo>
                  <a:pt x="467014" y="43903"/>
                  <a:pt x="470044" y="43306"/>
                  <a:pt x="473625" y="43306"/>
                </a:cubicBezTo>
                <a:cubicBezTo>
                  <a:pt x="474818" y="43306"/>
                  <a:pt x="476057" y="43375"/>
                  <a:pt x="477342" y="43514"/>
                </a:cubicBezTo>
                <a:cubicBezTo>
                  <a:pt x="478628" y="43651"/>
                  <a:pt x="479730" y="43811"/>
                  <a:pt x="480648" y="43995"/>
                </a:cubicBezTo>
                <a:lnTo>
                  <a:pt x="480648" y="25837"/>
                </a:lnTo>
                <a:cubicBezTo>
                  <a:pt x="479087" y="25379"/>
                  <a:pt x="477664" y="25150"/>
                  <a:pt x="476380" y="25150"/>
                </a:cubicBezTo>
                <a:cubicBezTo>
                  <a:pt x="473900" y="25150"/>
                  <a:pt x="471513" y="25517"/>
                  <a:pt x="469218" y="26251"/>
                </a:cubicBezTo>
                <a:cubicBezTo>
                  <a:pt x="466923" y="26983"/>
                  <a:pt x="464766" y="28014"/>
                  <a:pt x="462746" y="29344"/>
                </a:cubicBezTo>
                <a:cubicBezTo>
                  <a:pt x="460726" y="30673"/>
                  <a:pt x="458935" y="32278"/>
                  <a:pt x="457375" y="34158"/>
                </a:cubicBezTo>
                <a:cubicBezTo>
                  <a:pt x="455814" y="36038"/>
                  <a:pt x="454574" y="38079"/>
                  <a:pt x="453655" y="40280"/>
                </a:cubicBezTo>
                <a:lnTo>
                  <a:pt x="453380" y="40280"/>
                </a:lnTo>
                <a:lnTo>
                  <a:pt x="453380" y="27060"/>
                </a:lnTo>
                <a:lnTo>
                  <a:pt x="434789" y="27060"/>
                </a:lnTo>
                <a:close/>
                <a:moveTo>
                  <a:pt x="536270" y="55141"/>
                </a:moveTo>
                <a:lnTo>
                  <a:pt x="504459" y="55141"/>
                </a:lnTo>
                <a:cubicBezTo>
                  <a:pt x="504550" y="53759"/>
                  <a:pt x="504848" y="52194"/>
                  <a:pt x="505352" y="50444"/>
                </a:cubicBezTo>
                <a:cubicBezTo>
                  <a:pt x="505858" y="48693"/>
                  <a:pt x="506731" y="47035"/>
                  <a:pt x="507970" y="45470"/>
                </a:cubicBezTo>
                <a:cubicBezTo>
                  <a:pt x="509210" y="43904"/>
                  <a:pt x="510863" y="42591"/>
                  <a:pt x="512928" y="41532"/>
                </a:cubicBezTo>
                <a:cubicBezTo>
                  <a:pt x="514994" y="40473"/>
                  <a:pt x="517588" y="39943"/>
                  <a:pt x="520709" y="39943"/>
                </a:cubicBezTo>
                <a:cubicBezTo>
                  <a:pt x="525483" y="39943"/>
                  <a:pt x="529041" y="41233"/>
                  <a:pt x="531382" y="43812"/>
                </a:cubicBezTo>
                <a:cubicBezTo>
                  <a:pt x="533723" y="46391"/>
                  <a:pt x="535352" y="50167"/>
                  <a:pt x="536270" y="55141"/>
                </a:cubicBezTo>
                <a:moveTo>
                  <a:pt x="504459" y="67514"/>
                </a:moveTo>
                <a:lnTo>
                  <a:pt x="555828" y="67514"/>
                </a:lnTo>
                <a:cubicBezTo>
                  <a:pt x="556195" y="61994"/>
                  <a:pt x="555735" y="56704"/>
                  <a:pt x="554449" y="51644"/>
                </a:cubicBezTo>
                <a:cubicBezTo>
                  <a:pt x="553164" y="46584"/>
                  <a:pt x="551076" y="42076"/>
                  <a:pt x="548183" y="38121"/>
                </a:cubicBezTo>
                <a:cubicBezTo>
                  <a:pt x="545291" y="34165"/>
                  <a:pt x="541596" y="31015"/>
                  <a:pt x="537096" y="28669"/>
                </a:cubicBezTo>
                <a:cubicBezTo>
                  <a:pt x="532597" y="26323"/>
                  <a:pt x="527319" y="25150"/>
                  <a:pt x="521260" y="25150"/>
                </a:cubicBezTo>
                <a:cubicBezTo>
                  <a:pt x="515842" y="25150"/>
                  <a:pt x="510907" y="26115"/>
                  <a:pt x="506455" y="28047"/>
                </a:cubicBezTo>
                <a:cubicBezTo>
                  <a:pt x="502003" y="29978"/>
                  <a:pt x="498170" y="32621"/>
                  <a:pt x="494956" y="35978"/>
                </a:cubicBezTo>
                <a:cubicBezTo>
                  <a:pt x="491743" y="39335"/>
                  <a:pt x="489264" y="43313"/>
                  <a:pt x="487520" y="47912"/>
                </a:cubicBezTo>
                <a:cubicBezTo>
                  <a:pt x="485775" y="52510"/>
                  <a:pt x="484903" y="57476"/>
                  <a:pt x="484903" y="62811"/>
                </a:cubicBezTo>
                <a:cubicBezTo>
                  <a:pt x="484903" y="68328"/>
                  <a:pt x="485752" y="73386"/>
                  <a:pt x="487450" y="77985"/>
                </a:cubicBezTo>
                <a:cubicBezTo>
                  <a:pt x="489150" y="82583"/>
                  <a:pt x="491560" y="86538"/>
                  <a:pt x="494681" y="89849"/>
                </a:cubicBezTo>
                <a:cubicBezTo>
                  <a:pt x="497802" y="93160"/>
                  <a:pt x="501612" y="95712"/>
                  <a:pt x="506111" y="97505"/>
                </a:cubicBezTo>
                <a:cubicBezTo>
                  <a:pt x="510609" y="99298"/>
                  <a:pt x="515659" y="100195"/>
                  <a:pt x="521260" y="100195"/>
                </a:cubicBezTo>
                <a:cubicBezTo>
                  <a:pt x="529339" y="100195"/>
                  <a:pt x="536224" y="98360"/>
                  <a:pt x="541916" y="94691"/>
                </a:cubicBezTo>
                <a:cubicBezTo>
                  <a:pt x="547610" y="91022"/>
                  <a:pt x="551834" y="84922"/>
                  <a:pt x="554588" y="76390"/>
                </a:cubicBezTo>
                <a:lnTo>
                  <a:pt x="537373" y="76390"/>
                </a:lnTo>
                <a:cubicBezTo>
                  <a:pt x="536730" y="78574"/>
                  <a:pt x="534985" y="80645"/>
                  <a:pt x="532139" y="82602"/>
                </a:cubicBezTo>
                <a:cubicBezTo>
                  <a:pt x="529293" y="84557"/>
                  <a:pt x="525897" y="85535"/>
                  <a:pt x="521949" y="85535"/>
                </a:cubicBezTo>
                <a:cubicBezTo>
                  <a:pt x="516440" y="85535"/>
                  <a:pt x="512217" y="84114"/>
                  <a:pt x="509277" y="81272"/>
                </a:cubicBezTo>
                <a:cubicBezTo>
                  <a:pt x="506340" y="78428"/>
                  <a:pt x="504733" y="73842"/>
                  <a:pt x="504459" y="67514"/>
                </a:cubicBezTo>
                <a:close/>
                <a:moveTo>
                  <a:pt x="567976" y="77062"/>
                </a:moveTo>
                <a:lnTo>
                  <a:pt x="567976" y="98312"/>
                </a:lnTo>
                <a:lnTo>
                  <a:pt x="589597" y="98312"/>
                </a:lnTo>
                <a:lnTo>
                  <a:pt x="589597" y="77062"/>
                </a:lnTo>
                <a:lnTo>
                  <a:pt x="567976" y="77062"/>
                </a:lnTo>
                <a:close/>
                <a:moveTo>
                  <a:pt x="604579" y="49009"/>
                </a:moveTo>
                <a:cubicBezTo>
                  <a:pt x="604854" y="44418"/>
                  <a:pt x="606001" y="40608"/>
                  <a:pt x="608021" y="37579"/>
                </a:cubicBezTo>
                <a:cubicBezTo>
                  <a:pt x="610041" y="34549"/>
                  <a:pt x="612612" y="32116"/>
                  <a:pt x="615733" y="30279"/>
                </a:cubicBezTo>
                <a:cubicBezTo>
                  <a:pt x="618855" y="28442"/>
                  <a:pt x="622366" y="27134"/>
                  <a:pt x="626268" y="26354"/>
                </a:cubicBezTo>
                <a:cubicBezTo>
                  <a:pt x="630171" y="25573"/>
                  <a:pt x="634096" y="25183"/>
                  <a:pt x="638044" y="25183"/>
                </a:cubicBezTo>
                <a:cubicBezTo>
                  <a:pt x="641625" y="25183"/>
                  <a:pt x="645251" y="25436"/>
                  <a:pt x="648923" y="25942"/>
                </a:cubicBezTo>
                <a:cubicBezTo>
                  <a:pt x="652596" y="26446"/>
                  <a:pt x="655947" y="27433"/>
                  <a:pt x="658976" y="28903"/>
                </a:cubicBezTo>
                <a:cubicBezTo>
                  <a:pt x="662006" y="30371"/>
                  <a:pt x="664485" y="32413"/>
                  <a:pt x="666413" y="35030"/>
                </a:cubicBezTo>
                <a:cubicBezTo>
                  <a:pt x="668342" y="37647"/>
                  <a:pt x="669306" y="41113"/>
                  <a:pt x="669306" y="45428"/>
                </a:cubicBezTo>
                <a:lnTo>
                  <a:pt x="669306" y="82474"/>
                </a:lnTo>
                <a:cubicBezTo>
                  <a:pt x="669306" y="85687"/>
                  <a:pt x="669490" y="88763"/>
                  <a:pt x="669857" y="91701"/>
                </a:cubicBezTo>
                <a:cubicBezTo>
                  <a:pt x="670224" y="94639"/>
                  <a:pt x="670866" y="96842"/>
                  <a:pt x="671784" y="98312"/>
                </a:cubicBezTo>
                <a:lnTo>
                  <a:pt x="651953" y="98312"/>
                </a:lnTo>
                <a:cubicBezTo>
                  <a:pt x="651586" y="97211"/>
                  <a:pt x="651288" y="96086"/>
                  <a:pt x="651058" y="94939"/>
                </a:cubicBezTo>
                <a:cubicBezTo>
                  <a:pt x="650828" y="93790"/>
                  <a:pt x="650668" y="92619"/>
                  <a:pt x="650577" y="91426"/>
                </a:cubicBezTo>
                <a:cubicBezTo>
                  <a:pt x="647455" y="94639"/>
                  <a:pt x="643783" y="96889"/>
                  <a:pt x="639559" y="98175"/>
                </a:cubicBezTo>
                <a:cubicBezTo>
                  <a:pt x="635335" y="99460"/>
                  <a:pt x="631020" y="100102"/>
                  <a:pt x="626612" y="100102"/>
                </a:cubicBezTo>
                <a:cubicBezTo>
                  <a:pt x="623216" y="100102"/>
                  <a:pt x="620049" y="99689"/>
                  <a:pt x="617110" y="98862"/>
                </a:cubicBezTo>
                <a:cubicBezTo>
                  <a:pt x="614172" y="98036"/>
                  <a:pt x="611601" y="96750"/>
                  <a:pt x="609398" y="95006"/>
                </a:cubicBezTo>
                <a:cubicBezTo>
                  <a:pt x="607195" y="93262"/>
                  <a:pt x="605474" y="91059"/>
                  <a:pt x="604234" y="88397"/>
                </a:cubicBezTo>
                <a:cubicBezTo>
                  <a:pt x="602995" y="85734"/>
                  <a:pt x="602375" y="82566"/>
                  <a:pt x="602375" y="78893"/>
                </a:cubicBezTo>
                <a:cubicBezTo>
                  <a:pt x="602375" y="74854"/>
                  <a:pt x="603086" y="71526"/>
                  <a:pt x="604510" y="68909"/>
                </a:cubicBezTo>
                <a:cubicBezTo>
                  <a:pt x="605933" y="66292"/>
                  <a:pt x="607769" y="64203"/>
                  <a:pt x="610017" y="62643"/>
                </a:cubicBezTo>
                <a:cubicBezTo>
                  <a:pt x="612267" y="61082"/>
                  <a:pt x="614838" y="59912"/>
                  <a:pt x="617730" y="59131"/>
                </a:cubicBezTo>
                <a:cubicBezTo>
                  <a:pt x="620623" y="58351"/>
                  <a:pt x="623538" y="57732"/>
                  <a:pt x="626476" y="57274"/>
                </a:cubicBezTo>
                <a:cubicBezTo>
                  <a:pt x="629413" y="56814"/>
                  <a:pt x="632305" y="56446"/>
                  <a:pt x="635150" y="56170"/>
                </a:cubicBezTo>
                <a:cubicBezTo>
                  <a:pt x="637997" y="55894"/>
                  <a:pt x="640522" y="55481"/>
                  <a:pt x="642726" y="54931"/>
                </a:cubicBezTo>
                <a:cubicBezTo>
                  <a:pt x="644929" y="54380"/>
                  <a:pt x="646674" y="53577"/>
                  <a:pt x="647958" y="52522"/>
                </a:cubicBezTo>
                <a:cubicBezTo>
                  <a:pt x="649244" y="51466"/>
                  <a:pt x="649842" y="49928"/>
                  <a:pt x="649751" y="47908"/>
                </a:cubicBezTo>
                <a:cubicBezTo>
                  <a:pt x="649751" y="45795"/>
                  <a:pt x="649406" y="44120"/>
                  <a:pt x="648717" y="42881"/>
                </a:cubicBezTo>
                <a:cubicBezTo>
                  <a:pt x="648028" y="41641"/>
                  <a:pt x="647109" y="40677"/>
                  <a:pt x="645962" y="39990"/>
                </a:cubicBezTo>
                <a:cubicBezTo>
                  <a:pt x="644814" y="39300"/>
                  <a:pt x="643483" y="38841"/>
                  <a:pt x="641967" y="38611"/>
                </a:cubicBezTo>
                <a:cubicBezTo>
                  <a:pt x="640453" y="38381"/>
                  <a:pt x="638823" y="38266"/>
                  <a:pt x="637079" y="38266"/>
                </a:cubicBezTo>
                <a:cubicBezTo>
                  <a:pt x="633224" y="38266"/>
                  <a:pt x="630194" y="39093"/>
                  <a:pt x="627991" y="40746"/>
                </a:cubicBezTo>
                <a:cubicBezTo>
                  <a:pt x="625787" y="42399"/>
                  <a:pt x="624502" y="45153"/>
                  <a:pt x="624135" y="49009"/>
                </a:cubicBezTo>
                <a:lnTo>
                  <a:pt x="604579" y="49009"/>
                </a:lnTo>
                <a:moveTo>
                  <a:pt x="649751" y="63469"/>
                </a:moveTo>
                <a:cubicBezTo>
                  <a:pt x="648924" y="64204"/>
                  <a:pt x="647891" y="64778"/>
                  <a:pt x="646651" y="65192"/>
                </a:cubicBezTo>
                <a:cubicBezTo>
                  <a:pt x="645411" y="65605"/>
                  <a:pt x="644080" y="65950"/>
                  <a:pt x="642656" y="66226"/>
                </a:cubicBezTo>
                <a:cubicBezTo>
                  <a:pt x="641234" y="66500"/>
                  <a:pt x="639742" y="66729"/>
                  <a:pt x="638180" y="66913"/>
                </a:cubicBezTo>
                <a:cubicBezTo>
                  <a:pt x="636620" y="67096"/>
                  <a:pt x="635059" y="67325"/>
                  <a:pt x="633498" y="67600"/>
                </a:cubicBezTo>
                <a:cubicBezTo>
                  <a:pt x="632030" y="67876"/>
                  <a:pt x="630585" y="68244"/>
                  <a:pt x="629161" y="68703"/>
                </a:cubicBezTo>
                <a:cubicBezTo>
                  <a:pt x="627738" y="69161"/>
                  <a:pt x="626498" y="69781"/>
                  <a:pt x="625442" y="70563"/>
                </a:cubicBezTo>
                <a:cubicBezTo>
                  <a:pt x="624387" y="71343"/>
                  <a:pt x="623538" y="72330"/>
                  <a:pt x="622895" y="73524"/>
                </a:cubicBezTo>
                <a:cubicBezTo>
                  <a:pt x="622252" y="74716"/>
                  <a:pt x="621930" y="76230"/>
                  <a:pt x="621930" y="78067"/>
                </a:cubicBezTo>
                <a:cubicBezTo>
                  <a:pt x="621930" y="79811"/>
                  <a:pt x="622252" y="81280"/>
                  <a:pt x="622895" y="82474"/>
                </a:cubicBezTo>
                <a:cubicBezTo>
                  <a:pt x="623538" y="83667"/>
                  <a:pt x="624410" y="84609"/>
                  <a:pt x="625511" y="85298"/>
                </a:cubicBezTo>
                <a:cubicBezTo>
                  <a:pt x="626614" y="85986"/>
                  <a:pt x="627899" y="86468"/>
                  <a:pt x="629367" y="86744"/>
                </a:cubicBezTo>
                <a:cubicBezTo>
                  <a:pt x="630837" y="87020"/>
                  <a:pt x="632352" y="87158"/>
                  <a:pt x="633912" y="87158"/>
                </a:cubicBezTo>
                <a:cubicBezTo>
                  <a:pt x="637768" y="87158"/>
                  <a:pt x="640751" y="86515"/>
                  <a:pt x="642862" y="85231"/>
                </a:cubicBezTo>
                <a:cubicBezTo>
                  <a:pt x="644975" y="83945"/>
                  <a:pt x="646536" y="82406"/>
                  <a:pt x="647546" y="80616"/>
                </a:cubicBezTo>
                <a:cubicBezTo>
                  <a:pt x="648556" y="78826"/>
                  <a:pt x="649176" y="77012"/>
                  <a:pt x="649406" y="75175"/>
                </a:cubicBezTo>
                <a:cubicBezTo>
                  <a:pt x="649636" y="73339"/>
                  <a:pt x="649751" y="71870"/>
                  <a:pt x="649751" y="70769"/>
                </a:cubicBezTo>
                <a:lnTo>
                  <a:pt x="649751" y="63469"/>
                </a:lnTo>
                <a:close/>
                <a:moveTo>
                  <a:pt x="736404" y="62809"/>
                </a:moveTo>
                <a:cubicBezTo>
                  <a:pt x="736404" y="65746"/>
                  <a:pt x="736082" y="68593"/>
                  <a:pt x="735439" y="71349"/>
                </a:cubicBezTo>
                <a:cubicBezTo>
                  <a:pt x="734796" y="74103"/>
                  <a:pt x="733786" y="76536"/>
                  <a:pt x="732409" y="78649"/>
                </a:cubicBezTo>
                <a:cubicBezTo>
                  <a:pt x="731032" y="80760"/>
                  <a:pt x="729310" y="82436"/>
                  <a:pt x="727244" y="83676"/>
                </a:cubicBezTo>
                <a:cubicBezTo>
                  <a:pt x="725179" y="84915"/>
                  <a:pt x="722677" y="85535"/>
                  <a:pt x="719740" y="85535"/>
                </a:cubicBezTo>
                <a:cubicBezTo>
                  <a:pt x="716893" y="85535"/>
                  <a:pt x="714414" y="84915"/>
                  <a:pt x="712303" y="83676"/>
                </a:cubicBezTo>
                <a:cubicBezTo>
                  <a:pt x="710192" y="82436"/>
                  <a:pt x="708448" y="80760"/>
                  <a:pt x="707070" y="78649"/>
                </a:cubicBezTo>
                <a:cubicBezTo>
                  <a:pt x="705693" y="76536"/>
                  <a:pt x="704683" y="74103"/>
                  <a:pt x="704040" y="71349"/>
                </a:cubicBezTo>
                <a:cubicBezTo>
                  <a:pt x="703397" y="68593"/>
                  <a:pt x="703076" y="65746"/>
                  <a:pt x="703076" y="62809"/>
                </a:cubicBezTo>
                <a:cubicBezTo>
                  <a:pt x="703076" y="59778"/>
                  <a:pt x="703397" y="56886"/>
                  <a:pt x="704040" y="54132"/>
                </a:cubicBezTo>
                <a:cubicBezTo>
                  <a:pt x="704683" y="51376"/>
                  <a:pt x="705693" y="48943"/>
                  <a:pt x="707070" y="46832"/>
                </a:cubicBezTo>
                <a:cubicBezTo>
                  <a:pt x="708448" y="44719"/>
                  <a:pt x="710192" y="43043"/>
                  <a:pt x="712303" y="41803"/>
                </a:cubicBezTo>
                <a:cubicBezTo>
                  <a:pt x="714414" y="40563"/>
                  <a:pt x="716893" y="39943"/>
                  <a:pt x="719740" y="39943"/>
                </a:cubicBezTo>
                <a:cubicBezTo>
                  <a:pt x="722677" y="39943"/>
                  <a:pt x="725179" y="40563"/>
                  <a:pt x="727244" y="41803"/>
                </a:cubicBezTo>
                <a:cubicBezTo>
                  <a:pt x="729310" y="43043"/>
                  <a:pt x="731032" y="44719"/>
                  <a:pt x="732409" y="46832"/>
                </a:cubicBezTo>
                <a:cubicBezTo>
                  <a:pt x="733786" y="48943"/>
                  <a:pt x="734796" y="51376"/>
                  <a:pt x="735439" y="54132"/>
                </a:cubicBezTo>
                <a:cubicBezTo>
                  <a:pt x="736082" y="56886"/>
                  <a:pt x="736404" y="59778"/>
                  <a:pt x="736404" y="62809"/>
                </a:cubicBezTo>
                <a:moveTo>
                  <a:pt x="684209" y="0"/>
                </a:moveTo>
                <a:lnTo>
                  <a:pt x="684209" y="98358"/>
                </a:lnTo>
                <a:lnTo>
                  <a:pt x="702800" y="98358"/>
                </a:lnTo>
                <a:lnTo>
                  <a:pt x="702800" y="89269"/>
                </a:lnTo>
                <a:lnTo>
                  <a:pt x="703076" y="89269"/>
                </a:lnTo>
                <a:cubicBezTo>
                  <a:pt x="705187" y="93234"/>
                  <a:pt x="708308" y="96046"/>
                  <a:pt x="712439" y="97707"/>
                </a:cubicBezTo>
                <a:cubicBezTo>
                  <a:pt x="716572" y="99365"/>
                  <a:pt x="721255" y="100195"/>
                  <a:pt x="726487" y="100195"/>
                </a:cubicBezTo>
                <a:cubicBezTo>
                  <a:pt x="730068" y="100195"/>
                  <a:pt x="733603" y="99459"/>
                  <a:pt x="737091" y="97988"/>
                </a:cubicBezTo>
                <a:cubicBezTo>
                  <a:pt x="740581" y="96516"/>
                  <a:pt x="743726" y="94262"/>
                  <a:pt x="746526" y="91228"/>
                </a:cubicBezTo>
                <a:cubicBezTo>
                  <a:pt x="749327" y="88194"/>
                  <a:pt x="751599" y="84308"/>
                  <a:pt x="753343" y="79572"/>
                </a:cubicBezTo>
                <a:cubicBezTo>
                  <a:pt x="755087" y="74835"/>
                  <a:pt x="755959" y="69202"/>
                  <a:pt x="755959" y="62672"/>
                </a:cubicBezTo>
                <a:cubicBezTo>
                  <a:pt x="755959" y="56142"/>
                  <a:pt x="755087" y="50509"/>
                  <a:pt x="753343" y="45773"/>
                </a:cubicBezTo>
                <a:cubicBezTo>
                  <a:pt x="751599" y="41036"/>
                  <a:pt x="749327" y="37151"/>
                  <a:pt x="746526" y="34116"/>
                </a:cubicBezTo>
                <a:cubicBezTo>
                  <a:pt x="743726" y="31082"/>
                  <a:pt x="740581" y="28829"/>
                  <a:pt x="737091" y="27358"/>
                </a:cubicBezTo>
                <a:cubicBezTo>
                  <a:pt x="733603" y="25886"/>
                  <a:pt x="730068" y="25150"/>
                  <a:pt x="726487" y="25150"/>
                </a:cubicBezTo>
                <a:cubicBezTo>
                  <a:pt x="722081" y="25150"/>
                  <a:pt x="717835" y="26002"/>
                  <a:pt x="713749" y="27707"/>
                </a:cubicBezTo>
                <a:cubicBezTo>
                  <a:pt x="709664" y="29412"/>
                  <a:pt x="706427" y="32108"/>
                  <a:pt x="704040" y="35795"/>
                </a:cubicBezTo>
                <a:lnTo>
                  <a:pt x="703765" y="35795"/>
                </a:lnTo>
                <a:lnTo>
                  <a:pt x="703765" y="0"/>
                </a:lnTo>
                <a:lnTo>
                  <a:pt x="684209" y="0"/>
                </a:lnTo>
                <a:close/>
                <a:moveTo>
                  <a:pt x="783519" y="75180"/>
                </a:moveTo>
                <a:lnTo>
                  <a:pt x="764928" y="75180"/>
                </a:lnTo>
                <a:cubicBezTo>
                  <a:pt x="765111" y="79946"/>
                  <a:pt x="766190" y="83910"/>
                  <a:pt x="768164" y="87071"/>
                </a:cubicBezTo>
                <a:cubicBezTo>
                  <a:pt x="770138" y="90232"/>
                  <a:pt x="772662" y="92775"/>
                  <a:pt x="775737" y="94699"/>
                </a:cubicBezTo>
                <a:cubicBezTo>
                  <a:pt x="778814" y="96624"/>
                  <a:pt x="782326" y="97999"/>
                  <a:pt x="786274" y="98822"/>
                </a:cubicBezTo>
                <a:cubicBezTo>
                  <a:pt x="790222" y="99648"/>
                  <a:pt x="794261" y="100060"/>
                  <a:pt x="798392" y="100060"/>
                </a:cubicBezTo>
                <a:cubicBezTo>
                  <a:pt x="802431" y="100060"/>
                  <a:pt x="806402" y="99669"/>
                  <a:pt x="810303" y="98888"/>
                </a:cubicBezTo>
                <a:cubicBezTo>
                  <a:pt x="814206" y="98107"/>
                  <a:pt x="817672" y="96753"/>
                  <a:pt x="820701" y="94823"/>
                </a:cubicBezTo>
                <a:cubicBezTo>
                  <a:pt x="823731" y="92894"/>
                  <a:pt x="826187" y="90345"/>
                  <a:pt x="828068" y="87176"/>
                </a:cubicBezTo>
                <a:cubicBezTo>
                  <a:pt x="829951" y="84008"/>
                  <a:pt x="830893" y="80081"/>
                  <a:pt x="830893" y="75396"/>
                </a:cubicBezTo>
                <a:cubicBezTo>
                  <a:pt x="830893" y="72090"/>
                  <a:pt x="830250" y="69312"/>
                  <a:pt x="828964" y="67062"/>
                </a:cubicBezTo>
                <a:cubicBezTo>
                  <a:pt x="827679" y="64811"/>
                  <a:pt x="825980" y="62927"/>
                  <a:pt x="823868" y="61411"/>
                </a:cubicBezTo>
                <a:cubicBezTo>
                  <a:pt x="821757" y="59895"/>
                  <a:pt x="819347" y="58679"/>
                  <a:pt x="816639" y="57761"/>
                </a:cubicBezTo>
                <a:cubicBezTo>
                  <a:pt x="813931" y="56842"/>
                  <a:pt x="811154" y="56061"/>
                  <a:pt x="808307" y="55418"/>
                </a:cubicBezTo>
                <a:cubicBezTo>
                  <a:pt x="805553" y="54775"/>
                  <a:pt x="802844" y="54178"/>
                  <a:pt x="800181" y="53628"/>
                </a:cubicBezTo>
                <a:cubicBezTo>
                  <a:pt x="797519" y="53076"/>
                  <a:pt x="795155" y="52456"/>
                  <a:pt x="793089" y="51768"/>
                </a:cubicBezTo>
                <a:cubicBezTo>
                  <a:pt x="791024" y="51079"/>
                  <a:pt x="789348" y="50183"/>
                  <a:pt x="788062" y="49080"/>
                </a:cubicBezTo>
                <a:cubicBezTo>
                  <a:pt x="786777" y="47978"/>
                  <a:pt x="786135" y="46554"/>
                  <a:pt x="786135" y="44808"/>
                </a:cubicBezTo>
                <a:cubicBezTo>
                  <a:pt x="786135" y="43339"/>
                  <a:pt x="786502" y="42167"/>
                  <a:pt x="787236" y="41295"/>
                </a:cubicBezTo>
                <a:cubicBezTo>
                  <a:pt x="787972" y="40422"/>
                  <a:pt x="788867" y="39756"/>
                  <a:pt x="789922" y="39298"/>
                </a:cubicBezTo>
                <a:cubicBezTo>
                  <a:pt x="790978" y="38839"/>
                  <a:pt x="792149" y="38540"/>
                  <a:pt x="793433" y="38403"/>
                </a:cubicBezTo>
                <a:cubicBezTo>
                  <a:pt x="794719" y="38264"/>
                  <a:pt x="795913" y="38195"/>
                  <a:pt x="797014" y="38195"/>
                </a:cubicBezTo>
                <a:cubicBezTo>
                  <a:pt x="800502" y="38195"/>
                  <a:pt x="803532" y="38864"/>
                  <a:pt x="806103" y="40202"/>
                </a:cubicBezTo>
                <a:cubicBezTo>
                  <a:pt x="808673" y="41538"/>
                  <a:pt x="810097" y="44097"/>
                  <a:pt x="810373" y="47878"/>
                </a:cubicBezTo>
                <a:lnTo>
                  <a:pt x="828966" y="47878"/>
                </a:lnTo>
                <a:cubicBezTo>
                  <a:pt x="828599" y="43471"/>
                  <a:pt x="827474" y="39821"/>
                  <a:pt x="825591" y="36928"/>
                </a:cubicBezTo>
                <a:cubicBezTo>
                  <a:pt x="823709" y="34035"/>
                  <a:pt x="821345" y="31716"/>
                  <a:pt x="818499" y="29972"/>
                </a:cubicBezTo>
                <a:cubicBezTo>
                  <a:pt x="815653" y="28227"/>
                  <a:pt x="812417" y="26987"/>
                  <a:pt x="808790" y="26253"/>
                </a:cubicBezTo>
                <a:cubicBezTo>
                  <a:pt x="805163" y="25517"/>
                  <a:pt x="801422" y="25150"/>
                  <a:pt x="797567" y="25150"/>
                </a:cubicBezTo>
                <a:cubicBezTo>
                  <a:pt x="793710" y="25150"/>
                  <a:pt x="789945" y="25494"/>
                  <a:pt x="786272" y="26183"/>
                </a:cubicBezTo>
                <a:cubicBezTo>
                  <a:pt x="782600" y="26871"/>
                  <a:pt x="779295" y="28065"/>
                  <a:pt x="776357" y="29764"/>
                </a:cubicBezTo>
                <a:cubicBezTo>
                  <a:pt x="773419" y="31464"/>
                  <a:pt x="771055" y="33783"/>
                  <a:pt x="769265" y="36722"/>
                </a:cubicBezTo>
                <a:cubicBezTo>
                  <a:pt x="767475" y="39661"/>
                  <a:pt x="766579" y="43427"/>
                  <a:pt x="766579" y="48021"/>
                </a:cubicBezTo>
                <a:cubicBezTo>
                  <a:pt x="766579" y="51144"/>
                  <a:pt x="767222" y="53785"/>
                  <a:pt x="768506" y="55943"/>
                </a:cubicBezTo>
                <a:cubicBezTo>
                  <a:pt x="769792" y="58101"/>
                  <a:pt x="771491" y="59892"/>
                  <a:pt x="773602" y="61317"/>
                </a:cubicBezTo>
                <a:cubicBezTo>
                  <a:pt x="775715" y="62740"/>
                  <a:pt x="778125" y="63888"/>
                  <a:pt x="780833" y="64761"/>
                </a:cubicBezTo>
                <a:cubicBezTo>
                  <a:pt x="783541" y="65634"/>
                  <a:pt x="786319" y="66392"/>
                  <a:pt x="789165" y="67035"/>
                </a:cubicBezTo>
                <a:cubicBezTo>
                  <a:pt x="796142" y="68504"/>
                  <a:pt x="801581" y="69974"/>
                  <a:pt x="805483" y="71443"/>
                </a:cubicBezTo>
                <a:cubicBezTo>
                  <a:pt x="809386" y="72913"/>
                  <a:pt x="811337" y="75117"/>
                  <a:pt x="811337" y="78056"/>
                </a:cubicBezTo>
                <a:cubicBezTo>
                  <a:pt x="811337" y="79801"/>
                  <a:pt x="810924" y="81247"/>
                  <a:pt x="810097" y="82396"/>
                </a:cubicBezTo>
                <a:cubicBezTo>
                  <a:pt x="809271" y="83545"/>
                  <a:pt x="808238" y="84464"/>
                  <a:pt x="806998" y="85153"/>
                </a:cubicBezTo>
                <a:cubicBezTo>
                  <a:pt x="805759" y="85841"/>
                  <a:pt x="804382" y="86346"/>
                  <a:pt x="802866" y="86668"/>
                </a:cubicBezTo>
                <a:cubicBezTo>
                  <a:pt x="801352" y="86989"/>
                  <a:pt x="799906" y="87149"/>
                  <a:pt x="798529" y="87149"/>
                </a:cubicBezTo>
                <a:cubicBezTo>
                  <a:pt x="796601" y="87149"/>
                  <a:pt x="794742" y="86920"/>
                  <a:pt x="792952" y="86462"/>
                </a:cubicBezTo>
                <a:cubicBezTo>
                  <a:pt x="791162" y="86003"/>
                  <a:pt x="789578" y="85292"/>
                  <a:pt x="788201" y="84329"/>
                </a:cubicBezTo>
                <a:cubicBezTo>
                  <a:pt x="786824" y="83365"/>
                  <a:pt x="785699" y="82127"/>
                  <a:pt x="784826" y="80614"/>
                </a:cubicBezTo>
                <a:cubicBezTo>
                  <a:pt x="783954" y="79101"/>
                  <a:pt x="783519" y="77289"/>
                  <a:pt x="783519" y="75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abs">
            <a:extLst xmlns:a="http://schemas.openxmlformats.org/drawingml/2006/main">
              <a:ext uri="{FF2B5EF4-FFF2-40B4-BE49-F238E27FC236}">
                <a16:creationId xmlns:a16="http://schemas.microsoft.com/office/drawing/2014/main" id="{EF9436FB-4157-4A6A-91EB-F2B33CB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400" y="1768732"/>
            <a:ext cx="177627" cy="77373"/>
          </a:xfrm>
          <a:custGeom xmlns:a="http://schemas.openxmlformats.org/drawingml/2006/main">
            <a:pathLst>
              <a:path w="177627" h="77373">
                <a:moveTo>
                  <a:pt x="1702" y="37846"/>
                </a:moveTo>
                <a:cubicBezTo>
                  <a:pt x="1914" y="34301"/>
                  <a:pt x="2800" y="31358"/>
                  <a:pt x="4360" y="29020"/>
                </a:cubicBezTo>
                <a:cubicBezTo>
                  <a:pt x="5920" y="26680"/>
                  <a:pt x="7905" y="24800"/>
                  <a:pt x="10316" y="23382"/>
                </a:cubicBezTo>
                <a:cubicBezTo>
                  <a:pt x="12726" y="21964"/>
                  <a:pt x="15438" y="20953"/>
                  <a:pt x="18451" y="20351"/>
                </a:cubicBezTo>
                <a:cubicBezTo>
                  <a:pt x="21465" y="19748"/>
                  <a:pt x="24496" y="19447"/>
                  <a:pt x="27544" y="19447"/>
                </a:cubicBezTo>
                <a:cubicBezTo>
                  <a:pt x="30310" y="19447"/>
                  <a:pt x="33110" y="19642"/>
                  <a:pt x="35945" y="20033"/>
                </a:cubicBezTo>
                <a:cubicBezTo>
                  <a:pt x="38782" y="20422"/>
                  <a:pt x="41370" y="21184"/>
                  <a:pt x="43709" y="22319"/>
                </a:cubicBezTo>
                <a:cubicBezTo>
                  <a:pt x="46049" y="23453"/>
                  <a:pt x="47963" y="25030"/>
                  <a:pt x="49452" y="27051"/>
                </a:cubicBezTo>
                <a:cubicBezTo>
                  <a:pt x="50941" y="29072"/>
                  <a:pt x="51686" y="31748"/>
                  <a:pt x="51686" y="35081"/>
                </a:cubicBezTo>
                <a:lnTo>
                  <a:pt x="51686" y="63688"/>
                </a:lnTo>
                <a:cubicBezTo>
                  <a:pt x="51686" y="66170"/>
                  <a:pt x="51828" y="68545"/>
                  <a:pt x="52111" y="70813"/>
                </a:cubicBezTo>
                <a:cubicBezTo>
                  <a:pt x="52395" y="73082"/>
                  <a:pt x="52891" y="74784"/>
                  <a:pt x="53599" y="75919"/>
                </a:cubicBezTo>
                <a:lnTo>
                  <a:pt x="38285" y="75919"/>
                </a:lnTo>
                <a:cubicBezTo>
                  <a:pt x="38002" y="75068"/>
                  <a:pt x="37772" y="74200"/>
                  <a:pt x="37594" y="73314"/>
                </a:cubicBezTo>
                <a:cubicBezTo>
                  <a:pt x="37417" y="72427"/>
                  <a:pt x="37293" y="71523"/>
                  <a:pt x="37223" y="70601"/>
                </a:cubicBezTo>
                <a:cubicBezTo>
                  <a:pt x="34812" y="73083"/>
                  <a:pt x="31976" y="74820"/>
                  <a:pt x="28714" y="75813"/>
                </a:cubicBezTo>
                <a:cubicBezTo>
                  <a:pt x="25453" y="76805"/>
                  <a:pt x="22120" y="77301"/>
                  <a:pt x="18717" y="77301"/>
                </a:cubicBezTo>
                <a:cubicBezTo>
                  <a:pt x="16094" y="77301"/>
                  <a:pt x="13648" y="76982"/>
                  <a:pt x="11379" y="76344"/>
                </a:cubicBezTo>
                <a:cubicBezTo>
                  <a:pt x="9110" y="75705"/>
                  <a:pt x="7125" y="74713"/>
                  <a:pt x="5423" y="73366"/>
                </a:cubicBezTo>
                <a:cubicBezTo>
                  <a:pt x="3723" y="72019"/>
                  <a:pt x="2394" y="70318"/>
                  <a:pt x="1436" y="68262"/>
                </a:cubicBezTo>
                <a:cubicBezTo>
                  <a:pt x="479" y="66206"/>
                  <a:pt x="0" y="63759"/>
                  <a:pt x="0" y="60923"/>
                </a:cubicBezTo>
                <a:cubicBezTo>
                  <a:pt x="0" y="57804"/>
                  <a:pt x="550" y="55234"/>
                  <a:pt x="1649" y="53213"/>
                </a:cubicBezTo>
                <a:cubicBezTo>
                  <a:pt x="2748" y="51192"/>
                  <a:pt x="4166" y="49579"/>
                  <a:pt x="5902" y="48374"/>
                </a:cubicBezTo>
                <a:cubicBezTo>
                  <a:pt x="7639" y="47169"/>
                  <a:pt x="9625" y="46265"/>
                  <a:pt x="11857" y="45662"/>
                </a:cubicBezTo>
                <a:cubicBezTo>
                  <a:pt x="14091" y="45060"/>
                  <a:pt x="16343" y="44582"/>
                  <a:pt x="18611" y="44228"/>
                </a:cubicBezTo>
                <a:cubicBezTo>
                  <a:pt x="20880" y="43873"/>
                  <a:pt x="23113" y="43589"/>
                  <a:pt x="25310" y="43376"/>
                </a:cubicBezTo>
                <a:cubicBezTo>
                  <a:pt x="27508" y="43163"/>
                  <a:pt x="29458" y="42844"/>
                  <a:pt x="31160" y="42419"/>
                </a:cubicBezTo>
                <a:cubicBezTo>
                  <a:pt x="32862" y="41993"/>
                  <a:pt x="34209" y="41374"/>
                  <a:pt x="35201" y="40559"/>
                </a:cubicBezTo>
                <a:cubicBezTo>
                  <a:pt x="36194" y="39743"/>
                  <a:pt x="36655" y="38555"/>
                  <a:pt x="36585" y="36995"/>
                </a:cubicBezTo>
                <a:cubicBezTo>
                  <a:pt x="36585" y="35364"/>
                  <a:pt x="36319" y="34070"/>
                  <a:pt x="35786" y="33114"/>
                </a:cubicBezTo>
                <a:cubicBezTo>
                  <a:pt x="35254" y="32156"/>
                  <a:pt x="34545" y="31412"/>
                  <a:pt x="33659" y="30881"/>
                </a:cubicBezTo>
                <a:cubicBezTo>
                  <a:pt x="32773" y="30349"/>
                  <a:pt x="31745" y="29994"/>
                  <a:pt x="30574" y="29816"/>
                </a:cubicBezTo>
                <a:cubicBezTo>
                  <a:pt x="29405" y="29639"/>
                  <a:pt x="28147" y="29550"/>
                  <a:pt x="26800" y="29550"/>
                </a:cubicBezTo>
                <a:cubicBezTo>
                  <a:pt x="23822" y="29550"/>
                  <a:pt x="21483" y="30188"/>
                  <a:pt x="19781" y="31465"/>
                </a:cubicBezTo>
                <a:cubicBezTo>
                  <a:pt x="18080" y="32742"/>
                  <a:pt x="17087" y="34868"/>
                  <a:pt x="16804" y="37846"/>
                </a:cubicBezTo>
                <a:lnTo>
                  <a:pt x="1702" y="37846"/>
                </a:lnTo>
                <a:moveTo>
                  <a:pt x="36585" y="49012"/>
                </a:moveTo>
                <a:cubicBezTo>
                  <a:pt x="35947" y="49580"/>
                  <a:pt x="35149" y="50023"/>
                  <a:pt x="34191" y="50342"/>
                </a:cubicBezTo>
                <a:cubicBezTo>
                  <a:pt x="33234" y="50662"/>
                  <a:pt x="32206" y="50928"/>
                  <a:pt x="31106" y="51141"/>
                </a:cubicBezTo>
                <a:cubicBezTo>
                  <a:pt x="30008" y="51353"/>
                  <a:pt x="28856" y="51530"/>
                  <a:pt x="27650" y="51671"/>
                </a:cubicBezTo>
                <a:cubicBezTo>
                  <a:pt x="26445" y="51813"/>
                  <a:pt x="25240" y="51990"/>
                  <a:pt x="24034" y="52202"/>
                </a:cubicBezTo>
                <a:cubicBezTo>
                  <a:pt x="22901" y="52415"/>
                  <a:pt x="21784" y="52699"/>
                  <a:pt x="20685" y="53054"/>
                </a:cubicBezTo>
                <a:cubicBezTo>
                  <a:pt x="19586" y="53408"/>
                  <a:pt x="18629" y="53887"/>
                  <a:pt x="17813" y="54490"/>
                </a:cubicBezTo>
                <a:cubicBezTo>
                  <a:pt x="16998" y="55093"/>
                  <a:pt x="16343" y="55855"/>
                  <a:pt x="15846" y="56777"/>
                </a:cubicBezTo>
                <a:cubicBezTo>
                  <a:pt x="15350" y="57697"/>
                  <a:pt x="15101" y="58867"/>
                  <a:pt x="15101" y="60285"/>
                </a:cubicBezTo>
                <a:cubicBezTo>
                  <a:pt x="15101" y="61632"/>
                  <a:pt x="15350" y="62766"/>
                  <a:pt x="15846" y="63688"/>
                </a:cubicBezTo>
                <a:cubicBezTo>
                  <a:pt x="16343" y="64610"/>
                  <a:pt x="17016" y="65337"/>
                  <a:pt x="17866" y="65869"/>
                </a:cubicBezTo>
                <a:cubicBezTo>
                  <a:pt x="18718" y="66400"/>
                  <a:pt x="19710" y="66772"/>
                  <a:pt x="20844" y="66985"/>
                </a:cubicBezTo>
                <a:cubicBezTo>
                  <a:pt x="21979" y="67198"/>
                  <a:pt x="23149" y="67305"/>
                  <a:pt x="24354" y="67305"/>
                </a:cubicBezTo>
                <a:cubicBezTo>
                  <a:pt x="27331" y="67305"/>
                  <a:pt x="29635" y="66809"/>
                  <a:pt x="31265" y="65817"/>
                </a:cubicBezTo>
                <a:cubicBezTo>
                  <a:pt x="32897" y="64824"/>
                  <a:pt x="34103" y="63636"/>
                  <a:pt x="34883" y="62253"/>
                </a:cubicBezTo>
                <a:cubicBezTo>
                  <a:pt x="35663" y="60871"/>
                  <a:pt x="36141" y="59470"/>
                  <a:pt x="36319" y="58052"/>
                </a:cubicBezTo>
                <a:cubicBezTo>
                  <a:pt x="36496" y="56634"/>
                  <a:pt x="36585" y="55500"/>
                  <a:pt x="36585" y="54649"/>
                </a:cubicBezTo>
                <a:lnTo>
                  <a:pt x="36585" y="49012"/>
                </a:lnTo>
                <a:close/>
                <a:moveTo>
                  <a:pt x="103853" y="48502"/>
                </a:moveTo>
                <a:cubicBezTo>
                  <a:pt x="103853" y="50771"/>
                  <a:pt x="103605" y="52969"/>
                  <a:pt x="103109" y="55097"/>
                </a:cubicBezTo>
                <a:cubicBezTo>
                  <a:pt x="102612" y="57224"/>
                  <a:pt x="101832" y="59103"/>
                  <a:pt x="100769" y="60735"/>
                </a:cubicBezTo>
                <a:cubicBezTo>
                  <a:pt x="99705" y="62365"/>
                  <a:pt x="98376" y="63659"/>
                  <a:pt x="96780" y="64616"/>
                </a:cubicBezTo>
                <a:cubicBezTo>
                  <a:pt x="95185" y="65574"/>
                  <a:pt x="93254" y="66052"/>
                  <a:pt x="90985" y="66052"/>
                </a:cubicBezTo>
                <a:cubicBezTo>
                  <a:pt x="88787" y="66052"/>
                  <a:pt x="86872" y="65574"/>
                  <a:pt x="85242" y="64616"/>
                </a:cubicBezTo>
                <a:cubicBezTo>
                  <a:pt x="83612" y="63659"/>
                  <a:pt x="82265" y="62365"/>
                  <a:pt x="81202" y="60735"/>
                </a:cubicBezTo>
                <a:cubicBezTo>
                  <a:pt x="80138" y="59103"/>
                  <a:pt x="79358" y="57224"/>
                  <a:pt x="78862" y="55097"/>
                </a:cubicBezTo>
                <a:cubicBezTo>
                  <a:pt x="78365" y="52969"/>
                  <a:pt x="78117" y="50771"/>
                  <a:pt x="78117" y="48502"/>
                </a:cubicBezTo>
                <a:cubicBezTo>
                  <a:pt x="78117" y="46162"/>
                  <a:pt x="78365" y="43929"/>
                  <a:pt x="78862" y="41802"/>
                </a:cubicBezTo>
                <a:cubicBezTo>
                  <a:pt x="79358" y="39674"/>
                  <a:pt x="80138" y="37795"/>
                  <a:pt x="81202" y="36165"/>
                </a:cubicBezTo>
                <a:cubicBezTo>
                  <a:pt x="82265" y="34533"/>
                  <a:pt x="83612" y="33239"/>
                  <a:pt x="85242" y="32281"/>
                </a:cubicBezTo>
                <a:cubicBezTo>
                  <a:pt x="86872" y="31324"/>
                  <a:pt x="88787" y="30845"/>
                  <a:pt x="90985" y="30845"/>
                </a:cubicBezTo>
                <a:cubicBezTo>
                  <a:pt x="93254" y="30845"/>
                  <a:pt x="95185" y="31324"/>
                  <a:pt x="96780" y="32281"/>
                </a:cubicBezTo>
                <a:cubicBezTo>
                  <a:pt x="98376" y="33239"/>
                  <a:pt x="99705" y="34533"/>
                  <a:pt x="100769" y="36165"/>
                </a:cubicBezTo>
                <a:cubicBezTo>
                  <a:pt x="101832" y="37795"/>
                  <a:pt x="102612" y="39674"/>
                  <a:pt x="103109" y="41802"/>
                </a:cubicBezTo>
                <a:cubicBezTo>
                  <a:pt x="103605" y="43929"/>
                  <a:pt x="103853" y="46162"/>
                  <a:pt x="103853" y="48502"/>
                </a:cubicBezTo>
                <a:moveTo>
                  <a:pt x="63548" y="0"/>
                </a:moveTo>
                <a:lnTo>
                  <a:pt x="63548" y="75954"/>
                </a:lnTo>
                <a:lnTo>
                  <a:pt x="77904" y="75954"/>
                </a:lnTo>
                <a:lnTo>
                  <a:pt x="77904" y="68936"/>
                </a:lnTo>
                <a:lnTo>
                  <a:pt x="78117" y="68936"/>
                </a:lnTo>
                <a:cubicBezTo>
                  <a:pt x="79747" y="71997"/>
                  <a:pt x="82157" y="74169"/>
                  <a:pt x="85348" y="75451"/>
                </a:cubicBezTo>
                <a:cubicBezTo>
                  <a:pt x="88539" y="76732"/>
                  <a:pt x="92155" y="77373"/>
                  <a:pt x="96196" y="77373"/>
                </a:cubicBezTo>
                <a:cubicBezTo>
                  <a:pt x="98961" y="77373"/>
                  <a:pt x="101690" y="76805"/>
                  <a:pt x="104384" y="75669"/>
                </a:cubicBezTo>
                <a:cubicBezTo>
                  <a:pt x="107079" y="74532"/>
                  <a:pt x="109508" y="72792"/>
                  <a:pt x="111670" y="70448"/>
                </a:cubicBezTo>
                <a:cubicBezTo>
                  <a:pt x="113833" y="68105"/>
                  <a:pt x="115587" y="65105"/>
                  <a:pt x="116934" y="61447"/>
                </a:cubicBezTo>
                <a:cubicBezTo>
                  <a:pt x="118281" y="57789"/>
                  <a:pt x="118955" y="53439"/>
                  <a:pt x="118955" y="48397"/>
                </a:cubicBezTo>
                <a:cubicBezTo>
                  <a:pt x="118955" y="43354"/>
                  <a:pt x="118281" y="39004"/>
                  <a:pt x="116934" y="35347"/>
                </a:cubicBezTo>
                <a:cubicBezTo>
                  <a:pt x="115587" y="31689"/>
                  <a:pt x="113833" y="28689"/>
                  <a:pt x="111670" y="26345"/>
                </a:cubicBezTo>
                <a:cubicBezTo>
                  <a:pt x="109508" y="24002"/>
                  <a:pt x="107079" y="22262"/>
                  <a:pt x="104384" y="21127"/>
                </a:cubicBezTo>
                <a:cubicBezTo>
                  <a:pt x="101690" y="19990"/>
                  <a:pt x="98961" y="19421"/>
                  <a:pt x="96196" y="19421"/>
                </a:cubicBezTo>
                <a:cubicBezTo>
                  <a:pt x="92793" y="19421"/>
                  <a:pt x="89514" y="20079"/>
                  <a:pt x="86359" y="21396"/>
                </a:cubicBezTo>
                <a:cubicBezTo>
                  <a:pt x="83204" y="22712"/>
                  <a:pt x="80705" y="24794"/>
                  <a:pt x="78862" y="27642"/>
                </a:cubicBezTo>
                <a:lnTo>
                  <a:pt x="78649" y="27642"/>
                </a:lnTo>
                <a:lnTo>
                  <a:pt x="78649" y="0"/>
                </a:lnTo>
                <a:lnTo>
                  <a:pt x="63548" y="0"/>
                </a:lnTo>
                <a:close/>
                <a:moveTo>
                  <a:pt x="141044" y="58055"/>
                </a:moveTo>
                <a:lnTo>
                  <a:pt x="126688" y="58055"/>
                </a:lnTo>
                <a:cubicBezTo>
                  <a:pt x="126829" y="61736"/>
                  <a:pt x="127662" y="64797"/>
                  <a:pt x="129187" y="67238"/>
                </a:cubicBezTo>
                <a:cubicBezTo>
                  <a:pt x="130711" y="69679"/>
                  <a:pt x="132660" y="71643"/>
                  <a:pt x="135035" y="73129"/>
                </a:cubicBezTo>
                <a:cubicBezTo>
                  <a:pt x="137411" y="74615"/>
                  <a:pt x="140123" y="75677"/>
                  <a:pt x="143171" y="76313"/>
                </a:cubicBezTo>
                <a:cubicBezTo>
                  <a:pt x="146220" y="76950"/>
                  <a:pt x="149339" y="77269"/>
                  <a:pt x="152530" y="77269"/>
                </a:cubicBezTo>
                <a:cubicBezTo>
                  <a:pt x="155649" y="77269"/>
                  <a:pt x="158715" y="76967"/>
                  <a:pt x="161727" y="76363"/>
                </a:cubicBezTo>
                <a:cubicBezTo>
                  <a:pt x="164741" y="75761"/>
                  <a:pt x="167418" y="74714"/>
                  <a:pt x="169757" y="73225"/>
                </a:cubicBezTo>
                <a:cubicBezTo>
                  <a:pt x="172097" y="71735"/>
                  <a:pt x="173993" y="69767"/>
                  <a:pt x="175446" y="67320"/>
                </a:cubicBezTo>
                <a:cubicBezTo>
                  <a:pt x="176900" y="64873"/>
                  <a:pt x="177627" y="61840"/>
                  <a:pt x="177627" y="58223"/>
                </a:cubicBezTo>
                <a:cubicBezTo>
                  <a:pt x="177627" y="55669"/>
                  <a:pt x="177131" y="53524"/>
                  <a:pt x="176137" y="51787"/>
                </a:cubicBezTo>
                <a:cubicBezTo>
                  <a:pt x="175145" y="50048"/>
                  <a:pt x="173834" y="48594"/>
                  <a:pt x="172202" y="47423"/>
                </a:cubicBezTo>
                <a:cubicBezTo>
                  <a:pt x="170572" y="46253"/>
                  <a:pt x="168711" y="45313"/>
                  <a:pt x="166620" y="44604"/>
                </a:cubicBezTo>
                <a:cubicBezTo>
                  <a:pt x="164529" y="43895"/>
                  <a:pt x="162384" y="43292"/>
                  <a:pt x="160186" y="42795"/>
                </a:cubicBezTo>
                <a:cubicBezTo>
                  <a:pt x="158059" y="42299"/>
                  <a:pt x="155967" y="41838"/>
                  <a:pt x="153911" y="41412"/>
                </a:cubicBezTo>
                <a:cubicBezTo>
                  <a:pt x="151855" y="40986"/>
                  <a:pt x="150030" y="40508"/>
                  <a:pt x="148434" y="39976"/>
                </a:cubicBezTo>
                <a:cubicBezTo>
                  <a:pt x="146839" y="39444"/>
                  <a:pt x="145545" y="38752"/>
                  <a:pt x="144552" y="37901"/>
                </a:cubicBezTo>
                <a:cubicBezTo>
                  <a:pt x="143560" y="37049"/>
                  <a:pt x="143064" y="35950"/>
                  <a:pt x="143064" y="34602"/>
                </a:cubicBezTo>
                <a:cubicBezTo>
                  <a:pt x="143064" y="33467"/>
                  <a:pt x="143348" y="32563"/>
                  <a:pt x="143915" y="31889"/>
                </a:cubicBezTo>
                <a:cubicBezTo>
                  <a:pt x="144483" y="31215"/>
                  <a:pt x="145174" y="30701"/>
                  <a:pt x="145988" y="30347"/>
                </a:cubicBezTo>
                <a:cubicBezTo>
                  <a:pt x="146804" y="29992"/>
                  <a:pt x="147708" y="29762"/>
                  <a:pt x="148700" y="29656"/>
                </a:cubicBezTo>
                <a:cubicBezTo>
                  <a:pt x="149693" y="29549"/>
                  <a:pt x="150615" y="29495"/>
                  <a:pt x="151465" y="29495"/>
                </a:cubicBezTo>
                <a:cubicBezTo>
                  <a:pt x="154159" y="29495"/>
                  <a:pt x="156498" y="30012"/>
                  <a:pt x="158484" y="31045"/>
                </a:cubicBezTo>
                <a:cubicBezTo>
                  <a:pt x="160469" y="32077"/>
                  <a:pt x="161568" y="34053"/>
                  <a:pt x="161781" y="36973"/>
                </a:cubicBezTo>
                <a:lnTo>
                  <a:pt x="176139" y="36973"/>
                </a:lnTo>
                <a:cubicBezTo>
                  <a:pt x="175856" y="33569"/>
                  <a:pt x="174987" y="30750"/>
                  <a:pt x="173533" y="28517"/>
                </a:cubicBezTo>
                <a:cubicBezTo>
                  <a:pt x="172080" y="26283"/>
                  <a:pt x="170254" y="24492"/>
                  <a:pt x="168056" y="23145"/>
                </a:cubicBezTo>
                <a:cubicBezTo>
                  <a:pt x="165859" y="21797"/>
                  <a:pt x="163360" y="20840"/>
                  <a:pt x="160559" y="20273"/>
                </a:cubicBezTo>
                <a:cubicBezTo>
                  <a:pt x="157758" y="19705"/>
                  <a:pt x="154869" y="19421"/>
                  <a:pt x="151892" y="19421"/>
                </a:cubicBezTo>
                <a:cubicBezTo>
                  <a:pt x="148914" y="19421"/>
                  <a:pt x="146006" y="19687"/>
                  <a:pt x="143170" y="20219"/>
                </a:cubicBezTo>
                <a:cubicBezTo>
                  <a:pt x="140334" y="20751"/>
                  <a:pt x="137782" y="21672"/>
                  <a:pt x="135514" y="22985"/>
                </a:cubicBezTo>
                <a:cubicBezTo>
                  <a:pt x="133245" y="24297"/>
                  <a:pt x="131419" y="26088"/>
                  <a:pt x="130037" y="28357"/>
                </a:cubicBezTo>
                <a:cubicBezTo>
                  <a:pt x="128654" y="30627"/>
                  <a:pt x="127963" y="33536"/>
                  <a:pt x="127963" y="37083"/>
                </a:cubicBezTo>
                <a:cubicBezTo>
                  <a:pt x="127963" y="39494"/>
                  <a:pt x="128459" y="41534"/>
                  <a:pt x="129451" y="43201"/>
                </a:cubicBezTo>
                <a:cubicBezTo>
                  <a:pt x="130444" y="44867"/>
                  <a:pt x="131756" y="46250"/>
                  <a:pt x="133386" y="47350"/>
                </a:cubicBezTo>
                <a:cubicBezTo>
                  <a:pt x="135018" y="48449"/>
                  <a:pt x="136879" y="49336"/>
                  <a:pt x="138970" y="50010"/>
                </a:cubicBezTo>
                <a:cubicBezTo>
                  <a:pt x="141061" y="50684"/>
                  <a:pt x="143206" y="51269"/>
                  <a:pt x="145404" y="51766"/>
                </a:cubicBezTo>
                <a:cubicBezTo>
                  <a:pt x="150792" y="52900"/>
                  <a:pt x="154992" y="54035"/>
                  <a:pt x="158005" y="55170"/>
                </a:cubicBezTo>
                <a:cubicBezTo>
                  <a:pt x="161019" y="56305"/>
                  <a:pt x="162526" y="58007"/>
                  <a:pt x="162526" y="60277"/>
                </a:cubicBezTo>
                <a:cubicBezTo>
                  <a:pt x="162526" y="61624"/>
                  <a:pt x="162207" y="62741"/>
                  <a:pt x="161568" y="63628"/>
                </a:cubicBezTo>
                <a:cubicBezTo>
                  <a:pt x="160930" y="64515"/>
                  <a:pt x="160132" y="65225"/>
                  <a:pt x="159175" y="65757"/>
                </a:cubicBezTo>
                <a:cubicBezTo>
                  <a:pt x="158219" y="66288"/>
                  <a:pt x="157155" y="66678"/>
                  <a:pt x="155985" y="66927"/>
                </a:cubicBezTo>
                <a:cubicBezTo>
                  <a:pt x="154815" y="67175"/>
                  <a:pt x="153699" y="67299"/>
                  <a:pt x="152635" y="67299"/>
                </a:cubicBezTo>
                <a:cubicBezTo>
                  <a:pt x="151147" y="67299"/>
                  <a:pt x="149711" y="67122"/>
                  <a:pt x="148328" y="66768"/>
                </a:cubicBezTo>
                <a:cubicBezTo>
                  <a:pt x="146946" y="66413"/>
                  <a:pt x="145723" y="65864"/>
                  <a:pt x="144659" y="65121"/>
                </a:cubicBezTo>
                <a:cubicBezTo>
                  <a:pt x="143596" y="64377"/>
                  <a:pt x="142727" y="63420"/>
                  <a:pt x="142053" y="62252"/>
                </a:cubicBezTo>
                <a:cubicBezTo>
                  <a:pt x="141380" y="61083"/>
                  <a:pt x="141044" y="59685"/>
                  <a:pt x="141044" y="58055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(a:">
            <a:extLst xmlns:a="http://schemas.openxmlformats.org/drawingml/2006/main">
              <a:ext uri="{FF2B5EF4-FFF2-40B4-BE49-F238E27FC236}">
                <a16:creationId xmlns:a16="http://schemas.microsoft.com/office/drawing/2014/main" id="{DEE76FAB-7F10-43CA-8C2E-4CB21207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754" y="1766863"/>
            <a:ext cx="173524" cy="97001"/>
          </a:xfrm>
          <a:custGeom xmlns:a="http://schemas.openxmlformats.org/drawingml/2006/main">
            <a:pathLst>
              <a:path w="173524" h="97001">
                <a:moveTo>
                  <a:pt x="26693" y="0"/>
                </a:moveTo>
                <a:lnTo>
                  <a:pt x="14038" y="0"/>
                </a:lnTo>
                <a:cubicBezTo>
                  <a:pt x="11698" y="3403"/>
                  <a:pt x="9660" y="7126"/>
                  <a:pt x="7922" y="11168"/>
                </a:cubicBezTo>
                <a:cubicBezTo>
                  <a:pt x="6186" y="15209"/>
                  <a:pt x="4732" y="19393"/>
                  <a:pt x="3562" y="23718"/>
                </a:cubicBezTo>
                <a:cubicBezTo>
                  <a:pt x="2392" y="28043"/>
                  <a:pt x="1506" y="32386"/>
                  <a:pt x="904" y="36747"/>
                </a:cubicBezTo>
                <a:cubicBezTo>
                  <a:pt x="301" y="41108"/>
                  <a:pt x="0" y="45274"/>
                  <a:pt x="0" y="49245"/>
                </a:cubicBezTo>
                <a:cubicBezTo>
                  <a:pt x="0" y="57612"/>
                  <a:pt x="1223" y="65838"/>
                  <a:pt x="3669" y="73921"/>
                </a:cubicBezTo>
                <a:cubicBezTo>
                  <a:pt x="6115" y="82004"/>
                  <a:pt x="9571" y="89698"/>
                  <a:pt x="14038" y="97001"/>
                </a:cubicBezTo>
                <a:lnTo>
                  <a:pt x="26587" y="97001"/>
                </a:lnTo>
                <a:cubicBezTo>
                  <a:pt x="22545" y="89273"/>
                  <a:pt x="19621" y="81331"/>
                  <a:pt x="17813" y="73178"/>
                </a:cubicBezTo>
                <a:cubicBezTo>
                  <a:pt x="16005" y="65023"/>
                  <a:pt x="15101" y="56691"/>
                  <a:pt x="15101" y="48181"/>
                </a:cubicBezTo>
                <a:cubicBezTo>
                  <a:pt x="15101" y="39814"/>
                  <a:pt x="16023" y="31572"/>
                  <a:pt x="17866" y="23454"/>
                </a:cubicBezTo>
                <a:cubicBezTo>
                  <a:pt x="19710" y="15334"/>
                  <a:pt x="22652" y="7517"/>
                  <a:pt x="26693" y="0"/>
                </a:cubicBezTo>
                <a:close/>
                <a:moveTo>
                  <a:pt x="62058" y="39465"/>
                </a:moveTo>
                <a:lnTo>
                  <a:pt x="76202" y="39465"/>
                </a:lnTo>
                <a:cubicBezTo>
                  <a:pt x="76698" y="36694"/>
                  <a:pt x="78010" y="34650"/>
                  <a:pt x="80137" y="33336"/>
                </a:cubicBezTo>
                <a:cubicBezTo>
                  <a:pt x="82264" y="32022"/>
                  <a:pt x="84674" y="31364"/>
                  <a:pt x="87369" y="31364"/>
                </a:cubicBezTo>
                <a:cubicBezTo>
                  <a:pt x="88361" y="31364"/>
                  <a:pt x="89407" y="31453"/>
                  <a:pt x="90506" y="31631"/>
                </a:cubicBezTo>
                <a:cubicBezTo>
                  <a:pt x="91605" y="31808"/>
                  <a:pt x="92633" y="32145"/>
                  <a:pt x="93589" y="32642"/>
                </a:cubicBezTo>
                <a:cubicBezTo>
                  <a:pt x="94547" y="33138"/>
                  <a:pt x="95345" y="33812"/>
                  <a:pt x="95983" y="34663"/>
                </a:cubicBezTo>
                <a:cubicBezTo>
                  <a:pt x="96621" y="35514"/>
                  <a:pt x="96940" y="36649"/>
                  <a:pt x="96940" y="38068"/>
                </a:cubicBezTo>
                <a:cubicBezTo>
                  <a:pt x="96940" y="39841"/>
                  <a:pt x="96515" y="41171"/>
                  <a:pt x="95663" y="42058"/>
                </a:cubicBezTo>
                <a:cubicBezTo>
                  <a:pt x="94813" y="42944"/>
                  <a:pt x="93519" y="43618"/>
                  <a:pt x="91782" y="44080"/>
                </a:cubicBezTo>
                <a:cubicBezTo>
                  <a:pt x="90045" y="44541"/>
                  <a:pt x="87865" y="44878"/>
                  <a:pt x="85242" y="45091"/>
                </a:cubicBezTo>
                <a:cubicBezTo>
                  <a:pt x="82618" y="45303"/>
                  <a:pt x="79535" y="45622"/>
                  <a:pt x="75991" y="46047"/>
                </a:cubicBezTo>
                <a:cubicBezTo>
                  <a:pt x="69325" y="46828"/>
                  <a:pt x="64167" y="48815"/>
                  <a:pt x="60516" y="52007"/>
                </a:cubicBezTo>
                <a:cubicBezTo>
                  <a:pt x="56865" y="55199"/>
                  <a:pt x="55039" y="59454"/>
                  <a:pt x="55039" y="64774"/>
                </a:cubicBezTo>
                <a:cubicBezTo>
                  <a:pt x="55039" y="66689"/>
                  <a:pt x="55394" y="68516"/>
                  <a:pt x="56102" y="70254"/>
                </a:cubicBezTo>
                <a:cubicBezTo>
                  <a:pt x="56812" y="71991"/>
                  <a:pt x="57911" y="73516"/>
                  <a:pt x="59400" y="74830"/>
                </a:cubicBezTo>
                <a:cubicBezTo>
                  <a:pt x="60888" y="76142"/>
                  <a:pt x="62749" y="77188"/>
                  <a:pt x="64982" y="77968"/>
                </a:cubicBezTo>
                <a:cubicBezTo>
                  <a:pt x="67216" y="78748"/>
                  <a:pt x="69821" y="79138"/>
                  <a:pt x="72799" y="79138"/>
                </a:cubicBezTo>
                <a:cubicBezTo>
                  <a:pt x="75990" y="79138"/>
                  <a:pt x="79074" y="78590"/>
                  <a:pt x="82052" y="77494"/>
                </a:cubicBezTo>
                <a:cubicBezTo>
                  <a:pt x="85029" y="76398"/>
                  <a:pt x="87546" y="74684"/>
                  <a:pt x="89602" y="72350"/>
                </a:cubicBezTo>
                <a:lnTo>
                  <a:pt x="89602" y="77788"/>
                </a:lnTo>
                <a:lnTo>
                  <a:pt x="104703" y="77759"/>
                </a:lnTo>
                <a:cubicBezTo>
                  <a:pt x="104349" y="76554"/>
                  <a:pt x="104171" y="75490"/>
                  <a:pt x="104171" y="74568"/>
                </a:cubicBezTo>
                <a:cubicBezTo>
                  <a:pt x="104171" y="73505"/>
                  <a:pt x="104224" y="72247"/>
                  <a:pt x="104330" y="70794"/>
                </a:cubicBezTo>
                <a:cubicBezTo>
                  <a:pt x="104437" y="69340"/>
                  <a:pt x="104633" y="68117"/>
                  <a:pt x="104916" y="67125"/>
                </a:cubicBezTo>
                <a:lnTo>
                  <a:pt x="109809" y="45005"/>
                </a:lnTo>
                <a:cubicBezTo>
                  <a:pt x="110589" y="41460"/>
                  <a:pt x="110979" y="38376"/>
                  <a:pt x="110979" y="35752"/>
                </a:cubicBezTo>
                <a:cubicBezTo>
                  <a:pt x="111049" y="32633"/>
                  <a:pt x="110357" y="30135"/>
                  <a:pt x="108903" y="28257"/>
                </a:cubicBezTo>
                <a:cubicBezTo>
                  <a:pt x="107450" y="26378"/>
                  <a:pt x="105589" y="24924"/>
                  <a:pt x="103321" y="23897"/>
                </a:cubicBezTo>
                <a:cubicBezTo>
                  <a:pt x="101052" y="22868"/>
                  <a:pt x="98571" y="22176"/>
                  <a:pt x="95876" y="21823"/>
                </a:cubicBezTo>
                <a:cubicBezTo>
                  <a:pt x="93182" y="21468"/>
                  <a:pt x="90594" y="21290"/>
                  <a:pt x="88112" y="21290"/>
                </a:cubicBezTo>
                <a:cubicBezTo>
                  <a:pt x="84994" y="21290"/>
                  <a:pt x="81981" y="21592"/>
                  <a:pt x="79074" y="22194"/>
                </a:cubicBezTo>
                <a:cubicBezTo>
                  <a:pt x="76167" y="22796"/>
                  <a:pt x="73543" y="23805"/>
                  <a:pt x="71203" y="25222"/>
                </a:cubicBezTo>
                <a:cubicBezTo>
                  <a:pt x="68865" y="26640"/>
                  <a:pt x="66879" y="28500"/>
                  <a:pt x="65248" y="30803"/>
                </a:cubicBezTo>
                <a:cubicBezTo>
                  <a:pt x="63618" y="33106"/>
                  <a:pt x="62554" y="35994"/>
                  <a:pt x="62058" y="39465"/>
                </a:cubicBezTo>
                <a:moveTo>
                  <a:pt x="93962" y="51407"/>
                </a:moveTo>
                <a:lnTo>
                  <a:pt x="92473" y="56725"/>
                </a:lnTo>
                <a:cubicBezTo>
                  <a:pt x="92048" y="58213"/>
                  <a:pt x="91516" y="59702"/>
                  <a:pt x="90878" y="61192"/>
                </a:cubicBezTo>
                <a:cubicBezTo>
                  <a:pt x="90240" y="62681"/>
                  <a:pt x="89372" y="64010"/>
                  <a:pt x="88273" y="65179"/>
                </a:cubicBezTo>
                <a:cubicBezTo>
                  <a:pt x="87174" y="66349"/>
                  <a:pt x="85827" y="67306"/>
                  <a:pt x="84231" y="68051"/>
                </a:cubicBezTo>
                <a:cubicBezTo>
                  <a:pt x="82636" y="68796"/>
                  <a:pt x="80669" y="69168"/>
                  <a:pt x="78329" y="69168"/>
                </a:cubicBezTo>
                <a:cubicBezTo>
                  <a:pt x="76131" y="69168"/>
                  <a:pt x="74199" y="68654"/>
                  <a:pt x="72533" y="67626"/>
                </a:cubicBezTo>
                <a:cubicBezTo>
                  <a:pt x="70866" y="66598"/>
                  <a:pt x="70033" y="65055"/>
                  <a:pt x="70033" y="62998"/>
                </a:cubicBezTo>
                <a:cubicBezTo>
                  <a:pt x="70033" y="61298"/>
                  <a:pt x="70353" y="59898"/>
                  <a:pt x="70991" y="58799"/>
                </a:cubicBezTo>
                <a:cubicBezTo>
                  <a:pt x="71629" y="57699"/>
                  <a:pt x="72462" y="56831"/>
                  <a:pt x="73490" y="56192"/>
                </a:cubicBezTo>
                <a:cubicBezTo>
                  <a:pt x="74518" y="55554"/>
                  <a:pt x="75705" y="55076"/>
                  <a:pt x="77052" y="54758"/>
                </a:cubicBezTo>
                <a:cubicBezTo>
                  <a:pt x="78400" y="54439"/>
                  <a:pt x="79782" y="54208"/>
                  <a:pt x="81200" y="54065"/>
                </a:cubicBezTo>
                <a:cubicBezTo>
                  <a:pt x="83398" y="53923"/>
                  <a:pt x="85596" y="53729"/>
                  <a:pt x="87793" y="53481"/>
                </a:cubicBezTo>
                <a:cubicBezTo>
                  <a:pt x="89991" y="53233"/>
                  <a:pt x="92048" y="52542"/>
                  <a:pt x="93962" y="51407"/>
                </a:cubicBezTo>
                <a:close/>
                <a:moveTo>
                  <a:pt x="170014" y="40192"/>
                </a:moveTo>
                <a:lnTo>
                  <a:pt x="173524" y="23783"/>
                </a:lnTo>
                <a:lnTo>
                  <a:pt x="156720" y="23783"/>
                </a:lnTo>
                <a:lnTo>
                  <a:pt x="153212" y="40192"/>
                </a:lnTo>
                <a:lnTo>
                  <a:pt x="170014" y="40192"/>
                </a:lnTo>
                <a:moveTo>
                  <a:pt x="148851" y="61379"/>
                </a:moveTo>
                <a:lnTo>
                  <a:pt x="145448" y="77788"/>
                </a:lnTo>
                <a:lnTo>
                  <a:pt x="162145" y="77788"/>
                </a:lnTo>
                <a:lnTo>
                  <a:pt x="165653" y="61379"/>
                </a:lnTo>
                <a:lnTo>
                  <a:pt x="148851" y="613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ar">
            <a:extLst xmlns:a="http://schemas.openxmlformats.org/drawingml/2006/main">
              <a:ext uri="{FF2B5EF4-FFF2-40B4-BE49-F238E27FC236}">
                <a16:creationId xmlns:a16="http://schemas.microsoft.com/office/drawing/2014/main" id="{1C100E30-A89F-4B67-8FD4-6CB6367A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57" y="1788153"/>
            <a:ext cx="108001" cy="57848"/>
          </a:xfrm>
          <a:custGeom xmlns:a="http://schemas.openxmlformats.org/drawingml/2006/main">
            <a:pathLst>
              <a:path w="108001" h="57848">
                <a:moveTo>
                  <a:pt x="7018" y="18175"/>
                </a:moveTo>
                <a:lnTo>
                  <a:pt x="21162" y="18175"/>
                </a:lnTo>
                <a:cubicBezTo>
                  <a:pt x="21659" y="15403"/>
                  <a:pt x="22971" y="13360"/>
                  <a:pt x="25097" y="12046"/>
                </a:cubicBezTo>
                <a:cubicBezTo>
                  <a:pt x="27224" y="10731"/>
                  <a:pt x="29635" y="10074"/>
                  <a:pt x="32330" y="10074"/>
                </a:cubicBezTo>
                <a:cubicBezTo>
                  <a:pt x="33322" y="10074"/>
                  <a:pt x="34368" y="10163"/>
                  <a:pt x="35467" y="10340"/>
                </a:cubicBezTo>
                <a:cubicBezTo>
                  <a:pt x="36566" y="10518"/>
                  <a:pt x="37594" y="10855"/>
                  <a:pt x="38550" y="11351"/>
                </a:cubicBezTo>
                <a:cubicBezTo>
                  <a:pt x="39507" y="11848"/>
                  <a:pt x="40305" y="12522"/>
                  <a:pt x="40944" y="13373"/>
                </a:cubicBezTo>
                <a:cubicBezTo>
                  <a:pt x="41582" y="14223"/>
                  <a:pt x="41901" y="15358"/>
                  <a:pt x="41901" y="16778"/>
                </a:cubicBezTo>
                <a:cubicBezTo>
                  <a:pt x="41901" y="18551"/>
                  <a:pt x="41475" y="19881"/>
                  <a:pt x="40624" y="20768"/>
                </a:cubicBezTo>
                <a:cubicBezTo>
                  <a:pt x="39774" y="21654"/>
                  <a:pt x="38480" y="22328"/>
                  <a:pt x="36742" y="22790"/>
                </a:cubicBezTo>
                <a:cubicBezTo>
                  <a:pt x="35006" y="23251"/>
                  <a:pt x="32826" y="23588"/>
                  <a:pt x="30203" y="23801"/>
                </a:cubicBezTo>
                <a:cubicBezTo>
                  <a:pt x="27579" y="24013"/>
                  <a:pt x="24495" y="24331"/>
                  <a:pt x="20951" y="24757"/>
                </a:cubicBezTo>
                <a:cubicBezTo>
                  <a:pt x="14286" y="25538"/>
                  <a:pt x="9128" y="27524"/>
                  <a:pt x="5477" y="30717"/>
                </a:cubicBezTo>
                <a:cubicBezTo>
                  <a:pt x="1826" y="33908"/>
                  <a:pt x="0" y="38164"/>
                  <a:pt x="0" y="43483"/>
                </a:cubicBezTo>
                <a:cubicBezTo>
                  <a:pt x="0" y="45399"/>
                  <a:pt x="354" y="47226"/>
                  <a:pt x="1063" y="48963"/>
                </a:cubicBezTo>
                <a:cubicBezTo>
                  <a:pt x="1773" y="50701"/>
                  <a:pt x="2872" y="52226"/>
                  <a:pt x="4360" y="53539"/>
                </a:cubicBezTo>
                <a:cubicBezTo>
                  <a:pt x="5849" y="54852"/>
                  <a:pt x="7710" y="55898"/>
                  <a:pt x="9943" y="56678"/>
                </a:cubicBezTo>
                <a:cubicBezTo>
                  <a:pt x="12177" y="57458"/>
                  <a:pt x="14782" y="57848"/>
                  <a:pt x="17759" y="57848"/>
                </a:cubicBezTo>
                <a:cubicBezTo>
                  <a:pt x="20951" y="57848"/>
                  <a:pt x="24035" y="57300"/>
                  <a:pt x="27012" y="56204"/>
                </a:cubicBezTo>
                <a:cubicBezTo>
                  <a:pt x="29989" y="55108"/>
                  <a:pt x="32506" y="53393"/>
                  <a:pt x="34563" y="51060"/>
                </a:cubicBezTo>
                <a:lnTo>
                  <a:pt x="34563" y="56498"/>
                </a:lnTo>
                <a:lnTo>
                  <a:pt x="49664" y="56468"/>
                </a:lnTo>
                <a:cubicBezTo>
                  <a:pt x="49309" y="55263"/>
                  <a:pt x="49132" y="54200"/>
                  <a:pt x="49132" y="53278"/>
                </a:cubicBezTo>
                <a:cubicBezTo>
                  <a:pt x="49132" y="52215"/>
                  <a:pt x="49185" y="50956"/>
                  <a:pt x="49291" y="49503"/>
                </a:cubicBezTo>
                <a:cubicBezTo>
                  <a:pt x="49398" y="48050"/>
                  <a:pt x="49593" y="46827"/>
                  <a:pt x="49877" y="45834"/>
                </a:cubicBezTo>
                <a:lnTo>
                  <a:pt x="54769" y="23715"/>
                </a:lnTo>
                <a:cubicBezTo>
                  <a:pt x="55549" y="20170"/>
                  <a:pt x="55939" y="17085"/>
                  <a:pt x="55939" y="14462"/>
                </a:cubicBezTo>
                <a:cubicBezTo>
                  <a:pt x="56010" y="11343"/>
                  <a:pt x="55318" y="8845"/>
                  <a:pt x="53864" y="6966"/>
                </a:cubicBezTo>
                <a:cubicBezTo>
                  <a:pt x="52411" y="5087"/>
                  <a:pt x="50550" y="3634"/>
                  <a:pt x="48282" y="2606"/>
                </a:cubicBezTo>
                <a:cubicBezTo>
                  <a:pt x="46013" y="1577"/>
                  <a:pt x="43531" y="886"/>
                  <a:pt x="40836" y="532"/>
                </a:cubicBezTo>
                <a:cubicBezTo>
                  <a:pt x="38143" y="177"/>
                  <a:pt x="35555" y="0"/>
                  <a:pt x="33073" y="0"/>
                </a:cubicBezTo>
                <a:cubicBezTo>
                  <a:pt x="29954" y="0"/>
                  <a:pt x="26941" y="301"/>
                  <a:pt x="24034" y="904"/>
                </a:cubicBezTo>
                <a:cubicBezTo>
                  <a:pt x="21128" y="1505"/>
                  <a:pt x="18504" y="2515"/>
                  <a:pt x="16164" y="3932"/>
                </a:cubicBezTo>
                <a:cubicBezTo>
                  <a:pt x="13825" y="5349"/>
                  <a:pt x="11840" y="7209"/>
                  <a:pt x="10209" y="9513"/>
                </a:cubicBezTo>
                <a:cubicBezTo>
                  <a:pt x="8578" y="11816"/>
                  <a:pt x="7515" y="14703"/>
                  <a:pt x="7018" y="18175"/>
                </a:cubicBezTo>
                <a:moveTo>
                  <a:pt x="38923" y="30117"/>
                </a:moveTo>
                <a:lnTo>
                  <a:pt x="37434" y="35434"/>
                </a:lnTo>
                <a:cubicBezTo>
                  <a:pt x="37008" y="36923"/>
                  <a:pt x="36477" y="38412"/>
                  <a:pt x="35838" y="39902"/>
                </a:cubicBezTo>
                <a:cubicBezTo>
                  <a:pt x="35201" y="41390"/>
                  <a:pt x="34333" y="42719"/>
                  <a:pt x="33234" y="43889"/>
                </a:cubicBezTo>
                <a:cubicBezTo>
                  <a:pt x="32135" y="45058"/>
                  <a:pt x="30787" y="46016"/>
                  <a:pt x="29192" y="46761"/>
                </a:cubicBezTo>
                <a:cubicBezTo>
                  <a:pt x="27597" y="47505"/>
                  <a:pt x="25630" y="47878"/>
                  <a:pt x="23290" y="47878"/>
                </a:cubicBezTo>
                <a:cubicBezTo>
                  <a:pt x="21091" y="47878"/>
                  <a:pt x="19159" y="47364"/>
                  <a:pt x="17493" y="46336"/>
                </a:cubicBezTo>
                <a:cubicBezTo>
                  <a:pt x="15827" y="45307"/>
                  <a:pt x="14994" y="43764"/>
                  <a:pt x="14994" y="41708"/>
                </a:cubicBezTo>
                <a:cubicBezTo>
                  <a:pt x="14994" y="40007"/>
                  <a:pt x="15313" y="38607"/>
                  <a:pt x="15952" y="37508"/>
                </a:cubicBezTo>
                <a:cubicBezTo>
                  <a:pt x="16590" y="36409"/>
                  <a:pt x="17423" y="35540"/>
                  <a:pt x="18451" y="34902"/>
                </a:cubicBezTo>
                <a:cubicBezTo>
                  <a:pt x="19478" y="34264"/>
                  <a:pt x="20666" y="33786"/>
                  <a:pt x="22013" y="33468"/>
                </a:cubicBezTo>
                <a:cubicBezTo>
                  <a:pt x="23361" y="33148"/>
                  <a:pt x="24743" y="32917"/>
                  <a:pt x="26160" y="32775"/>
                </a:cubicBezTo>
                <a:cubicBezTo>
                  <a:pt x="28359" y="32633"/>
                  <a:pt x="30556" y="32438"/>
                  <a:pt x="32754" y="32190"/>
                </a:cubicBezTo>
                <a:cubicBezTo>
                  <a:pt x="34952" y="31943"/>
                  <a:pt x="37008" y="31251"/>
                  <a:pt x="38923" y="30117"/>
                </a:cubicBezTo>
                <a:close/>
                <a:moveTo>
                  <a:pt x="72054" y="1454"/>
                </a:moveTo>
                <a:lnTo>
                  <a:pt x="60675" y="56498"/>
                </a:lnTo>
                <a:lnTo>
                  <a:pt x="75671" y="56498"/>
                </a:lnTo>
                <a:lnTo>
                  <a:pt x="80775" y="32119"/>
                </a:lnTo>
                <a:cubicBezTo>
                  <a:pt x="81271" y="29777"/>
                  <a:pt x="81927" y="27523"/>
                  <a:pt x="82741" y="25359"/>
                </a:cubicBezTo>
                <a:cubicBezTo>
                  <a:pt x="83557" y="23194"/>
                  <a:pt x="84656" y="21260"/>
                  <a:pt x="86039" y="19557"/>
                </a:cubicBezTo>
                <a:cubicBezTo>
                  <a:pt x="87421" y="17853"/>
                  <a:pt x="89123" y="16505"/>
                  <a:pt x="91144" y="15512"/>
                </a:cubicBezTo>
                <a:cubicBezTo>
                  <a:pt x="93165" y="14518"/>
                  <a:pt x="95629" y="14021"/>
                  <a:pt x="98536" y="14021"/>
                </a:cubicBezTo>
                <a:cubicBezTo>
                  <a:pt x="99599" y="14021"/>
                  <a:pt x="100663" y="14127"/>
                  <a:pt x="101726" y="14340"/>
                </a:cubicBezTo>
                <a:cubicBezTo>
                  <a:pt x="102789" y="14552"/>
                  <a:pt x="103853" y="14765"/>
                  <a:pt x="104916" y="14978"/>
                </a:cubicBezTo>
                <a:lnTo>
                  <a:pt x="108001" y="318"/>
                </a:lnTo>
                <a:cubicBezTo>
                  <a:pt x="106441" y="106"/>
                  <a:pt x="104881" y="0"/>
                  <a:pt x="103321" y="0"/>
                </a:cubicBezTo>
                <a:cubicBezTo>
                  <a:pt x="99279" y="0"/>
                  <a:pt x="95539" y="974"/>
                  <a:pt x="92100" y="2921"/>
                </a:cubicBezTo>
                <a:cubicBezTo>
                  <a:pt x="88662" y="4868"/>
                  <a:pt x="86092" y="7754"/>
                  <a:pt x="84392" y="11578"/>
                </a:cubicBezTo>
                <a:lnTo>
                  <a:pt x="84179" y="11366"/>
                </a:lnTo>
                <a:lnTo>
                  <a:pt x="86412" y="1454"/>
                </a:lnTo>
                <a:lnTo>
                  <a:pt x="72054" y="145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ray">
            <a:extLst xmlns:a="http://schemas.openxmlformats.org/drawingml/2006/main">
              <a:ext uri="{FF2B5EF4-FFF2-40B4-BE49-F238E27FC236}">
                <a16:creationId xmlns:a16="http://schemas.microsoft.com/office/drawing/2014/main" id="{6C667248-237D-4CDB-967B-B14039A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47" y="1788153"/>
            <a:ext cx="161440" cy="75711"/>
          </a:xfrm>
          <a:custGeom xmlns:a="http://schemas.openxmlformats.org/drawingml/2006/main">
            <a:pathLst>
              <a:path w="161440" h="75711">
                <a:moveTo>
                  <a:pt x="11379" y="1454"/>
                </a:moveTo>
                <a:lnTo>
                  <a:pt x="0" y="56498"/>
                </a:lnTo>
                <a:lnTo>
                  <a:pt x="14996" y="56498"/>
                </a:lnTo>
                <a:lnTo>
                  <a:pt x="20099" y="32119"/>
                </a:lnTo>
                <a:cubicBezTo>
                  <a:pt x="20596" y="29777"/>
                  <a:pt x="21251" y="27523"/>
                  <a:pt x="22066" y="25359"/>
                </a:cubicBezTo>
                <a:cubicBezTo>
                  <a:pt x="22882" y="23194"/>
                  <a:pt x="23981" y="21260"/>
                  <a:pt x="25364" y="19557"/>
                </a:cubicBezTo>
                <a:cubicBezTo>
                  <a:pt x="26746" y="17853"/>
                  <a:pt x="28448" y="16505"/>
                  <a:pt x="30469" y="15512"/>
                </a:cubicBezTo>
                <a:cubicBezTo>
                  <a:pt x="32490" y="14518"/>
                  <a:pt x="34953" y="14021"/>
                  <a:pt x="37860" y="14021"/>
                </a:cubicBezTo>
                <a:cubicBezTo>
                  <a:pt x="38924" y="14021"/>
                  <a:pt x="39987" y="14127"/>
                  <a:pt x="41051" y="14340"/>
                </a:cubicBezTo>
                <a:cubicBezTo>
                  <a:pt x="42114" y="14552"/>
                  <a:pt x="43177" y="14765"/>
                  <a:pt x="44241" y="14978"/>
                </a:cubicBezTo>
                <a:lnTo>
                  <a:pt x="47326" y="318"/>
                </a:lnTo>
                <a:cubicBezTo>
                  <a:pt x="45766" y="106"/>
                  <a:pt x="44206" y="0"/>
                  <a:pt x="42646" y="0"/>
                </a:cubicBezTo>
                <a:cubicBezTo>
                  <a:pt x="38604" y="0"/>
                  <a:pt x="34864" y="974"/>
                  <a:pt x="31424" y="2921"/>
                </a:cubicBezTo>
                <a:cubicBezTo>
                  <a:pt x="27986" y="4868"/>
                  <a:pt x="25417" y="7754"/>
                  <a:pt x="23716" y="11578"/>
                </a:cubicBezTo>
                <a:lnTo>
                  <a:pt x="23504" y="11366"/>
                </a:lnTo>
                <a:lnTo>
                  <a:pt x="25737" y="1454"/>
                </a:lnTo>
                <a:lnTo>
                  <a:pt x="11379" y="1454"/>
                </a:lnTo>
                <a:close/>
                <a:moveTo>
                  <a:pt x="48866" y="18175"/>
                </a:moveTo>
                <a:lnTo>
                  <a:pt x="63010" y="18175"/>
                </a:lnTo>
                <a:cubicBezTo>
                  <a:pt x="63506" y="15403"/>
                  <a:pt x="64818" y="13360"/>
                  <a:pt x="66945" y="12046"/>
                </a:cubicBezTo>
                <a:cubicBezTo>
                  <a:pt x="69072" y="10731"/>
                  <a:pt x="71483" y="10074"/>
                  <a:pt x="74177" y="10074"/>
                </a:cubicBezTo>
                <a:cubicBezTo>
                  <a:pt x="75169" y="10074"/>
                  <a:pt x="76215" y="10163"/>
                  <a:pt x="77314" y="10340"/>
                </a:cubicBezTo>
                <a:cubicBezTo>
                  <a:pt x="78413" y="10518"/>
                  <a:pt x="79441" y="10855"/>
                  <a:pt x="80397" y="11351"/>
                </a:cubicBezTo>
                <a:cubicBezTo>
                  <a:pt x="81355" y="11848"/>
                  <a:pt x="82153" y="12522"/>
                  <a:pt x="82791" y="13373"/>
                </a:cubicBezTo>
                <a:cubicBezTo>
                  <a:pt x="83429" y="14223"/>
                  <a:pt x="83748" y="15358"/>
                  <a:pt x="83748" y="16778"/>
                </a:cubicBezTo>
                <a:cubicBezTo>
                  <a:pt x="83748" y="18551"/>
                  <a:pt x="83323" y="19881"/>
                  <a:pt x="82471" y="20768"/>
                </a:cubicBezTo>
                <a:cubicBezTo>
                  <a:pt x="81621" y="21654"/>
                  <a:pt x="80327" y="22328"/>
                  <a:pt x="78590" y="22790"/>
                </a:cubicBezTo>
                <a:cubicBezTo>
                  <a:pt x="76853" y="23251"/>
                  <a:pt x="74673" y="23588"/>
                  <a:pt x="72050" y="23801"/>
                </a:cubicBezTo>
                <a:cubicBezTo>
                  <a:pt x="69427" y="24013"/>
                  <a:pt x="66343" y="24331"/>
                  <a:pt x="62799" y="24757"/>
                </a:cubicBezTo>
                <a:cubicBezTo>
                  <a:pt x="56134" y="25538"/>
                  <a:pt x="50975" y="27524"/>
                  <a:pt x="47324" y="30717"/>
                </a:cubicBezTo>
                <a:cubicBezTo>
                  <a:pt x="43673" y="33908"/>
                  <a:pt x="41847" y="38164"/>
                  <a:pt x="41847" y="43483"/>
                </a:cubicBezTo>
                <a:cubicBezTo>
                  <a:pt x="41847" y="45399"/>
                  <a:pt x="42202" y="47226"/>
                  <a:pt x="42910" y="48963"/>
                </a:cubicBezTo>
                <a:cubicBezTo>
                  <a:pt x="43620" y="50701"/>
                  <a:pt x="44719" y="52226"/>
                  <a:pt x="46208" y="53539"/>
                </a:cubicBezTo>
                <a:cubicBezTo>
                  <a:pt x="47696" y="54852"/>
                  <a:pt x="49557" y="55898"/>
                  <a:pt x="51790" y="56678"/>
                </a:cubicBezTo>
                <a:cubicBezTo>
                  <a:pt x="54024" y="57458"/>
                  <a:pt x="56630" y="57848"/>
                  <a:pt x="59607" y="57848"/>
                </a:cubicBezTo>
                <a:cubicBezTo>
                  <a:pt x="62798" y="57848"/>
                  <a:pt x="65882" y="57300"/>
                  <a:pt x="68860" y="56204"/>
                </a:cubicBezTo>
                <a:cubicBezTo>
                  <a:pt x="71837" y="55108"/>
                  <a:pt x="74354" y="53393"/>
                  <a:pt x="76410" y="51060"/>
                </a:cubicBezTo>
                <a:lnTo>
                  <a:pt x="76410" y="56498"/>
                </a:lnTo>
                <a:lnTo>
                  <a:pt x="91512" y="56468"/>
                </a:lnTo>
                <a:cubicBezTo>
                  <a:pt x="91157" y="55263"/>
                  <a:pt x="90979" y="54200"/>
                  <a:pt x="90979" y="53278"/>
                </a:cubicBezTo>
                <a:cubicBezTo>
                  <a:pt x="90979" y="52215"/>
                  <a:pt x="91032" y="50956"/>
                  <a:pt x="91138" y="49503"/>
                </a:cubicBezTo>
                <a:cubicBezTo>
                  <a:pt x="91245" y="48050"/>
                  <a:pt x="91441" y="46827"/>
                  <a:pt x="91724" y="45834"/>
                </a:cubicBezTo>
                <a:lnTo>
                  <a:pt x="96617" y="23715"/>
                </a:lnTo>
                <a:cubicBezTo>
                  <a:pt x="97397" y="20170"/>
                  <a:pt x="97787" y="17085"/>
                  <a:pt x="97787" y="14462"/>
                </a:cubicBezTo>
                <a:cubicBezTo>
                  <a:pt x="97857" y="11343"/>
                  <a:pt x="97165" y="8845"/>
                  <a:pt x="95711" y="6966"/>
                </a:cubicBezTo>
                <a:cubicBezTo>
                  <a:pt x="94258" y="5087"/>
                  <a:pt x="92398" y="3634"/>
                  <a:pt x="90129" y="2606"/>
                </a:cubicBezTo>
                <a:cubicBezTo>
                  <a:pt x="87860" y="1577"/>
                  <a:pt x="85379" y="886"/>
                  <a:pt x="82684" y="532"/>
                </a:cubicBezTo>
                <a:cubicBezTo>
                  <a:pt x="79990" y="177"/>
                  <a:pt x="77402" y="0"/>
                  <a:pt x="74921" y="0"/>
                </a:cubicBezTo>
                <a:cubicBezTo>
                  <a:pt x="71802" y="0"/>
                  <a:pt x="68789" y="301"/>
                  <a:pt x="65882" y="904"/>
                </a:cubicBezTo>
                <a:cubicBezTo>
                  <a:pt x="62975" y="1505"/>
                  <a:pt x="60352" y="2515"/>
                  <a:pt x="58012" y="3932"/>
                </a:cubicBezTo>
                <a:cubicBezTo>
                  <a:pt x="55673" y="5349"/>
                  <a:pt x="53688" y="7209"/>
                  <a:pt x="52056" y="9513"/>
                </a:cubicBezTo>
                <a:cubicBezTo>
                  <a:pt x="50426" y="11816"/>
                  <a:pt x="49362" y="14703"/>
                  <a:pt x="48866" y="18175"/>
                </a:cubicBezTo>
                <a:moveTo>
                  <a:pt x="80771" y="30117"/>
                </a:moveTo>
                <a:lnTo>
                  <a:pt x="79281" y="35434"/>
                </a:lnTo>
                <a:cubicBezTo>
                  <a:pt x="78856" y="36923"/>
                  <a:pt x="78324" y="38412"/>
                  <a:pt x="77686" y="39902"/>
                </a:cubicBezTo>
                <a:cubicBezTo>
                  <a:pt x="77049" y="41390"/>
                  <a:pt x="76180" y="42719"/>
                  <a:pt x="75081" y="43889"/>
                </a:cubicBezTo>
                <a:cubicBezTo>
                  <a:pt x="73982" y="45058"/>
                  <a:pt x="72635" y="46016"/>
                  <a:pt x="71039" y="46761"/>
                </a:cubicBezTo>
                <a:cubicBezTo>
                  <a:pt x="69444" y="47505"/>
                  <a:pt x="67477" y="47878"/>
                  <a:pt x="65137" y="47878"/>
                </a:cubicBezTo>
                <a:cubicBezTo>
                  <a:pt x="62939" y="47878"/>
                  <a:pt x="61007" y="47364"/>
                  <a:pt x="59341" y="46336"/>
                </a:cubicBezTo>
                <a:cubicBezTo>
                  <a:pt x="57675" y="45307"/>
                  <a:pt x="56842" y="43764"/>
                  <a:pt x="56842" y="41708"/>
                </a:cubicBezTo>
                <a:cubicBezTo>
                  <a:pt x="56842" y="40007"/>
                  <a:pt x="57161" y="38607"/>
                  <a:pt x="57799" y="37508"/>
                </a:cubicBezTo>
                <a:cubicBezTo>
                  <a:pt x="58437" y="36409"/>
                  <a:pt x="59270" y="35540"/>
                  <a:pt x="60298" y="34902"/>
                </a:cubicBezTo>
                <a:cubicBezTo>
                  <a:pt x="61326" y="34264"/>
                  <a:pt x="62513" y="33786"/>
                  <a:pt x="63860" y="33468"/>
                </a:cubicBezTo>
                <a:cubicBezTo>
                  <a:pt x="65208" y="33148"/>
                  <a:pt x="66591" y="32917"/>
                  <a:pt x="68008" y="32775"/>
                </a:cubicBezTo>
                <a:cubicBezTo>
                  <a:pt x="70206" y="32633"/>
                  <a:pt x="72404" y="32438"/>
                  <a:pt x="74601" y="32190"/>
                </a:cubicBezTo>
                <a:cubicBezTo>
                  <a:pt x="76799" y="31943"/>
                  <a:pt x="78856" y="31251"/>
                  <a:pt x="80771" y="30117"/>
                </a:cubicBezTo>
                <a:close/>
                <a:moveTo>
                  <a:pt x="126452" y="64131"/>
                </a:moveTo>
                <a:lnTo>
                  <a:pt x="161440" y="1558"/>
                </a:lnTo>
                <a:lnTo>
                  <a:pt x="145488" y="1558"/>
                </a:lnTo>
                <a:lnTo>
                  <a:pt x="126452" y="40906"/>
                </a:lnTo>
                <a:lnTo>
                  <a:pt x="126239" y="40906"/>
                </a:lnTo>
                <a:lnTo>
                  <a:pt x="121454" y="1558"/>
                </a:lnTo>
                <a:lnTo>
                  <a:pt x="105926" y="1558"/>
                </a:lnTo>
                <a:lnTo>
                  <a:pt x="115711" y="55921"/>
                </a:lnTo>
                <a:cubicBezTo>
                  <a:pt x="115214" y="56559"/>
                  <a:pt x="114736" y="57302"/>
                  <a:pt x="114275" y="58151"/>
                </a:cubicBezTo>
                <a:cubicBezTo>
                  <a:pt x="113814" y="59000"/>
                  <a:pt x="113246" y="59797"/>
                  <a:pt x="112572" y="60540"/>
                </a:cubicBezTo>
                <a:cubicBezTo>
                  <a:pt x="111900" y="61284"/>
                  <a:pt x="111031" y="61921"/>
                  <a:pt x="109968" y="62451"/>
                </a:cubicBezTo>
                <a:cubicBezTo>
                  <a:pt x="108905" y="62983"/>
                  <a:pt x="107486" y="63248"/>
                  <a:pt x="105713" y="63248"/>
                </a:cubicBezTo>
                <a:cubicBezTo>
                  <a:pt x="104721" y="63248"/>
                  <a:pt x="103711" y="63144"/>
                  <a:pt x="102683" y="62937"/>
                </a:cubicBezTo>
                <a:cubicBezTo>
                  <a:pt x="101655" y="62729"/>
                  <a:pt x="100644" y="62625"/>
                  <a:pt x="99652" y="62625"/>
                </a:cubicBezTo>
                <a:lnTo>
                  <a:pt x="97100" y="75192"/>
                </a:lnTo>
                <a:cubicBezTo>
                  <a:pt x="98446" y="75261"/>
                  <a:pt x="99793" y="75365"/>
                  <a:pt x="101140" y="75503"/>
                </a:cubicBezTo>
                <a:cubicBezTo>
                  <a:pt x="102487" y="75642"/>
                  <a:pt x="103799" y="75711"/>
                  <a:pt x="105075" y="75711"/>
                </a:cubicBezTo>
                <a:cubicBezTo>
                  <a:pt x="107911" y="75711"/>
                  <a:pt x="110374" y="75551"/>
                  <a:pt x="112465" y="75232"/>
                </a:cubicBezTo>
                <a:cubicBezTo>
                  <a:pt x="114558" y="74914"/>
                  <a:pt x="116419" y="74330"/>
                  <a:pt x="118049" y="73480"/>
                </a:cubicBezTo>
                <a:cubicBezTo>
                  <a:pt x="119681" y="72630"/>
                  <a:pt x="121170" y="71444"/>
                  <a:pt x="122517" y="69921"/>
                </a:cubicBezTo>
                <a:cubicBezTo>
                  <a:pt x="123864" y="68399"/>
                  <a:pt x="125175" y="66469"/>
                  <a:pt x="126452" y="64131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,……)→">
            <a:extLst xmlns:a="http://schemas.openxmlformats.org/drawingml/2006/main">
              <a:ext uri="{FF2B5EF4-FFF2-40B4-BE49-F238E27FC236}">
                <a16:creationId xmlns:a16="http://schemas.microsoft.com/office/drawing/2014/main" id="{2701F73D-4526-4FAE-BB0C-9C77981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380" y="1766863"/>
            <a:ext cx="460657" cy="97001"/>
          </a:xfrm>
          <a:custGeom xmlns:a="http://schemas.openxmlformats.org/drawingml/2006/main">
            <a:pathLst>
              <a:path w="460657" h="97001">
                <a:moveTo>
                  <a:pt x="0" y="61379"/>
                </a:moveTo>
                <a:lnTo>
                  <a:pt x="0" y="77788"/>
                </a:lnTo>
                <a:lnTo>
                  <a:pt x="7656" y="77788"/>
                </a:lnTo>
                <a:cubicBezTo>
                  <a:pt x="7728" y="78923"/>
                  <a:pt x="7586" y="80040"/>
                  <a:pt x="7231" y="81139"/>
                </a:cubicBezTo>
                <a:cubicBezTo>
                  <a:pt x="6876" y="82238"/>
                  <a:pt x="6344" y="83231"/>
                  <a:pt x="5636" y="84117"/>
                </a:cubicBezTo>
                <a:cubicBezTo>
                  <a:pt x="4927" y="85004"/>
                  <a:pt x="4094" y="85766"/>
                  <a:pt x="3137" y="86405"/>
                </a:cubicBezTo>
                <a:cubicBezTo>
                  <a:pt x="2179" y="87043"/>
                  <a:pt x="1169" y="87468"/>
                  <a:pt x="105" y="87680"/>
                </a:cubicBezTo>
                <a:lnTo>
                  <a:pt x="105" y="95340"/>
                </a:lnTo>
                <a:cubicBezTo>
                  <a:pt x="2374" y="94985"/>
                  <a:pt x="4519" y="94328"/>
                  <a:pt x="6540" y="93370"/>
                </a:cubicBezTo>
                <a:cubicBezTo>
                  <a:pt x="8561" y="92412"/>
                  <a:pt x="10315" y="91188"/>
                  <a:pt x="11804" y="89697"/>
                </a:cubicBezTo>
                <a:cubicBezTo>
                  <a:pt x="13294" y="88207"/>
                  <a:pt x="14481" y="86450"/>
                  <a:pt x="15367" y="84427"/>
                </a:cubicBezTo>
                <a:cubicBezTo>
                  <a:pt x="16253" y="82405"/>
                  <a:pt x="16696" y="80187"/>
                  <a:pt x="16696" y="77773"/>
                </a:cubicBezTo>
                <a:lnTo>
                  <a:pt x="16696" y="61379"/>
                </a:lnTo>
                <a:lnTo>
                  <a:pt x="0" y="61379"/>
                </a:lnTo>
                <a:close/>
                <a:moveTo>
                  <a:pt x="163215" y="61379"/>
                </a:moveTo>
                <a:lnTo>
                  <a:pt x="163215" y="77788"/>
                </a:lnTo>
                <a:lnTo>
                  <a:pt x="179911" y="77788"/>
                </a:lnTo>
                <a:lnTo>
                  <a:pt x="179911" y="61379"/>
                </a:lnTo>
                <a:lnTo>
                  <a:pt x="163215" y="61379"/>
                </a:lnTo>
                <a:moveTo>
                  <a:pt x="127801" y="61379"/>
                </a:moveTo>
                <a:lnTo>
                  <a:pt x="127801" y="77788"/>
                </a:lnTo>
                <a:lnTo>
                  <a:pt x="144498" y="77788"/>
                </a:lnTo>
                <a:lnTo>
                  <a:pt x="144498" y="61379"/>
                </a:lnTo>
                <a:lnTo>
                  <a:pt x="127801" y="61379"/>
                </a:lnTo>
                <a:moveTo>
                  <a:pt x="92387" y="61379"/>
                </a:moveTo>
                <a:lnTo>
                  <a:pt x="92387" y="77788"/>
                </a:lnTo>
                <a:lnTo>
                  <a:pt x="109083" y="77788"/>
                </a:lnTo>
                <a:lnTo>
                  <a:pt x="109083" y="61379"/>
                </a:lnTo>
                <a:lnTo>
                  <a:pt x="92387" y="61379"/>
                </a:lnTo>
                <a:close/>
                <a:moveTo>
                  <a:pt x="270328" y="61379"/>
                </a:moveTo>
                <a:lnTo>
                  <a:pt x="270328" y="77788"/>
                </a:lnTo>
                <a:lnTo>
                  <a:pt x="287025" y="77788"/>
                </a:lnTo>
                <a:lnTo>
                  <a:pt x="287025" y="61379"/>
                </a:lnTo>
                <a:lnTo>
                  <a:pt x="270328" y="61379"/>
                </a:lnTo>
                <a:moveTo>
                  <a:pt x="234915" y="61379"/>
                </a:moveTo>
                <a:lnTo>
                  <a:pt x="234915" y="77788"/>
                </a:lnTo>
                <a:lnTo>
                  <a:pt x="251611" y="77788"/>
                </a:lnTo>
                <a:lnTo>
                  <a:pt x="251611" y="61379"/>
                </a:lnTo>
                <a:lnTo>
                  <a:pt x="234915" y="61379"/>
                </a:lnTo>
                <a:moveTo>
                  <a:pt x="199500" y="61379"/>
                </a:moveTo>
                <a:lnTo>
                  <a:pt x="199500" y="77788"/>
                </a:lnTo>
                <a:lnTo>
                  <a:pt x="216197" y="77788"/>
                </a:lnTo>
                <a:lnTo>
                  <a:pt x="216197" y="61379"/>
                </a:lnTo>
                <a:lnTo>
                  <a:pt x="199500" y="61379"/>
                </a:lnTo>
                <a:close/>
                <a:moveTo>
                  <a:pt x="296618" y="97001"/>
                </a:moveTo>
                <a:lnTo>
                  <a:pt x="309166" y="97001"/>
                </a:lnTo>
                <a:cubicBezTo>
                  <a:pt x="311506" y="93668"/>
                  <a:pt x="313562" y="89981"/>
                  <a:pt x="315334" y="85939"/>
                </a:cubicBezTo>
                <a:cubicBezTo>
                  <a:pt x="317108" y="81897"/>
                  <a:pt x="318579" y="77732"/>
                  <a:pt x="319748" y="73442"/>
                </a:cubicBezTo>
                <a:cubicBezTo>
                  <a:pt x="320918" y="69153"/>
                  <a:pt x="321786" y="64828"/>
                  <a:pt x="322353" y="60467"/>
                </a:cubicBezTo>
                <a:cubicBezTo>
                  <a:pt x="322921" y="56106"/>
                  <a:pt x="323205" y="51940"/>
                  <a:pt x="323205" y="47968"/>
                </a:cubicBezTo>
                <a:cubicBezTo>
                  <a:pt x="323205" y="39601"/>
                  <a:pt x="321982" y="31341"/>
                  <a:pt x="319536" y="23187"/>
                </a:cubicBezTo>
                <a:cubicBezTo>
                  <a:pt x="317090" y="15033"/>
                  <a:pt x="313633" y="7303"/>
                  <a:pt x="309166" y="0"/>
                </a:cubicBezTo>
                <a:lnTo>
                  <a:pt x="296723" y="0"/>
                </a:lnTo>
                <a:cubicBezTo>
                  <a:pt x="300623" y="7729"/>
                  <a:pt x="303495" y="15705"/>
                  <a:pt x="305338" y="23931"/>
                </a:cubicBezTo>
                <a:cubicBezTo>
                  <a:pt x="307182" y="32156"/>
                  <a:pt x="308103" y="40523"/>
                  <a:pt x="308103" y="49033"/>
                </a:cubicBezTo>
                <a:cubicBezTo>
                  <a:pt x="308103" y="57400"/>
                  <a:pt x="307164" y="65607"/>
                  <a:pt x="305285" y="73655"/>
                </a:cubicBezTo>
                <a:cubicBezTo>
                  <a:pt x="303406" y="81703"/>
                  <a:pt x="300517" y="89485"/>
                  <a:pt x="296618" y="97001"/>
                </a:cubicBezTo>
                <a:close/>
                <a:moveTo>
                  <a:pt x="439211" y="32299"/>
                </a:moveTo>
                <a:cubicBezTo>
                  <a:pt x="443815" y="37319"/>
                  <a:pt x="447796" y="41136"/>
                  <a:pt x="451154" y="43749"/>
                </a:cubicBezTo>
                <a:cubicBezTo>
                  <a:pt x="454512" y="46363"/>
                  <a:pt x="457680" y="48310"/>
                  <a:pt x="460657" y="49591"/>
                </a:cubicBezTo>
                <a:lnTo>
                  <a:pt x="460657" y="51928"/>
                </a:lnTo>
                <a:cubicBezTo>
                  <a:pt x="457230" y="53590"/>
                  <a:pt x="453906" y="55710"/>
                  <a:pt x="450687" y="58289"/>
                </a:cubicBezTo>
                <a:cubicBezTo>
                  <a:pt x="447467" y="60868"/>
                  <a:pt x="443625" y="64650"/>
                  <a:pt x="439159" y="69635"/>
                </a:cubicBezTo>
                <a:lnTo>
                  <a:pt x="435160" y="69635"/>
                </a:lnTo>
                <a:cubicBezTo>
                  <a:pt x="438415" y="62677"/>
                  <a:pt x="441825" y="57328"/>
                  <a:pt x="445390" y="53590"/>
                </a:cubicBezTo>
                <a:lnTo>
                  <a:pt x="362565" y="53590"/>
                </a:lnTo>
                <a:lnTo>
                  <a:pt x="362565" y="48345"/>
                </a:lnTo>
                <a:lnTo>
                  <a:pt x="445390" y="48345"/>
                </a:lnTo>
                <a:cubicBezTo>
                  <a:pt x="442759" y="45021"/>
                  <a:pt x="440924" y="42538"/>
                  <a:pt x="439886" y="40893"/>
                </a:cubicBezTo>
                <a:cubicBezTo>
                  <a:pt x="438847" y="39249"/>
                  <a:pt x="437307" y="36384"/>
                  <a:pt x="435264" y="32299"/>
                </a:cubicBezTo>
                <a:lnTo>
                  <a:pt x="439211" y="322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ar">
            <a:extLst xmlns:a="http://schemas.openxmlformats.org/drawingml/2006/main">
              <a:ext uri="{FF2B5EF4-FFF2-40B4-BE49-F238E27FC236}">
                <a16:creationId xmlns:a16="http://schemas.microsoft.com/office/drawing/2014/main" id="{EA42FE59-8B22-4FC4-BD60-A686BE0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157" y="1788153"/>
            <a:ext cx="108001" cy="57848"/>
          </a:xfrm>
          <a:custGeom xmlns:a="http://schemas.openxmlformats.org/drawingml/2006/main">
            <a:pathLst>
              <a:path w="108001" h="57848">
                <a:moveTo>
                  <a:pt x="7018" y="18175"/>
                </a:moveTo>
                <a:lnTo>
                  <a:pt x="21162" y="18175"/>
                </a:lnTo>
                <a:cubicBezTo>
                  <a:pt x="21659" y="15403"/>
                  <a:pt x="22971" y="13360"/>
                  <a:pt x="25097" y="12046"/>
                </a:cubicBezTo>
                <a:cubicBezTo>
                  <a:pt x="27224" y="10731"/>
                  <a:pt x="29635" y="10074"/>
                  <a:pt x="32330" y="10074"/>
                </a:cubicBezTo>
                <a:cubicBezTo>
                  <a:pt x="33322" y="10074"/>
                  <a:pt x="34368" y="10163"/>
                  <a:pt x="35467" y="10340"/>
                </a:cubicBezTo>
                <a:cubicBezTo>
                  <a:pt x="36566" y="10518"/>
                  <a:pt x="37594" y="10855"/>
                  <a:pt x="38550" y="11351"/>
                </a:cubicBezTo>
                <a:cubicBezTo>
                  <a:pt x="39507" y="11848"/>
                  <a:pt x="40305" y="12522"/>
                  <a:pt x="40944" y="13373"/>
                </a:cubicBezTo>
                <a:cubicBezTo>
                  <a:pt x="41582" y="14223"/>
                  <a:pt x="41901" y="15358"/>
                  <a:pt x="41901" y="16778"/>
                </a:cubicBezTo>
                <a:cubicBezTo>
                  <a:pt x="41901" y="18551"/>
                  <a:pt x="41475" y="19881"/>
                  <a:pt x="40624" y="20768"/>
                </a:cubicBezTo>
                <a:cubicBezTo>
                  <a:pt x="39774" y="21654"/>
                  <a:pt x="38480" y="22328"/>
                  <a:pt x="36742" y="22790"/>
                </a:cubicBezTo>
                <a:cubicBezTo>
                  <a:pt x="35006" y="23251"/>
                  <a:pt x="32826" y="23588"/>
                  <a:pt x="30203" y="23801"/>
                </a:cubicBezTo>
                <a:cubicBezTo>
                  <a:pt x="27579" y="24013"/>
                  <a:pt x="24495" y="24331"/>
                  <a:pt x="20951" y="24757"/>
                </a:cubicBezTo>
                <a:cubicBezTo>
                  <a:pt x="14286" y="25538"/>
                  <a:pt x="9128" y="27524"/>
                  <a:pt x="5477" y="30717"/>
                </a:cubicBezTo>
                <a:cubicBezTo>
                  <a:pt x="1826" y="33908"/>
                  <a:pt x="0" y="38164"/>
                  <a:pt x="0" y="43483"/>
                </a:cubicBezTo>
                <a:cubicBezTo>
                  <a:pt x="0" y="45399"/>
                  <a:pt x="354" y="47226"/>
                  <a:pt x="1063" y="48963"/>
                </a:cubicBezTo>
                <a:cubicBezTo>
                  <a:pt x="1773" y="50701"/>
                  <a:pt x="2872" y="52226"/>
                  <a:pt x="4360" y="53539"/>
                </a:cubicBezTo>
                <a:cubicBezTo>
                  <a:pt x="5849" y="54852"/>
                  <a:pt x="7710" y="55898"/>
                  <a:pt x="9943" y="56678"/>
                </a:cubicBezTo>
                <a:cubicBezTo>
                  <a:pt x="12177" y="57458"/>
                  <a:pt x="14782" y="57848"/>
                  <a:pt x="17759" y="57848"/>
                </a:cubicBezTo>
                <a:cubicBezTo>
                  <a:pt x="20951" y="57848"/>
                  <a:pt x="24035" y="57300"/>
                  <a:pt x="27012" y="56204"/>
                </a:cubicBezTo>
                <a:cubicBezTo>
                  <a:pt x="29989" y="55108"/>
                  <a:pt x="32506" y="53393"/>
                  <a:pt x="34563" y="51060"/>
                </a:cubicBezTo>
                <a:lnTo>
                  <a:pt x="34563" y="56498"/>
                </a:lnTo>
                <a:lnTo>
                  <a:pt x="49664" y="56468"/>
                </a:lnTo>
                <a:cubicBezTo>
                  <a:pt x="49309" y="55263"/>
                  <a:pt x="49132" y="54200"/>
                  <a:pt x="49132" y="53278"/>
                </a:cubicBezTo>
                <a:cubicBezTo>
                  <a:pt x="49132" y="52215"/>
                  <a:pt x="49185" y="50956"/>
                  <a:pt x="49291" y="49503"/>
                </a:cubicBezTo>
                <a:cubicBezTo>
                  <a:pt x="49398" y="48050"/>
                  <a:pt x="49593" y="46827"/>
                  <a:pt x="49877" y="45834"/>
                </a:cubicBezTo>
                <a:lnTo>
                  <a:pt x="54769" y="23715"/>
                </a:lnTo>
                <a:cubicBezTo>
                  <a:pt x="55549" y="20170"/>
                  <a:pt x="55939" y="17085"/>
                  <a:pt x="55939" y="14462"/>
                </a:cubicBezTo>
                <a:cubicBezTo>
                  <a:pt x="56010" y="11343"/>
                  <a:pt x="55318" y="8845"/>
                  <a:pt x="53864" y="6966"/>
                </a:cubicBezTo>
                <a:cubicBezTo>
                  <a:pt x="52411" y="5087"/>
                  <a:pt x="50550" y="3634"/>
                  <a:pt x="48282" y="2606"/>
                </a:cubicBezTo>
                <a:cubicBezTo>
                  <a:pt x="46013" y="1577"/>
                  <a:pt x="43531" y="886"/>
                  <a:pt x="40836" y="532"/>
                </a:cubicBezTo>
                <a:cubicBezTo>
                  <a:pt x="38143" y="177"/>
                  <a:pt x="35555" y="0"/>
                  <a:pt x="33073" y="0"/>
                </a:cubicBezTo>
                <a:cubicBezTo>
                  <a:pt x="29954" y="0"/>
                  <a:pt x="26941" y="301"/>
                  <a:pt x="24034" y="904"/>
                </a:cubicBezTo>
                <a:cubicBezTo>
                  <a:pt x="21128" y="1505"/>
                  <a:pt x="18504" y="2515"/>
                  <a:pt x="16164" y="3932"/>
                </a:cubicBezTo>
                <a:cubicBezTo>
                  <a:pt x="13825" y="5349"/>
                  <a:pt x="11840" y="7209"/>
                  <a:pt x="10209" y="9513"/>
                </a:cubicBezTo>
                <a:cubicBezTo>
                  <a:pt x="8578" y="11816"/>
                  <a:pt x="7515" y="14703"/>
                  <a:pt x="7018" y="18175"/>
                </a:cubicBezTo>
                <a:moveTo>
                  <a:pt x="38923" y="30117"/>
                </a:moveTo>
                <a:lnTo>
                  <a:pt x="37434" y="35434"/>
                </a:lnTo>
                <a:cubicBezTo>
                  <a:pt x="37008" y="36923"/>
                  <a:pt x="36477" y="38412"/>
                  <a:pt x="35838" y="39902"/>
                </a:cubicBezTo>
                <a:cubicBezTo>
                  <a:pt x="35201" y="41390"/>
                  <a:pt x="34333" y="42719"/>
                  <a:pt x="33234" y="43889"/>
                </a:cubicBezTo>
                <a:cubicBezTo>
                  <a:pt x="32135" y="45058"/>
                  <a:pt x="30787" y="46016"/>
                  <a:pt x="29192" y="46761"/>
                </a:cubicBezTo>
                <a:cubicBezTo>
                  <a:pt x="27597" y="47505"/>
                  <a:pt x="25630" y="47878"/>
                  <a:pt x="23290" y="47878"/>
                </a:cubicBezTo>
                <a:cubicBezTo>
                  <a:pt x="21091" y="47878"/>
                  <a:pt x="19159" y="47364"/>
                  <a:pt x="17493" y="46336"/>
                </a:cubicBezTo>
                <a:cubicBezTo>
                  <a:pt x="15827" y="45307"/>
                  <a:pt x="14994" y="43764"/>
                  <a:pt x="14994" y="41708"/>
                </a:cubicBezTo>
                <a:cubicBezTo>
                  <a:pt x="14994" y="40007"/>
                  <a:pt x="15313" y="38607"/>
                  <a:pt x="15952" y="37508"/>
                </a:cubicBezTo>
                <a:cubicBezTo>
                  <a:pt x="16590" y="36409"/>
                  <a:pt x="17423" y="35540"/>
                  <a:pt x="18451" y="34902"/>
                </a:cubicBezTo>
                <a:cubicBezTo>
                  <a:pt x="19478" y="34264"/>
                  <a:pt x="20666" y="33786"/>
                  <a:pt x="22013" y="33468"/>
                </a:cubicBezTo>
                <a:cubicBezTo>
                  <a:pt x="23361" y="33148"/>
                  <a:pt x="24743" y="32917"/>
                  <a:pt x="26160" y="32775"/>
                </a:cubicBezTo>
                <a:cubicBezTo>
                  <a:pt x="28359" y="32633"/>
                  <a:pt x="30556" y="32438"/>
                  <a:pt x="32754" y="32190"/>
                </a:cubicBezTo>
                <a:cubicBezTo>
                  <a:pt x="34952" y="31943"/>
                  <a:pt x="37008" y="31251"/>
                  <a:pt x="38923" y="30117"/>
                </a:cubicBezTo>
                <a:close/>
                <a:moveTo>
                  <a:pt x="72054" y="1454"/>
                </a:moveTo>
                <a:lnTo>
                  <a:pt x="60675" y="56498"/>
                </a:lnTo>
                <a:lnTo>
                  <a:pt x="75671" y="56498"/>
                </a:lnTo>
                <a:lnTo>
                  <a:pt x="80775" y="32119"/>
                </a:lnTo>
                <a:cubicBezTo>
                  <a:pt x="81271" y="29777"/>
                  <a:pt x="81927" y="27523"/>
                  <a:pt x="82741" y="25359"/>
                </a:cubicBezTo>
                <a:cubicBezTo>
                  <a:pt x="83557" y="23194"/>
                  <a:pt x="84656" y="21260"/>
                  <a:pt x="86039" y="19557"/>
                </a:cubicBezTo>
                <a:cubicBezTo>
                  <a:pt x="87421" y="17853"/>
                  <a:pt x="89123" y="16505"/>
                  <a:pt x="91144" y="15512"/>
                </a:cubicBezTo>
                <a:cubicBezTo>
                  <a:pt x="93165" y="14518"/>
                  <a:pt x="95629" y="14021"/>
                  <a:pt x="98536" y="14021"/>
                </a:cubicBezTo>
                <a:cubicBezTo>
                  <a:pt x="99599" y="14021"/>
                  <a:pt x="100663" y="14127"/>
                  <a:pt x="101726" y="14340"/>
                </a:cubicBezTo>
                <a:cubicBezTo>
                  <a:pt x="102789" y="14552"/>
                  <a:pt x="103853" y="14765"/>
                  <a:pt x="104916" y="14978"/>
                </a:cubicBezTo>
                <a:lnTo>
                  <a:pt x="108001" y="318"/>
                </a:lnTo>
                <a:cubicBezTo>
                  <a:pt x="106441" y="106"/>
                  <a:pt x="104881" y="0"/>
                  <a:pt x="103321" y="0"/>
                </a:cubicBezTo>
                <a:cubicBezTo>
                  <a:pt x="99279" y="0"/>
                  <a:pt x="95539" y="974"/>
                  <a:pt x="92100" y="2921"/>
                </a:cubicBezTo>
                <a:cubicBezTo>
                  <a:pt x="88662" y="4868"/>
                  <a:pt x="86092" y="7754"/>
                  <a:pt x="84392" y="11578"/>
                </a:cubicBezTo>
                <a:lnTo>
                  <a:pt x="84179" y="11366"/>
                </a:lnTo>
                <a:lnTo>
                  <a:pt x="86412" y="1454"/>
                </a:lnTo>
                <a:lnTo>
                  <a:pt x="72054" y="145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ray">
            <a:extLst xmlns:a="http://schemas.openxmlformats.org/drawingml/2006/main">
              <a:ext uri="{FF2B5EF4-FFF2-40B4-BE49-F238E27FC236}">
                <a16:creationId xmlns:a16="http://schemas.microsoft.com/office/drawing/2014/main" id="{2DC3C1F9-51C2-4127-820D-9093A50A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147" y="1788153"/>
            <a:ext cx="161440" cy="75711"/>
          </a:xfrm>
          <a:custGeom xmlns:a="http://schemas.openxmlformats.org/drawingml/2006/main">
            <a:pathLst>
              <a:path w="161440" h="75711">
                <a:moveTo>
                  <a:pt x="11379" y="1454"/>
                </a:moveTo>
                <a:lnTo>
                  <a:pt x="0" y="56498"/>
                </a:lnTo>
                <a:lnTo>
                  <a:pt x="14996" y="56498"/>
                </a:lnTo>
                <a:lnTo>
                  <a:pt x="20099" y="32119"/>
                </a:lnTo>
                <a:cubicBezTo>
                  <a:pt x="20596" y="29777"/>
                  <a:pt x="21251" y="27523"/>
                  <a:pt x="22066" y="25359"/>
                </a:cubicBezTo>
                <a:cubicBezTo>
                  <a:pt x="22882" y="23194"/>
                  <a:pt x="23981" y="21260"/>
                  <a:pt x="25364" y="19557"/>
                </a:cubicBezTo>
                <a:cubicBezTo>
                  <a:pt x="26746" y="17853"/>
                  <a:pt x="28448" y="16505"/>
                  <a:pt x="30469" y="15512"/>
                </a:cubicBezTo>
                <a:cubicBezTo>
                  <a:pt x="32490" y="14518"/>
                  <a:pt x="34953" y="14021"/>
                  <a:pt x="37860" y="14021"/>
                </a:cubicBezTo>
                <a:cubicBezTo>
                  <a:pt x="38924" y="14021"/>
                  <a:pt x="39987" y="14127"/>
                  <a:pt x="41051" y="14340"/>
                </a:cubicBezTo>
                <a:cubicBezTo>
                  <a:pt x="42114" y="14552"/>
                  <a:pt x="43177" y="14765"/>
                  <a:pt x="44241" y="14978"/>
                </a:cubicBezTo>
                <a:lnTo>
                  <a:pt x="47326" y="318"/>
                </a:lnTo>
                <a:cubicBezTo>
                  <a:pt x="45766" y="106"/>
                  <a:pt x="44206" y="0"/>
                  <a:pt x="42646" y="0"/>
                </a:cubicBezTo>
                <a:cubicBezTo>
                  <a:pt x="38604" y="0"/>
                  <a:pt x="34864" y="974"/>
                  <a:pt x="31424" y="2921"/>
                </a:cubicBezTo>
                <a:cubicBezTo>
                  <a:pt x="27986" y="4868"/>
                  <a:pt x="25417" y="7754"/>
                  <a:pt x="23716" y="11578"/>
                </a:cubicBezTo>
                <a:lnTo>
                  <a:pt x="23504" y="11366"/>
                </a:lnTo>
                <a:lnTo>
                  <a:pt x="25737" y="1454"/>
                </a:lnTo>
                <a:lnTo>
                  <a:pt x="11379" y="1454"/>
                </a:lnTo>
                <a:close/>
                <a:moveTo>
                  <a:pt x="48866" y="18175"/>
                </a:moveTo>
                <a:lnTo>
                  <a:pt x="63010" y="18175"/>
                </a:lnTo>
                <a:cubicBezTo>
                  <a:pt x="63507" y="15403"/>
                  <a:pt x="64818" y="13360"/>
                  <a:pt x="66945" y="12046"/>
                </a:cubicBezTo>
                <a:cubicBezTo>
                  <a:pt x="69072" y="10731"/>
                  <a:pt x="71483" y="10074"/>
                  <a:pt x="74178" y="10074"/>
                </a:cubicBezTo>
                <a:cubicBezTo>
                  <a:pt x="75170" y="10074"/>
                  <a:pt x="76215" y="10163"/>
                  <a:pt x="77314" y="10340"/>
                </a:cubicBezTo>
                <a:cubicBezTo>
                  <a:pt x="78414" y="10518"/>
                  <a:pt x="79441" y="10855"/>
                  <a:pt x="80398" y="11351"/>
                </a:cubicBezTo>
                <a:cubicBezTo>
                  <a:pt x="81355" y="11848"/>
                  <a:pt x="82153" y="12522"/>
                  <a:pt x="82791" y="13373"/>
                </a:cubicBezTo>
                <a:cubicBezTo>
                  <a:pt x="83429" y="14223"/>
                  <a:pt x="83749" y="15358"/>
                  <a:pt x="83749" y="16778"/>
                </a:cubicBezTo>
                <a:cubicBezTo>
                  <a:pt x="83749" y="18551"/>
                  <a:pt x="83323" y="19881"/>
                  <a:pt x="82472" y="20768"/>
                </a:cubicBezTo>
                <a:cubicBezTo>
                  <a:pt x="81621" y="21654"/>
                  <a:pt x="80327" y="22328"/>
                  <a:pt x="78590" y="22790"/>
                </a:cubicBezTo>
                <a:cubicBezTo>
                  <a:pt x="76854" y="23251"/>
                  <a:pt x="74674" y="23588"/>
                  <a:pt x="72050" y="23801"/>
                </a:cubicBezTo>
                <a:cubicBezTo>
                  <a:pt x="69427" y="24013"/>
                  <a:pt x="66343" y="24331"/>
                  <a:pt x="62799" y="24757"/>
                </a:cubicBezTo>
                <a:cubicBezTo>
                  <a:pt x="56134" y="25538"/>
                  <a:pt x="50976" y="27524"/>
                  <a:pt x="47324" y="30717"/>
                </a:cubicBezTo>
                <a:cubicBezTo>
                  <a:pt x="43673" y="33908"/>
                  <a:pt x="41848" y="38164"/>
                  <a:pt x="41848" y="43483"/>
                </a:cubicBezTo>
                <a:cubicBezTo>
                  <a:pt x="41848" y="45399"/>
                  <a:pt x="42202" y="47226"/>
                  <a:pt x="42911" y="48963"/>
                </a:cubicBezTo>
                <a:cubicBezTo>
                  <a:pt x="43620" y="50701"/>
                  <a:pt x="44719" y="52226"/>
                  <a:pt x="46208" y="53539"/>
                </a:cubicBezTo>
                <a:cubicBezTo>
                  <a:pt x="47697" y="54852"/>
                  <a:pt x="49557" y="55898"/>
                  <a:pt x="51790" y="56678"/>
                </a:cubicBezTo>
                <a:cubicBezTo>
                  <a:pt x="54024" y="57458"/>
                  <a:pt x="56630" y="57848"/>
                  <a:pt x="59607" y="57848"/>
                </a:cubicBezTo>
                <a:cubicBezTo>
                  <a:pt x="62798" y="57848"/>
                  <a:pt x="65883" y="57300"/>
                  <a:pt x="68860" y="56204"/>
                </a:cubicBezTo>
                <a:cubicBezTo>
                  <a:pt x="71837" y="55108"/>
                  <a:pt x="74354" y="53393"/>
                  <a:pt x="76411" y="51060"/>
                </a:cubicBezTo>
                <a:lnTo>
                  <a:pt x="76411" y="56498"/>
                </a:lnTo>
                <a:lnTo>
                  <a:pt x="91512" y="56468"/>
                </a:lnTo>
                <a:cubicBezTo>
                  <a:pt x="91157" y="55263"/>
                  <a:pt x="90980" y="54200"/>
                  <a:pt x="90980" y="53278"/>
                </a:cubicBezTo>
                <a:cubicBezTo>
                  <a:pt x="90980" y="52215"/>
                  <a:pt x="91033" y="50956"/>
                  <a:pt x="91139" y="49503"/>
                </a:cubicBezTo>
                <a:cubicBezTo>
                  <a:pt x="91246" y="48050"/>
                  <a:pt x="91441" y="46827"/>
                  <a:pt x="91724" y="45834"/>
                </a:cubicBezTo>
                <a:lnTo>
                  <a:pt x="96617" y="23715"/>
                </a:lnTo>
                <a:cubicBezTo>
                  <a:pt x="97397" y="20170"/>
                  <a:pt x="97787" y="17085"/>
                  <a:pt x="97787" y="14462"/>
                </a:cubicBezTo>
                <a:cubicBezTo>
                  <a:pt x="97857" y="11343"/>
                  <a:pt x="97166" y="8845"/>
                  <a:pt x="95712" y="6966"/>
                </a:cubicBezTo>
                <a:cubicBezTo>
                  <a:pt x="94259" y="5087"/>
                  <a:pt x="92398" y="3634"/>
                  <a:pt x="90129" y="2606"/>
                </a:cubicBezTo>
                <a:cubicBezTo>
                  <a:pt x="87861" y="1577"/>
                  <a:pt x="85379" y="886"/>
                  <a:pt x="82684" y="532"/>
                </a:cubicBezTo>
                <a:cubicBezTo>
                  <a:pt x="79990" y="177"/>
                  <a:pt x="77403" y="0"/>
                  <a:pt x="74921" y="0"/>
                </a:cubicBezTo>
                <a:cubicBezTo>
                  <a:pt x="71802" y="0"/>
                  <a:pt x="68789" y="301"/>
                  <a:pt x="65882" y="904"/>
                </a:cubicBezTo>
                <a:cubicBezTo>
                  <a:pt x="62975" y="1505"/>
                  <a:pt x="60352" y="2515"/>
                  <a:pt x="58012" y="3932"/>
                </a:cubicBezTo>
                <a:cubicBezTo>
                  <a:pt x="55673" y="5349"/>
                  <a:pt x="53688" y="7209"/>
                  <a:pt x="52056" y="9513"/>
                </a:cubicBezTo>
                <a:cubicBezTo>
                  <a:pt x="50426" y="11816"/>
                  <a:pt x="49363" y="14703"/>
                  <a:pt x="48866" y="18175"/>
                </a:cubicBezTo>
                <a:moveTo>
                  <a:pt x="80771" y="30117"/>
                </a:moveTo>
                <a:lnTo>
                  <a:pt x="79281" y="35434"/>
                </a:lnTo>
                <a:cubicBezTo>
                  <a:pt x="78856" y="36923"/>
                  <a:pt x="78324" y="38412"/>
                  <a:pt x="77686" y="39902"/>
                </a:cubicBezTo>
                <a:cubicBezTo>
                  <a:pt x="77049" y="41390"/>
                  <a:pt x="76181" y="42719"/>
                  <a:pt x="75082" y="43889"/>
                </a:cubicBezTo>
                <a:cubicBezTo>
                  <a:pt x="73982" y="45058"/>
                  <a:pt x="72635" y="46016"/>
                  <a:pt x="71039" y="46761"/>
                </a:cubicBezTo>
                <a:cubicBezTo>
                  <a:pt x="69445" y="47505"/>
                  <a:pt x="67477" y="47878"/>
                  <a:pt x="65137" y="47878"/>
                </a:cubicBezTo>
                <a:cubicBezTo>
                  <a:pt x="62939" y="47878"/>
                  <a:pt x="61007" y="47364"/>
                  <a:pt x="59341" y="46336"/>
                </a:cubicBezTo>
                <a:cubicBezTo>
                  <a:pt x="57675" y="45307"/>
                  <a:pt x="56842" y="43764"/>
                  <a:pt x="56842" y="41708"/>
                </a:cubicBezTo>
                <a:cubicBezTo>
                  <a:pt x="56842" y="40007"/>
                  <a:pt x="57161" y="38607"/>
                  <a:pt x="57799" y="37508"/>
                </a:cubicBezTo>
                <a:cubicBezTo>
                  <a:pt x="58438" y="36409"/>
                  <a:pt x="59271" y="35540"/>
                  <a:pt x="60298" y="34902"/>
                </a:cubicBezTo>
                <a:cubicBezTo>
                  <a:pt x="61326" y="34264"/>
                  <a:pt x="62513" y="33786"/>
                  <a:pt x="63860" y="33468"/>
                </a:cubicBezTo>
                <a:cubicBezTo>
                  <a:pt x="65208" y="33148"/>
                  <a:pt x="66591" y="32917"/>
                  <a:pt x="68008" y="32775"/>
                </a:cubicBezTo>
                <a:cubicBezTo>
                  <a:pt x="70206" y="32633"/>
                  <a:pt x="72404" y="32438"/>
                  <a:pt x="74601" y="32190"/>
                </a:cubicBezTo>
                <a:cubicBezTo>
                  <a:pt x="76799" y="31943"/>
                  <a:pt x="78856" y="31251"/>
                  <a:pt x="80771" y="30117"/>
                </a:cubicBezTo>
                <a:close/>
                <a:moveTo>
                  <a:pt x="126452" y="64131"/>
                </a:moveTo>
                <a:lnTo>
                  <a:pt x="161440" y="1558"/>
                </a:lnTo>
                <a:lnTo>
                  <a:pt x="145489" y="1558"/>
                </a:lnTo>
                <a:lnTo>
                  <a:pt x="126452" y="40906"/>
                </a:lnTo>
                <a:lnTo>
                  <a:pt x="126240" y="40906"/>
                </a:lnTo>
                <a:lnTo>
                  <a:pt x="121454" y="1558"/>
                </a:lnTo>
                <a:lnTo>
                  <a:pt x="105926" y="1558"/>
                </a:lnTo>
                <a:lnTo>
                  <a:pt x="115711" y="55921"/>
                </a:lnTo>
                <a:cubicBezTo>
                  <a:pt x="115215" y="56559"/>
                  <a:pt x="114736" y="57302"/>
                  <a:pt x="114275" y="58151"/>
                </a:cubicBezTo>
                <a:cubicBezTo>
                  <a:pt x="113814" y="59000"/>
                  <a:pt x="113247" y="59797"/>
                  <a:pt x="112573" y="60540"/>
                </a:cubicBezTo>
                <a:cubicBezTo>
                  <a:pt x="111900" y="61284"/>
                  <a:pt x="111032" y="61921"/>
                  <a:pt x="109968" y="62451"/>
                </a:cubicBezTo>
                <a:cubicBezTo>
                  <a:pt x="108905" y="62983"/>
                  <a:pt x="107487" y="63248"/>
                  <a:pt x="105713" y="63248"/>
                </a:cubicBezTo>
                <a:cubicBezTo>
                  <a:pt x="104721" y="63248"/>
                  <a:pt x="103711" y="63144"/>
                  <a:pt x="102684" y="62937"/>
                </a:cubicBezTo>
                <a:cubicBezTo>
                  <a:pt x="101655" y="62729"/>
                  <a:pt x="100645" y="62625"/>
                  <a:pt x="99652" y="62625"/>
                </a:cubicBezTo>
                <a:lnTo>
                  <a:pt x="97100" y="75192"/>
                </a:lnTo>
                <a:cubicBezTo>
                  <a:pt x="98447" y="75261"/>
                  <a:pt x="99794" y="75365"/>
                  <a:pt x="101141" y="75503"/>
                </a:cubicBezTo>
                <a:cubicBezTo>
                  <a:pt x="102487" y="75642"/>
                  <a:pt x="103799" y="75711"/>
                  <a:pt x="105076" y="75711"/>
                </a:cubicBezTo>
                <a:cubicBezTo>
                  <a:pt x="107911" y="75711"/>
                  <a:pt x="110374" y="75551"/>
                  <a:pt x="112466" y="75232"/>
                </a:cubicBezTo>
                <a:cubicBezTo>
                  <a:pt x="114558" y="74914"/>
                  <a:pt x="116419" y="74330"/>
                  <a:pt x="118050" y="73480"/>
                </a:cubicBezTo>
                <a:cubicBezTo>
                  <a:pt x="119681" y="72630"/>
                  <a:pt x="121170" y="71444"/>
                  <a:pt x="122517" y="69921"/>
                </a:cubicBezTo>
                <a:cubicBezTo>
                  <a:pt x="123864" y="68399"/>
                  <a:pt x="125176" y="66469"/>
                  <a:pt x="126452" y="64131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4D7BF-FF48-4F27-ACB0-D8BF74B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994" y="1859953"/>
            <a:ext cx="260898" cy="10"/>
          </a:xfrm>
          <a:custGeom xmlns:a="http://schemas.openxmlformats.org/drawingml/2006/main">
            <a:pathLst>
              <a:path w="260898" h="1" fill="none">
                <a:moveTo>
                  <a:pt x="0" y="0"/>
                </a:moveTo>
                <a:lnTo>
                  <a:pt x="2608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509" cap="flat">
            <a:solidFill>
              <a:srgbClr val="0070C0"/>
            </a:solidFill>
            <a:bevel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6F268-38E9-4F2F-860B-B230680B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794" y="1859953"/>
            <a:ext cx="260898" cy="10"/>
          </a:xfrm>
          <a:custGeom xmlns:a="http://schemas.openxmlformats.org/drawingml/2006/main">
            <a:pathLst>
              <a:path w="260898" h="1" fill="none">
                <a:moveTo>
                  <a:pt x="0" y="0"/>
                </a:moveTo>
                <a:lnTo>
                  <a:pt x="2608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509" cap="flat">
            <a:solidFill>
              <a:srgbClr val="0070C0"/>
            </a:solidFill>
            <a:bevel/>
          </a:ln>
        </p:spPr>
      </p:sp>
      <p:sp>
        <p:nvSpPr>
          <p:cNvPr id="232" name="Text Element-wiseabsolutevalue.">
            <a:extLst xmlns:a="http://schemas.openxmlformats.org/drawingml/2006/main">
              <a:ext uri="{FF2B5EF4-FFF2-40B4-BE49-F238E27FC236}">
                <a16:creationId xmlns:a16="http://schemas.microsoft.com/office/drawing/2014/main" id="{CD421B59-94E0-4D91-ADF4-F31CAFB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64" y="1949295"/>
            <a:ext cx="1379562" cy="77061"/>
          </a:xfrm>
          <a:custGeom xmlns:a="http://schemas.openxmlformats.org/drawingml/2006/main">
            <a:pathLst>
              <a:path w="1379562" h="77061">
                <a:moveTo>
                  <a:pt x="0" y="0"/>
                </a:moveTo>
                <a:lnTo>
                  <a:pt x="0" y="75919"/>
                </a:lnTo>
                <a:lnTo>
                  <a:pt x="52749" y="75919"/>
                </a:lnTo>
                <a:lnTo>
                  <a:pt x="52749" y="67402"/>
                </a:lnTo>
                <a:lnTo>
                  <a:pt x="10103" y="67402"/>
                </a:lnTo>
                <a:lnTo>
                  <a:pt x="10103" y="41127"/>
                </a:lnTo>
                <a:lnTo>
                  <a:pt x="49559" y="41127"/>
                </a:lnTo>
                <a:lnTo>
                  <a:pt x="49559" y="32611"/>
                </a:lnTo>
                <a:lnTo>
                  <a:pt x="10103" y="32611"/>
                </a:lnTo>
                <a:lnTo>
                  <a:pt x="10103" y="8516"/>
                </a:lnTo>
                <a:lnTo>
                  <a:pt x="52429" y="8516"/>
                </a:lnTo>
                <a:lnTo>
                  <a:pt x="52429" y="0"/>
                </a:lnTo>
                <a:lnTo>
                  <a:pt x="0" y="0"/>
                </a:lnTo>
                <a:close/>
                <a:moveTo>
                  <a:pt x="64841" y="0"/>
                </a:moveTo>
                <a:lnTo>
                  <a:pt x="64841" y="75919"/>
                </a:lnTo>
                <a:lnTo>
                  <a:pt x="73881" y="75919"/>
                </a:lnTo>
                <a:lnTo>
                  <a:pt x="73881" y="0"/>
                </a:lnTo>
                <a:lnTo>
                  <a:pt x="64841" y="0"/>
                </a:lnTo>
                <a:close/>
                <a:moveTo>
                  <a:pt x="126206" y="43204"/>
                </a:moveTo>
                <a:lnTo>
                  <a:pt x="94621" y="43204"/>
                </a:lnTo>
                <a:cubicBezTo>
                  <a:pt x="94763" y="41070"/>
                  <a:pt x="95223" y="39060"/>
                  <a:pt x="96003" y="37175"/>
                </a:cubicBezTo>
                <a:cubicBezTo>
                  <a:pt x="96783" y="35290"/>
                  <a:pt x="97847" y="33636"/>
                  <a:pt x="99194" y="32213"/>
                </a:cubicBezTo>
                <a:cubicBezTo>
                  <a:pt x="100541" y="30791"/>
                  <a:pt x="102154" y="29670"/>
                  <a:pt x="104033" y="28852"/>
                </a:cubicBezTo>
                <a:cubicBezTo>
                  <a:pt x="105912" y="28035"/>
                  <a:pt x="108021" y="27626"/>
                  <a:pt x="110360" y="27626"/>
                </a:cubicBezTo>
                <a:cubicBezTo>
                  <a:pt x="112629" y="27626"/>
                  <a:pt x="114702" y="28035"/>
                  <a:pt x="116582" y="28852"/>
                </a:cubicBezTo>
                <a:cubicBezTo>
                  <a:pt x="118461" y="29670"/>
                  <a:pt x="120092" y="30773"/>
                  <a:pt x="121474" y="32161"/>
                </a:cubicBezTo>
                <a:cubicBezTo>
                  <a:pt x="122857" y="33548"/>
                  <a:pt x="123955" y="35202"/>
                  <a:pt x="124770" y="37122"/>
                </a:cubicBezTo>
                <a:cubicBezTo>
                  <a:pt x="125586" y="39042"/>
                  <a:pt x="126064" y="41070"/>
                  <a:pt x="126206" y="43204"/>
                </a:cubicBezTo>
                <a:moveTo>
                  <a:pt x="134927" y="58471"/>
                </a:moveTo>
                <a:lnTo>
                  <a:pt x="125993" y="58471"/>
                </a:lnTo>
                <a:cubicBezTo>
                  <a:pt x="125213" y="62072"/>
                  <a:pt x="123600" y="64756"/>
                  <a:pt x="121154" y="66521"/>
                </a:cubicBezTo>
                <a:cubicBezTo>
                  <a:pt x="118708" y="68286"/>
                  <a:pt x="115571" y="69168"/>
                  <a:pt x="111743" y="69168"/>
                </a:cubicBezTo>
                <a:cubicBezTo>
                  <a:pt x="108765" y="69168"/>
                  <a:pt x="106178" y="68675"/>
                  <a:pt x="103979" y="67688"/>
                </a:cubicBezTo>
                <a:cubicBezTo>
                  <a:pt x="101782" y="66701"/>
                  <a:pt x="99974" y="65380"/>
                  <a:pt x="98556" y="63725"/>
                </a:cubicBezTo>
                <a:cubicBezTo>
                  <a:pt x="97138" y="62069"/>
                  <a:pt x="96110" y="60167"/>
                  <a:pt x="95471" y="58018"/>
                </a:cubicBezTo>
                <a:cubicBezTo>
                  <a:pt x="94833" y="55868"/>
                  <a:pt x="94550" y="53596"/>
                  <a:pt x="94621" y="51201"/>
                </a:cubicBezTo>
                <a:lnTo>
                  <a:pt x="135777" y="51201"/>
                </a:lnTo>
                <a:cubicBezTo>
                  <a:pt x="135919" y="47859"/>
                  <a:pt x="135617" y="44339"/>
                  <a:pt x="134873" y="40642"/>
                </a:cubicBezTo>
                <a:cubicBezTo>
                  <a:pt x="134129" y="36944"/>
                  <a:pt x="132781" y="33531"/>
                  <a:pt x="130831" y="30402"/>
                </a:cubicBezTo>
                <a:cubicBezTo>
                  <a:pt x="128881" y="27273"/>
                  <a:pt x="126294" y="24696"/>
                  <a:pt x="123068" y="22670"/>
                </a:cubicBezTo>
                <a:cubicBezTo>
                  <a:pt x="119842" y="20642"/>
                  <a:pt x="115783" y="19629"/>
                  <a:pt x="110891" y="19629"/>
                </a:cubicBezTo>
                <a:cubicBezTo>
                  <a:pt x="107133" y="19629"/>
                  <a:pt x="103677" y="20338"/>
                  <a:pt x="100521" y="21756"/>
                </a:cubicBezTo>
                <a:cubicBezTo>
                  <a:pt x="97367" y="23174"/>
                  <a:pt x="94637" y="25160"/>
                  <a:pt x="92333" y="27713"/>
                </a:cubicBezTo>
                <a:cubicBezTo>
                  <a:pt x="90029" y="30265"/>
                  <a:pt x="88238" y="33279"/>
                  <a:pt x="86962" y="36754"/>
                </a:cubicBezTo>
                <a:cubicBezTo>
                  <a:pt x="85686" y="40227"/>
                  <a:pt x="85048" y="44055"/>
                  <a:pt x="85048" y="48238"/>
                </a:cubicBezTo>
                <a:cubicBezTo>
                  <a:pt x="85190" y="52421"/>
                  <a:pt x="85810" y="56285"/>
                  <a:pt x="86910" y="59831"/>
                </a:cubicBezTo>
                <a:cubicBezTo>
                  <a:pt x="88009" y="63376"/>
                  <a:pt x="89657" y="66425"/>
                  <a:pt x="91854" y="68978"/>
                </a:cubicBezTo>
                <a:cubicBezTo>
                  <a:pt x="94052" y="71530"/>
                  <a:pt x="96765" y="73515"/>
                  <a:pt x="99991" y="74934"/>
                </a:cubicBezTo>
                <a:cubicBezTo>
                  <a:pt x="103217" y="76352"/>
                  <a:pt x="107027" y="77061"/>
                  <a:pt x="111423" y="77061"/>
                </a:cubicBezTo>
                <a:cubicBezTo>
                  <a:pt x="117663" y="77061"/>
                  <a:pt x="122839" y="75503"/>
                  <a:pt x="126951" y="72387"/>
                </a:cubicBezTo>
                <a:cubicBezTo>
                  <a:pt x="131063" y="69271"/>
                  <a:pt x="133722" y="64632"/>
                  <a:pt x="134927" y="58471"/>
                </a:cubicBezTo>
                <a:close/>
                <a:moveTo>
                  <a:pt x="145408" y="20906"/>
                </a:moveTo>
                <a:lnTo>
                  <a:pt x="145408" y="75919"/>
                </a:lnTo>
                <a:lnTo>
                  <a:pt x="154449" y="75919"/>
                </a:lnTo>
                <a:lnTo>
                  <a:pt x="154449" y="41667"/>
                </a:lnTo>
                <a:cubicBezTo>
                  <a:pt x="154449" y="40603"/>
                  <a:pt x="154714" y="39273"/>
                  <a:pt x="155245" y="37679"/>
                </a:cubicBezTo>
                <a:cubicBezTo>
                  <a:pt x="155778" y="36083"/>
                  <a:pt x="156629" y="34541"/>
                  <a:pt x="157798" y="33052"/>
                </a:cubicBezTo>
                <a:cubicBezTo>
                  <a:pt x="158969" y="31562"/>
                  <a:pt x="160493" y="30286"/>
                  <a:pt x="162371" y="29222"/>
                </a:cubicBezTo>
                <a:cubicBezTo>
                  <a:pt x="164250" y="28158"/>
                  <a:pt x="166501" y="27626"/>
                  <a:pt x="169125" y="27626"/>
                </a:cubicBezTo>
                <a:cubicBezTo>
                  <a:pt x="171181" y="27626"/>
                  <a:pt x="172865" y="27927"/>
                  <a:pt x="174176" y="28530"/>
                </a:cubicBezTo>
                <a:cubicBezTo>
                  <a:pt x="175488" y="29132"/>
                  <a:pt x="176533" y="29983"/>
                  <a:pt x="177313" y="31082"/>
                </a:cubicBezTo>
                <a:cubicBezTo>
                  <a:pt x="178093" y="32181"/>
                  <a:pt x="178643" y="33476"/>
                  <a:pt x="178962" y="34965"/>
                </a:cubicBezTo>
                <a:cubicBezTo>
                  <a:pt x="179281" y="36455"/>
                  <a:pt x="179441" y="38086"/>
                  <a:pt x="179441" y="39858"/>
                </a:cubicBezTo>
                <a:lnTo>
                  <a:pt x="179441" y="75919"/>
                </a:lnTo>
                <a:lnTo>
                  <a:pt x="188479" y="75919"/>
                </a:lnTo>
                <a:lnTo>
                  <a:pt x="188479" y="41667"/>
                </a:lnTo>
                <a:cubicBezTo>
                  <a:pt x="188479" y="37412"/>
                  <a:pt x="189755" y="34008"/>
                  <a:pt x="192307" y="31455"/>
                </a:cubicBezTo>
                <a:cubicBezTo>
                  <a:pt x="194861" y="28902"/>
                  <a:pt x="198370" y="27626"/>
                  <a:pt x="202836" y="27626"/>
                </a:cubicBezTo>
                <a:cubicBezTo>
                  <a:pt x="205034" y="27626"/>
                  <a:pt x="206824" y="27945"/>
                  <a:pt x="208207" y="28583"/>
                </a:cubicBezTo>
                <a:cubicBezTo>
                  <a:pt x="209590" y="29221"/>
                  <a:pt x="210671" y="30090"/>
                  <a:pt x="211451" y="31189"/>
                </a:cubicBezTo>
                <a:cubicBezTo>
                  <a:pt x="212231" y="32288"/>
                  <a:pt x="212763" y="33583"/>
                  <a:pt x="213046" y="35072"/>
                </a:cubicBezTo>
                <a:cubicBezTo>
                  <a:pt x="213330" y="36561"/>
                  <a:pt x="213471" y="38156"/>
                  <a:pt x="213471" y="39858"/>
                </a:cubicBezTo>
                <a:lnTo>
                  <a:pt x="213471" y="75919"/>
                </a:lnTo>
                <a:lnTo>
                  <a:pt x="222512" y="75919"/>
                </a:lnTo>
                <a:lnTo>
                  <a:pt x="222512" y="35590"/>
                </a:lnTo>
                <a:cubicBezTo>
                  <a:pt x="222512" y="32752"/>
                  <a:pt x="222069" y="30323"/>
                  <a:pt x="221183" y="28301"/>
                </a:cubicBezTo>
                <a:cubicBezTo>
                  <a:pt x="220297" y="26279"/>
                  <a:pt x="219056" y="24629"/>
                  <a:pt x="217460" y="23353"/>
                </a:cubicBezTo>
                <a:cubicBezTo>
                  <a:pt x="215864" y="22076"/>
                  <a:pt x="213950" y="21137"/>
                  <a:pt x="211717" y="20534"/>
                </a:cubicBezTo>
                <a:cubicBezTo>
                  <a:pt x="209484" y="19931"/>
                  <a:pt x="206985" y="19629"/>
                  <a:pt x="204220" y="19629"/>
                </a:cubicBezTo>
                <a:cubicBezTo>
                  <a:pt x="200603" y="19629"/>
                  <a:pt x="197289" y="20444"/>
                  <a:pt x="194276" y="22076"/>
                </a:cubicBezTo>
                <a:cubicBezTo>
                  <a:pt x="191263" y="23706"/>
                  <a:pt x="188835" y="26010"/>
                  <a:pt x="186991" y="28989"/>
                </a:cubicBezTo>
                <a:cubicBezTo>
                  <a:pt x="185856" y="25585"/>
                  <a:pt x="183906" y="23174"/>
                  <a:pt x="181141" y="21756"/>
                </a:cubicBezTo>
                <a:cubicBezTo>
                  <a:pt x="178377" y="20338"/>
                  <a:pt x="175293" y="19629"/>
                  <a:pt x="171890" y="19629"/>
                </a:cubicBezTo>
                <a:cubicBezTo>
                  <a:pt x="164161" y="19629"/>
                  <a:pt x="158241" y="22750"/>
                  <a:pt x="154129" y="28992"/>
                </a:cubicBezTo>
                <a:lnTo>
                  <a:pt x="153916" y="28992"/>
                </a:lnTo>
                <a:lnTo>
                  <a:pt x="153916" y="20906"/>
                </a:lnTo>
                <a:lnTo>
                  <a:pt x="145408" y="20906"/>
                </a:lnTo>
                <a:close/>
                <a:moveTo>
                  <a:pt x="274635" y="43204"/>
                </a:moveTo>
                <a:lnTo>
                  <a:pt x="243050" y="43204"/>
                </a:lnTo>
                <a:cubicBezTo>
                  <a:pt x="243191" y="41070"/>
                  <a:pt x="243652" y="39060"/>
                  <a:pt x="244432" y="37175"/>
                </a:cubicBezTo>
                <a:cubicBezTo>
                  <a:pt x="245212" y="35290"/>
                  <a:pt x="246276" y="33636"/>
                  <a:pt x="247623" y="32213"/>
                </a:cubicBezTo>
                <a:cubicBezTo>
                  <a:pt x="248970" y="30791"/>
                  <a:pt x="250583" y="29670"/>
                  <a:pt x="252462" y="28852"/>
                </a:cubicBezTo>
                <a:cubicBezTo>
                  <a:pt x="254341" y="28035"/>
                  <a:pt x="256450" y="27626"/>
                  <a:pt x="258789" y="27626"/>
                </a:cubicBezTo>
                <a:cubicBezTo>
                  <a:pt x="261057" y="27626"/>
                  <a:pt x="263131" y="28035"/>
                  <a:pt x="265010" y="28852"/>
                </a:cubicBezTo>
                <a:cubicBezTo>
                  <a:pt x="266890" y="29670"/>
                  <a:pt x="268520" y="30773"/>
                  <a:pt x="269903" y="32161"/>
                </a:cubicBezTo>
                <a:cubicBezTo>
                  <a:pt x="271286" y="33548"/>
                  <a:pt x="272384" y="35202"/>
                  <a:pt x="273199" y="37122"/>
                </a:cubicBezTo>
                <a:cubicBezTo>
                  <a:pt x="274014" y="39042"/>
                  <a:pt x="274493" y="41070"/>
                  <a:pt x="274635" y="43204"/>
                </a:cubicBezTo>
                <a:moveTo>
                  <a:pt x="283356" y="58471"/>
                </a:moveTo>
                <a:lnTo>
                  <a:pt x="274422" y="58471"/>
                </a:lnTo>
                <a:cubicBezTo>
                  <a:pt x="273642" y="62072"/>
                  <a:pt x="272029" y="64756"/>
                  <a:pt x="269583" y="66521"/>
                </a:cubicBezTo>
                <a:cubicBezTo>
                  <a:pt x="267137" y="68286"/>
                  <a:pt x="264000" y="69168"/>
                  <a:pt x="260171" y="69168"/>
                </a:cubicBezTo>
                <a:cubicBezTo>
                  <a:pt x="257194" y="69168"/>
                  <a:pt x="254606" y="68675"/>
                  <a:pt x="252408" y="67688"/>
                </a:cubicBezTo>
                <a:cubicBezTo>
                  <a:pt x="250211" y="66701"/>
                  <a:pt x="248403" y="65380"/>
                  <a:pt x="246985" y="63725"/>
                </a:cubicBezTo>
                <a:cubicBezTo>
                  <a:pt x="245567" y="62069"/>
                  <a:pt x="244538" y="60167"/>
                  <a:pt x="243900" y="58018"/>
                </a:cubicBezTo>
                <a:cubicBezTo>
                  <a:pt x="243262" y="55868"/>
                  <a:pt x="242978" y="53596"/>
                  <a:pt x="243050" y="51201"/>
                </a:cubicBezTo>
                <a:lnTo>
                  <a:pt x="284206" y="51201"/>
                </a:lnTo>
                <a:cubicBezTo>
                  <a:pt x="284348" y="47859"/>
                  <a:pt x="284046" y="44339"/>
                  <a:pt x="283302" y="40642"/>
                </a:cubicBezTo>
                <a:cubicBezTo>
                  <a:pt x="282558" y="36944"/>
                  <a:pt x="281210" y="33531"/>
                  <a:pt x="279260" y="30402"/>
                </a:cubicBezTo>
                <a:cubicBezTo>
                  <a:pt x="277310" y="27273"/>
                  <a:pt x="274723" y="24696"/>
                  <a:pt x="271496" y="22670"/>
                </a:cubicBezTo>
                <a:cubicBezTo>
                  <a:pt x="268270" y="20642"/>
                  <a:pt x="264211" y="19629"/>
                  <a:pt x="259319" y="19629"/>
                </a:cubicBezTo>
                <a:cubicBezTo>
                  <a:pt x="255562" y="19629"/>
                  <a:pt x="252106" y="20338"/>
                  <a:pt x="248950" y="21756"/>
                </a:cubicBezTo>
                <a:cubicBezTo>
                  <a:pt x="245795" y="23174"/>
                  <a:pt x="243066" y="25160"/>
                  <a:pt x="240762" y="27713"/>
                </a:cubicBezTo>
                <a:cubicBezTo>
                  <a:pt x="238457" y="30265"/>
                  <a:pt x="236667" y="33279"/>
                  <a:pt x="235390" y="36754"/>
                </a:cubicBezTo>
                <a:cubicBezTo>
                  <a:pt x="234115" y="40227"/>
                  <a:pt x="233477" y="44055"/>
                  <a:pt x="233477" y="48238"/>
                </a:cubicBezTo>
                <a:cubicBezTo>
                  <a:pt x="233619" y="52421"/>
                  <a:pt x="234239" y="56285"/>
                  <a:pt x="235338" y="59831"/>
                </a:cubicBezTo>
                <a:cubicBezTo>
                  <a:pt x="236438" y="63376"/>
                  <a:pt x="238086" y="66425"/>
                  <a:pt x="240283" y="68978"/>
                </a:cubicBezTo>
                <a:cubicBezTo>
                  <a:pt x="242481" y="71530"/>
                  <a:pt x="245193" y="73515"/>
                  <a:pt x="248419" y="74934"/>
                </a:cubicBezTo>
                <a:cubicBezTo>
                  <a:pt x="251645" y="76352"/>
                  <a:pt x="255456" y="77061"/>
                  <a:pt x="259852" y="77061"/>
                </a:cubicBezTo>
                <a:cubicBezTo>
                  <a:pt x="266092" y="77061"/>
                  <a:pt x="271268" y="75503"/>
                  <a:pt x="275380" y="72387"/>
                </a:cubicBezTo>
                <a:cubicBezTo>
                  <a:pt x="279492" y="69271"/>
                  <a:pt x="282150" y="64632"/>
                  <a:pt x="283356" y="58471"/>
                </a:cubicBezTo>
                <a:close/>
                <a:moveTo>
                  <a:pt x="293837" y="20906"/>
                </a:moveTo>
                <a:lnTo>
                  <a:pt x="293837" y="75919"/>
                </a:lnTo>
                <a:lnTo>
                  <a:pt x="302877" y="75919"/>
                </a:lnTo>
                <a:lnTo>
                  <a:pt x="302877" y="44858"/>
                </a:lnTo>
                <a:cubicBezTo>
                  <a:pt x="302877" y="42376"/>
                  <a:pt x="303214" y="40089"/>
                  <a:pt x="303887" y="37997"/>
                </a:cubicBezTo>
                <a:cubicBezTo>
                  <a:pt x="304561" y="35904"/>
                  <a:pt x="305571" y="34078"/>
                  <a:pt x="306918" y="32518"/>
                </a:cubicBezTo>
                <a:cubicBezTo>
                  <a:pt x="308265" y="30958"/>
                  <a:pt x="309949" y="29753"/>
                  <a:pt x="311970" y="28903"/>
                </a:cubicBezTo>
                <a:cubicBezTo>
                  <a:pt x="313990" y="28051"/>
                  <a:pt x="316383" y="27626"/>
                  <a:pt x="319149" y="27626"/>
                </a:cubicBezTo>
                <a:cubicBezTo>
                  <a:pt x="322622" y="27626"/>
                  <a:pt x="325352" y="28619"/>
                  <a:pt x="327337" y="30605"/>
                </a:cubicBezTo>
                <a:cubicBezTo>
                  <a:pt x="329322" y="32590"/>
                  <a:pt x="330315" y="35284"/>
                  <a:pt x="330315" y="38688"/>
                </a:cubicBezTo>
                <a:lnTo>
                  <a:pt x="330315" y="75919"/>
                </a:lnTo>
                <a:lnTo>
                  <a:pt x="339355" y="75919"/>
                </a:lnTo>
                <a:lnTo>
                  <a:pt x="339355" y="39739"/>
                </a:lnTo>
                <a:cubicBezTo>
                  <a:pt x="339355" y="36760"/>
                  <a:pt x="339054" y="34047"/>
                  <a:pt x="338451" y="31600"/>
                </a:cubicBezTo>
                <a:cubicBezTo>
                  <a:pt x="337849" y="29153"/>
                  <a:pt x="336802" y="27043"/>
                  <a:pt x="335313" y="25269"/>
                </a:cubicBezTo>
                <a:cubicBezTo>
                  <a:pt x="333824" y="23495"/>
                  <a:pt x="331875" y="22112"/>
                  <a:pt x="329464" y="21118"/>
                </a:cubicBezTo>
                <a:cubicBezTo>
                  <a:pt x="327054" y="20125"/>
                  <a:pt x="324041" y="19629"/>
                  <a:pt x="320424" y="19629"/>
                </a:cubicBezTo>
                <a:cubicBezTo>
                  <a:pt x="312270" y="19629"/>
                  <a:pt x="306315" y="22963"/>
                  <a:pt x="302558" y="29631"/>
                </a:cubicBezTo>
                <a:lnTo>
                  <a:pt x="302345" y="29631"/>
                </a:lnTo>
                <a:lnTo>
                  <a:pt x="302345" y="20906"/>
                </a:lnTo>
                <a:lnTo>
                  <a:pt x="293837" y="20906"/>
                </a:lnTo>
                <a:close/>
                <a:moveTo>
                  <a:pt x="366065" y="20875"/>
                </a:moveTo>
                <a:lnTo>
                  <a:pt x="366065" y="4466"/>
                </a:lnTo>
                <a:lnTo>
                  <a:pt x="357025" y="4466"/>
                </a:lnTo>
                <a:lnTo>
                  <a:pt x="357025" y="20875"/>
                </a:lnTo>
                <a:lnTo>
                  <a:pt x="347666" y="20875"/>
                </a:lnTo>
                <a:lnTo>
                  <a:pt x="347666" y="28872"/>
                </a:lnTo>
                <a:lnTo>
                  <a:pt x="357025" y="28872"/>
                </a:lnTo>
                <a:lnTo>
                  <a:pt x="357025" y="63891"/>
                </a:lnTo>
                <a:cubicBezTo>
                  <a:pt x="357025" y="66445"/>
                  <a:pt x="357273" y="68503"/>
                  <a:pt x="357770" y="70064"/>
                </a:cubicBezTo>
                <a:cubicBezTo>
                  <a:pt x="358266" y="71625"/>
                  <a:pt x="359028" y="72832"/>
                  <a:pt x="360056" y="73684"/>
                </a:cubicBezTo>
                <a:cubicBezTo>
                  <a:pt x="361084" y="74535"/>
                  <a:pt x="362431" y="75121"/>
                  <a:pt x="364097" y="75440"/>
                </a:cubicBezTo>
                <a:cubicBezTo>
                  <a:pt x="365763" y="75759"/>
                  <a:pt x="367766" y="75919"/>
                  <a:pt x="370106" y="75919"/>
                </a:cubicBezTo>
                <a:lnTo>
                  <a:pt x="377019" y="75919"/>
                </a:lnTo>
                <a:lnTo>
                  <a:pt x="377019" y="67922"/>
                </a:lnTo>
                <a:lnTo>
                  <a:pt x="372871" y="67922"/>
                </a:lnTo>
                <a:cubicBezTo>
                  <a:pt x="371453" y="67922"/>
                  <a:pt x="370300" y="67869"/>
                  <a:pt x="369414" y="67763"/>
                </a:cubicBezTo>
                <a:cubicBezTo>
                  <a:pt x="368528" y="67656"/>
                  <a:pt x="367837" y="67425"/>
                  <a:pt x="367340" y="67071"/>
                </a:cubicBezTo>
                <a:cubicBezTo>
                  <a:pt x="366845" y="66717"/>
                  <a:pt x="366509" y="66220"/>
                  <a:pt x="366331" y="65582"/>
                </a:cubicBezTo>
                <a:cubicBezTo>
                  <a:pt x="366154" y="64942"/>
                  <a:pt x="366065" y="64091"/>
                  <a:pt x="366065" y="63027"/>
                </a:cubicBezTo>
                <a:lnTo>
                  <a:pt x="366065" y="28872"/>
                </a:lnTo>
                <a:lnTo>
                  <a:pt x="377019" y="28872"/>
                </a:lnTo>
                <a:lnTo>
                  <a:pt x="377019" y="20875"/>
                </a:lnTo>
                <a:lnTo>
                  <a:pt x="366065" y="20875"/>
                </a:lnTo>
                <a:close/>
                <a:moveTo>
                  <a:pt x="385691" y="42062"/>
                </a:moveTo>
                <a:lnTo>
                  <a:pt x="385691" y="50578"/>
                </a:lnTo>
                <a:lnTo>
                  <a:pt x="416426" y="50578"/>
                </a:lnTo>
                <a:lnTo>
                  <a:pt x="416426" y="42062"/>
                </a:lnTo>
                <a:lnTo>
                  <a:pt x="385691" y="42062"/>
                </a:lnTo>
                <a:close/>
                <a:moveTo>
                  <a:pt x="482946" y="75919"/>
                </a:moveTo>
                <a:lnTo>
                  <a:pt x="500492" y="20979"/>
                </a:lnTo>
                <a:lnTo>
                  <a:pt x="491134" y="20979"/>
                </a:lnTo>
                <a:lnTo>
                  <a:pt x="478798" y="65929"/>
                </a:lnTo>
                <a:lnTo>
                  <a:pt x="478585" y="65929"/>
                </a:lnTo>
                <a:lnTo>
                  <a:pt x="467099" y="20979"/>
                </a:lnTo>
                <a:lnTo>
                  <a:pt x="457209" y="20979"/>
                </a:lnTo>
                <a:lnTo>
                  <a:pt x="446148" y="65929"/>
                </a:lnTo>
                <a:lnTo>
                  <a:pt x="445936" y="65929"/>
                </a:lnTo>
                <a:lnTo>
                  <a:pt x="433492" y="20979"/>
                </a:lnTo>
                <a:lnTo>
                  <a:pt x="423496" y="20979"/>
                </a:lnTo>
                <a:lnTo>
                  <a:pt x="441150" y="75919"/>
                </a:lnTo>
                <a:lnTo>
                  <a:pt x="450934" y="75919"/>
                </a:lnTo>
                <a:lnTo>
                  <a:pt x="461994" y="32242"/>
                </a:lnTo>
                <a:lnTo>
                  <a:pt x="462207" y="32242"/>
                </a:lnTo>
                <a:lnTo>
                  <a:pt x="473373" y="75919"/>
                </a:lnTo>
                <a:lnTo>
                  <a:pt x="482946" y="75919"/>
                </a:lnTo>
                <a:close/>
                <a:moveTo>
                  <a:pt x="519166" y="11113"/>
                </a:moveTo>
                <a:lnTo>
                  <a:pt x="519166" y="0"/>
                </a:lnTo>
                <a:lnTo>
                  <a:pt x="510126" y="0"/>
                </a:lnTo>
                <a:lnTo>
                  <a:pt x="510126" y="11113"/>
                </a:lnTo>
                <a:lnTo>
                  <a:pt x="519166" y="11113"/>
                </a:lnTo>
                <a:moveTo>
                  <a:pt x="510126" y="20937"/>
                </a:moveTo>
                <a:lnTo>
                  <a:pt x="510126" y="75919"/>
                </a:lnTo>
                <a:lnTo>
                  <a:pt x="519166" y="75919"/>
                </a:lnTo>
                <a:lnTo>
                  <a:pt x="519166" y="20937"/>
                </a:lnTo>
                <a:lnTo>
                  <a:pt x="510126" y="20937"/>
                </a:lnTo>
                <a:close/>
                <a:moveTo>
                  <a:pt x="538842" y="58575"/>
                </a:moveTo>
                <a:lnTo>
                  <a:pt x="529803" y="58575"/>
                </a:lnTo>
                <a:cubicBezTo>
                  <a:pt x="529945" y="61975"/>
                  <a:pt x="530654" y="64861"/>
                  <a:pt x="531929" y="67234"/>
                </a:cubicBezTo>
                <a:cubicBezTo>
                  <a:pt x="533206" y="69606"/>
                  <a:pt x="534907" y="71519"/>
                  <a:pt x="537034" y="72972"/>
                </a:cubicBezTo>
                <a:cubicBezTo>
                  <a:pt x="539161" y="74423"/>
                  <a:pt x="541607" y="75468"/>
                  <a:pt x="544372" y="76105"/>
                </a:cubicBezTo>
                <a:cubicBezTo>
                  <a:pt x="547138" y="76742"/>
                  <a:pt x="550044" y="77061"/>
                  <a:pt x="553093" y="77061"/>
                </a:cubicBezTo>
                <a:cubicBezTo>
                  <a:pt x="555858" y="77061"/>
                  <a:pt x="558641" y="76795"/>
                  <a:pt x="561440" y="76263"/>
                </a:cubicBezTo>
                <a:cubicBezTo>
                  <a:pt x="564241" y="75731"/>
                  <a:pt x="566758" y="74793"/>
                  <a:pt x="568991" y="73447"/>
                </a:cubicBezTo>
                <a:cubicBezTo>
                  <a:pt x="571225" y="72100"/>
                  <a:pt x="573033" y="70328"/>
                  <a:pt x="574416" y="68131"/>
                </a:cubicBezTo>
                <a:cubicBezTo>
                  <a:pt x="575798" y="65934"/>
                  <a:pt x="576490" y="63170"/>
                  <a:pt x="576490" y="59839"/>
                </a:cubicBezTo>
                <a:cubicBezTo>
                  <a:pt x="576490" y="57216"/>
                  <a:pt x="575975" y="55019"/>
                  <a:pt x="574947" y="53247"/>
                </a:cubicBezTo>
                <a:cubicBezTo>
                  <a:pt x="573919" y="51475"/>
                  <a:pt x="572572" y="50004"/>
                  <a:pt x="570906" y="48835"/>
                </a:cubicBezTo>
                <a:cubicBezTo>
                  <a:pt x="569240" y="47665"/>
                  <a:pt x="567326" y="46726"/>
                  <a:pt x="565163" y="46018"/>
                </a:cubicBezTo>
                <a:cubicBezTo>
                  <a:pt x="563001" y="45309"/>
                  <a:pt x="560786" y="44707"/>
                  <a:pt x="558518" y="44210"/>
                </a:cubicBezTo>
                <a:cubicBezTo>
                  <a:pt x="556390" y="43715"/>
                  <a:pt x="554262" y="43236"/>
                  <a:pt x="552136" y="42776"/>
                </a:cubicBezTo>
                <a:cubicBezTo>
                  <a:pt x="550009" y="42315"/>
                  <a:pt x="548094" y="41748"/>
                  <a:pt x="546393" y="41075"/>
                </a:cubicBezTo>
                <a:cubicBezTo>
                  <a:pt x="544692" y="40401"/>
                  <a:pt x="543292" y="39550"/>
                  <a:pt x="542193" y="38522"/>
                </a:cubicBezTo>
                <a:cubicBezTo>
                  <a:pt x="541094" y="37495"/>
                  <a:pt x="540544" y="36201"/>
                  <a:pt x="540544" y="34642"/>
                </a:cubicBezTo>
                <a:cubicBezTo>
                  <a:pt x="540544" y="33225"/>
                  <a:pt x="540899" y="32074"/>
                  <a:pt x="541607" y="31188"/>
                </a:cubicBezTo>
                <a:cubicBezTo>
                  <a:pt x="542317" y="30302"/>
                  <a:pt x="543239" y="29593"/>
                  <a:pt x="544372" y="29062"/>
                </a:cubicBezTo>
                <a:cubicBezTo>
                  <a:pt x="545507" y="28530"/>
                  <a:pt x="546766" y="28157"/>
                  <a:pt x="548149" y="27945"/>
                </a:cubicBezTo>
                <a:cubicBezTo>
                  <a:pt x="549531" y="27732"/>
                  <a:pt x="550896" y="27626"/>
                  <a:pt x="552243" y="27626"/>
                </a:cubicBezTo>
                <a:cubicBezTo>
                  <a:pt x="553731" y="27626"/>
                  <a:pt x="555202" y="27785"/>
                  <a:pt x="556655" y="28104"/>
                </a:cubicBezTo>
                <a:cubicBezTo>
                  <a:pt x="558109" y="28422"/>
                  <a:pt x="559438" y="28936"/>
                  <a:pt x="560644" y="29644"/>
                </a:cubicBezTo>
                <a:cubicBezTo>
                  <a:pt x="561849" y="30353"/>
                  <a:pt x="562841" y="31291"/>
                  <a:pt x="563621" y="32460"/>
                </a:cubicBezTo>
                <a:cubicBezTo>
                  <a:pt x="564401" y="33628"/>
                  <a:pt x="564862" y="35098"/>
                  <a:pt x="565004" y="36869"/>
                </a:cubicBezTo>
                <a:lnTo>
                  <a:pt x="574044" y="36869"/>
                </a:lnTo>
                <a:cubicBezTo>
                  <a:pt x="573831" y="33535"/>
                  <a:pt x="573122" y="30750"/>
                  <a:pt x="571917" y="28515"/>
                </a:cubicBezTo>
                <a:cubicBezTo>
                  <a:pt x="570712" y="26280"/>
                  <a:pt x="569099" y="24506"/>
                  <a:pt x="567078" y="23194"/>
                </a:cubicBezTo>
                <a:cubicBezTo>
                  <a:pt x="565058" y="21882"/>
                  <a:pt x="562736" y="20959"/>
                  <a:pt x="560113" y="20427"/>
                </a:cubicBezTo>
                <a:cubicBezTo>
                  <a:pt x="557490" y="19895"/>
                  <a:pt x="554618" y="19629"/>
                  <a:pt x="551498" y="19629"/>
                </a:cubicBezTo>
                <a:cubicBezTo>
                  <a:pt x="549088" y="19629"/>
                  <a:pt x="546659" y="19930"/>
                  <a:pt x="544213" y="20533"/>
                </a:cubicBezTo>
                <a:cubicBezTo>
                  <a:pt x="541767" y="21135"/>
                  <a:pt x="539570" y="22057"/>
                  <a:pt x="537620" y="23298"/>
                </a:cubicBezTo>
                <a:cubicBezTo>
                  <a:pt x="535671" y="24538"/>
                  <a:pt x="534076" y="26149"/>
                  <a:pt x="532835" y="28134"/>
                </a:cubicBezTo>
                <a:cubicBezTo>
                  <a:pt x="531594" y="30118"/>
                  <a:pt x="530973" y="32492"/>
                  <a:pt x="530973" y="35256"/>
                </a:cubicBezTo>
                <a:cubicBezTo>
                  <a:pt x="530973" y="38800"/>
                  <a:pt x="531859" y="41564"/>
                  <a:pt x="533631" y="43548"/>
                </a:cubicBezTo>
                <a:cubicBezTo>
                  <a:pt x="535405" y="45532"/>
                  <a:pt x="537620" y="47074"/>
                  <a:pt x="540278" y="48173"/>
                </a:cubicBezTo>
                <a:cubicBezTo>
                  <a:pt x="542937" y="49271"/>
                  <a:pt x="545826" y="50121"/>
                  <a:pt x="548945" y="50724"/>
                </a:cubicBezTo>
                <a:cubicBezTo>
                  <a:pt x="552065" y="51326"/>
                  <a:pt x="554954" y="52000"/>
                  <a:pt x="557612" y="52744"/>
                </a:cubicBezTo>
                <a:cubicBezTo>
                  <a:pt x="560271" y="53487"/>
                  <a:pt x="562487" y="54462"/>
                  <a:pt x="564259" y="55667"/>
                </a:cubicBezTo>
                <a:cubicBezTo>
                  <a:pt x="566032" y="56872"/>
                  <a:pt x="566919" y="58644"/>
                  <a:pt x="566919" y="60983"/>
                </a:cubicBezTo>
                <a:cubicBezTo>
                  <a:pt x="566919" y="62683"/>
                  <a:pt x="566493" y="64083"/>
                  <a:pt x="565642" y="65182"/>
                </a:cubicBezTo>
                <a:cubicBezTo>
                  <a:pt x="564791" y="66281"/>
                  <a:pt x="563710" y="67113"/>
                  <a:pt x="562398" y="67680"/>
                </a:cubicBezTo>
                <a:cubicBezTo>
                  <a:pt x="561087" y="68247"/>
                  <a:pt x="559651" y="68637"/>
                  <a:pt x="558091" y="68850"/>
                </a:cubicBezTo>
                <a:cubicBezTo>
                  <a:pt x="556532" y="69062"/>
                  <a:pt x="555044" y="69168"/>
                  <a:pt x="553625" y="69168"/>
                </a:cubicBezTo>
                <a:cubicBezTo>
                  <a:pt x="551782" y="69168"/>
                  <a:pt x="549991" y="68992"/>
                  <a:pt x="548254" y="68639"/>
                </a:cubicBezTo>
                <a:cubicBezTo>
                  <a:pt x="546517" y="68285"/>
                  <a:pt x="544957" y="67703"/>
                  <a:pt x="543574" y="66891"/>
                </a:cubicBezTo>
                <a:cubicBezTo>
                  <a:pt x="542191" y="66079"/>
                  <a:pt x="541075" y="64984"/>
                  <a:pt x="540225" y="63607"/>
                </a:cubicBezTo>
                <a:cubicBezTo>
                  <a:pt x="539374" y="62230"/>
                  <a:pt x="538913" y="60552"/>
                  <a:pt x="538842" y="58575"/>
                </a:cubicBezTo>
                <a:close/>
                <a:moveTo>
                  <a:pt x="625048" y="43204"/>
                </a:moveTo>
                <a:lnTo>
                  <a:pt x="593463" y="43204"/>
                </a:lnTo>
                <a:cubicBezTo>
                  <a:pt x="593605" y="41070"/>
                  <a:pt x="594066" y="39060"/>
                  <a:pt x="594846" y="37175"/>
                </a:cubicBezTo>
                <a:cubicBezTo>
                  <a:pt x="595626" y="35290"/>
                  <a:pt x="596689" y="33636"/>
                  <a:pt x="598036" y="32213"/>
                </a:cubicBezTo>
                <a:cubicBezTo>
                  <a:pt x="599383" y="30791"/>
                  <a:pt x="600996" y="29670"/>
                  <a:pt x="602875" y="28852"/>
                </a:cubicBezTo>
                <a:cubicBezTo>
                  <a:pt x="604754" y="28035"/>
                  <a:pt x="606863" y="27626"/>
                  <a:pt x="609202" y="27626"/>
                </a:cubicBezTo>
                <a:cubicBezTo>
                  <a:pt x="611471" y="27626"/>
                  <a:pt x="613545" y="28035"/>
                  <a:pt x="615424" y="28852"/>
                </a:cubicBezTo>
                <a:cubicBezTo>
                  <a:pt x="617303" y="29670"/>
                  <a:pt x="618934" y="30773"/>
                  <a:pt x="620316" y="32161"/>
                </a:cubicBezTo>
                <a:cubicBezTo>
                  <a:pt x="621699" y="33548"/>
                  <a:pt x="622798" y="35202"/>
                  <a:pt x="623612" y="37122"/>
                </a:cubicBezTo>
                <a:cubicBezTo>
                  <a:pt x="624428" y="39042"/>
                  <a:pt x="624907" y="41070"/>
                  <a:pt x="625048" y="43204"/>
                </a:cubicBezTo>
                <a:moveTo>
                  <a:pt x="633769" y="58471"/>
                </a:moveTo>
                <a:lnTo>
                  <a:pt x="624836" y="58471"/>
                </a:lnTo>
                <a:cubicBezTo>
                  <a:pt x="624056" y="62072"/>
                  <a:pt x="622443" y="64756"/>
                  <a:pt x="619997" y="66521"/>
                </a:cubicBezTo>
                <a:cubicBezTo>
                  <a:pt x="617551" y="68286"/>
                  <a:pt x="614413" y="69168"/>
                  <a:pt x="610585" y="69168"/>
                </a:cubicBezTo>
                <a:cubicBezTo>
                  <a:pt x="607608" y="69168"/>
                  <a:pt x="605020" y="68675"/>
                  <a:pt x="602822" y="67688"/>
                </a:cubicBezTo>
                <a:cubicBezTo>
                  <a:pt x="600624" y="66701"/>
                  <a:pt x="598817" y="65380"/>
                  <a:pt x="597398" y="63725"/>
                </a:cubicBezTo>
                <a:cubicBezTo>
                  <a:pt x="595980" y="62069"/>
                  <a:pt x="594952" y="60167"/>
                  <a:pt x="594314" y="58018"/>
                </a:cubicBezTo>
                <a:cubicBezTo>
                  <a:pt x="593675" y="55868"/>
                  <a:pt x="593392" y="53596"/>
                  <a:pt x="593463" y="51201"/>
                </a:cubicBezTo>
                <a:lnTo>
                  <a:pt x="634619" y="51201"/>
                </a:lnTo>
                <a:cubicBezTo>
                  <a:pt x="634761" y="47859"/>
                  <a:pt x="634460" y="44339"/>
                  <a:pt x="633715" y="40642"/>
                </a:cubicBezTo>
                <a:cubicBezTo>
                  <a:pt x="632971" y="36944"/>
                  <a:pt x="631624" y="33531"/>
                  <a:pt x="629673" y="30402"/>
                </a:cubicBezTo>
                <a:cubicBezTo>
                  <a:pt x="627724" y="27273"/>
                  <a:pt x="625136" y="24696"/>
                  <a:pt x="621910" y="22670"/>
                </a:cubicBezTo>
                <a:cubicBezTo>
                  <a:pt x="618684" y="20642"/>
                  <a:pt x="614625" y="19629"/>
                  <a:pt x="609733" y="19629"/>
                </a:cubicBezTo>
                <a:cubicBezTo>
                  <a:pt x="605976" y="19629"/>
                  <a:pt x="602519" y="20338"/>
                  <a:pt x="599364" y="21756"/>
                </a:cubicBezTo>
                <a:cubicBezTo>
                  <a:pt x="596209" y="23174"/>
                  <a:pt x="593479" y="25160"/>
                  <a:pt x="591175" y="27713"/>
                </a:cubicBezTo>
                <a:cubicBezTo>
                  <a:pt x="588871" y="30265"/>
                  <a:pt x="587080" y="33279"/>
                  <a:pt x="585804" y="36754"/>
                </a:cubicBezTo>
                <a:cubicBezTo>
                  <a:pt x="584528" y="40227"/>
                  <a:pt x="583891" y="44055"/>
                  <a:pt x="583891" y="48238"/>
                </a:cubicBezTo>
                <a:cubicBezTo>
                  <a:pt x="584032" y="52421"/>
                  <a:pt x="584653" y="56285"/>
                  <a:pt x="585752" y="59831"/>
                </a:cubicBezTo>
                <a:cubicBezTo>
                  <a:pt x="586851" y="63376"/>
                  <a:pt x="588499" y="66425"/>
                  <a:pt x="590696" y="68978"/>
                </a:cubicBezTo>
                <a:cubicBezTo>
                  <a:pt x="592895" y="71530"/>
                  <a:pt x="595607" y="73515"/>
                  <a:pt x="598833" y="74934"/>
                </a:cubicBezTo>
                <a:cubicBezTo>
                  <a:pt x="602059" y="76352"/>
                  <a:pt x="605870" y="77061"/>
                  <a:pt x="610265" y="77061"/>
                </a:cubicBezTo>
                <a:cubicBezTo>
                  <a:pt x="616505" y="77061"/>
                  <a:pt x="621681" y="75503"/>
                  <a:pt x="625793" y="72387"/>
                </a:cubicBezTo>
                <a:cubicBezTo>
                  <a:pt x="629905" y="69271"/>
                  <a:pt x="632564" y="64632"/>
                  <a:pt x="633769" y="58471"/>
                </a:cubicBezTo>
                <a:close/>
                <a:moveTo>
                  <a:pt x="722798" y="75678"/>
                </a:moveTo>
                <a:cubicBezTo>
                  <a:pt x="721238" y="76600"/>
                  <a:pt x="719075" y="77061"/>
                  <a:pt x="716310" y="77061"/>
                </a:cubicBezTo>
                <a:cubicBezTo>
                  <a:pt x="713971" y="77061"/>
                  <a:pt x="712111" y="76405"/>
                  <a:pt x="710728" y="75094"/>
                </a:cubicBezTo>
                <a:cubicBezTo>
                  <a:pt x="709345" y="73782"/>
                  <a:pt x="708654" y="71637"/>
                  <a:pt x="708654" y="68658"/>
                </a:cubicBezTo>
                <a:cubicBezTo>
                  <a:pt x="706172" y="71637"/>
                  <a:pt x="703283" y="73782"/>
                  <a:pt x="699985" y="75094"/>
                </a:cubicBezTo>
                <a:cubicBezTo>
                  <a:pt x="696689" y="76405"/>
                  <a:pt x="693127" y="77061"/>
                  <a:pt x="689298" y="77061"/>
                </a:cubicBezTo>
                <a:cubicBezTo>
                  <a:pt x="686816" y="77061"/>
                  <a:pt x="684458" y="76778"/>
                  <a:pt x="682224" y="76211"/>
                </a:cubicBezTo>
                <a:cubicBezTo>
                  <a:pt x="679992" y="75644"/>
                  <a:pt x="678060" y="74758"/>
                  <a:pt x="676430" y="73553"/>
                </a:cubicBezTo>
                <a:cubicBezTo>
                  <a:pt x="674799" y="72347"/>
                  <a:pt x="673505" y="70771"/>
                  <a:pt x="672548" y="68822"/>
                </a:cubicBezTo>
                <a:cubicBezTo>
                  <a:pt x="671591" y="66873"/>
                  <a:pt x="671112" y="64516"/>
                  <a:pt x="671112" y="61752"/>
                </a:cubicBezTo>
                <a:cubicBezTo>
                  <a:pt x="671112" y="58633"/>
                  <a:pt x="671644" y="56082"/>
                  <a:pt x="672707" y="54097"/>
                </a:cubicBezTo>
                <a:cubicBezTo>
                  <a:pt x="673770" y="52113"/>
                  <a:pt x="675170" y="50501"/>
                  <a:pt x="676907" y="49262"/>
                </a:cubicBezTo>
                <a:cubicBezTo>
                  <a:pt x="678644" y="48021"/>
                  <a:pt x="680629" y="47081"/>
                  <a:pt x="682862" y="46443"/>
                </a:cubicBezTo>
                <a:cubicBezTo>
                  <a:pt x="685096" y="45805"/>
                  <a:pt x="687383" y="45273"/>
                  <a:pt x="689723" y="44848"/>
                </a:cubicBezTo>
                <a:cubicBezTo>
                  <a:pt x="692205" y="44352"/>
                  <a:pt x="694562" y="43981"/>
                  <a:pt x="696795" y="43733"/>
                </a:cubicBezTo>
                <a:cubicBezTo>
                  <a:pt x="699028" y="43484"/>
                  <a:pt x="700995" y="43129"/>
                  <a:pt x="702697" y="42668"/>
                </a:cubicBezTo>
                <a:cubicBezTo>
                  <a:pt x="704399" y="42208"/>
                  <a:pt x="705746" y="41535"/>
                  <a:pt x="706738" y="40650"/>
                </a:cubicBezTo>
                <a:cubicBezTo>
                  <a:pt x="707731" y="39764"/>
                  <a:pt x="708227" y="38470"/>
                  <a:pt x="708227" y="36768"/>
                </a:cubicBezTo>
                <a:cubicBezTo>
                  <a:pt x="708227" y="34784"/>
                  <a:pt x="707855" y="33189"/>
                  <a:pt x="707111" y="31984"/>
                </a:cubicBezTo>
                <a:cubicBezTo>
                  <a:pt x="706367" y="30779"/>
                  <a:pt x="705409" y="29858"/>
                  <a:pt x="704239" y="29221"/>
                </a:cubicBezTo>
                <a:cubicBezTo>
                  <a:pt x="703069" y="28583"/>
                  <a:pt x="701757" y="28157"/>
                  <a:pt x="700303" y="27945"/>
                </a:cubicBezTo>
                <a:cubicBezTo>
                  <a:pt x="698851" y="27732"/>
                  <a:pt x="697416" y="27626"/>
                  <a:pt x="695998" y="27626"/>
                </a:cubicBezTo>
                <a:cubicBezTo>
                  <a:pt x="692170" y="27626"/>
                  <a:pt x="688979" y="28350"/>
                  <a:pt x="686427" y="29798"/>
                </a:cubicBezTo>
                <a:cubicBezTo>
                  <a:pt x="683875" y="31247"/>
                  <a:pt x="682493" y="33985"/>
                  <a:pt x="682280" y="38011"/>
                </a:cubicBezTo>
                <a:lnTo>
                  <a:pt x="673239" y="38011"/>
                </a:lnTo>
                <a:cubicBezTo>
                  <a:pt x="673381" y="34611"/>
                  <a:pt x="674090" y="31742"/>
                  <a:pt x="675365" y="29404"/>
                </a:cubicBezTo>
                <a:cubicBezTo>
                  <a:pt x="676642" y="27066"/>
                  <a:pt x="678343" y="25171"/>
                  <a:pt x="680470" y="23720"/>
                </a:cubicBezTo>
                <a:cubicBezTo>
                  <a:pt x="682597" y="22268"/>
                  <a:pt x="685025" y="21223"/>
                  <a:pt x="687755" y="20586"/>
                </a:cubicBezTo>
                <a:cubicBezTo>
                  <a:pt x="690485" y="19948"/>
                  <a:pt x="693410" y="19629"/>
                  <a:pt x="696529" y="19629"/>
                </a:cubicBezTo>
                <a:cubicBezTo>
                  <a:pt x="699011" y="19629"/>
                  <a:pt x="701475" y="19806"/>
                  <a:pt x="703921" y="20161"/>
                </a:cubicBezTo>
                <a:cubicBezTo>
                  <a:pt x="706367" y="20515"/>
                  <a:pt x="708582" y="21241"/>
                  <a:pt x="710567" y="22340"/>
                </a:cubicBezTo>
                <a:cubicBezTo>
                  <a:pt x="712552" y="23438"/>
                  <a:pt x="714148" y="24980"/>
                  <a:pt x="715353" y="26965"/>
                </a:cubicBezTo>
                <a:cubicBezTo>
                  <a:pt x="716558" y="28949"/>
                  <a:pt x="717161" y="31536"/>
                  <a:pt x="717161" y="34725"/>
                </a:cubicBezTo>
                <a:lnTo>
                  <a:pt x="717161" y="63001"/>
                </a:lnTo>
                <a:cubicBezTo>
                  <a:pt x="717161" y="65128"/>
                  <a:pt x="717284" y="66688"/>
                  <a:pt x="717532" y="67680"/>
                </a:cubicBezTo>
                <a:cubicBezTo>
                  <a:pt x="717781" y="68672"/>
                  <a:pt x="718615" y="69168"/>
                  <a:pt x="720033" y="69168"/>
                </a:cubicBezTo>
                <a:cubicBezTo>
                  <a:pt x="720813" y="69168"/>
                  <a:pt x="721735" y="68998"/>
                  <a:pt x="722798" y="68658"/>
                </a:cubicBezTo>
                <a:lnTo>
                  <a:pt x="722798" y="75678"/>
                </a:lnTo>
                <a:moveTo>
                  <a:pt x="708122" y="47495"/>
                </a:moveTo>
                <a:cubicBezTo>
                  <a:pt x="706987" y="48345"/>
                  <a:pt x="705498" y="48965"/>
                  <a:pt x="703654" y="49354"/>
                </a:cubicBezTo>
                <a:cubicBezTo>
                  <a:pt x="701812" y="49744"/>
                  <a:pt x="699880" y="50062"/>
                  <a:pt x="697860" y="50310"/>
                </a:cubicBezTo>
                <a:cubicBezTo>
                  <a:pt x="695839" y="50558"/>
                  <a:pt x="693800" y="50841"/>
                  <a:pt x="691743" y="51160"/>
                </a:cubicBezTo>
                <a:cubicBezTo>
                  <a:pt x="689688" y="51478"/>
                  <a:pt x="687845" y="51992"/>
                  <a:pt x="686215" y="52700"/>
                </a:cubicBezTo>
                <a:cubicBezTo>
                  <a:pt x="684584" y="53409"/>
                  <a:pt x="683255" y="54418"/>
                  <a:pt x="682226" y="55728"/>
                </a:cubicBezTo>
                <a:cubicBezTo>
                  <a:pt x="681198" y="57038"/>
                  <a:pt x="680684" y="58827"/>
                  <a:pt x="680684" y="61093"/>
                </a:cubicBezTo>
                <a:cubicBezTo>
                  <a:pt x="680684" y="62581"/>
                  <a:pt x="680986" y="63838"/>
                  <a:pt x="681588" y="64866"/>
                </a:cubicBezTo>
                <a:cubicBezTo>
                  <a:pt x="682191" y="65893"/>
                  <a:pt x="682971" y="66725"/>
                  <a:pt x="683928" y="67362"/>
                </a:cubicBezTo>
                <a:cubicBezTo>
                  <a:pt x="684886" y="67999"/>
                  <a:pt x="686002" y="68459"/>
                  <a:pt x="687278" y="68743"/>
                </a:cubicBezTo>
                <a:cubicBezTo>
                  <a:pt x="688554" y="69026"/>
                  <a:pt x="689901" y="69168"/>
                  <a:pt x="691318" y="69168"/>
                </a:cubicBezTo>
                <a:cubicBezTo>
                  <a:pt x="694297" y="69168"/>
                  <a:pt x="696849" y="68761"/>
                  <a:pt x="698976" y="67946"/>
                </a:cubicBezTo>
                <a:cubicBezTo>
                  <a:pt x="701103" y="67131"/>
                  <a:pt x="702840" y="66105"/>
                  <a:pt x="704187" y="64866"/>
                </a:cubicBezTo>
                <a:cubicBezTo>
                  <a:pt x="705534" y="63626"/>
                  <a:pt x="706526" y="62280"/>
                  <a:pt x="707164" y="60829"/>
                </a:cubicBezTo>
                <a:cubicBezTo>
                  <a:pt x="707803" y="59376"/>
                  <a:pt x="708122" y="58012"/>
                  <a:pt x="708122" y="56738"/>
                </a:cubicBezTo>
                <a:lnTo>
                  <a:pt x="708122" y="47495"/>
                </a:lnTo>
                <a:close/>
                <a:moveTo>
                  <a:pt x="731792" y="0"/>
                </a:moveTo>
                <a:lnTo>
                  <a:pt x="731792" y="75891"/>
                </a:lnTo>
                <a:lnTo>
                  <a:pt x="740830" y="75891"/>
                </a:lnTo>
                <a:lnTo>
                  <a:pt x="740830" y="68558"/>
                </a:lnTo>
                <a:lnTo>
                  <a:pt x="741045" y="68558"/>
                </a:lnTo>
                <a:cubicBezTo>
                  <a:pt x="742038" y="70187"/>
                  <a:pt x="743261" y="71551"/>
                  <a:pt x="744714" y="72650"/>
                </a:cubicBezTo>
                <a:cubicBezTo>
                  <a:pt x="746166" y="73748"/>
                  <a:pt x="747708" y="74617"/>
                  <a:pt x="749338" y="75255"/>
                </a:cubicBezTo>
                <a:cubicBezTo>
                  <a:pt x="750970" y="75892"/>
                  <a:pt x="752618" y="76352"/>
                  <a:pt x="754284" y="76636"/>
                </a:cubicBezTo>
                <a:cubicBezTo>
                  <a:pt x="755951" y="76919"/>
                  <a:pt x="757458" y="77061"/>
                  <a:pt x="758805" y="77061"/>
                </a:cubicBezTo>
                <a:cubicBezTo>
                  <a:pt x="762988" y="77061"/>
                  <a:pt x="766656" y="76317"/>
                  <a:pt x="769811" y="74828"/>
                </a:cubicBezTo>
                <a:cubicBezTo>
                  <a:pt x="772967" y="73338"/>
                  <a:pt x="775590" y="71300"/>
                  <a:pt x="777681" y="68712"/>
                </a:cubicBezTo>
                <a:cubicBezTo>
                  <a:pt x="779772" y="66124"/>
                  <a:pt x="781332" y="63093"/>
                  <a:pt x="782360" y="59620"/>
                </a:cubicBezTo>
                <a:cubicBezTo>
                  <a:pt x="783388" y="56145"/>
                  <a:pt x="783903" y="52457"/>
                  <a:pt x="783903" y="48557"/>
                </a:cubicBezTo>
                <a:cubicBezTo>
                  <a:pt x="783903" y="44657"/>
                  <a:pt x="783371" y="40971"/>
                  <a:pt x="782308" y="37497"/>
                </a:cubicBezTo>
                <a:cubicBezTo>
                  <a:pt x="781244" y="34022"/>
                  <a:pt x="779666" y="30956"/>
                  <a:pt x="777574" y="28297"/>
                </a:cubicBezTo>
                <a:cubicBezTo>
                  <a:pt x="775483" y="25638"/>
                  <a:pt x="772860" y="23529"/>
                  <a:pt x="769705" y="21969"/>
                </a:cubicBezTo>
                <a:cubicBezTo>
                  <a:pt x="766551" y="20409"/>
                  <a:pt x="762846" y="19629"/>
                  <a:pt x="758591" y="19629"/>
                </a:cubicBezTo>
                <a:cubicBezTo>
                  <a:pt x="754763" y="19629"/>
                  <a:pt x="751253" y="20320"/>
                  <a:pt x="748063" y="21703"/>
                </a:cubicBezTo>
                <a:cubicBezTo>
                  <a:pt x="744873" y="23085"/>
                  <a:pt x="742533" y="25301"/>
                  <a:pt x="741045" y="28349"/>
                </a:cubicBezTo>
                <a:lnTo>
                  <a:pt x="740830" y="28349"/>
                </a:lnTo>
                <a:lnTo>
                  <a:pt x="740830" y="0"/>
                </a:lnTo>
                <a:lnTo>
                  <a:pt x="731792" y="0"/>
                </a:lnTo>
                <a:moveTo>
                  <a:pt x="774330" y="47918"/>
                </a:moveTo>
                <a:cubicBezTo>
                  <a:pt x="774330" y="50610"/>
                  <a:pt x="774046" y="53230"/>
                  <a:pt x="773478" y="55780"/>
                </a:cubicBezTo>
                <a:cubicBezTo>
                  <a:pt x="772911" y="58330"/>
                  <a:pt x="771990" y="60597"/>
                  <a:pt x="770713" y="62581"/>
                </a:cubicBezTo>
                <a:cubicBezTo>
                  <a:pt x="769438" y="64564"/>
                  <a:pt x="767754" y="66158"/>
                  <a:pt x="765663" y="67362"/>
                </a:cubicBezTo>
                <a:cubicBezTo>
                  <a:pt x="763572" y="68566"/>
                  <a:pt x="760966" y="69168"/>
                  <a:pt x="757846" y="69168"/>
                </a:cubicBezTo>
                <a:cubicBezTo>
                  <a:pt x="754728" y="69168"/>
                  <a:pt x="752069" y="68584"/>
                  <a:pt x="749871" y="67415"/>
                </a:cubicBezTo>
                <a:cubicBezTo>
                  <a:pt x="747672" y="66246"/>
                  <a:pt x="745882" y="64705"/>
                  <a:pt x="744499" y="62794"/>
                </a:cubicBezTo>
                <a:cubicBezTo>
                  <a:pt x="743118" y="60881"/>
                  <a:pt x="742108" y="58668"/>
                  <a:pt x="741470" y="56154"/>
                </a:cubicBezTo>
                <a:cubicBezTo>
                  <a:pt x="740831" y="53638"/>
                  <a:pt x="740512" y="51035"/>
                  <a:pt x="740512" y="48343"/>
                </a:cubicBezTo>
                <a:cubicBezTo>
                  <a:pt x="740512" y="45793"/>
                  <a:pt x="740814" y="43279"/>
                  <a:pt x="741416" y="40801"/>
                </a:cubicBezTo>
                <a:cubicBezTo>
                  <a:pt x="742019" y="38321"/>
                  <a:pt x="742993" y="36108"/>
                  <a:pt x="744340" y="34160"/>
                </a:cubicBezTo>
                <a:cubicBezTo>
                  <a:pt x="745687" y="32212"/>
                  <a:pt x="747424" y="30636"/>
                  <a:pt x="749551" y="29432"/>
                </a:cubicBezTo>
                <a:cubicBezTo>
                  <a:pt x="751678" y="28228"/>
                  <a:pt x="754266" y="27626"/>
                  <a:pt x="757314" y="27626"/>
                </a:cubicBezTo>
                <a:cubicBezTo>
                  <a:pt x="760221" y="27626"/>
                  <a:pt x="762756" y="28193"/>
                  <a:pt x="764918" y="29326"/>
                </a:cubicBezTo>
                <a:cubicBezTo>
                  <a:pt x="767081" y="30459"/>
                  <a:pt x="768854" y="31982"/>
                  <a:pt x="770236" y="33894"/>
                </a:cubicBezTo>
                <a:cubicBezTo>
                  <a:pt x="771619" y="35807"/>
                  <a:pt x="772646" y="37985"/>
                  <a:pt x="773319" y="40429"/>
                </a:cubicBezTo>
                <a:cubicBezTo>
                  <a:pt x="773993" y="42872"/>
                  <a:pt x="774330" y="45368"/>
                  <a:pt x="774330" y="47918"/>
                </a:cubicBezTo>
                <a:close/>
                <a:moveTo>
                  <a:pt x="800505" y="58575"/>
                </a:moveTo>
                <a:lnTo>
                  <a:pt x="791466" y="58575"/>
                </a:lnTo>
                <a:cubicBezTo>
                  <a:pt x="791608" y="61975"/>
                  <a:pt x="792317" y="64861"/>
                  <a:pt x="793592" y="67234"/>
                </a:cubicBezTo>
                <a:cubicBezTo>
                  <a:pt x="794869" y="69606"/>
                  <a:pt x="796570" y="71519"/>
                  <a:pt x="798697" y="72972"/>
                </a:cubicBezTo>
                <a:cubicBezTo>
                  <a:pt x="800824" y="74423"/>
                  <a:pt x="803270" y="75468"/>
                  <a:pt x="806035" y="76105"/>
                </a:cubicBezTo>
                <a:cubicBezTo>
                  <a:pt x="808801" y="76742"/>
                  <a:pt x="811707" y="77061"/>
                  <a:pt x="814756" y="77061"/>
                </a:cubicBezTo>
                <a:cubicBezTo>
                  <a:pt x="817521" y="77061"/>
                  <a:pt x="820304" y="76795"/>
                  <a:pt x="823103" y="76263"/>
                </a:cubicBezTo>
                <a:cubicBezTo>
                  <a:pt x="825904" y="75731"/>
                  <a:pt x="828421" y="74793"/>
                  <a:pt x="830654" y="73447"/>
                </a:cubicBezTo>
                <a:cubicBezTo>
                  <a:pt x="832888" y="72100"/>
                  <a:pt x="834696" y="70328"/>
                  <a:pt x="836079" y="68131"/>
                </a:cubicBezTo>
                <a:cubicBezTo>
                  <a:pt x="837461" y="65934"/>
                  <a:pt x="838153" y="63170"/>
                  <a:pt x="838153" y="59839"/>
                </a:cubicBezTo>
                <a:cubicBezTo>
                  <a:pt x="838153" y="57216"/>
                  <a:pt x="837638" y="55019"/>
                  <a:pt x="836610" y="53247"/>
                </a:cubicBezTo>
                <a:cubicBezTo>
                  <a:pt x="835582" y="51475"/>
                  <a:pt x="834235" y="50004"/>
                  <a:pt x="832569" y="48835"/>
                </a:cubicBezTo>
                <a:cubicBezTo>
                  <a:pt x="830903" y="47665"/>
                  <a:pt x="828989" y="46726"/>
                  <a:pt x="826826" y="46018"/>
                </a:cubicBezTo>
                <a:cubicBezTo>
                  <a:pt x="824664" y="45309"/>
                  <a:pt x="822449" y="44707"/>
                  <a:pt x="820181" y="44210"/>
                </a:cubicBezTo>
                <a:cubicBezTo>
                  <a:pt x="818053" y="43715"/>
                  <a:pt x="815925" y="43236"/>
                  <a:pt x="813799" y="42776"/>
                </a:cubicBezTo>
                <a:cubicBezTo>
                  <a:pt x="811672" y="42315"/>
                  <a:pt x="809757" y="41748"/>
                  <a:pt x="808056" y="41075"/>
                </a:cubicBezTo>
                <a:cubicBezTo>
                  <a:pt x="806355" y="40401"/>
                  <a:pt x="804955" y="39550"/>
                  <a:pt x="803856" y="38522"/>
                </a:cubicBezTo>
                <a:cubicBezTo>
                  <a:pt x="802757" y="37495"/>
                  <a:pt x="802207" y="36201"/>
                  <a:pt x="802207" y="34642"/>
                </a:cubicBezTo>
                <a:cubicBezTo>
                  <a:pt x="802207" y="33225"/>
                  <a:pt x="802562" y="32074"/>
                  <a:pt x="803270" y="31188"/>
                </a:cubicBezTo>
                <a:cubicBezTo>
                  <a:pt x="803980" y="30302"/>
                  <a:pt x="804902" y="29593"/>
                  <a:pt x="806035" y="29062"/>
                </a:cubicBezTo>
                <a:cubicBezTo>
                  <a:pt x="807170" y="28530"/>
                  <a:pt x="808429" y="28157"/>
                  <a:pt x="809811" y="27945"/>
                </a:cubicBezTo>
                <a:cubicBezTo>
                  <a:pt x="811194" y="27732"/>
                  <a:pt x="812559" y="27626"/>
                  <a:pt x="813906" y="27626"/>
                </a:cubicBezTo>
                <a:cubicBezTo>
                  <a:pt x="815394" y="27626"/>
                  <a:pt x="816865" y="27785"/>
                  <a:pt x="818318" y="28104"/>
                </a:cubicBezTo>
                <a:cubicBezTo>
                  <a:pt x="819772" y="28422"/>
                  <a:pt x="821101" y="28936"/>
                  <a:pt x="822307" y="29644"/>
                </a:cubicBezTo>
                <a:cubicBezTo>
                  <a:pt x="823512" y="30353"/>
                  <a:pt x="824504" y="31291"/>
                  <a:pt x="825284" y="32460"/>
                </a:cubicBezTo>
                <a:cubicBezTo>
                  <a:pt x="826064" y="33628"/>
                  <a:pt x="826525" y="35098"/>
                  <a:pt x="826667" y="36869"/>
                </a:cubicBezTo>
                <a:lnTo>
                  <a:pt x="835707" y="36869"/>
                </a:lnTo>
                <a:cubicBezTo>
                  <a:pt x="835494" y="33535"/>
                  <a:pt x="834785" y="30750"/>
                  <a:pt x="833580" y="28515"/>
                </a:cubicBezTo>
                <a:cubicBezTo>
                  <a:pt x="832375" y="26280"/>
                  <a:pt x="830762" y="24506"/>
                  <a:pt x="828741" y="23194"/>
                </a:cubicBezTo>
                <a:cubicBezTo>
                  <a:pt x="826721" y="21882"/>
                  <a:pt x="824399" y="20959"/>
                  <a:pt x="821776" y="20427"/>
                </a:cubicBezTo>
                <a:cubicBezTo>
                  <a:pt x="819153" y="19895"/>
                  <a:pt x="816281" y="19629"/>
                  <a:pt x="813161" y="19629"/>
                </a:cubicBezTo>
                <a:cubicBezTo>
                  <a:pt x="810751" y="19629"/>
                  <a:pt x="808322" y="19930"/>
                  <a:pt x="805876" y="20533"/>
                </a:cubicBezTo>
                <a:cubicBezTo>
                  <a:pt x="803430" y="21135"/>
                  <a:pt x="801233" y="22057"/>
                  <a:pt x="799283" y="23298"/>
                </a:cubicBezTo>
                <a:cubicBezTo>
                  <a:pt x="797334" y="24538"/>
                  <a:pt x="795738" y="26149"/>
                  <a:pt x="794498" y="28134"/>
                </a:cubicBezTo>
                <a:cubicBezTo>
                  <a:pt x="793257" y="30118"/>
                  <a:pt x="792636" y="32492"/>
                  <a:pt x="792636" y="35256"/>
                </a:cubicBezTo>
                <a:cubicBezTo>
                  <a:pt x="792636" y="38800"/>
                  <a:pt x="793522" y="41564"/>
                  <a:pt x="795294" y="43548"/>
                </a:cubicBezTo>
                <a:cubicBezTo>
                  <a:pt x="797068" y="45532"/>
                  <a:pt x="799283" y="47074"/>
                  <a:pt x="801941" y="48173"/>
                </a:cubicBezTo>
                <a:cubicBezTo>
                  <a:pt x="804600" y="49271"/>
                  <a:pt x="807489" y="50121"/>
                  <a:pt x="810608" y="50724"/>
                </a:cubicBezTo>
                <a:cubicBezTo>
                  <a:pt x="813728" y="51326"/>
                  <a:pt x="816617" y="52000"/>
                  <a:pt x="819275" y="52744"/>
                </a:cubicBezTo>
                <a:cubicBezTo>
                  <a:pt x="821934" y="53487"/>
                  <a:pt x="824150" y="54462"/>
                  <a:pt x="825922" y="55667"/>
                </a:cubicBezTo>
                <a:cubicBezTo>
                  <a:pt x="827695" y="56872"/>
                  <a:pt x="828582" y="58644"/>
                  <a:pt x="828582" y="60983"/>
                </a:cubicBezTo>
                <a:cubicBezTo>
                  <a:pt x="828582" y="62683"/>
                  <a:pt x="828156" y="64083"/>
                  <a:pt x="827305" y="65182"/>
                </a:cubicBezTo>
                <a:cubicBezTo>
                  <a:pt x="826454" y="66281"/>
                  <a:pt x="825373" y="67113"/>
                  <a:pt x="824061" y="67680"/>
                </a:cubicBezTo>
                <a:cubicBezTo>
                  <a:pt x="822750" y="68247"/>
                  <a:pt x="821314" y="68637"/>
                  <a:pt x="819754" y="68850"/>
                </a:cubicBezTo>
                <a:cubicBezTo>
                  <a:pt x="818195" y="69062"/>
                  <a:pt x="816707" y="69168"/>
                  <a:pt x="815288" y="69168"/>
                </a:cubicBezTo>
                <a:cubicBezTo>
                  <a:pt x="813445" y="69168"/>
                  <a:pt x="811654" y="68992"/>
                  <a:pt x="809917" y="68639"/>
                </a:cubicBezTo>
                <a:cubicBezTo>
                  <a:pt x="808180" y="68285"/>
                  <a:pt x="806620" y="67703"/>
                  <a:pt x="805237" y="66891"/>
                </a:cubicBezTo>
                <a:cubicBezTo>
                  <a:pt x="803854" y="66079"/>
                  <a:pt x="802738" y="64984"/>
                  <a:pt x="801888" y="63607"/>
                </a:cubicBezTo>
                <a:cubicBezTo>
                  <a:pt x="801037" y="62230"/>
                  <a:pt x="800576" y="60552"/>
                  <a:pt x="800505" y="58575"/>
                </a:cubicBezTo>
                <a:close/>
                <a:moveTo>
                  <a:pt x="855126" y="48450"/>
                </a:moveTo>
                <a:cubicBezTo>
                  <a:pt x="855126" y="45120"/>
                  <a:pt x="855569" y="42163"/>
                  <a:pt x="856455" y="39579"/>
                </a:cubicBezTo>
                <a:cubicBezTo>
                  <a:pt x="857341" y="36993"/>
                  <a:pt x="858564" y="34815"/>
                  <a:pt x="860124" y="33044"/>
                </a:cubicBezTo>
                <a:cubicBezTo>
                  <a:pt x="861684" y="31273"/>
                  <a:pt x="863510" y="29927"/>
                  <a:pt x="865601" y="29007"/>
                </a:cubicBezTo>
                <a:cubicBezTo>
                  <a:pt x="867692" y="28086"/>
                  <a:pt x="869908" y="27626"/>
                  <a:pt x="872248" y="27626"/>
                </a:cubicBezTo>
                <a:cubicBezTo>
                  <a:pt x="874588" y="27626"/>
                  <a:pt x="876803" y="28086"/>
                  <a:pt x="878895" y="29007"/>
                </a:cubicBezTo>
                <a:cubicBezTo>
                  <a:pt x="880986" y="29927"/>
                  <a:pt x="882811" y="31273"/>
                  <a:pt x="884371" y="33044"/>
                </a:cubicBezTo>
                <a:cubicBezTo>
                  <a:pt x="885931" y="34815"/>
                  <a:pt x="887154" y="36993"/>
                  <a:pt x="888040" y="39579"/>
                </a:cubicBezTo>
                <a:cubicBezTo>
                  <a:pt x="888926" y="42163"/>
                  <a:pt x="889369" y="45120"/>
                  <a:pt x="889369" y="48450"/>
                </a:cubicBezTo>
                <a:cubicBezTo>
                  <a:pt x="889369" y="51779"/>
                  <a:pt x="888926" y="54736"/>
                  <a:pt x="888040" y="57322"/>
                </a:cubicBezTo>
                <a:cubicBezTo>
                  <a:pt x="887154" y="59907"/>
                  <a:pt x="885931" y="62068"/>
                  <a:pt x="884371" y="63803"/>
                </a:cubicBezTo>
                <a:cubicBezTo>
                  <a:pt x="882811" y="65538"/>
                  <a:pt x="880986" y="66866"/>
                  <a:pt x="878895" y="67787"/>
                </a:cubicBezTo>
                <a:cubicBezTo>
                  <a:pt x="876803" y="68708"/>
                  <a:pt x="874588" y="69168"/>
                  <a:pt x="872248" y="69168"/>
                </a:cubicBezTo>
                <a:cubicBezTo>
                  <a:pt x="869908" y="69168"/>
                  <a:pt x="867692" y="68708"/>
                  <a:pt x="865601" y="67787"/>
                </a:cubicBezTo>
                <a:cubicBezTo>
                  <a:pt x="863510" y="66866"/>
                  <a:pt x="861684" y="65538"/>
                  <a:pt x="860124" y="63803"/>
                </a:cubicBezTo>
                <a:cubicBezTo>
                  <a:pt x="858564" y="62068"/>
                  <a:pt x="857341" y="59907"/>
                  <a:pt x="856455" y="57322"/>
                </a:cubicBezTo>
                <a:cubicBezTo>
                  <a:pt x="855569" y="54736"/>
                  <a:pt x="855126" y="51779"/>
                  <a:pt x="855126" y="48450"/>
                </a:cubicBezTo>
                <a:moveTo>
                  <a:pt x="845554" y="48452"/>
                </a:moveTo>
                <a:cubicBezTo>
                  <a:pt x="845554" y="52493"/>
                  <a:pt x="846121" y="56250"/>
                  <a:pt x="847254" y="59725"/>
                </a:cubicBezTo>
                <a:cubicBezTo>
                  <a:pt x="848389" y="63199"/>
                  <a:pt x="850091" y="66230"/>
                  <a:pt x="852359" y="68819"/>
                </a:cubicBezTo>
                <a:cubicBezTo>
                  <a:pt x="854628" y="71407"/>
                  <a:pt x="857428" y="73428"/>
                  <a:pt x="860760" y="74882"/>
                </a:cubicBezTo>
                <a:cubicBezTo>
                  <a:pt x="864094" y="76335"/>
                  <a:pt x="867923" y="77061"/>
                  <a:pt x="872248" y="77061"/>
                </a:cubicBezTo>
                <a:cubicBezTo>
                  <a:pt x="876643" y="77061"/>
                  <a:pt x="880489" y="76335"/>
                  <a:pt x="883786" y="74882"/>
                </a:cubicBezTo>
                <a:cubicBezTo>
                  <a:pt x="887083" y="73428"/>
                  <a:pt x="889866" y="71407"/>
                  <a:pt x="892135" y="68819"/>
                </a:cubicBezTo>
                <a:cubicBezTo>
                  <a:pt x="894403" y="66230"/>
                  <a:pt x="896104" y="63199"/>
                  <a:pt x="897238" y="59725"/>
                </a:cubicBezTo>
                <a:cubicBezTo>
                  <a:pt x="898373" y="56250"/>
                  <a:pt x="898940" y="52493"/>
                  <a:pt x="898940" y="48452"/>
                </a:cubicBezTo>
                <a:cubicBezTo>
                  <a:pt x="898940" y="44410"/>
                  <a:pt x="898373" y="40635"/>
                  <a:pt x="897238" y="37125"/>
                </a:cubicBezTo>
                <a:cubicBezTo>
                  <a:pt x="896104" y="33615"/>
                  <a:pt x="894403" y="30566"/>
                  <a:pt x="892135" y="27978"/>
                </a:cubicBezTo>
                <a:cubicBezTo>
                  <a:pt x="889866" y="25390"/>
                  <a:pt x="887083" y="23352"/>
                  <a:pt x="883786" y="21863"/>
                </a:cubicBezTo>
                <a:cubicBezTo>
                  <a:pt x="880489" y="20374"/>
                  <a:pt x="876643" y="19629"/>
                  <a:pt x="872248" y="19629"/>
                </a:cubicBezTo>
                <a:cubicBezTo>
                  <a:pt x="867923" y="19629"/>
                  <a:pt x="864094" y="20374"/>
                  <a:pt x="860760" y="21863"/>
                </a:cubicBezTo>
                <a:cubicBezTo>
                  <a:pt x="857428" y="23352"/>
                  <a:pt x="854628" y="25390"/>
                  <a:pt x="852359" y="27978"/>
                </a:cubicBezTo>
                <a:cubicBezTo>
                  <a:pt x="850091" y="30566"/>
                  <a:pt x="848389" y="33615"/>
                  <a:pt x="847254" y="37125"/>
                </a:cubicBezTo>
                <a:cubicBezTo>
                  <a:pt x="846121" y="40635"/>
                  <a:pt x="845554" y="44410"/>
                  <a:pt x="845554" y="48452"/>
                </a:cubicBezTo>
                <a:close/>
                <a:moveTo>
                  <a:pt x="910271" y="0"/>
                </a:moveTo>
                <a:lnTo>
                  <a:pt x="910271" y="75919"/>
                </a:lnTo>
                <a:lnTo>
                  <a:pt x="919312" y="75919"/>
                </a:lnTo>
                <a:lnTo>
                  <a:pt x="919312" y="0"/>
                </a:lnTo>
                <a:lnTo>
                  <a:pt x="910271" y="0"/>
                </a:lnTo>
                <a:close/>
                <a:moveTo>
                  <a:pt x="978975" y="75893"/>
                </a:moveTo>
                <a:lnTo>
                  <a:pt x="978975" y="20979"/>
                </a:lnTo>
                <a:lnTo>
                  <a:pt x="969935" y="20979"/>
                </a:lnTo>
                <a:lnTo>
                  <a:pt x="969935" y="51973"/>
                </a:lnTo>
                <a:cubicBezTo>
                  <a:pt x="969935" y="54450"/>
                  <a:pt x="969598" y="56732"/>
                  <a:pt x="968924" y="58820"/>
                </a:cubicBezTo>
                <a:cubicBezTo>
                  <a:pt x="968251" y="60907"/>
                  <a:pt x="967241" y="62728"/>
                  <a:pt x="965894" y="64285"/>
                </a:cubicBezTo>
                <a:cubicBezTo>
                  <a:pt x="964547" y="65842"/>
                  <a:pt x="962863" y="67045"/>
                  <a:pt x="960842" y="67894"/>
                </a:cubicBezTo>
                <a:cubicBezTo>
                  <a:pt x="958821" y="68743"/>
                  <a:pt x="956428" y="69168"/>
                  <a:pt x="953663" y="69168"/>
                </a:cubicBezTo>
                <a:cubicBezTo>
                  <a:pt x="950190" y="69168"/>
                  <a:pt x="947460" y="68178"/>
                  <a:pt x="945475" y="66197"/>
                </a:cubicBezTo>
                <a:cubicBezTo>
                  <a:pt x="943490" y="64215"/>
                  <a:pt x="942497" y="61525"/>
                  <a:pt x="942497" y="58128"/>
                </a:cubicBezTo>
                <a:lnTo>
                  <a:pt x="942497" y="20979"/>
                </a:lnTo>
                <a:lnTo>
                  <a:pt x="933457" y="20979"/>
                </a:lnTo>
                <a:lnTo>
                  <a:pt x="933457" y="57093"/>
                </a:lnTo>
                <a:cubicBezTo>
                  <a:pt x="933457" y="60067"/>
                  <a:pt x="933758" y="62775"/>
                  <a:pt x="934361" y="65218"/>
                </a:cubicBezTo>
                <a:cubicBezTo>
                  <a:pt x="934963" y="67661"/>
                  <a:pt x="936009" y="69768"/>
                  <a:pt x="937498" y="71539"/>
                </a:cubicBezTo>
                <a:cubicBezTo>
                  <a:pt x="938987" y="73309"/>
                  <a:pt x="940937" y="74672"/>
                  <a:pt x="943348" y="75628"/>
                </a:cubicBezTo>
                <a:cubicBezTo>
                  <a:pt x="945758" y="76583"/>
                  <a:pt x="948771" y="77061"/>
                  <a:pt x="952388" y="77061"/>
                </a:cubicBezTo>
                <a:cubicBezTo>
                  <a:pt x="956428" y="77061"/>
                  <a:pt x="959937" y="76265"/>
                  <a:pt x="962915" y="74672"/>
                </a:cubicBezTo>
                <a:cubicBezTo>
                  <a:pt x="965893" y="73079"/>
                  <a:pt x="968339" y="70582"/>
                  <a:pt x="970254" y="67183"/>
                </a:cubicBezTo>
                <a:lnTo>
                  <a:pt x="970467" y="67183"/>
                </a:lnTo>
                <a:lnTo>
                  <a:pt x="970467" y="75893"/>
                </a:lnTo>
                <a:lnTo>
                  <a:pt x="978975" y="75893"/>
                </a:lnTo>
                <a:close/>
                <a:moveTo>
                  <a:pt x="1005685" y="20875"/>
                </a:moveTo>
                <a:lnTo>
                  <a:pt x="1005685" y="4466"/>
                </a:lnTo>
                <a:lnTo>
                  <a:pt x="996644" y="4466"/>
                </a:lnTo>
                <a:lnTo>
                  <a:pt x="996644" y="20875"/>
                </a:lnTo>
                <a:lnTo>
                  <a:pt x="987286" y="20875"/>
                </a:lnTo>
                <a:lnTo>
                  <a:pt x="987286" y="28872"/>
                </a:lnTo>
                <a:lnTo>
                  <a:pt x="996644" y="28872"/>
                </a:lnTo>
                <a:lnTo>
                  <a:pt x="996644" y="63891"/>
                </a:lnTo>
                <a:cubicBezTo>
                  <a:pt x="996644" y="66445"/>
                  <a:pt x="996893" y="68503"/>
                  <a:pt x="997389" y="70064"/>
                </a:cubicBezTo>
                <a:cubicBezTo>
                  <a:pt x="997886" y="71625"/>
                  <a:pt x="998648" y="72832"/>
                  <a:pt x="999676" y="73684"/>
                </a:cubicBezTo>
                <a:cubicBezTo>
                  <a:pt x="1000703" y="74535"/>
                  <a:pt x="1002050" y="75121"/>
                  <a:pt x="1003716" y="75440"/>
                </a:cubicBezTo>
                <a:cubicBezTo>
                  <a:pt x="1005382" y="75759"/>
                  <a:pt x="1007385" y="75919"/>
                  <a:pt x="1009725" y="75919"/>
                </a:cubicBezTo>
                <a:lnTo>
                  <a:pt x="1016638" y="75919"/>
                </a:lnTo>
                <a:lnTo>
                  <a:pt x="1016638" y="67922"/>
                </a:lnTo>
                <a:lnTo>
                  <a:pt x="1012490" y="67922"/>
                </a:lnTo>
                <a:cubicBezTo>
                  <a:pt x="1011072" y="67922"/>
                  <a:pt x="1009920" y="67869"/>
                  <a:pt x="1009034" y="67763"/>
                </a:cubicBezTo>
                <a:cubicBezTo>
                  <a:pt x="1008148" y="67656"/>
                  <a:pt x="1007457" y="67425"/>
                  <a:pt x="1006960" y="67071"/>
                </a:cubicBezTo>
                <a:cubicBezTo>
                  <a:pt x="1006465" y="66717"/>
                  <a:pt x="1006128" y="66220"/>
                  <a:pt x="1005951" y="65582"/>
                </a:cubicBezTo>
                <a:cubicBezTo>
                  <a:pt x="1005773" y="64942"/>
                  <a:pt x="1005685" y="64091"/>
                  <a:pt x="1005685" y="63027"/>
                </a:cubicBezTo>
                <a:lnTo>
                  <a:pt x="1005685" y="28872"/>
                </a:lnTo>
                <a:lnTo>
                  <a:pt x="1016638" y="28872"/>
                </a:lnTo>
                <a:lnTo>
                  <a:pt x="1016638" y="20875"/>
                </a:lnTo>
                <a:lnTo>
                  <a:pt x="1005685" y="20875"/>
                </a:lnTo>
                <a:close/>
                <a:moveTo>
                  <a:pt x="1064979" y="43204"/>
                </a:moveTo>
                <a:lnTo>
                  <a:pt x="1033393" y="43204"/>
                </a:lnTo>
                <a:cubicBezTo>
                  <a:pt x="1033535" y="41070"/>
                  <a:pt x="1033996" y="39060"/>
                  <a:pt x="1034776" y="37175"/>
                </a:cubicBezTo>
                <a:cubicBezTo>
                  <a:pt x="1035556" y="35290"/>
                  <a:pt x="1036619" y="33636"/>
                  <a:pt x="1037966" y="32213"/>
                </a:cubicBezTo>
                <a:cubicBezTo>
                  <a:pt x="1039313" y="30791"/>
                  <a:pt x="1040926" y="29670"/>
                  <a:pt x="1042805" y="28852"/>
                </a:cubicBezTo>
                <a:cubicBezTo>
                  <a:pt x="1044684" y="28035"/>
                  <a:pt x="1046793" y="27626"/>
                  <a:pt x="1049132" y="27626"/>
                </a:cubicBezTo>
                <a:cubicBezTo>
                  <a:pt x="1051401" y="27626"/>
                  <a:pt x="1053475" y="28035"/>
                  <a:pt x="1055354" y="28852"/>
                </a:cubicBezTo>
                <a:cubicBezTo>
                  <a:pt x="1057233" y="29670"/>
                  <a:pt x="1058864" y="30773"/>
                  <a:pt x="1060247" y="32161"/>
                </a:cubicBezTo>
                <a:cubicBezTo>
                  <a:pt x="1061629" y="33548"/>
                  <a:pt x="1062728" y="35202"/>
                  <a:pt x="1063542" y="37122"/>
                </a:cubicBezTo>
                <a:cubicBezTo>
                  <a:pt x="1064358" y="39042"/>
                  <a:pt x="1064837" y="41070"/>
                  <a:pt x="1064979" y="43204"/>
                </a:cubicBezTo>
                <a:moveTo>
                  <a:pt x="1073699" y="58471"/>
                </a:moveTo>
                <a:lnTo>
                  <a:pt x="1064766" y="58471"/>
                </a:lnTo>
                <a:cubicBezTo>
                  <a:pt x="1063986" y="62072"/>
                  <a:pt x="1062373" y="64756"/>
                  <a:pt x="1059927" y="66521"/>
                </a:cubicBezTo>
                <a:cubicBezTo>
                  <a:pt x="1057481" y="68286"/>
                  <a:pt x="1054344" y="69168"/>
                  <a:pt x="1050515" y="69168"/>
                </a:cubicBezTo>
                <a:cubicBezTo>
                  <a:pt x="1047538" y="69168"/>
                  <a:pt x="1044950" y="68675"/>
                  <a:pt x="1042752" y="67688"/>
                </a:cubicBezTo>
                <a:cubicBezTo>
                  <a:pt x="1040555" y="66701"/>
                  <a:pt x="1038747" y="65380"/>
                  <a:pt x="1037329" y="63725"/>
                </a:cubicBezTo>
                <a:cubicBezTo>
                  <a:pt x="1035910" y="62069"/>
                  <a:pt x="1034882" y="60167"/>
                  <a:pt x="1034244" y="58018"/>
                </a:cubicBezTo>
                <a:cubicBezTo>
                  <a:pt x="1033605" y="55868"/>
                  <a:pt x="1033322" y="53596"/>
                  <a:pt x="1033393" y="51201"/>
                </a:cubicBezTo>
                <a:lnTo>
                  <a:pt x="1074549" y="51201"/>
                </a:lnTo>
                <a:cubicBezTo>
                  <a:pt x="1074691" y="47859"/>
                  <a:pt x="1074390" y="44339"/>
                  <a:pt x="1073646" y="40642"/>
                </a:cubicBezTo>
                <a:cubicBezTo>
                  <a:pt x="1072901" y="36944"/>
                  <a:pt x="1071554" y="33531"/>
                  <a:pt x="1069603" y="30402"/>
                </a:cubicBezTo>
                <a:cubicBezTo>
                  <a:pt x="1067654" y="27273"/>
                  <a:pt x="1065066" y="24696"/>
                  <a:pt x="1061840" y="22670"/>
                </a:cubicBezTo>
                <a:cubicBezTo>
                  <a:pt x="1058614" y="20642"/>
                  <a:pt x="1054555" y="19629"/>
                  <a:pt x="1049663" y="19629"/>
                </a:cubicBezTo>
                <a:cubicBezTo>
                  <a:pt x="1045906" y="19629"/>
                  <a:pt x="1042449" y="20338"/>
                  <a:pt x="1039294" y="21756"/>
                </a:cubicBezTo>
                <a:cubicBezTo>
                  <a:pt x="1036139" y="23174"/>
                  <a:pt x="1033410" y="25160"/>
                  <a:pt x="1031105" y="27713"/>
                </a:cubicBezTo>
                <a:cubicBezTo>
                  <a:pt x="1028801" y="30265"/>
                  <a:pt x="1027011" y="33279"/>
                  <a:pt x="1025734" y="36754"/>
                </a:cubicBezTo>
                <a:cubicBezTo>
                  <a:pt x="1024459" y="40227"/>
                  <a:pt x="1023821" y="44055"/>
                  <a:pt x="1023821" y="48238"/>
                </a:cubicBezTo>
                <a:cubicBezTo>
                  <a:pt x="1023963" y="52421"/>
                  <a:pt x="1024583" y="56285"/>
                  <a:pt x="1025682" y="59831"/>
                </a:cubicBezTo>
                <a:cubicBezTo>
                  <a:pt x="1026781" y="63376"/>
                  <a:pt x="1028429" y="66425"/>
                  <a:pt x="1030627" y="68978"/>
                </a:cubicBezTo>
                <a:cubicBezTo>
                  <a:pt x="1032825" y="71530"/>
                  <a:pt x="1035537" y="73515"/>
                  <a:pt x="1038763" y="74934"/>
                </a:cubicBezTo>
                <a:cubicBezTo>
                  <a:pt x="1041989" y="76352"/>
                  <a:pt x="1045800" y="77061"/>
                  <a:pt x="1050195" y="77061"/>
                </a:cubicBezTo>
                <a:cubicBezTo>
                  <a:pt x="1056435" y="77061"/>
                  <a:pt x="1061611" y="75503"/>
                  <a:pt x="1065723" y="72387"/>
                </a:cubicBezTo>
                <a:cubicBezTo>
                  <a:pt x="1069835" y="69271"/>
                  <a:pt x="1072494" y="64632"/>
                  <a:pt x="1073699" y="58471"/>
                </a:cubicBezTo>
                <a:close/>
                <a:moveTo>
                  <a:pt x="1138799" y="75919"/>
                </a:moveTo>
                <a:lnTo>
                  <a:pt x="1158898" y="20979"/>
                </a:lnTo>
                <a:lnTo>
                  <a:pt x="1149435" y="20979"/>
                </a:lnTo>
                <a:lnTo>
                  <a:pt x="1134439" y="66779"/>
                </a:lnTo>
                <a:lnTo>
                  <a:pt x="1134226" y="66779"/>
                </a:lnTo>
                <a:lnTo>
                  <a:pt x="1118805" y="20979"/>
                </a:lnTo>
                <a:lnTo>
                  <a:pt x="1108704" y="20979"/>
                </a:lnTo>
                <a:lnTo>
                  <a:pt x="1129121" y="75919"/>
                </a:lnTo>
                <a:lnTo>
                  <a:pt x="1138799" y="75919"/>
                </a:lnTo>
                <a:close/>
                <a:moveTo>
                  <a:pt x="1216285" y="75678"/>
                </a:moveTo>
                <a:cubicBezTo>
                  <a:pt x="1214725" y="76600"/>
                  <a:pt x="1212562" y="77061"/>
                  <a:pt x="1209797" y="77061"/>
                </a:cubicBezTo>
                <a:cubicBezTo>
                  <a:pt x="1207458" y="77061"/>
                  <a:pt x="1205597" y="76405"/>
                  <a:pt x="1204215" y="75094"/>
                </a:cubicBezTo>
                <a:cubicBezTo>
                  <a:pt x="1202832" y="73782"/>
                  <a:pt x="1202141" y="71637"/>
                  <a:pt x="1202141" y="68658"/>
                </a:cubicBezTo>
                <a:cubicBezTo>
                  <a:pt x="1199659" y="71637"/>
                  <a:pt x="1196770" y="73782"/>
                  <a:pt x="1193472" y="75094"/>
                </a:cubicBezTo>
                <a:cubicBezTo>
                  <a:pt x="1190176" y="76405"/>
                  <a:pt x="1186613" y="77061"/>
                  <a:pt x="1182785" y="77061"/>
                </a:cubicBezTo>
                <a:cubicBezTo>
                  <a:pt x="1180303" y="77061"/>
                  <a:pt x="1177945" y="76778"/>
                  <a:pt x="1175711" y="76211"/>
                </a:cubicBezTo>
                <a:cubicBezTo>
                  <a:pt x="1173478" y="75644"/>
                  <a:pt x="1171547" y="74758"/>
                  <a:pt x="1169916" y="73553"/>
                </a:cubicBezTo>
                <a:cubicBezTo>
                  <a:pt x="1168286" y="72347"/>
                  <a:pt x="1166992" y="70771"/>
                  <a:pt x="1166035" y="68822"/>
                </a:cubicBezTo>
                <a:cubicBezTo>
                  <a:pt x="1165077" y="66873"/>
                  <a:pt x="1164599" y="64516"/>
                  <a:pt x="1164599" y="61752"/>
                </a:cubicBezTo>
                <a:cubicBezTo>
                  <a:pt x="1164599" y="58633"/>
                  <a:pt x="1165130" y="56082"/>
                  <a:pt x="1166194" y="54097"/>
                </a:cubicBezTo>
                <a:cubicBezTo>
                  <a:pt x="1167257" y="52113"/>
                  <a:pt x="1168657" y="50501"/>
                  <a:pt x="1170394" y="49262"/>
                </a:cubicBezTo>
                <a:cubicBezTo>
                  <a:pt x="1172131" y="48021"/>
                  <a:pt x="1174116" y="47081"/>
                  <a:pt x="1176349" y="46443"/>
                </a:cubicBezTo>
                <a:cubicBezTo>
                  <a:pt x="1178583" y="45805"/>
                  <a:pt x="1180870" y="45273"/>
                  <a:pt x="1183210" y="44848"/>
                </a:cubicBezTo>
                <a:cubicBezTo>
                  <a:pt x="1185692" y="44352"/>
                  <a:pt x="1188049" y="43981"/>
                  <a:pt x="1190282" y="43733"/>
                </a:cubicBezTo>
                <a:cubicBezTo>
                  <a:pt x="1192515" y="43484"/>
                  <a:pt x="1194482" y="43129"/>
                  <a:pt x="1196184" y="42668"/>
                </a:cubicBezTo>
                <a:cubicBezTo>
                  <a:pt x="1197886" y="42208"/>
                  <a:pt x="1199232" y="41535"/>
                  <a:pt x="1200224" y="40650"/>
                </a:cubicBezTo>
                <a:cubicBezTo>
                  <a:pt x="1201218" y="39764"/>
                  <a:pt x="1201714" y="38470"/>
                  <a:pt x="1201714" y="36768"/>
                </a:cubicBezTo>
                <a:cubicBezTo>
                  <a:pt x="1201714" y="34784"/>
                  <a:pt x="1201342" y="33189"/>
                  <a:pt x="1200598" y="31984"/>
                </a:cubicBezTo>
                <a:cubicBezTo>
                  <a:pt x="1199853" y="30779"/>
                  <a:pt x="1198896" y="29858"/>
                  <a:pt x="1197725" y="29221"/>
                </a:cubicBezTo>
                <a:cubicBezTo>
                  <a:pt x="1196556" y="28583"/>
                  <a:pt x="1195244" y="28157"/>
                  <a:pt x="1193790" y="27945"/>
                </a:cubicBezTo>
                <a:cubicBezTo>
                  <a:pt x="1192337" y="27732"/>
                  <a:pt x="1190902" y="27626"/>
                  <a:pt x="1189485" y="27626"/>
                </a:cubicBezTo>
                <a:cubicBezTo>
                  <a:pt x="1185657" y="27626"/>
                  <a:pt x="1182466" y="28350"/>
                  <a:pt x="1179914" y="29798"/>
                </a:cubicBezTo>
                <a:cubicBezTo>
                  <a:pt x="1177362" y="31247"/>
                  <a:pt x="1175980" y="33985"/>
                  <a:pt x="1175766" y="38011"/>
                </a:cubicBezTo>
                <a:lnTo>
                  <a:pt x="1166726" y="38011"/>
                </a:lnTo>
                <a:cubicBezTo>
                  <a:pt x="1166868" y="34611"/>
                  <a:pt x="1167576" y="31742"/>
                  <a:pt x="1168852" y="29404"/>
                </a:cubicBezTo>
                <a:cubicBezTo>
                  <a:pt x="1170128" y="27066"/>
                  <a:pt x="1171830" y="25171"/>
                  <a:pt x="1173957" y="23720"/>
                </a:cubicBezTo>
                <a:cubicBezTo>
                  <a:pt x="1176084" y="22268"/>
                  <a:pt x="1178512" y="21223"/>
                  <a:pt x="1181242" y="20586"/>
                </a:cubicBezTo>
                <a:cubicBezTo>
                  <a:pt x="1183972" y="19948"/>
                  <a:pt x="1186897" y="19629"/>
                  <a:pt x="1190016" y="19629"/>
                </a:cubicBezTo>
                <a:cubicBezTo>
                  <a:pt x="1192497" y="19629"/>
                  <a:pt x="1194961" y="19806"/>
                  <a:pt x="1197407" y="20161"/>
                </a:cubicBezTo>
                <a:cubicBezTo>
                  <a:pt x="1199853" y="20515"/>
                  <a:pt x="1202069" y="21241"/>
                  <a:pt x="1204054" y="22340"/>
                </a:cubicBezTo>
                <a:cubicBezTo>
                  <a:pt x="1206039" y="23438"/>
                  <a:pt x="1207634" y="24980"/>
                  <a:pt x="1208840" y="26965"/>
                </a:cubicBezTo>
                <a:cubicBezTo>
                  <a:pt x="1210045" y="28949"/>
                  <a:pt x="1210647" y="31536"/>
                  <a:pt x="1210647" y="34725"/>
                </a:cubicBezTo>
                <a:lnTo>
                  <a:pt x="1210647" y="63001"/>
                </a:lnTo>
                <a:cubicBezTo>
                  <a:pt x="1210647" y="65128"/>
                  <a:pt x="1210771" y="66688"/>
                  <a:pt x="1211019" y="67680"/>
                </a:cubicBezTo>
                <a:cubicBezTo>
                  <a:pt x="1211268" y="68672"/>
                  <a:pt x="1212101" y="69168"/>
                  <a:pt x="1213520" y="69168"/>
                </a:cubicBezTo>
                <a:cubicBezTo>
                  <a:pt x="1214300" y="69168"/>
                  <a:pt x="1215221" y="68998"/>
                  <a:pt x="1216285" y="68658"/>
                </a:cubicBezTo>
                <a:lnTo>
                  <a:pt x="1216285" y="75678"/>
                </a:lnTo>
                <a:moveTo>
                  <a:pt x="1201609" y="47495"/>
                </a:moveTo>
                <a:cubicBezTo>
                  <a:pt x="1200474" y="48345"/>
                  <a:pt x="1198985" y="48965"/>
                  <a:pt x="1197141" y="49354"/>
                </a:cubicBezTo>
                <a:cubicBezTo>
                  <a:pt x="1195299" y="49744"/>
                  <a:pt x="1193367" y="50062"/>
                  <a:pt x="1191346" y="50310"/>
                </a:cubicBezTo>
                <a:cubicBezTo>
                  <a:pt x="1189326" y="50558"/>
                  <a:pt x="1187287" y="50841"/>
                  <a:pt x="1185230" y="51160"/>
                </a:cubicBezTo>
                <a:cubicBezTo>
                  <a:pt x="1183175" y="51478"/>
                  <a:pt x="1181332" y="51992"/>
                  <a:pt x="1179702" y="52700"/>
                </a:cubicBezTo>
                <a:cubicBezTo>
                  <a:pt x="1178071" y="53409"/>
                  <a:pt x="1176742" y="54418"/>
                  <a:pt x="1175713" y="55728"/>
                </a:cubicBezTo>
                <a:cubicBezTo>
                  <a:pt x="1174685" y="57038"/>
                  <a:pt x="1174171" y="58827"/>
                  <a:pt x="1174171" y="61093"/>
                </a:cubicBezTo>
                <a:cubicBezTo>
                  <a:pt x="1174171" y="62581"/>
                  <a:pt x="1174473" y="63838"/>
                  <a:pt x="1175075" y="64866"/>
                </a:cubicBezTo>
                <a:cubicBezTo>
                  <a:pt x="1175678" y="65893"/>
                  <a:pt x="1176458" y="66725"/>
                  <a:pt x="1177415" y="67362"/>
                </a:cubicBezTo>
                <a:cubicBezTo>
                  <a:pt x="1178373" y="67999"/>
                  <a:pt x="1179489" y="68459"/>
                  <a:pt x="1180764" y="68743"/>
                </a:cubicBezTo>
                <a:cubicBezTo>
                  <a:pt x="1182041" y="69026"/>
                  <a:pt x="1183388" y="69168"/>
                  <a:pt x="1184805" y="69168"/>
                </a:cubicBezTo>
                <a:cubicBezTo>
                  <a:pt x="1187783" y="69168"/>
                  <a:pt x="1190336" y="68761"/>
                  <a:pt x="1192463" y="67946"/>
                </a:cubicBezTo>
                <a:cubicBezTo>
                  <a:pt x="1194590" y="67131"/>
                  <a:pt x="1196327" y="66105"/>
                  <a:pt x="1197674" y="64866"/>
                </a:cubicBezTo>
                <a:cubicBezTo>
                  <a:pt x="1199020" y="63626"/>
                  <a:pt x="1200013" y="62280"/>
                  <a:pt x="1200651" y="60829"/>
                </a:cubicBezTo>
                <a:cubicBezTo>
                  <a:pt x="1201290" y="59376"/>
                  <a:pt x="1201609" y="58012"/>
                  <a:pt x="1201609" y="56738"/>
                </a:cubicBezTo>
                <a:lnTo>
                  <a:pt x="1201609" y="47495"/>
                </a:lnTo>
                <a:close/>
                <a:moveTo>
                  <a:pt x="1225491" y="0"/>
                </a:moveTo>
                <a:lnTo>
                  <a:pt x="1225491" y="75919"/>
                </a:lnTo>
                <a:lnTo>
                  <a:pt x="1234531" y="75919"/>
                </a:lnTo>
                <a:lnTo>
                  <a:pt x="1234531" y="0"/>
                </a:lnTo>
                <a:lnTo>
                  <a:pt x="1225491" y="0"/>
                </a:lnTo>
                <a:close/>
                <a:moveTo>
                  <a:pt x="1294195" y="75893"/>
                </a:moveTo>
                <a:lnTo>
                  <a:pt x="1294195" y="20979"/>
                </a:lnTo>
                <a:lnTo>
                  <a:pt x="1285154" y="20979"/>
                </a:lnTo>
                <a:lnTo>
                  <a:pt x="1285154" y="51973"/>
                </a:lnTo>
                <a:cubicBezTo>
                  <a:pt x="1285154" y="54450"/>
                  <a:pt x="1284817" y="56732"/>
                  <a:pt x="1284143" y="58820"/>
                </a:cubicBezTo>
                <a:cubicBezTo>
                  <a:pt x="1283470" y="60907"/>
                  <a:pt x="1282461" y="62728"/>
                  <a:pt x="1281114" y="64285"/>
                </a:cubicBezTo>
                <a:cubicBezTo>
                  <a:pt x="1279767" y="65842"/>
                  <a:pt x="1278083" y="67045"/>
                  <a:pt x="1276062" y="67894"/>
                </a:cubicBezTo>
                <a:cubicBezTo>
                  <a:pt x="1274041" y="68743"/>
                  <a:pt x="1271648" y="69168"/>
                  <a:pt x="1268883" y="69168"/>
                </a:cubicBezTo>
                <a:cubicBezTo>
                  <a:pt x="1265409" y="69168"/>
                  <a:pt x="1262680" y="68178"/>
                  <a:pt x="1260695" y="66197"/>
                </a:cubicBezTo>
                <a:cubicBezTo>
                  <a:pt x="1258709" y="64215"/>
                  <a:pt x="1257717" y="61525"/>
                  <a:pt x="1257717" y="58128"/>
                </a:cubicBezTo>
                <a:lnTo>
                  <a:pt x="1257717" y="20979"/>
                </a:lnTo>
                <a:lnTo>
                  <a:pt x="1248677" y="20979"/>
                </a:lnTo>
                <a:lnTo>
                  <a:pt x="1248677" y="57093"/>
                </a:lnTo>
                <a:cubicBezTo>
                  <a:pt x="1248677" y="60067"/>
                  <a:pt x="1248978" y="62775"/>
                  <a:pt x="1249580" y="65218"/>
                </a:cubicBezTo>
                <a:cubicBezTo>
                  <a:pt x="1250183" y="67661"/>
                  <a:pt x="1251229" y="69768"/>
                  <a:pt x="1252717" y="71539"/>
                </a:cubicBezTo>
                <a:cubicBezTo>
                  <a:pt x="1254207" y="73309"/>
                  <a:pt x="1256157" y="74672"/>
                  <a:pt x="1258567" y="75628"/>
                </a:cubicBezTo>
                <a:cubicBezTo>
                  <a:pt x="1260978" y="76583"/>
                  <a:pt x="1263991" y="77061"/>
                  <a:pt x="1267608" y="77061"/>
                </a:cubicBezTo>
                <a:cubicBezTo>
                  <a:pt x="1271648" y="77061"/>
                  <a:pt x="1275157" y="76265"/>
                  <a:pt x="1278134" y="74672"/>
                </a:cubicBezTo>
                <a:cubicBezTo>
                  <a:pt x="1281113" y="73079"/>
                  <a:pt x="1283559" y="70582"/>
                  <a:pt x="1285474" y="67183"/>
                </a:cubicBezTo>
                <a:lnTo>
                  <a:pt x="1285687" y="67183"/>
                </a:lnTo>
                <a:lnTo>
                  <a:pt x="1285687" y="75893"/>
                </a:lnTo>
                <a:lnTo>
                  <a:pt x="1294195" y="75893"/>
                </a:lnTo>
                <a:close/>
                <a:moveTo>
                  <a:pt x="1346533" y="43204"/>
                </a:moveTo>
                <a:lnTo>
                  <a:pt x="1314948" y="43204"/>
                </a:lnTo>
                <a:cubicBezTo>
                  <a:pt x="1315090" y="41070"/>
                  <a:pt x="1315551" y="39060"/>
                  <a:pt x="1316331" y="37175"/>
                </a:cubicBezTo>
                <a:cubicBezTo>
                  <a:pt x="1317111" y="35290"/>
                  <a:pt x="1318174" y="33636"/>
                  <a:pt x="1319521" y="32213"/>
                </a:cubicBezTo>
                <a:cubicBezTo>
                  <a:pt x="1320868" y="30791"/>
                  <a:pt x="1322481" y="29670"/>
                  <a:pt x="1324360" y="28852"/>
                </a:cubicBezTo>
                <a:cubicBezTo>
                  <a:pt x="1326239" y="28035"/>
                  <a:pt x="1328348" y="27626"/>
                  <a:pt x="1330687" y="27626"/>
                </a:cubicBezTo>
                <a:cubicBezTo>
                  <a:pt x="1332956" y="27626"/>
                  <a:pt x="1335030" y="28035"/>
                  <a:pt x="1336909" y="28852"/>
                </a:cubicBezTo>
                <a:cubicBezTo>
                  <a:pt x="1338788" y="29670"/>
                  <a:pt x="1340419" y="30773"/>
                  <a:pt x="1341802" y="32161"/>
                </a:cubicBezTo>
                <a:cubicBezTo>
                  <a:pt x="1343184" y="33548"/>
                  <a:pt x="1344283" y="35202"/>
                  <a:pt x="1345097" y="37122"/>
                </a:cubicBezTo>
                <a:cubicBezTo>
                  <a:pt x="1345913" y="39042"/>
                  <a:pt x="1346392" y="41070"/>
                  <a:pt x="1346533" y="43204"/>
                </a:cubicBezTo>
                <a:moveTo>
                  <a:pt x="1355254" y="58471"/>
                </a:moveTo>
                <a:lnTo>
                  <a:pt x="1346321" y="58471"/>
                </a:lnTo>
                <a:cubicBezTo>
                  <a:pt x="1345541" y="62072"/>
                  <a:pt x="1343928" y="64756"/>
                  <a:pt x="1341482" y="66521"/>
                </a:cubicBezTo>
                <a:cubicBezTo>
                  <a:pt x="1339036" y="68286"/>
                  <a:pt x="1335898" y="69168"/>
                  <a:pt x="1332070" y="69168"/>
                </a:cubicBezTo>
                <a:cubicBezTo>
                  <a:pt x="1329093" y="69168"/>
                  <a:pt x="1326505" y="68675"/>
                  <a:pt x="1324307" y="67688"/>
                </a:cubicBezTo>
                <a:cubicBezTo>
                  <a:pt x="1322109" y="66701"/>
                  <a:pt x="1320302" y="65380"/>
                  <a:pt x="1318883" y="63725"/>
                </a:cubicBezTo>
                <a:cubicBezTo>
                  <a:pt x="1317465" y="62069"/>
                  <a:pt x="1316437" y="60167"/>
                  <a:pt x="1315799" y="58018"/>
                </a:cubicBezTo>
                <a:cubicBezTo>
                  <a:pt x="1315160" y="55868"/>
                  <a:pt x="1314877" y="53596"/>
                  <a:pt x="1314948" y="51201"/>
                </a:cubicBezTo>
                <a:lnTo>
                  <a:pt x="1356104" y="51201"/>
                </a:lnTo>
                <a:cubicBezTo>
                  <a:pt x="1356246" y="47859"/>
                  <a:pt x="1355945" y="44339"/>
                  <a:pt x="1355201" y="40642"/>
                </a:cubicBezTo>
                <a:cubicBezTo>
                  <a:pt x="1354456" y="36944"/>
                  <a:pt x="1353109" y="33531"/>
                  <a:pt x="1351158" y="30402"/>
                </a:cubicBezTo>
                <a:cubicBezTo>
                  <a:pt x="1349209" y="27273"/>
                  <a:pt x="1346621" y="24696"/>
                  <a:pt x="1343395" y="22670"/>
                </a:cubicBezTo>
                <a:cubicBezTo>
                  <a:pt x="1340169" y="20642"/>
                  <a:pt x="1336110" y="19629"/>
                  <a:pt x="1331218" y="19629"/>
                </a:cubicBezTo>
                <a:cubicBezTo>
                  <a:pt x="1327461" y="19629"/>
                  <a:pt x="1324004" y="20338"/>
                  <a:pt x="1320849" y="21756"/>
                </a:cubicBezTo>
                <a:cubicBezTo>
                  <a:pt x="1317694" y="23174"/>
                  <a:pt x="1314965" y="25160"/>
                  <a:pt x="1312660" y="27713"/>
                </a:cubicBezTo>
                <a:cubicBezTo>
                  <a:pt x="1310356" y="30265"/>
                  <a:pt x="1308565" y="33279"/>
                  <a:pt x="1307289" y="36754"/>
                </a:cubicBezTo>
                <a:cubicBezTo>
                  <a:pt x="1306013" y="40227"/>
                  <a:pt x="1305376" y="44055"/>
                  <a:pt x="1305376" y="48238"/>
                </a:cubicBezTo>
                <a:cubicBezTo>
                  <a:pt x="1305517" y="52421"/>
                  <a:pt x="1306138" y="56285"/>
                  <a:pt x="1307237" y="59831"/>
                </a:cubicBezTo>
                <a:cubicBezTo>
                  <a:pt x="1308336" y="63376"/>
                  <a:pt x="1309984" y="66425"/>
                  <a:pt x="1312182" y="68978"/>
                </a:cubicBezTo>
                <a:cubicBezTo>
                  <a:pt x="1314380" y="71530"/>
                  <a:pt x="1317092" y="73515"/>
                  <a:pt x="1320318" y="74934"/>
                </a:cubicBezTo>
                <a:cubicBezTo>
                  <a:pt x="1323544" y="76352"/>
                  <a:pt x="1327355" y="77061"/>
                  <a:pt x="1331750" y="77061"/>
                </a:cubicBezTo>
                <a:cubicBezTo>
                  <a:pt x="1337990" y="77061"/>
                  <a:pt x="1343166" y="75503"/>
                  <a:pt x="1347278" y="72387"/>
                </a:cubicBezTo>
                <a:cubicBezTo>
                  <a:pt x="1351390" y="69271"/>
                  <a:pt x="1354049" y="64632"/>
                  <a:pt x="1355254" y="58471"/>
                </a:cubicBezTo>
                <a:close/>
                <a:moveTo>
                  <a:pt x="1367757" y="64079"/>
                </a:moveTo>
                <a:lnTo>
                  <a:pt x="1367757" y="75919"/>
                </a:lnTo>
                <a:lnTo>
                  <a:pt x="1379562" y="75919"/>
                </a:lnTo>
                <a:lnTo>
                  <a:pt x="1379562" y="64079"/>
                </a:lnTo>
                <a:lnTo>
                  <a:pt x="1367757" y="640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Parameters:">
            <a:extLst xmlns:a="http://schemas.openxmlformats.org/drawingml/2006/main">
              <a:ext uri="{FF2B5EF4-FFF2-40B4-BE49-F238E27FC236}">
                <a16:creationId xmlns:a16="http://schemas.microsoft.com/office/drawing/2014/main" id="{269794CD-9907-4B3D-86C5-3D274780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64" y="2088543"/>
            <a:ext cx="561675" cy="77061"/>
          </a:xfrm>
          <a:custGeom xmlns:a="http://schemas.openxmlformats.org/drawingml/2006/main">
            <a:pathLst>
              <a:path w="561675" h="77061">
                <a:moveTo>
                  <a:pt x="10103" y="36350"/>
                </a:moveTo>
                <a:lnTo>
                  <a:pt x="10103" y="8516"/>
                </a:lnTo>
                <a:lnTo>
                  <a:pt x="29884" y="8516"/>
                </a:lnTo>
                <a:cubicBezTo>
                  <a:pt x="35627" y="8516"/>
                  <a:pt x="39827" y="9702"/>
                  <a:pt x="42485" y="12075"/>
                </a:cubicBezTo>
                <a:cubicBezTo>
                  <a:pt x="45144" y="14447"/>
                  <a:pt x="46474" y="17900"/>
                  <a:pt x="46474" y="22433"/>
                </a:cubicBezTo>
                <a:cubicBezTo>
                  <a:pt x="46474" y="26966"/>
                  <a:pt x="45144" y="30436"/>
                  <a:pt x="42485" y="32844"/>
                </a:cubicBezTo>
                <a:cubicBezTo>
                  <a:pt x="39827" y="35251"/>
                  <a:pt x="35627" y="36420"/>
                  <a:pt x="29884" y="36350"/>
                </a:cubicBezTo>
                <a:lnTo>
                  <a:pt x="10103" y="36350"/>
                </a:lnTo>
                <a:moveTo>
                  <a:pt x="0" y="0"/>
                </a:moveTo>
                <a:lnTo>
                  <a:pt x="0" y="75919"/>
                </a:lnTo>
                <a:lnTo>
                  <a:pt x="10103" y="75919"/>
                </a:lnTo>
                <a:lnTo>
                  <a:pt x="10103" y="44866"/>
                </a:lnTo>
                <a:lnTo>
                  <a:pt x="33287" y="44866"/>
                </a:lnTo>
                <a:cubicBezTo>
                  <a:pt x="40945" y="44937"/>
                  <a:pt x="46740" y="42988"/>
                  <a:pt x="50675" y="39019"/>
                </a:cubicBezTo>
                <a:cubicBezTo>
                  <a:pt x="54610" y="35050"/>
                  <a:pt x="56577" y="29521"/>
                  <a:pt x="56577" y="22433"/>
                </a:cubicBezTo>
                <a:cubicBezTo>
                  <a:pt x="56577" y="15345"/>
                  <a:pt x="54610" y="9834"/>
                  <a:pt x="50675" y="5900"/>
                </a:cubicBezTo>
                <a:cubicBezTo>
                  <a:pt x="46740" y="1967"/>
                  <a:pt x="40945" y="0"/>
                  <a:pt x="33287" y="0"/>
                </a:cubicBezTo>
                <a:lnTo>
                  <a:pt x="0" y="0"/>
                </a:lnTo>
                <a:close/>
                <a:moveTo>
                  <a:pt x="116842" y="75678"/>
                </a:moveTo>
                <a:cubicBezTo>
                  <a:pt x="115282" y="76600"/>
                  <a:pt x="113120" y="77061"/>
                  <a:pt x="110354" y="77061"/>
                </a:cubicBezTo>
                <a:cubicBezTo>
                  <a:pt x="108016" y="77061"/>
                  <a:pt x="106155" y="76405"/>
                  <a:pt x="104772" y="75094"/>
                </a:cubicBezTo>
                <a:cubicBezTo>
                  <a:pt x="103390" y="73782"/>
                  <a:pt x="102698" y="71637"/>
                  <a:pt x="102698" y="68658"/>
                </a:cubicBezTo>
                <a:cubicBezTo>
                  <a:pt x="100217" y="71637"/>
                  <a:pt x="97327" y="73782"/>
                  <a:pt x="94030" y="75094"/>
                </a:cubicBezTo>
                <a:cubicBezTo>
                  <a:pt x="90733" y="76405"/>
                  <a:pt x="87171" y="77061"/>
                  <a:pt x="83342" y="77061"/>
                </a:cubicBezTo>
                <a:cubicBezTo>
                  <a:pt x="80861" y="77061"/>
                  <a:pt x="78503" y="76778"/>
                  <a:pt x="76269" y="76211"/>
                </a:cubicBezTo>
                <a:cubicBezTo>
                  <a:pt x="74036" y="75644"/>
                  <a:pt x="72104" y="74758"/>
                  <a:pt x="70474" y="73553"/>
                </a:cubicBezTo>
                <a:cubicBezTo>
                  <a:pt x="68844" y="72347"/>
                  <a:pt x="67550" y="70771"/>
                  <a:pt x="66592" y="68822"/>
                </a:cubicBezTo>
                <a:cubicBezTo>
                  <a:pt x="65635" y="66873"/>
                  <a:pt x="65156" y="64516"/>
                  <a:pt x="65156" y="61752"/>
                </a:cubicBezTo>
                <a:cubicBezTo>
                  <a:pt x="65156" y="58633"/>
                  <a:pt x="65688" y="56082"/>
                  <a:pt x="66751" y="54097"/>
                </a:cubicBezTo>
                <a:cubicBezTo>
                  <a:pt x="67815" y="52113"/>
                  <a:pt x="69215" y="50501"/>
                  <a:pt x="70951" y="49262"/>
                </a:cubicBezTo>
                <a:cubicBezTo>
                  <a:pt x="72688" y="48021"/>
                  <a:pt x="74674" y="47081"/>
                  <a:pt x="76906" y="46443"/>
                </a:cubicBezTo>
                <a:cubicBezTo>
                  <a:pt x="79140" y="45805"/>
                  <a:pt x="81427" y="45273"/>
                  <a:pt x="83767" y="44848"/>
                </a:cubicBezTo>
                <a:cubicBezTo>
                  <a:pt x="86249" y="44352"/>
                  <a:pt x="88606" y="43981"/>
                  <a:pt x="90839" y="43733"/>
                </a:cubicBezTo>
                <a:cubicBezTo>
                  <a:pt x="93072" y="43484"/>
                  <a:pt x="95040" y="43129"/>
                  <a:pt x="96741" y="42668"/>
                </a:cubicBezTo>
                <a:cubicBezTo>
                  <a:pt x="98443" y="42208"/>
                  <a:pt x="99790" y="41535"/>
                  <a:pt x="100782" y="40650"/>
                </a:cubicBezTo>
                <a:cubicBezTo>
                  <a:pt x="101775" y="39764"/>
                  <a:pt x="102272" y="38470"/>
                  <a:pt x="102272" y="36768"/>
                </a:cubicBezTo>
                <a:cubicBezTo>
                  <a:pt x="102272" y="34784"/>
                  <a:pt x="101899" y="33189"/>
                  <a:pt x="101155" y="31984"/>
                </a:cubicBezTo>
                <a:cubicBezTo>
                  <a:pt x="100411" y="30779"/>
                  <a:pt x="99453" y="29858"/>
                  <a:pt x="98283" y="29221"/>
                </a:cubicBezTo>
                <a:cubicBezTo>
                  <a:pt x="97113" y="28583"/>
                  <a:pt x="95802" y="28157"/>
                  <a:pt x="94348" y="27945"/>
                </a:cubicBezTo>
                <a:cubicBezTo>
                  <a:pt x="92895" y="27732"/>
                  <a:pt x="91460" y="27626"/>
                  <a:pt x="90043" y="27626"/>
                </a:cubicBezTo>
                <a:cubicBezTo>
                  <a:pt x="86214" y="27626"/>
                  <a:pt x="83024" y="28350"/>
                  <a:pt x="80472" y="29798"/>
                </a:cubicBezTo>
                <a:cubicBezTo>
                  <a:pt x="77920" y="31247"/>
                  <a:pt x="76537" y="33985"/>
                  <a:pt x="76324" y="38011"/>
                </a:cubicBezTo>
                <a:lnTo>
                  <a:pt x="67284" y="38011"/>
                </a:lnTo>
                <a:cubicBezTo>
                  <a:pt x="67425" y="34611"/>
                  <a:pt x="68134" y="31742"/>
                  <a:pt x="69409" y="29404"/>
                </a:cubicBezTo>
                <a:cubicBezTo>
                  <a:pt x="70686" y="27066"/>
                  <a:pt x="72388" y="25171"/>
                  <a:pt x="74515" y="23720"/>
                </a:cubicBezTo>
                <a:cubicBezTo>
                  <a:pt x="76641" y="22268"/>
                  <a:pt x="79070" y="21223"/>
                  <a:pt x="81799" y="20586"/>
                </a:cubicBezTo>
                <a:cubicBezTo>
                  <a:pt x="84530" y="19948"/>
                  <a:pt x="87454" y="19629"/>
                  <a:pt x="90573" y="19629"/>
                </a:cubicBezTo>
                <a:cubicBezTo>
                  <a:pt x="93055" y="19629"/>
                  <a:pt x="95519" y="19806"/>
                  <a:pt x="97965" y="20161"/>
                </a:cubicBezTo>
                <a:cubicBezTo>
                  <a:pt x="100411" y="20515"/>
                  <a:pt x="102626" y="21241"/>
                  <a:pt x="104612" y="22340"/>
                </a:cubicBezTo>
                <a:cubicBezTo>
                  <a:pt x="106597" y="23438"/>
                  <a:pt x="108192" y="24980"/>
                  <a:pt x="109397" y="26965"/>
                </a:cubicBezTo>
                <a:cubicBezTo>
                  <a:pt x="110602" y="28949"/>
                  <a:pt x="111205" y="31536"/>
                  <a:pt x="111205" y="34725"/>
                </a:cubicBezTo>
                <a:lnTo>
                  <a:pt x="111205" y="63001"/>
                </a:lnTo>
                <a:cubicBezTo>
                  <a:pt x="111205" y="65128"/>
                  <a:pt x="111329" y="66688"/>
                  <a:pt x="111576" y="67680"/>
                </a:cubicBezTo>
                <a:cubicBezTo>
                  <a:pt x="111825" y="68672"/>
                  <a:pt x="112659" y="69168"/>
                  <a:pt x="114077" y="69168"/>
                </a:cubicBezTo>
                <a:cubicBezTo>
                  <a:pt x="114857" y="69168"/>
                  <a:pt x="115779" y="68998"/>
                  <a:pt x="116842" y="68658"/>
                </a:cubicBezTo>
                <a:lnTo>
                  <a:pt x="116842" y="75678"/>
                </a:lnTo>
                <a:moveTo>
                  <a:pt x="102166" y="47495"/>
                </a:moveTo>
                <a:cubicBezTo>
                  <a:pt x="101031" y="48345"/>
                  <a:pt x="99542" y="48965"/>
                  <a:pt x="97699" y="49354"/>
                </a:cubicBezTo>
                <a:cubicBezTo>
                  <a:pt x="95856" y="49744"/>
                  <a:pt x="93925" y="50062"/>
                  <a:pt x="91904" y="50310"/>
                </a:cubicBezTo>
                <a:cubicBezTo>
                  <a:pt x="89883" y="50558"/>
                  <a:pt x="87844" y="50841"/>
                  <a:pt x="85788" y="51160"/>
                </a:cubicBezTo>
                <a:cubicBezTo>
                  <a:pt x="83732" y="51478"/>
                  <a:pt x="81889" y="51992"/>
                  <a:pt x="80259" y="52700"/>
                </a:cubicBezTo>
                <a:cubicBezTo>
                  <a:pt x="78629" y="53409"/>
                  <a:pt x="77299" y="54418"/>
                  <a:pt x="76270" y="55728"/>
                </a:cubicBezTo>
                <a:cubicBezTo>
                  <a:pt x="75243" y="57038"/>
                  <a:pt x="74729" y="58827"/>
                  <a:pt x="74729" y="61093"/>
                </a:cubicBezTo>
                <a:cubicBezTo>
                  <a:pt x="74729" y="62581"/>
                  <a:pt x="75030" y="63838"/>
                  <a:pt x="75633" y="64866"/>
                </a:cubicBezTo>
                <a:cubicBezTo>
                  <a:pt x="76235" y="65893"/>
                  <a:pt x="77015" y="66725"/>
                  <a:pt x="77973" y="67362"/>
                </a:cubicBezTo>
                <a:cubicBezTo>
                  <a:pt x="78930" y="67999"/>
                  <a:pt x="80046" y="68459"/>
                  <a:pt x="81322" y="68743"/>
                </a:cubicBezTo>
                <a:cubicBezTo>
                  <a:pt x="82598" y="69026"/>
                  <a:pt x="83945" y="69168"/>
                  <a:pt x="85363" y="69168"/>
                </a:cubicBezTo>
                <a:cubicBezTo>
                  <a:pt x="88341" y="69168"/>
                  <a:pt x="90893" y="68761"/>
                  <a:pt x="93020" y="67946"/>
                </a:cubicBezTo>
                <a:cubicBezTo>
                  <a:pt x="95147" y="67131"/>
                  <a:pt x="96884" y="66105"/>
                  <a:pt x="98231" y="64866"/>
                </a:cubicBezTo>
                <a:cubicBezTo>
                  <a:pt x="99578" y="63626"/>
                  <a:pt x="100570" y="62280"/>
                  <a:pt x="101209" y="60829"/>
                </a:cubicBezTo>
                <a:cubicBezTo>
                  <a:pt x="101847" y="59376"/>
                  <a:pt x="102166" y="58012"/>
                  <a:pt x="102166" y="56738"/>
                </a:cubicBezTo>
                <a:lnTo>
                  <a:pt x="102166" y="47495"/>
                </a:lnTo>
                <a:close/>
                <a:moveTo>
                  <a:pt x="125198" y="20906"/>
                </a:moveTo>
                <a:lnTo>
                  <a:pt x="125198" y="75919"/>
                </a:lnTo>
                <a:lnTo>
                  <a:pt x="134237" y="75919"/>
                </a:lnTo>
                <a:lnTo>
                  <a:pt x="134237" y="51433"/>
                </a:lnTo>
                <a:cubicBezTo>
                  <a:pt x="134237" y="47885"/>
                  <a:pt x="134591" y="44745"/>
                  <a:pt x="135299" y="42013"/>
                </a:cubicBezTo>
                <a:cubicBezTo>
                  <a:pt x="136009" y="39280"/>
                  <a:pt x="137144" y="36956"/>
                  <a:pt x="138704" y="35040"/>
                </a:cubicBezTo>
                <a:cubicBezTo>
                  <a:pt x="140264" y="33123"/>
                  <a:pt x="142320" y="31668"/>
                  <a:pt x="144872" y="30675"/>
                </a:cubicBezTo>
                <a:cubicBezTo>
                  <a:pt x="147424" y="29681"/>
                  <a:pt x="150508" y="29183"/>
                  <a:pt x="154123" y="29183"/>
                </a:cubicBezTo>
                <a:lnTo>
                  <a:pt x="154123" y="19629"/>
                </a:lnTo>
                <a:cubicBezTo>
                  <a:pt x="149232" y="19487"/>
                  <a:pt x="145191" y="20480"/>
                  <a:pt x="142000" y="22608"/>
                </a:cubicBezTo>
                <a:cubicBezTo>
                  <a:pt x="138809" y="24736"/>
                  <a:pt x="136116" y="28035"/>
                  <a:pt x="133918" y="32504"/>
                </a:cubicBezTo>
                <a:lnTo>
                  <a:pt x="133706" y="32504"/>
                </a:lnTo>
                <a:lnTo>
                  <a:pt x="133706" y="20906"/>
                </a:lnTo>
                <a:lnTo>
                  <a:pt x="125198" y="20906"/>
                </a:lnTo>
                <a:close/>
                <a:moveTo>
                  <a:pt x="210184" y="75678"/>
                </a:moveTo>
                <a:cubicBezTo>
                  <a:pt x="208624" y="76600"/>
                  <a:pt x="206462" y="77061"/>
                  <a:pt x="203696" y="77061"/>
                </a:cubicBezTo>
                <a:cubicBezTo>
                  <a:pt x="201358" y="77061"/>
                  <a:pt x="199497" y="76405"/>
                  <a:pt x="198114" y="75094"/>
                </a:cubicBezTo>
                <a:cubicBezTo>
                  <a:pt x="196732" y="73782"/>
                  <a:pt x="196040" y="71637"/>
                  <a:pt x="196040" y="68658"/>
                </a:cubicBezTo>
                <a:cubicBezTo>
                  <a:pt x="193559" y="71637"/>
                  <a:pt x="190669" y="73782"/>
                  <a:pt x="187372" y="75094"/>
                </a:cubicBezTo>
                <a:cubicBezTo>
                  <a:pt x="184075" y="76405"/>
                  <a:pt x="180513" y="77061"/>
                  <a:pt x="176684" y="77061"/>
                </a:cubicBezTo>
                <a:cubicBezTo>
                  <a:pt x="174202" y="77061"/>
                  <a:pt x="171845" y="76778"/>
                  <a:pt x="169611" y="76211"/>
                </a:cubicBezTo>
                <a:cubicBezTo>
                  <a:pt x="167378" y="75644"/>
                  <a:pt x="165446" y="74758"/>
                  <a:pt x="163816" y="73553"/>
                </a:cubicBezTo>
                <a:cubicBezTo>
                  <a:pt x="162186" y="72347"/>
                  <a:pt x="160892" y="70771"/>
                  <a:pt x="159934" y="68822"/>
                </a:cubicBezTo>
                <a:cubicBezTo>
                  <a:pt x="158977" y="66873"/>
                  <a:pt x="158498" y="64516"/>
                  <a:pt x="158498" y="61752"/>
                </a:cubicBezTo>
                <a:cubicBezTo>
                  <a:pt x="158498" y="58633"/>
                  <a:pt x="159030" y="56082"/>
                  <a:pt x="160093" y="54097"/>
                </a:cubicBezTo>
                <a:cubicBezTo>
                  <a:pt x="161157" y="52113"/>
                  <a:pt x="162557" y="50501"/>
                  <a:pt x="164293" y="49262"/>
                </a:cubicBezTo>
                <a:cubicBezTo>
                  <a:pt x="166030" y="48021"/>
                  <a:pt x="168015" y="47081"/>
                  <a:pt x="170248" y="46443"/>
                </a:cubicBezTo>
                <a:cubicBezTo>
                  <a:pt x="172482" y="45805"/>
                  <a:pt x="174769" y="45273"/>
                  <a:pt x="177109" y="44848"/>
                </a:cubicBezTo>
                <a:cubicBezTo>
                  <a:pt x="179591" y="44352"/>
                  <a:pt x="181948" y="43981"/>
                  <a:pt x="184181" y="43733"/>
                </a:cubicBezTo>
                <a:cubicBezTo>
                  <a:pt x="186414" y="43484"/>
                  <a:pt x="188382" y="43129"/>
                  <a:pt x="190083" y="42668"/>
                </a:cubicBezTo>
                <a:cubicBezTo>
                  <a:pt x="191785" y="42208"/>
                  <a:pt x="193132" y="41535"/>
                  <a:pt x="194124" y="40650"/>
                </a:cubicBezTo>
                <a:cubicBezTo>
                  <a:pt x="195117" y="39764"/>
                  <a:pt x="195614" y="38470"/>
                  <a:pt x="195614" y="36768"/>
                </a:cubicBezTo>
                <a:cubicBezTo>
                  <a:pt x="195614" y="34784"/>
                  <a:pt x="195241" y="33189"/>
                  <a:pt x="194497" y="31984"/>
                </a:cubicBezTo>
                <a:cubicBezTo>
                  <a:pt x="193753" y="30779"/>
                  <a:pt x="192795" y="29858"/>
                  <a:pt x="191625" y="29221"/>
                </a:cubicBezTo>
                <a:cubicBezTo>
                  <a:pt x="190455" y="28583"/>
                  <a:pt x="189144" y="28157"/>
                  <a:pt x="187690" y="27945"/>
                </a:cubicBezTo>
                <a:cubicBezTo>
                  <a:pt x="186237" y="27732"/>
                  <a:pt x="184802" y="27626"/>
                  <a:pt x="183385" y="27626"/>
                </a:cubicBezTo>
                <a:cubicBezTo>
                  <a:pt x="179556" y="27626"/>
                  <a:pt x="176366" y="28350"/>
                  <a:pt x="173814" y="29798"/>
                </a:cubicBezTo>
                <a:cubicBezTo>
                  <a:pt x="171262" y="31247"/>
                  <a:pt x="169879" y="33985"/>
                  <a:pt x="169666" y="38011"/>
                </a:cubicBezTo>
                <a:lnTo>
                  <a:pt x="160626" y="38011"/>
                </a:lnTo>
                <a:cubicBezTo>
                  <a:pt x="160767" y="34611"/>
                  <a:pt x="161476" y="31742"/>
                  <a:pt x="162751" y="29404"/>
                </a:cubicBezTo>
                <a:cubicBezTo>
                  <a:pt x="164028" y="27066"/>
                  <a:pt x="165730" y="25171"/>
                  <a:pt x="167856" y="23720"/>
                </a:cubicBezTo>
                <a:cubicBezTo>
                  <a:pt x="169983" y="22268"/>
                  <a:pt x="172412" y="21223"/>
                  <a:pt x="175141" y="20586"/>
                </a:cubicBezTo>
                <a:cubicBezTo>
                  <a:pt x="177872" y="19948"/>
                  <a:pt x="180796" y="19629"/>
                  <a:pt x="183915" y="19629"/>
                </a:cubicBezTo>
                <a:cubicBezTo>
                  <a:pt x="186397" y="19629"/>
                  <a:pt x="188861" y="19806"/>
                  <a:pt x="191307" y="20161"/>
                </a:cubicBezTo>
                <a:cubicBezTo>
                  <a:pt x="193753" y="20515"/>
                  <a:pt x="195968" y="21241"/>
                  <a:pt x="197954" y="22340"/>
                </a:cubicBezTo>
                <a:cubicBezTo>
                  <a:pt x="199939" y="23438"/>
                  <a:pt x="201534" y="24980"/>
                  <a:pt x="202739" y="26965"/>
                </a:cubicBezTo>
                <a:cubicBezTo>
                  <a:pt x="203944" y="28949"/>
                  <a:pt x="204547" y="31536"/>
                  <a:pt x="204547" y="34725"/>
                </a:cubicBezTo>
                <a:lnTo>
                  <a:pt x="204547" y="63001"/>
                </a:lnTo>
                <a:cubicBezTo>
                  <a:pt x="204547" y="65128"/>
                  <a:pt x="204671" y="66688"/>
                  <a:pt x="204918" y="67680"/>
                </a:cubicBezTo>
                <a:cubicBezTo>
                  <a:pt x="205167" y="68672"/>
                  <a:pt x="206001" y="69168"/>
                  <a:pt x="207419" y="69168"/>
                </a:cubicBezTo>
                <a:cubicBezTo>
                  <a:pt x="208199" y="69168"/>
                  <a:pt x="209121" y="68998"/>
                  <a:pt x="210184" y="68658"/>
                </a:cubicBezTo>
                <a:lnTo>
                  <a:pt x="210184" y="75678"/>
                </a:lnTo>
                <a:moveTo>
                  <a:pt x="195508" y="47495"/>
                </a:moveTo>
                <a:cubicBezTo>
                  <a:pt x="194373" y="48345"/>
                  <a:pt x="192884" y="48965"/>
                  <a:pt x="191041" y="49354"/>
                </a:cubicBezTo>
                <a:cubicBezTo>
                  <a:pt x="189198" y="49744"/>
                  <a:pt x="187267" y="50062"/>
                  <a:pt x="185246" y="50310"/>
                </a:cubicBezTo>
                <a:cubicBezTo>
                  <a:pt x="183225" y="50558"/>
                  <a:pt x="181186" y="50841"/>
                  <a:pt x="179130" y="51160"/>
                </a:cubicBezTo>
                <a:cubicBezTo>
                  <a:pt x="177074" y="51478"/>
                  <a:pt x="175231" y="51992"/>
                  <a:pt x="173601" y="52700"/>
                </a:cubicBezTo>
                <a:cubicBezTo>
                  <a:pt x="171971" y="53409"/>
                  <a:pt x="170641" y="54418"/>
                  <a:pt x="169612" y="55728"/>
                </a:cubicBezTo>
                <a:cubicBezTo>
                  <a:pt x="168585" y="57038"/>
                  <a:pt x="168071" y="58827"/>
                  <a:pt x="168071" y="61093"/>
                </a:cubicBezTo>
                <a:cubicBezTo>
                  <a:pt x="168071" y="62581"/>
                  <a:pt x="168372" y="63838"/>
                  <a:pt x="168975" y="64866"/>
                </a:cubicBezTo>
                <a:cubicBezTo>
                  <a:pt x="169577" y="65893"/>
                  <a:pt x="170357" y="66725"/>
                  <a:pt x="171315" y="67362"/>
                </a:cubicBezTo>
                <a:cubicBezTo>
                  <a:pt x="172272" y="67999"/>
                  <a:pt x="173388" y="68459"/>
                  <a:pt x="174664" y="68743"/>
                </a:cubicBezTo>
                <a:cubicBezTo>
                  <a:pt x="175940" y="69026"/>
                  <a:pt x="177287" y="69168"/>
                  <a:pt x="178705" y="69168"/>
                </a:cubicBezTo>
                <a:cubicBezTo>
                  <a:pt x="181683" y="69168"/>
                  <a:pt x="184235" y="68761"/>
                  <a:pt x="186362" y="67946"/>
                </a:cubicBezTo>
                <a:cubicBezTo>
                  <a:pt x="188489" y="67131"/>
                  <a:pt x="190226" y="66105"/>
                  <a:pt x="191573" y="64866"/>
                </a:cubicBezTo>
                <a:cubicBezTo>
                  <a:pt x="192920" y="63626"/>
                  <a:pt x="193912" y="62280"/>
                  <a:pt x="194551" y="60829"/>
                </a:cubicBezTo>
                <a:cubicBezTo>
                  <a:pt x="195189" y="59376"/>
                  <a:pt x="195508" y="58012"/>
                  <a:pt x="195508" y="56738"/>
                </a:cubicBezTo>
                <a:lnTo>
                  <a:pt x="195508" y="47495"/>
                </a:lnTo>
                <a:close/>
                <a:moveTo>
                  <a:pt x="218858" y="20906"/>
                </a:moveTo>
                <a:lnTo>
                  <a:pt x="218858" y="75919"/>
                </a:lnTo>
                <a:lnTo>
                  <a:pt x="227898" y="75919"/>
                </a:lnTo>
                <a:lnTo>
                  <a:pt x="227898" y="41667"/>
                </a:lnTo>
                <a:cubicBezTo>
                  <a:pt x="227898" y="40603"/>
                  <a:pt x="228163" y="39273"/>
                  <a:pt x="228695" y="37679"/>
                </a:cubicBezTo>
                <a:cubicBezTo>
                  <a:pt x="229227" y="36083"/>
                  <a:pt x="230078" y="34541"/>
                  <a:pt x="231247" y="33052"/>
                </a:cubicBezTo>
                <a:cubicBezTo>
                  <a:pt x="232418" y="31562"/>
                  <a:pt x="233942" y="30286"/>
                  <a:pt x="235820" y="29222"/>
                </a:cubicBezTo>
                <a:cubicBezTo>
                  <a:pt x="237699" y="28158"/>
                  <a:pt x="239951" y="27626"/>
                  <a:pt x="242574" y="27626"/>
                </a:cubicBezTo>
                <a:cubicBezTo>
                  <a:pt x="244631" y="27626"/>
                  <a:pt x="246314" y="27927"/>
                  <a:pt x="247626" y="28530"/>
                </a:cubicBezTo>
                <a:cubicBezTo>
                  <a:pt x="248937" y="29132"/>
                  <a:pt x="249982" y="29983"/>
                  <a:pt x="250762" y="31082"/>
                </a:cubicBezTo>
                <a:cubicBezTo>
                  <a:pt x="251542" y="32181"/>
                  <a:pt x="252092" y="33476"/>
                  <a:pt x="252411" y="34965"/>
                </a:cubicBezTo>
                <a:cubicBezTo>
                  <a:pt x="252730" y="36455"/>
                  <a:pt x="252890" y="38086"/>
                  <a:pt x="252890" y="39858"/>
                </a:cubicBezTo>
                <a:lnTo>
                  <a:pt x="252890" y="75919"/>
                </a:lnTo>
                <a:lnTo>
                  <a:pt x="261929" y="75919"/>
                </a:lnTo>
                <a:lnTo>
                  <a:pt x="261929" y="41667"/>
                </a:lnTo>
                <a:cubicBezTo>
                  <a:pt x="261929" y="37412"/>
                  <a:pt x="263205" y="34008"/>
                  <a:pt x="265757" y="31455"/>
                </a:cubicBezTo>
                <a:cubicBezTo>
                  <a:pt x="268310" y="28902"/>
                  <a:pt x="271819" y="27626"/>
                  <a:pt x="276285" y="27626"/>
                </a:cubicBezTo>
                <a:cubicBezTo>
                  <a:pt x="278483" y="27626"/>
                  <a:pt x="280274" y="27945"/>
                  <a:pt x="281656" y="28583"/>
                </a:cubicBezTo>
                <a:cubicBezTo>
                  <a:pt x="283039" y="29221"/>
                  <a:pt x="284120" y="30090"/>
                  <a:pt x="284900" y="31189"/>
                </a:cubicBezTo>
                <a:cubicBezTo>
                  <a:pt x="285680" y="32288"/>
                  <a:pt x="286212" y="33583"/>
                  <a:pt x="286495" y="35072"/>
                </a:cubicBezTo>
                <a:cubicBezTo>
                  <a:pt x="286779" y="36561"/>
                  <a:pt x="286920" y="38156"/>
                  <a:pt x="286920" y="39858"/>
                </a:cubicBezTo>
                <a:lnTo>
                  <a:pt x="286920" y="75919"/>
                </a:lnTo>
                <a:lnTo>
                  <a:pt x="295961" y="75919"/>
                </a:lnTo>
                <a:lnTo>
                  <a:pt x="295961" y="35590"/>
                </a:lnTo>
                <a:cubicBezTo>
                  <a:pt x="295961" y="32752"/>
                  <a:pt x="295518" y="30323"/>
                  <a:pt x="294632" y="28301"/>
                </a:cubicBezTo>
                <a:cubicBezTo>
                  <a:pt x="293746" y="26279"/>
                  <a:pt x="292505" y="24629"/>
                  <a:pt x="290909" y="23353"/>
                </a:cubicBezTo>
                <a:cubicBezTo>
                  <a:pt x="289313" y="22076"/>
                  <a:pt x="287399" y="21137"/>
                  <a:pt x="285166" y="20534"/>
                </a:cubicBezTo>
                <a:cubicBezTo>
                  <a:pt x="282933" y="19931"/>
                  <a:pt x="280434" y="19629"/>
                  <a:pt x="277669" y="19629"/>
                </a:cubicBezTo>
                <a:cubicBezTo>
                  <a:pt x="274053" y="19629"/>
                  <a:pt x="270738" y="20444"/>
                  <a:pt x="267725" y="22076"/>
                </a:cubicBezTo>
                <a:cubicBezTo>
                  <a:pt x="264712" y="23706"/>
                  <a:pt x="262284" y="26010"/>
                  <a:pt x="260440" y="28989"/>
                </a:cubicBezTo>
                <a:cubicBezTo>
                  <a:pt x="259306" y="25585"/>
                  <a:pt x="257356" y="23174"/>
                  <a:pt x="254590" y="21756"/>
                </a:cubicBezTo>
                <a:cubicBezTo>
                  <a:pt x="251826" y="20338"/>
                  <a:pt x="248743" y="19629"/>
                  <a:pt x="245339" y="19629"/>
                </a:cubicBezTo>
                <a:cubicBezTo>
                  <a:pt x="237611" y="19629"/>
                  <a:pt x="231690" y="22750"/>
                  <a:pt x="227578" y="28992"/>
                </a:cubicBezTo>
                <a:lnTo>
                  <a:pt x="227366" y="28992"/>
                </a:lnTo>
                <a:lnTo>
                  <a:pt x="227366" y="20906"/>
                </a:lnTo>
                <a:lnTo>
                  <a:pt x="218858" y="20906"/>
                </a:lnTo>
                <a:close/>
                <a:moveTo>
                  <a:pt x="348084" y="43204"/>
                </a:moveTo>
                <a:lnTo>
                  <a:pt x="316499" y="43204"/>
                </a:lnTo>
                <a:cubicBezTo>
                  <a:pt x="316641" y="41070"/>
                  <a:pt x="317102" y="39060"/>
                  <a:pt x="317882" y="37175"/>
                </a:cubicBezTo>
                <a:cubicBezTo>
                  <a:pt x="318662" y="35290"/>
                  <a:pt x="319725" y="33636"/>
                  <a:pt x="321072" y="32213"/>
                </a:cubicBezTo>
                <a:cubicBezTo>
                  <a:pt x="322419" y="30791"/>
                  <a:pt x="324032" y="29670"/>
                  <a:pt x="325911" y="28852"/>
                </a:cubicBezTo>
                <a:cubicBezTo>
                  <a:pt x="327790" y="28035"/>
                  <a:pt x="329899" y="27626"/>
                  <a:pt x="332238" y="27626"/>
                </a:cubicBezTo>
                <a:cubicBezTo>
                  <a:pt x="334507" y="27626"/>
                  <a:pt x="336581" y="28035"/>
                  <a:pt x="338460" y="28852"/>
                </a:cubicBezTo>
                <a:cubicBezTo>
                  <a:pt x="340339" y="29670"/>
                  <a:pt x="341970" y="30773"/>
                  <a:pt x="343352" y="32161"/>
                </a:cubicBezTo>
                <a:cubicBezTo>
                  <a:pt x="344735" y="33548"/>
                  <a:pt x="345834" y="35202"/>
                  <a:pt x="346648" y="37122"/>
                </a:cubicBezTo>
                <a:cubicBezTo>
                  <a:pt x="347464" y="39042"/>
                  <a:pt x="347943" y="41070"/>
                  <a:pt x="348084" y="43204"/>
                </a:cubicBezTo>
                <a:moveTo>
                  <a:pt x="356805" y="58471"/>
                </a:moveTo>
                <a:lnTo>
                  <a:pt x="347872" y="58471"/>
                </a:lnTo>
                <a:cubicBezTo>
                  <a:pt x="347092" y="62072"/>
                  <a:pt x="345479" y="64756"/>
                  <a:pt x="343033" y="66521"/>
                </a:cubicBezTo>
                <a:cubicBezTo>
                  <a:pt x="340587" y="68286"/>
                  <a:pt x="337449" y="69168"/>
                  <a:pt x="333621" y="69168"/>
                </a:cubicBezTo>
                <a:cubicBezTo>
                  <a:pt x="330644" y="69168"/>
                  <a:pt x="328056" y="68675"/>
                  <a:pt x="325858" y="67688"/>
                </a:cubicBezTo>
                <a:cubicBezTo>
                  <a:pt x="323660" y="66701"/>
                  <a:pt x="321853" y="65380"/>
                  <a:pt x="320434" y="63725"/>
                </a:cubicBezTo>
                <a:cubicBezTo>
                  <a:pt x="319016" y="62069"/>
                  <a:pt x="317988" y="60167"/>
                  <a:pt x="317350" y="58018"/>
                </a:cubicBezTo>
                <a:cubicBezTo>
                  <a:pt x="316711" y="55868"/>
                  <a:pt x="316428" y="53596"/>
                  <a:pt x="316499" y="51201"/>
                </a:cubicBezTo>
                <a:lnTo>
                  <a:pt x="357655" y="51201"/>
                </a:lnTo>
                <a:cubicBezTo>
                  <a:pt x="357797" y="47859"/>
                  <a:pt x="357496" y="44339"/>
                  <a:pt x="356751" y="40642"/>
                </a:cubicBezTo>
                <a:cubicBezTo>
                  <a:pt x="356007" y="36944"/>
                  <a:pt x="354660" y="33531"/>
                  <a:pt x="352709" y="30402"/>
                </a:cubicBezTo>
                <a:cubicBezTo>
                  <a:pt x="350760" y="27273"/>
                  <a:pt x="348172" y="24696"/>
                  <a:pt x="344946" y="22670"/>
                </a:cubicBezTo>
                <a:cubicBezTo>
                  <a:pt x="341720" y="20642"/>
                  <a:pt x="337661" y="19629"/>
                  <a:pt x="332769" y="19629"/>
                </a:cubicBezTo>
                <a:cubicBezTo>
                  <a:pt x="329012" y="19629"/>
                  <a:pt x="325555" y="20338"/>
                  <a:pt x="322400" y="21756"/>
                </a:cubicBezTo>
                <a:cubicBezTo>
                  <a:pt x="319245" y="23174"/>
                  <a:pt x="316515" y="25160"/>
                  <a:pt x="314211" y="27713"/>
                </a:cubicBezTo>
                <a:cubicBezTo>
                  <a:pt x="311907" y="30265"/>
                  <a:pt x="310116" y="33279"/>
                  <a:pt x="308840" y="36754"/>
                </a:cubicBezTo>
                <a:cubicBezTo>
                  <a:pt x="307564" y="40227"/>
                  <a:pt x="306927" y="44055"/>
                  <a:pt x="306927" y="48238"/>
                </a:cubicBezTo>
                <a:cubicBezTo>
                  <a:pt x="307068" y="52421"/>
                  <a:pt x="307689" y="56285"/>
                  <a:pt x="308788" y="59831"/>
                </a:cubicBezTo>
                <a:cubicBezTo>
                  <a:pt x="309887" y="63376"/>
                  <a:pt x="311535" y="66425"/>
                  <a:pt x="313732" y="68978"/>
                </a:cubicBezTo>
                <a:cubicBezTo>
                  <a:pt x="315931" y="71530"/>
                  <a:pt x="318643" y="73515"/>
                  <a:pt x="321869" y="74934"/>
                </a:cubicBezTo>
                <a:cubicBezTo>
                  <a:pt x="325095" y="76352"/>
                  <a:pt x="328906" y="77061"/>
                  <a:pt x="333301" y="77061"/>
                </a:cubicBezTo>
                <a:cubicBezTo>
                  <a:pt x="339541" y="77061"/>
                  <a:pt x="344717" y="75503"/>
                  <a:pt x="348829" y="72387"/>
                </a:cubicBezTo>
                <a:cubicBezTo>
                  <a:pt x="352941" y="69271"/>
                  <a:pt x="355600" y="64632"/>
                  <a:pt x="356805" y="58471"/>
                </a:cubicBezTo>
                <a:close/>
                <a:moveTo>
                  <a:pt x="379837" y="20875"/>
                </a:moveTo>
                <a:lnTo>
                  <a:pt x="379837" y="4466"/>
                </a:lnTo>
                <a:lnTo>
                  <a:pt x="370797" y="4466"/>
                </a:lnTo>
                <a:lnTo>
                  <a:pt x="370797" y="20875"/>
                </a:lnTo>
                <a:lnTo>
                  <a:pt x="361438" y="20875"/>
                </a:lnTo>
                <a:lnTo>
                  <a:pt x="361438" y="28872"/>
                </a:lnTo>
                <a:lnTo>
                  <a:pt x="370797" y="28872"/>
                </a:lnTo>
                <a:lnTo>
                  <a:pt x="370797" y="63891"/>
                </a:lnTo>
                <a:cubicBezTo>
                  <a:pt x="370797" y="66445"/>
                  <a:pt x="371045" y="68503"/>
                  <a:pt x="371542" y="70064"/>
                </a:cubicBezTo>
                <a:cubicBezTo>
                  <a:pt x="372038" y="71625"/>
                  <a:pt x="372800" y="72832"/>
                  <a:pt x="373828" y="73684"/>
                </a:cubicBezTo>
                <a:cubicBezTo>
                  <a:pt x="374856" y="74535"/>
                  <a:pt x="376203" y="75121"/>
                  <a:pt x="377869" y="75440"/>
                </a:cubicBezTo>
                <a:cubicBezTo>
                  <a:pt x="379535" y="75759"/>
                  <a:pt x="381538" y="75919"/>
                  <a:pt x="383878" y="75919"/>
                </a:cubicBezTo>
                <a:lnTo>
                  <a:pt x="390791" y="75919"/>
                </a:lnTo>
                <a:lnTo>
                  <a:pt x="390791" y="67922"/>
                </a:lnTo>
                <a:lnTo>
                  <a:pt x="386643" y="67922"/>
                </a:lnTo>
                <a:cubicBezTo>
                  <a:pt x="385225" y="67922"/>
                  <a:pt x="384072" y="67869"/>
                  <a:pt x="383186" y="67763"/>
                </a:cubicBezTo>
                <a:cubicBezTo>
                  <a:pt x="382300" y="67656"/>
                  <a:pt x="381609" y="67425"/>
                  <a:pt x="381112" y="67071"/>
                </a:cubicBezTo>
                <a:cubicBezTo>
                  <a:pt x="380617" y="66717"/>
                  <a:pt x="380281" y="66220"/>
                  <a:pt x="380103" y="65582"/>
                </a:cubicBezTo>
                <a:cubicBezTo>
                  <a:pt x="379926" y="64942"/>
                  <a:pt x="379837" y="64091"/>
                  <a:pt x="379837" y="63027"/>
                </a:cubicBezTo>
                <a:lnTo>
                  <a:pt x="379837" y="28872"/>
                </a:lnTo>
                <a:lnTo>
                  <a:pt x="390791" y="28872"/>
                </a:lnTo>
                <a:lnTo>
                  <a:pt x="390791" y="20875"/>
                </a:lnTo>
                <a:lnTo>
                  <a:pt x="379837" y="20875"/>
                </a:lnTo>
                <a:close/>
                <a:moveTo>
                  <a:pt x="439131" y="43204"/>
                </a:moveTo>
                <a:lnTo>
                  <a:pt x="407546" y="43204"/>
                </a:lnTo>
                <a:cubicBezTo>
                  <a:pt x="407687" y="41070"/>
                  <a:pt x="408148" y="39060"/>
                  <a:pt x="408928" y="37175"/>
                </a:cubicBezTo>
                <a:cubicBezTo>
                  <a:pt x="409708" y="35290"/>
                  <a:pt x="410772" y="33636"/>
                  <a:pt x="412119" y="32213"/>
                </a:cubicBezTo>
                <a:cubicBezTo>
                  <a:pt x="413466" y="30791"/>
                  <a:pt x="415079" y="29670"/>
                  <a:pt x="416958" y="28852"/>
                </a:cubicBezTo>
                <a:cubicBezTo>
                  <a:pt x="418837" y="28035"/>
                  <a:pt x="420946" y="27626"/>
                  <a:pt x="423285" y="27626"/>
                </a:cubicBezTo>
                <a:cubicBezTo>
                  <a:pt x="425553" y="27626"/>
                  <a:pt x="427627" y="28035"/>
                  <a:pt x="429506" y="28852"/>
                </a:cubicBezTo>
                <a:cubicBezTo>
                  <a:pt x="431386" y="29670"/>
                  <a:pt x="433016" y="30773"/>
                  <a:pt x="434399" y="32161"/>
                </a:cubicBezTo>
                <a:cubicBezTo>
                  <a:pt x="435782" y="33548"/>
                  <a:pt x="436880" y="35202"/>
                  <a:pt x="437695" y="37122"/>
                </a:cubicBezTo>
                <a:cubicBezTo>
                  <a:pt x="438510" y="39042"/>
                  <a:pt x="438989" y="41070"/>
                  <a:pt x="439131" y="43204"/>
                </a:cubicBezTo>
                <a:moveTo>
                  <a:pt x="447852" y="58471"/>
                </a:moveTo>
                <a:lnTo>
                  <a:pt x="438918" y="58471"/>
                </a:lnTo>
                <a:cubicBezTo>
                  <a:pt x="438138" y="62072"/>
                  <a:pt x="436525" y="64756"/>
                  <a:pt x="434079" y="66521"/>
                </a:cubicBezTo>
                <a:cubicBezTo>
                  <a:pt x="431633" y="68286"/>
                  <a:pt x="428496" y="69168"/>
                  <a:pt x="424667" y="69168"/>
                </a:cubicBezTo>
                <a:cubicBezTo>
                  <a:pt x="421690" y="69168"/>
                  <a:pt x="419102" y="68675"/>
                  <a:pt x="416904" y="67688"/>
                </a:cubicBezTo>
                <a:cubicBezTo>
                  <a:pt x="414707" y="66701"/>
                  <a:pt x="412899" y="65380"/>
                  <a:pt x="411481" y="63725"/>
                </a:cubicBezTo>
                <a:cubicBezTo>
                  <a:pt x="410063" y="62069"/>
                  <a:pt x="409034" y="60167"/>
                  <a:pt x="408396" y="58018"/>
                </a:cubicBezTo>
                <a:cubicBezTo>
                  <a:pt x="407758" y="55868"/>
                  <a:pt x="407474" y="53596"/>
                  <a:pt x="407546" y="51201"/>
                </a:cubicBezTo>
                <a:lnTo>
                  <a:pt x="448702" y="51201"/>
                </a:lnTo>
                <a:cubicBezTo>
                  <a:pt x="448844" y="47859"/>
                  <a:pt x="448542" y="44339"/>
                  <a:pt x="447798" y="40642"/>
                </a:cubicBezTo>
                <a:cubicBezTo>
                  <a:pt x="447054" y="36944"/>
                  <a:pt x="445706" y="33531"/>
                  <a:pt x="443756" y="30402"/>
                </a:cubicBezTo>
                <a:cubicBezTo>
                  <a:pt x="441806" y="27273"/>
                  <a:pt x="439219" y="24696"/>
                  <a:pt x="435992" y="22670"/>
                </a:cubicBezTo>
                <a:cubicBezTo>
                  <a:pt x="432766" y="20642"/>
                  <a:pt x="428707" y="19629"/>
                  <a:pt x="423815" y="19629"/>
                </a:cubicBezTo>
                <a:cubicBezTo>
                  <a:pt x="420058" y="19629"/>
                  <a:pt x="416602" y="20338"/>
                  <a:pt x="413446" y="21756"/>
                </a:cubicBezTo>
                <a:cubicBezTo>
                  <a:pt x="410291" y="23174"/>
                  <a:pt x="407562" y="25160"/>
                  <a:pt x="405258" y="27713"/>
                </a:cubicBezTo>
                <a:cubicBezTo>
                  <a:pt x="402953" y="30265"/>
                  <a:pt x="401163" y="33279"/>
                  <a:pt x="399886" y="36754"/>
                </a:cubicBezTo>
                <a:cubicBezTo>
                  <a:pt x="398611" y="40227"/>
                  <a:pt x="397973" y="44055"/>
                  <a:pt x="397973" y="48238"/>
                </a:cubicBezTo>
                <a:cubicBezTo>
                  <a:pt x="398115" y="52421"/>
                  <a:pt x="398735" y="56285"/>
                  <a:pt x="399834" y="59831"/>
                </a:cubicBezTo>
                <a:cubicBezTo>
                  <a:pt x="400934" y="63376"/>
                  <a:pt x="402582" y="66425"/>
                  <a:pt x="404779" y="68978"/>
                </a:cubicBezTo>
                <a:cubicBezTo>
                  <a:pt x="406977" y="71530"/>
                  <a:pt x="409689" y="73515"/>
                  <a:pt x="412915" y="74934"/>
                </a:cubicBezTo>
                <a:cubicBezTo>
                  <a:pt x="416141" y="76352"/>
                  <a:pt x="419952" y="77061"/>
                  <a:pt x="424348" y="77061"/>
                </a:cubicBezTo>
                <a:cubicBezTo>
                  <a:pt x="430588" y="77061"/>
                  <a:pt x="435764" y="75503"/>
                  <a:pt x="439876" y="72387"/>
                </a:cubicBezTo>
                <a:cubicBezTo>
                  <a:pt x="443988" y="69271"/>
                  <a:pt x="446646" y="64632"/>
                  <a:pt x="447852" y="58471"/>
                </a:cubicBezTo>
                <a:close/>
                <a:moveTo>
                  <a:pt x="458015" y="20906"/>
                </a:moveTo>
                <a:lnTo>
                  <a:pt x="458015" y="75919"/>
                </a:lnTo>
                <a:lnTo>
                  <a:pt x="467054" y="75919"/>
                </a:lnTo>
                <a:lnTo>
                  <a:pt x="467054" y="51433"/>
                </a:lnTo>
                <a:cubicBezTo>
                  <a:pt x="467054" y="47885"/>
                  <a:pt x="467408" y="44745"/>
                  <a:pt x="468116" y="42013"/>
                </a:cubicBezTo>
                <a:cubicBezTo>
                  <a:pt x="468826" y="39280"/>
                  <a:pt x="469961" y="36956"/>
                  <a:pt x="471521" y="35040"/>
                </a:cubicBezTo>
                <a:cubicBezTo>
                  <a:pt x="473081" y="33123"/>
                  <a:pt x="475137" y="31668"/>
                  <a:pt x="477689" y="30675"/>
                </a:cubicBezTo>
                <a:cubicBezTo>
                  <a:pt x="480241" y="29681"/>
                  <a:pt x="483325" y="29183"/>
                  <a:pt x="486940" y="29183"/>
                </a:cubicBezTo>
                <a:lnTo>
                  <a:pt x="486940" y="19629"/>
                </a:lnTo>
                <a:cubicBezTo>
                  <a:pt x="482049" y="19487"/>
                  <a:pt x="478008" y="20480"/>
                  <a:pt x="474817" y="22608"/>
                </a:cubicBezTo>
                <a:cubicBezTo>
                  <a:pt x="471626" y="24736"/>
                  <a:pt x="468933" y="28035"/>
                  <a:pt x="466736" y="32504"/>
                </a:cubicBezTo>
                <a:lnTo>
                  <a:pt x="466523" y="32504"/>
                </a:lnTo>
                <a:lnTo>
                  <a:pt x="466523" y="20906"/>
                </a:lnTo>
                <a:lnTo>
                  <a:pt x="458015" y="20906"/>
                </a:lnTo>
                <a:close/>
                <a:moveTo>
                  <a:pt x="499823" y="58575"/>
                </a:moveTo>
                <a:lnTo>
                  <a:pt x="490784" y="58575"/>
                </a:lnTo>
                <a:cubicBezTo>
                  <a:pt x="490926" y="61975"/>
                  <a:pt x="491635" y="64861"/>
                  <a:pt x="492910" y="67234"/>
                </a:cubicBezTo>
                <a:cubicBezTo>
                  <a:pt x="494187" y="69606"/>
                  <a:pt x="495889" y="71519"/>
                  <a:pt x="498015" y="72972"/>
                </a:cubicBezTo>
                <a:cubicBezTo>
                  <a:pt x="500142" y="74423"/>
                  <a:pt x="502588" y="75468"/>
                  <a:pt x="505353" y="76105"/>
                </a:cubicBezTo>
                <a:cubicBezTo>
                  <a:pt x="508119" y="76742"/>
                  <a:pt x="511026" y="77061"/>
                  <a:pt x="514074" y="77061"/>
                </a:cubicBezTo>
                <a:cubicBezTo>
                  <a:pt x="516839" y="77061"/>
                  <a:pt x="519622" y="76795"/>
                  <a:pt x="522422" y="76263"/>
                </a:cubicBezTo>
                <a:cubicBezTo>
                  <a:pt x="525222" y="75731"/>
                  <a:pt x="527739" y="74793"/>
                  <a:pt x="529972" y="73447"/>
                </a:cubicBezTo>
                <a:cubicBezTo>
                  <a:pt x="532206" y="72100"/>
                  <a:pt x="534014" y="70328"/>
                  <a:pt x="535397" y="68131"/>
                </a:cubicBezTo>
                <a:cubicBezTo>
                  <a:pt x="536780" y="65934"/>
                  <a:pt x="537471" y="63170"/>
                  <a:pt x="537471" y="59839"/>
                </a:cubicBezTo>
                <a:cubicBezTo>
                  <a:pt x="537471" y="57216"/>
                  <a:pt x="536956" y="55019"/>
                  <a:pt x="535928" y="53247"/>
                </a:cubicBezTo>
                <a:cubicBezTo>
                  <a:pt x="534900" y="51475"/>
                  <a:pt x="533553" y="50004"/>
                  <a:pt x="531887" y="48835"/>
                </a:cubicBezTo>
                <a:cubicBezTo>
                  <a:pt x="530221" y="47665"/>
                  <a:pt x="528307" y="46726"/>
                  <a:pt x="526144" y="46018"/>
                </a:cubicBezTo>
                <a:cubicBezTo>
                  <a:pt x="523983" y="45309"/>
                  <a:pt x="521768" y="44707"/>
                  <a:pt x="519499" y="44210"/>
                </a:cubicBezTo>
                <a:cubicBezTo>
                  <a:pt x="517371" y="43715"/>
                  <a:pt x="515244" y="43236"/>
                  <a:pt x="513117" y="42776"/>
                </a:cubicBezTo>
                <a:cubicBezTo>
                  <a:pt x="510990" y="42315"/>
                  <a:pt x="509076" y="41748"/>
                  <a:pt x="507374" y="41075"/>
                </a:cubicBezTo>
                <a:cubicBezTo>
                  <a:pt x="505673" y="40401"/>
                  <a:pt x="504273" y="39550"/>
                  <a:pt x="503174" y="38522"/>
                </a:cubicBezTo>
                <a:cubicBezTo>
                  <a:pt x="502075" y="37495"/>
                  <a:pt x="501525" y="36201"/>
                  <a:pt x="501525" y="34642"/>
                </a:cubicBezTo>
                <a:cubicBezTo>
                  <a:pt x="501525" y="33225"/>
                  <a:pt x="501880" y="32074"/>
                  <a:pt x="502588" y="31188"/>
                </a:cubicBezTo>
                <a:cubicBezTo>
                  <a:pt x="503298" y="30302"/>
                  <a:pt x="504220" y="29593"/>
                  <a:pt x="505353" y="29062"/>
                </a:cubicBezTo>
                <a:cubicBezTo>
                  <a:pt x="506488" y="28530"/>
                  <a:pt x="507747" y="28157"/>
                  <a:pt x="509130" y="27945"/>
                </a:cubicBezTo>
                <a:cubicBezTo>
                  <a:pt x="510512" y="27732"/>
                  <a:pt x="511877" y="27626"/>
                  <a:pt x="513224" y="27626"/>
                </a:cubicBezTo>
                <a:cubicBezTo>
                  <a:pt x="514712" y="27626"/>
                  <a:pt x="516183" y="27785"/>
                  <a:pt x="517636" y="28104"/>
                </a:cubicBezTo>
                <a:cubicBezTo>
                  <a:pt x="519090" y="28422"/>
                  <a:pt x="520420" y="28936"/>
                  <a:pt x="521625" y="29644"/>
                </a:cubicBezTo>
                <a:cubicBezTo>
                  <a:pt x="522830" y="30353"/>
                  <a:pt x="523823" y="31291"/>
                  <a:pt x="524603" y="32460"/>
                </a:cubicBezTo>
                <a:cubicBezTo>
                  <a:pt x="525383" y="33628"/>
                  <a:pt x="525843" y="35098"/>
                  <a:pt x="525985" y="36869"/>
                </a:cubicBezTo>
                <a:lnTo>
                  <a:pt x="535025" y="36869"/>
                </a:lnTo>
                <a:cubicBezTo>
                  <a:pt x="534812" y="33535"/>
                  <a:pt x="534103" y="30750"/>
                  <a:pt x="532898" y="28515"/>
                </a:cubicBezTo>
                <a:cubicBezTo>
                  <a:pt x="531693" y="26280"/>
                  <a:pt x="530080" y="24506"/>
                  <a:pt x="528059" y="23194"/>
                </a:cubicBezTo>
                <a:cubicBezTo>
                  <a:pt x="526039" y="21882"/>
                  <a:pt x="523718" y="20959"/>
                  <a:pt x="521094" y="20427"/>
                </a:cubicBezTo>
                <a:cubicBezTo>
                  <a:pt x="518471" y="19895"/>
                  <a:pt x="515599" y="19629"/>
                  <a:pt x="512479" y="19629"/>
                </a:cubicBezTo>
                <a:cubicBezTo>
                  <a:pt x="510069" y="19629"/>
                  <a:pt x="507640" y="19930"/>
                  <a:pt x="505194" y="20533"/>
                </a:cubicBezTo>
                <a:cubicBezTo>
                  <a:pt x="502748" y="21135"/>
                  <a:pt x="500551" y="22057"/>
                  <a:pt x="498601" y="23298"/>
                </a:cubicBezTo>
                <a:cubicBezTo>
                  <a:pt x="496652" y="24538"/>
                  <a:pt x="495057" y="26149"/>
                  <a:pt x="493816" y="28134"/>
                </a:cubicBezTo>
                <a:cubicBezTo>
                  <a:pt x="492575" y="30118"/>
                  <a:pt x="491954" y="32492"/>
                  <a:pt x="491954" y="35256"/>
                </a:cubicBezTo>
                <a:cubicBezTo>
                  <a:pt x="491954" y="38800"/>
                  <a:pt x="492840" y="41564"/>
                  <a:pt x="494613" y="43548"/>
                </a:cubicBezTo>
                <a:cubicBezTo>
                  <a:pt x="496386" y="45532"/>
                  <a:pt x="498601" y="47074"/>
                  <a:pt x="501259" y="48173"/>
                </a:cubicBezTo>
                <a:cubicBezTo>
                  <a:pt x="503918" y="49271"/>
                  <a:pt x="506807" y="50121"/>
                  <a:pt x="509926" y="50724"/>
                </a:cubicBezTo>
                <a:cubicBezTo>
                  <a:pt x="513046" y="51326"/>
                  <a:pt x="515935" y="52000"/>
                  <a:pt x="518593" y="52744"/>
                </a:cubicBezTo>
                <a:cubicBezTo>
                  <a:pt x="521253" y="53487"/>
                  <a:pt x="523468" y="54462"/>
                  <a:pt x="525240" y="55667"/>
                </a:cubicBezTo>
                <a:cubicBezTo>
                  <a:pt x="527013" y="56872"/>
                  <a:pt x="527900" y="58644"/>
                  <a:pt x="527900" y="60983"/>
                </a:cubicBezTo>
                <a:cubicBezTo>
                  <a:pt x="527900" y="62683"/>
                  <a:pt x="527474" y="64083"/>
                  <a:pt x="526623" y="65182"/>
                </a:cubicBezTo>
                <a:cubicBezTo>
                  <a:pt x="525773" y="66281"/>
                  <a:pt x="524691" y="67113"/>
                  <a:pt x="523379" y="67680"/>
                </a:cubicBezTo>
                <a:cubicBezTo>
                  <a:pt x="522068" y="68247"/>
                  <a:pt x="520632" y="68637"/>
                  <a:pt x="519072" y="68850"/>
                </a:cubicBezTo>
                <a:cubicBezTo>
                  <a:pt x="517513" y="69062"/>
                  <a:pt x="516025" y="69168"/>
                  <a:pt x="514606" y="69168"/>
                </a:cubicBezTo>
                <a:cubicBezTo>
                  <a:pt x="512763" y="69168"/>
                  <a:pt x="510973" y="68992"/>
                  <a:pt x="509235" y="68639"/>
                </a:cubicBezTo>
                <a:cubicBezTo>
                  <a:pt x="507498" y="68285"/>
                  <a:pt x="505938" y="67703"/>
                  <a:pt x="504555" y="66891"/>
                </a:cubicBezTo>
                <a:cubicBezTo>
                  <a:pt x="503173" y="66079"/>
                  <a:pt x="502056" y="64984"/>
                  <a:pt x="501206" y="63607"/>
                </a:cubicBezTo>
                <a:cubicBezTo>
                  <a:pt x="500355" y="62230"/>
                  <a:pt x="499895" y="60552"/>
                  <a:pt x="499823" y="58575"/>
                </a:cubicBezTo>
                <a:close/>
                <a:moveTo>
                  <a:pt x="561675" y="32715"/>
                </a:moveTo>
                <a:lnTo>
                  <a:pt x="561675" y="20875"/>
                </a:lnTo>
                <a:lnTo>
                  <a:pt x="549870" y="20875"/>
                </a:lnTo>
                <a:lnTo>
                  <a:pt x="549870" y="32715"/>
                </a:lnTo>
                <a:lnTo>
                  <a:pt x="561675" y="32715"/>
                </a:lnTo>
                <a:moveTo>
                  <a:pt x="549870" y="64079"/>
                </a:moveTo>
                <a:lnTo>
                  <a:pt x="549870" y="75919"/>
                </a:lnTo>
                <a:lnTo>
                  <a:pt x="561675" y="75919"/>
                </a:lnTo>
                <a:lnTo>
                  <a:pt x="561675" y="64079"/>
                </a:lnTo>
                <a:lnTo>
                  <a:pt x="549870" y="640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a(">
            <a:extLst xmlns:a="http://schemas.openxmlformats.org/drawingml/2006/main">
              <a:ext uri="{FF2B5EF4-FFF2-40B4-BE49-F238E27FC236}">
                <a16:creationId xmlns:a16="http://schemas.microsoft.com/office/drawing/2014/main" id="{7670DAED-74A6-4C8D-8CF5-AB94CD2C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696" y="2215209"/>
            <a:ext cx="112001" cy="98767"/>
          </a:xfrm>
          <a:custGeom xmlns:a="http://schemas.openxmlformats.org/drawingml/2006/main">
            <a:pathLst>
              <a:path w="112001" h="98767">
                <a:moveTo>
                  <a:pt x="51686" y="77548"/>
                </a:moveTo>
                <a:cubicBezTo>
                  <a:pt x="50126" y="78470"/>
                  <a:pt x="47964" y="78930"/>
                  <a:pt x="45198" y="78930"/>
                </a:cubicBezTo>
                <a:cubicBezTo>
                  <a:pt x="42859" y="78930"/>
                  <a:pt x="40999" y="78275"/>
                  <a:pt x="39616" y="76964"/>
                </a:cubicBezTo>
                <a:cubicBezTo>
                  <a:pt x="38234" y="75651"/>
                  <a:pt x="37542" y="73506"/>
                  <a:pt x="37542" y="70528"/>
                </a:cubicBezTo>
                <a:cubicBezTo>
                  <a:pt x="35061" y="73506"/>
                  <a:pt x="32171" y="75651"/>
                  <a:pt x="28874" y="76964"/>
                </a:cubicBezTo>
                <a:cubicBezTo>
                  <a:pt x="25577" y="78275"/>
                  <a:pt x="22015" y="78930"/>
                  <a:pt x="18186" y="78930"/>
                </a:cubicBezTo>
                <a:cubicBezTo>
                  <a:pt x="15704" y="78930"/>
                  <a:pt x="13347" y="78647"/>
                  <a:pt x="11113" y="78080"/>
                </a:cubicBezTo>
                <a:cubicBezTo>
                  <a:pt x="8880" y="77513"/>
                  <a:pt x="6948" y="76627"/>
                  <a:pt x="5318" y="75422"/>
                </a:cubicBezTo>
                <a:cubicBezTo>
                  <a:pt x="3687" y="74217"/>
                  <a:pt x="2394" y="72640"/>
                  <a:pt x="1436" y="70692"/>
                </a:cubicBezTo>
                <a:cubicBezTo>
                  <a:pt x="479" y="68742"/>
                  <a:pt x="0" y="66385"/>
                  <a:pt x="0" y="63621"/>
                </a:cubicBezTo>
                <a:cubicBezTo>
                  <a:pt x="0" y="60502"/>
                  <a:pt x="532" y="57951"/>
                  <a:pt x="1595" y="55967"/>
                </a:cubicBezTo>
                <a:cubicBezTo>
                  <a:pt x="2659" y="53983"/>
                  <a:pt x="4058" y="52371"/>
                  <a:pt x="5795" y="51131"/>
                </a:cubicBezTo>
                <a:cubicBezTo>
                  <a:pt x="7532" y="49890"/>
                  <a:pt x="9517" y="48951"/>
                  <a:pt x="11750" y="48312"/>
                </a:cubicBezTo>
                <a:cubicBezTo>
                  <a:pt x="13984" y="47674"/>
                  <a:pt x="16271" y="47142"/>
                  <a:pt x="18611" y="46717"/>
                </a:cubicBezTo>
                <a:cubicBezTo>
                  <a:pt x="21093" y="46222"/>
                  <a:pt x="23450" y="45850"/>
                  <a:pt x="25683" y="45602"/>
                </a:cubicBezTo>
                <a:cubicBezTo>
                  <a:pt x="27916" y="45354"/>
                  <a:pt x="29883" y="44999"/>
                  <a:pt x="31585" y="44538"/>
                </a:cubicBezTo>
                <a:cubicBezTo>
                  <a:pt x="33287" y="44077"/>
                  <a:pt x="34634" y="43404"/>
                  <a:pt x="35626" y="42519"/>
                </a:cubicBezTo>
                <a:cubicBezTo>
                  <a:pt x="36619" y="41633"/>
                  <a:pt x="37115" y="40339"/>
                  <a:pt x="37115" y="38638"/>
                </a:cubicBezTo>
                <a:cubicBezTo>
                  <a:pt x="37115" y="36654"/>
                  <a:pt x="36743" y="35059"/>
                  <a:pt x="35999" y="33854"/>
                </a:cubicBezTo>
                <a:cubicBezTo>
                  <a:pt x="35255" y="32649"/>
                  <a:pt x="34297" y="31727"/>
                  <a:pt x="33127" y="31090"/>
                </a:cubicBezTo>
                <a:cubicBezTo>
                  <a:pt x="31957" y="30452"/>
                  <a:pt x="30646" y="30027"/>
                  <a:pt x="29192" y="29815"/>
                </a:cubicBezTo>
                <a:cubicBezTo>
                  <a:pt x="27739" y="29602"/>
                  <a:pt x="26304" y="29495"/>
                  <a:pt x="24886" y="29495"/>
                </a:cubicBezTo>
                <a:cubicBezTo>
                  <a:pt x="21058" y="29495"/>
                  <a:pt x="17868" y="30219"/>
                  <a:pt x="15315" y="31668"/>
                </a:cubicBezTo>
                <a:cubicBezTo>
                  <a:pt x="12763" y="33116"/>
                  <a:pt x="11381" y="35854"/>
                  <a:pt x="11168" y="39881"/>
                </a:cubicBezTo>
                <a:lnTo>
                  <a:pt x="2127" y="39881"/>
                </a:lnTo>
                <a:cubicBezTo>
                  <a:pt x="2269" y="36480"/>
                  <a:pt x="2978" y="33611"/>
                  <a:pt x="4253" y="31274"/>
                </a:cubicBezTo>
                <a:cubicBezTo>
                  <a:pt x="5530" y="28936"/>
                  <a:pt x="7231" y="27041"/>
                  <a:pt x="9358" y="25589"/>
                </a:cubicBezTo>
                <a:cubicBezTo>
                  <a:pt x="11485" y="24137"/>
                  <a:pt x="13913" y="23093"/>
                  <a:pt x="16643" y="22456"/>
                </a:cubicBezTo>
                <a:cubicBezTo>
                  <a:pt x="19373" y="21817"/>
                  <a:pt x="22298" y="21498"/>
                  <a:pt x="25417" y="21498"/>
                </a:cubicBezTo>
                <a:cubicBezTo>
                  <a:pt x="27899" y="21498"/>
                  <a:pt x="30363" y="21676"/>
                  <a:pt x="32809" y="22030"/>
                </a:cubicBezTo>
                <a:cubicBezTo>
                  <a:pt x="35255" y="22384"/>
                  <a:pt x="37470" y="23111"/>
                  <a:pt x="39455" y="24210"/>
                </a:cubicBezTo>
                <a:cubicBezTo>
                  <a:pt x="41441" y="25308"/>
                  <a:pt x="43036" y="26849"/>
                  <a:pt x="44241" y="28835"/>
                </a:cubicBezTo>
                <a:cubicBezTo>
                  <a:pt x="45446" y="30819"/>
                  <a:pt x="46049" y="33405"/>
                  <a:pt x="46049" y="36595"/>
                </a:cubicBezTo>
                <a:lnTo>
                  <a:pt x="46049" y="64871"/>
                </a:lnTo>
                <a:cubicBezTo>
                  <a:pt x="46049" y="66998"/>
                  <a:pt x="46173" y="68557"/>
                  <a:pt x="46420" y="69549"/>
                </a:cubicBezTo>
                <a:cubicBezTo>
                  <a:pt x="46669" y="70541"/>
                  <a:pt x="47503" y="71037"/>
                  <a:pt x="48921" y="71037"/>
                </a:cubicBezTo>
                <a:cubicBezTo>
                  <a:pt x="49701" y="71037"/>
                  <a:pt x="50623" y="70867"/>
                  <a:pt x="51686" y="70528"/>
                </a:cubicBezTo>
                <a:lnTo>
                  <a:pt x="51686" y="77548"/>
                </a:lnTo>
                <a:moveTo>
                  <a:pt x="37010" y="49364"/>
                </a:moveTo>
                <a:cubicBezTo>
                  <a:pt x="35875" y="50214"/>
                  <a:pt x="34386" y="50834"/>
                  <a:pt x="32543" y="51224"/>
                </a:cubicBezTo>
                <a:cubicBezTo>
                  <a:pt x="30700" y="51613"/>
                  <a:pt x="28769" y="51932"/>
                  <a:pt x="26748" y="52179"/>
                </a:cubicBezTo>
                <a:cubicBezTo>
                  <a:pt x="24727" y="52427"/>
                  <a:pt x="22688" y="52711"/>
                  <a:pt x="20632" y="53030"/>
                </a:cubicBezTo>
                <a:cubicBezTo>
                  <a:pt x="18576" y="53348"/>
                  <a:pt x="16733" y="53861"/>
                  <a:pt x="15103" y="54570"/>
                </a:cubicBezTo>
                <a:cubicBezTo>
                  <a:pt x="13473" y="55278"/>
                  <a:pt x="12143" y="56288"/>
                  <a:pt x="11114" y="57598"/>
                </a:cubicBezTo>
                <a:cubicBezTo>
                  <a:pt x="10086" y="58908"/>
                  <a:pt x="9573" y="60696"/>
                  <a:pt x="9573" y="62963"/>
                </a:cubicBezTo>
                <a:cubicBezTo>
                  <a:pt x="9573" y="64450"/>
                  <a:pt x="9874" y="65708"/>
                  <a:pt x="10476" y="66735"/>
                </a:cubicBezTo>
                <a:cubicBezTo>
                  <a:pt x="11079" y="67762"/>
                  <a:pt x="11859" y="68594"/>
                  <a:pt x="12816" y="69231"/>
                </a:cubicBezTo>
                <a:cubicBezTo>
                  <a:pt x="13774" y="69868"/>
                  <a:pt x="14890" y="70329"/>
                  <a:pt x="16166" y="70612"/>
                </a:cubicBezTo>
                <a:cubicBezTo>
                  <a:pt x="17442" y="70896"/>
                  <a:pt x="18789" y="71037"/>
                  <a:pt x="20206" y="71037"/>
                </a:cubicBezTo>
                <a:cubicBezTo>
                  <a:pt x="23185" y="71037"/>
                  <a:pt x="25737" y="70630"/>
                  <a:pt x="27864" y="69815"/>
                </a:cubicBezTo>
                <a:cubicBezTo>
                  <a:pt x="29991" y="69001"/>
                  <a:pt x="31728" y="67974"/>
                  <a:pt x="33075" y="66735"/>
                </a:cubicBezTo>
                <a:cubicBezTo>
                  <a:pt x="34422" y="65496"/>
                  <a:pt x="35414" y="64150"/>
                  <a:pt x="36053" y="62698"/>
                </a:cubicBezTo>
                <a:cubicBezTo>
                  <a:pt x="36691" y="61245"/>
                  <a:pt x="37010" y="59881"/>
                  <a:pt x="37010" y="58607"/>
                </a:cubicBezTo>
                <a:lnTo>
                  <a:pt x="37010" y="49364"/>
                </a:lnTo>
                <a:close/>
                <a:moveTo>
                  <a:pt x="105088" y="98767"/>
                </a:moveTo>
                <a:lnTo>
                  <a:pt x="112001" y="98767"/>
                </a:lnTo>
                <a:cubicBezTo>
                  <a:pt x="106967" y="90608"/>
                  <a:pt x="103369" y="82519"/>
                  <a:pt x="101206" y="74502"/>
                </a:cubicBezTo>
                <a:cubicBezTo>
                  <a:pt x="99044" y="66483"/>
                  <a:pt x="97962" y="58004"/>
                  <a:pt x="97962" y="49064"/>
                </a:cubicBezTo>
                <a:cubicBezTo>
                  <a:pt x="97962" y="40337"/>
                  <a:pt x="99026" y="32000"/>
                  <a:pt x="101153" y="24054"/>
                </a:cubicBezTo>
                <a:cubicBezTo>
                  <a:pt x="103281" y="16107"/>
                  <a:pt x="106897" y="8089"/>
                  <a:pt x="112001" y="0"/>
                </a:cubicBezTo>
                <a:lnTo>
                  <a:pt x="105088" y="0"/>
                </a:lnTo>
                <a:cubicBezTo>
                  <a:pt x="99558" y="7308"/>
                  <a:pt x="95392" y="15219"/>
                  <a:pt x="92591" y="23734"/>
                </a:cubicBezTo>
                <a:cubicBezTo>
                  <a:pt x="89791" y="32248"/>
                  <a:pt x="88391" y="40691"/>
                  <a:pt x="88391" y="49064"/>
                </a:cubicBezTo>
                <a:cubicBezTo>
                  <a:pt x="88391" y="53747"/>
                  <a:pt x="88781" y="58217"/>
                  <a:pt x="89561" y="62474"/>
                </a:cubicBezTo>
                <a:cubicBezTo>
                  <a:pt x="90341" y="66731"/>
                  <a:pt x="91458" y="70882"/>
                  <a:pt x="92911" y="74927"/>
                </a:cubicBezTo>
                <a:cubicBezTo>
                  <a:pt x="94365" y="78971"/>
                  <a:pt x="96120" y="82962"/>
                  <a:pt x="98175" y="86900"/>
                </a:cubicBezTo>
                <a:cubicBezTo>
                  <a:pt x="100232" y="90838"/>
                  <a:pt x="102536" y="94793"/>
                  <a:pt x="105088" y="98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array">
            <a:extLst xmlns:a="http://schemas.openxmlformats.org/drawingml/2006/main">
              <a:ext uri="{FF2B5EF4-FFF2-40B4-BE49-F238E27FC236}">
                <a16:creationId xmlns:a16="http://schemas.microsoft.com/office/drawing/2014/main" id="{E762FDE7-35CB-4985-AA8A-4B321F9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75" y="2236561"/>
            <a:ext cx="238287" cy="78661"/>
          </a:xfrm>
          <a:custGeom xmlns:a="http://schemas.openxmlformats.org/drawingml/2006/main">
            <a:pathLst>
              <a:path w="238287" h="78661">
                <a:moveTo>
                  <a:pt x="6593" y="18034"/>
                </a:moveTo>
                <a:lnTo>
                  <a:pt x="15634" y="18034"/>
                </a:lnTo>
                <a:cubicBezTo>
                  <a:pt x="15917" y="16260"/>
                  <a:pt x="16520" y="14753"/>
                  <a:pt x="17441" y="13513"/>
                </a:cubicBezTo>
                <a:cubicBezTo>
                  <a:pt x="18363" y="12272"/>
                  <a:pt x="19497" y="11244"/>
                  <a:pt x="20844" y="10429"/>
                </a:cubicBezTo>
                <a:cubicBezTo>
                  <a:pt x="22191" y="9614"/>
                  <a:pt x="23698" y="9029"/>
                  <a:pt x="25364" y="8675"/>
                </a:cubicBezTo>
                <a:cubicBezTo>
                  <a:pt x="27031" y="8320"/>
                  <a:pt x="28714" y="8143"/>
                  <a:pt x="30415" y="8143"/>
                </a:cubicBezTo>
                <a:cubicBezTo>
                  <a:pt x="31621" y="8143"/>
                  <a:pt x="32880" y="8250"/>
                  <a:pt x="34191" y="8463"/>
                </a:cubicBezTo>
                <a:cubicBezTo>
                  <a:pt x="35502" y="8675"/>
                  <a:pt x="36690" y="9047"/>
                  <a:pt x="37753" y="9579"/>
                </a:cubicBezTo>
                <a:cubicBezTo>
                  <a:pt x="38817" y="10110"/>
                  <a:pt x="39703" y="10837"/>
                  <a:pt x="40411" y="11758"/>
                </a:cubicBezTo>
                <a:cubicBezTo>
                  <a:pt x="41121" y="12679"/>
                  <a:pt x="41476" y="13884"/>
                  <a:pt x="41476" y="15372"/>
                </a:cubicBezTo>
                <a:cubicBezTo>
                  <a:pt x="41476" y="17215"/>
                  <a:pt x="41210" y="18668"/>
                  <a:pt x="40677" y="19731"/>
                </a:cubicBezTo>
                <a:cubicBezTo>
                  <a:pt x="40146" y="20794"/>
                  <a:pt x="39313" y="21610"/>
                  <a:pt x="38178" y="22176"/>
                </a:cubicBezTo>
                <a:cubicBezTo>
                  <a:pt x="37045" y="22743"/>
                  <a:pt x="35609" y="23151"/>
                  <a:pt x="33872" y="23400"/>
                </a:cubicBezTo>
                <a:cubicBezTo>
                  <a:pt x="32135" y="23648"/>
                  <a:pt x="30061" y="23878"/>
                  <a:pt x="27650" y="24090"/>
                </a:cubicBezTo>
                <a:cubicBezTo>
                  <a:pt x="24601" y="24373"/>
                  <a:pt x="21446" y="24727"/>
                  <a:pt x="18184" y="25153"/>
                </a:cubicBezTo>
                <a:cubicBezTo>
                  <a:pt x="14924" y="25578"/>
                  <a:pt x="11946" y="26375"/>
                  <a:pt x="9251" y="27544"/>
                </a:cubicBezTo>
                <a:cubicBezTo>
                  <a:pt x="6558" y="28714"/>
                  <a:pt x="4342" y="30433"/>
                  <a:pt x="2605" y="32702"/>
                </a:cubicBezTo>
                <a:cubicBezTo>
                  <a:pt x="868" y="34969"/>
                  <a:pt x="0" y="38123"/>
                  <a:pt x="0" y="42162"/>
                </a:cubicBezTo>
                <a:cubicBezTo>
                  <a:pt x="0" y="44998"/>
                  <a:pt x="443" y="47390"/>
                  <a:pt x="1329" y="49340"/>
                </a:cubicBezTo>
                <a:cubicBezTo>
                  <a:pt x="2215" y="51288"/>
                  <a:pt x="3402" y="52883"/>
                  <a:pt x="4891" y="54123"/>
                </a:cubicBezTo>
                <a:cubicBezTo>
                  <a:pt x="6381" y="55363"/>
                  <a:pt x="8135" y="56249"/>
                  <a:pt x="10155" y="56780"/>
                </a:cubicBezTo>
                <a:cubicBezTo>
                  <a:pt x="12176" y="57312"/>
                  <a:pt x="14356" y="57578"/>
                  <a:pt x="16696" y="57578"/>
                </a:cubicBezTo>
                <a:cubicBezTo>
                  <a:pt x="21376" y="57578"/>
                  <a:pt x="25134" y="56903"/>
                  <a:pt x="27970" y="55551"/>
                </a:cubicBezTo>
                <a:cubicBezTo>
                  <a:pt x="30805" y="54200"/>
                  <a:pt x="33180" y="52245"/>
                  <a:pt x="35095" y="49685"/>
                </a:cubicBezTo>
                <a:lnTo>
                  <a:pt x="35308" y="49898"/>
                </a:lnTo>
                <a:cubicBezTo>
                  <a:pt x="35024" y="52316"/>
                  <a:pt x="35520" y="54200"/>
                  <a:pt x="36796" y="55551"/>
                </a:cubicBezTo>
                <a:cubicBezTo>
                  <a:pt x="38072" y="56903"/>
                  <a:pt x="39951" y="57578"/>
                  <a:pt x="42433" y="57578"/>
                </a:cubicBezTo>
                <a:cubicBezTo>
                  <a:pt x="43213" y="57578"/>
                  <a:pt x="44153" y="57453"/>
                  <a:pt x="45252" y="57203"/>
                </a:cubicBezTo>
                <a:cubicBezTo>
                  <a:pt x="46351" y="56955"/>
                  <a:pt x="47255" y="56687"/>
                  <a:pt x="47964" y="56402"/>
                </a:cubicBezTo>
                <a:lnTo>
                  <a:pt x="49346" y="49667"/>
                </a:lnTo>
                <a:cubicBezTo>
                  <a:pt x="48921" y="49809"/>
                  <a:pt x="48442" y="49969"/>
                  <a:pt x="47910" y="50146"/>
                </a:cubicBezTo>
                <a:cubicBezTo>
                  <a:pt x="47379" y="50324"/>
                  <a:pt x="46900" y="50412"/>
                  <a:pt x="46474" y="50412"/>
                </a:cubicBezTo>
                <a:cubicBezTo>
                  <a:pt x="45695" y="50412"/>
                  <a:pt x="45057" y="50164"/>
                  <a:pt x="44561" y="49669"/>
                </a:cubicBezTo>
                <a:cubicBezTo>
                  <a:pt x="44064" y="49172"/>
                  <a:pt x="43816" y="48286"/>
                  <a:pt x="43816" y="47011"/>
                </a:cubicBezTo>
                <a:cubicBezTo>
                  <a:pt x="43816" y="45737"/>
                  <a:pt x="44010" y="44391"/>
                  <a:pt x="44400" y="42974"/>
                </a:cubicBezTo>
                <a:cubicBezTo>
                  <a:pt x="44790" y="41556"/>
                  <a:pt x="45092" y="40281"/>
                  <a:pt x="45305" y="39147"/>
                </a:cubicBezTo>
                <a:lnTo>
                  <a:pt x="48814" y="24163"/>
                </a:lnTo>
                <a:cubicBezTo>
                  <a:pt x="49169" y="22675"/>
                  <a:pt x="49541" y="21028"/>
                  <a:pt x="49930" y="19221"/>
                </a:cubicBezTo>
                <a:cubicBezTo>
                  <a:pt x="50321" y="17415"/>
                  <a:pt x="50516" y="15732"/>
                  <a:pt x="50516" y="14173"/>
                </a:cubicBezTo>
                <a:cubicBezTo>
                  <a:pt x="50516" y="11410"/>
                  <a:pt x="49967" y="9126"/>
                  <a:pt x="48867" y="7320"/>
                </a:cubicBezTo>
                <a:cubicBezTo>
                  <a:pt x="47768" y="5514"/>
                  <a:pt x="46297" y="4079"/>
                  <a:pt x="44454" y="3017"/>
                </a:cubicBezTo>
                <a:cubicBezTo>
                  <a:pt x="42610" y="1953"/>
                  <a:pt x="40483" y="1209"/>
                  <a:pt x="38073" y="784"/>
                </a:cubicBezTo>
                <a:cubicBezTo>
                  <a:pt x="35663" y="359"/>
                  <a:pt x="33110" y="146"/>
                  <a:pt x="30415" y="146"/>
                </a:cubicBezTo>
                <a:cubicBezTo>
                  <a:pt x="27508" y="146"/>
                  <a:pt x="24708" y="501"/>
                  <a:pt x="22014" y="1212"/>
                </a:cubicBezTo>
                <a:cubicBezTo>
                  <a:pt x="19320" y="1923"/>
                  <a:pt x="16910" y="3025"/>
                  <a:pt x="14783" y="4518"/>
                </a:cubicBezTo>
                <a:cubicBezTo>
                  <a:pt x="12656" y="6011"/>
                  <a:pt x="10866" y="7874"/>
                  <a:pt x="9412" y="10108"/>
                </a:cubicBezTo>
                <a:cubicBezTo>
                  <a:pt x="7959" y="12342"/>
                  <a:pt x="7019" y="14984"/>
                  <a:pt x="6593" y="18034"/>
                </a:cubicBezTo>
                <a:moveTo>
                  <a:pt x="8933" y="42029"/>
                </a:moveTo>
                <a:cubicBezTo>
                  <a:pt x="9005" y="39689"/>
                  <a:pt x="9607" y="37864"/>
                  <a:pt x="10741" y="36552"/>
                </a:cubicBezTo>
                <a:cubicBezTo>
                  <a:pt x="11876" y="35240"/>
                  <a:pt x="13329" y="34230"/>
                  <a:pt x="15101" y="33521"/>
                </a:cubicBezTo>
                <a:cubicBezTo>
                  <a:pt x="16874" y="32811"/>
                  <a:pt x="18877" y="32298"/>
                  <a:pt x="21110" y="31979"/>
                </a:cubicBezTo>
                <a:cubicBezTo>
                  <a:pt x="23343" y="31660"/>
                  <a:pt x="25559" y="31394"/>
                  <a:pt x="27757" y="31181"/>
                </a:cubicBezTo>
                <a:cubicBezTo>
                  <a:pt x="29955" y="30968"/>
                  <a:pt x="32029" y="30667"/>
                  <a:pt x="33979" y="30277"/>
                </a:cubicBezTo>
                <a:cubicBezTo>
                  <a:pt x="35928" y="29887"/>
                  <a:pt x="37541" y="29231"/>
                  <a:pt x="38818" y="28309"/>
                </a:cubicBezTo>
                <a:lnTo>
                  <a:pt x="39030" y="28309"/>
                </a:lnTo>
                <a:cubicBezTo>
                  <a:pt x="38392" y="30862"/>
                  <a:pt x="37807" y="33344"/>
                  <a:pt x="37274" y="35754"/>
                </a:cubicBezTo>
                <a:cubicBezTo>
                  <a:pt x="36743" y="38164"/>
                  <a:pt x="35733" y="40398"/>
                  <a:pt x="34245" y="42454"/>
                </a:cubicBezTo>
                <a:cubicBezTo>
                  <a:pt x="31125" y="47275"/>
                  <a:pt x="25984" y="49685"/>
                  <a:pt x="18824" y="49685"/>
                </a:cubicBezTo>
                <a:cubicBezTo>
                  <a:pt x="16272" y="49685"/>
                  <a:pt x="13985" y="49048"/>
                  <a:pt x="11965" y="47772"/>
                </a:cubicBezTo>
                <a:cubicBezTo>
                  <a:pt x="9944" y="46495"/>
                  <a:pt x="8933" y="44581"/>
                  <a:pt x="8933" y="42029"/>
                </a:cubicBezTo>
                <a:close/>
                <a:moveTo>
                  <a:pt x="67763" y="1454"/>
                </a:moveTo>
                <a:lnTo>
                  <a:pt x="56384" y="56436"/>
                </a:lnTo>
                <a:lnTo>
                  <a:pt x="65317" y="56436"/>
                </a:lnTo>
                <a:lnTo>
                  <a:pt x="70528" y="32082"/>
                </a:lnTo>
                <a:cubicBezTo>
                  <a:pt x="70953" y="30026"/>
                  <a:pt x="71520" y="27811"/>
                  <a:pt x="72229" y="25437"/>
                </a:cubicBezTo>
                <a:cubicBezTo>
                  <a:pt x="72938" y="23061"/>
                  <a:pt x="73896" y="20986"/>
                  <a:pt x="75101" y="19213"/>
                </a:cubicBezTo>
                <a:cubicBezTo>
                  <a:pt x="76519" y="17016"/>
                  <a:pt x="78203" y="15138"/>
                  <a:pt x="80152" y="13578"/>
                </a:cubicBezTo>
                <a:cubicBezTo>
                  <a:pt x="82102" y="12018"/>
                  <a:pt x="84318" y="10918"/>
                  <a:pt x="86799" y="10280"/>
                </a:cubicBezTo>
                <a:cubicBezTo>
                  <a:pt x="87863" y="9997"/>
                  <a:pt x="88749" y="9838"/>
                  <a:pt x="89457" y="9803"/>
                </a:cubicBezTo>
                <a:cubicBezTo>
                  <a:pt x="90167" y="9767"/>
                  <a:pt x="91089" y="9749"/>
                  <a:pt x="92222" y="9749"/>
                </a:cubicBezTo>
                <a:lnTo>
                  <a:pt x="93500" y="9749"/>
                </a:lnTo>
                <a:cubicBezTo>
                  <a:pt x="94138" y="9749"/>
                  <a:pt x="94599" y="9785"/>
                  <a:pt x="94882" y="9855"/>
                </a:cubicBezTo>
                <a:lnTo>
                  <a:pt x="97010" y="177"/>
                </a:lnTo>
                <a:cubicBezTo>
                  <a:pt x="96442" y="35"/>
                  <a:pt x="95909" y="0"/>
                  <a:pt x="95413" y="71"/>
                </a:cubicBezTo>
                <a:cubicBezTo>
                  <a:pt x="94917" y="142"/>
                  <a:pt x="94386" y="177"/>
                  <a:pt x="93819" y="177"/>
                </a:cubicBezTo>
                <a:cubicBezTo>
                  <a:pt x="89211" y="177"/>
                  <a:pt x="85258" y="1418"/>
                  <a:pt x="81960" y="3899"/>
                </a:cubicBezTo>
                <a:cubicBezTo>
                  <a:pt x="78664" y="6381"/>
                  <a:pt x="75952" y="9501"/>
                  <a:pt x="73825" y="13258"/>
                </a:cubicBezTo>
                <a:lnTo>
                  <a:pt x="73613" y="13258"/>
                </a:lnTo>
                <a:lnTo>
                  <a:pt x="76271" y="1454"/>
                </a:lnTo>
                <a:lnTo>
                  <a:pt x="67763" y="1454"/>
                </a:lnTo>
                <a:close/>
                <a:moveTo>
                  <a:pt x="103722" y="1454"/>
                </a:moveTo>
                <a:lnTo>
                  <a:pt x="92344" y="56436"/>
                </a:lnTo>
                <a:lnTo>
                  <a:pt x="101277" y="56436"/>
                </a:lnTo>
                <a:lnTo>
                  <a:pt x="106488" y="32082"/>
                </a:lnTo>
                <a:cubicBezTo>
                  <a:pt x="106913" y="30026"/>
                  <a:pt x="107480" y="27811"/>
                  <a:pt x="108188" y="25437"/>
                </a:cubicBezTo>
                <a:cubicBezTo>
                  <a:pt x="108898" y="23061"/>
                  <a:pt x="109855" y="20986"/>
                  <a:pt x="111060" y="19213"/>
                </a:cubicBezTo>
                <a:cubicBezTo>
                  <a:pt x="112479" y="17016"/>
                  <a:pt x="114163" y="15138"/>
                  <a:pt x="116112" y="13578"/>
                </a:cubicBezTo>
                <a:cubicBezTo>
                  <a:pt x="118062" y="12018"/>
                  <a:pt x="120277" y="10918"/>
                  <a:pt x="122759" y="10280"/>
                </a:cubicBezTo>
                <a:cubicBezTo>
                  <a:pt x="123822" y="9997"/>
                  <a:pt x="124708" y="9838"/>
                  <a:pt x="125417" y="9803"/>
                </a:cubicBezTo>
                <a:cubicBezTo>
                  <a:pt x="126127" y="9767"/>
                  <a:pt x="127048" y="9749"/>
                  <a:pt x="128182" y="9749"/>
                </a:cubicBezTo>
                <a:lnTo>
                  <a:pt x="129459" y="9749"/>
                </a:lnTo>
                <a:cubicBezTo>
                  <a:pt x="130097" y="9749"/>
                  <a:pt x="130558" y="9785"/>
                  <a:pt x="130842" y="9855"/>
                </a:cubicBezTo>
                <a:lnTo>
                  <a:pt x="132969" y="177"/>
                </a:lnTo>
                <a:cubicBezTo>
                  <a:pt x="132401" y="35"/>
                  <a:pt x="131869" y="0"/>
                  <a:pt x="131372" y="71"/>
                </a:cubicBezTo>
                <a:cubicBezTo>
                  <a:pt x="130877" y="142"/>
                  <a:pt x="130346" y="177"/>
                  <a:pt x="129779" y="177"/>
                </a:cubicBezTo>
                <a:cubicBezTo>
                  <a:pt x="125170" y="177"/>
                  <a:pt x="121217" y="1418"/>
                  <a:pt x="117920" y="3899"/>
                </a:cubicBezTo>
                <a:cubicBezTo>
                  <a:pt x="114624" y="6381"/>
                  <a:pt x="111912" y="9501"/>
                  <a:pt x="109785" y="13258"/>
                </a:cubicBezTo>
                <a:lnTo>
                  <a:pt x="109572" y="13258"/>
                </a:lnTo>
                <a:lnTo>
                  <a:pt x="112230" y="1454"/>
                </a:lnTo>
                <a:lnTo>
                  <a:pt x="103722" y="1454"/>
                </a:lnTo>
                <a:close/>
                <a:moveTo>
                  <a:pt x="134364" y="18034"/>
                </a:moveTo>
                <a:lnTo>
                  <a:pt x="143405" y="18034"/>
                </a:lnTo>
                <a:cubicBezTo>
                  <a:pt x="143688" y="16260"/>
                  <a:pt x="144291" y="14753"/>
                  <a:pt x="145212" y="13513"/>
                </a:cubicBezTo>
                <a:cubicBezTo>
                  <a:pt x="146134" y="12272"/>
                  <a:pt x="147268" y="11244"/>
                  <a:pt x="148615" y="10429"/>
                </a:cubicBezTo>
                <a:cubicBezTo>
                  <a:pt x="149962" y="9614"/>
                  <a:pt x="151469" y="9029"/>
                  <a:pt x="153135" y="8675"/>
                </a:cubicBezTo>
                <a:cubicBezTo>
                  <a:pt x="154802" y="8320"/>
                  <a:pt x="156486" y="8143"/>
                  <a:pt x="158186" y="8143"/>
                </a:cubicBezTo>
                <a:cubicBezTo>
                  <a:pt x="159392" y="8143"/>
                  <a:pt x="160651" y="8250"/>
                  <a:pt x="161962" y="8463"/>
                </a:cubicBezTo>
                <a:cubicBezTo>
                  <a:pt x="163274" y="8675"/>
                  <a:pt x="164461" y="9047"/>
                  <a:pt x="165524" y="9579"/>
                </a:cubicBezTo>
                <a:cubicBezTo>
                  <a:pt x="166588" y="10110"/>
                  <a:pt x="167474" y="10837"/>
                  <a:pt x="168182" y="11758"/>
                </a:cubicBezTo>
                <a:cubicBezTo>
                  <a:pt x="168892" y="12679"/>
                  <a:pt x="169247" y="13884"/>
                  <a:pt x="169247" y="15372"/>
                </a:cubicBezTo>
                <a:cubicBezTo>
                  <a:pt x="169247" y="17215"/>
                  <a:pt x="168981" y="18668"/>
                  <a:pt x="168448" y="19731"/>
                </a:cubicBezTo>
                <a:cubicBezTo>
                  <a:pt x="167917" y="20794"/>
                  <a:pt x="167084" y="21610"/>
                  <a:pt x="165949" y="22176"/>
                </a:cubicBezTo>
                <a:cubicBezTo>
                  <a:pt x="164816" y="22743"/>
                  <a:pt x="163380" y="23151"/>
                  <a:pt x="161643" y="23400"/>
                </a:cubicBezTo>
                <a:cubicBezTo>
                  <a:pt x="159906" y="23648"/>
                  <a:pt x="157832" y="23878"/>
                  <a:pt x="155421" y="24090"/>
                </a:cubicBezTo>
                <a:cubicBezTo>
                  <a:pt x="152372" y="24373"/>
                  <a:pt x="149217" y="24727"/>
                  <a:pt x="145956" y="25153"/>
                </a:cubicBezTo>
                <a:cubicBezTo>
                  <a:pt x="142695" y="25578"/>
                  <a:pt x="139717" y="26375"/>
                  <a:pt x="137022" y="27544"/>
                </a:cubicBezTo>
                <a:cubicBezTo>
                  <a:pt x="134329" y="28714"/>
                  <a:pt x="132113" y="30433"/>
                  <a:pt x="130376" y="32702"/>
                </a:cubicBezTo>
                <a:cubicBezTo>
                  <a:pt x="128639" y="34969"/>
                  <a:pt x="127771" y="38123"/>
                  <a:pt x="127771" y="42162"/>
                </a:cubicBezTo>
                <a:cubicBezTo>
                  <a:pt x="127771" y="44998"/>
                  <a:pt x="128214" y="47390"/>
                  <a:pt x="129100" y="49340"/>
                </a:cubicBezTo>
                <a:cubicBezTo>
                  <a:pt x="129986" y="51288"/>
                  <a:pt x="131173" y="52883"/>
                  <a:pt x="132662" y="54123"/>
                </a:cubicBezTo>
                <a:cubicBezTo>
                  <a:pt x="134152" y="55363"/>
                  <a:pt x="135906" y="56249"/>
                  <a:pt x="137926" y="56780"/>
                </a:cubicBezTo>
                <a:cubicBezTo>
                  <a:pt x="139947" y="57312"/>
                  <a:pt x="142128" y="57578"/>
                  <a:pt x="144468" y="57578"/>
                </a:cubicBezTo>
                <a:cubicBezTo>
                  <a:pt x="149148" y="57578"/>
                  <a:pt x="152905" y="56903"/>
                  <a:pt x="155741" y="55551"/>
                </a:cubicBezTo>
                <a:cubicBezTo>
                  <a:pt x="158576" y="54200"/>
                  <a:pt x="160951" y="52245"/>
                  <a:pt x="162866" y="49685"/>
                </a:cubicBezTo>
                <a:lnTo>
                  <a:pt x="163079" y="49898"/>
                </a:lnTo>
                <a:cubicBezTo>
                  <a:pt x="162795" y="52316"/>
                  <a:pt x="163291" y="54200"/>
                  <a:pt x="164567" y="55551"/>
                </a:cubicBezTo>
                <a:cubicBezTo>
                  <a:pt x="165843" y="56903"/>
                  <a:pt x="167723" y="57578"/>
                  <a:pt x="170204" y="57578"/>
                </a:cubicBezTo>
                <a:cubicBezTo>
                  <a:pt x="170984" y="57578"/>
                  <a:pt x="171924" y="57453"/>
                  <a:pt x="173023" y="57203"/>
                </a:cubicBezTo>
                <a:cubicBezTo>
                  <a:pt x="174122" y="56955"/>
                  <a:pt x="175026" y="56687"/>
                  <a:pt x="175735" y="56402"/>
                </a:cubicBezTo>
                <a:lnTo>
                  <a:pt x="177117" y="49667"/>
                </a:lnTo>
                <a:cubicBezTo>
                  <a:pt x="176692" y="49809"/>
                  <a:pt x="176213" y="49969"/>
                  <a:pt x="175681" y="50146"/>
                </a:cubicBezTo>
                <a:cubicBezTo>
                  <a:pt x="175150" y="50324"/>
                  <a:pt x="174671" y="50412"/>
                  <a:pt x="174245" y="50412"/>
                </a:cubicBezTo>
                <a:cubicBezTo>
                  <a:pt x="173466" y="50412"/>
                  <a:pt x="172828" y="50164"/>
                  <a:pt x="172332" y="49669"/>
                </a:cubicBezTo>
                <a:cubicBezTo>
                  <a:pt x="171835" y="49172"/>
                  <a:pt x="171587" y="48286"/>
                  <a:pt x="171587" y="47011"/>
                </a:cubicBezTo>
                <a:cubicBezTo>
                  <a:pt x="171587" y="45737"/>
                  <a:pt x="171782" y="44391"/>
                  <a:pt x="172171" y="42974"/>
                </a:cubicBezTo>
                <a:cubicBezTo>
                  <a:pt x="172562" y="41556"/>
                  <a:pt x="172863" y="40281"/>
                  <a:pt x="173077" y="39147"/>
                </a:cubicBezTo>
                <a:lnTo>
                  <a:pt x="176585" y="24163"/>
                </a:lnTo>
                <a:cubicBezTo>
                  <a:pt x="176940" y="22675"/>
                  <a:pt x="177312" y="21028"/>
                  <a:pt x="177701" y="19221"/>
                </a:cubicBezTo>
                <a:cubicBezTo>
                  <a:pt x="178092" y="17415"/>
                  <a:pt x="178287" y="15732"/>
                  <a:pt x="178287" y="14173"/>
                </a:cubicBezTo>
                <a:cubicBezTo>
                  <a:pt x="178287" y="11410"/>
                  <a:pt x="177738" y="9126"/>
                  <a:pt x="176638" y="7320"/>
                </a:cubicBezTo>
                <a:cubicBezTo>
                  <a:pt x="175539" y="5514"/>
                  <a:pt x="174068" y="4079"/>
                  <a:pt x="172225" y="3017"/>
                </a:cubicBezTo>
                <a:cubicBezTo>
                  <a:pt x="170381" y="1953"/>
                  <a:pt x="168254" y="1209"/>
                  <a:pt x="165844" y="784"/>
                </a:cubicBezTo>
                <a:cubicBezTo>
                  <a:pt x="163434" y="359"/>
                  <a:pt x="160881" y="146"/>
                  <a:pt x="158186" y="146"/>
                </a:cubicBezTo>
                <a:cubicBezTo>
                  <a:pt x="155279" y="146"/>
                  <a:pt x="152479" y="501"/>
                  <a:pt x="149785" y="1212"/>
                </a:cubicBezTo>
                <a:cubicBezTo>
                  <a:pt x="147092" y="1923"/>
                  <a:pt x="144681" y="3025"/>
                  <a:pt x="142554" y="4518"/>
                </a:cubicBezTo>
                <a:cubicBezTo>
                  <a:pt x="140427" y="6011"/>
                  <a:pt x="138637" y="7874"/>
                  <a:pt x="137183" y="10108"/>
                </a:cubicBezTo>
                <a:cubicBezTo>
                  <a:pt x="135730" y="12342"/>
                  <a:pt x="134791" y="14984"/>
                  <a:pt x="134364" y="18034"/>
                </a:cubicBezTo>
                <a:moveTo>
                  <a:pt x="136704" y="42029"/>
                </a:moveTo>
                <a:cubicBezTo>
                  <a:pt x="136776" y="39689"/>
                  <a:pt x="137378" y="37864"/>
                  <a:pt x="138512" y="36552"/>
                </a:cubicBezTo>
                <a:cubicBezTo>
                  <a:pt x="139647" y="35240"/>
                  <a:pt x="141100" y="34230"/>
                  <a:pt x="142872" y="33521"/>
                </a:cubicBezTo>
                <a:cubicBezTo>
                  <a:pt x="144646" y="32811"/>
                  <a:pt x="146649" y="32298"/>
                  <a:pt x="148881" y="31979"/>
                </a:cubicBezTo>
                <a:cubicBezTo>
                  <a:pt x="151114" y="31660"/>
                  <a:pt x="153330" y="31394"/>
                  <a:pt x="155528" y="31181"/>
                </a:cubicBezTo>
                <a:cubicBezTo>
                  <a:pt x="157726" y="30968"/>
                  <a:pt x="159800" y="30667"/>
                  <a:pt x="161750" y="30277"/>
                </a:cubicBezTo>
                <a:cubicBezTo>
                  <a:pt x="163699" y="29887"/>
                  <a:pt x="165312" y="29231"/>
                  <a:pt x="166589" y="28309"/>
                </a:cubicBezTo>
                <a:lnTo>
                  <a:pt x="166801" y="28309"/>
                </a:lnTo>
                <a:cubicBezTo>
                  <a:pt x="166163" y="30862"/>
                  <a:pt x="165578" y="33344"/>
                  <a:pt x="165046" y="35754"/>
                </a:cubicBezTo>
                <a:cubicBezTo>
                  <a:pt x="164514" y="38164"/>
                  <a:pt x="163505" y="40398"/>
                  <a:pt x="162016" y="42454"/>
                </a:cubicBezTo>
                <a:cubicBezTo>
                  <a:pt x="158896" y="47275"/>
                  <a:pt x="153756" y="49685"/>
                  <a:pt x="146595" y="49685"/>
                </a:cubicBezTo>
                <a:cubicBezTo>
                  <a:pt x="144043" y="49685"/>
                  <a:pt x="141756" y="49048"/>
                  <a:pt x="139736" y="47772"/>
                </a:cubicBezTo>
                <a:cubicBezTo>
                  <a:pt x="137715" y="46495"/>
                  <a:pt x="136704" y="44581"/>
                  <a:pt x="136704" y="42029"/>
                </a:cubicBezTo>
                <a:close/>
                <a:moveTo>
                  <a:pt x="201915" y="65694"/>
                </a:moveTo>
                <a:lnTo>
                  <a:pt x="238287" y="1496"/>
                </a:lnTo>
                <a:lnTo>
                  <a:pt x="228396" y="1496"/>
                </a:lnTo>
                <a:lnTo>
                  <a:pt x="205319" y="45181"/>
                </a:lnTo>
                <a:lnTo>
                  <a:pt x="205105" y="45181"/>
                </a:lnTo>
                <a:lnTo>
                  <a:pt x="198725" y="1496"/>
                </a:lnTo>
                <a:lnTo>
                  <a:pt x="189048" y="1496"/>
                </a:lnTo>
                <a:lnTo>
                  <a:pt x="198725" y="56447"/>
                </a:lnTo>
                <a:lnTo>
                  <a:pt x="193194" y="65481"/>
                </a:lnTo>
                <a:cubicBezTo>
                  <a:pt x="192131" y="67253"/>
                  <a:pt x="190961" y="68688"/>
                  <a:pt x="189684" y="69786"/>
                </a:cubicBezTo>
                <a:cubicBezTo>
                  <a:pt x="188409" y="70885"/>
                  <a:pt x="186743" y="71435"/>
                  <a:pt x="184688" y="71435"/>
                </a:cubicBezTo>
                <a:cubicBezTo>
                  <a:pt x="183978" y="71435"/>
                  <a:pt x="183127" y="71293"/>
                  <a:pt x="182135" y="71008"/>
                </a:cubicBezTo>
                <a:cubicBezTo>
                  <a:pt x="181142" y="70725"/>
                  <a:pt x="180291" y="70370"/>
                  <a:pt x="179583" y="69945"/>
                </a:cubicBezTo>
                <a:lnTo>
                  <a:pt x="177987" y="77278"/>
                </a:lnTo>
                <a:cubicBezTo>
                  <a:pt x="178838" y="77704"/>
                  <a:pt x="179830" y="78040"/>
                  <a:pt x="180965" y="78288"/>
                </a:cubicBezTo>
                <a:cubicBezTo>
                  <a:pt x="182099" y="78537"/>
                  <a:pt x="183198" y="78661"/>
                  <a:pt x="184261" y="78661"/>
                </a:cubicBezTo>
                <a:cubicBezTo>
                  <a:pt x="186531" y="78661"/>
                  <a:pt x="188516" y="78325"/>
                  <a:pt x="190216" y="77652"/>
                </a:cubicBezTo>
                <a:cubicBezTo>
                  <a:pt x="191918" y="76979"/>
                  <a:pt x="193442" y="76058"/>
                  <a:pt x="194789" y="74888"/>
                </a:cubicBezTo>
                <a:cubicBezTo>
                  <a:pt x="196137" y="73719"/>
                  <a:pt x="197378" y="72337"/>
                  <a:pt x="198512" y="70742"/>
                </a:cubicBezTo>
                <a:cubicBezTo>
                  <a:pt x="199647" y="69148"/>
                  <a:pt x="200781" y="67466"/>
                  <a:pt x="201915" y="6569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)–Inputarray.">
            <a:extLst xmlns:a="http://schemas.openxmlformats.org/drawingml/2006/main">
              <a:ext uri="{FF2B5EF4-FFF2-40B4-BE49-F238E27FC236}">
                <a16:creationId xmlns:a16="http://schemas.microsoft.com/office/drawing/2014/main" id="{97B47258-CC4C-4087-8CFF-4257C87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559" y="2215209"/>
            <a:ext cx="676511" cy="99805"/>
          </a:xfrm>
          <a:custGeom xmlns:a="http://schemas.openxmlformats.org/drawingml/2006/main">
            <a:pathLst>
              <a:path w="676511" h="99805">
                <a:moveTo>
                  <a:pt x="0" y="98767"/>
                </a:moveTo>
                <a:lnTo>
                  <a:pt x="6806" y="98767"/>
                </a:lnTo>
                <a:cubicBezTo>
                  <a:pt x="12336" y="91459"/>
                  <a:pt x="16502" y="83566"/>
                  <a:pt x="19303" y="75088"/>
                </a:cubicBezTo>
                <a:cubicBezTo>
                  <a:pt x="22103" y="66608"/>
                  <a:pt x="23504" y="58182"/>
                  <a:pt x="23504" y="49809"/>
                </a:cubicBezTo>
                <a:cubicBezTo>
                  <a:pt x="23504" y="45126"/>
                  <a:pt x="23114" y="40657"/>
                  <a:pt x="22334" y="36400"/>
                </a:cubicBezTo>
                <a:cubicBezTo>
                  <a:pt x="21554" y="32142"/>
                  <a:pt x="20437" y="27973"/>
                  <a:pt x="18983" y="23893"/>
                </a:cubicBezTo>
                <a:cubicBezTo>
                  <a:pt x="17530" y="19814"/>
                  <a:pt x="15775" y="15805"/>
                  <a:pt x="13719" y="11867"/>
                </a:cubicBezTo>
                <a:cubicBezTo>
                  <a:pt x="11663" y="7929"/>
                  <a:pt x="9359" y="3974"/>
                  <a:pt x="6806" y="0"/>
                </a:cubicBezTo>
                <a:lnTo>
                  <a:pt x="0" y="0"/>
                </a:lnTo>
                <a:cubicBezTo>
                  <a:pt x="4963" y="8159"/>
                  <a:pt x="8526" y="16265"/>
                  <a:pt x="10687" y="24318"/>
                </a:cubicBezTo>
                <a:cubicBezTo>
                  <a:pt x="12850" y="32372"/>
                  <a:pt x="13931" y="40868"/>
                  <a:pt x="13931" y="49809"/>
                </a:cubicBezTo>
                <a:cubicBezTo>
                  <a:pt x="13931" y="58465"/>
                  <a:pt x="12868" y="66785"/>
                  <a:pt x="10741" y="74768"/>
                </a:cubicBezTo>
                <a:cubicBezTo>
                  <a:pt x="8614" y="82750"/>
                  <a:pt x="5034" y="90749"/>
                  <a:pt x="0" y="98767"/>
                </a:cubicBezTo>
                <a:close/>
                <a:moveTo>
                  <a:pt x="58340" y="43931"/>
                </a:moveTo>
                <a:lnTo>
                  <a:pt x="58340" y="52447"/>
                </a:lnTo>
                <a:lnTo>
                  <a:pt x="111514" y="52447"/>
                </a:lnTo>
                <a:lnTo>
                  <a:pt x="111514" y="43931"/>
                </a:lnTo>
                <a:lnTo>
                  <a:pt x="58340" y="43931"/>
                </a:lnTo>
                <a:close/>
                <a:moveTo>
                  <a:pt x="150456" y="1869"/>
                </a:moveTo>
                <a:lnTo>
                  <a:pt x="150456" y="77788"/>
                </a:lnTo>
                <a:lnTo>
                  <a:pt x="160559" y="77788"/>
                </a:lnTo>
                <a:lnTo>
                  <a:pt x="160559" y="1869"/>
                </a:lnTo>
                <a:lnTo>
                  <a:pt x="150456" y="1869"/>
                </a:lnTo>
                <a:close/>
                <a:moveTo>
                  <a:pt x="176085" y="22775"/>
                </a:moveTo>
                <a:lnTo>
                  <a:pt x="176085" y="77788"/>
                </a:lnTo>
                <a:lnTo>
                  <a:pt x="185125" y="77788"/>
                </a:lnTo>
                <a:lnTo>
                  <a:pt x="185125" y="46727"/>
                </a:lnTo>
                <a:cubicBezTo>
                  <a:pt x="185125" y="44245"/>
                  <a:pt x="185461" y="41958"/>
                  <a:pt x="186134" y="39866"/>
                </a:cubicBezTo>
                <a:cubicBezTo>
                  <a:pt x="186808" y="37774"/>
                  <a:pt x="187819" y="35948"/>
                  <a:pt x="189165" y="34388"/>
                </a:cubicBezTo>
                <a:cubicBezTo>
                  <a:pt x="190512" y="32828"/>
                  <a:pt x="192196" y="31622"/>
                  <a:pt x="194217" y="30772"/>
                </a:cubicBezTo>
                <a:cubicBezTo>
                  <a:pt x="196238" y="29921"/>
                  <a:pt x="198631" y="29495"/>
                  <a:pt x="201396" y="29495"/>
                </a:cubicBezTo>
                <a:cubicBezTo>
                  <a:pt x="204870" y="29495"/>
                  <a:pt x="207599" y="30488"/>
                  <a:pt x="209585" y="32474"/>
                </a:cubicBezTo>
                <a:cubicBezTo>
                  <a:pt x="211570" y="34460"/>
                  <a:pt x="212562" y="37154"/>
                  <a:pt x="212562" y="40557"/>
                </a:cubicBezTo>
                <a:lnTo>
                  <a:pt x="212562" y="77788"/>
                </a:lnTo>
                <a:lnTo>
                  <a:pt x="221603" y="77788"/>
                </a:lnTo>
                <a:lnTo>
                  <a:pt x="221603" y="41609"/>
                </a:lnTo>
                <a:cubicBezTo>
                  <a:pt x="221603" y="38629"/>
                  <a:pt x="221301" y="35916"/>
                  <a:pt x="220699" y="33469"/>
                </a:cubicBezTo>
                <a:cubicBezTo>
                  <a:pt x="220096" y="31022"/>
                  <a:pt x="219050" y="28912"/>
                  <a:pt x="217560" y="27139"/>
                </a:cubicBezTo>
                <a:cubicBezTo>
                  <a:pt x="216072" y="25365"/>
                  <a:pt x="214122" y="23981"/>
                  <a:pt x="211712" y="22988"/>
                </a:cubicBezTo>
                <a:cubicBezTo>
                  <a:pt x="209302" y="21995"/>
                  <a:pt x="206288" y="21498"/>
                  <a:pt x="202672" y="21498"/>
                </a:cubicBezTo>
                <a:cubicBezTo>
                  <a:pt x="194518" y="21498"/>
                  <a:pt x="188562" y="24832"/>
                  <a:pt x="184805" y="31501"/>
                </a:cubicBezTo>
                <a:lnTo>
                  <a:pt x="184593" y="31501"/>
                </a:lnTo>
                <a:lnTo>
                  <a:pt x="184593" y="22775"/>
                </a:lnTo>
                <a:lnTo>
                  <a:pt x="176085" y="22775"/>
                </a:lnTo>
                <a:close/>
                <a:moveTo>
                  <a:pt x="236082" y="22775"/>
                </a:moveTo>
                <a:lnTo>
                  <a:pt x="236082" y="98767"/>
                </a:lnTo>
                <a:lnTo>
                  <a:pt x="245120" y="98767"/>
                </a:lnTo>
                <a:lnTo>
                  <a:pt x="245120" y="70422"/>
                </a:lnTo>
                <a:lnTo>
                  <a:pt x="245335" y="70422"/>
                </a:lnTo>
                <a:cubicBezTo>
                  <a:pt x="246328" y="72053"/>
                  <a:pt x="247551" y="73417"/>
                  <a:pt x="249004" y="74517"/>
                </a:cubicBezTo>
                <a:cubicBezTo>
                  <a:pt x="250457" y="75616"/>
                  <a:pt x="251998" y="76484"/>
                  <a:pt x="253628" y="77123"/>
                </a:cubicBezTo>
                <a:cubicBezTo>
                  <a:pt x="255260" y="77761"/>
                  <a:pt x="256909" y="78222"/>
                  <a:pt x="258575" y="78505"/>
                </a:cubicBezTo>
                <a:cubicBezTo>
                  <a:pt x="260241" y="78789"/>
                  <a:pt x="261748" y="78930"/>
                  <a:pt x="263096" y="78930"/>
                </a:cubicBezTo>
                <a:cubicBezTo>
                  <a:pt x="267278" y="78930"/>
                  <a:pt x="270946" y="78186"/>
                  <a:pt x="274101" y="76697"/>
                </a:cubicBezTo>
                <a:cubicBezTo>
                  <a:pt x="277257" y="75208"/>
                  <a:pt x="279880" y="73169"/>
                  <a:pt x="281971" y="70581"/>
                </a:cubicBezTo>
                <a:cubicBezTo>
                  <a:pt x="284063" y="67994"/>
                  <a:pt x="285622" y="64963"/>
                  <a:pt x="286650" y="61489"/>
                </a:cubicBezTo>
                <a:cubicBezTo>
                  <a:pt x="287679" y="58014"/>
                  <a:pt x="288193" y="54327"/>
                  <a:pt x="288193" y="50427"/>
                </a:cubicBezTo>
                <a:cubicBezTo>
                  <a:pt x="288193" y="46527"/>
                  <a:pt x="287661" y="42840"/>
                  <a:pt x="286598" y="39366"/>
                </a:cubicBezTo>
                <a:cubicBezTo>
                  <a:pt x="285534" y="35891"/>
                  <a:pt x="283956" y="32825"/>
                  <a:pt x="281864" y="30167"/>
                </a:cubicBezTo>
                <a:cubicBezTo>
                  <a:pt x="279773" y="27508"/>
                  <a:pt x="277150" y="25398"/>
                  <a:pt x="273996" y="23838"/>
                </a:cubicBezTo>
                <a:cubicBezTo>
                  <a:pt x="270841" y="22278"/>
                  <a:pt x="267136" y="21498"/>
                  <a:pt x="262881" y="21498"/>
                </a:cubicBezTo>
                <a:cubicBezTo>
                  <a:pt x="259053" y="21498"/>
                  <a:pt x="255543" y="22190"/>
                  <a:pt x="252353" y="23574"/>
                </a:cubicBezTo>
                <a:cubicBezTo>
                  <a:pt x="249163" y="24957"/>
                  <a:pt x="246823" y="27175"/>
                  <a:pt x="245335" y="30225"/>
                </a:cubicBezTo>
                <a:lnTo>
                  <a:pt x="245120" y="30225"/>
                </a:lnTo>
                <a:lnTo>
                  <a:pt x="245120" y="22775"/>
                </a:lnTo>
                <a:lnTo>
                  <a:pt x="236082" y="22775"/>
                </a:lnTo>
                <a:moveTo>
                  <a:pt x="278620" y="49787"/>
                </a:moveTo>
                <a:cubicBezTo>
                  <a:pt x="278620" y="52479"/>
                  <a:pt x="278336" y="55100"/>
                  <a:pt x="277768" y="57650"/>
                </a:cubicBezTo>
                <a:cubicBezTo>
                  <a:pt x="277202" y="60200"/>
                  <a:pt x="276280" y="62467"/>
                  <a:pt x="275003" y="64451"/>
                </a:cubicBezTo>
                <a:cubicBezTo>
                  <a:pt x="273728" y="66434"/>
                  <a:pt x="272044" y="68027"/>
                  <a:pt x="269953" y="69231"/>
                </a:cubicBezTo>
                <a:cubicBezTo>
                  <a:pt x="267862" y="70435"/>
                  <a:pt x="265256" y="71037"/>
                  <a:pt x="262136" y="71037"/>
                </a:cubicBezTo>
                <a:cubicBezTo>
                  <a:pt x="259018" y="71037"/>
                  <a:pt x="256359" y="70453"/>
                  <a:pt x="254161" y="69285"/>
                </a:cubicBezTo>
                <a:cubicBezTo>
                  <a:pt x="251962" y="68115"/>
                  <a:pt x="250172" y="66575"/>
                  <a:pt x="248789" y="64663"/>
                </a:cubicBezTo>
                <a:cubicBezTo>
                  <a:pt x="247408" y="62751"/>
                  <a:pt x="246398" y="60537"/>
                  <a:pt x="245760" y="58023"/>
                </a:cubicBezTo>
                <a:cubicBezTo>
                  <a:pt x="245121" y="55508"/>
                  <a:pt x="244802" y="52904"/>
                  <a:pt x="244802" y="50213"/>
                </a:cubicBezTo>
                <a:cubicBezTo>
                  <a:pt x="244802" y="47663"/>
                  <a:pt x="245104" y="45149"/>
                  <a:pt x="245706" y="42670"/>
                </a:cubicBezTo>
                <a:cubicBezTo>
                  <a:pt x="246309" y="40191"/>
                  <a:pt x="247283" y="37977"/>
                  <a:pt x="248630" y="36030"/>
                </a:cubicBezTo>
                <a:cubicBezTo>
                  <a:pt x="249977" y="34081"/>
                  <a:pt x="251714" y="32505"/>
                  <a:pt x="253841" y="31301"/>
                </a:cubicBezTo>
                <a:cubicBezTo>
                  <a:pt x="255968" y="30097"/>
                  <a:pt x="258556" y="29495"/>
                  <a:pt x="261604" y="29495"/>
                </a:cubicBezTo>
                <a:cubicBezTo>
                  <a:pt x="264511" y="29495"/>
                  <a:pt x="267046" y="30062"/>
                  <a:pt x="269208" y="31196"/>
                </a:cubicBezTo>
                <a:cubicBezTo>
                  <a:pt x="271371" y="32328"/>
                  <a:pt x="273144" y="33851"/>
                  <a:pt x="274526" y="35764"/>
                </a:cubicBezTo>
                <a:cubicBezTo>
                  <a:pt x="275909" y="37676"/>
                  <a:pt x="276936" y="39855"/>
                  <a:pt x="277609" y="42298"/>
                </a:cubicBezTo>
                <a:cubicBezTo>
                  <a:pt x="278283" y="44741"/>
                  <a:pt x="278620" y="47238"/>
                  <a:pt x="278620" y="49787"/>
                </a:cubicBezTo>
                <a:close/>
                <a:moveTo>
                  <a:pt x="344783" y="77762"/>
                </a:moveTo>
                <a:lnTo>
                  <a:pt x="344783" y="22848"/>
                </a:lnTo>
                <a:lnTo>
                  <a:pt x="335743" y="22848"/>
                </a:lnTo>
                <a:lnTo>
                  <a:pt x="335743" y="53843"/>
                </a:lnTo>
                <a:cubicBezTo>
                  <a:pt x="335743" y="56319"/>
                  <a:pt x="335406" y="58601"/>
                  <a:pt x="334732" y="60689"/>
                </a:cubicBezTo>
                <a:cubicBezTo>
                  <a:pt x="334059" y="62776"/>
                  <a:pt x="333049" y="64598"/>
                  <a:pt x="331702" y="66154"/>
                </a:cubicBezTo>
                <a:cubicBezTo>
                  <a:pt x="330355" y="67711"/>
                  <a:pt x="328671" y="68914"/>
                  <a:pt x="326650" y="69763"/>
                </a:cubicBezTo>
                <a:cubicBezTo>
                  <a:pt x="324629" y="70613"/>
                  <a:pt x="322236" y="71037"/>
                  <a:pt x="319471" y="71037"/>
                </a:cubicBezTo>
                <a:cubicBezTo>
                  <a:pt x="315997" y="71037"/>
                  <a:pt x="313268" y="70047"/>
                  <a:pt x="311283" y="68066"/>
                </a:cubicBezTo>
                <a:cubicBezTo>
                  <a:pt x="309298" y="66084"/>
                  <a:pt x="308305" y="63395"/>
                  <a:pt x="308305" y="59998"/>
                </a:cubicBezTo>
                <a:lnTo>
                  <a:pt x="308305" y="22848"/>
                </a:lnTo>
                <a:lnTo>
                  <a:pt x="299265" y="22848"/>
                </a:lnTo>
                <a:lnTo>
                  <a:pt x="299265" y="58962"/>
                </a:lnTo>
                <a:cubicBezTo>
                  <a:pt x="299265" y="61936"/>
                  <a:pt x="299566" y="64645"/>
                  <a:pt x="300169" y="67088"/>
                </a:cubicBezTo>
                <a:cubicBezTo>
                  <a:pt x="300771" y="69530"/>
                  <a:pt x="301817" y="71637"/>
                  <a:pt x="303305" y="73408"/>
                </a:cubicBezTo>
                <a:cubicBezTo>
                  <a:pt x="304795" y="75178"/>
                  <a:pt x="306745" y="76541"/>
                  <a:pt x="309155" y="77497"/>
                </a:cubicBezTo>
                <a:cubicBezTo>
                  <a:pt x="311566" y="78453"/>
                  <a:pt x="314579" y="78930"/>
                  <a:pt x="318196" y="78930"/>
                </a:cubicBezTo>
                <a:cubicBezTo>
                  <a:pt x="322236" y="78930"/>
                  <a:pt x="325745" y="78134"/>
                  <a:pt x="328723" y="76542"/>
                </a:cubicBezTo>
                <a:cubicBezTo>
                  <a:pt x="331701" y="74948"/>
                  <a:pt x="334147" y="72452"/>
                  <a:pt x="336062" y="69053"/>
                </a:cubicBezTo>
                <a:lnTo>
                  <a:pt x="336275" y="69053"/>
                </a:lnTo>
                <a:lnTo>
                  <a:pt x="336275" y="77762"/>
                </a:lnTo>
                <a:lnTo>
                  <a:pt x="344783" y="77762"/>
                </a:lnTo>
                <a:close/>
                <a:moveTo>
                  <a:pt x="371492" y="22744"/>
                </a:moveTo>
                <a:lnTo>
                  <a:pt x="371492" y="6335"/>
                </a:lnTo>
                <a:lnTo>
                  <a:pt x="362452" y="6335"/>
                </a:lnTo>
                <a:lnTo>
                  <a:pt x="362452" y="22744"/>
                </a:lnTo>
                <a:lnTo>
                  <a:pt x="353094" y="22744"/>
                </a:lnTo>
                <a:lnTo>
                  <a:pt x="353094" y="30741"/>
                </a:lnTo>
                <a:lnTo>
                  <a:pt x="362452" y="30741"/>
                </a:lnTo>
                <a:lnTo>
                  <a:pt x="362452" y="65760"/>
                </a:lnTo>
                <a:cubicBezTo>
                  <a:pt x="362452" y="68314"/>
                  <a:pt x="362700" y="70372"/>
                  <a:pt x="363197" y="71933"/>
                </a:cubicBezTo>
                <a:cubicBezTo>
                  <a:pt x="363693" y="73494"/>
                  <a:pt x="364456" y="74701"/>
                  <a:pt x="365483" y="75553"/>
                </a:cubicBezTo>
                <a:cubicBezTo>
                  <a:pt x="366511" y="76405"/>
                  <a:pt x="367858" y="76990"/>
                  <a:pt x="369524" y="77309"/>
                </a:cubicBezTo>
                <a:cubicBezTo>
                  <a:pt x="371190" y="77628"/>
                  <a:pt x="373193" y="77788"/>
                  <a:pt x="375533" y="77788"/>
                </a:cubicBezTo>
                <a:lnTo>
                  <a:pt x="382446" y="77788"/>
                </a:lnTo>
                <a:lnTo>
                  <a:pt x="382446" y="69791"/>
                </a:lnTo>
                <a:lnTo>
                  <a:pt x="378298" y="69791"/>
                </a:lnTo>
                <a:cubicBezTo>
                  <a:pt x="376880" y="69791"/>
                  <a:pt x="375728" y="69738"/>
                  <a:pt x="374842" y="69632"/>
                </a:cubicBezTo>
                <a:cubicBezTo>
                  <a:pt x="373956" y="69525"/>
                  <a:pt x="373264" y="69295"/>
                  <a:pt x="372768" y="68941"/>
                </a:cubicBezTo>
                <a:cubicBezTo>
                  <a:pt x="372272" y="68586"/>
                  <a:pt x="371936" y="68089"/>
                  <a:pt x="371758" y="67451"/>
                </a:cubicBezTo>
                <a:cubicBezTo>
                  <a:pt x="371581" y="66812"/>
                  <a:pt x="371492" y="65960"/>
                  <a:pt x="371492" y="64897"/>
                </a:cubicBezTo>
                <a:lnTo>
                  <a:pt x="371492" y="30741"/>
                </a:lnTo>
                <a:lnTo>
                  <a:pt x="382446" y="30741"/>
                </a:lnTo>
                <a:lnTo>
                  <a:pt x="382446" y="22744"/>
                </a:lnTo>
                <a:lnTo>
                  <a:pt x="371492" y="22744"/>
                </a:lnTo>
                <a:close/>
                <a:moveTo>
                  <a:pt x="471154" y="77548"/>
                </a:moveTo>
                <a:cubicBezTo>
                  <a:pt x="469594" y="78470"/>
                  <a:pt x="467431" y="78930"/>
                  <a:pt x="464666" y="78930"/>
                </a:cubicBezTo>
                <a:cubicBezTo>
                  <a:pt x="462327" y="78930"/>
                  <a:pt x="460466" y="78275"/>
                  <a:pt x="459084" y="76964"/>
                </a:cubicBezTo>
                <a:cubicBezTo>
                  <a:pt x="457701" y="75651"/>
                  <a:pt x="457010" y="73506"/>
                  <a:pt x="457010" y="70528"/>
                </a:cubicBezTo>
                <a:cubicBezTo>
                  <a:pt x="454528" y="73506"/>
                  <a:pt x="451639" y="75651"/>
                  <a:pt x="448341" y="76964"/>
                </a:cubicBezTo>
                <a:cubicBezTo>
                  <a:pt x="445045" y="78275"/>
                  <a:pt x="441482" y="78930"/>
                  <a:pt x="437654" y="78930"/>
                </a:cubicBezTo>
                <a:cubicBezTo>
                  <a:pt x="435172" y="78930"/>
                  <a:pt x="432814" y="78647"/>
                  <a:pt x="430580" y="78080"/>
                </a:cubicBezTo>
                <a:cubicBezTo>
                  <a:pt x="428347" y="77513"/>
                  <a:pt x="426416" y="76627"/>
                  <a:pt x="424785" y="75422"/>
                </a:cubicBezTo>
                <a:cubicBezTo>
                  <a:pt x="423155" y="74217"/>
                  <a:pt x="421861" y="72640"/>
                  <a:pt x="420904" y="70692"/>
                </a:cubicBezTo>
                <a:cubicBezTo>
                  <a:pt x="419946" y="68742"/>
                  <a:pt x="419468" y="66385"/>
                  <a:pt x="419468" y="63621"/>
                </a:cubicBezTo>
                <a:cubicBezTo>
                  <a:pt x="419468" y="60502"/>
                  <a:pt x="419999" y="57951"/>
                  <a:pt x="421063" y="55967"/>
                </a:cubicBezTo>
                <a:cubicBezTo>
                  <a:pt x="422126" y="53983"/>
                  <a:pt x="423526" y="52371"/>
                  <a:pt x="425262" y="51131"/>
                </a:cubicBezTo>
                <a:cubicBezTo>
                  <a:pt x="427000" y="49890"/>
                  <a:pt x="428985" y="48951"/>
                  <a:pt x="431218" y="48312"/>
                </a:cubicBezTo>
                <a:cubicBezTo>
                  <a:pt x="433452" y="47674"/>
                  <a:pt x="435739" y="47142"/>
                  <a:pt x="438079" y="46717"/>
                </a:cubicBezTo>
                <a:cubicBezTo>
                  <a:pt x="440561" y="46222"/>
                  <a:pt x="442918" y="45850"/>
                  <a:pt x="445151" y="45602"/>
                </a:cubicBezTo>
                <a:cubicBezTo>
                  <a:pt x="447384" y="45354"/>
                  <a:pt x="449351" y="44999"/>
                  <a:pt x="451053" y="44538"/>
                </a:cubicBezTo>
                <a:cubicBezTo>
                  <a:pt x="452754" y="44077"/>
                  <a:pt x="454101" y="43404"/>
                  <a:pt x="455093" y="42519"/>
                </a:cubicBezTo>
                <a:cubicBezTo>
                  <a:pt x="456086" y="41633"/>
                  <a:pt x="456583" y="40339"/>
                  <a:pt x="456583" y="38638"/>
                </a:cubicBezTo>
                <a:cubicBezTo>
                  <a:pt x="456583" y="36654"/>
                  <a:pt x="456211" y="35059"/>
                  <a:pt x="455467" y="33854"/>
                </a:cubicBezTo>
                <a:cubicBezTo>
                  <a:pt x="454722" y="32649"/>
                  <a:pt x="453765" y="31727"/>
                  <a:pt x="452594" y="31090"/>
                </a:cubicBezTo>
                <a:cubicBezTo>
                  <a:pt x="451425" y="30452"/>
                  <a:pt x="450113" y="30027"/>
                  <a:pt x="448659" y="29815"/>
                </a:cubicBezTo>
                <a:cubicBezTo>
                  <a:pt x="447206" y="29602"/>
                  <a:pt x="445771" y="29495"/>
                  <a:pt x="444354" y="29495"/>
                </a:cubicBezTo>
                <a:cubicBezTo>
                  <a:pt x="440525" y="29495"/>
                  <a:pt x="437335" y="30219"/>
                  <a:pt x="434783" y="31668"/>
                </a:cubicBezTo>
                <a:cubicBezTo>
                  <a:pt x="432231" y="33116"/>
                  <a:pt x="430848" y="35854"/>
                  <a:pt x="430635" y="39881"/>
                </a:cubicBezTo>
                <a:lnTo>
                  <a:pt x="421595" y="39881"/>
                </a:lnTo>
                <a:cubicBezTo>
                  <a:pt x="421737" y="36480"/>
                  <a:pt x="422445" y="33611"/>
                  <a:pt x="423721" y="31274"/>
                </a:cubicBezTo>
                <a:cubicBezTo>
                  <a:pt x="424997" y="28936"/>
                  <a:pt x="426699" y="27041"/>
                  <a:pt x="428826" y="25589"/>
                </a:cubicBezTo>
                <a:cubicBezTo>
                  <a:pt x="430953" y="24137"/>
                  <a:pt x="433381" y="23093"/>
                  <a:pt x="436110" y="22456"/>
                </a:cubicBezTo>
                <a:cubicBezTo>
                  <a:pt x="438841" y="21817"/>
                  <a:pt x="441766" y="21498"/>
                  <a:pt x="444885" y="21498"/>
                </a:cubicBezTo>
                <a:cubicBezTo>
                  <a:pt x="447366" y="21498"/>
                  <a:pt x="449830" y="21676"/>
                  <a:pt x="452276" y="22030"/>
                </a:cubicBezTo>
                <a:cubicBezTo>
                  <a:pt x="454722" y="22384"/>
                  <a:pt x="456938" y="23111"/>
                  <a:pt x="458923" y="24210"/>
                </a:cubicBezTo>
                <a:cubicBezTo>
                  <a:pt x="460908" y="25308"/>
                  <a:pt x="462503" y="26849"/>
                  <a:pt x="463709" y="28835"/>
                </a:cubicBezTo>
                <a:cubicBezTo>
                  <a:pt x="464914" y="30819"/>
                  <a:pt x="465516" y="33405"/>
                  <a:pt x="465516" y="36595"/>
                </a:cubicBezTo>
                <a:lnTo>
                  <a:pt x="465516" y="64871"/>
                </a:lnTo>
                <a:cubicBezTo>
                  <a:pt x="465516" y="66998"/>
                  <a:pt x="465640" y="68557"/>
                  <a:pt x="465888" y="69549"/>
                </a:cubicBezTo>
                <a:cubicBezTo>
                  <a:pt x="466137" y="70541"/>
                  <a:pt x="466970" y="71037"/>
                  <a:pt x="468389" y="71037"/>
                </a:cubicBezTo>
                <a:cubicBezTo>
                  <a:pt x="469169" y="71037"/>
                  <a:pt x="470090" y="70867"/>
                  <a:pt x="471154" y="70528"/>
                </a:cubicBezTo>
                <a:lnTo>
                  <a:pt x="471154" y="77548"/>
                </a:lnTo>
                <a:moveTo>
                  <a:pt x="456478" y="49364"/>
                </a:moveTo>
                <a:cubicBezTo>
                  <a:pt x="455343" y="50214"/>
                  <a:pt x="453854" y="50834"/>
                  <a:pt x="452010" y="51224"/>
                </a:cubicBezTo>
                <a:cubicBezTo>
                  <a:pt x="450168" y="51613"/>
                  <a:pt x="448236" y="51932"/>
                  <a:pt x="446215" y="52179"/>
                </a:cubicBezTo>
                <a:cubicBezTo>
                  <a:pt x="444194" y="52427"/>
                  <a:pt x="442156" y="52711"/>
                  <a:pt x="440099" y="53030"/>
                </a:cubicBezTo>
                <a:cubicBezTo>
                  <a:pt x="438044" y="53348"/>
                  <a:pt x="436201" y="53861"/>
                  <a:pt x="434570" y="54570"/>
                </a:cubicBezTo>
                <a:cubicBezTo>
                  <a:pt x="432940" y="55278"/>
                  <a:pt x="431611" y="56288"/>
                  <a:pt x="430582" y="57598"/>
                </a:cubicBezTo>
                <a:cubicBezTo>
                  <a:pt x="429554" y="58908"/>
                  <a:pt x="429040" y="60696"/>
                  <a:pt x="429040" y="62963"/>
                </a:cubicBezTo>
                <a:cubicBezTo>
                  <a:pt x="429040" y="64450"/>
                  <a:pt x="429341" y="65708"/>
                  <a:pt x="429944" y="66735"/>
                </a:cubicBezTo>
                <a:cubicBezTo>
                  <a:pt x="430547" y="67762"/>
                  <a:pt x="431327" y="68594"/>
                  <a:pt x="432284" y="69231"/>
                </a:cubicBezTo>
                <a:cubicBezTo>
                  <a:pt x="433241" y="69868"/>
                  <a:pt x="434358" y="70329"/>
                  <a:pt x="435633" y="70612"/>
                </a:cubicBezTo>
                <a:cubicBezTo>
                  <a:pt x="436910" y="70896"/>
                  <a:pt x="438257" y="71037"/>
                  <a:pt x="439674" y="71037"/>
                </a:cubicBezTo>
                <a:cubicBezTo>
                  <a:pt x="442652" y="71037"/>
                  <a:pt x="445205" y="70630"/>
                  <a:pt x="447332" y="69815"/>
                </a:cubicBezTo>
                <a:cubicBezTo>
                  <a:pt x="449459" y="69001"/>
                  <a:pt x="451196" y="67974"/>
                  <a:pt x="452542" y="66735"/>
                </a:cubicBezTo>
                <a:cubicBezTo>
                  <a:pt x="453889" y="65496"/>
                  <a:pt x="454882" y="64150"/>
                  <a:pt x="455520" y="62698"/>
                </a:cubicBezTo>
                <a:cubicBezTo>
                  <a:pt x="456158" y="61245"/>
                  <a:pt x="456478" y="59881"/>
                  <a:pt x="456478" y="58607"/>
                </a:cubicBezTo>
                <a:lnTo>
                  <a:pt x="456478" y="49364"/>
                </a:lnTo>
                <a:close/>
                <a:moveTo>
                  <a:pt x="479510" y="22775"/>
                </a:moveTo>
                <a:lnTo>
                  <a:pt x="479510" y="77788"/>
                </a:lnTo>
                <a:lnTo>
                  <a:pt x="488548" y="77788"/>
                </a:lnTo>
                <a:lnTo>
                  <a:pt x="488548" y="53302"/>
                </a:lnTo>
                <a:cubicBezTo>
                  <a:pt x="488548" y="49754"/>
                  <a:pt x="488903" y="46614"/>
                  <a:pt x="489611" y="43882"/>
                </a:cubicBezTo>
                <a:cubicBezTo>
                  <a:pt x="490321" y="41150"/>
                  <a:pt x="491456" y="38825"/>
                  <a:pt x="493016" y="36909"/>
                </a:cubicBezTo>
                <a:cubicBezTo>
                  <a:pt x="494576" y="34992"/>
                  <a:pt x="496632" y="33537"/>
                  <a:pt x="499184" y="32544"/>
                </a:cubicBezTo>
                <a:cubicBezTo>
                  <a:pt x="501736" y="31550"/>
                  <a:pt x="504820" y="31053"/>
                  <a:pt x="508435" y="31053"/>
                </a:cubicBezTo>
                <a:lnTo>
                  <a:pt x="508435" y="21498"/>
                </a:lnTo>
                <a:cubicBezTo>
                  <a:pt x="503544" y="21356"/>
                  <a:pt x="499503" y="22350"/>
                  <a:pt x="496312" y="24477"/>
                </a:cubicBezTo>
                <a:cubicBezTo>
                  <a:pt x="493121" y="26605"/>
                  <a:pt x="490427" y="29904"/>
                  <a:pt x="488230" y="34373"/>
                </a:cubicBezTo>
                <a:lnTo>
                  <a:pt x="488018" y="34373"/>
                </a:lnTo>
                <a:lnTo>
                  <a:pt x="488018" y="22775"/>
                </a:lnTo>
                <a:lnTo>
                  <a:pt x="479510" y="22775"/>
                </a:lnTo>
                <a:close/>
                <a:moveTo>
                  <a:pt x="515469" y="22775"/>
                </a:moveTo>
                <a:lnTo>
                  <a:pt x="515469" y="77788"/>
                </a:lnTo>
                <a:lnTo>
                  <a:pt x="524508" y="77788"/>
                </a:lnTo>
                <a:lnTo>
                  <a:pt x="524508" y="53302"/>
                </a:lnTo>
                <a:cubicBezTo>
                  <a:pt x="524508" y="49754"/>
                  <a:pt x="524862" y="46614"/>
                  <a:pt x="525571" y="43882"/>
                </a:cubicBezTo>
                <a:cubicBezTo>
                  <a:pt x="526280" y="41150"/>
                  <a:pt x="527415" y="38825"/>
                  <a:pt x="528975" y="36909"/>
                </a:cubicBezTo>
                <a:cubicBezTo>
                  <a:pt x="530535" y="34992"/>
                  <a:pt x="532591" y="33537"/>
                  <a:pt x="535143" y="32544"/>
                </a:cubicBezTo>
                <a:cubicBezTo>
                  <a:pt x="537695" y="31550"/>
                  <a:pt x="540779" y="31053"/>
                  <a:pt x="544394" y="31053"/>
                </a:cubicBezTo>
                <a:lnTo>
                  <a:pt x="544394" y="21498"/>
                </a:lnTo>
                <a:cubicBezTo>
                  <a:pt x="539503" y="21356"/>
                  <a:pt x="535462" y="22350"/>
                  <a:pt x="532271" y="24477"/>
                </a:cubicBezTo>
                <a:cubicBezTo>
                  <a:pt x="529081" y="26605"/>
                  <a:pt x="526387" y="29904"/>
                  <a:pt x="524190" y="34373"/>
                </a:cubicBezTo>
                <a:lnTo>
                  <a:pt x="523977" y="34373"/>
                </a:lnTo>
                <a:lnTo>
                  <a:pt x="523977" y="22775"/>
                </a:lnTo>
                <a:lnTo>
                  <a:pt x="515469" y="22775"/>
                </a:lnTo>
                <a:close/>
                <a:moveTo>
                  <a:pt x="600455" y="77548"/>
                </a:moveTo>
                <a:cubicBezTo>
                  <a:pt x="598895" y="78470"/>
                  <a:pt x="596733" y="78930"/>
                  <a:pt x="593968" y="78930"/>
                </a:cubicBezTo>
                <a:cubicBezTo>
                  <a:pt x="591629" y="78930"/>
                  <a:pt x="589768" y="78275"/>
                  <a:pt x="588385" y="76964"/>
                </a:cubicBezTo>
                <a:cubicBezTo>
                  <a:pt x="587003" y="75651"/>
                  <a:pt x="586311" y="73506"/>
                  <a:pt x="586311" y="70528"/>
                </a:cubicBezTo>
                <a:cubicBezTo>
                  <a:pt x="583830" y="73506"/>
                  <a:pt x="580940" y="75651"/>
                  <a:pt x="577643" y="76964"/>
                </a:cubicBezTo>
                <a:cubicBezTo>
                  <a:pt x="574346" y="78275"/>
                  <a:pt x="570784" y="78930"/>
                  <a:pt x="566955" y="78930"/>
                </a:cubicBezTo>
                <a:cubicBezTo>
                  <a:pt x="564474" y="78930"/>
                  <a:pt x="562116" y="78647"/>
                  <a:pt x="559882" y="78080"/>
                </a:cubicBezTo>
                <a:cubicBezTo>
                  <a:pt x="557649" y="77513"/>
                  <a:pt x="555717" y="76627"/>
                  <a:pt x="554087" y="75422"/>
                </a:cubicBezTo>
                <a:cubicBezTo>
                  <a:pt x="552457" y="74217"/>
                  <a:pt x="551163" y="72640"/>
                  <a:pt x="550205" y="70692"/>
                </a:cubicBezTo>
                <a:cubicBezTo>
                  <a:pt x="549248" y="68742"/>
                  <a:pt x="548769" y="66385"/>
                  <a:pt x="548769" y="63621"/>
                </a:cubicBezTo>
                <a:cubicBezTo>
                  <a:pt x="548769" y="60502"/>
                  <a:pt x="549301" y="57951"/>
                  <a:pt x="550364" y="55967"/>
                </a:cubicBezTo>
                <a:cubicBezTo>
                  <a:pt x="551428" y="53983"/>
                  <a:pt x="552828" y="52371"/>
                  <a:pt x="554564" y="51131"/>
                </a:cubicBezTo>
                <a:cubicBezTo>
                  <a:pt x="556301" y="49890"/>
                  <a:pt x="558287" y="48951"/>
                  <a:pt x="560519" y="48312"/>
                </a:cubicBezTo>
                <a:cubicBezTo>
                  <a:pt x="562753" y="47674"/>
                  <a:pt x="565040" y="47142"/>
                  <a:pt x="567380" y="46717"/>
                </a:cubicBezTo>
                <a:cubicBezTo>
                  <a:pt x="569862" y="46222"/>
                  <a:pt x="572219" y="45850"/>
                  <a:pt x="574452" y="45602"/>
                </a:cubicBezTo>
                <a:cubicBezTo>
                  <a:pt x="576685" y="45354"/>
                  <a:pt x="578653" y="44999"/>
                  <a:pt x="580354" y="44538"/>
                </a:cubicBezTo>
                <a:cubicBezTo>
                  <a:pt x="582056" y="44077"/>
                  <a:pt x="583403" y="43404"/>
                  <a:pt x="584395" y="42519"/>
                </a:cubicBezTo>
                <a:cubicBezTo>
                  <a:pt x="585388" y="41633"/>
                  <a:pt x="585885" y="40339"/>
                  <a:pt x="585885" y="38638"/>
                </a:cubicBezTo>
                <a:cubicBezTo>
                  <a:pt x="585885" y="36654"/>
                  <a:pt x="585512" y="35059"/>
                  <a:pt x="584768" y="33854"/>
                </a:cubicBezTo>
                <a:cubicBezTo>
                  <a:pt x="584024" y="32649"/>
                  <a:pt x="583066" y="31727"/>
                  <a:pt x="581896" y="31090"/>
                </a:cubicBezTo>
                <a:cubicBezTo>
                  <a:pt x="580726" y="30452"/>
                  <a:pt x="579415" y="30027"/>
                  <a:pt x="577961" y="29815"/>
                </a:cubicBezTo>
                <a:cubicBezTo>
                  <a:pt x="576508" y="29602"/>
                  <a:pt x="575073" y="29495"/>
                  <a:pt x="573656" y="29495"/>
                </a:cubicBezTo>
                <a:cubicBezTo>
                  <a:pt x="569827" y="29495"/>
                  <a:pt x="566637" y="30219"/>
                  <a:pt x="564085" y="31668"/>
                </a:cubicBezTo>
                <a:cubicBezTo>
                  <a:pt x="561533" y="33116"/>
                  <a:pt x="560150" y="35854"/>
                  <a:pt x="559937" y="39881"/>
                </a:cubicBezTo>
                <a:lnTo>
                  <a:pt x="550897" y="39881"/>
                </a:lnTo>
                <a:cubicBezTo>
                  <a:pt x="551038" y="36480"/>
                  <a:pt x="551747" y="33611"/>
                  <a:pt x="553022" y="31274"/>
                </a:cubicBezTo>
                <a:cubicBezTo>
                  <a:pt x="554299" y="28936"/>
                  <a:pt x="556001" y="27041"/>
                  <a:pt x="558128" y="25589"/>
                </a:cubicBezTo>
                <a:cubicBezTo>
                  <a:pt x="560254" y="24137"/>
                  <a:pt x="562683" y="23093"/>
                  <a:pt x="565412" y="22456"/>
                </a:cubicBezTo>
                <a:cubicBezTo>
                  <a:pt x="568143" y="21817"/>
                  <a:pt x="571067" y="21498"/>
                  <a:pt x="574186" y="21498"/>
                </a:cubicBezTo>
                <a:cubicBezTo>
                  <a:pt x="576668" y="21498"/>
                  <a:pt x="579132" y="21676"/>
                  <a:pt x="581578" y="22030"/>
                </a:cubicBezTo>
                <a:cubicBezTo>
                  <a:pt x="584024" y="22384"/>
                  <a:pt x="586239" y="23111"/>
                  <a:pt x="588225" y="24210"/>
                </a:cubicBezTo>
                <a:cubicBezTo>
                  <a:pt x="590210" y="25308"/>
                  <a:pt x="591805" y="26849"/>
                  <a:pt x="593010" y="28835"/>
                </a:cubicBezTo>
                <a:cubicBezTo>
                  <a:pt x="594215" y="30819"/>
                  <a:pt x="594818" y="33405"/>
                  <a:pt x="594818" y="36595"/>
                </a:cubicBezTo>
                <a:lnTo>
                  <a:pt x="594818" y="64871"/>
                </a:lnTo>
                <a:cubicBezTo>
                  <a:pt x="594818" y="66998"/>
                  <a:pt x="594942" y="68557"/>
                  <a:pt x="595189" y="69549"/>
                </a:cubicBezTo>
                <a:cubicBezTo>
                  <a:pt x="595438" y="70541"/>
                  <a:pt x="596272" y="71037"/>
                  <a:pt x="597690" y="71037"/>
                </a:cubicBezTo>
                <a:cubicBezTo>
                  <a:pt x="598470" y="71037"/>
                  <a:pt x="599392" y="70867"/>
                  <a:pt x="600455" y="70528"/>
                </a:cubicBezTo>
                <a:lnTo>
                  <a:pt x="600455" y="77548"/>
                </a:lnTo>
                <a:moveTo>
                  <a:pt x="585779" y="49364"/>
                </a:moveTo>
                <a:cubicBezTo>
                  <a:pt x="584644" y="50214"/>
                  <a:pt x="583155" y="50834"/>
                  <a:pt x="581312" y="51224"/>
                </a:cubicBezTo>
                <a:cubicBezTo>
                  <a:pt x="579469" y="51613"/>
                  <a:pt x="577538" y="51932"/>
                  <a:pt x="575517" y="52179"/>
                </a:cubicBezTo>
                <a:cubicBezTo>
                  <a:pt x="573496" y="52427"/>
                  <a:pt x="571457" y="52711"/>
                  <a:pt x="569401" y="53030"/>
                </a:cubicBezTo>
                <a:cubicBezTo>
                  <a:pt x="567345" y="53348"/>
                  <a:pt x="565502" y="53861"/>
                  <a:pt x="563872" y="54570"/>
                </a:cubicBezTo>
                <a:cubicBezTo>
                  <a:pt x="562242" y="55278"/>
                  <a:pt x="560912" y="56288"/>
                  <a:pt x="559883" y="57598"/>
                </a:cubicBezTo>
                <a:cubicBezTo>
                  <a:pt x="558856" y="58908"/>
                  <a:pt x="558342" y="60696"/>
                  <a:pt x="558342" y="62963"/>
                </a:cubicBezTo>
                <a:cubicBezTo>
                  <a:pt x="558342" y="64450"/>
                  <a:pt x="558643" y="65708"/>
                  <a:pt x="559246" y="66735"/>
                </a:cubicBezTo>
                <a:cubicBezTo>
                  <a:pt x="559848" y="67762"/>
                  <a:pt x="560628" y="68594"/>
                  <a:pt x="561586" y="69231"/>
                </a:cubicBezTo>
                <a:cubicBezTo>
                  <a:pt x="562543" y="69868"/>
                  <a:pt x="563660" y="70329"/>
                  <a:pt x="564935" y="70612"/>
                </a:cubicBezTo>
                <a:cubicBezTo>
                  <a:pt x="566212" y="70896"/>
                  <a:pt x="567558" y="71037"/>
                  <a:pt x="568976" y="71037"/>
                </a:cubicBezTo>
                <a:cubicBezTo>
                  <a:pt x="571954" y="71037"/>
                  <a:pt x="574506" y="70630"/>
                  <a:pt x="576633" y="69815"/>
                </a:cubicBezTo>
                <a:cubicBezTo>
                  <a:pt x="578760" y="69001"/>
                  <a:pt x="580497" y="67974"/>
                  <a:pt x="581844" y="66735"/>
                </a:cubicBezTo>
                <a:cubicBezTo>
                  <a:pt x="583191" y="65496"/>
                  <a:pt x="584183" y="64150"/>
                  <a:pt x="584822" y="62698"/>
                </a:cubicBezTo>
                <a:cubicBezTo>
                  <a:pt x="585460" y="61245"/>
                  <a:pt x="585779" y="59881"/>
                  <a:pt x="585779" y="58607"/>
                </a:cubicBezTo>
                <a:lnTo>
                  <a:pt x="585779" y="49364"/>
                </a:lnTo>
                <a:close/>
                <a:moveTo>
                  <a:pt x="630718" y="85137"/>
                </a:moveTo>
                <a:cubicBezTo>
                  <a:pt x="629655" y="87830"/>
                  <a:pt x="628609" y="90098"/>
                  <a:pt x="627581" y="91940"/>
                </a:cubicBezTo>
                <a:cubicBezTo>
                  <a:pt x="626553" y="93782"/>
                  <a:pt x="625419" y="95288"/>
                  <a:pt x="624178" y="96456"/>
                </a:cubicBezTo>
                <a:cubicBezTo>
                  <a:pt x="622937" y="97625"/>
                  <a:pt x="621555" y="98476"/>
                  <a:pt x="620031" y="99007"/>
                </a:cubicBezTo>
                <a:cubicBezTo>
                  <a:pt x="618506" y="99539"/>
                  <a:pt x="616752" y="99805"/>
                  <a:pt x="614766" y="99805"/>
                </a:cubicBezTo>
                <a:cubicBezTo>
                  <a:pt x="613703" y="99805"/>
                  <a:pt x="612639" y="99735"/>
                  <a:pt x="611576" y="99593"/>
                </a:cubicBezTo>
                <a:cubicBezTo>
                  <a:pt x="610513" y="99451"/>
                  <a:pt x="609484" y="99203"/>
                  <a:pt x="608491" y="98848"/>
                </a:cubicBezTo>
                <a:lnTo>
                  <a:pt x="608491" y="90557"/>
                </a:lnTo>
                <a:cubicBezTo>
                  <a:pt x="609271" y="90905"/>
                  <a:pt x="610175" y="91200"/>
                  <a:pt x="611203" y="91443"/>
                </a:cubicBezTo>
                <a:cubicBezTo>
                  <a:pt x="612232" y="91687"/>
                  <a:pt x="613100" y="91808"/>
                  <a:pt x="613809" y="91808"/>
                </a:cubicBezTo>
                <a:cubicBezTo>
                  <a:pt x="615652" y="91808"/>
                  <a:pt x="617195" y="91365"/>
                  <a:pt x="618435" y="90479"/>
                </a:cubicBezTo>
                <a:cubicBezTo>
                  <a:pt x="619676" y="89595"/>
                  <a:pt x="620615" y="88337"/>
                  <a:pt x="621252" y="86708"/>
                </a:cubicBezTo>
                <a:lnTo>
                  <a:pt x="624975" y="77463"/>
                </a:lnTo>
                <a:lnTo>
                  <a:pt x="603173" y="22848"/>
                </a:lnTo>
                <a:lnTo>
                  <a:pt x="613384" y="22848"/>
                </a:lnTo>
                <a:lnTo>
                  <a:pt x="629442" y="67811"/>
                </a:lnTo>
                <a:lnTo>
                  <a:pt x="629655" y="67811"/>
                </a:lnTo>
                <a:lnTo>
                  <a:pt x="645074" y="22848"/>
                </a:lnTo>
                <a:lnTo>
                  <a:pt x="654647" y="22848"/>
                </a:lnTo>
                <a:lnTo>
                  <a:pt x="630718" y="85137"/>
                </a:lnTo>
                <a:close/>
                <a:moveTo>
                  <a:pt x="664706" y="65948"/>
                </a:moveTo>
                <a:lnTo>
                  <a:pt x="664706" y="77788"/>
                </a:lnTo>
                <a:lnTo>
                  <a:pt x="676511" y="77788"/>
                </a:lnTo>
                <a:lnTo>
                  <a:pt x="676511" y="65948"/>
                </a:lnTo>
                <a:lnTo>
                  <a:pt x="664706" y="65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21118-7638-4EBB-8398-F119003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33" y="2308299"/>
            <a:ext cx="234884" cy="10"/>
          </a:xfrm>
          <a:custGeom xmlns:a="http://schemas.openxmlformats.org/drawingml/2006/main">
            <a:pathLst>
              <a:path w="234884" h="1" fill="none">
                <a:moveTo>
                  <a:pt x="0" y="0"/>
                </a:moveTo>
                <a:lnTo>
                  <a:pt x="2348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509" cap="flat">
            <a:solidFill>
              <a:srgbClr val="0070C0"/>
            </a:solidFill>
            <a:bevel/>
          </a:ln>
        </p:spPr>
      </p:sp>
      <p:sp>
        <p:nvSpPr>
          <p:cNvPr id="238" name="Text Bug-ProneAPIInputs">
            <a:extLst xmlns:a="http://schemas.openxmlformats.org/drawingml/2006/main">
              <a:ext uri="{FF2B5EF4-FFF2-40B4-BE49-F238E27FC236}">
                <a16:creationId xmlns:a16="http://schemas.microsoft.com/office/drawing/2014/main" id="{AFB95683-1C09-44E1-A699-8EBE2E0D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153" y="875326"/>
            <a:ext cx="1253745" cy="111993"/>
          </a:xfrm>
          <a:custGeom xmlns:a="http://schemas.openxmlformats.org/drawingml/2006/main">
            <a:pathLst>
              <a:path w="1253745" h="111993">
                <a:moveTo>
                  <a:pt x="19339" y="35607"/>
                </a:moveTo>
                <a:lnTo>
                  <a:pt x="19339" y="15037"/>
                </a:lnTo>
                <a:lnTo>
                  <a:pt x="37447" y="15037"/>
                </a:lnTo>
                <a:cubicBezTo>
                  <a:pt x="39171" y="15037"/>
                  <a:pt x="40834" y="15181"/>
                  <a:pt x="42435" y="15469"/>
                </a:cubicBezTo>
                <a:cubicBezTo>
                  <a:pt x="44037" y="15756"/>
                  <a:pt x="45453" y="16269"/>
                  <a:pt x="46685" y="17008"/>
                </a:cubicBezTo>
                <a:cubicBezTo>
                  <a:pt x="47917" y="17746"/>
                  <a:pt x="48902" y="18773"/>
                  <a:pt x="49642" y="20087"/>
                </a:cubicBezTo>
                <a:cubicBezTo>
                  <a:pt x="50381" y="21400"/>
                  <a:pt x="50751" y="23084"/>
                  <a:pt x="50751" y="25138"/>
                </a:cubicBezTo>
                <a:cubicBezTo>
                  <a:pt x="50751" y="28833"/>
                  <a:pt x="49642" y="31502"/>
                  <a:pt x="47424" y="33145"/>
                </a:cubicBezTo>
                <a:cubicBezTo>
                  <a:pt x="45207" y="34786"/>
                  <a:pt x="42374" y="35607"/>
                  <a:pt x="38924" y="35607"/>
                </a:cubicBezTo>
                <a:lnTo>
                  <a:pt x="19339" y="35607"/>
                </a:lnTo>
                <a:moveTo>
                  <a:pt x="0" y="0"/>
                </a:moveTo>
                <a:lnTo>
                  <a:pt x="0" y="87934"/>
                </a:lnTo>
                <a:lnTo>
                  <a:pt x="42621" y="87934"/>
                </a:lnTo>
                <a:cubicBezTo>
                  <a:pt x="46562" y="87934"/>
                  <a:pt x="50401" y="87442"/>
                  <a:pt x="54138" y="86457"/>
                </a:cubicBezTo>
                <a:cubicBezTo>
                  <a:pt x="57874" y="85472"/>
                  <a:pt x="61200" y="83955"/>
                  <a:pt x="64114" y="81905"/>
                </a:cubicBezTo>
                <a:cubicBezTo>
                  <a:pt x="67030" y="79853"/>
                  <a:pt x="69350" y="77208"/>
                  <a:pt x="71075" y="73967"/>
                </a:cubicBezTo>
                <a:cubicBezTo>
                  <a:pt x="72800" y="70726"/>
                  <a:pt x="73663" y="66889"/>
                  <a:pt x="73663" y="62459"/>
                </a:cubicBezTo>
                <a:cubicBezTo>
                  <a:pt x="73663" y="56961"/>
                  <a:pt x="72328" y="52264"/>
                  <a:pt x="69659" y="48367"/>
                </a:cubicBezTo>
                <a:cubicBezTo>
                  <a:pt x="66990" y="44469"/>
                  <a:pt x="62945" y="41741"/>
                  <a:pt x="57525" y="40182"/>
                </a:cubicBezTo>
                <a:cubicBezTo>
                  <a:pt x="61467" y="38292"/>
                  <a:pt x="64443" y="35868"/>
                  <a:pt x="66455" y="32910"/>
                </a:cubicBezTo>
                <a:cubicBezTo>
                  <a:pt x="68467" y="29951"/>
                  <a:pt x="69473" y="26253"/>
                  <a:pt x="69473" y="21816"/>
                </a:cubicBezTo>
                <a:cubicBezTo>
                  <a:pt x="69473" y="17708"/>
                  <a:pt x="68795" y="14257"/>
                  <a:pt x="67439" y="11464"/>
                </a:cubicBezTo>
                <a:cubicBezTo>
                  <a:pt x="66085" y="8669"/>
                  <a:pt x="64176" y="6430"/>
                  <a:pt x="61712" y="4746"/>
                </a:cubicBezTo>
                <a:cubicBezTo>
                  <a:pt x="59249" y="3061"/>
                  <a:pt x="56292" y="1848"/>
                  <a:pt x="52843" y="1109"/>
                </a:cubicBezTo>
                <a:cubicBezTo>
                  <a:pt x="49394" y="370"/>
                  <a:pt x="45576" y="0"/>
                  <a:pt x="41388" y="0"/>
                </a:cubicBezTo>
                <a:lnTo>
                  <a:pt x="0" y="0"/>
                </a:lnTo>
                <a:moveTo>
                  <a:pt x="19339" y="72898"/>
                </a:moveTo>
                <a:lnTo>
                  <a:pt x="19339" y="48839"/>
                </a:lnTo>
                <a:lnTo>
                  <a:pt x="40404" y="48839"/>
                </a:lnTo>
                <a:cubicBezTo>
                  <a:pt x="44591" y="48839"/>
                  <a:pt x="47958" y="49801"/>
                  <a:pt x="50503" y="51724"/>
                </a:cubicBezTo>
                <a:cubicBezTo>
                  <a:pt x="53049" y="53646"/>
                  <a:pt x="54322" y="56858"/>
                  <a:pt x="54322" y="61359"/>
                </a:cubicBezTo>
                <a:cubicBezTo>
                  <a:pt x="54322" y="63651"/>
                  <a:pt x="53932" y="65534"/>
                  <a:pt x="53151" y="67007"/>
                </a:cubicBezTo>
                <a:cubicBezTo>
                  <a:pt x="52371" y="68479"/>
                  <a:pt x="51325" y="69645"/>
                  <a:pt x="50010" y="70505"/>
                </a:cubicBezTo>
                <a:cubicBezTo>
                  <a:pt x="48697" y="71363"/>
                  <a:pt x="47178" y="71977"/>
                  <a:pt x="45452" y="72345"/>
                </a:cubicBezTo>
                <a:cubicBezTo>
                  <a:pt x="43728" y="72714"/>
                  <a:pt x="41922" y="72898"/>
                  <a:pt x="40033" y="72898"/>
                </a:cubicBezTo>
                <a:lnTo>
                  <a:pt x="19339" y="72898"/>
                </a:lnTo>
                <a:close/>
                <a:moveTo>
                  <a:pt x="144351" y="87867"/>
                </a:moveTo>
                <a:lnTo>
                  <a:pt x="144351" y="24299"/>
                </a:lnTo>
                <a:lnTo>
                  <a:pt x="126859" y="24299"/>
                </a:lnTo>
                <a:lnTo>
                  <a:pt x="126859" y="57600"/>
                </a:lnTo>
                <a:cubicBezTo>
                  <a:pt x="126859" y="64071"/>
                  <a:pt x="125792" y="68719"/>
                  <a:pt x="123657" y="71546"/>
                </a:cubicBezTo>
                <a:cubicBezTo>
                  <a:pt x="121521" y="74372"/>
                  <a:pt x="118072" y="75785"/>
                  <a:pt x="113310" y="75785"/>
                </a:cubicBezTo>
                <a:cubicBezTo>
                  <a:pt x="109121" y="75785"/>
                  <a:pt x="106205" y="74495"/>
                  <a:pt x="104562" y="71915"/>
                </a:cubicBezTo>
                <a:cubicBezTo>
                  <a:pt x="102920" y="69333"/>
                  <a:pt x="102100" y="65421"/>
                  <a:pt x="102100" y="60179"/>
                </a:cubicBezTo>
                <a:lnTo>
                  <a:pt x="102100" y="24299"/>
                </a:lnTo>
                <a:lnTo>
                  <a:pt x="84608" y="24299"/>
                </a:lnTo>
                <a:lnTo>
                  <a:pt x="84608" y="63419"/>
                </a:lnTo>
                <a:cubicBezTo>
                  <a:pt x="84608" y="67355"/>
                  <a:pt x="84957" y="70943"/>
                  <a:pt x="85655" y="74183"/>
                </a:cubicBezTo>
                <a:cubicBezTo>
                  <a:pt x="86353" y="77423"/>
                  <a:pt x="87564" y="80170"/>
                  <a:pt x="89288" y="82425"/>
                </a:cubicBezTo>
                <a:cubicBezTo>
                  <a:pt x="91014" y="84681"/>
                  <a:pt x="93375" y="86424"/>
                  <a:pt x="96373" y="87654"/>
                </a:cubicBezTo>
                <a:cubicBezTo>
                  <a:pt x="99370" y="88884"/>
                  <a:pt x="103209" y="89498"/>
                  <a:pt x="107891" y="89498"/>
                </a:cubicBezTo>
                <a:cubicBezTo>
                  <a:pt x="111586" y="89498"/>
                  <a:pt x="115199" y="88675"/>
                  <a:pt x="118730" y="87028"/>
                </a:cubicBezTo>
                <a:cubicBezTo>
                  <a:pt x="122261" y="85381"/>
                  <a:pt x="125135" y="82704"/>
                  <a:pt x="127352" y="78997"/>
                </a:cubicBezTo>
                <a:lnTo>
                  <a:pt x="127722" y="78997"/>
                </a:lnTo>
                <a:lnTo>
                  <a:pt x="127722" y="87867"/>
                </a:lnTo>
                <a:lnTo>
                  <a:pt x="144351" y="87867"/>
                </a:lnTo>
                <a:close/>
                <a:moveTo>
                  <a:pt x="186978" y="72898"/>
                </a:moveTo>
                <a:cubicBezTo>
                  <a:pt x="184268" y="72898"/>
                  <a:pt x="182009" y="72323"/>
                  <a:pt x="180203" y="71174"/>
                </a:cubicBezTo>
                <a:cubicBezTo>
                  <a:pt x="178396" y="70025"/>
                  <a:pt x="176938" y="68548"/>
                  <a:pt x="175829" y="66744"/>
                </a:cubicBezTo>
                <a:cubicBezTo>
                  <a:pt x="174721" y="64938"/>
                  <a:pt x="173941" y="62908"/>
                  <a:pt x="173489" y="60652"/>
                </a:cubicBezTo>
                <a:cubicBezTo>
                  <a:pt x="173038" y="58396"/>
                  <a:pt x="172812" y="56118"/>
                  <a:pt x="172812" y="53820"/>
                </a:cubicBezTo>
                <a:cubicBezTo>
                  <a:pt x="172812" y="51440"/>
                  <a:pt x="173079" y="49164"/>
                  <a:pt x="173613" y="46990"/>
                </a:cubicBezTo>
                <a:cubicBezTo>
                  <a:pt x="174146" y="44814"/>
                  <a:pt x="175009" y="42886"/>
                  <a:pt x="176199" y="41204"/>
                </a:cubicBezTo>
                <a:cubicBezTo>
                  <a:pt x="177391" y="39523"/>
                  <a:pt x="178869" y="38189"/>
                  <a:pt x="180635" y="37204"/>
                </a:cubicBezTo>
                <a:cubicBezTo>
                  <a:pt x="182400" y="36220"/>
                  <a:pt x="184515" y="35727"/>
                  <a:pt x="186978" y="35727"/>
                </a:cubicBezTo>
                <a:cubicBezTo>
                  <a:pt x="189853" y="35727"/>
                  <a:pt x="192234" y="36261"/>
                  <a:pt x="194123" y="37329"/>
                </a:cubicBezTo>
                <a:cubicBezTo>
                  <a:pt x="196011" y="38395"/>
                  <a:pt x="197530" y="39831"/>
                  <a:pt x="198681" y="41637"/>
                </a:cubicBezTo>
                <a:cubicBezTo>
                  <a:pt x="199831" y="43441"/>
                  <a:pt x="200652" y="45512"/>
                  <a:pt x="201145" y="47850"/>
                </a:cubicBezTo>
                <a:cubicBezTo>
                  <a:pt x="201637" y="50189"/>
                  <a:pt x="201884" y="52671"/>
                  <a:pt x="201884" y="55297"/>
                </a:cubicBezTo>
                <a:cubicBezTo>
                  <a:pt x="201884" y="57594"/>
                  <a:pt x="201575" y="59789"/>
                  <a:pt x="200959" y="61882"/>
                </a:cubicBezTo>
                <a:cubicBezTo>
                  <a:pt x="200343" y="63974"/>
                  <a:pt x="199420" y="65841"/>
                  <a:pt x="198188" y="67483"/>
                </a:cubicBezTo>
                <a:cubicBezTo>
                  <a:pt x="196956" y="69123"/>
                  <a:pt x="195396" y="70436"/>
                  <a:pt x="193506" y="71420"/>
                </a:cubicBezTo>
                <a:cubicBezTo>
                  <a:pt x="191618" y="72405"/>
                  <a:pt x="189442" y="72898"/>
                  <a:pt x="186978" y="72898"/>
                </a:cubicBezTo>
                <a:moveTo>
                  <a:pt x="218512" y="83897"/>
                </a:moveTo>
                <a:lnTo>
                  <a:pt x="218512" y="24260"/>
                </a:lnTo>
                <a:lnTo>
                  <a:pt x="201884" y="24260"/>
                </a:lnTo>
                <a:lnTo>
                  <a:pt x="201884" y="32759"/>
                </a:lnTo>
                <a:lnTo>
                  <a:pt x="201637" y="32759"/>
                </a:lnTo>
                <a:cubicBezTo>
                  <a:pt x="199502" y="29049"/>
                  <a:pt x="196854" y="26411"/>
                  <a:pt x="193692" y="24844"/>
                </a:cubicBezTo>
                <a:cubicBezTo>
                  <a:pt x="190531" y="23278"/>
                  <a:pt x="186856" y="22495"/>
                  <a:pt x="182667" y="22495"/>
                </a:cubicBezTo>
                <a:cubicBezTo>
                  <a:pt x="178232" y="22495"/>
                  <a:pt x="174311" y="23358"/>
                  <a:pt x="170902" y="25085"/>
                </a:cubicBezTo>
                <a:cubicBezTo>
                  <a:pt x="167495" y="26812"/>
                  <a:pt x="164642" y="29134"/>
                  <a:pt x="162343" y="32053"/>
                </a:cubicBezTo>
                <a:cubicBezTo>
                  <a:pt x="160043" y="34971"/>
                  <a:pt x="158298" y="38342"/>
                  <a:pt x="157106" y="42165"/>
                </a:cubicBezTo>
                <a:cubicBezTo>
                  <a:pt x="155916" y="45988"/>
                  <a:pt x="155321" y="49955"/>
                  <a:pt x="155321" y="54066"/>
                </a:cubicBezTo>
                <a:cubicBezTo>
                  <a:pt x="155321" y="58423"/>
                  <a:pt x="155834" y="62554"/>
                  <a:pt x="156860" y="66460"/>
                </a:cubicBezTo>
                <a:cubicBezTo>
                  <a:pt x="157886" y="70365"/>
                  <a:pt x="159508" y="73777"/>
                  <a:pt x="161724" y="76696"/>
                </a:cubicBezTo>
                <a:cubicBezTo>
                  <a:pt x="163942" y="79615"/>
                  <a:pt x="166776" y="81917"/>
                  <a:pt x="170226" y="83602"/>
                </a:cubicBezTo>
                <a:cubicBezTo>
                  <a:pt x="173675" y="85287"/>
                  <a:pt x="177782" y="86130"/>
                  <a:pt x="182544" y="86130"/>
                </a:cubicBezTo>
                <a:cubicBezTo>
                  <a:pt x="186404" y="86130"/>
                  <a:pt x="190078" y="85326"/>
                  <a:pt x="193568" y="83719"/>
                </a:cubicBezTo>
                <a:cubicBezTo>
                  <a:pt x="197059" y="82111"/>
                  <a:pt x="199749" y="79617"/>
                  <a:pt x="201637" y="76236"/>
                </a:cubicBezTo>
                <a:lnTo>
                  <a:pt x="201884" y="76236"/>
                </a:lnTo>
                <a:lnTo>
                  <a:pt x="201884" y="84636"/>
                </a:lnTo>
                <a:cubicBezTo>
                  <a:pt x="201966" y="89166"/>
                  <a:pt x="200878" y="92913"/>
                  <a:pt x="198619" y="95878"/>
                </a:cubicBezTo>
                <a:cubicBezTo>
                  <a:pt x="196361" y="98842"/>
                  <a:pt x="192768" y="100325"/>
                  <a:pt x="187841" y="100325"/>
                </a:cubicBezTo>
                <a:cubicBezTo>
                  <a:pt x="184721" y="100325"/>
                  <a:pt x="181970" y="99686"/>
                  <a:pt x="179588" y="98407"/>
                </a:cubicBezTo>
                <a:cubicBezTo>
                  <a:pt x="177206" y="97129"/>
                  <a:pt x="175604" y="94841"/>
                  <a:pt x="174784" y="91543"/>
                </a:cubicBezTo>
                <a:lnTo>
                  <a:pt x="157414" y="91543"/>
                </a:lnTo>
                <a:cubicBezTo>
                  <a:pt x="157661" y="95157"/>
                  <a:pt x="158667" y="98257"/>
                  <a:pt x="160433" y="100843"/>
                </a:cubicBezTo>
                <a:cubicBezTo>
                  <a:pt x="162199" y="103431"/>
                  <a:pt x="164416" y="105546"/>
                  <a:pt x="167085" y="107189"/>
                </a:cubicBezTo>
                <a:cubicBezTo>
                  <a:pt x="169754" y="108832"/>
                  <a:pt x="172710" y="110043"/>
                  <a:pt x="175953" y="110822"/>
                </a:cubicBezTo>
                <a:cubicBezTo>
                  <a:pt x="179197" y="111603"/>
                  <a:pt x="182380" y="111993"/>
                  <a:pt x="185501" y="111993"/>
                </a:cubicBezTo>
                <a:cubicBezTo>
                  <a:pt x="192809" y="111993"/>
                  <a:pt x="198639" y="111007"/>
                  <a:pt x="202991" y="109035"/>
                </a:cubicBezTo>
                <a:cubicBezTo>
                  <a:pt x="207344" y="107064"/>
                  <a:pt x="210670" y="104661"/>
                  <a:pt x="212969" y="101826"/>
                </a:cubicBezTo>
                <a:cubicBezTo>
                  <a:pt x="215269" y="98992"/>
                  <a:pt x="216767" y="95932"/>
                  <a:pt x="217465" y="92647"/>
                </a:cubicBezTo>
                <a:cubicBezTo>
                  <a:pt x="218163" y="89361"/>
                  <a:pt x="218512" y="86445"/>
                  <a:pt x="218512" y="83897"/>
                </a:cubicBezTo>
                <a:close/>
                <a:moveTo>
                  <a:pt x="232148" y="46794"/>
                </a:moveTo>
                <a:lnTo>
                  <a:pt x="232148" y="61831"/>
                </a:lnTo>
                <a:lnTo>
                  <a:pt x="269227" y="61831"/>
                </a:lnTo>
                <a:lnTo>
                  <a:pt x="269227" y="46794"/>
                </a:lnTo>
                <a:lnTo>
                  <a:pt x="232148" y="46794"/>
                </a:lnTo>
                <a:close/>
                <a:moveTo>
                  <a:pt x="303190" y="41381"/>
                </a:moveTo>
                <a:lnTo>
                  <a:pt x="303190" y="15037"/>
                </a:lnTo>
                <a:lnTo>
                  <a:pt x="318217" y="15037"/>
                </a:lnTo>
                <a:cubicBezTo>
                  <a:pt x="320435" y="15037"/>
                  <a:pt x="322570" y="15201"/>
                  <a:pt x="324623" y="15529"/>
                </a:cubicBezTo>
                <a:cubicBezTo>
                  <a:pt x="326675" y="15857"/>
                  <a:pt x="328482" y="16493"/>
                  <a:pt x="330042" y="17437"/>
                </a:cubicBezTo>
                <a:cubicBezTo>
                  <a:pt x="331603" y="18380"/>
                  <a:pt x="332855" y="19714"/>
                  <a:pt x="333799" y="21439"/>
                </a:cubicBezTo>
                <a:cubicBezTo>
                  <a:pt x="334744" y="23161"/>
                  <a:pt x="335216" y="25418"/>
                  <a:pt x="335216" y="28209"/>
                </a:cubicBezTo>
                <a:cubicBezTo>
                  <a:pt x="335216" y="30999"/>
                  <a:pt x="334744" y="33257"/>
                  <a:pt x="333799" y="34981"/>
                </a:cubicBezTo>
                <a:cubicBezTo>
                  <a:pt x="332855" y="36704"/>
                  <a:pt x="331603" y="38037"/>
                  <a:pt x="330042" y="38981"/>
                </a:cubicBezTo>
                <a:cubicBezTo>
                  <a:pt x="328482" y="39924"/>
                  <a:pt x="326675" y="40560"/>
                  <a:pt x="324623" y="40888"/>
                </a:cubicBezTo>
                <a:cubicBezTo>
                  <a:pt x="322570" y="41217"/>
                  <a:pt x="320435" y="41381"/>
                  <a:pt x="318217" y="41381"/>
                </a:cubicBezTo>
                <a:lnTo>
                  <a:pt x="303190" y="41381"/>
                </a:lnTo>
                <a:moveTo>
                  <a:pt x="283851" y="0"/>
                </a:moveTo>
                <a:lnTo>
                  <a:pt x="283851" y="87934"/>
                </a:lnTo>
                <a:lnTo>
                  <a:pt x="303190" y="87934"/>
                </a:lnTo>
                <a:lnTo>
                  <a:pt x="303190" y="56418"/>
                </a:lnTo>
                <a:lnTo>
                  <a:pt x="323516" y="56418"/>
                </a:lnTo>
                <a:cubicBezTo>
                  <a:pt x="329017" y="56418"/>
                  <a:pt x="333697" y="55617"/>
                  <a:pt x="337556" y="54015"/>
                </a:cubicBezTo>
                <a:cubicBezTo>
                  <a:pt x="341417" y="52414"/>
                  <a:pt x="344558" y="50300"/>
                  <a:pt x="346980" y="47672"/>
                </a:cubicBezTo>
                <a:cubicBezTo>
                  <a:pt x="349404" y="45044"/>
                  <a:pt x="351169" y="42026"/>
                  <a:pt x="352277" y="38618"/>
                </a:cubicBezTo>
                <a:cubicBezTo>
                  <a:pt x="353386" y="35210"/>
                  <a:pt x="353941" y="31740"/>
                  <a:pt x="353941" y="28209"/>
                </a:cubicBezTo>
                <a:cubicBezTo>
                  <a:pt x="353941" y="24595"/>
                  <a:pt x="353386" y="21105"/>
                  <a:pt x="352277" y="17738"/>
                </a:cubicBezTo>
                <a:cubicBezTo>
                  <a:pt x="351169" y="14371"/>
                  <a:pt x="349404" y="11373"/>
                  <a:pt x="346980" y="8746"/>
                </a:cubicBezTo>
                <a:cubicBezTo>
                  <a:pt x="344558" y="6118"/>
                  <a:pt x="341418" y="4004"/>
                  <a:pt x="337558" y="2402"/>
                </a:cubicBezTo>
                <a:cubicBezTo>
                  <a:pt x="333699" y="801"/>
                  <a:pt x="329018" y="0"/>
                  <a:pt x="323516" y="0"/>
                </a:cubicBezTo>
                <a:lnTo>
                  <a:pt x="283851" y="0"/>
                </a:lnTo>
                <a:close/>
                <a:moveTo>
                  <a:pt x="363869" y="24203"/>
                </a:moveTo>
                <a:lnTo>
                  <a:pt x="363869" y="87934"/>
                </a:lnTo>
                <a:lnTo>
                  <a:pt x="381360" y="87934"/>
                </a:lnTo>
                <a:lnTo>
                  <a:pt x="381360" y="59203"/>
                </a:lnTo>
                <a:cubicBezTo>
                  <a:pt x="381360" y="56326"/>
                  <a:pt x="381648" y="53655"/>
                  <a:pt x="382223" y="51189"/>
                </a:cubicBezTo>
                <a:cubicBezTo>
                  <a:pt x="382798" y="48723"/>
                  <a:pt x="383763" y="46565"/>
                  <a:pt x="385117" y="44715"/>
                </a:cubicBezTo>
                <a:cubicBezTo>
                  <a:pt x="386472" y="42866"/>
                  <a:pt x="388257" y="41407"/>
                  <a:pt x="390474" y="40338"/>
                </a:cubicBezTo>
                <a:cubicBezTo>
                  <a:pt x="392692" y="39269"/>
                  <a:pt x="395402" y="38734"/>
                  <a:pt x="398605" y="38734"/>
                </a:cubicBezTo>
                <a:cubicBezTo>
                  <a:pt x="399673" y="38734"/>
                  <a:pt x="400781" y="38796"/>
                  <a:pt x="401930" y="38921"/>
                </a:cubicBezTo>
                <a:cubicBezTo>
                  <a:pt x="403081" y="39043"/>
                  <a:pt x="404066" y="39187"/>
                  <a:pt x="404887" y="39351"/>
                </a:cubicBezTo>
                <a:lnTo>
                  <a:pt x="404887" y="23109"/>
                </a:lnTo>
                <a:cubicBezTo>
                  <a:pt x="403491" y="22700"/>
                  <a:pt x="402218" y="22495"/>
                  <a:pt x="401069" y="22495"/>
                </a:cubicBezTo>
                <a:cubicBezTo>
                  <a:pt x="398851" y="22495"/>
                  <a:pt x="396716" y="22823"/>
                  <a:pt x="394664" y="23480"/>
                </a:cubicBezTo>
                <a:cubicBezTo>
                  <a:pt x="392611" y="24135"/>
                  <a:pt x="390682" y="25057"/>
                  <a:pt x="388875" y="26247"/>
                </a:cubicBezTo>
                <a:cubicBezTo>
                  <a:pt x="387068" y="27436"/>
                  <a:pt x="385466" y="28871"/>
                  <a:pt x="384070" y="30553"/>
                </a:cubicBezTo>
                <a:cubicBezTo>
                  <a:pt x="382675" y="32234"/>
                  <a:pt x="381566" y="34059"/>
                  <a:pt x="380744" y="36028"/>
                </a:cubicBezTo>
                <a:lnTo>
                  <a:pt x="380497" y="36028"/>
                </a:lnTo>
                <a:lnTo>
                  <a:pt x="380497" y="24203"/>
                </a:lnTo>
                <a:lnTo>
                  <a:pt x="363869" y="24203"/>
                </a:lnTo>
                <a:close/>
                <a:moveTo>
                  <a:pt x="426824" y="56179"/>
                </a:moveTo>
                <a:cubicBezTo>
                  <a:pt x="426824" y="53633"/>
                  <a:pt x="427070" y="51128"/>
                  <a:pt x="427562" y="48664"/>
                </a:cubicBezTo>
                <a:cubicBezTo>
                  <a:pt x="428055" y="46200"/>
                  <a:pt x="428896" y="44023"/>
                  <a:pt x="430087" y="42135"/>
                </a:cubicBezTo>
                <a:cubicBezTo>
                  <a:pt x="431278" y="40245"/>
                  <a:pt x="432860" y="38705"/>
                  <a:pt x="434831" y="37515"/>
                </a:cubicBezTo>
                <a:cubicBezTo>
                  <a:pt x="436802" y="36323"/>
                  <a:pt x="439265" y="35727"/>
                  <a:pt x="442221" y="35727"/>
                </a:cubicBezTo>
                <a:cubicBezTo>
                  <a:pt x="445178" y="35727"/>
                  <a:pt x="447663" y="36323"/>
                  <a:pt x="449674" y="37515"/>
                </a:cubicBezTo>
                <a:cubicBezTo>
                  <a:pt x="451686" y="38705"/>
                  <a:pt x="453288" y="40245"/>
                  <a:pt x="454478" y="42135"/>
                </a:cubicBezTo>
                <a:cubicBezTo>
                  <a:pt x="455670" y="44023"/>
                  <a:pt x="456512" y="46200"/>
                  <a:pt x="457004" y="48664"/>
                </a:cubicBezTo>
                <a:cubicBezTo>
                  <a:pt x="457497" y="51128"/>
                  <a:pt x="457743" y="53633"/>
                  <a:pt x="457743" y="56179"/>
                </a:cubicBezTo>
                <a:cubicBezTo>
                  <a:pt x="457743" y="58725"/>
                  <a:pt x="457497" y="61210"/>
                  <a:pt x="457004" y="63633"/>
                </a:cubicBezTo>
                <a:cubicBezTo>
                  <a:pt x="456512" y="66055"/>
                  <a:pt x="455670" y="68232"/>
                  <a:pt x="454478" y="70163"/>
                </a:cubicBezTo>
                <a:cubicBezTo>
                  <a:pt x="453288" y="72093"/>
                  <a:pt x="451686" y="73633"/>
                  <a:pt x="449674" y="74783"/>
                </a:cubicBezTo>
                <a:cubicBezTo>
                  <a:pt x="447663" y="75932"/>
                  <a:pt x="445178" y="76507"/>
                  <a:pt x="442221" y="76507"/>
                </a:cubicBezTo>
                <a:cubicBezTo>
                  <a:pt x="439265" y="76507"/>
                  <a:pt x="436802" y="75932"/>
                  <a:pt x="434831" y="74783"/>
                </a:cubicBezTo>
                <a:cubicBezTo>
                  <a:pt x="432860" y="73633"/>
                  <a:pt x="431278" y="72093"/>
                  <a:pt x="430087" y="70163"/>
                </a:cubicBezTo>
                <a:cubicBezTo>
                  <a:pt x="428896" y="68232"/>
                  <a:pt x="428055" y="66055"/>
                  <a:pt x="427562" y="63633"/>
                </a:cubicBezTo>
                <a:cubicBezTo>
                  <a:pt x="427070" y="61210"/>
                  <a:pt x="426824" y="58725"/>
                  <a:pt x="426824" y="56179"/>
                </a:cubicBezTo>
                <a:moveTo>
                  <a:pt x="409332" y="56181"/>
                </a:moveTo>
                <a:cubicBezTo>
                  <a:pt x="409332" y="61281"/>
                  <a:pt x="410112" y="65887"/>
                  <a:pt x="411672" y="69999"/>
                </a:cubicBezTo>
                <a:cubicBezTo>
                  <a:pt x="413232" y="74112"/>
                  <a:pt x="415450" y="77629"/>
                  <a:pt x="418324" y="80550"/>
                </a:cubicBezTo>
                <a:cubicBezTo>
                  <a:pt x="421199" y="83469"/>
                  <a:pt x="424648" y="85711"/>
                  <a:pt x="428671" y="87275"/>
                </a:cubicBezTo>
                <a:cubicBezTo>
                  <a:pt x="432696" y="88837"/>
                  <a:pt x="437213" y="89619"/>
                  <a:pt x="442221" y="89619"/>
                </a:cubicBezTo>
                <a:cubicBezTo>
                  <a:pt x="447231" y="89619"/>
                  <a:pt x="451768" y="88837"/>
                  <a:pt x="455833" y="87275"/>
                </a:cubicBezTo>
                <a:cubicBezTo>
                  <a:pt x="459898" y="85711"/>
                  <a:pt x="463368" y="83469"/>
                  <a:pt x="466242" y="80550"/>
                </a:cubicBezTo>
                <a:cubicBezTo>
                  <a:pt x="469117" y="77629"/>
                  <a:pt x="471334" y="74112"/>
                  <a:pt x="472894" y="69999"/>
                </a:cubicBezTo>
                <a:cubicBezTo>
                  <a:pt x="474454" y="65887"/>
                  <a:pt x="475234" y="61281"/>
                  <a:pt x="475234" y="56181"/>
                </a:cubicBezTo>
                <a:cubicBezTo>
                  <a:pt x="475234" y="51081"/>
                  <a:pt x="474454" y="46454"/>
                  <a:pt x="472894" y="42300"/>
                </a:cubicBezTo>
                <a:cubicBezTo>
                  <a:pt x="471334" y="38145"/>
                  <a:pt x="469117" y="34608"/>
                  <a:pt x="466242" y="31688"/>
                </a:cubicBezTo>
                <a:cubicBezTo>
                  <a:pt x="463368" y="28767"/>
                  <a:pt x="459898" y="26505"/>
                  <a:pt x="455833" y="24901"/>
                </a:cubicBezTo>
                <a:cubicBezTo>
                  <a:pt x="451768" y="23297"/>
                  <a:pt x="447231" y="22495"/>
                  <a:pt x="442221" y="22495"/>
                </a:cubicBezTo>
                <a:cubicBezTo>
                  <a:pt x="437213" y="22495"/>
                  <a:pt x="432696" y="23297"/>
                  <a:pt x="428671" y="24901"/>
                </a:cubicBezTo>
                <a:cubicBezTo>
                  <a:pt x="424648" y="26505"/>
                  <a:pt x="421199" y="28767"/>
                  <a:pt x="418324" y="31688"/>
                </a:cubicBezTo>
                <a:cubicBezTo>
                  <a:pt x="415450" y="34608"/>
                  <a:pt x="413232" y="38145"/>
                  <a:pt x="411672" y="42300"/>
                </a:cubicBezTo>
                <a:cubicBezTo>
                  <a:pt x="410112" y="46454"/>
                  <a:pt x="409332" y="51081"/>
                  <a:pt x="409332" y="56181"/>
                </a:cubicBezTo>
                <a:close/>
                <a:moveTo>
                  <a:pt x="486284" y="24249"/>
                </a:moveTo>
                <a:lnTo>
                  <a:pt x="486284" y="87934"/>
                </a:lnTo>
                <a:lnTo>
                  <a:pt x="503775" y="87934"/>
                </a:lnTo>
                <a:lnTo>
                  <a:pt x="503775" y="54557"/>
                </a:lnTo>
                <a:cubicBezTo>
                  <a:pt x="503775" y="48070"/>
                  <a:pt x="504843" y="43410"/>
                  <a:pt x="506978" y="40578"/>
                </a:cubicBezTo>
                <a:cubicBezTo>
                  <a:pt x="509113" y="37745"/>
                  <a:pt x="512562" y="36329"/>
                  <a:pt x="517325" y="36329"/>
                </a:cubicBezTo>
                <a:cubicBezTo>
                  <a:pt x="521514" y="36329"/>
                  <a:pt x="524429" y="37622"/>
                  <a:pt x="526071" y="40208"/>
                </a:cubicBezTo>
                <a:cubicBezTo>
                  <a:pt x="527713" y="42794"/>
                  <a:pt x="528535" y="46715"/>
                  <a:pt x="528535" y="51970"/>
                </a:cubicBezTo>
                <a:lnTo>
                  <a:pt x="528535" y="87934"/>
                </a:lnTo>
                <a:lnTo>
                  <a:pt x="546026" y="87934"/>
                </a:lnTo>
                <a:lnTo>
                  <a:pt x="546026" y="48745"/>
                </a:lnTo>
                <a:cubicBezTo>
                  <a:pt x="546026" y="44802"/>
                  <a:pt x="545677" y="41207"/>
                  <a:pt x="544979" y="37962"/>
                </a:cubicBezTo>
                <a:cubicBezTo>
                  <a:pt x="544281" y="34717"/>
                  <a:pt x="543070" y="31964"/>
                  <a:pt x="541344" y="29705"/>
                </a:cubicBezTo>
                <a:cubicBezTo>
                  <a:pt x="539620" y="27446"/>
                  <a:pt x="537259" y="25679"/>
                  <a:pt x="534262" y="24406"/>
                </a:cubicBezTo>
                <a:cubicBezTo>
                  <a:pt x="531265" y="23132"/>
                  <a:pt x="527425" y="22495"/>
                  <a:pt x="522744" y="22495"/>
                </a:cubicBezTo>
                <a:cubicBezTo>
                  <a:pt x="519049" y="22495"/>
                  <a:pt x="515435" y="23339"/>
                  <a:pt x="511904" y="25027"/>
                </a:cubicBezTo>
                <a:cubicBezTo>
                  <a:pt x="508373" y="26715"/>
                  <a:pt x="505499" y="29411"/>
                  <a:pt x="503283" y="33116"/>
                </a:cubicBezTo>
                <a:lnTo>
                  <a:pt x="502912" y="33116"/>
                </a:lnTo>
                <a:lnTo>
                  <a:pt x="502912" y="24249"/>
                </a:lnTo>
                <a:lnTo>
                  <a:pt x="486284" y="24249"/>
                </a:lnTo>
                <a:close/>
                <a:moveTo>
                  <a:pt x="601834" y="49320"/>
                </a:moveTo>
                <a:lnTo>
                  <a:pt x="573381" y="49320"/>
                </a:lnTo>
                <a:cubicBezTo>
                  <a:pt x="573462" y="48085"/>
                  <a:pt x="573729" y="46684"/>
                  <a:pt x="574180" y="45119"/>
                </a:cubicBezTo>
                <a:cubicBezTo>
                  <a:pt x="574632" y="43553"/>
                  <a:pt x="575413" y="42070"/>
                  <a:pt x="576522" y="40670"/>
                </a:cubicBezTo>
                <a:cubicBezTo>
                  <a:pt x="577631" y="39270"/>
                  <a:pt x="579109" y="38095"/>
                  <a:pt x="580956" y="37148"/>
                </a:cubicBezTo>
                <a:cubicBezTo>
                  <a:pt x="582804" y="36201"/>
                  <a:pt x="585124" y="35727"/>
                  <a:pt x="587916" y="35727"/>
                </a:cubicBezTo>
                <a:cubicBezTo>
                  <a:pt x="592186" y="35727"/>
                  <a:pt x="595368" y="36881"/>
                  <a:pt x="597462" y="39187"/>
                </a:cubicBezTo>
                <a:cubicBezTo>
                  <a:pt x="599556" y="41494"/>
                  <a:pt x="601013" y="44872"/>
                  <a:pt x="601834" y="49320"/>
                </a:cubicBezTo>
                <a:moveTo>
                  <a:pt x="573381" y="60387"/>
                </a:moveTo>
                <a:lnTo>
                  <a:pt x="619327" y="60387"/>
                </a:lnTo>
                <a:cubicBezTo>
                  <a:pt x="619656" y="55450"/>
                  <a:pt x="619245" y="50719"/>
                  <a:pt x="618094" y="46193"/>
                </a:cubicBezTo>
                <a:cubicBezTo>
                  <a:pt x="616945" y="41667"/>
                  <a:pt x="615077" y="37635"/>
                  <a:pt x="612489" y="34098"/>
                </a:cubicBezTo>
                <a:cubicBezTo>
                  <a:pt x="609903" y="30559"/>
                  <a:pt x="606597" y="27741"/>
                  <a:pt x="602573" y="25643"/>
                </a:cubicBezTo>
                <a:cubicBezTo>
                  <a:pt x="598549" y="23544"/>
                  <a:pt x="593828" y="22495"/>
                  <a:pt x="588408" y="22495"/>
                </a:cubicBezTo>
                <a:cubicBezTo>
                  <a:pt x="583563" y="22495"/>
                  <a:pt x="579149" y="23359"/>
                  <a:pt x="575166" y="25087"/>
                </a:cubicBezTo>
                <a:cubicBezTo>
                  <a:pt x="571184" y="26814"/>
                  <a:pt x="567756" y="29178"/>
                  <a:pt x="564881" y="32180"/>
                </a:cubicBezTo>
                <a:cubicBezTo>
                  <a:pt x="562007" y="35183"/>
                  <a:pt x="559790" y="38741"/>
                  <a:pt x="558229" y="42855"/>
                </a:cubicBezTo>
                <a:cubicBezTo>
                  <a:pt x="556669" y="46967"/>
                  <a:pt x="555889" y="51409"/>
                  <a:pt x="555889" y="56181"/>
                </a:cubicBezTo>
                <a:cubicBezTo>
                  <a:pt x="555889" y="61115"/>
                  <a:pt x="556649" y="65639"/>
                  <a:pt x="558167" y="69753"/>
                </a:cubicBezTo>
                <a:cubicBezTo>
                  <a:pt x="559687" y="73866"/>
                  <a:pt x="561843" y="77403"/>
                  <a:pt x="564635" y="80365"/>
                </a:cubicBezTo>
                <a:cubicBezTo>
                  <a:pt x="567427" y="83326"/>
                  <a:pt x="570835" y="85609"/>
                  <a:pt x="574858" y="87213"/>
                </a:cubicBezTo>
                <a:cubicBezTo>
                  <a:pt x="578882" y="88817"/>
                  <a:pt x="583398" y="89619"/>
                  <a:pt x="588408" y="89619"/>
                </a:cubicBezTo>
                <a:cubicBezTo>
                  <a:pt x="595634" y="89619"/>
                  <a:pt x="601793" y="87978"/>
                  <a:pt x="606884" y="84696"/>
                </a:cubicBezTo>
                <a:cubicBezTo>
                  <a:pt x="611977" y="81414"/>
                  <a:pt x="615755" y="75958"/>
                  <a:pt x="618218" y="68327"/>
                </a:cubicBezTo>
                <a:lnTo>
                  <a:pt x="602821" y="68327"/>
                </a:lnTo>
                <a:cubicBezTo>
                  <a:pt x="602246" y="70280"/>
                  <a:pt x="600685" y="72132"/>
                  <a:pt x="598139" y="73883"/>
                </a:cubicBezTo>
                <a:cubicBezTo>
                  <a:pt x="595594" y="75632"/>
                  <a:pt x="592556" y="76507"/>
                  <a:pt x="589025" y="76507"/>
                </a:cubicBezTo>
                <a:cubicBezTo>
                  <a:pt x="584098" y="76507"/>
                  <a:pt x="580320" y="75235"/>
                  <a:pt x="577691" y="72693"/>
                </a:cubicBezTo>
                <a:cubicBezTo>
                  <a:pt x="575063" y="70149"/>
                  <a:pt x="573626" y="66047"/>
                  <a:pt x="573381" y="60387"/>
                </a:cubicBezTo>
                <a:close/>
                <a:moveTo>
                  <a:pt x="687040" y="53891"/>
                </a:moveTo>
                <a:lnTo>
                  <a:pt x="698496" y="21675"/>
                </a:lnTo>
                <a:lnTo>
                  <a:pt x="698742" y="21675"/>
                </a:lnTo>
                <a:lnTo>
                  <a:pt x="709830" y="53891"/>
                </a:lnTo>
                <a:lnTo>
                  <a:pt x="687040" y="53891"/>
                </a:lnTo>
                <a:moveTo>
                  <a:pt x="688890" y="0"/>
                </a:moveTo>
                <a:lnTo>
                  <a:pt x="655630" y="87934"/>
                </a:lnTo>
                <a:lnTo>
                  <a:pt x="675092" y="87934"/>
                </a:lnTo>
                <a:lnTo>
                  <a:pt x="681990" y="68327"/>
                </a:lnTo>
                <a:lnTo>
                  <a:pt x="714880" y="68327"/>
                </a:lnTo>
                <a:lnTo>
                  <a:pt x="721532" y="87934"/>
                </a:lnTo>
                <a:lnTo>
                  <a:pt x="741610" y="87934"/>
                </a:lnTo>
                <a:lnTo>
                  <a:pt x="708721" y="0"/>
                </a:lnTo>
                <a:lnTo>
                  <a:pt x="688890" y="0"/>
                </a:lnTo>
                <a:close/>
                <a:moveTo>
                  <a:pt x="768368" y="41381"/>
                </a:moveTo>
                <a:lnTo>
                  <a:pt x="768368" y="15037"/>
                </a:lnTo>
                <a:lnTo>
                  <a:pt x="783395" y="15037"/>
                </a:lnTo>
                <a:cubicBezTo>
                  <a:pt x="785613" y="15037"/>
                  <a:pt x="787748" y="15201"/>
                  <a:pt x="789801" y="15529"/>
                </a:cubicBezTo>
                <a:cubicBezTo>
                  <a:pt x="791853" y="15857"/>
                  <a:pt x="793660" y="16493"/>
                  <a:pt x="795220" y="17437"/>
                </a:cubicBezTo>
                <a:cubicBezTo>
                  <a:pt x="796781" y="18380"/>
                  <a:pt x="798034" y="19714"/>
                  <a:pt x="798977" y="21439"/>
                </a:cubicBezTo>
                <a:cubicBezTo>
                  <a:pt x="799922" y="23161"/>
                  <a:pt x="800394" y="25418"/>
                  <a:pt x="800394" y="28209"/>
                </a:cubicBezTo>
                <a:cubicBezTo>
                  <a:pt x="800394" y="30999"/>
                  <a:pt x="799922" y="33257"/>
                  <a:pt x="798977" y="34981"/>
                </a:cubicBezTo>
                <a:cubicBezTo>
                  <a:pt x="798034" y="36704"/>
                  <a:pt x="796781" y="38037"/>
                  <a:pt x="795220" y="38981"/>
                </a:cubicBezTo>
                <a:cubicBezTo>
                  <a:pt x="793660" y="39924"/>
                  <a:pt x="791853" y="40560"/>
                  <a:pt x="789801" y="40888"/>
                </a:cubicBezTo>
                <a:cubicBezTo>
                  <a:pt x="787748" y="41217"/>
                  <a:pt x="785613" y="41381"/>
                  <a:pt x="783395" y="41381"/>
                </a:cubicBezTo>
                <a:lnTo>
                  <a:pt x="768368" y="41381"/>
                </a:lnTo>
                <a:moveTo>
                  <a:pt x="749029" y="0"/>
                </a:moveTo>
                <a:lnTo>
                  <a:pt x="749029" y="87934"/>
                </a:lnTo>
                <a:lnTo>
                  <a:pt x="768368" y="87934"/>
                </a:lnTo>
                <a:lnTo>
                  <a:pt x="768368" y="56418"/>
                </a:lnTo>
                <a:lnTo>
                  <a:pt x="788694" y="56418"/>
                </a:lnTo>
                <a:cubicBezTo>
                  <a:pt x="794195" y="56418"/>
                  <a:pt x="798875" y="55617"/>
                  <a:pt x="802734" y="54015"/>
                </a:cubicBezTo>
                <a:cubicBezTo>
                  <a:pt x="806595" y="52414"/>
                  <a:pt x="809736" y="50300"/>
                  <a:pt x="812159" y="47672"/>
                </a:cubicBezTo>
                <a:cubicBezTo>
                  <a:pt x="814582" y="45044"/>
                  <a:pt x="816348" y="42026"/>
                  <a:pt x="817455" y="38618"/>
                </a:cubicBezTo>
                <a:cubicBezTo>
                  <a:pt x="818564" y="35210"/>
                  <a:pt x="819119" y="31740"/>
                  <a:pt x="819119" y="28209"/>
                </a:cubicBezTo>
                <a:cubicBezTo>
                  <a:pt x="819119" y="24595"/>
                  <a:pt x="818564" y="21105"/>
                  <a:pt x="817455" y="17738"/>
                </a:cubicBezTo>
                <a:cubicBezTo>
                  <a:pt x="816348" y="14371"/>
                  <a:pt x="814582" y="11373"/>
                  <a:pt x="812159" y="8746"/>
                </a:cubicBezTo>
                <a:cubicBezTo>
                  <a:pt x="809736" y="6118"/>
                  <a:pt x="806596" y="4004"/>
                  <a:pt x="802736" y="2402"/>
                </a:cubicBezTo>
                <a:cubicBezTo>
                  <a:pt x="798877" y="801"/>
                  <a:pt x="794196" y="0"/>
                  <a:pt x="788694" y="0"/>
                </a:cubicBezTo>
                <a:lnTo>
                  <a:pt x="749029" y="0"/>
                </a:lnTo>
                <a:close/>
                <a:moveTo>
                  <a:pt x="830894" y="0"/>
                </a:moveTo>
                <a:lnTo>
                  <a:pt x="830894" y="87934"/>
                </a:lnTo>
                <a:lnTo>
                  <a:pt x="850233" y="87934"/>
                </a:lnTo>
                <a:lnTo>
                  <a:pt x="850233" y="0"/>
                </a:lnTo>
                <a:lnTo>
                  <a:pt x="830894" y="0"/>
                </a:lnTo>
                <a:close/>
                <a:moveTo>
                  <a:pt x="900517" y="0"/>
                </a:moveTo>
                <a:lnTo>
                  <a:pt x="900517" y="87934"/>
                </a:lnTo>
                <a:lnTo>
                  <a:pt x="919856" y="87934"/>
                </a:lnTo>
                <a:lnTo>
                  <a:pt x="919856" y="0"/>
                </a:lnTo>
                <a:lnTo>
                  <a:pt x="900517" y="0"/>
                </a:lnTo>
                <a:close/>
                <a:moveTo>
                  <a:pt x="934629" y="24249"/>
                </a:moveTo>
                <a:lnTo>
                  <a:pt x="934629" y="87934"/>
                </a:lnTo>
                <a:lnTo>
                  <a:pt x="952121" y="87934"/>
                </a:lnTo>
                <a:lnTo>
                  <a:pt x="952121" y="54557"/>
                </a:lnTo>
                <a:cubicBezTo>
                  <a:pt x="952121" y="48070"/>
                  <a:pt x="953188" y="43410"/>
                  <a:pt x="955323" y="40578"/>
                </a:cubicBezTo>
                <a:cubicBezTo>
                  <a:pt x="957459" y="37745"/>
                  <a:pt x="960908" y="36329"/>
                  <a:pt x="965670" y="36329"/>
                </a:cubicBezTo>
                <a:cubicBezTo>
                  <a:pt x="969859" y="36329"/>
                  <a:pt x="972775" y="37622"/>
                  <a:pt x="974416" y="40208"/>
                </a:cubicBezTo>
                <a:cubicBezTo>
                  <a:pt x="976059" y="42794"/>
                  <a:pt x="976880" y="46715"/>
                  <a:pt x="976880" y="51970"/>
                </a:cubicBezTo>
                <a:lnTo>
                  <a:pt x="976880" y="87934"/>
                </a:lnTo>
                <a:lnTo>
                  <a:pt x="994372" y="87934"/>
                </a:lnTo>
                <a:lnTo>
                  <a:pt x="994372" y="48745"/>
                </a:lnTo>
                <a:cubicBezTo>
                  <a:pt x="994372" y="44802"/>
                  <a:pt x="994023" y="41207"/>
                  <a:pt x="993325" y="37962"/>
                </a:cubicBezTo>
                <a:cubicBezTo>
                  <a:pt x="992627" y="34717"/>
                  <a:pt x="991415" y="31964"/>
                  <a:pt x="989690" y="29705"/>
                </a:cubicBezTo>
                <a:cubicBezTo>
                  <a:pt x="987965" y="27446"/>
                  <a:pt x="985605" y="25679"/>
                  <a:pt x="982607" y="24406"/>
                </a:cubicBezTo>
                <a:cubicBezTo>
                  <a:pt x="979610" y="23132"/>
                  <a:pt x="975771" y="22495"/>
                  <a:pt x="971089" y="22495"/>
                </a:cubicBezTo>
                <a:cubicBezTo>
                  <a:pt x="967394" y="22495"/>
                  <a:pt x="963781" y="23339"/>
                  <a:pt x="960250" y="25027"/>
                </a:cubicBezTo>
                <a:cubicBezTo>
                  <a:pt x="956719" y="26715"/>
                  <a:pt x="953845" y="29411"/>
                  <a:pt x="951628" y="33116"/>
                </a:cubicBezTo>
                <a:lnTo>
                  <a:pt x="951258" y="33116"/>
                </a:lnTo>
                <a:lnTo>
                  <a:pt x="951258" y="24249"/>
                </a:lnTo>
                <a:lnTo>
                  <a:pt x="934629" y="24249"/>
                </a:lnTo>
                <a:close/>
                <a:moveTo>
                  <a:pt x="1039463" y="76507"/>
                </a:moveTo>
                <a:cubicBezTo>
                  <a:pt x="1036670" y="76507"/>
                  <a:pt x="1034288" y="75932"/>
                  <a:pt x="1032317" y="74783"/>
                </a:cubicBezTo>
                <a:cubicBezTo>
                  <a:pt x="1030347" y="73633"/>
                  <a:pt x="1028766" y="72133"/>
                  <a:pt x="1027575" y="70285"/>
                </a:cubicBezTo>
                <a:cubicBezTo>
                  <a:pt x="1026384" y="68437"/>
                  <a:pt x="1025522" y="66281"/>
                  <a:pt x="1024988" y="63818"/>
                </a:cubicBezTo>
                <a:cubicBezTo>
                  <a:pt x="1024455" y="61353"/>
                  <a:pt x="1024188" y="58847"/>
                  <a:pt x="1024188" y="56301"/>
                </a:cubicBezTo>
                <a:cubicBezTo>
                  <a:pt x="1024188" y="53673"/>
                  <a:pt x="1024434" y="51128"/>
                  <a:pt x="1024926" y="48664"/>
                </a:cubicBezTo>
                <a:cubicBezTo>
                  <a:pt x="1025419" y="46200"/>
                  <a:pt x="1026260" y="44023"/>
                  <a:pt x="1027451" y="42135"/>
                </a:cubicBezTo>
                <a:cubicBezTo>
                  <a:pt x="1028642" y="40245"/>
                  <a:pt x="1030203" y="38705"/>
                  <a:pt x="1032133" y="37515"/>
                </a:cubicBezTo>
                <a:cubicBezTo>
                  <a:pt x="1034062" y="36323"/>
                  <a:pt x="1036465" y="35727"/>
                  <a:pt x="1039339" y="35727"/>
                </a:cubicBezTo>
                <a:cubicBezTo>
                  <a:pt x="1042132" y="35727"/>
                  <a:pt x="1044493" y="36323"/>
                  <a:pt x="1046423" y="37515"/>
                </a:cubicBezTo>
                <a:cubicBezTo>
                  <a:pt x="1048353" y="38705"/>
                  <a:pt x="1049934" y="40266"/>
                  <a:pt x="1051165" y="42197"/>
                </a:cubicBezTo>
                <a:cubicBezTo>
                  <a:pt x="1052397" y="44126"/>
                  <a:pt x="1053280" y="46323"/>
                  <a:pt x="1053814" y="48786"/>
                </a:cubicBezTo>
                <a:cubicBezTo>
                  <a:pt x="1054347" y="51250"/>
                  <a:pt x="1054614" y="53755"/>
                  <a:pt x="1054614" y="56301"/>
                </a:cubicBezTo>
                <a:cubicBezTo>
                  <a:pt x="1054614" y="58847"/>
                  <a:pt x="1054368" y="61353"/>
                  <a:pt x="1053876" y="63818"/>
                </a:cubicBezTo>
                <a:cubicBezTo>
                  <a:pt x="1053383" y="66281"/>
                  <a:pt x="1052541" y="68437"/>
                  <a:pt x="1051350" y="70285"/>
                </a:cubicBezTo>
                <a:cubicBezTo>
                  <a:pt x="1050159" y="72133"/>
                  <a:pt x="1048599" y="73633"/>
                  <a:pt x="1046669" y="74783"/>
                </a:cubicBezTo>
                <a:cubicBezTo>
                  <a:pt x="1044740" y="75932"/>
                  <a:pt x="1042338" y="76507"/>
                  <a:pt x="1039463" y="76507"/>
                </a:cubicBezTo>
                <a:moveTo>
                  <a:pt x="1007313" y="24260"/>
                </a:moveTo>
                <a:lnTo>
                  <a:pt x="1007313" y="110189"/>
                </a:lnTo>
                <a:lnTo>
                  <a:pt x="1024804" y="110189"/>
                </a:lnTo>
                <a:lnTo>
                  <a:pt x="1024804" y="80095"/>
                </a:lnTo>
                <a:lnTo>
                  <a:pt x="1025050" y="80095"/>
                </a:lnTo>
                <a:cubicBezTo>
                  <a:pt x="1027186" y="83229"/>
                  <a:pt x="1029916" y="85599"/>
                  <a:pt x="1033242" y="87207"/>
                </a:cubicBezTo>
                <a:cubicBezTo>
                  <a:pt x="1036567" y="88815"/>
                  <a:pt x="1040201" y="89619"/>
                  <a:pt x="1044143" y="89619"/>
                </a:cubicBezTo>
                <a:cubicBezTo>
                  <a:pt x="1048825" y="89619"/>
                  <a:pt x="1052910" y="88714"/>
                  <a:pt x="1056400" y="86904"/>
                </a:cubicBezTo>
                <a:cubicBezTo>
                  <a:pt x="1059890" y="85095"/>
                  <a:pt x="1062805" y="82668"/>
                  <a:pt x="1065146" y="79625"/>
                </a:cubicBezTo>
                <a:cubicBezTo>
                  <a:pt x="1067486" y="76581"/>
                  <a:pt x="1069231" y="73085"/>
                  <a:pt x="1070380" y="69137"/>
                </a:cubicBezTo>
                <a:cubicBezTo>
                  <a:pt x="1071531" y="65188"/>
                  <a:pt x="1072106" y="61075"/>
                  <a:pt x="1072106" y="56797"/>
                </a:cubicBezTo>
                <a:cubicBezTo>
                  <a:pt x="1072106" y="52272"/>
                  <a:pt x="1071531" y="47933"/>
                  <a:pt x="1070380" y="43779"/>
                </a:cubicBezTo>
                <a:cubicBezTo>
                  <a:pt x="1069231" y="39625"/>
                  <a:pt x="1067466" y="35986"/>
                  <a:pt x="1065084" y="32861"/>
                </a:cubicBezTo>
                <a:cubicBezTo>
                  <a:pt x="1062703" y="29734"/>
                  <a:pt x="1059706" y="27225"/>
                  <a:pt x="1056092" y="25333"/>
                </a:cubicBezTo>
                <a:cubicBezTo>
                  <a:pt x="1052479" y="23441"/>
                  <a:pt x="1048168" y="22495"/>
                  <a:pt x="1043158" y="22495"/>
                </a:cubicBezTo>
                <a:cubicBezTo>
                  <a:pt x="1039216" y="22495"/>
                  <a:pt x="1035602" y="23278"/>
                  <a:pt x="1032317" y="24844"/>
                </a:cubicBezTo>
                <a:cubicBezTo>
                  <a:pt x="1029033" y="26411"/>
                  <a:pt x="1026323" y="28926"/>
                  <a:pt x="1024188" y="32389"/>
                </a:cubicBezTo>
                <a:lnTo>
                  <a:pt x="1023941" y="32389"/>
                </a:lnTo>
                <a:lnTo>
                  <a:pt x="1023941" y="24260"/>
                </a:lnTo>
                <a:lnTo>
                  <a:pt x="1007313" y="24260"/>
                </a:lnTo>
                <a:close/>
                <a:moveTo>
                  <a:pt x="1142035" y="87867"/>
                </a:moveTo>
                <a:lnTo>
                  <a:pt x="1142035" y="24299"/>
                </a:lnTo>
                <a:lnTo>
                  <a:pt x="1124544" y="24299"/>
                </a:lnTo>
                <a:lnTo>
                  <a:pt x="1124544" y="57600"/>
                </a:lnTo>
                <a:cubicBezTo>
                  <a:pt x="1124544" y="64071"/>
                  <a:pt x="1123476" y="68719"/>
                  <a:pt x="1121341" y="71546"/>
                </a:cubicBezTo>
                <a:cubicBezTo>
                  <a:pt x="1119206" y="74372"/>
                  <a:pt x="1115757" y="75785"/>
                  <a:pt x="1110994" y="75785"/>
                </a:cubicBezTo>
                <a:cubicBezTo>
                  <a:pt x="1106805" y="75785"/>
                  <a:pt x="1103889" y="74495"/>
                  <a:pt x="1102246" y="71915"/>
                </a:cubicBezTo>
                <a:cubicBezTo>
                  <a:pt x="1100605" y="69333"/>
                  <a:pt x="1099784" y="65421"/>
                  <a:pt x="1099784" y="60179"/>
                </a:cubicBezTo>
                <a:lnTo>
                  <a:pt x="1099784" y="24299"/>
                </a:lnTo>
                <a:lnTo>
                  <a:pt x="1082292" y="24299"/>
                </a:lnTo>
                <a:lnTo>
                  <a:pt x="1082292" y="63419"/>
                </a:lnTo>
                <a:cubicBezTo>
                  <a:pt x="1082292" y="67355"/>
                  <a:pt x="1082641" y="70943"/>
                  <a:pt x="1083339" y="74183"/>
                </a:cubicBezTo>
                <a:cubicBezTo>
                  <a:pt x="1084037" y="77423"/>
                  <a:pt x="1085248" y="80170"/>
                  <a:pt x="1086973" y="82425"/>
                </a:cubicBezTo>
                <a:cubicBezTo>
                  <a:pt x="1088698" y="84681"/>
                  <a:pt x="1091059" y="86424"/>
                  <a:pt x="1094057" y="87654"/>
                </a:cubicBezTo>
                <a:cubicBezTo>
                  <a:pt x="1097054" y="88884"/>
                  <a:pt x="1100893" y="89498"/>
                  <a:pt x="1105575" y="89498"/>
                </a:cubicBezTo>
                <a:cubicBezTo>
                  <a:pt x="1109270" y="89498"/>
                  <a:pt x="1112883" y="88675"/>
                  <a:pt x="1116414" y="87028"/>
                </a:cubicBezTo>
                <a:cubicBezTo>
                  <a:pt x="1119946" y="85381"/>
                  <a:pt x="1122819" y="82704"/>
                  <a:pt x="1125036" y="78997"/>
                </a:cubicBezTo>
                <a:lnTo>
                  <a:pt x="1125406" y="78997"/>
                </a:lnTo>
                <a:lnTo>
                  <a:pt x="1125406" y="87867"/>
                </a:lnTo>
                <a:lnTo>
                  <a:pt x="1142035" y="87867"/>
                </a:lnTo>
                <a:close/>
                <a:moveTo>
                  <a:pt x="1177149" y="24299"/>
                </a:moveTo>
                <a:lnTo>
                  <a:pt x="1177149" y="5173"/>
                </a:lnTo>
                <a:lnTo>
                  <a:pt x="1159657" y="5173"/>
                </a:lnTo>
                <a:lnTo>
                  <a:pt x="1159657" y="24299"/>
                </a:lnTo>
                <a:lnTo>
                  <a:pt x="1149064" y="24299"/>
                </a:lnTo>
                <a:lnTo>
                  <a:pt x="1149064" y="35968"/>
                </a:lnTo>
                <a:lnTo>
                  <a:pt x="1159657" y="35968"/>
                </a:lnTo>
                <a:lnTo>
                  <a:pt x="1159657" y="73516"/>
                </a:lnTo>
                <a:cubicBezTo>
                  <a:pt x="1159657" y="76718"/>
                  <a:pt x="1160191" y="79303"/>
                  <a:pt x="1161259" y="81273"/>
                </a:cubicBezTo>
                <a:cubicBezTo>
                  <a:pt x="1162326" y="83243"/>
                  <a:pt x="1163783" y="84762"/>
                  <a:pt x="1165630" y="85829"/>
                </a:cubicBezTo>
                <a:cubicBezTo>
                  <a:pt x="1167479" y="86896"/>
                  <a:pt x="1169614" y="87613"/>
                  <a:pt x="1172036" y="87981"/>
                </a:cubicBezTo>
                <a:cubicBezTo>
                  <a:pt x="1174459" y="88351"/>
                  <a:pt x="1177026" y="88536"/>
                  <a:pt x="1179737" y="88536"/>
                </a:cubicBezTo>
                <a:cubicBezTo>
                  <a:pt x="1181461" y="88536"/>
                  <a:pt x="1183226" y="88496"/>
                  <a:pt x="1185033" y="88416"/>
                </a:cubicBezTo>
                <a:cubicBezTo>
                  <a:pt x="1186840" y="88335"/>
                  <a:pt x="1188482" y="88175"/>
                  <a:pt x="1189960" y="87934"/>
                </a:cubicBezTo>
                <a:lnTo>
                  <a:pt x="1189960" y="74330"/>
                </a:lnTo>
                <a:cubicBezTo>
                  <a:pt x="1189139" y="74494"/>
                  <a:pt x="1188277" y="74618"/>
                  <a:pt x="1187373" y="74700"/>
                </a:cubicBezTo>
                <a:cubicBezTo>
                  <a:pt x="1186470" y="74782"/>
                  <a:pt x="1185526" y="74822"/>
                  <a:pt x="1184541" y="74822"/>
                </a:cubicBezTo>
                <a:cubicBezTo>
                  <a:pt x="1181584" y="74822"/>
                  <a:pt x="1179612" y="74331"/>
                  <a:pt x="1178626" y="73347"/>
                </a:cubicBezTo>
                <a:cubicBezTo>
                  <a:pt x="1177641" y="72363"/>
                  <a:pt x="1177149" y="70396"/>
                  <a:pt x="1177149" y="67445"/>
                </a:cubicBezTo>
                <a:lnTo>
                  <a:pt x="1177149" y="35968"/>
                </a:lnTo>
                <a:lnTo>
                  <a:pt x="1189960" y="35968"/>
                </a:lnTo>
                <a:lnTo>
                  <a:pt x="1189960" y="24299"/>
                </a:lnTo>
                <a:lnTo>
                  <a:pt x="1177149" y="24299"/>
                </a:lnTo>
                <a:close/>
                <a:moveTo>
                  <a:pt x="1211372" y="67244"/>
                </a:moveTo>
                <a:lnTo>
                  <a:pt x="1194743" y="67244"/>
                </a:lnTo>
                <a:cubicBezTo>
                  <a:pt x="1194907" y="71507"/>
                  <a:pt x="1195872" y="75052"/>
                  <a:pt x="1197638" y="77881"/>
                </a:cubicBezTo>
                <a:cubicBezTo>
                  <a:pt x="1199403" y="80707"/>
                  <a:pt x="1201661" y="82982"/>
                  <a:pt x="1204412" y="84703"/>
                </a:cubicBezTo>
                <a:cubicBezTo>
                  <a:pt x="1207164" y="86425"/>
                  <a:pt x="1210305" y="87654"/>
                  <a:pt x="1213836" y="88391"/>
                </a:cubicBezTo>
                <a:cubicBezTo>
                  <a:pt x="1217367" y="89129"/>
                  <a:pt x="1220980" y="89498"/>
                  <a:pt x="1224676" y="89498"/>
                </a:cubicBezTo>
                <a:cubicBezTo>
                  <a:pt x="1228288" y="89498"/>
                  <a:pt x="1231839" y="89149"/>
                  <a:pt x="1235329" y="88449"/>
                </a:cubicBezTo>
                <a:cubicBezTo>
                  <a:pt x="1238820" y="87751"/>
                  <a:pt x="1241920" y="86540"/>
                  <a:pt x="1244629" y="84814"/>
                </a:cubicBezTo>
                <a:cubicBezTo>
                  <a:pt x="1247340" y="83089"/>
                  <a:pt x="1249536" y="80809"/>
                  <a:pt x="1251219" y="77975"/>
                </a:cubicBezTo>
                <a:cubicBezTo>
                  <a:pt x="1252903" y="75140"/>
                  <a:pt x="1253745" y="71628"/>
                  <a:pt x="1253745" y="67438"/>
                </a:cubicBezTo>
                <a:cubicBezTo>
                  <a:pt x="1253745" y="64480"/>
                  <a:pt x="1253170" y="61996"/>
                  <a:pt x="1252020" y="59983"/>
                </a:cubicBezTo>
                <a:cubicBezTo>
                  <a:pt x="1250871" y="57969"/>
                  <a:pt x="1249351" y="56285"/>
                  <a:pt x="1247462" y="54929"/>
                </a:cubicBezTo>
                <a:cubicBezTo>
                  <a:pt x="1245573" y="53573"/>
                  <a:pt x="1243418" y="52485"/>
                  <a:pt x="1240996" y="51664"/>
                </a:cubicBezTo>
                <a:cubicBezTo>
                  <a:pt x="1238574" y="50842"/>
                  <a:pt x="1236090" y="50144"/>
                  <a:pt x="1233544" y="49568"/>
                </a:cubicBezTo>
                <a:cubicBezTo>
                  <a:pt x="1231080" y="48993"/>
                  <a:pt x="1228657" y="48459"/>
                  <a:pt x="1226275" y="47967"/>
                </a:cubicBezTo>
                <a:cubicBezTo>
                  <a:pt x="1223894" y="47473"/>
                  <a:pt x="1221780" y="46919"/>
                  <a:pt x="1219932" y="46304"/>
                </a:cubicBezTo>
                <a:cubicBezTo>
                  <a:pt x="1218085" y="45687"/>
                  <a:pt x="1216586" y="44886"/>
                  <a:pt x="1215436" y="43900"/>
                </a:cubicBezTo>
                <a:cubicBezTo>
                  <a:pt x="1214287" y="42913"/>
                  <a:pt x="1213712" y="41640"/>
                  <a:pt x="1213712" y="40078"/>
                </a:cubicBezTo>
                <a:cubicBezTo>
                  <a:pt x="1213712" y="38764"/>
                  <a:pt x="1214040" y="37716"/>
                  <a:pt x="1214697" y="36936"/>
                </a:cubicBezTo>
                <a:cubicBezTo>
                  <a:pt x="1215355" y="36155"/>
                  <a:pt x="1216155" y="35560"/>
                  <a:pt x="1217099" y="35150"/>
                </a:cubicBezTo>
                <a:cubicBezTo>
                  <a:pt x="1218044" y="34739"/>
                  <a:pt x="1219091" y="34472"/>
                  <a:pt x="1220240" y="34349"/>
                </a:cubicBezTo>
                <a:cubicBezTo>
                  <a:pt x="1221390" y="34225"/>
                  <a:pt x="1222458" y="34163"/>
                  <a:pt x="1223443" y="34163"/>
                </a:cubicBezTo>
                <a:cubicBezTo>
                  <a:pt x="1226563" y="34163"/>
                  <a:pt x="1229272" y="34762"/>
                  <a:pt x="1231572" y="35958"/>
                </a:cubicBezTo>
                <a:cubicBezTo>
                  <a:pt x="1233871" y="37154"/>
                  <a:pt x="1235144" y="39442"/>
                  <a:pt x="1235391" y="42824"/>
                </a:cubicBezTo>
                <a:lnTo>
                  <a:pt x="1252022" y="42824"/>
                </a:lnTo>
                <a:cubicBezTo>
                  <a:pt x="1251693" y="38882"/>
                  <a:pt x="1250687" y="35617"/>
                  <a:pt x="1249003" y="33030"/>
                </a:cubicBezTo>
                <a:cubicBezTo>
                  <a:pt x="1247320" y="30442"/>
                  <a:pt x="1245206" y="28369"/>
                  <a:pt x="1242659" y="26809"/>
                </a:cubicBezTo>
                <a:cubicBezTo>
                  <a:pt x="1240115" y="25247"/>
                  <a:pt x="1237220" y="24138"/>
                  <a:pt x="1233976" y="23482"/>
                </a:cubicBezTo>
                <a:cubicBezTo>
                  <a:pt x="1230732" y="22824"/>
                  <a:pt x="1227385" y="22495"/>
                  <a:pt x="1223937" y="22495"/>
                </a:cubicBezTo>
                <a:cubicBezTo>
                  <a:pt x="1220487" y="22495"/>
                  <a:pt x="1217120" y="22803"/>
                  <a:pt x="1213834" y="23420"/>
                </a:cubicBezTo>
                <a:cubicBezTo>
                  <a:pt x="1210550" y="24035"/>
                  <a:pt x="1207594" y="25102"/>
                  <a:pt x="1204966" y="26622"/>
                </a:cubicBezTo>
                <a:cubicBezTo>
                  <a:pt x="1202339" y="28142"/>
                  <a:pt x="1200224" y="30217"/>
                  <a:pt x="1198623" y="32846"/>
                </a:cubicBezTo>
                <a:cubicBezTo>
                  <a:pt x="1197021" y="35475"/>
                  <a:pt x="1196221" y="38843"/>
                  <a:pt x="1196221" y="42952"/>
                </a:cubicBezTo>
                <a:cubicBezTo>
                  <a:pt x="1196221" y="45745"/>
                  <a:pt x="1196795" y="48107"/>
                  <a:pt x="1197944" y="50038"/>
                </a:cubicBezTo>
                <a:cubicBezTo>
                  <a:pt x="1199095" y="51968"/>
                  <a:pt x="1200614" y="53570"/>
                  <a:pt x="1202502" y="54844"/>
                </a:cubicBezTo>
                <a:cubicBezTo>
                  <a:pt x="1204392" y="56117"/>
                  <a:pt x="1206548" y="57144"/>
                  <a:pt x="1208970" y="57925"/>
                </a:cubicBezTo>
                <a:cubicBezTo>
                  <a:pt x="1211392" y="58706"/>
                  <a:pt x="1213876" y="59384"/>
                  <a:pt x="1216422" y="59959"/>
                </a:cubicBezTo>
                <a:cubicBezTo>
                  <a:pt x="1222663" y="61273"/>
                  <a:pt x="1227528" y="62588"/>
                  <a:pt x="1231017" y="63902"/>
                </a:cubicBezTo>
                <a:cubicBezTo>
                  <a:pt x="1234508" y="65217"/>
                  <a:pt x="1236254" y="67188"/>
                  <a:pt x="1236254" y="69817"/>
                </a:cubicBezTo>
                <a:cubicBezTo>
                  <a:pt x="1236254" y="71377"/>
                  <a:pt x="1235884" y="72671"/>
                  <a:pt x="1235145" y="73698"/>
                </a:cubicBezTo>
                <a:cubicBezTo>
                  <a:pt x="1234406" y="74726"/>
                  <a:pt x="1233481" y="75548"/>
                  <a:pt x="1232373" y="76164"/>
                </a:cubicBezTo>
                <a:cubicBezTo>
                  <a:pt x="1231265" y="76780"/>
                  <a:pt x="1230033" y="77231"/>
                  <a:pt x="1228677" y="77520"/>
                </a:cubicBezTo>
                <a:cubicBezTo>
                  <a:pt x="1227323" y="77807"/>
                  <a:pt x="1226030" y="77950"/>
                  <a:pt x="1224798" y="77950"/>
                </a:cubicBezTo>
                <a:cubicBezTo>
                  <a:pt x="1223074" y="77950"/>
                  <a:pt x="1221411" y="77745"/>
                  <a:pt x="1219809" y="77335"/>
                </a:cubicBezTo>
                <a:cubicBezTo>
                  <a:pt x="1218208" y="76924"/>
                  <a:pt x="1216791" y="76289"/>
                  <a:pt x="1215560" y="75428"/>
                </a:cubicBezTo>
                <a:cubicBezTo>
                  <a:pt x="1214328" y="74566"/>
                  <a:pt x="1213322" y="73458"/>
                  <a:pt x="1212541" y="72105"/>
                </a:cubicBezTo>
                <a:cubicBezTo>
                  <a:pt x="1211762" y="70751"/>
                  <a:pt x="1211372" y="69131"/>
                  <a:pt x="1211372" y="672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c242e691d4c0d"/>
          <a:stretch xmlns:a="http://schemas.openxmlformats.org/drawingml/2006/main"/>
        </p:blipFill>
        <p:spPr>
          <a:xfrm xmlns:a="http://schemas.openxmlformats.org/drawingml/2006/main">
            <a:off x="10997986" y="326701"/>
            <a:ext cx="460894" cy="460894"/>
          </a:xfrm>
          <a:prstGeom xmlns:a="http://schemas.openxmlformats.org/drawingml/2006/main" prst="rect">
            <a:avLst/>
          </a:prstGeom>
        </p:spPr>
      </p:pic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3CCF6-36CA-4C89-967A-9FC68B0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507" y="106354"/>
            <a:ext cx="8751592" cy="311011"/>
          </a:xfrm>
          <a:custGeom xmlns:a="http://schemas.openxmlformats.org/drawingml/2006/main">
            <a:pathLst>
              <a:path w="8751592" h="311011">
                <a:moveTo>
                  <a:pt x="8728639" y="22953"/>
                </a:moveTo>
                <a:lnTo>
                  <a:pt x="8728639" y="311011"/>
                </a:lnTo>
                <a:lnTo>
                  <a:pt x="8751592" y="311011"/>
                </a:lnTo>
                <a:lnTo>
                  <a:pt x="8751592" y="0"/>
                </a:lnTo>
                <a:lnTo>
                  <a:pt x="53541" y="0"/>
                </a:lnTo>
                <a:lnTo>
                  <a:pt x="53541" y="233544"/>
                </a:lnTo>
                <a:lnTo>
                  <a:pt x="21377" y="178405"/>
                </a:lnTo>
                <a:lnTo>
                  <a:pt x="19709" y="176202"/>
                </a:lnTo>
                <a:lnTo>
                  <a:pt x="17551" y="174457"/>
                </a:lnTo>
                <a:lnTo>
                  <a:pt x="15042" y="173279"/>
                </a:lnTo>
                <a:lnTo>
                  <a:pt x="12333" y="172743"/>
                </a:lnTo>
                <a:lnTo>
                  <a:pt x="9564" y="172866"/>
                </a:lnTo>
                <a:lnTo>
                  <a:pt x="6916" y="173646"/>
                </a:lnTo>
                <a:lnTo>
                  <a:pt x="4529" y="175039"/>
                </a:lnTo>
                <a:lnTo>
                  <a:pt x="2540" y="176967"/>
                </a:lnTo>
                <a:lnTo>
                  <a:pt x="1071" y="179308"/>
                </a:lnTo>
                <a:lnTo>
                  <a:pt x="214" y="181940"/>
                </a:lnTo>
                <a:lnTo>
                  <a:pt x="0" y="184694"/>
                </a:lnTo>
                <a:lnTo>
                  <a:pt x="459" y="187418"/>
                </a:lnTo>
                <a:lnTo>
                  <a:pt x="1545" y="189958"/>
                </a:lnTo>
                <a:lnTo>
                  <a:pt x="65018" y="298770"/>
                </a:lnTo>
                <a:lnTo>
                  <a:pt x="128490" y="189958"/>
                </a:lnTo>
                <a:lnTo>
                  <a:pt x="129577" y="187418"/>
                </a:lnTo>
                <a:lnTo>
                  <a:pt x="130036" y="184694"/>
                </a:lnTo>
                <a:lnTo>
                  <a:pt x="129837" y="181940"/>
                </a:lnTo>
                <a:lnTo>
                  <a:pt x="128965" y="179308"/>
                </a:lnTo>
                <a:lnTo>
                  <a:pt x="127496" y="176967"/>
                </a:lnTo>
                <a:lnTo>
                  <a:pt x="125506" y="175039"/>
                </a:lnTo>
                <a:lnTo>
                  <a:pt x="123119" y="173646"/>
                </a:lnTo>
                <a:lnTo>
                  <a:pt x="120472" y="172866"/>
                </a:lnTo>
                <a:lnTo>
                  <a:pt x="117702" y="172743"/>
                </a:lnTo>
                <a:lnTo>
                  <a:pt x="114994" y="173279"/>
                </a:lnTo>
                <a:lnTo>
                  <a:pt x="112484" y="174457"/>
                </a:lnTo>
                <a:lnTo>
                  <a:pt x="110327" y="176202"/>
                </a:lnTo>
                <a:lnTo>
                  <a:pt x="108659" y="178405"/>
                </a:lnTo>
                <a:lnTo>
                  <a:pt x="76494" y="233544"/>
                </a:lnTo>
                <a:lnTo>
                  <a:pt x="76494" y="22953"/>
                </a:lnTo>
                <a:lnTo>
                  <a:pt x="8728639" y="229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testonsourcelibrar">
            <a:extLst xmlns:a="http://schemas.openxmlformats.org/drawingml/2006/main">
              <a:ext uri="{FF2B5EF4-FFF2-40B4-BE49-F238E27FC236}">
                <a16:creationId xmlns:a16="http://schemas.microsoft.com/office/drawing/2014/main" id="{80CBE249-D420-4CD4-87B3-4E48903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84" y="220469"/>
            <a:ext cx="1324998" cy="100329"/>
          </a:xfrm>
          <a:custGeom xmlns:a="http://schemas.openxmlformats.org/drawingml/2006/main">
            <a:pathLst>
              <a:path w="1324998" h="100329">
                <a:moveTo>
                  <a:pt x="0" y="41557"/>
                </a:moveTo>
                <a:lnTo>
                  <a:pt x="2959" y="27167"/>
                </a:lnTo>
                <a:lnTo>
                  <a:pt x="12453" y="27167"/>
                </a:lnTo>
                <a:lnTo>
                  <a:pt x="14798" y="15735"/>
                </a:lnTo>
                <a:lnTo>
                  <a:pt x="36850" y="2421"/>
                </a:lnTo>
                <a:lnTo>
                  <a:pt x="31752" y="27167"/>
                </a:lnTo>
                <a:lnTo>
                  <a:pt x="43440" y="27167"/>
                </a:lnTo>
                <a:lnTo>
                  <a:pt x="40481" y="41557"/>
                </a:lnTo>
                <a:lnTo>
                  <a:pt x="28787" y="41557"/>
                </a:lnTo>
                <a:lnTo>
                  <a:pt x="22392" y="71490"/>
                </a:lnTo>
                <a:cubicBezTo>
                  <a:pt x="21272" y="76907"/>
                  <a:pt x="20711" y="79996"/>
                  <a:pt x="20711" y="80757"/>
                </a:cubicBezTo>
                <a:cubicBezTo>
                  <a:pt x="20711" y="82238"/>
                  <a:pt x="21182" y="83393"/>
                  <a:pt x="22124" y="84224"/>
                </a:cubicBezTo>
                <a:cubicBezTo>
                  <a:pt x="23065" y="85053"/>
                  <a:pt x="24768" y="85468"/>
                  <a:pt x="27234" y="85468"/>
                </a:cubicBezTo>
                <a:cubicBezTo>
                  <a:pt x="28086" y="85468"/>
                  <a:pt x="30215" y="85311"/>
                  <a:pt x="33622" y="84997"/>
                </a:cubicBezTo>
                <a:lnTo>
                  <a:pt x="30596" y="99320"/>
                </a:lnTo>
                <a:cubicBezTo>
                  <a:pt x="27279" y="99993"/>
                  <a:pt x="23872" y="100329"/>
                  <a:pt x="20375" y="100329"/>
                </a:cubicBezTo>
                <a:cubicBezTo>
                  <a:pt x="13561" y="100329"/>
                  <a:pt x="8607" y="99012"/>
                  <a:pt x="5514" y="96379"/>
                </a:cubicBezTo>
                <a:cubicBezTo>
                  <a:pt x="2421" y="93743"/>
                  <a:pt x="874" y="90084"/>
                  <a:pt x="874" y="85401"/>
                </a:cubicBezTo>
                <a:cubicBezTo>
                  <a:pt x="874" y="83204"/>
                  <a:pt x="1704" y="78138"/>
                  <a:pt x="3362" y="70201"/>
                </a:cubicBezTo>
                <a:lnTo>
                  <a:pt x="9593" y="41557"/>
                </a:lnTo>
                <a:lnTo>
                  <a:pt x="0" y="41557"/>
                </a:lnTo>
                <a:close/>
                <a:moveTo>
                  <a:pt x="110595" y="68859"/>
                </a:moveTo>
                <a:lnTo>
                  <a:pt x="62179" y="68859"/>
                </a:lnTo>
                <a:cubicBezTo>
                  <a:pt x="62134" y="69621"/>
                  <a:pt x="62111" y="70203"/>
                  <a:pt x="62111" y="70607"/>
                </a:cubicBezTo>
                <a:cubicBezTo>
                  <a:pt x="62111" y="75359"/>
                  <a:pt x="63468" y="79192"/>
                  <a:pt x="66180" y="82106"/>
                </a:cubicBezTo>
                <a:cubicBezTo>
                  <a:pt x="68892" y="85020"/>
                  <a:pt x="72198" y="86477"/>
                  <a:pt x="76098" y="86477"/>
                </a:cubicBezTo>
                <a:cubicBezTo>
                  <a:pt x="82509" y="86477"/>
                  <a:pt x="87508" y="83159"/>
                  <a:pt x="91094" y="76525"/>
                </a:cubicBezTo>
                <a:lnTo>
                  <a:pt x="108376" y="79483"/>
                </a:lnTo>
                <a:cubicBezTo>
                  <a:pt x="105014" y="86432"/>
                  <a:pt x="100519" y="91643"/>
                  <a:pt x="94893" y="95118"/>
                </a:cubicBezTo>
                <a:cubicBezTo>
                  <a:pt x="89267" y="98592"/>
                  <a:pt x="82957" y="100329"/>
                  <a:pt x="75964" y="100329"/>
                </a:cubicBezTo>
                <a:cubicBezTo>
                  <a:pt x="66370" y="100329"/>
                  <a:pt x="58570" y="97286"/>
                  <a:pt x="52563" y="91201"/>
                </a:cubicBezTo>
                <a:cubicBezTo>
                  <a:pt x="46555" y="85115"/>
                  <a:pt x="43552" y="77065"/>
                  <a:pt x="43552" y="67051"/>
                </a:cubicBezTo>
                <a:cubicBezTo>
                  <a:pt x="43552" y="57260"/>
                  <a:pt x="46264" y="48547"/>
                  <a:pt x="51688" y="40912"/>
                </a:cubicBezTo>
                <a:cubicBezTo>
                  <a:pt x="59085" y="30583"/>
                  <a:pt x="69643" y="25419"/>
                  <a:pt x="83361" y="25419"/>
                </a:cubicBezTo>
                <a:cubicBezTo>
                  <a:pt x="92103" y="25419"/>
                  <a:pt x="99051" y="28124"/>
                  <a:pt x="104207" y="33534"/>
                </a:cubicBezTo>
                <a:cubicBezTo>
                  <a:pt x="109362" y="38945"/>
                  <a:pt x="111940" y="46521"/>
                  <a:pt x="111940" y="56265"/>
                </a:cubicBezTo>
                <a:cubicBezTo>
                  <a:pt x="111940" y="60934"/>
                  <a:pt x="111491" y="65132"/>
                  <a:pt x="110595" y="68859"/>
                </a:cubicBezTo>
                <a:moveTo>
                  <a:pt x="94322" y="57024"/>
                </a:moveTo>
                <a:cubicBezTo>
                  <a:pt x="94366" y="56175"/>
                  <a:pt x="94389" y="55527"/>
                  <a:pt x="94389" y="55082"/>
                </a:cubicBezTo>
                <a:cubicBezTo>
                  <a:pt x="94389" y="49812"/>
                  <a:pt x="93201" y="45859"/>
                  <a:pt x="90825" y="43224"/>
                </a:cubicBezTo>
                <a:cubicBezTo>
                  <a:pt x="88449" y="40588"/>
                  <a:pt x="85266" y="39271"/>
                  <a:pt x="81276" y="39271"/>
                </a:cubicBezTo>
                <a:cubicBezTo>
                  <a:pt x="77286" y="39271"/>
                  <a:pt x="73711" y="40767"/>
                  <a:pt x="70551" y="43760"/>
                </a:cubicBezTo>
                <a:cubicBezTo>
                  <a:pt x="67390" y="46752"/>
                  <a:pt x="65250" y="51173"/>
                  <a:pt x="64129" y="57024"/>
                </a:cubicBezTo>
                <a:lnTo>
                  <a:pt x="94322" y="57024"/>
                </a:lnTo>
                <a:close/>
                <a:moveTo>
                  <a:pt x="115086" y="78561"/>
                </a:moveTo>
                <a:lnTo>
                  <a:pt x="133780" y="75583"/>
                </a:lnTo>
                <a:cubicBezTo>
                  <a:pt x="135438" y="79552"/>
                  <a:pt x="137501" y="82360"/>
                  <a:pt x="139966" y="84008"/>
                </a:cubicBezTo>
                <a:cubicBezTo>
                  <a:pt x="142432" y="85654"/>
                  <a:pt x="145794" y="86477"/>
                  <a:pt x="150053" y="86477"/>
                </a:cubicBezTo>
                <a:cubicBezTo>
                  <a:pt x="154446" y="86477"/>
                  <a:pt x="157965" y="85493"/>
                  <a:pt x="160610" y="83526"/>
                </a:cubicBezTo>
                <a:cubicBezTo>
                  <a:pt x="162448" y="82184"/>
                  <a:pt x="163367" y="80552"/>
                  <a:pt x="163367" y="78630"/>
                </a:cubicBezTo>
                <a:cubicBezTo>
                  <a:pt x="163367" y="77333"/>
                  <a:pt x="162897" y="76167"/>
                  <a:pt x="161955" y="75133"/>
                </a:cubicBezTo>
                <a:cubicBezTo>
                  <a:pt x="160969" y="74146"/>
                  <a:pt x="158302" y="72933"/>
                  <a:pt x="153953" y="71496"/>
                </a:cubicBezTo>
                <a:cubicBezTo>
                  <a:pt x="142297" y="67633"/>
                  <a:pt x="135080" y="64580"/>
                  <a:pt x="132300" y="62336"/>
                </a:cubicBezTo>
                <a:cubicBezTo>
                  <a:pt x="127952" y="58832"/>
                  <a:pt x="125778" y="54251"/>
                  <a:pt x="125778" y="48593"/>
                </a:cubicBezTo>
                <a:cubicBezTo>
                  <a:pt x="125778" y="42934"/>
                  <a:pt x="127885" y="38061"/>
                  <a:pt x="132099" y="33973"/>
                </a:cubicBezTo>
                <a:cubicBezTo>
                  <a:pt x="137971" y="28270"/>
                  <a:pt x="146691" y="25419"/>
                  <a:pt x="158257" y="25419"/>
                </a:cubicBezTo>
                <a:cubicBezTo>
                  <a:pt x="167447" y="25419"/>
                  <a:pt x="174395" y="27100"/>
                  <a:pt x="179103" y="30462"/>
                </a:cubicBezTo>
                <a:cubicBezTo>
                  <a:pt x="183810" y="33824"/>
                  <a:pt x="186791" y="38374"/>
                  <a:pt x="188046" y="44113"/>
                </a:cubicBezTo>
                <a:lnTo>
                  <a:pt x="170226" y="47206"/>
                </a:lnTo>
                <a:cubicBezTo>
                  <a:pt x="169285" y="44606"/>
                  <a:pt x="167761" y="42656"/>
                  <a:pt x="165654" y="41356"/>
                </a:cubicBezTo>
                <a:cubicBezTo>
                  <a:pt x="162785" y="39607"/>
                  <a:pt x="159333" y="38733"/>
                  <a:pt x="155298" y="38733"/>
                </a:cubicBezTo>
                <a:cubicBezTo>
                  <a:pt x="151263" y="38733"/>
                  <a:pt x="148361" y="39408"/>
                  <a:pt x="146590" y="40759"/>
                </a:cubicBezTo>
                <a:cubicBezTo>
                  <a:pt x="144819" y="42109"/>
                  <a:pt x="143934" y="43663"/>
                  <a:pt x="143934" y="45420"/>
                </a:cubicBezTo>
                <a:cubicBezTo>
                  <a:pt x="143934" y="47220"/>
                  <a:pt x="144830" y="48704"/>
                  <a:pt x="146623" y="49872"/>
                </a:cubicBezTo>
                <a:cubicBezTo>
                  <a:pt x="147744" y="50591"/>
                  <a:pt x="151353" y="51848"/>
                  <a:pt x="157450" y="53644"/>
                </a:cubicBezTo>
                <a:cubicBezTo>
                  <a:pt x="166864" y="56385"/>
                  <a:pt x="173163" y="59079"/>
                  <a:pt x="176346" y="61729"/>
                </a:cubicBezTo>
                <a:cubicBezTo>
                  <a:pt x="180829" y="65456"/>
                  <a:pt x="183070" y="69948"/>
                  <a:pt x="183070" y="75203"/>
                </a:cubicBezTo>
                <a:cubicBezTo>
                  <a:pt x="183070" y="81983"/>
                  <a:pt x="180223" y="87866"/>
                  <a:pt x="174530" y="92852"/>
                </a:cubicBezTo>
                <a:cubicBezTo>
                  <a:pt x="168837" y="97837"/>
                  <a:pt x="160812" y="100329"/>
                  <a:pt x="150456" y="100329"/>
                </a:cubicBezTo>
                <a:cubicBezTo>
                  <a:pt x="140145" y="100329"/>
                  <a:pt x="132177" y="98425"/>
                  <a:pt x="126551" y="94618"/>
                </a:cubicBezTo>
                <a:cubicBezTo>
                  <a:pt x="120925" y="90808"/>
                  <a:pt x="117103" y="85456"/>
                  <a:pt x="115086" y="78561"/>
                </a:cubicBezTo>
                <a:close/>
                <a:moveTo>
                  <a:pt x="198925" y="41557"/>
                </a:moveTo>
                <a:lnTo>
                  <a:pt x="201884" y="27167"/>
                </a:lnTo>
                <a:lnTo>
                  <a:pt x="211378" y="27167"/>
                </a:lnTo>
                <a:lnTo>
                  <a:pt x="213723" y="15735"/>
                </a:lnTo>
                <a:lnTo>
                  <a:pt x="235775" y="2421"/>
                </a:lnTo>
                <a:lnTo>
                  <a:pt x="230677" y="27167"/>
                </a:lnTo>
                <a:lnTo>
                  <a:pt x="242365" y="27167"/>
                </a:lnTo>
                <a:lnTo>
                  <a:pt x="239406" y="41557"/>
                </a:lnTo>
                <a:lnTo>
                  <a:pt x="227712" y="41557"/>
                </a:lnTo>
                <a:lnTo>
                  <a:pt x="221317" y="71490"/>
                </a:lnTo>
                <a:cubicBezTo>
                  <a:pt x="220197" y="76907"/>
                  <a:pt x="219636" y="79996"/>
                  <a:pt x="219636" y="80757"/>
                </a:cubicBezTo>
                <a:cubicBezTo>
                  <a:pt x="219636" y="82238"/>
                  <a:pt x="220107" y="83393"/>
                  <a:pt x="221048" y="84224"/>
                </a:cubicBezTo>
                <a:cubicBezTo>
                  <a:pt x="221990" y="85053"/>
                  <a:pt x="223693" y="85468"/>
                  <a:pt x="226159" y="85468"/>
                </a:cubicBezTo>
                <a:cubicBezTo>
                  <a:pt x="227011" y="85468"/>
                  <a:pt x="229140" y="85311"/>
                  <a:pt x="232547" y="84997"/>
                </a:cubicBezTo>
                <a:lnTo>
                  <a:pt x="229521" y="99320"/>
                </a:lnTo>
                <a:cubicBezTo>
                  <a:pt x="226204" y="99993"/>
                  <a:pt x="222797" y="100329"/>
                  <a:pt x="219300" y="100329"/>
                </a:cubicBezTo>
                <a:cubicBezTo>
                  <a:pt x="212486" y="100329"/>
                  <a:pt x="207532" y="99012"/>
                  <a:pt x="204439" y="96379"/>
                </a:cubicBezTo>
                <a:cubicBezTo>
                  <a:pt x="201346" y="93743"/>
                  <a:pt x="199799" y="90084"/>
                  <a:pt x="199799" y="85401"/>
                </a:cubicBezTo>
                <a:cubicBezTo>
                  <a:pt x="199799" y="83204"/>
                  <a:pt x="200628" y="78138"/>
                  <a:pt x="202287" y="70201"/>
                </a:cubicBezTo>
                <a:lnTo>
                  <a:pt x="208518" y="41557"/>
                </a:lnTo>
                <a:lnTo>
                  <a:pt x="198925" y="41557"/>
                </a:lnTo>
                <a:close/>
                <a:moveTo>
                  <a:pt x="281068" y="68936"/>
                </a:moveTo>
                <a:cubicBezTo>
                  <a:pt x="281068" y="55688"/>
                  <a:pt x="284800" y="45123"/>
                  <a:pt x="292265" y="37241"/>
                </a:cubicBezTo>
                <a:cubicBezTo>
                  <a:pt x="299729" y="29359"/>
                  <a:pt x="309535" y="25419"/>
                  <a:pt x="321684" y="25419"/>
                </a:cubicBezTo>
                <a:cubicBezTo>
                  <a:pt x="332219" y="25419"/>
                  <a:pt x="340445" y="28327"/>
                  <a:pt x="346363" y="34144"/>
                </a:cubicBezTo>
                <a:cubicBezTo>
                  <a:pt x="352280" y="39959"/>
                  <a:pt x="355239" y="47784"/>
                  <a:pt x="355239" y="57620"/>
                </a:cubicBezTo>
                <a:cubicBezTo>
                  <a:pt x="355239" y="69206"/>
                  <a:pt x="351541" y="79221"/>
                  <a:pt x="344144" y="87664"/>
                </a:cubicBezTo>
                <a:cubicBezTo>
                  <a:pt x="336747" y="96107"/>
                  <a:pt x="326840" y="100329"/>
                  <a:pt x="314422" y="100329"/>
                </a:cubicBezTo>
                <a:cubicBezTo>
                  <a:pt x="307697" y="100329"/>
                  <a:pt x="301735" y="98982"/>
                  <a:pt x="296535" y="96288"/>
                </a:cubicBezTo>
                <a:cubicBezTo>
                  <a:pt x="291334" y="93593"/>
                  <a:pt x="287457" y="89775"/>
                  <a:pt x="284901" y="84836"/>
                </a:cubicBezTo>
                <a:cubicBezTo>
                  <a:pt x="282346" y="79894"/>
                  <a:pt x="281068" y="74595"/>
                  <a:pt x="281068" y="68936"/>
                </a:cubicBezTo>
                <a:moveTo>
                  <a:pt x="336075" y="55118"/>
                </a:moveTo>
                <a:cubicBezTo>
                  <a:pt x="336075" y="50532"/>
                  <a:pt x="334741" y="46857"/>
                  <a:pt x="332073" y="44092"/>
                </a:cubicBezTo>
                <a:cubicBezTo>
                  <a:pt x="329406" y="41326"/>
                  <a:pt x="325965" y="39943"/>
                  <a:pt x="321751" y="39943"/>
                </a:cubicBezTo>
                <a:cubicBezTo>
                  <a:pt x="317582" y="39943"/>
                  <a:pt x="313884" y="41236"/>
                  <a:pt x="310656" y="43823"/>
                </a:cubicBezTo>
                <a:cubicBezTo>
                  <a:pt x="307428" y="46407"/>
                  <a:pt x="304918" y="50162"/>
                  <a:pt x="303125" y="55086"/>
                </a:cubicBezTo>
                <a:cubicBezTo>
                  <a:pt x="301331" y="60009"/>
                  <a:pt x="300435" y="64538"/>
                  <a:pt x="300435" y="68674"/>
                </a:cubicBezTo>
                <a:cubicBezTo>
                  <a:pt x="300435" y="73800"/>
                  <a:pt x="301825" y="77869"/>
                  <a:pt x="304604" y="80883"/>
                </a:cubicBezTo>
                <a:cubicBezTo>
                  <a:pt x="307383" y="83895"/>
                  <a:pt x="310880" y="85401"/>
                  <a:pt x="315094" y="85401"/>
                </a:cubicBezTo>
                <a:cubicBezTo>
                  <a:pt x="320384" y="85401"/>
                  <a:pt x="324822" y="83130"/>
                  <a:pt x="328409" y="78588"/>
                </a:cubicBezTo>
                <a:cubicBezTo>
                  <a:pt x="333519" y="72159"/>
                  <a:pt x="336075" y="64336"/>
                  <a:pt x="336075" y="55118"/>
                </a:cubicBezTo>
                <a:close/>
                <a:moveTo>
                  <a:pt x="377601" y="27167"/>
                </a:moveTo>
                <a:lnTo>
                  <a:pt x="395892" y="27167"/>
                </a:lnTo>
                <a:lnTo>
                  <a:pt x="394009" y="36461"/>
                </a:lnTo>
                <a:cubicBezTo>
                  <a:pt x="398582" y="32487"/>
                  <a:pt x="402852" y="29653"/>
                  <a:pt x="406819" y="27959"/>
                </a:cubicBezTo>
                <a:cubicBezTo>
                  <a:pt x="410787" y="26265"/>
                  <a:pt x="414967" y="25419"/>
                  <a:pt x="419360" y="25419"/>
                </a:cubicBezTo>
                <a:cubicBezTo>
                  <a:pt x="425233" y="25419"/>
                  <a:pt x="429862" y="27105"/>
                  <a:pt x="433246" y="30479"/>
                </a:cubicBezTo>
                <a:cubicBezTo>
                  <a:pt x="436631" y="33852"/>
                  <a:pt x="438323" y="38328"/>
                  <a:pt x="438323" y="43907"/>
                </a:cubicBezTo>
                <a:cubicBezTo>
                  <a:pt x="438323" y="46414"/>
                  <a:pt x="437584" y="51168"/>
                  <a:pt x="436104" y="58167"/>
                </a:cubicBezTo>
                <a:lnTo>
                  <a:pt x="427699" y="98581"/>
                </a:lnTo>
                <a:lnTo>
                  <a:pt x="408399" y="98581"/>
                </a:lnTo>
                <a:lnTo>
                  <a:pt x="416872" y="58028"/>
                </a:lnTo>
                <a:cubicBezTo>
                  <a:pt x="418127" y="51969"/>
                  <a:pt x="418755" y="48357"/>
                  <a:pt x="418755" y="47193"/>
                </a:cubicBezTo>
                <a:cubicBezTo>
                  <a:pt x="418755" y="44732"/>
                  <a:pt x="418027" y="42796"/>
                  <a:pt x="416570" y="41387"/>
                </a:cubicBezTo>
                <a:cubicBezTo>
                  <a:pt x="415113" y="39976"/>
                  <a:pt x="413084" y="39271"/>
                  <a:pt x="410484" y="39271"/>
                </a:cubicBezTo>
                <a:cubicBezTo>
                  <a:pt x="407660" y="39271"/>
                  <a:pt x="404522" y="40459"/>
                  <a:pt x="401070" y="42835"/>
                </a:cubicBezTo>
                <a:cubicBezTo>
                  <a:pt x="397618" y="45211"/>
                  <a:pt x="394906" y="48349"/>
                  <a:pt x="392933" y="52249"/>
                </a:cubicBezTo>
                <a:cubicBezTo>
                  <a:pt x="391499" y="55030"/>
                  <a:pt x="389885" y="60702"/>
                  <a:pt x="388091" y="69264"/>
                </a:cubicBezTo>
                <a:lnTo>
                  <a:pt x="381972" y="98581"/>
                </a:lnTo>
                <a:lnTo>
                  <a:pt x="362673" y="98581"/>
                </a:lnTo>
                <a:lnTo>
                  <a:pt x="377601" y="27167"/>
                </a:lnTo>
                <a:close/>
                <a:moveTo>
                  <a:pt x="482332" y="78561"/>
                </a:moveTo>
                <a:lnTo>
                  <a:pt x="501026" y="75583"/>
                </a:lnTo>
                <a:cubicBezTo>
                  <a:pt x="502684" y="79552"/>
                  <a:pt x="504746" y="82360"/>
                  <a:pt x="507212" y="84008"/>
                </a:cubicBezTo>
                <a:cubicBezTo>
                  <a:pt x="509678" y="85654"/>
                  <a:pt x="513040" y="86477"/>
                  <a:pt x="517299" y="86477"/>
                </a:cubicBezTo>
                <a:cubicBezTo>
                  <a:pt x="521692" y="86477"/>
                  <a:pt x="525211" y="85493"/>
                  <a:pt x="527856" y="83526"/>
                </a:cubicBezTo>
                <a:cubicBezTo>
                  <a:pt x="529694" y="82184"/>
                  <a:pt x="530613" y="80552"/>
                  <a:pt x="530613" y="78630"/>
                </a:cubicBezTo>
                <a:cubicBezTo>
                  <a:pt x="530613" y="77333"/>
                  <a:pt x="530143" y="76167"/>
                  <a:pt x="529201" y="75133"/>
                </a:cubicBezTo>
                <a:cubicBezTo>
                  <a:pt x="528215" y="74146"/>
                  <a:pt x="525547" y="72933"/>
                  <a:pt x="521199" y="71496"/>
                </a:cubicBezTo>
                <a:cubicBezTo>
                  <a:pt x="509543" y="67633"/>
                  <a:pt x="502326" y="64580"/>
                  <a:pt x="499546" y="62336"/>
                </a:cubicBezTo>
                <a:cubicBezTo>
                  <a:pt x="495198" y="58832"/>
                  <a:pt x="493023" y="54251"/>
                  <a:pt x="493023" y="48593"/>
                </a:cubicBezTo>
                <a:cubicBezTo>
                  <a:pt x="493023" y="42934"/>
                  <a:pt x="495130" y="38061"/>
                  <a:pt x="499344" y="33973"/>
                </a:cubicBezTo>
                <a:cubicBezTo>
                  <a:pt x="505217" y="28270"/>
                  <a:pt x="513937" y="25419"/>
                  <a:pt x="525503" y="25419"/>
                </a:cubicBezTo>
                <a:cubicBezTo>
                  <a:pt x="534693" y="25419"/>
                  <a:pt x="541641" y="27100"/>
                  <a:pt x="546349" y="30462"/>
                </a:cubicBezTo>
                <a:cubicBezTo>
                  <a:pt x="551056" y="33824"/>
                  <a:pt x="554037" y="38374"/>
                  <a:pt x="555292" y="44113"/>
                </a:cubicBezTo>
                <a:lnTo>
                  <a:pt x="537472" y="47206"/>
                </a:lnTo>
                <a:cubicBezTo>
                  <a:pt x="536531" y="44606"/>
                  <a:pt x="535007" y="42656"/>
                  <a:pt x="532900" y="41356"/>
                </a:cubicBezTo>
                <a:cubicBezTo>
                  <a:pt x="530030" y="39607"/>
                  <a:pt x="526579" y="38733"/>
                  <a:pt x="522544" y="38733"/>
                </a:cubicBezTo>
                <a:cubicBezTo>
                  <a:pt x="518509" y="38733"/>
                  <a:pt x="515606" y="39408"/>
                  <a:pt x="513836" y="40759"/>
                </a:cubicBezTo>
                <a:cubicBezTo>
                  <a:pt x="512065" y="42109"/>
                  <a:pt x="511180" y="43663"/>
                  <a:pt x="511180" y="45420"/>
                </a:cubicBezTo>
                <a:cubicBezTo>
                  <a:pt x="511180" y="47220"/>
                  <a:pt x="512076" y="48704"/>
                  <a:pt x="513869" y="49872"/>
                </a:cubicBezTo>
                <a:cubicBezTo>
                  <a:pt x="514990" y="50591"/>
                  <a:pt x="518599" y="51848"/>
                  <a:pt x="524696" y="53644"/>
                </a:cubicBezTo>
                <a:cubicBezTo>
                  <a:pt x="534110" y="56385"/>
                  <a:pt x="540409" y="59079"/>
                  <a:pt x="543591" y="61729"/>
                </a:cubicBezTo>
                <a:cubicBezTo>
                  <a:pt x="548074" y="65456"/>
                  <a:pt x="550316" y="69948"/>
                  <a:pt x="550316" y="75203"/>
                </a:cubicBezTo>
                <a:cubicBezTo>
                  <a:pt x="550316" y="81983"/>
                  <a:pt x="547469" y="87866"/>
                  <a:pt x="541776" y="92852"/>
                </a:cubicBezTo>
                <a:cubicBezTo>
                  <a:pt x="536082" y="97837"/>
                  <a:pt x="528058" y="100329"/>
                  <a:pt x="517702" y="100329"/>
                </a:cubicBezTo>
                <a:cubicBezTo>
                  <a:pt x="507391" y="100329"/>
                  <a:pt x="499423" y="98425"/>
                  <a:pt x="493797" y="94618"/>
                </a:cubicBezTo>
                <a:cubicBezTo>
                  <a:pt x="488171" y="90808"/>
                  <a:pt x="484349" y="85456"/>
                  <a:pt x="482332" y="78561"/>
                </a:cubicBezTo>
                <a:close/>
                <a:moveTo>
                  <a:pt x="564153" y="68936"/>
                </a:moveTo>
                <a:cubicBezTo>
                  <a:pt x="564153" y="55688"/>
                  <a:pt x="567886" y="45123"/>
                  <a:pt x="575350" y="37241"/>
                </a:cubicBezTo>
                <a:cubicBezTo>
                  <a:pt x="582814" y="29359"/>
                  <a:pt x="592620" y="25419"/>
                  <a:pt x="604769" y="25419"/>
                </a:cubicBezTo>
                <a:cubicBezTo>
                  <a:pt x="615304" y="25419"/>
                  <a:pt x="623531" y="28327"/>
                  <a:pt x="629448" y="34144"/>
                </a:cubicBezTo>
                <a:cubicBezTo>
                  <a:pt x="635366" y="39959"/>
                  <a:pt x="638324" y="47784"/>
                  <a:pt x="638324" y="57620"/>
                </a:cubicBezTo>
                <a:cubicBezTo>
                  <a:pt x="638324" y="69206"/>
                  <a:pt x="634626" y="79221"/>
                  <a:pt x="627229" y="87664"/>
                </a:cubicBezTo>
                <a:cubicBezTo>
                  <a:pt x="619832" y="96107"/>
                  <a:pt x="609925" y="100329"/>
                  <a:pt x="597507" y="100329"/>
                </a:cubicBezTo>
                <a:cubicBezTo>
                  <a:pt x="590782" y="100329"/>
                  <a:pt x="584820" y="98982"/>
                  <a:pt x="579620" y="96288"/>
                </a:cubicBezTo>
                <a:cubicBezTo>
                  <a:pt x="574419" y="93593"/>
                  <a:pt x="570542" y="89775"/>
                  <a:pt x="567986" y="84836"/>
                </a:cubicBezTo>
                <a:cubicBezTo>
                  <a:pt x="565431" y="79894"/>
                  <a:pt x="564153" y="74595"/>
                  <a:pt x="564153" y="68936"/>
                </a:cubicBezTo>
                <a:moveTo>
                  <a:pt x="619160" y="55118"/>
                </a:moveTo>
                <a:cubicBezTo>
                  <a:pt x="619160" y="50532"/>
                  <a:pt x="617826" y="46857"/>
                  <a:pt x="615159" y="44092"/>
                </a:cubicBezTo>
                <a:cubicBezTo>
                  <a:pt x="612491" y="41326"/>
                  <a:pt x="609050" y="39943"/>
                  <a:pt x="604836" y="39943"/>
                </a:cubicBezTo>
                <a:cubicBezTo>
                  <a:pt x="600667" y="39943"/>
                  <a:pt x="596969" y="41236"/>
                  <a:pt x="593741" y="43823"/>
                </a:cubicBezTo>
                <a:cubicBezTo>
                  <a:pt x="590513" y="46407"/>
                  <a:pt x="588003" y="50162"/>
                  <a:pt x="586210" y="55086"/>
                </a:cubicBezTo>
                <a:cubicBezTo>
                  <a:pt x="584417" y="60009"/>
                  <a:pt x="583520" y="64538"/>
                  <a:pt x="583520" y="68674"/>
                </a:cubicBezTo>
                <a:cubicBezTo>
                  <a:pt x="583520" y="73800"/>
                  <a:pt x="584910" y="77869"/>
                  <a:pt x="587689" y="80883"/>
                </a:cubicBezTo>
                <a:cubicBezTo>
                  <a:pt x="590469" y="83895"/>
                  <a:pt x="593965" y="85401"/>
                  <a:pt x="598179" y="85401"/>
                </a:cubicBezTo>
                <a:cubicBezTo>
                  <a:pt x="603469" y="85401"/>
                  <a:pt x="607907" y="83130"/>
                  <a:pt x="611494" y="78588"/>
                </a:cubicBezTo>
                <a:cubicBezTo>
                  <a:pt x="616604" y="72159"/>
                  <a:pt x="619160" y="64336"/>
                  <a:pt x="619160" y="55118"/>
                </a:cubicBezTo>
                <a:close/>
                <a:moveTo>
                  <a:pt x="660284" y="27167"/>
                </a:moveTo>
                <a:lnTo>
                  <a:pt x="679583" y="27167"/>
                </a:lnTo>
                <a:lnTo>
                  <a:pt x="670774" y="69464"/>
                </a:lnTo>
                <a:cubicBezTo>
                  <a:pt x="669698" y="74530"/>
                  <a:pt x="669160" y="77690"/>
                  <a:pt x="669160" y="78945"/>
                </a:cubicBezTo>
                <a:cubicBezTo>
                  <a:pt x="669160" y="81007"/>
                  <a:pt x="669922" y="82778"/>
                  <a:pt x="671446" y="84258"/>
                </a:cubicBezTo>
                <a:cubicBezTo>
                  <a:pt x="672970" y="85737"/>
                  <a:pt x="674920" y="86477"/>
                  <a:pt x="677296" y="86477"/>
                </a:cubicBezTo>
                <a:cubicBezTo>
                  <a:pt x="679000" y="86477"/>
                  <a:pt x="680681" y="86152"/>
                  <a:pt x="682340" y="85504"/>
                </a:cubicBezTo>
                <a:cubicBezTo>
                  <a:pt x="683998" y="84854"/>
                  <a:pt x="685702" y="83868"/>
                  <a:pt x="687450" y="82547"/>
                </a:cubicBezTo>
                <a:cubicBezTo>
                  <a:pt x="689199" y="81225"/>
                  <a:pt x="690768" y="79712"/>
                  <a:pt x="692158" y="78010"/>
                </a:cubicBezTo>
                <a:cubicBezTo>
                  <a:pt x="693547" y="76308"/>
                  <a:pt x="694847" y="74069"/>
                  <a:pt x="696058" y="71292"/>
                </a:cubicBezTo>
                <a:cubicBezTo>
                  <a:pt x="696909" y="69231"/>
                  <a:pt x="697828" y="65870"/>
                  <a:pt x="698815" y="61207"/>
                </a:cubicBezTo>
                <a:lnTo>
                  <a:pt x="705943" y="27167"/>
                </a:lnTo>
                <a:lnTo>
                  <a:pt x="725242" y="27167"/>
                </a:lnTo>
                <a:lnTo>
                  <a:pt x="710314" y="98581"/>
                </a:lnTo>
                <a:lnTo>
                  <a:pt x="692292" y="98581"/>
                </a:lnTo>
                <a:lnTo>
                  <a:pt x="694309" y="88948"/>
                </a:lnTo>
                <a:cubicBezTo>
                  <a:pt x="686419" y="96535"/>
                  <a:pt x="677834" y="100329"/>
                  <a:pt x="668555" y="100329"/>
                </a:cubicBezTo>
                <a:cubicBezTo>
                  <a:pt x="662682" y="100329"/>
                  <a:pt x="658064" y="98642"/>
                  <a:pt x="654702" y="95269"/>
                </a:cubicBezTo>
                <a:cubicBezTo>
                  <a:pt x="651340" y="91894"/>
                  <a:pt x="649659" y="87372"/>
                  <a:pt x="649659" y="81702"/>
                </a:cubicBezTo>
                <a:cubicBezTo>
                  <a:pt x="649659" y="79237"/>
                  <a:pt x="650421" y="74328"/>
                  <a:pt x="651945" y="66976"/>
                </a:cubicBezTo>
                <a:lnTo>
                  <a:pt x="660284" y="27167"/>
                </a:lnTo>
                <a:close/>
                <a:moveTo>
                  <a:pt x="743503" y="27167"/>
                </a:moveTo>
                <a:lnTo>
                  <a:pt x="761524" y="27167"/>
                </a:lnTo>
                <a:lnTo>
                  <a:pt x="758633" y="40990"/>
                </a:lnTo>
                <a:cubicBezTo>
                  <a:pt x="765357" y="30609"/>
                  <a:pt x="772642" y="25419"/>
                  <a:pt x="780487" y="25419"/>
                </a:cubicBezTo>
                <a:cubicBezTo>
                  <a:pt x="783267" y="25419"/>
                  <a:pt x="786248" y="26113"/>
                  <a:pt x="789431" y="27503"/>
                </a:cubicBezTo>
                <a:lnTo>
                  <a:pt x="782034" y="43306"/>
                </a:lnTo>
                <a:cubicBezTo>
                  <a:pt x="780285" y="42678"/>
                  <a:pt x="778425" y="42364"/>
                  <a:pt x="776453" y="42364"/>
                </a:cubicBezTo>
                <a:cubicBezTo>
                  <a:pt x="773135" y="42364"/>
                  <a:pt x="769762" y="43622"/>
                  <a:pt x="766332" y="46138"/>
                </a:cubicBezTo>
                <a:cubicBezTo>
                  <a:pt x="762903" y="48653"/>
                  <a:pt x="760224" y="52010"/>
                  <a:pt x="758296" y="56210"/>
                </a:cubicBezTo>
                <a:cubicBezTo>
                  <a:pt x="756369" y="60409"/>
                  <a:pt x="754463" y="67068"/>
                  <a:pt x="752581" y="76186"/>
                </a:cubicBezTo>
                <a:lnTo>
                  <a:pt x="747874" y="98581"/>
                </a:lnTo>
                <a:lnTo>
                  <a:pt x="728574" y="98581"/>
                </a:lnTo>
                <a:lnTo>
                  <a:pt x="743503" y="27167"/>
                </a:lnTo>
                <a:close/>
                <a:moveTo>
                  <a:pt x="831623" y="71683"/>
                </a:moveTo>
                <a:lnTo>
                  <a:pt x="850384" y="74709"/>
                </a:lnTo>
                <a:cubicBezTo>
                  <a:pt x="847291" y="83070"/>
                  <a:pt x="842718" y="89430"/>
                  <a:pt x="836666" y="93790"/>
                </a:cubicBezTo>
                <a:cubicBezTo>
                  <a:pt x="830614" y="98149"/>
                  <a:pt x="823599" y="100329"/>
                  <a:pt x="815619" y="100329"/>
                </a:cubicBezTo>
                <a:cubicBezTo>
                  <a:pt x="806518" y="100329"/>
                  <a:pt x="799301" y="97612"/>
                  <a:pt x="793966" y="92178"/>
                </a:cubicBezTo>
                <a:cubicBezTo>
                  <a:pt x="788631" y="86744"/>
                  <a:pt x="785964" y="79266"/>
                  <a:pt x="785964" y="69745"/>
                </a:cubicBezTo>
                <a:cubicBezTo>
                  <a:pt x="785964" y="61976"/>
                  <a:pt x="787578" y="54633"/>
                  <a:pt x="790806" y="47716"/>
                </a:cubicBezTo>
                <a:cubicBezTo>
                  <a:pt x="794033" y="40800"/>
                  <a:pt x="798897" y="35355"/>
                  <a:pt x="805398" y="31380"/>
                </a:cubicBezTo>
                <a:cubicBezTo>
                  <a:pt x="811898" y="27406"/>
                  <a:pt x="819026" y="25419"/>
                  <a:pt x="826781" y="25419"/>
                </a:cubicBezTo>
                <a:cubicBezTo>
                  <a:pt x="835209" y="25419"/>
                  <a:pt x="841934" y="27631"/>
                  <a:pt x="846955" y="32055"/>
                </a:cubicBezTo>
                <a:cubicBezTo>
                  <a:pt x="851976" y="36479"/>
                  <a:pt x="854800" y="42303"/>
                  <a:pt x="855428" y="49526"/>
                </a:cubicBezTo>
                <a:lnTo>
                  <a:pt x="837070" y="51509"/>
                </a:lnTo>
                <a:cubicBezTo>
                  <a:pt x="836622" y="47451"/>
                  <a:pt x="835400" y="44464"/>
                  <a:pt x="833405" y="42549"/>
                </a:cubicBezTo>
                <a:cubicBezTo>
                  <a:pt x="831410" y="40633"/>
                  <a:pt x="828799" y="39674"/>
                  <a:pt x="825571" y="39674"/>
                </a:cubicBezTo>
                <a:cubicBezTo>
                  <a:pt x="821850" y="39674"/>
                  <a:pt x="818376" y="41066"/>
                  <a:pt x="815148" y="43850"/>
                </a:cubicBezTo>
                <a:cubicBezTo>
                  <a:pt x="811920" y="46634"/>
                  <a:pt x="809444" y="50798"/>
                  <a:pt x="807718" y="56343"/>
                </a:cubicBezTo>
                <a:cubicBezTo>
                  <a:pt x="805992" y="61888"/>
                  <a:pt x="805129" y="67084"/>
                  <a:pt x="805129" y="71933"/>
                </a:cubicBezTo>
                <a:cubicBezTo>
                  <a:pt x="805129" y="76153"/>
                  <a:pt x="806160" y="79408"/>
                  <a:pt x="808222" y="81698"/>
                </a:cubicBezTo>
                <a:cubicBezTo>
                  <a:pt x="810284" y="83987"/>
                  <a:pt x="812862" y="85132"/>
                  <a:pt x="815955" y="85132"/>
                </a:cubicBezTo>
                <a:cubicBezTo>
                  <a:pt x="819048" y="85132"/>
                  <a:pt x="822029" y="84011"/>
                  <a:pt x="824899" y="81770"/>
                </a:cubicBezTo>
                <a:cubicBezTo>
                  <a:pt x="827768" y="79528"/>
                  <a:pt x="830009" y="76166"/>
                  <a:pt x="831623" y="71683"/>
                </a:cubicBezTo>
                <a:close/>
                <a:moveTo>
                  <a:pt x="929248" y="68859"/>
                </a:moveTo>
                <a:lnTo>
                  <a:pt x="880832" y="68859"/>
                </a:lnTo>
                <a:cubicBezTo>
                  <a:pt x="880787" y="69621"/>
                  <a:pt x="880764" y="70203"/>
                  <a:pt x="880764" y="70607"/>
                </a:cubicBezTo>
                <a:cubicBezTo>
                  <a:pt x="880764" y="75359"/>
                  <a:pt x="882120" y="79192"/>
                  <a:pt x="884833" y="82106"/>
                </a:cubicBezTo>
                <a:cubicBezTo>
                  <a:pt x="887545" y="85020"/>
                  <a:pt x="890851" y="86477"/>
                  <a:pt x="894751" y="86477"/>
                </a:cubicBezTo>
                <a:cubicBezTo>
                  <a:pt x="901162" y="86477"/>
                  <a:pt x="906160" y="83159"/>
                  <a:pt x="909747" y="76525"/>
                </a:cubicBezTo>
                <a:lnTo>
                  <a:pt x="927029" y="79483"/>
                </a:lnTo>
                <a:cubicBezTo>
                  <a:pt x="923666" y="86432"/>
                  <a:pt x="919172" y="91643"/>
                  <a:pt x="913546" y="95118"/>
                </a:cubicBezTo>
                <a:cubicBezTo>
                  <a:pt x="907920" y="98592"/>
                  <a:pt x="901610" y="100329"/>
                  <a:pt x="894617" y="100329"/>
                </a:cubicBezTo>
                <a:cubicBezTo>
                  <a:pt x="885023" y="100329"/>
                  <a:pt x="877223" y="97286"/>
                  <a:pt x="871216" y="91201"/>
                </a:cubicBezTo>
                <a:cubicBezTo>
                  <a:pt x="865208" y="85115"/>
                  <a:pt x="862205" y="77065"/>
                  <a:pt x="862205" y="67051"/>
                </a:cubicBezTo>
                <a:cubicBezTo>
                  <a:pt x="862205" y="57260"/>
                  <a:pt x="864917" y="48547"/>
                  <a:pt x="870341" y="40912"/>
                </a:cubicBezTo>
                <a:cubicBezTo>
                  <a:pt x="877738" y="30583"/>
                  <a:pt x="888296" y="25419"/>
                  <a:pt x="902014" y="25419"/>
                </a:cubicBezTo>
                <a:cubicBezTo>
                  <a:pt x="910755" y="25419"/>
                  <a:pt x="917704" y="28124"/>
                  <a:pt x="922860" y="33534"/>
                </a:cubicBezTo>
                <a:cubicBezTo>
                  <a:pt x="928015" y="38945"/>
                  <a:pt x="930593" y="46521"/>
                  <a:pt x="930593" y="56265"/>
                </a:cubicBezTo>
                <a:cubicBezTo>
                  <a:pt x="930593" y="60934"/>
                  <a:pt x="930144" y="65132"/>
                  <a:pt x="929248" y="68859"/>
                </a:cubicBezTo>
                <a:moveTo>
                  <a:pt x="912975" y="57024"/>
                </a:moveTo>
                <a:cubicBezTo>
                  <a:pt x="913019" y="56175"/>
                  <a:pt x="913042" y="55527"/>
                  <a:pt x="913042" y="55082"/>
                </a:cubicBezTo>
                <a:cubicBezTo>
                  <a:pt x="913042" y="49812"/>
                  <a:pt x="911854" y="45859"/>
                  <a:pt x="909478" y="43224"/>
                </a:cubicBezTo>
                <a:cubicBezTo>
                  <a:pt x="907102" y="40588"/>
                  <a:pt x="903919" y="39271"/>
                  <a:pt x="899929" y="39271"/>
                </a:cubicBezTo>
                <a:cubicBezTo>
                  <a:pt x="895939" y="39271"/>
                  <a:pt x="892364" y="40767"/>
                  <a:pt x="889204" y="43760"/>
                </a:cubicBezTo>
                <a:cubicBezTo>
                  <a:pt x="886043" y="46752"/>
                  <a:pt x="883902" y="51173"/>
                  <a:pt x="882782" y="57024"/>
                </a:cubicBezTo>
                <a:lnTo>
                  <a:pt x="912975" y="57024"/>
                </a:lnTo>
                <a:close/>
                <a:moveTo>
                  <a:pt x="974346" y="98581"/>
                </a:moveTo>
                <a:lnTo>
                  <a:pt x="994990" y="0"/>
                </a:lnTo>
                <a:lnTo>
                  <a:pt x="1014222" y="0"/>
                </a:lnTo>
                <a:lnTo>
                  <a:pt x="993646" y="98581"/>
                </a:lnTo>
                <a:lnTo>
                  <a:pt x="974346" y="98581"/>
                </a:lnTo>
                <a:close/>
                <a:moveTo>
                  <a:pt x="1033312" y="0"/>
                </a:moveTo>
                <a:lnTo>
                  <a:pt x="1052612" y="0"/>
                </a:lnTo>
                <a:lnTo>
                  <a:pt x="1048980" y="17484"/>
                </a:lnTo>
                <a:lnTo>
                  <a:pt x="1029681" y="17484"/>
                </a:lnTo>
                <a:lnTo>
                  <a:pt x="1033312" y="0"/>
                </a:lnTo>
                <a:moveTo>
                  <a:pt x="1027664" y="27167"/>
                </a:moveTo>
                <a:lnTo>
                  <a:pt x="1046963" y="27167"/>
                </a:lnTo>
                <a:lnTo>
                  <a:pt x="1032035" y="98581"/>
                </a:lnTo>
                <a:lnTo>
                  <a:pt x="1012736" y="98581"/>
                </a:lnTo>
                <a:lnTo>
                  <a:pt x="1027664" y="27167"/>
                </a:lnTo>
                <a:close/>
                <a:moveTo>
                  <a:pt x="1050452" y="98581"/>
                </a:moveTo>
                <a:lnTo>
                  <a:pt x="1071029" y="0"/>
                </a:lnTo>
                <a:lnTo>
                  <a:pt x="1090396" y="0"/>
                </a:lnTo>
                <a:lnTo>
                  <a:pt x="1083470" y="32918"/>
                </a:lnTo>
                <a:cubicBezTo>
                  <a:pt x="1087011" y="30216"/>
                  <a:pt x="1090317" y="28290"/>
                  <a:pt x="1093388" y="27142"/>
                </a:cubicBezTo>
                <a:cubicBezTo>
                  <a:pt x="1096459" y="25993"/>
                  <a:pt x="1099810" y="25419"/>
                  <a:pt x="1103441" y="25419"/>
                </a:cubicBezTo>
                <a:cubicBezTo>
                  <a:pt x="1110973" y="25419"/>
                  <a:pt x="1117002" y="27945"/>
                  <a:pt x="1121530" y="32998"/>
                </a:cubicBezTo>
                <a:cubicBezTo>
                  <a:pt x="1126058" y="38050"/>
                  <a:pt x="1128322" y="45404"/>
                  <a:pt x="1128322" y="55059"/>
                </a:cubicBezTo>
                <a:cubicBezTo>
                  <a:pt x="1128322" y="61572"/>
                  <a:pt x="1127257" y="67893"/>
                  <a:pt x="1125128" y="74024"/>
                </a:cubicBezTo>
                <a:cubicBezTo>
                  <a:pt x="1122998" y="80153"/>
                  <a:pt x="1120152" y="85137"/>
                  <a:pt x="1116588" y="88977"/>
                </a:cubicBezTo>
                <a:cubicBezTo>
                  <a:pt x="1113024" y="92817"/>
                  <a:pt x="1109280" y="95670"/>
                  <a:pt x="1105358" y="97534"/>
                </a:cubicBezTo>
                <a:cubicBezTo>
                  <a:pt x="1101435" y="99398"/>
                  <a:pt x="1097322" y="100329"/>
                  <a:pt x="1093018" y="100329"/>
                </a:cubicBezTo>
                <a:cubicBezTo>
                  <a:pt x="1082797" y="100329"/>
                  <a:pt x="1075288" y="95874"/>
                  <a:pt x="1070491" y="86964"/>
                </a:cubicBezTo>
                <a:lnTo>
                  <a:pt x="1068003" y="98581"/>
                </a:lnTo>
                <a:lnTo>
                  <a:pt x="1050452" y="98581"/>
                </a:lnTo>
                <a:moveTo>
                  <a:pt x="1076476" y="69552"/>
                </a:moveTo>
                <a:cubicBezTo>
                  <a:pt x="1076476" y="74363"/>
                  <a:pt x="1077832" y="78274"/>
                  <a:pt x="1080544" y="81286"/>
                </a:cubicBezTo>
                <a:cubicBezTo>
                  <a:pt x="1083257" y="84298"/>
                  <a:pt x="1086451" y="85804"/>
                  <a:pt x="1090127" y="85804"/>
                </a:cubicBezTo>
                <a:cubicBezTo>
                  <a:pt x="1093355" y="85804"/>
                  <a:pt x="1096437" y="84635"/>
                  <a:pt x="1099373" y="82297"/>
                </a:cubicBezTo>
                <a:cubicBezTo>
                  <a:pt x="1102309" y="79959"/>
                  <a:pt x="1104753" y="76228"/>
                  <a:pt x="1106703" y="71103"/>
                </a:cubicBezTo>
                <a:cubicBezTo>
                  <a:pt x="1108653" y="65977"/>
                  <a:pt x="1109628" y="60806"/>
                  <a:pt x="1109628" y="55590"/>
                </a:cubicBezTo>
                <a:cubicBezTo>
                  <a:pt x="1109628" y="50511"/>
                  <a:pt x="1108316" y="46521"/>
                  <a:pt x="1105694" y="43621"/>
                </a:cubicBezTo>
                <a:cubicBezTo>
                  <a:pt x="1103071" y="40721"/>
                  <a:pt x="1099900" y="39271"/>
                  <a:pt x="1096179" y="39271"/>
                </a:cubicBezTo>
                <a:cubicBezTo>
                  <a:pt x="1091337" y="39271"/>
                  <a:pt x="1087168" y="41519"/>
                  <a:pt x="1083671" y="46014"/>
                </a:cubicBezTo>
                <a:cubicBezTo>
                  <a:pt x="1078874" y="52174"/>
                  <a:pt x="1076476" y="60020"/>
                  <a:pt x="1076476" y="69552"/>
                </a:cubicBezTo>
                <a:close/>
                <a:moveTo>
                  <a:pt x="1149003" y="27167"/>
                </a:moveTo>
                <a:lnTo>
                  <a:pt x="1167025" y="27167"/>
                </a:lnTo>
                <a:lnTo>
                  <a:pt x="1164133" y="40990"/>
                </a:lnTo>
                <a:cubicBezTo>
                  <a:pt x="1170858" y="30609"/>
                  <a:pt x="1178143" y="25419"/>
                  <a:pt x="1185988" y="25419"/>
                </a:cubicBezTo>
                <a:cubicBezTo>
                  <a:pt x="1188767" y="25419"/>
                  <a:pt x="1191749" y="26113"/>
                  <a:pt x="1194931" y="27503"/>
                </a:cubicBezTo>
                <a:lnTo>
                  <a:pt x="1187535" y="43306"/>
                </a:lnTo>
                <a:cubicBezTo>
                  <a:pt x="1185786" y="42678"/>
                  <a:pt x="1183926" y="42364"/>
                  <a:pt x="1181953" y="42364"/>
                </a:cubicBezTo>
                <a:cubicBezTo>
                  <a:pt x="1178636" y="42364"/>
                  <a:pt x="1175262" y="43622"/>
                  <a:pt x="1171833" y="46138"/>
                </a:cubicBezTo>
                <a:cubicBezTo>
                  <a:pt x="1168403" y="48653"/>
                  <a:pt x="1165725" y="52010"/>
                  <a:pt x="1163797" y="56210"/>
                </a:cubicBezTo>
                <a:cubicBezTo>
                  <a:pt x="1161869" y="60409"/>
                  <a:pt x="1159964" y="67068"/>
                  <a:pt x="1158081" y="76186"/>
                </a:cubicBezTo>
                <a:lnTo>
                  <a:pt x="1153374" y="98581"/>
                </a:lnTo>
                <a:lnTo>
                  <a:pt x="1134075" y="98581"/>
                </a:lnTo>
                <a:lnTo>
                  <a:pt x="1149003" y="27167"/>
                </a:lnTo>
                <a:close/>
                <a:moveTo>
                  <a:pt x="1215942" y="47340"/>
                </a:moveTo>
                <a:lnTo>
                  <a:pt x="1197113" y="45739"/>
                </a:lnTo>
                <a:cubicBezTo>
                  <a:pt x="1199265" y="39369"/>
                  <a:pt x="1203019" y="34390"/>
                  <a:pt x="1208377" y="30802"/>
                </a:cubicBezTo>
                <a:cubicBezTo>
                  <a:pt x="1213734" y="27213"/>
                  <a:pt x="1220828" y="25419"/>
                  <a:pt x="1229660" y="25419"/>
                </a:cubicBezTo>
                <a:cubicBezTo>
                  <a:pt x="1238850" y="25419"/>
                  <a:pt x="1245641" y="27270"/>
                  <a:pt x="1250035" y="30973"/>
                </a:cubicBezTo>
                <a:cubicBezTo>
                  <a:pt x="1254428" y="34674"/>
                  <a:pt x="1256625" y="39194"/>
                  <a:pt x="1256625" y="44533"/>
                </a:cubicBezTo>
                <a:cubicBezTo>
                  <a:pt x="1256625" y="46687"/>
                  <a:pt x="1256434" y="48977"/>
                  <a:pt x="1256053" y="51400"/>
                </a:cubicBezTo>
                <a:cubicBezTo>
                  <a:pt x="1255672" y="53822"/>
                  <a:pt x="1254338" y="60194"/>
                  <a:pt x="1252052" y="70515"/>
                </a:cubicBezTo>
                <a:cubicBezTo>
                  <a:pt x="1250169" y="79039"/>
                  <a:pt x="1249228" y="85007"/>
                  <a:pt x="1249228" y="88418"/>
                </a:cubicBezTo>
                <a:cubicBezTo>
                  <a:pt x="1249228" y="91470"/>
                  <a:pt x="1249766" y="94857"/>
                  <a:pt x="1250842" y="98581"/>
                </a:cubicBezTo>
                <a:lnTo>
                  <a:pt x="1232080" y="98581"/>
                </a:lnTo>
                <a:cubicBezTo>
                  <a:pt x="1231318" y="95981"/>
                  <a:pt x="1230848" y="93291"/>
                  <a:pt x="1230668" y="90511"/>
                </a:cubicBezTo>
                <a:cubicBezTo>
                  <a:pt x="1227844" y="93649"/>
                  <a:pt x="1224594" y="96070"/>
                  <a:pt x="1220918" y="97774"/>
                </a:cubicBezTo>
                <a:cubicBezTo>
                  <a:pt x="1217242" y="99477"/>
                  <a:pt x="1213543" y="100329"/>
                  <a:pt x="1209822" y="100329"/>
                </a:cubicBezTo>
                <a:cubicBezTo>
                  <a:pt x="1203905" y="100329"/>
                  <a:pt x="1199018" y="98387"/>
                  <a:pt x="1195163" y="94504"/>
                </a:cubicBezTo>
                <a:cubicBezTo>
                  <a:pt x="1191308" y="90621"/>
                  <a:pt x="1189380" y="85626"/>
                  <a:pt x="1189380" y="79521"/>
                </a:cubicBezTo>
                <a:cubicBezTo>
                  <a:pt x="1189380" y="72697"/>
                  <a:pt x="1191498" y="67243"/>
                  <a:pt x="1195735" y="63158"/>
                </a:cubicBezTo>
                <a:cubicBezTo>
                  <a:pt x="1199971" y="59072"/>
                  <a:pt x="1207536" y="56603"/>
                  <a:pt x="1218430" y="55750"/>
                </a:cubicBezTo>
                <a:cubicBezTo>
                  <a:pt x="1227620" y="54987"/>
                  <a:pt x="1233762" y="54066"/>
                  <a:pt x="1236855" y="52989"/>
                </a:cubicBezTo>
                <a:cubicBezTo>
                  <a:pt x="1237662" y="50299"/>
                  <a:pt x="1238065" y="48147"/>
                  <a:pt x="1238065" y="46533"/>
                </a:cubicBezTo>
                <a:cubicBezTo>
                  <a:pt x="1238065" y="44471"/>
                  <a:pt x="1237236" y="42745"/>
                  <a:pt x="1235577" y="41356"/>
                </a:cubicBezTo>
                <a:cubicBezTo>
                  <a:pt x="1233918" y="39966"/>
                  <a:pt x="1231453" y="39271"/>
                  <a:pt x="1228180" y="39271"/>
                </a:cubicBezTo>
                <a:cubicBezTo>
                  <a:pt x="1224728" y="39271"/>
                  <a:pt x="1222005" y="39971"/>
                  <a:pt x="1220010" y="41372"/>
                </a:cubicBezTo>
                <a:cubicBezTo>
                  <a:pt x="1218015" y="42772"/>
                  <a:pt x="1216659" y="44761"/>
                  <a:pt x="1215942" y="47340"/>
                </a:cubicBezTo>
                <a:moveTo>
                  <a:pt x="1234299" y="65227"/>
                </a:moveTo>
                <a:cubicBezTo>
                  <a:pt x="1233134" y="65543"/>
                  <a:pt x="1231587" y="65835"/>
                  <a:pt x="1229660" y="66104"/>
                </a:cubicBezTo>
                <a:cubicBezTo>
                  <a:pt x="1219976" y="67273"/>
                  <a:pt x="1213655" y="68983"/>
                  <a:pt x="1210697" y="71231"/>
                </a:cubicBezTo>
                <a:cubicBezTo>
                  <a:pt x="1208590" y="72851"/>
                  <a:pt x="1207536" y="75033"/>
                  <a:pt x="1207536" y="77777"/>
                </a:cubicBezTo>
                <a:cubicBezTo>
                  <a:pt x="1207536" y="80025"/>
                  <a:pt x="1208343" y="81926"/>
                  <a:pt x="1209957" y="83478"/>
                </a:cubicBezTo>
                <a:cubicBezTo>
                  <a:pt x="1211571" y="85029"/>
                  <a:pt x="1213700" y="85804"/>
                  <a:pt x="1216345" y="85804"/>
                </a:cubicBezTo>
                <a:cubicBezTo>
                  <a:pt x="1219259" y="85804"/>
                  <a:pt x="1222005" y="85096"/>
                  <a:pt x="1224583" y="83680"/>
                </a:cubicBezTo>
                <a:cubicBezTo>
                  <a:pt x="1227160" y="82262"/>
                  <a:pt x="1229088" y="80440"/>
                  <a:pt x="1230366" y="78214"/>
                </a:cubicBezTo>
                <a:cubicBezTo>
                  <a:pt x="1231643" y="75988"/>
                  <a:pt x="1232775" y="72514"/>
                  <a:pt x="1233762" y="67791"/>
                </a:cubicBezTo>
                <a:lnTo>
                  <a:pt x="1234299" y="65227"/>
                </a:lnTo>
                <a:close/>
                <a:moveTo>
                  <a:pt x="1279070" y="27167"/>
                </a:moveTo>
                <a:lnTo>
                  <a:pt x="1297091" y="27167"/>
                </a:lnTo>
                <a:lnTo>
                  <a:pt x="1294200" y="40990"/>
                </a:lnTo>
                <a:cubicBezTo>
                  <a:pt x="1300924" y="30609"/>
                  <a:pt x="1308209" y="25419"/>
                  <a:pt x="1316054" y="25419"/>
                </a:cubicBezTo>
                <a:cubicBezTo>
                  <a:pt x="1318834" y="25419"/>
                  <a:pt x="1321815" y="26113"/>
                  <a:pt x="1324998" y="27503"/>
                </a:cubicBezTo>
                <a:lnTo>
                  <a:pt x="1317601" y="43306"/>
                </a:lnTo>
                <a:cubicBezTo>
                  <a:pt x="1315852" y="42678"/>
                  <a:pt x="1313992" y="42364"/>
                  <a:pt x="1312019" y="42364"/>
                </a:cubicBezTo>
                <a:cubicBezTo>
                  <a:pt x="1308702" y="42364"/>
                  <a:pt x="1305329" y="43622"/>
                  <a:pt x="1301899" y="46138"/>
                </a:cubicBezTo>
                <a:cubicBezTo>
                  <a:pt x="1298470" y="48653"/>
                  <a:pt x="1295791" y="52010"/>
                  <a:pt x="1293863" y="56210"/>
                </a:cubicBezTo>
                <a:cubicBezTo>
                  <a:pt x="1291936" y="60409"/>
                  <a:pt x="1290030" y="67068"/>
                  <a:pt x="1288148" y="76186"/>
                </a:cubicBezTo>
                <a:lnTo>
                  <a:pt x="1283440" y="98581"/>
                </a:lnTo>
                <a:lnTo>
                  <a:pt x="1264141" y="98581"/>
                </a:lnTo>
                <a:lnTo>
                  <a:pt x="1279070" y="2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ies">
            <a:extLst xmlns:a="http://schemas.openxmlformats.org/drawingml/2006/main">
              <a:ext uri="{FF2B5EF4-FFF2-40B4-BE49-F238E27FC236}">
                <a16:creationId xmlns:a16="http://schemas.microsoft.com/office/drawing/2014/main" id="{665D278A-AD18-4E9F-BA7E-D945E2EF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057" y="220469"/>
            <a:ext cx="185237" cy="100329"/>
          </a:xfrm>
          <a:custGeom xmlns:a="http://schemas.openxmlformats.org/drawingml/2006/main">
            <a:pathLst>
              <a:path w="185237" h="100329">
                <a:moveTo>
                  <a:pt x="20577" y="0"/>
                </a:moveTo>
                <a:lnTo>
                  <a:pt x="39876" y="0"/>
                </a:lnTo>
                <a:lnTo>
                  <a:pt x="36245" y="17484"/>
                </a:lnTo>
                <a:lnTo>
                  <a:pt x="16946" y="17484"/>
                </a:lnTo>
                <a:lnTo>
                  <a:pt x="20577" y="0"/>
                </a:lnTo>
                <a:moveTo>
                  <a:pt x="14928" y="27167"/>
                </a:moveTo>
                <a:lnTo>
                  <a:pt x="34228" y="27167"/>
                </a:lnTo>
                <a:lnTo>
                  <a:pt x="19299" y="98581"/>
                </a:lnTo>
                <a:lnTo>
                  <a:pt x="0" y="98581"/>
                </a:lnTo>
                <a:lnTo>
                  <a:pt x="14928" y="27167"/>
                </a:lnTo>
                <a:close/>
                <a:moveTo>
                  <a:pt x="107786" y="68859"/>
                </a:moveTo>
                <a:lnTo>
                  <a:pt x="59370" y="68859"/>
                </a:lnTo>
                <a:cubicBezTo>
                  <a:pt x="59325" y="69621"/>
                  <a:pt x="59303" y="70203"/>
                  <a:pt x="59303" y="70607"/>
                </a:cubicBezTo>
                <a:cubicBezTo>
                  <a:pt x="59303" y="75359"/>
                  <a:pt x="60659" y="79192"/>
                  <a:pt x="63371" y="82106"/>
                </a:cubicBezTo>
                <a:cubicBezTo>
                  <a:pt x="66083" y="85020"/>
                  <a:pt x="69389" y="86477"/>
                  <a:pt x="73290" y="86477"/>
                </a:cubicBezTo>
                <a:cubicBezTo>
                  <a:pt x="79700" y="86477"/>
                  <a:pt x="84699" y="83159"/>
                  <a:pt x="88285" y="76525"/>
                </a:cubicBezTo>
                <a:lnTo>
                  <a:pt x="105567" y="79483"/>
                </a:lnTo>
                <a:cubicBezTo>
                  <a:pt x="102205" y="86432"/>
                  <a:pt x="97711" y="91643"/>
                  <a:pt x="92084" y="95118"/>
                </a:cubicBezTo>
                <a:cubicBezTo>
                  <a:pt x="86458" y="98592"/>
                  <a:pt x="80149" y="100329"/>
                  <a:pt x="73155" y="100329"/>
                </a:cubicBezTo>
                <a:cubicBezTo>
                  <a:pt x="63562" y="100329"/>
                  <a:pt x="55761" y="97286"/>
                  <a:pt x="49754" y="91201"/>
                </a:cubicBezTo>
                <a:cubicBezTo>
                  <a:pt x="43747" y="85115"/>
                  <a:pt x="40743" y="77065"/>
                  <a:pt x="40743" y="67051"/>
                </a:cubicBezTo>
                <a:cubicBezTo>
                  <a:pt x="40743" y="57260"/>
                  <a:pt x="43455" y="48547"/>
                  <a:pt x="48880" y="40912"/>
                </a:cubicBezTo>
                <a:cubicBezTo>
                  <a:pt x="56277" y="30583"/>
                  <a:pt x="66834" y="25419"/>
                  <a:pt x="80552" y="25419"/>
                </a:cubicBezTo>
                <a:cubicBezTo>
                  <a:pt x="89294" y="25419"/>
                  <a:pt x="96242" y="28124"/>
                  <a:pt x="101398" y="33534"/>
                </a:cubicBezTo>
                <a:cubicBezTo>
                  <a:pt x="106553" y="38945"/>
                  <a:pt x="109131" y="46521"/>
                  <a:pt x="109131" y="56265"/>
                </a:cubicBezTo>
                <a:cubicBezTo>
                  <a:pt x="109131" y="60934"/>
                  <a:pt x="108683" y="65132"/>
                  <a:pt x="107786" y="68859"/>
                </a:cubicBezTo>
                <a:moveTo>
                  <a:pt x="91513" y="57024"/>
                </a:moveTo>
                <a:cubicBezTo>
                  <a:pt x="91558" y="56175"/>
                  <a:pt x="91580" y="55527"/>
                  <a:pt x="91580" y="55082"/>
                </a:cubicBezTo>
                <a:cubicBezTo>
                  <a:pt x="91580" y="49812"/>
                  <a:pt x="90392" y="45859"/>
                  <a:pt x="88016" y="43224"/>
                </a:cubicBezTo>
                <a:cubicBezTo>
                  <a:pt x="85640" y="40588"/>
                  <a:pt x="82457" y="39271"/>
                  <a:pt x="78467" y="39271"/>
                </a:cubicBezTo>
                <a:cubicBezTo>
                  <a:pt x="74478" y="39271"/>
                  <a:pt x="70902" y="40767"/>
                  <a:pt x="67742" y="43760"/>
                </a:cubicBezTo>
                <a:cubicBezTo>
                  <a:pt x="64581" y="46752"/>
                  <a:pt x="62441" y="51173"/>
                  <a:pt x="61320" y="57024"/>
                </a:cubicBezTo>
                <a:lnTo>
                  <a:pt x="91513" y="57024"/>
                </a:lnTo>
                <a:close/>
                <a:moveTo>
                  <a:pt x="112276" y="78561"/>
                </a:moveTo>
                <a:lnTo>
                  <a:pt x="130970" y="75583"/>
                </a:lnTo>
                <a:cubicBezTo>
                  <a:pt x="132629" y="79552"/>
                  <a:pt x="134691" y="82360"/>
                  <a:pt x="137157" y="84008"/>
                </a:cubicBezTo>
                <a:cubicBezTo>
                  <a:pt x="139622" y="85654"/>
                  <a:pt x="142985" y="86477"/>
                  <a:pt x="147244" y="86477"/>
                </a:cubicBezTo>
                <a:cubicBezTo>
                  <a:pt x="151637" y="86477"/>
                  <a:pt x="155156" y="85493"/>
                  <a:pt x="157801" y="83526"/>
                </a:cubicBezTo>
                <a:cubicBezTo>
                  <a:pt x="159639" y="82184"/>
                  <a:pt x="160558" y="80552"/>
                  <a:pt x="160558" y="78630"/>
                </a:cubicBezTo>
                <a:cubicBezTo>
                  <a:pt x="160558" y="77333"/>
                  <a:pt x="160087" y="76167"/>
                  <a:pt x="159146" y="75133"/>
                </a:cubicBezTo>
                <a:cubicBezTo>
                  <a:pt x="158160" y="74146"/>
                  <a:pt x="155492" y="72933"/>
                  <a:pt x="151144" y="71496"/>
                </a:cubicBezTo>
                <a:cubicBezTo>
                  <a:pt x="139488" y="67633"/>
                  <a:pt x="132270" y="64580"/>
                  <a:pt x="129491" y="62336"/>
                </a:cubicBezTo>
                <a:cubicBezTo>
                  <a:pt x="125142" y="58832"/>
                  <a:pt x="122968" y="54251"/>
                  <a:pt x="122968" y="48593"/>
                </a:cubicBezTo>
                <a:cubicBezTo>
                  <a:pt x="122968" y="42934"/>
                  <a:pt x="125075" y="38061"/>
                  <a:pt x="129289" y="33973"/>
                </a:cubicBezTo>
                <a:cubicBezTo>
                  <a:pt x="135162" y="28270"/>
                  <a:pt x="143881" y="25419"/>
                  <a:pt x="155447" y="25419"/>
                </a:cubicBezTo>
                <a:cubicBezTo>
                  <a:pt x="164638" y="25419"/>
                  <a:pt x="171586" y="27100"/>
                  <a:pt x="176293" y="30462"/>
                </a:cubicBezTo>
                <a:cubicBezTo>
                  <a:pt x="181000" y="33824"/>
                  <a:pt x="183982" y="38374"/>
                  <a:pt x="185237" y="44113"/>
                </a:cubicBezTo>
                <a:lnTo>
                  <a:pt x="167417" y="47206"/>
                </a:lnTo>
                <a:cubicBezTo>
                  <a:pt x="166476" y="44606"/>
                  <a:pt x="164951" y="42656"/>
                  <a:pt x="162844" y="41356"/>
                </a:cubicBezTo>
                <a:cubicBezTo>
                  <a:pt x="159975" y="39607"/>
                  <a:pt x="156523" y="38733"/>
                  <a:pt x="152489" y="38733"/>
                </a:cubicBezTo>
                <a:cubicBezTo>
                  <a:pt x="148454" y="38733"/>
                  <a:pt x="145551" y="39408"/>
                  <a:pt x="143780" y="40759"/>
                </a:cubicBezTo>
                <a:cubicBezTo>
                  <a:pt x="142010" y="42109"/>
                  <a:pt x="141124" y="43663"/>
                  <a:pt x="141124" y="45420"/>
                </a:cubicBezTo>
                <a:cubicBezTo>
                  <a:pt x="141124" y="47220"/>
                  <a:pt x="142021" y="48704"/>
                  <a:pt x="143814" y="49872"/>
                </a:cubicBezTo>
                <a:cubicBezTo>
                  <a:pt x="144935" y="50591"/>
                  <a:pt x="148544" y="51848"/>
                  <a:pt x="154640" y="53644"/>
                </a:cubicBezTo>
                <a:cubicBezTo>
                  <a:pt x="164055" y="56385"/>
                  <a:pt x="170353" y="59079"/>
                  <a:pt x="173536" y="61729"/>
                </a:cubicBezTo>
                <a:cubicBezTo>
                  <a:pt x="178019" y="65456"/>
                  <a:pt x="180261" y="69948"/>
                  <a:pt x="180261" y="75203"/>
                </a:cubicBezTo>
                <a:cubicBezTo>
                  <a:pt x="180261" y="81983"/>
                  <a:pt x="177414" y="87866"/>
                  <a:pt x="171721" y="92852"/>
                </a:cubicBezTo>
                <a:cubicBezTo>
                  <a:pt x="166027" y="97837"/>
                  <a:pt x="158003" y="100329"/>
                  <a:pt x="147647" y="100329"/>
                </a:cubicBezTo>
                <a:cubicBezTo>
                  <a:pt x="137336" y="100329"/>
                  <a:pt x="129368" y="98425"/>
                  <a:pt x="123742" y="94618"/>
                </a:cubicBezTo>
                <a:cubicBezTo>
                  <a:pt x="118115" y="90808"/>
                  <a:pt x="114294" y="85456"/>
                  <a:pt x="112276" y="78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b0e1e01c345af"/>
          <a:stretch xmlns:a="http://schemas.openxmlformats.org/drawingml/2006/main"/>
        </p:blipFill>
        <p:spPr>
          <a:xfrm xmlns:a="http://schemas.openxmlformats.org/drawingml/2006/main">
            <a:off x="12555109" y="1599208"/>
            <a:ext cx="811613" cy="811613"/>
          </a:xfrm>
          <a:prstGeom xmlns:a="http://schemas.openxmlformats.org/drawingml/2006/main" prst="rect">
            <a:avLst/>
          </a:prstGeom>
        </p:spPr>
      </p:pic>
      <p:pic>
        <p:nvPicPr>
          <p:cNvPr id="4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afed715e640e1"/>
          <a:stretch xmlns:a="http://schemas.openxmlformats.org/drawingml/2006/main"/>
        </p:blipFill>
        <p:spPr>
          <a:xfrm xmlns:a="http://schemas.openxmlformats.org/drawingml/2006/main">
            <a:off x="8333616" y="400150"/>
            <a:ext cx="369082" cy="369082"/>
          </a:xfrm>
          <a:prstGeom xmlns:a="http://schemas.openxmlformats.org/drawingml/2006/main" prst="rect">
            <a:avLst/>
          </a:prstGeom>
        </p:spPr>
      </p:pic>
      <p:sp>
        <p:nvSpPr>
          <p:cNvPr id="245" name="Text ProspectiveDLlibraries">
            <a:extLst xmlns:a="http://schemas.openxmlformats.org/drawingml/2006/main">
              <a:ext uri="{FF2B5EF4-FFF2-40B4-BE49-F238E27FC236}">
                <a16:creationId xmlns:a16="http://schemas.microsoft.com/office/drawing/2014/main" id="{3049EAA0-7F40-493D-BAC1-0CA0BD3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187" y="776253"/>
            <a:ext cx="963286" cy="83652"/>
          </a:xfrm>
          <a:custGeom xmlns:a="http://schemas.openxmlformats.org/drawingml/2006/main">
            <a:pathLst>
              <a:path w="963286" h="83652">
                <a:moveTo>
                  <a:pt x="8722" y="31381"/>
                </a:moveTo>
                <a:lnTo>
                  <a:pt x="8722" y="7352"/>
                </a:lnTo>
                <a:lnTo>
                  <a:pt x="25800" y="7352"/>
                </a:lnTo>
                <a:cubicBezTo>
                  <a:pt x="30757" y="7352"/>
                  <a:pt x="34383" y="8376"/>
                  <a:pt x="36678" y="10424"/>
                </a:cubicBezTo>
                <a:cubicBezTo>
                  <a:pt x="38973" y="12472"/>
                  <a:pt x="40121" y="15453"/>
                  <a:pt x="40121" y="19366"/>
                </a:cubicBezTo>
                <a:cubicBezTo>
                  <a:pt x="40121" y="23280"/>
                  <a:pt x="38973" y="26276"/>
                  <a:pt x="36678" y="28355"/>
                </a:cubicBezTo>
                <a:cubicBezTo>
                  <a:pt x="34383" y="30433"/>
                  <a:pt x="30757" y="31442"/>
                  <a:pt x="25800" y="31381"/>
                </a:cubicBezTo>
                <a:lnTo>
                  <a:pt x="8722" y="31381"/>
                </a:lnTo>
                <a:moveTo>
                  <a:pt x="0" y="0"/>
                </a:moveTo>
                <a:lnTo>
                  <a:pt x="0" y="65541"/>
                </a:lnTo>
                <a:lnTo>
                  <a:pt x="8722" y="65541"/>
                </a:lnTo>
                <a:lnTo>
                  <a:pt x="8722" y="38733"/>
                </a:lnTo>
                <a:lnTo>
                  <a:pt x="28737" y="38733"/>
                </a:lnTo>
                <a:cubicBezTo>
                  <a:pt x="35348" y="38795"/>
                  <a:pt x="40352" y="37112"/>
                  <a:pt x="43748" y="33685"/>
                </a:cubicBezTo>
                <a:cubicBezTo>
                  <a:pt x="47145" y="30259"/>
                  <a:pt x="48843" y="25486"/>
                  <a:pt x="48843" y="19366"/>
                </a:cubicBezTo>
                <a:cubicBezTo>
                  <a:pt x="48843" y="13247"/>
                  <a:pt x="47145" y="8490"/>
                  <a:pt x="43748" y="5094"/>
                </a:cubicBezTo>
                <a:cubicBezTo>
                  <a:pt x="40352" y="1698"/>
                  <a:pt x="35348" y="0"/>
                  <a:pt x="28737" y="0"/>
                </a:cubicBezTo>
                <a:lnTo>
                  <a:pt x="0" y="0"/>
                </a:lnTo>
                <a:close/>
                <a:moveTo>
                  <a:pt x="58117" y="18048"/>
                </a:moveTo>
                <a:lnTo>
                  <a:pt x="58117" y="65541"/>
                </a:lnTo>
                <a:lnTo>
                  <a:pt x="65920" y="65541"/>
                </a:lnTo>
                <a:lnTo>
                  <a:pt x="65920" y="44403"/>
                </a:lnTo>
                <a:cubicBezTo>
                  <a:pt x="65920" y="41339"/>
                  <a:pt x="66226" y="38628"/>
                  <a:pt x="66837" y="36270"/>
                </a:cubicBezTo>
                <a:cubicBezTo>
                  <a:pt x="67450" y="33911"/>
                  <a:pt x="68430" y="31904"/>
                  <a:pt x="69776" y="30250"/>
                </a:cubicBezTo>
                <a:cubicBezTo>
                  <a:pt x="71123" y="28595"/>
                  <a:pt x="72898" y="27339"/>
                  <a:pt x="75101" y="26482"/>
                </a:cubicBezTo>
                <a:cubicBezTo>
                  <a:pt x="77305" y="25624"/>
                  <a:pt x="79967" y="25194"/>
                  <a:pt x="83088" y="25194"/>
                </a:cubicBezTo>
                <a:lnTo>
                  <a:pt x="83088" y="16946"/>
                </a:lnTo>
                <a:cubicBezTo>
                  <a:pt x="78866" y="16823"/>
                  <a:pt x="75377" y="17681"/>
                  <a:pt x="72622" y="19518"/>
                </a:cubicBezTo>
                <a:cubicBezTo>
                  <a:pt x="69868" y="21355"/>
                  <a:pt x="67542" y="24202"/>
                  <a:pt x="65645" y="28061"/>
                </a:cubicBezTo>
                <a:lnTo>
                  <a:pt x="65462" y="28061"/>
                </a:lnTo>
                <a:lnTo>
                  <a:pt x="65462" y="18048"/>
                </a:lnTo>
                <a:lnTo>
                  <a:pt x="58117" y="18048"/>
                </a:lnTo>
                <a:close/>
                <a:moveTo>
                  <a:pt x="94689" y="41828"/>
                </a:moveTo>
                <a:cubicBezTo>
                  <a:pt x="94689" y="38953"/>
                  <a:pt x="95071" y="36400"/>
                  <a:pt x="95836" y="34169"/>
                </a:cubicBezTo>
                <a:cubicBezTo>
                  <a:pt x="96601" y="31937"/>
                  <a:pt x="97657" y="30056"/>
                  <a:pt x="99003" y="28527"/>
                </a:cubicBezTo>
                <a:cubicBezTo>
                  <a:pt x="100350" y="26998"/>
                  <a:pt x="101926" y="25836"/>
                  <a:pt x="103732" y="25042"/>
                </a:cubicBezTo>
                <a:cubicBezTo>
                  <a:pt x="105537" y="24247"/>
                  <a:pt x="107450" y="23849"/>
                  <a:pt x="109470" y="23849"/>
                </a:cubicBezTo>
                <a:cubicBezTo>
                  <a:pt x="111490" y="23849"/>
                  <a:pt x="113403" y="24247"/>
                  <a:pt x="115208" y="25042"/>
                </a:cubicBezTo>
                <a:cubicBezTo>
                  <a:pt x="117013" y="25836"/>
                  <a:pt x="118589" y="26998"/>
                  <a:pt x="119936" y="28527"/>
                </a:cubicBezTo>
                <a:cubicBezTo>
                  <a:pt x="121283" y="30056"/>
                  <a:pt x="122339" y="31937"/>
                  <a:pt x="123104" y="34169"/>
                </a:cubicBezTo>
                <a:cubicBezTo>
                  <a:pt x="123869" y="36400"/>
                  <a:pt x="124251" y="38953"/>
                  <a:pt x="124251" y="41828"/>
                </a:cubicBezTo>
                <a:cubicBezTo>
                  <a:pt x="124251" y="44701"/>
                  <a:pt x="123869" y="47254"/>
                  <a:pt x="123104" y="49487"/>
                </a:cubicBezTo>
                <a:cubicBezTo>
                  <a:pt x="122339" y="51719"/>
                  <a:pt x="121283" y="53584"/>
                  <a:pt x="119936" y="55082"/>
                </a:cubicBezTo>
                <a:cubicBezTo>
                  <a:pt x="118589" y="56580"/>
                  <a:pt x="117013" y="57726"/>
                  <a:pt x="115208" y="58521"/>
                </a:cubicBezTo>
                <a:cubicBezTo>
                  <a:pt x="113403" y="59316"/>
                  <a:pt x="111490" y="59713"/>
                  <a:pt x="109470" y="59713"/>
                </a:cubicBezTo>
                <a:cubicBezTo>
                  <a:pt x="107450" y="59713"/>
                  <a:pt x="105537" y="59316"/>
                  <a:pt x="103732" y="58521"/>
                </a:cubicBezTo>
                <a:cubicBezTo>
                  <a:pt x="101926" y="57726"/>
                  <a:pt x="100350" y="56580"/>
                  <a:pt x="99003" y="55082"/>
                </a:cubicBezTo>
                <a:cubicBezTo>
                  <a:pt x="97657" y="53584"/>
                  <a:pt x="96601" y="51719"/>
                  <a:pt x="95836" y="49487"/>
                </a:cubicBezTo>
                <a:cubicBezTo>
                  <a:pt x="95071" y="47254"/>
                  <a:pt x="94689" y="44701"/>
                  <a:pt x="94689" y="41828"/>
                </a:cubicBezTo>
                <a:moveTo>
                  <a:pt x="86425" y="41829"/>
                </a:moveTo>
                <a:cubicBezTo>
                  <a:pt x="86425" y="45317"/>
                  <a:pt x="86914" y="48561"/>
                  <a:pt x="87893" y="51561"/>
                </a:cubicBezTo>
                <a:cubicBezTo>
                  <a:pt x="88872" y="54560"/>
                  <a:pt x="90342" y="57177"/>
                  <a:pt x="92300" y="59412"/>
                </a:cubicBezTo>
                <a:cubicBezTo>
                  <a:pt x="94259" y="61646"/>
                  <a:pt x="96676" y="63391"/>
                  <a:pt x="99553" y="64646"/>
                </a:cubicBezTo>
                <a:cubicBezTo>
                  <a:pt x="102430" y="65900"/>
                  <a:pt x="105736" y="66527"/>
                  <a:pt x="109470" y="66527"/>
                </a:cubicBezTo>
                <a:cubicBezTo>
                  <a:pt x="113265" y="66527"/>
                  <a:pt x="116585" y="65900"/>
                  <a:pt x="119430" y="64646"/>
                </a:cubicBezTo>
                <a:cubicBezTo>
                  <a:pt x="122277" y="63391"/>
                  <a:pt x="124680" y="61646"/>
                  <a:pt x="126638" y="59412"/>
                </a:cubicBezTo>
                <a:cubicBezTo>
                  <a:pt x="128597" y="57177"/>
                  <a:pt x="130065" y="54560"/>
                  <a:pt x="131044" y="51561"/>
                </a:cubicBezTo>
                <a:cubicBezTo>
                  <a:pt x="132024" y="48561"/>
                  <a:pt x="132514" y="45317"/>
                  <a:pt x="132514" y="41829"/>
                </a:cubicBezTo>
                <a:cubicBezTo>
                  <a:pt x="132514" y="38340"/>
                  <a:pt x="132024" y="35080"/>
                  <a:pt x="131044" y="32051"/>
                </a:cubicBezTo>
                <a:cubicBezTo>
                  <a:pt x="130065" y="29020"/>
                  <a:pt x="128597" y="26387"/>
                  <a:pt x="126638" y="24153"/>
                </a:cubicBezTo>
                <a:cubicBezTo>
                  <a:pt x="124680" y="21919"/>
                  <a:pt x="122277" y="20160"/>
                  <a:pt x="119430" y="18875"/>
                </a:cubicBezTo>
                <a:cubicBezTo>
                  <a:pt x="116585" y="17589"/>
                  <a:pt x="113265" y="16946"/>
                  <a:pt x="109470" y="16946"/>
                </a:cubicBezTo>
                <a:cubicBezTo>
                  <a:pt x="105736" y="16946"/>
                  <a:pt x="102430" y="17589"/>
                  <a:pt x="99553" y="18875"/>
                </a:cubicBezTo>
                <a:cubicBezTo>
                  <a:pt x="96676" y="20160"/>
                  <a:pt x="94259" y="21919"/>
                  <a:pt x="92300" y="24153"/>
                </a:cubicBezTo>
                <a:cubicBezTo>
                  <a:pt x="90342" y="26387"/>
                  <a:pt x="88872" y="29020"/>
                  <a:pt x="87893" y="32051"/>
                </a:cubicBezTo>
                <a:cubicBezTo>
                  <a:pt x="86914" y="35080"/>
                  <a:pt x="86425" y="38340"/>
                  <a:pt x="86425" y="41829"/>
                </a:cubicBezTo>
                <a:close/>
                <a:moveTo>
                  <a:pt x="146561" y="50568"/>
                </a:moveTo>
                <a:lnTo>
                  <a:pt x="138758" y="50568"/>
                </a:lnTo>
                <a:cubicBezTo>
                  <a:pt x="138881" y="53503"/>
                  <a:pt x="139492" y="55995"/>
                  <a:pt x="140593" y="58043"/>
                </a:cubicBezTo>
                <a:cubicBezTo>
                  <a:pt x="141695" y="60092"/>
                  <a:pt x="143165" y="61743"/>
                  <a:pt x="145001" y="62997"/>
                </a:cubicBezTo>
                <a:cubicBezTo>
                  <a:pt x="146837" y="64250"/>
                  <a:pt x="148949" y="65152"/>
                  <a:pt x="151336" y="65702"/>
                </a:cubicBezTo>
                <a:cubicBezTo>
                  <a:pt x="153723" y="66252"/>
                  <a:pt x="156232" y="66527"/>
                  <a:pt x="158864" y="66527"/>
                </a:cubicBezTo>
                <a:cubicBezTo>
                  <a:pt x="161252" y="66527"/>
                  <a:pt x="163654" y="66298"/>
                  <a:pt x="166071" y="65838"/>
                </a:cubicBezTo>
                <a:cubicBezTo>
                  <a:pt x="168489" y="65380"/>
                  <a:pt x="170662" y="64569"/>
                  <a:pt x="172589" y="63408"/>
                </a:cubicBezTo>
                <a:cubicBezTo>
                  <a:pt x="174518" y="62245"/>
                  <a:pt x="176079" y="60715"/>
                  <a:pt x="177273" y="58818"/>
                </a:cubicBezTo>
                <a:cubicBezTo>
                  <a:pt x="178466" y="56921"/>
                  <a:pt x="179063" y="54535"/>
                  <a:pt x="179063" y="51659"/>
                </a:cubicBezTo>
                <a:cubicBezTo>
                  <a:pt x="179063" y="49395"/>
                  <a:pt x="178619" y="47499"/>
                  <a:pt x="177731" y="45969"/>
                </a:cubicBezTo>
                <a:cubicBezTo>
                  <a:pt x="176843" y="44439"/>
                  <a:pt x="175681" y="43169"/>
                  <a:pt x="174242" y="42160"/>
                </a:cubicBezTo>
                <a:cubicBezTo>
                  <a:pt x="172804" y="41150"/>
                  <a:pt x="171151" y="40339"/>
                  <a:pt x="169284" y="39728"/>
                </a:cubicBezTo>
                <a:cubicBezTo>
                  <a:pt x="167418" y="39116"/>
                  <a:pt x="165506" y="38596"/>
                  <a:pt x="163548" y="38167"/>
                </a:cubicBezTo>
                <a:cubicBezTo>
                  <a:pt x="161711" y="37739"/>
                  <a:pt x="159874" y="37326"/>
                  <a:pt x="158038" y="36929"/>
                </a:cubicBezTo>
                <a:cubicBezTo>
                  <a:pt x="156202" y="36531"/>
                  <a:pt x="154549" y="36041"/>
                  <a:pt x="153080" y="35460"/>
                </a:cubicBezTo>
                <a:cubicBezTo>
                  <a:pt x="151612" y="34879"/>
                  <a:pt x="150403" y="34144"/>
                  <a:pt x="149454" y="33257"/>
                </a:cubicBezTo>
                <a:cubicBezTo>
                  <a:pt x="148505" y="32369"/>
                  <a:pt x="148031" y="31253"/>
                  <a:pt x="148031" y="29907"/>
                </a:cubicBezTo>
                <a:cubicBezTo>
                  <a:pt x="148031" y="28684"/>
                  <a:pt x="148337" y="27689"/>
                  <a:pt x="148949" y="26925"/>
                </a:cubicBezTo>
                <a:cubicBezTo>
                  <a:pt x="149561" y="26160"/>
                  <a:pt x="150357" y="25548"/>
                  <a:pt x="151336" y="25089"/>
                </a:cubicBezTo>
                <a:cubicBezTo>
                  <a:pt x="152315" y="24630"/>
                  <a:pt x="153402" y="24309"/>
                  <a:pt x="154596" y="24125"/>
                </a:cubicBezTo>
                <a:cubicBezTo>
                  <a:pt x="155789" y="23941"/>
                  <a:pt x="156967" y="23849"/>
                  <a:pt x="158130" y="23849"/>
                </a:cubicBezTo>
                <a:cubicBezTo>
                  <a:pt x="159415" y="23849"/>
                  <a:pt x="160685" y="23987"/>
                  <a:pt x="161939" y="24263"/>
                </a:cubicBezTo>
                <a:cubicBezTo>
                  <a:pt x="163195" y="24537"/>
                  <a:pt x="164342" y="24980"/>
                  <a:pt x="165383" y="25592"/>
                </a:cubicBezTo>
                <a:cubicBezTo>
                  <a:pt x="166423" y="26204"/>
                  <a:pt x="167280" y="27014"/>
                  <a:pt x="167954" y="28023"/>
                </a:cubicBezTo>
                <a:cubicBezTo>
                  <a:pt x="168627" y="29032"/>
                  <a:pt x="169025" y="30300"/>
                  <a:pt x="169147" y="31829"/>
                </a:cubicBezTo>
                <a:lnTo>
                  <a:pt x="176952" y="31829"/>
                </a:lnTo>
                <a:cubicBezTo>
                  <a:pt x="176768" y="28951"/>
                  <a:pt x="176156" y="26547"/>
                  <a:pt x="175115" y="24617"/>
                </a:cubicBezTo>
                <a:cubicBezTo>
                  <a:pt x="174075" y="22688"/>
                  <a:pt x="172682" y="21156"/>
                  <a:pt x="170938" y="20024"/>
                </a:cubicBezTo>
                <a:cubicBezTo>
                  <a:pt x="169194" y="18891"/>
                  <a:pt x="167190" y="18094"/>
                  <a:pt x="164925" y="17635"/>
                </a:cubicBezTo>
                <a:cubicBezTo>
                  <a:pt x="162660" y="17175"/>
                  <a:pt x="160181" y="16946"/>
                  <a:pt x="157487" y="16946"/>
                </a:cubicBezTo>
                <a:cubicBezTo>
                  <a:pt x="155406" y="16946"/>
                  <a:pt x="153310" y="17206"/>
                  <a:pt x="151198" y="17726"/>
                </a:cubicBezTo>
                <a:cubicBezTo>
                  <a:pt x="149087" y="18246"/>
                  <a:pt x="147189" y="19042"/>
                  <a:pt x="145506" y="20113"/>
                </a:cubicBezTo>
                <a:cubicBezTo>
                  <a:pt x="143823" y="21183"/>
                  <a:pt x="142446" y="22575"/>
                  <a:pt x="141375" y="24288"/>
                </a:cubicBezTo>
                <a:cubicBezTo>
                  <a:pt x="140304" y="26001"/>
                  <a:pt x="139768" y="28050"/>
                  <a:pt x="139768" y="30437"/>
                </a:cubicBezTo>
                <a:cubicBezTo>
                  <a:pt x="139768" y="33496"/>
                  <a:pt x="140533" y="35883"/>
                  <a:pt x="142063" y="37595"/>
                </a:cubicBezTo>
                <a:cubicBezTo>
                  <a:pt x="143594" y="39308"/>
                  <a:pt x="145506" y="40639"/>
                  <a:pt x="147801" y="41588"/>
                </a:cubicBezTo>
                <a:cubicBezTo>
                  <a:pt x="150097" y="42536"/>
                  <a:pt x="152591" y="43270"/>
                  <a:pt x="155284" y="43790"/>
                </a:cubicBezTo>
                <a:cubicBezTo>
                  <a:pt x="157977" y="44311"/>
                  <a:pt x="160471" y="44892"/>
                  <a:pt x="162766" y="45534"/>
                </a:cubicBezTo>
                <a:cubicBezTo>
                  <a:pt x="165062" y="46176"/>
                  <a:pt x="166974" y="47017"/>
                  <a:pt x="168504" y="48058"/>
                </a:cubicBezTo>
                <a:cubicBezTo>
                  <a:pt x="170035" y="49098"/>
                  <a:pt x="170800" y="50628"/>
                  <a:pt x="170800" y="52647"/>
                </a:cubicBezTo>
                <a:cubicBezTo>
                  <a:pt x="170800" y="54115"/>
                  <a:pt x="170433" y="55324"/>
                  <a:pt x="169698" y="56273"/>
                </a:cubicBezTo>
                <a:cubicBezTo>
                  <a:pt x="168964" y="57221"/>
                  <a:pt x="168030" y="57939"/>
                  <a:pt x="166897" y="58429"/>
                </a:cubicBezTo>
                <a:cubicBezTo>
                  <a:pt x="165765" y="58918"/>
                  <a:pt x="164526" y="59255"/>
                  <a:pt x="163179" y="59439"/>
                </a:cubicBezTo>
                <a:cubicBezTo>
                  <a:pt x="161833" y="59622"/>
                  <a:pt x="160548" y="59713"/>
                  <a:pt x="159324" y="59713"/>
                </a:cubicBezTo>
                <a:cubicBezTo>
                  <a:pt x="157732" y="59713"/>
                  <a:pt x="156187" y="59561"/>
                  <a:pt x="154687" y="59257"/>
                </a:cubicBezTo>
                <a:cubicBezTo>
                  <a:pt x="153187" y="58951"/>
                  <a:pt x="151840" y="58448"/>
                  <a:pt x="150646" y="57748"/>
                </a:cubicBezTo>
                <a:cubicBezTo>
                  <a:pt x="149453" y="57046"/>
                  <a:pt x="148489" y="56101"/>
                  <a:pt x="147755" y="54912"/>
                </a:cubicBezTo>
                <a:cubicBezTo>
                  <a:pt x="147021" y="53723"/>
                  <a:pt x="146623" y="52275"/>
                  <a:pt x="146561" y="50568"/>
                </a:cubicBezTo>
                <a:close/>
                <a:moveTo>
                  <a:pt x="187969" y="18048"/>
                </a:moveTo>
                <a:lnTo>
                  <a:pt x="187969" y="83652"/>
                </a:lnTo>
                <a:lnTo>
                  <a:pt x="195772" y="83652"/>
                </a:lnTo>
                <a:lnTo>
                  <a:pt x="195772" y="59182"/>
                </a:lnTo>
                <a:lnTo>
                  <a:pt x="195957" y="59182"/>
                </a:lnTo>
                <a:cubicBezTo>
                  <a:pt x="196814" y="60590"/>
                  <a:pt x="197870" y="61768"/>
                  <a:pt x="199124" y="62717"/>
                </a:cubicBezTo>
                <a:cubicBezTo>
                  <a:pt x="200379" y="63666"/>
                  <a:pt x="201709" y="64416"/>
                  <a:pt x="203117" y="64967"/>
                </a:cubicBezTo>
                <a:cubicBezTo>
                  <a:pt x="204525" y="65518"/>
                  <a:pt x="205949" y="65916"/>
                  <a:pt x="207387" y="66160"/>
                </a:cubicBezTo>
                <a:cubicBezTo>
                  <a:pt x="208825" y="66405"/>
                  <a:pt x="210126" y="66527"/>
                  <a:pt x="211290" y="66527"/>
                </a:cubicBezTo>
                <a:cubicBezTo>
                  <a:pt x="214901" y="66527"/>
                  <a:pt x="218068" y="65885"/>
                  <a:pt x="220791" y="64600"/>
                </a:cubicBezTo>
                <a:cubicBezTo>
                  <a:pt x="223515" y="63314"/>
                  <a:pt x="225780" y="61554"/>
                  <a:pt x="227586" y="59320"/>
                </a:cubicBezTo>
                <a:cubicBezTo>
                  <a:pt x="229391" y="57086"/>
                  <a:pt x="230737" y="54469"/>
                  <a:pt x="231625" y="51470"/>
                </a:cubicBezTo>
                <a:cubicBezTo>
                  <a:pt x="232513" y="48470"/>
                  <a:pt x="232957" y="45287"/>
                  <a:pt x="232957" y="41920"/>
                </a:cubicBezTo>
                <a:cubicBezTo>
                  <a:pt x="232957" y="38553"/>
                  <a:pt x="232498" y="35370"/>
                  <a:pt x="231580" y="32371"/>
                </a:cubicBezTo>
                <a:cubicBezTo>
                  <a:pt x="230662" y="29371"/>
                  <a:pt x="229299" y="26724"/>
                  <a:pt x="227493" y="24429"/>
                </a:cubicBezTo>
                <a:cubicBezTo>
                  <a:pt x="225688" y="22134"/>
                  <a:pt x="223423" y="20313"/>
                  <a:pt x="220700" y="18966"/>
                </a:cubicBezTo>
                <a:cubicBezTo>
                  <a:pt x="217977" y="17619"/>
                  <a:pt x="214778" y="16946"/>
                  <a:pt x="211105" y="16946"/>
                </a:cubicBezTo>
                <a:cubicBezTo>
                  <a:pt x="207800" y="16946"/>
                  <a:pt x="204770" y="17543"/>
                  <a:pt x="202016" y="18737"/>
                </a:cubicBezTo>
                <a:cubicBezTo>
                  <a:pt x="199262" y="19932"/>
                  <a:pt x="197242" y="21846"/>
                  <a:pt x="195957" y="24480"/>
                </a:cubicBezTo>
                <a:lnTo>
                  <a:pt x="195772" y="24480"/>
                </a:lnTo>
                <a:lnTo>
                  <a:pt x="195772" y="18048"/>
                </a:lnTo>
                <a:lnTo>
                  <a:pt x="187969" y="18048"/>
                </a:lnTo>
                <a:moveTo>
                  <a:pt x="224693" y="41368"/>
                </a:moveTo>
                <a:cubicBezTo>
                  <a:pt x="224693" y="43692"/>
                  <a:pt x="224448" y="45954"/>
                  <a:pt x="223957" y="48156"/>
                </a:cubicBezTo>
                <a:cubicBezTo>
                  <a:pt x="223468" y="50357"/>
                  <a:pt x="222672" y="52314"/>
                  <a:pt x="221570" y="54027"/>
                </a:cubicBezTo>
                <a:cubicBezTo>
                  <a:pt x="220469" y="55739"/>
                  <a:pt x="219016" y="57115"/>
                  <a:pt x="217210" y="58154"/>
                </a:cubicBezTo>
                <a:cubicBezTo>
                  <a:pt x="215405" y="59194"/>
                  <a:pt x="213156" y="59713"/>
                  <a:pt x="210462" y="59713"/>
                </a:cubicBezTo>
                <a:cubicBezTo>
                  <a:pt x="207769" y="59713"/>
                  <a:pt x="205474" y="59209"/>
                  <a:pt x="203576" y="58200"/>
                </a:cubicBezTo>
                <a:cubicBezTo>
                  <a:pt x="201679" y="57191"/>
                  <a:pt x="200133" y="55861"/>
                  <a:pt x="198939" y="54210"/>
                </a:cubicBezTo>
                <a:cubicBezTo>
                  <a:pt x="197747" y="52559"/>
                  <a:pt x="196875" y="50648"/>
                  <a:pt x="196324" y="48478"/>
                </a:cubicBezTo>
                <a:cubicBezTo>
                  <a:pt x="195773" y="46306"/>
                  <a:pt x="195497" y="44059"/>
                  <a:pt x="195497" y="41735"/>
                </a:cubicBezTo>
                <a:cubicBezTo>
                  <a:pt x="195497" y="39534"/>
                  <a:pt x="195757" y="37363"/>
                  <a:pt x="196278" y="35224"/>
                </a:cubicBezTo>
                <a:cubicBezTo>
                  <a:pt x="196798" y="33083"/>
                  <a:pt x="197639" y="31172"/>
                  <a:pt x="198802" y="29491"/>
                </a:cubicBezTo>
                <a:cubicBezTo>
                  <a:pt x="199965" y="27809"/>
                  <a:pt x="201464" y="26448"/>
                  <a:pt x="203300" y="25409"/>
                </a:cubicBezTo>
                <a:cubicBezTo>
                  <a:pt x="205137" y="24369"/>
                  <a:pt x="207371" y="23849"/>
                  <a:pt x="210003" y="23849"/>
                </a:cubicBezTo>
                <a:cubicBezTo>
                  <a:pt x="212512" y="23849"/>
                  <a:pt x="214700" y="24339"/>
                  <a:pt x="216567" y="25318"/>
                </a:cubicBezTo>
                <a:cubicBezTo>
                  <a:pt x="218434" y="26295"/>
                  <a:pt x="219965" y="27610"/>
                  <a:pt x="221158" y="29261"/>
                </a:cubicBezTo>
                <a:cubicBezTo>
                  <a:pt x="222352" y="30912"/>
                  <a:pt x="223239" y="32793"/>
                  <a:pt x="223820" y="34903"/>
                </a:cubicBezTo>
                <a:cubicBezTo>
                  <a:pt x="224402" y="37012"/>
                  <a:pt x="224693" y="39167"/>
                  <a:pt x="224693" y="41368"/>
                </a:cubicBezTo>
                <a:close/>
                <a:moveTo>
                  <a:pt x="274976" y="37298"/>
                </a:moveTo>
                <a:lnTo>
                  <a:pt x="247708" y="37298"/>
                </a:lnTo>
                <a:cubicBezTo>
                  <a:pt x="247830" y="35456"/>
                  <a:pt x="248228" y="33721"/>
                  <a:pt x="248902" y="32094"/>
                </a:cubicBezTo>
                <a:cubicBezTo>
                  <a:pt x="249575" y="30466"/>
                  <a:pt x="250493" y="29038"/>
                  <a:pt x="251656" y="27810"/>
                </a:cubicBezTo>
                <a:cubicBezTo>
                  <a:pt x="252819" y="26582"/>
                  <a:pt x="254211" y="25615"/>
                  <a:pt x="255833" y="24909"/>
                </a:cubicBezTo>
                <a:cubicBezTo>
                  <a:pt x="257456" y="24202"/>
                  <a:pt x="259276" y="23849"/>
                  <a:pt x="261296" y="23849"/>
                </a:cubicBezTo>
                <a:cubicBezTo>
                  <a:pt x="263254" y="23849"/>
                  <a:pt x="265045" y="24202"/>
                  <a:pt x="266667" y="24909"/>
                </a:cubicBezTo>
                <a:cubicBezTo>
                  <a:pt x="268289" y="25615"/>
                  <a:pt x="269697" y="26567"/>
                  <a:pt x="270891" y="27765"/>
                </a:cubicBezTo>
                <a:cubicBezTo>
                  <a:pt x="272084" y="28962"/>
                  <a:pt x="273033" y="30390"/>
                  <a:pt x="273736" y="32048"/>
                </a:cubicBezTo>
                <a:cubicBezTo>
                  <a:pt x="274440" y="33705"/>
                  <a:pt x="274853" y="35456"/>
                  <a:pt x="274976" y="37298"/>
                </a:cubicBezTo>
                <a:moveTo>
                  <a:pt x="282504" y="50478"/>
                </a:moveTo>
                <a:lnTo>
                  <a:pt x="274792" y="50478"/>
                </a:lnTo>
                <a:cubicBezTo>
                  <a:pt x="274119" y="53588"/>
                  <a:pt x="272726" y="55904"/>
                  <a:pt x="270615" y="57428"/>
                </a:cubicBezTo>
                <a:cubicBezTo>
                  <a:pt x="268503" y="58952"/>
                  <a:pt x="265795" y="59713"/>
                  <a:pt x="262489" y="59713"/>
                </a:cubicBezTo>
                <a:cubicBezTo>
                  <a:pt x="259919" y="59713"/>
                  <a:pt x="257685" y="59287"/>
                  <a:pt x="255787" y="58436"/>
                </a:cubicBezTo>
                <a:cubicBezTo>
                  <a:pt x="253890" y="57584"/>
                  <a:pt x="252330" y="56444"/>
                  <a:pt x="251105" y="55015"/>
                </a:cubicBezTo>
                <a:cubicBezTo>
                  <a:pt x="249881" y="53585"/>
                  <a:pt x="248993" y="51942"/>
                  <a:pt x="248442" y="50088"/>
                </a:cubicBezTo>
                <a:cubicBezTo>
                  <a:pt x="247891" y="48232"/>
                  <a:pt x="247646" y="46270"/>
                  <a:pt x="247708" y="44202"/>
                </a:cubicBezTo>
                <a:lnTo>
                  <a:pt x="283238" y="44202"/>
                </a:lnTo>
                <a:cubicBezTo>
                  <a:pt x="283361" y="41317"/>
                  <a:pt x="283101" y="38279"/>
                  <a:pt x="282458" y="35086"/>
                </a:cubicBezTo>
                <a:cubicBezTo>
                  <a:pt x="281816" y="31894"/>
                  <a:pt x="280652" y="28947"/>
                  <a:pt x="278968" y="26246"/>
                </a:cubicBezTo>
                <a:cubicBezTo>
                  <a:pt x="277285" y="23545"/>
                  <a:pt x="275051" y="21320"/>
                  <a:pt x="272266" y="19571"/>
                </a:cubicBezTo>
                <a:cubicBezTo>
                  <a:pt x="269481" y="17821"/>
                  <a:pt x="265977" y="16946"/>
                  <a:pt x="261754" y="16946"/>
                </a:cubicBezTo>
                <a:cubicBezTo>
                  <a:pt x="258510" y="16946"/>
                  <a:pt x="255526" y="17558"/>
                  <a:pt x="252802" y="18782"/>
                </a:cubicBezTo>
                <a:cubicBezTo>
                  <a:pt x="250078" y="20007"/>
                  <a:pt x="247722" y="21721"/>
                  <a:pt x="245733" y="23925"/>
                </a:cubicBezTo>
                <a:cubicBezTo>
                  <a:pt x="243743" y="26128"/>
                  <a:pt x="242198" y="28730"/>
                  <a:pt x="241096" y="31730"/>
                </a:cubicBezTo>
                <a:cubicBezTo>
                  <a:pt x="239994" y="34729"/>
                  <a:pt x="239444" y="38033"/>
                  <a:pt x="239444" y="41644"/>
                </a:cubicBezTo>
                <a:cubicBezTo>
                  <a:pt x="239566" y="45256"/>
                  <a:pt x="240102" y="48592"/>
                  <a:pt x="241051" y="51652"/>
                </a:cubicBezTo>
                <a:cubicBezTo>
                  <a:pt x="242000" y="54713"/>
                  <a:pt x="243423" y="57345"/>
                  <a:pt x="245319" y="59549"/>
                </a:cubicBezTo>
                <a:cubicBezTo>
                  <a:pt x="247217" y="61753"/>
                  <a:pt x="249559" y="63466"/>
                  <a:pt x="252344" y="64691"/>
                </a:cubicBezTo>
                <a:cubicBezTo>
                  <a:pt x="255129" y="65915"/>
                  <a:pt x="258419" y="66527"/>
                  <a:pt x="262213" y="66527"/>
                </a:cubicBezTo>
                <a:cubicBezTo>
                  <a:pt x="267600" y="66527"/>
                  <a:pt x="272069" y="65183"/>
                  <a:pt x="275619" y="62493"/>
                </a:cubicBezTo>
                <a:cubicBezTo>
                  <a:pt x="279169" y="59802"/>
                  <a:pt x="281464" y="55797"/>
                  <a:pt x="282504" y="50478"/>
                </a:cubicBezTo>
                <a:close/>
                <a:moveTo>
                  <a:pt x="323206" y="33264"/>
                </a:moveTo>
                <a:lnTo>
                  <a:pt x="331287" y="33264"/>
                </a:lnTo>
                <a:cubicBezTo>
                  <a:pt x="330981" y="30453"/>
                  <a:pt x="330246" y="28023"/>
                  <a:pt x="329083" y="25976"/>
                </a:cubicBezTo>
                <a:cubicBezTo>
                  <a:pt x="327921" y="23928"/>
                  <a:pt x="326436" y="22232"/>
                  <a:pt x="324630" y="20888"/>
                </a:cubicBezTo>
                <a:cubicBezTo>
                  <a:pt x="322824" y="19543"/>
                  <a:pt x="320744" y="18550"/>
                  <a:pt x="318387" y="17908"/>
                </a:cubicBezTo>
                <a:cubicBezTo>
                  <a:pt x="316031" y="17266"/>
                  <a:pt x="313506" y="16946"/>
                  <a:pt x="310812" y="16946"/>
                </a:cubicBezTo>
                <a:cubicBezTo>
                  <a:pt x="307078" y="16946"/>
                  <a:pt x="303803" y="17604"/>
                  <a:pt x="300988" y="18920"/>
                </a:cubicBezTo>
                <a:cubicBezTo>
                  <a:pt x="298173" y="20236"/>
                  <a:pt x="295832" y="22041"/>
                  <a:pt x="293965" y="24337"/>
                </a:cubicBezTo>
                <a:cubicBezTo>
                  <a:pt x="292098" y="26633"/>
                  <a:pt x="290705" y="29326"/>
                  <a:pt x="289787" y="32418"/>
                </a:cubicBezTo>
                <a:cubicBezTo>
                  <a:pt x="288869" y="35508"/>
                  <a:pt x="288410" y="38829"/>
                  <a:pt x="288410" y="42380"/>
                </a:cubicBezTo>
                <a:cubicBezTo>
                  <a:pt x="288410" y="45930"/>
                  <a:pt x="288884" y="49189"/>
                  <a:pt x="289833" y="52158"/>
                </a:cubicBezTo>
                <a:cubicBezTo>
                  <a:pt x="290782" y="55127"/>
                  <a:pt x="292190" y="57683"/>
                  <a:pt x="294057" y="59825"/>
                </a:cubicBezTo>
                <a:cubicBezTo>
                  <a:pt x="295924" y="61967"/>
                  <a:pt x="298250" y="63620"/>
                  <a:pt x="301034" y="64783"/>
                </a:cubicBezTo>
                <a:cubicBezTo>
                  <a:pt x="303819" y="65946"/>
                  <a:pt x="307017" y="66527"/>
                  <a:pt x="310629" y="66527"/>
                </a:cubicBezTo>
                <a:cubicBezTo>
                  <a:pt x="316688" y="66527"/>
                  <a:pt x="321478" y="64935"/>
                  <a:pt x="324997" y="61749"/>
                </a:cubicBezTo>
                <a:cubicBezTo>
                  <a:pt x="328517" y="58563"/>
                  <a:pt x="330705" y="54029"/>
                  <a:pt x="331562" y="48147"/>
                </a:cubicBezTo>
                <a:lnTo>
                  <a:pt x="323575" y="48147"/>
                </a:lnTo>
                <a:cubicBezTo>
                  <a:pt x="323085" y="51819"/>
                  <a:pt x="321753" y="54664"/>
                  <a:pt x="319579" y="56685"/>
                </a:cubicBezTo>
                <a:cubicBezTo>
                  <a:pt x="317407" y="58704"/>
                  <a:pt x="314393" y="59713"/>
                  <a:pt x="310536" y="59713"/>
                </a:cubicBezTo>
                <a:cubicBezTo>
                  <a:pt x="308088" y="59713"/>
                  <a:pt x="305977" y="59224"/>
                  <a:pt x="304201" y="58247"/>
                </a:cubicBezTo>
                <a:cubicBezTo>
                  <a:pt x="302427" y="57268"/>
                  <a:pt x="300989" y="55968"/>
                  <a:pt x="299886" y="54348"/>
                </a:cubicBezTo>
                <a:cubicBezTo>
                  <a:pt x="298785" y="52727"/>
                  <a:pt x="297975" y="50878"/>
                  <a:pt x="297454" y="48799"/>
                </a:cubicBezTo>
                <a:cubicBezTo>
                  <a:pt x="296934" y="46720"/>
                  <a:pt x="296674" y="44580"/>
                  <a:pt x="296674" y="42378"/>
                </a:cubicBezTo>
                <a:cubicBezTo>
                  <a:pt x="296674" y="39993"/>
                  <a:pt x="296919" y="37685"/>
                  <a:pt x="297408" y="35453"/>
                </a:cubicBezTo>
                <a:cubicBezTo>
                  <a:pt x="297898" y="33221"/>
                  <a:pt x="298708" y="31249"/>
                  <a:pt x="299840" y="29537"/>
                </a:cubicBezTo>
                <a:cubicBezTo>
                  <a:pt x="300973" y="27824"/>
                  <a:pt x="302488" y="26448"/>
                  <a:pt x="304385" y="25409"/>
                </a:cubicBezTo>
                <a:cubicBezTo>
                  <a:pt x="306283" y="24369"/>
                  <a:pt x="308640" y="23849"/>
                  <a:pt x="311455" y="23849"/>
                </a:cubicBezTo>
                <a:cubicBezTo>
                  <a:pt x="314761" y="23849"/>
                  <a:pt x="317393" y="24672"/>
                  <a:pt x="319351" y="26318"/>
                </a:cubicBezTo>
                <a:cubicBezTo>
                  <a:pt x="321310" y="27963"/>
                  <a:pt x="322595" y="30278"/>
                  <a:pt x="323206" y="33264"/>
                </a:cubicBezTo>
                <a:close/>
                <a:moveTo>
                  <a:pt x="350782" y="18022"/>
                </a:moveTo>
                <a:lnTo>
                  <a:pt x="350782" y="3855"/>
                </a:lnTo>
                <a:lnTo>
                  <a:pt x="342977" y="3855"/>
                </a:lnTo>
                <a:lnTo>
                  <a:pt x="342977" y="18022"/>
                </a:lnTo>
                <a:lnTo>
                  <a:pt x="334898" y="18022"/>
                </a:lnTo>
                <a:lnTo>
                  <a:pt x="334898" y="24925"/>
                </a:lnTo>
                <a:lnTo>
                  <a:pt x="342977" y="24925"/>
                </a:lnTo>
                <a:lnTo>
                  <a:pt x="342977" y="55157"/>
                </a:lnTo>
                <a:cubicBezTo>
                  <a:pt x="342977" y="57363"/>
                  <a:pt x="343191" y="59139"/>
                  <a:pt x="343620" y="60487"/>
                </a:cubicBezTo>
                <a:cubicBezTo>
                  <a:pt x="344049" y="61834"/>
                  <a:pt x="344707" y="62876"/>
                  <a:pt x="345594" y="63612"/>
                </a:cubicBezTo>
                <a:cubicBezTo>
                  <a:pt x="346481" y="64347"/>
                  <a:pt x="347644" y="64852"/>
                  <a:pt x="349082" y="65128"/>
                </a:cubicBezTo>
                <a:cubicBezTo>
                  <a:pt x="350521" y="65403"/>
                  <a:pt x="352250" y="65541"/>
                  <a:pt x="354270" y="65541"/>
                </a:cubicBezTo>
                <a:lnTo>
                  <a:pt x="360238" y="65541"/>
                </a:lnTo>
                <a:lnTo>
                  <a:pt x="360238" y="58637"/>
                </a:lnTo>
                <a:lnTo>
                  <a:pt x="356657" y="58637"/>
                </a:lnTo>
                <a:cubicBezTo>
                  <a:pt x="355433" y="58637"/>
                  <a:pt x="354438" y="58592"/>
                  <a:pt x="353673" y="58500"/>
                </a:cubicBezTo>
                <a:cubicBezTo>
                  <a:pt x="352908" y="58408"/>
                  <a:pt x="352312" y="58209"/>
                  <a:pt x="351883" y="57903"/>
                </a:cubicBezTo>
                <a:cubicBezTo>
                  <a:pt x="351455" y="57597"/>
                  <a:pt x="351165" y="57168"/>
                  <a:pt x="351011" y="56617"/>
                </a:cubicBezTo>
                <a:cubicBezTo>
                  <a:pt x="350858" y="56065"/>
                  <a:pt x="350782" y="55330"/>
                  <a:pt x="350782" y="54412"/>
                </a:cubicBezTo>
                <a:lnTo>
                  <a:pt x="350782" y="24925"/>
                </a:lnTo>
                <a:lnTo>
                  <a:pt x="360238" y="24925"/>
                </a:lnTo>
                <a:lnTo>
                  <a:pt x="360238" y="18022"/>
                </a:lnTo>
                <a:lnTo>
                  <a:pt x="350782" y="18022"/>
                </a:lnTo>
                <a:close/>
                <a:moveTo>
                  <a:pt x="377285" y="9594"/>
                </a:moveTo>
                <a:lnTo>
                  <a:pt x="377285" y="0"/>
                </a:lnTo>
                <a:lnTo>
                  <a:pt x="369481" y="0"/>
                </a:lnTo>
                <a:lnTo>
                  <a:pt x="369481" y="9594"/>
                </a:lnTo>
                <a:lnTo>
                  <a:pt x="377285" y="9594"/>
                </a:lnTo>
                <a:moveTo>
                  <a:pt x="369481" y="18075"/>
                </a:moveTo>
                <a:lnTo>
                  <a:pt x="369481" y="65541"/>
                </a:lnTo>
                <a:lnTo>
                  <a:pt x="377285" y="65541"/>
                </a:lnTo>
                <a:lnTo>
                  <a:pt x="377285" y="18075"/>
                </a:lnTo>
                <a:lnTo>
                  <a:pt x="369481" y="18075"/>
                </a:lnTo>
                <a:close/>
                <a:moveTo>
                  <a:pt x="411070" y="65541"/>
                </a:moveTo>
                <a:lnTo>
                  <a:pt x="428422" y="18111"/>
                </a:lnTo>
                <a:lnTo>
                  <a:pt x="420252" y="18111"/>
                </a:lnTo>
                <a:lnTo>
                  <a:pt x="407306" y="57651"/>
                </a:lnTo>
                <a:lnTo>
                  <a:pt x="407123" y="57651"/>
                </a:lnTo>
                <a:lnTo>
                  <a:pt x="393810" y="18111"/>
                </a:lnTo>
                <a:lnTo>
                  <a:pt x="385089" y="18111"/>
                </a:lnTo>
                <a:lnTo>
                  <a:pt x="402715" y="65541"/>
                </a:lnTo>
                <a:lnTo>
                  <a:pt x="411070" y="65541"/>
                </a:lnTo>
                <a:close/>
                <a:moveTo>
                  <a:pt x="468545" y="37298"/>
                </a:moveTo>
                <a:lnTo>
                  <a:pt x="441277" y="37298"/>
                </a:lnTo>
                <a:cubicBezTo>
                  <a:pt x="441400" y="35456"/>
                  <a:pt x="441798" y="33721"/>
                  <a:pt x="442471" y="32094"/>
                </a:cubicBezTo>
                <a:cubicBezTo>
                  <a:pt x="443144" y="30466"/>
                  <a:pt x="444062" y="29038"/>
                  <a:pt x="445225" y="27810"/>
                </a:cubicBezTo>
                <a:cubicBezTo>
                  <a:pt x="446388" y="26582"/>
                  <a:pt x="447780" y="25615"/>
                  <a:pt x="449403" y="24909"/>
                </a:cubicBezTo>
                <a:cubicBezTo>
                  <a:pt x="451025" y="24202"/>
                  <a:pt x="452846" y="23849"/>
                  <a:pt x="454865" y="23849"/>
                </a:cubicBezTo>
                <a:cubicBezTo>
                  <a:pt x="456824" y="23849"/>
                  <a:pt x="458614" y="24202"/>
                  <a:pt x="460236" y="24909"/>
                </a:cubicBezTo>
                <a:cubicBezTo>
                  <a:pt x="461858" y="25615"/>
                  <a:pt x="463266" y="26567"/>
                  <a:pt x="464460" y="27765"/>
                </a:cubicBezTo>
                <a:cubicBezTo>
                  <a:pt x="465654" y="28962"/>
                  <a:pt x="466602" y="30390"/>
                  <a:pt x="467305" y="32048"/>
                </a:cubicBezTo>
                <a:cubicBezTo>
                  <a:pt x="468009" y="33705"/>
                  <a:pt x="468423" y="35456"/>
                  <a:pt x="468545" y="37298"/>
                </a:cubicBezTo>
                <a:moveTo>
                  <a:pt x="476074" y="50478"/>
                </a:moveTo>
                <a:lnTo>
                  <a:pt x="468362" y="50478"/>
                </a:lnTo>
                <a:cubicBezTo>
                  <a:pt x="467688" y="53588"/>
                  <a:pt x="466296" y="55904"/>
                  <a:pt x="464184" y="57428"/>
                </a:cubicBezTo>
                <a:cubicBezTo>
                  <a:pt x="462072" y="58952"/>
                  <a:pt x="459364" y="59713"/>
                  <a:pt x="456059" y="59713"/>
                </a:cubicBezTo>
                <a:cubicBezTo>
                  <a:pt x="453488" y="59713"/>
                  <a:pt x="451254" y="59287"/>
                  <a:pt x="449357" y="58436"/>
                </a:cubicBezTo>
                <a:cubicBezTo>
                  <a:pt x="447460" y="57584"/>
                  <a:pt x="445899" y="56444"/>
                  <a:pt x="444675" y="55015"/>
                </a:cubicBezTo>
                <a:cubicBezTo>
                  <a:pt x="443450" y="53585"/>
                  <a:pt x="442562" y="51942"/>
                  <a:pt x="442011" y="50088"/>
                </a:cubicBezTo>
                <a:cubicBezTo>
                  <a:pt x="441460" y="48232"/>
                  <a:pt x="441216" y="46270"/>
                  <a:pt x="441277" y="44202"/>
                </a:cubicBezTo>
                <a:lnTo>
                  <a:pt x="476808" y="44202"/>
                </a:lnTo>
                <a:cubicBezTo>
                  <a:pt x="476930" y="41317"/>
                  <a:pt x="476670" y="38279"/>
                  <a:pt x="476027" y="35086"/>
                </a:cubicBezTo>
                <a:cubicBezTo>
                  <a:pt x="475385" y="31894"/>
                  <a:pt x="474222" y="28947"/>
                  <a:pt x="472538" y="26246"/>
                </a:cubicBezTo>
                <a:cubicBezTo>
                  <a:pt x="470855" y="23545"/>
                  <a:pt x="468621" y="21320"/>
                  <a:pt x="465836" y="19571"/>
                </a:cubicBezTo>
                <a:cubicBezTo>
                  <a:pt x="463051" y="17821"/>
                  <a:pt x="459546" y="16946"/>
                  <a:pt x="455323" y="16946"/>
                </a:cubicBezTo>
                <a:cubicBezTo>
                  <a:pt x="452079" y="16946"/>
                  <a:pt x="449095" y="17558"/>
                  <a:pt x="446371" y="18782"/>
                </a:cubicBezTo>
                <a:cubicBezTo>
                  <a:pt x="443648" y="20007"/>
                  <a:pt x="441291" y="21721"/>
                  <a:pt x="439302" y="23925"/>
                </a:cubicBezTo>
                <a:cubicBezTo>
                  <a:pt x="437313" y="26128"/>
                  <a:pt x="435767" y="28730"/>
                  <a:pt x="434665" y="31730"/>
                </a:cubicBezTo>
                <a:cubicBezTo>
                  <a:pt x="433564" y="34729"/>
                  <a:pt x="433013" y="38033"/>
                  <a:pt x="433013" y="41644"/>
                </a:cubicBezTo>
                <a:cubicBezTo>
                  <a:pt x="433136" y="45256"/>
                  <a:pt x="433671" y="48592"/>
                  <a:pt x="434620" y="51652"/>
                </a:cubicBezTo>
                <a:cubicBezTo>
                  <a:pt x="435569" y="54713"/>
                  <a:pt x="436992" y="57345"/>
                  <a:pt x="438889" y="59549"/>
                </a:cubicBezTo>
                <a:cubicBezTo>
                  <a:pt x="440787" y="61753"/>
                  <a:pt x="443128" y="63466"/>
                  <a:pt x="445913" y="64691"/>
                </a:cubicBezTo>
                <a:cubicBezTo>
                  <a:pt x="448698" y="65915"/>
                  <a:pt x="451988" y="66527"/>
                  <a:pt x="455783" y="66527"/>
                </a:cubicBezTo>
                <a:cubicBezTo>
                  <a:pt x="461170" y="66527"/>
                  <a:pt x="465638" y="65183"/>
                  <a:pt x="469188" y="62493"/>
                </a:cubicBezTo>
                <a:cubicBezTo>
                  <a:pt x="472738" y="59802"/>
                  <a:pt x="475033" y="55797"/>
                  <a:pt x="476074" y="50478"/>
                </a:cubicBezTo>
                <a:close/>
                <a:moveTo>
                  <a:pt x="519807" y="58189"/>
                </a:moveTo>
                <a:lnTo>
                  <a:pt x="519807" y="7352"/>
                </a:lnTo>
                <a:lnTo>
                  <a:pt x="534497" y="7352"/>
                </a:lnTo>
                <a:cubicBezTo>
                  <a:pt x="538537" y="7352"/>
                  <a:pt x="541934" y="7918"/>
                  <a:pt x="544688" y="9050"/>
                </a:cubicBezTo>
                <a:cubicBezTo>
                  <a:pt x="547442" y="10182"/>
                  <a:pt x="549691" y="11834"/>
                  <a:pt x="551436" y="14005"/>
                </a:cubicBezTo>
                <a:cubicBezTo>
                  <a:pt x="553181" y="16177"/>
                  <a:pt x="554435" y="18807"/>
                  <a:pt x="555200" y="21897"/>
                </a:cubicBezTo>
                <a:cubicBezTo>
                  <a:pt x="555965" y="24986"/>
                  <a:pt x="556348" y="28488"/>
                  <a:pt x="556348" y="32404"/>
                </a:cubicBezTo>
                <a:cubicBezTo>
                  <a:pt x="556348" y="36441"/>
                  <a:pt x="555934" y="39882"/>
                  <a:pt x="555108" y="42727"/>
                </a:cubicBezTo>
                <a:cubicBezTo>
                  <a:pt x="554282" y="45572"/>
                  <a:pt x="553226" y="47943"/>
                  <a:pt x="551940" y="49840"/>
                </a:cubicBezTo>
                <a:cubicBezTo>
                  <a:pt x="550655" y="51735"/>
                  <a:pt x="549202" y="53234"/>
                  <a:pt x="547579" y="54335"/>
                </a:cubicBezTo>
                <a:cubicBezTo>
                  <a:pt x="545958" y="55436"/>
                  <a:pt x="544321" y="56277"/>
                  <a:pt x="542668" y="56858"/>
                </a:cubicBezTo>
                <a:cubicBezTo>
                  <a:pt x="541015" y="57439"/>
                  <a:pt x="539455" y="57806"/>
                  <a:pt x="537986" y="57959"/>
                </a:cubicBezTo>
                <a:cubicBezTo>
                  <a:pt x="536517" y="58113"/>
                  <a:pt x="535293" y="58189"/>
                  <a:pt x="534314" y="58189"/>
                </a:cubicBezTo>
                <a:lnTo>
                  <a:pt x="519807" y="58189"/>
                </a:lnTo>
                <a:moveTo>
                  <a:pt x="511085" y="0"/>
                </a:moveTo>
                <a:lnTo>
                  <a:pt x="511085" y="65541"/>
                </a:lnTo>
                <a:lnTo>
                  <a:pt x="533578" y="65541"/>
                </a:lnTo>
                <a:cubicBezTo>
                  <a:pt x="539026" y="65541"/>
                  <a:pt x="543739" y="64776"/>
                  <a:pt x="547718" y="63246"/>
                </a:cubicBezTo>
                <a:cubicBezTo>
                  <a:pt x="551697" y="61717"/>
                  <a:pt x="554971" y="59499"/>
                  <a:pt x="557541" y="56592"/>
                </a:cubicBezTo>
                <a:cubicBezTo>
                  <a:pt x="560112" y="53685"/>
                  <a:pt x="562010" y="50104"/>
                  <a:pt x="563233" y="45851"/>
                </a:cubicBezTo>
                <a:cubicBezTo>
                  <a:pt x="564458" y="41598"/>
                  <a:pt x="565070" y="36717"/>
                  <a:pt x="565070" y="31210"/>
                </a:cubicBezTo>
                <a:cubicBezTo>
                  <a:pt x="565070" y="20684"/>
                  <a:pt x="562346" y="12851"/>
                  <a:pt x="556898" y="7711"/>
                </a:cubicBezTo>
                <a:cubicBezTo>
                  <a:pt x="551451" y="2570"/>
                  <a:pt x="543678" y="0"/>
                  <a:pt x="533578" y="0"/>
                </a:cubicBezTo>
                <a:lnTo>
                  <a:pt x="511085" y="0"/>
                </a:lnTo>
                <a:close/>
                <a:moveTo>
                  <a:pt x="575354" y="0"/>
                </a:moveTo>
                <a:lnTo>
                  <a:pt x="575354" y="65541"/>
                </a:lnTo>
                <a:lnTo>
                  <a:pt x="618780" y="65541"/>
                </a:lnTo>
                <a:lnTo>
                  <a:pt x="618780" y="58189"/>
                </a:lnTo>
                <a:lnTo>
                  <a:pt x="584076" y="58189"/>
                </a:lnTo>
                <a:lnTo>
                  <a:pt x="584076" y="0"/>
                </a:lnTo>
                <a:lnTo>
                  <a:pt x="575354" y="0"/>
                </a:lnTo>
                <a:close/>
                <a:moveTo>
                  <a:pt x="651036" y="0"/>
                </a:moveTo>
                <a:lnTo>
                  <a:pt x="651036" y="65541"/>
                </a:lnTo>
                <a:lnTo>
                  <a:pt x="658841" y="65541"/>
                </a:lnTo>
                <a:lnTo>
                  <a:pt x="658841" y="0"/>
                </a:lnTo>
                <a:lnTo>
                  <a:pt x="651036" y="0"/>
                </a:lnTo>
                <a:close/>
                <a:moveTo>
                  <a:pt x="679498" y="9594"/>
                </a:moveTo>
                <a:lnTo>
                  <a:pt x="679498" y="0"/>
                </a:lnTo>
                <a:lnTo>
                  <a:pt x="671693" y="0"/>
                </a:lnTo>
                <a:lnTo>
                  <a:pt x="671693" y="9594"/>
                </a:lnTo>
                <a:lnTo>
                  <a:pt x="679498" y="9594"/>
                </a:lnTo>
                <a:moveTo>
                  <a:pt x="671693" y="18075"/>
                </a:moveTo>
                <a:lnTo>
                  <a:pt x="671693" y="65541"/>
                </a:lnTo>
                <a:lnTo>
                  <a:pt x="679498" y="65541"/>
                </a:lnTo>
                <a:lnTo>
                  <a:pt x="679498" y="18075"/>
                </a:lnTo>
                <a:lnTo>
                  <a:pt x="671693" y="18075"/>
                </a:lnTo>
                <a:close/>
                <a:moveTo>
                  <a:pt x="692167" y="0"/>
                </a:moveTo>
                <a:lnTo>
                  <a:pt x="692167" y="65517"/>
                </a:lnTo>
                <a:lnTo>
                  <a:pt x="699970" y="65517"/>
                </a:lnTo>
                <a:lnTo>
                  <a:pt x="699970" y="59187"/>
                </a:lnTo>
                <a:lnTo>
                  <a:pt x="700155" y="59187"/>
                </a:lnTo>
                <a:cubicBezTo>
                  <a:pt x="701012" y="60593"/>
                  <a:pt x="702068" y="61771"/>
                  <a:pt x="703322" y="62720"/>
                </a:cubicBezTo>
                <a:cubicBezTo>
                  <a:pt x="704577" y="63668"/>
                  <a:pt x="705908" y="64417"/>
                  <a:pt x="707315" y="64968"/>
                </a:cubicBezTo>
                <a:cubicBezTo>
                  <a:pt x="708724" y="65518"/>
                  <a:pt x="710147" y="65916"/>
                  <a:pt x="711585" y="66160"/>
                </a:cubicBezTo>
                <a:cubicBezTo>
                  <a:pt x="713023" y="66405"/>
                  <a:pt x="714324" y="66527"/>
                  <a:pt x="715488" y="66527"/>
                </a:cubicBezTo>
                <a:cubicBezTo>
                  <a:pt x="719099" y="66527"/>
                  <a:pt x="722266" y="65885"/>
                  <a:pt x="724989" y="64600"/>
                </a:cubicBezTo>
                <a:cubicBezTo>
                  <a:pt x="727714" y="63314"/>
                  <a:pt x="729978" y="61554"/>
                  <a:pt x="731784" y="59320"/>
                </a:cubicBezTo>
                <a:cubicBezTo>
                  <a:pt x="733589" y="57086"/>
                  <a:pt x="734935" y="54469"/>
                  <a:pt x="735823" y="51470"/>
                </a:cubicBezTo>
                <a:cubicBezTo>
                  <a:pt x="736711" y="48470"/>
                  <a:pt x="737155" y="45287"/>
                  <a:pt x="737155" y="41920"/>
                </a:cubicBezTo>
                <a:cubicBezTo>
                  <a:pt x="737155" y="38553"/>
                  <a:pt x="736696" y="35370"/>
                  <a:pt x="735778" y="32371"/>
                </a:cubicBezTo>
                <a:cubicBezTo>
                  <a:pt x="734860" y="29371"/>
                  <a:pt x="733498" y="26724"/>
                  <a:pt x="731691" y="24429"/>
                </a:cubicBezTo>
                <a:cubicBezTo>
                  <a:pt x="729886" y="22134"/>
                  <a:pt x="727622" y="20313"/>
                  <a:pt x="724898" y="18966"/>
                </a:cubicBezTo>
                <a:cubicBezTo>
                  <a:pt x="722175" y="17619"/>
                  <a:pt x="718976" y="16946"/>
                  <a:pt x="715303" y="16946"/>
                </a:cubicBezTo>
                <a:cubicBezTo>
                  <a:pt x="711998" y="16946"/>
                  <a:pt x="708968" y="17542"/>
                  <a:pt x="706214" y="18736"/>
                </a:cubicBezTo>
                <a:cubicBezTo>
                  <a:pt x="703460" y="19930"/>
                  <a:pt x="701440" y="21842"/>
                  <a:pt x="700155" y="24474"/>
                </a:cubicBezTo>
                <a:lnTo>
                  <a:pt x="699970" y="24474"/>
                </a:lnTo>
                <a:lnTo>
                  <a:pt x="699970" y="0"/>
                </a:lnTo>
                <a:lnTo>
                  <a:pt x="692167" y="0"/>
                </a:lnTo>
                <a:moveTo>
                  <a:pt x="728891" y="41368"/>
                </a:moveTo>
                <a:cubicBezTo>
                  <a:pt x="728891" y="43692"/>
                  <a:pt x="728646" y="45954"/>
                  <a:pt x="728155" y="48156"/>
                </a:cubicBezTo>
                <a:cubicBezTo>
                  <a:pt x="727666" y="50357"/>
                  <a:pt x="726870" y="52314"/>
                  <a:pt x="725768" y="54027"/>
                </a:cubicBezTo>
                <a:cubicBezTo>
                  <a:pt x="724667" y="55739"/>
                  <a:pt x="723214" y="57115"/>
                  <a:pt x="721409" y="58154"/>
                </a:cubicBezTo>
                <a:cubicBezTo>
                  <a:pt x="719603" y="59194"/>
                  <a:pt x="717354" y="59713"/>
                  <a:pt x="714660" y="59713"/>
                </a:cubicBezTo>
                <a:cubicBezTo>
                  <a:pt x="711968" y="59713"/>
                  <a:pt x="709672" y="59209"/>
                  <a:pt x="707775" y="58200"/>
                </a:cubicBezTo>
                <a:cubicBezTo>
                  <a:pt x="705877" y="57191"/>
                  <a:pt x="704331" y="55861"/>
                  <a:pt x="703138" y="54210"/>
                </a:cubicBezTo>
                <a:cubicBezTo>
                  <a:pt x="701945" y="52559"/>
                  <a:pt x="701073" y="50648"/>
                  <a:pt x="700522" y="48478"/>
                </a:cubicBezTo>
                <a:cubicBezTo>
                  <a:pt x="699971" y="46306"/>
                  <a:pt x="699695" y="44059"/>
                  <a:pt x="699695" y="41735"/>
                </a:cubicBezTo>
                <a:cubicBezTo>
                  <a:pt x="699695" y="39534"/>
                  <a:pt x="699956" y="37363"/>
                  <a:pt x="700476" y="35224"/>
                </a:cubicBezTo>
                <a:cubicBezTo>
                  <a:pt x="700996" y="33083"/>
                  <a:pt x="701837" y="31172"/>
                  <a:pt x="703000" y="29491"/>
                </a:cubicBezTo>
                <a:cubicBezTo>
                  <a:pt x="704163" y="27809"/>
                  <a:pt x="705662" y="26448"/>
                  <a:pt x="707499" y="25409"/>
                </a:cubicBezTo>
                <a:cubicBezTo>
                  <a:pt x="709335" y="24369"/>
                  <a:pt x="711569" y="23849"/>
                  <a:pt x="714201" y="23849"/>
                </a:cubicBezTo>
                <a:cubicBezTo>
                  <a:pt x="716710" y="23849"/>
                  <a:pt x="718898" y="24339"/>
                  <a:pt x="720765" y="25318"/>
                </a:cubicBezTo>
                <a:cubicBezTo>
                  <a:pt x="722632" y="26295"/>
                  <a:pt x="724163" y="27610"/>
                  <a:pt x="725356" y="29261"/>
                </a:cubicBezTo>
                <a:cubicBezTo>
                  <a:pt x="726550" y="30912"/>
                  <a:pt x="727437" y="32793"/>
                  <a:pt x="728018" y="34903"/>
                </a:cubicBezTo>
                <a:cubicBezTo>
                  <a:pt x="728600" y="37012"/>
                  <a:pt x="728891" y="39167"/>
                  <a:pt x="728891" y="41368"/>
                </a:cubicBezTo>
                <a:close/>
                <a:moveTo>
                  <a:pt x="745937" y="18048"/>
                </a:moveTo>
                <a:lnTo>
                  <a:pt x="745937" y="65541"/>
                </a:lnTo>
                <a:lnTo>
                  <a:pt x="753741" y="65541"/>
                </a:lnTo>
                <a:lnTo>
                  <a:pt x="753741" y="44403"/>
                </a:lnTo>
                <a:cubicBezTo>
                  <a:pt x="753741" y="41339"/>
                  <a:pt x="754046" y="38628"/>
                  <a:pt x="754658" y="36270"/>
                </a:cubicBezTo>
                <a:cubicBezTo>
                  <a:pt x="755271" y="33911"/>
                  <a:pt x="756251" y="31904"/>
                  <a:pt x="757597" y="30250"/>
                </a:cubicBezTo>
                <a:cubicBezTo>
                  <a:pt x="758944" y="28595"/>
                  <a:pt x="760719" y="27339"/>
                  <a:pt x="762922" y="26482"/>
                </a:cubicBezTo>
                <a:cubicBezTo>
                  <a:pt x="765125" y="25624"/>
                  <a:pt x="767788" y="25194"/>
                  <a:pt x="770909" y="25194"/>
                </a:cubicBezTo>
                <a:lnTo>
                  <a:pt x="770909" y="16946"/>
                </a:lnTo>
                <a:cubicBezTo>
                  <a:pt x="766687" y="16823"/>
                  <a:pt x="763198" y="17681"/>
                  <a:pt x="760443" y="19518"/>
                </a:cubicBezTo>
                <a:cubicBezTo>
                  <a:pt x="757688" y="21355"/>
                  <a:pt x="755363" y="24202"/>
                  <a:pt x="753466" y="28061"/>
                </a:cubicBezTo>
                <a:lnTo>
                  <a:pt x="753282" y="28061"/>
                </a:lnTo>
                <a:lnTo>
                  <a:pt x="753282" y="18048"/>
                </a:lnTo>
                <a:lnTo>
                  <a:pt x="745937" y="18048"/>
                </a:lnTo>
                <a:close/>
                <a:moveTo>
                  <a:pt x="818867" y="65334"/>
                </a:moveTo>
                <a:cubicBezTo>
                  <a:pt x="817520" y="66130"/>
                  <a:pt x="815653" y="66527"/>
                  <a:pt x="813266" y="66527"/>
                </a:cubicBezTo>
                <a:cubicBezTo>
                  <a:pt x="811247" y="66527"/>
                  <a:pt x="809640" y="65961"/>
                  <a:pt x="808447" y="64830"/>
                </a:cubicBezTo>
                <a:cubicBezTo>
                  <a:pt x="807253" y="63697"/>
                  <a:pt x="806656" y="61845"/>
                  <a:pt x="806656" y="59273"/>
                </a:cubicBezTo>
                <a:cubicBezTo>
                  <a:pt x="804514" y="61845"/>
                  <a:pt x="802019" y="63697"/>
                  <a:pt x="799173" y="64830"/>
                </a:cubicBezTo>
                <a:cubicBezTo>
                  <a:pt x="796327" y="65961"/>
                  <a:pt x="793251" y="66527"/>
                  <a:pt x="789946" y="66527"/>
                </a:cubicBezTo>
                <a:cubicBezTo>
                  <a:pt x="787804" y="66527"/>
                  <a:pt x="785768" y="66283"/>
                  <a:pt x="783839" y="65793"/>
                </a:cubicBezTo>
                <a:cubicBezTo>
                  <a:pt x="781912" y="65304"/>
                  <a:pt x="780244" y="64539"/>
                  <a:pt x="778837" y="63499"/>
                </a:cubicBezTo>
                <a:cubicBezTo>
                  <a:pt x="777429" y="62458"/>
                  <a:pt x="776312" y="61097"/>
                  <a:pt x="775486" y="59415"/>
                </a:cubicBezTo>
                <a:cubicBezTo>
                  <a:pt x="774659" y="57732"/>
                  <a:pt x="774246" y="55697"/>
                  <a:pt x="774246" y="53311"/>
                </a:cubicBezTo>
                <a:cubicBezTo>
                  <a:pt x="774246" y="50618"/>
                  <a:pt x="774705" y="48416"/>
                  <a:pt x="775623" y="46703"/>
                </a:cubicBezTo>
                <a:cubicBezTo>
                  <a:pt x="776541" y="44990"/>
                  <a:pt x="777750" y="43598"/>
                  <a:pt x="779249" y="42528"/>
                </a:cubicBezTo>
                <a:cubicBezTo>
                  <a:pt x="780749" y="41457"/>
                  <a:pt x="782462" y="40646"/>
                  <a:pt x="784390" y="40095"/>
                </a:cubicBezTo>
                <a:cubicBezTo>
                  <a:pt x="786319" y="39544"/>
                  <a:pt x="788293" y="39085"/>
                  <a:pt x="790313" y="38718"/>
                </a:cubicBezTo>
                <a:cubicBezTo>
                  <a:pt x="792456" y="38290"/>
                  <a:pt x="794491" y="37969"/>
                  <a:pt x="796418" y="37755"/>
                </a:cubicBezTo>
                <a:cubicBezTo>
                  <a:pt x="798346" y="37540"/>
                  <a:pt x="800045" y="37234"/>
                  <a:pt x="801514" y="36836"/>
                </a:cubicBezTo>
                <a:cubicBezTo>
                  <a:pt x="802983" y="36438"/>
                  <a:pt x="804146" y="35857"/>
                  <a:pt x="805002" y="35093"/>
                </a:cubicBezTo>
                <a:cubicBezTo>
                  <a:pt x="805859" y="34328"/>
                  <a:pt x="806288" y="33211"/>
                  <a:pt x="806288" y="31742"/>
                </a:cubicBezTo>
                <a:cubicBezTo>
                  <a:pt x="806288" y="30029"/>
                  <a:pt x="805967" y="28653"/>
                  <a:pt x="805324" y="27612"/>
                </a:cubicBezTo>
                <a:cubicBezTo>
                  <a:pt x="804682" y="26572"/>
                  <a:pt x="803855" y="25777"/>
                  <a:pt x="802845" y="25227"/>
                </a:cubicBezTo>
                <a:cubicBezTo>
                  <a:pt x="801835" y="24676"/>
                  <a:pt x="800703" y="24309"/>
                  <a:pt x="799447" y="24125"/>
                </a:cubicBezTo>
                <a:cubicBezTo>
                  <a:pt x="798193" y="23941"/>
                  <a:pt x="796954" y="23849"/>
                  <a:pt x="795731" y="23849"/>
                </a:cubicBezTo>
                <a:cubicBezTo>
                  <a:pt x="792425" y="23849"/>
                  <a:pt x="789671" y="24475"/>
                  <a:pt x="787468" y="25725"/>
                </a:cubicBezTo>
                <a:cubicBezTo>
                  <a:pt x="785265" y="26976"/>
                  <a:pt x="784071" y="29339"/>
                  <a:pt x="783887" y="32815"/>
                </a:cubicBezTo>
                <a:lnTo>
                  <a:pt x="776083" y="32815"/>
                </a:lnTo>
                <a:cubicBezTo>
                  <a:pt x="776205" y="29880"/>
                  <a:pt x="776817" y="27403"/>
                  <a:pt x="777918" y="25385"/>
                </a:cubicBezTo>
                <a:cubicBezTo>
                  <a:pt x="779020" y="23367"/>
                  <a:pt x="780489" y="21731"/>
                  <a:pt x="782325" y="20477"/>
                </a:cubicBezTo>
                <a:cubicBezTo>
                  <a:pt x="784161" y="19224"/>
                  <a:pt x="786258" y="18322"/>
                  <a:pt x="788614" y="17772"/>
                </a:cubicBezTo>
                <a:cubicBezTo>
                  <a:pt x="790971" y="17221"/>
                  <a:pt x="793496" y="16946"/>
                  <a:pt x="796189" y="16946"/>
                </a:cubicBezTo>
                <a:cubicBezTo>
                  <a:pt x="798331" y="16946"/>
                  <a:pt x="800458" y="17099"/>
                  <a:pt x="802570" y="17405"/>
                </a:cubicBezTo>
                <a:cubicBezTo>
                  <a:pt x="804682" y="17711"/>
                  <a:pt x="806594" y="18338"/>
                  <a:pt x="808308" y="19287"/>
                </a:cubicBezTo>
                <a:cubicBezTo>
                  <a:pt x="810022" y="20235"/>
                  <a:pt x="811399" y="21565"/>
                  <a:pt x="812440" y="23279"/>
                </a:cubicBezTo>
                <a:cubicBezTo>
                  <a:pt x="813480" y="24992"/>
                  <a:pt x="814000" y="27225"/>
                  <a:pt x="814000" y="29979"/>
                </a:cubicBezTo>
                <a:lnTo>
                  <a:pt x="814000" y="54390"/>
                </a:lnTo>
                <a:cubicBezTo>
                  <a:pt x="814000" y="56226"/>
                  <a:pt x="814107" y="57572"/>
                  <a:pt x="814321" y="58429"/>
                </a:cubicBezTo>
                <a:cubicBezTo>
                  <a:pt x="814536" y="59285"/>
                  <a:pt x="815255" y="59713"/>
                  <a:pt x="816480" y="59713"/>
                </a:cubicBezTo>
                <a:cubicBezTo>
                  <a:pt x="817153" y="59713"/>
                  <a:pt x="817949" y="59567"/>
                  <a:pt x="818867" y="59273"/>
                </a:cubicBezTo>
                <a:lnTo>
                  <a:pt x="818867" y="65334"/>
                </a:lnTo>
                <a:moveTo>
                  <a:pt x="806197" y="41002"/>
                </a:moveTo>
                <a:cubicBezTo>
                  <a:pt x="805217" y="41737"/>
                  <a:pt x="803932" y="42272"/>
                  <a:pt x="802340" y="42608"/>
                </a:cubicBezTo>
                <a:cubicBezTo>
                  <a:pt x="800750" y="42944"/>
                  <a:pt x="799082" y="43219"/>
                  <a:pt x="797337" y="43433"/>
                </a:cubicBezTo>
                <a:cubicBezTo>
                  <a:pt x="795593" y="43647"/>
                  <a:pt x="793833" y="43892"/>
                  <a:pt x="792057" y="44167"/>
                </a:cubicBezTo>
                <a:cubicBezTo>
                  <a:pt x="790283" y="44442"/>
                  <a:pt x="788692" y="44885"/>
                  <a:pt x="787284" y="45497"/>
                </a:cubicBezTo>
                <a:cubicBezTo>
                  <a:pt x="785877" y="46108"/>
                  <a:pt x="784729" y="46980"/>
                  <a:pt x="783841" y="48111"/>
                </a:cubicBezTo>
                <a:cubicBezTo>
                  <a:pt x="782954" y="49242"/>
                  <a:pt x="782510" y="50786"/>
                  <a:pt x="782510" y="52742"/>
                </a:cubicBezTo>
                <a:cubicBezTo>
                  <a:pt x="782510" y="54026"/>
                  <a:pt x="782770" y="55112"/>
                  <a:pt x="783290" y="55999"/>
                </a:cubicBezTo>
                <a:cubicBezTo>
                  <a:pt x="783811" y="56886"/>
                  <a:pt x="784484" y="57604"/>
                  <a:pt x="785310" y="58154"/>
                </a:cubicBezTo>
                <a:cubicBezTo>
                  <a:pt x="786137" y="58704"/>
                  <a:pt x="787101" y="59102"/>
                  <a:pt x="788202" y="59346"/>
                </a:cubicBezTo>
                <a:cubicBezTo>
                  <a:pt x="789304" y="59591"/>
                  <a:pt x="790467" y="59713"/>
                  <a:pt x="791690" y="59713"/>
                </a:cubicBezTo>
                <a:cubicBezTo>
                  <a:pt x="794261" y="59713"/>
                  <a:pt x="796465" y="59362"/>
                  <a:pt x="798301" y="58658"/>
                </a:cubicBezTo>
                <a:cubicBezTo>
                  <a:pt x="800137" y="57955"/>
                  <a:pt x="801637" y="57069"/>
                  <a:pt x="802800" y="55999"/>
                </a:cubicBezTo>
                <a:cubicBezTo>
                  <a:pt x="803962" y="54929"/>
                  <a:pt x="804819" y="53767"/>
                  <a:pt x="805370" y="52514"/>
                </a:cubicBezTo>
                <a:cubicBezTo>
                  <a:pt x="805921" y="51260"/>
                  <a:pt x="806197" y="50082"/>
                  <a:pt x="806197" y="48982"/>
                </a:cubicBezTo>
                <a:lnTo>
                  <a:pt x="806197" y="41002"/>
                </a:lnTo>
                <a:close/>
                <a:moveTo>
                  <a:pt x="825508" y="18048"/>
                </a:moveTo>
                <a:lnTo>
                  <a:pt x="825508" y="65541"/>
                </a:lnTo>
                <a:lnTo>
                  <a:pt x="833311" y="65541"/>
                </a:lnTo>
                <a:lnTo>
                  <a:pt x="833311" y="44403"/>
                </a:lnTo>
                <a:cubicBezTo>
                  <a:pt x="833311" y="41339"/>
                  <a:pt x="833617" y="38628"/>
                  <a:pt x="834229" y="36270"/>
                </a:cubicBezTo>
                <a:cubicBezTo>
                  <a:pt x="834842" y="33911"/>
                  <a:pt x="835821" y="31904"/>
                  <a:pt x="837168" y="30250"/>
                </a:cubicBezTo>
                <a:cubicBezTo>
                  <a:pt x="838515" y="28595"/>
                  <a:pt x="840290" y="27339"/>
                  <a:pt x="842493" y="26482"/>
                </a:cubicBezTo>
                <a:cubicBezTo>
                  <a:pt x="844696" y="25624"/>
                  <a:pt x="847358" y="25194"/>
                  <a:pt x="850480" y="25194"/>
                </a:cubicBezTo>
                <a:lnTo>
                  <a:pt x="850480" y="16946"/>
                </a:lnTo>
                <a:cubicBezTo>
                  <a:pt x="846257" y="16823"/>
                  <a:pt x="842769" y="17681"/>
                  <a:pt x="840013" y="19518"/>
                </a:cubicBezTo>
                <a:cubicBezTo>
                  <a:pt x="837259" y="21355"/>
                  <a:pt x="834934" y="24202"/>
                  <a:pt x="833037" y="28061"/>
                </a:cubicBezTo>
                <a:lnTo>
                  <a:pt x="832853" y="28061"/>
                </a:lnTo>
                <a:lnTo>
                  <a:pt x="832853" y="18048"/>
                </a:lnTo>
                <a:lnTo>
                  <a:pt x="825508" y="18048"/>
                </a:lnTo>
                <a:close/>
                <a:moveTo>
                  <a:pt x="864651" y="9594"/>
                </a:moveTo>
                <a:lnTo>
                  <a:pt x="864651" y="0"/>
                </a:lnTo>
                <a:lnTo>
                  <a:pt x="856846" y="0"/>
                </a:lnTo>
                <a:lnTo>
                  <a:pt x="856846" y="9594"/>
                </a:lnTo>
                <a:lnTo>
                  <a:pt x="864651" y="9594"/>
                </a:lnTo>
                <a:moveTo>
                  <a:pt x="856846" y="18075"/>
                </a:moveTo>
                <a:lnTo>
                  <a:pt x="856846" y="65541"/>
                </a:lnTo>
                <a:lnTo>
                  <a:pt x="864651" y="65541"/>
                </a:lnTo>
                <a:lnTo>
                  <a:pt x="864651" y="18075"/>
                </a:lnTo>
                <a:lnTo>
                  <a:pt x="856846" y="18075"/>
                </a:lnTo>
                <a:close/>
                <a:moveTo>
                  <a:pt x="910005" y="37298"/>
                </a:moveTo>
                <a:lnTo>
                  <a:pt x="882737" y="37298"/>
                </a:lnTo>
                <a:cubicBezTo>
                  <a:pt x="882859" y="35456"/>
                  <a:pt x="883257" y="33721"/>
                  <a:pt x="883931" y="32094"/>
                </a:cubicBezTo>
                <a:cubicBezTo>
                  <a:pt x="884604" y="30466"/>
                  <a:pt x="885522" y="29038"/>
                  <a:pt x="886685" y="27810"/>
                </a:cubicBezTo>
                <a:cubicBezTo>
                  <a:pt x="887848" y="26582"/>
                  <a:pt x="889240" y="25615"/>
                  <a:pt x="890863" y="24909"/>
                </a:cubicBezTo>
                <a:cubicBezTo>
                  <a:pt x="892485" y="24202"/>
                  <a:pt x="894306" y="23849"/>
                  <a:pt x="896325" y="23849"/>
                </a:cubicBezTo>
                <a:cubicBezTo>
                  <a:pt x="898283" y="23849"/>
                  <a:pt x="900074" y="24202"/>
                  <a:pt x="901696" y="24909"/>
                </a:cubicBezTo>
                <a:cubicBezTo>
                  <a:pt x="903318" y="25615"/>
                  <a:pt x="904726" y="26567"/>
                  <a:pt x="905920" y="27765"/>
                </a:cubicBezTo>
                <a:cubicBezTo>
                  <a:pt x="907113" y="28962"/>
                  <a:pt x="908062" y="30390"/>
                  <a:pt x="908765" y="32048"/>
                </a:cubicBezTo>
                <a:cubicBezTo>
                  <a:pt x="909469" y="33705"/>
                  <a:pt x="909882" y="35456"/>
                  <a:pt x="910005" y="37298"/>
                </a:cubicBezTo>
                <a:moveTo>
                  <a:pt x="917533" y="50478"/>
                </a:moveTo>
                <a:lnTo>
                  <a:pt x="909821" y="50478"/>
                </a:lnTo>
                <a:cubicBezTo>
                  <a:pt x="909148" y="53588"/>
                  <a:pt x="907755" y="55904"/>
                  <a:pt x="905644" y="57428"/>
                </a:cubicBezTo>
                <a:cubicBezTo>
                  <a:pt x="903532" y="58952"/>
                  <a:pt x="900824" y="59713"/>
                  <a:pt x="897518" y="59713"/>
                </a:cubicBezTo>
                <a:cubicBezTo>
                  <a:pt x="894948" y="59713"/>
                  <a:pt x="892714" y="59287"/>
                  <a:pt x="890816" y="58436"/>
                </a:cubicBezTo>
                <a:cubicBezTo>
                  <a:pt x="888919" y="57584"/>
                  <a:pt x="887359" y="56444"/>
                  <a:pt x="886134" y="55015"/>
                </a:cubicBezTo>
                <a:cubicBezTo>
                  <a:pt x="884910" y="53585"/>
                  <a:pt x="884022" y="51942"/>
                  <a:pt x="883471" y="50088"/>
                </a:cubicBezTo>
                <a:cubicBezTo>
                  <a:pt x="882920" y="48232"/>
                  <a:pt x="882675" y="46270"/>
                  <a:pt x="882737" y="44202"/>
                </a:cubicBezTo>
                <a:lnTo>
                  <a:pt x="918268" y="44202"/>
                </a:lnTo>
                <a:cubicBezTo>
                  <a:pt x="918390" y="41317"/>
                  <a:pt x="918130" y="38279"/>
                  <a:pt x="917487" y="35086"/>
                </a:cubicBezTo>
                <a:cubicBezTo>
                  <a:pt x="916845" y="31894"/>
                  <a:pt x="915681" y="28947"/>
                  <a:pt x="913998" y="26246"/>
                </a:cubicBezTo>
                <a:cubicBezTo>
                  <a:pt x="912315" y="23545"/>
                  <a:pt x="910080" y="21320"/>
                  <a:pt x="907295" y="19571"/>
                </a:cubicBezTo>
                <a:cubicBezTo>
                  <a:pt x="904510" y="17821"/>
                  <a:pt x="901006" y="16946"/>
                  <a:pt x="896783" y="16946"/>
                </a:cubicBezTo>
                <a:cubicBezTo>
                  <a:pt x="893539" y="16946"/>
                  <a:pt x="890555" y="17558"/>
                  <a:pt x="887831" y="18782"/>
                </a:cubicBezTo>
                <a:cubicBezTo>
                  <a:pt x="885107" y="20007"/>
                  <a:pt x="882751" y="21721"/>
                  <a:pt x="880762" y="23925"/>
                </a:cubicBezTo>
                <a:cubicBezTo>
                  <a:pt x="878772" y="26128"/>
                  <a:pt x="877227" y="28730"/>
                  <a:pt x="876125" y="31730"/>
                </a:cubicBezTo>
                <a:cubicBezTo>
                  <a:pt x="875024" y="34729"/>
                  <a:pt x="874473" y="38033"/>
                  <a:pt x="874473" y="41644"/>
                </a:cubicBezTo>
                <a:cubicBezTo>
                  <a:pt x="874595" y="45256"/>
                  <a:pt x="875131" y="48592"/>
                  <a:pt x="876080" y="51652"/>
                </a:cubicBezTo>
                <a:cubicBezTo>
                  <a:pt x="877029" y="54713"/>
                  <a:pt x="878452" y="57345"/>
                  <a:pt x="880349" y="59549"/>
                </a:cubicBezTo>
                <a:cubicBezTo>
                  <a:pt x="882246" y="61753"/>
                  <a:pt x="884588" y="63466"/>
                  <a:pt x="887373" y="64691"/>
                </a:cubicBezTo>
                <a:cubicBezTo>
                  <a:pt x="890158" y="65915"/>
                  <a:pt x="893448" y="66527"/>
                  <a:pt x="897242" y="66527"/>
                </a:cubicBezTo>
                <a:cubicBezTo>
                  <a:pt x="902629" y="66527"/>
                  <a:pt x="907098" y="65183"/>
                  <a:pt x="910648" y="62493"/>
                </a:cubicBezTo>
                <a:cubicBezTo>
                  <a:pt x="914198" y="59802"/>
                  <a:pt x="916493" y="55797"/>
                  <a:pt x="917533" y="50478"/>
                </a:cubicBezTo>
                <a:close/>
                <a:moveTo>
                  <a:pt x="930785" y="50568"/>
                </a:moveTo>
                <a:lnTo>
                  <a:pt x="922982" y="50568"/>
                </a:lnTo>
                <a:cubicBezTo>
                  <a:pt x="923104" y="53503"/>
                  <a:pt x="923716" y="55995"/>
                  <a:pt x="924817" y="58043"/>
                </a:cubicBezTo>
                <a:cubicBezTo>
                  <a:pt x="925919" y="60092"/>
                  <a:pt x="927388" y="61743"/>
                  <a:pt x="929224" y="62997"/>
                </a:cubicBezTo>
                <a:cubicBezTo>
                  <a:pt x="931060" y="64250"/>
                  <a:pt x="933172" y="65152"/>
                  <a:pt x="935559" y="65702"/>
                </a:cubicBezTo>
                <a:cubicBezTo>
                  <a:pt x="937946" y="66252"/>
                  <a:pt x="940456" y="66527"/>
                  <a:pt x="943088" y="66527"/>
                </a:cubicBezTo>
                <a:cubicBezTo>
                  <a:pt x="945475" y="66527"/>
                  <a:pt x="947877" y="66298"/>
                  <a:pt x="950294" y="65838"/>
                </a:cubicBezTo>
                <a:cubicBezTo>
                  <a:pt x="952712" y="65380"/>
                  <a:pt x="954885" y="64569"/>
                  <a:pt x="956813" y="63408"/>
                </a:cubicBezTo>
                <a:cubicBezTo>
                  <a:pt x="958741" y="62245"/>
                  <a:pt x="960302" y="60715"/>
                  <a:pt x="961496" y="58818"/>
                </a:cubicBezTo>
                <a:cubicBezTo>
                  <a:pt x="962690" y="56921"/>
                  <a:pt x="963286" y="54535"/>
                  <a:pt x="963286" y="51659"/>
                </a:cubicBezTo>
                <a:cubicBezTo>
                  <a:pt x="963286" y="49395"/>
                  <a:pt x="962842" y="47499"/>
                  <a:pt x="961954" y="45969"/>
                </a:cubicBezTo>
                <a:cubicBezTo>
                  <a:pt x="961067" y="44439"/>
                  <a:pt x="959904" y="43169"/>
                  <a:pt x="958466" y="42160"/>
                </a:cubicBezTo>
                <a:cubicBezTo>
                  <a:pt x="957028" y="41150"/>
                  <a:pt x="955375" y="40339"/>
                  <a:pt x="953508" y="39728"/>
                </a:cubicBezTo>
                <a:cubicBezTo>
                  <a:pt x="951642" y="39116"/>
                  <a:pt x="949730" y="38596"/>
                  <a:pt x="947771" y="38167"/>
                </a:cubicBezTo>
                <a:cubicBezTo>
                  <a:pt x="945934" y="37739"/>
                  <a:pt x="944097" y="37326"/>
                  <a:pt x="942261" y="36929"/>
                </a:cubicBezTo>
                <a:cubicBezTo>
                  <a:pt x="940425" y="36531"/>
                  <a:pt x="938772" y="36041"/>
                  <a:pt x="937303" y="35460"/>
                </a:cubicBezTo>
                <a:cubicBezTo>
                  <a:pt x="935835" y="34879"/>
                  <a:pt x="934627" y="34144"/>
                  <a:pt x="933678" y="33257"/>
                </a:cubicBezTo>
                <a:cubicBezTo>
                  <a:pt x="932729" y="32369"/>
                  <a:pt x="932254" y="31253"/>
                  <a:pt x="932254" y="29907"/>
                </a:cubicBezTo>
                <a:cubicBezTo>
                  <a:pt x="932254" y="28684"/>
                  <a:pt x="932560" y="27689"/>
                  <a:pt x="933172" y="26925"/>
                </a:cubicBezTo>
                <a:cubicBezTo>
                  <a:pt x="933785" y="26160"/>
                  <a:pt x="934580" y="25548"/>
                  <a:pt x="935559" y="25089"/>
                </a:cubicBezTo>
                <a:cubicBezTo>
                  <a:pt x="936539" y="24630"/>
                  <a:pt x="937626" y="24309"/>
                  <a:pt x="938819" y="24125"/>
                </a:cubicBezTo>
                <a:cubicBezTo>
                  <a:pt x="940013" y="23941"/>
                  <a:pt x="941191" y="23849"/>
                  <a:pt x="942354" y="23849"/>
                </a:cubicBezTo>
                <a:cubicBezTo>
                  <a:pt x="943639" y="23849"/>
                  <a:pt x="944909" y="23987"/>
                  <a:pt x="946163" y="24263"/>
                </a:cubicBezTo>
                <a:cubicBezTo>
                  <a:pt x="947418" y="24537"/>
                  <a:pt x="948566" y="24980"/>
                  <a:pt x="949606" y="25592"/>
                </a:cubicBezTo>
                <a:cubicBezTo>
                  <a:pt x="950647" y="26204"/>
                  <a:pt x="951504" y="27014"/>
                  <a:pt x="952177" y="28023"/>
                </a:cubicBezTo>
                <a:cubicBezTo>
                  <a:pt x="952850" y="29032"/>
                  <a:pt x="953248" y="30300"/>
                  <a:pt x="953371" y="31829"/>
                </a:cubicBezTo>
                <a:lnTo>
                  <a:pt x="961175" y="31829"/>
                </a:lnTo>
                <a:cubicBezTo>
                  <a:pt x="960991" y="28951"/>
                  <a:pt x="960379" y="26547"/>
                  <a:pt x="959339" y="24617"/>
                </a:cubicBezTo>
                <a:cubicBezTo>
                  <a:pt x="958298" y="22688"/>
                  <a:pt x="956906" y="21156"/>
                  <a:pt x="955161" y="20024"/>
                </a:cubicBezTo>
                <a:cubicBezTo>
                  <a:pt x="953417" y="18891"/>
                  <a:pt x="951413" y="18094"/>
                  <a:pt x="949148" y="17635"/>
                </a:cubicBezTo>
                <a:cubicBezTo>
                  <a:pt x="946883" y="17175"/>
                  <a:pt x="944404" y="16946"/>
                  <a:pt x="941711" y="16946"/>
                </a:cubicBezTo>
                <a:cubicBezTo>
                  <a:pt x="939630" y="16946"/>
                  <a:pt x="937534" y="17206"/>
                  <a:pt x="935422" y="17726"/>
                </a:cubicBezTo>
                <a:cubicBezTo>
                  <a:pt x="933310" y="18246"/>
                  <a:pt x="931413" y="19042"/>
                  <a:pt x="929730" y="20113"/>
                </a:cubicBezTo>
                <a:cubicBezTo>
                  <a:pt x="928047" y="21183"/>
                  <a:pt x="926670" y="22575"/>
                  <a:pt x="925599" y="24288"/>
                </a:cubicBezTo>
                <a:cubicBezTo>
                  <a:pt x="924527" y="26001"/>
                  <a:pt x="923992" y="28050"/>
                  <a:pt x="923992" y="30437"/>
                </a:cubicBezTo>
                <a:cubicBezTo>
                  <a:pt x="923992" y="33496"/>
                  <a:pt x="924757" y="35883"/>
                  <a:pt x="926286" y="37595"/>
                </a:cubicBezTo>
                <a:cubicBezTo>
                  <a:pt x="927817" y="39308"/>
                  <a:pt x="929730" y="40639"/>
                  <a:pt x="932025" y="41588"/>
                </a:cubicBezTo>
                <a:cubicBezTo>
                  <a:pt x="934320" y="42536"/>
                  <a:pt x="936814" y="43270"/>
                  <a:pt x="939507" y="43790"/>
                </a:cubicBezTo>
                <a:cubicBezTo>
                  <a:pt x="942201" y="44311"/>
                  <a:pt x="944695" y="44892"/>
                  <a:pt x="946989" y="45534"/>
                </a:cubicBezTo>
                <a:cubicBezTo>
                  <a:pt x="949285" y="46176"/>
                  <a:pt x="951198" y="47017"/>
                  <a:pt x="952728" y="48058"/>
                </a:cubicBezTo>
                <a:cubicBezTo>
                  <a:pt x="954258" y="49098"/>
                  <a:pt x="955024" y="50628"/>
                  <a:pt x="955024" y="52647"/>
                </a:cubicBezTo>
                <a:cubicBezTo>
                  <a:pt x="955024" y="54115"/>
                  <a:pt x="954656" y="55324"/>
                  <a:pt x="953921" y="56273"/>
                </a:cubicBezTo>
                <a:cubicBezTo>
                  <a:pt x="953187" y="57221"/>
                  <a:pt x="952254" y="57939"/>
                  <a:pt x="951121" y="58429"/>
                </a:cubicBezTo>
                <a:cubicBezTo>
                  <a:pt x="949989" y="58918"/>
                  <a:pt x="948749" y="59255"/>
                  <a:pt x="947403" y="59439"/>
                </a:cubicBezTo>
                <a:cubicBezTo>
                  <a:pt x="946057" y="59622"/>
                  <a:pt x="944772" y="59713"/>
                  <a:pt x="943547" y="59713"/>
                </a:cubicBezTo>
                <a:cubicBezTo>
                  <a:pt x="941956" y="59713"/>
                  <a:pt x="940410" y="59561"/>
                  <a:pt x="938910" y="59257"/>
                </a:cubicBezTo>
                <a:cubicBezTo>
                  <a:pt x="937410" y="58951"/>
                  <a:pt x="936064" y="58448"/>
                  <a:pt x="934870" y="57748"/>
                </a:cubicBezTo>
                <a:cubicBezTo>
                  <a:pt x="933676" y="57046"/>
                  <a:pt x="932712" y="56101"/>
                  <a:pt x="931978" y="54912"/>
                </a:cubicBezTo>
                <a:cubicBezTo>
                  <a:pt x="931244" y="53723"/>
                  <a:pt x="930846" y="52275"/>
                  <a:pt x="930785" y="50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623242de54efb"/>
          <a:stretch xmlns:a="http://schemas.openxmlformats.org/drawingml/2006/main"/>
        </p:blipFill>
        <p:spPr>
          <a:xfrm xmlns:a="http://schemas.openxmlformats.org/drawingml/2006/main">
            <a:off x="8030639" y="6437673"/>
            <a:ext cx="229529" cy="229529"/>
          </a:xfrm>
          <a:prstGeom xmlns:a="http://schemas.openxmlformats.org/drawingml/2006/main" prst="rect">
            <a:avLst/>
          </a:prstGeom>
        </p:spPr>
      </p:pic>
      <p:pic>
        <p:nvPicPr>
          <p:cNvPr id="4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529f6def04455"/>
          <a:stretch xmlns:a="http://schemas.openxmlformats.org/drawingml/2006/main"/>
        </p:blipFill>
        <p:spPr>
          <a:xfrm xmlns:a="http://schemas.openxmlformats.org/drawingml/2006/main">
            <a:off x="7430192" y="2627496"/>
            <a:ext cx="471911" cy="4719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63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2026-09-05T18:15:37.8230000Z</dcterms:created>
  <dcterms:modified xsi:type="dcterms:W3CDTF">2026-09-05T18:15:37.8230000Z</dcterms:modified>
</coreProperties>
</file>